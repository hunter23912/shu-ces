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5"/>
  </p:notesMasterIdLst>
  <p:sldIdLst>
    <p:sldId id="587" r:id="rId3"/>
    <p:sldId id="773" r:id="rId4"/>
    <p:sldId id="909" r:id="rId5"/>
    <p:sldId id="872" r:id="rId6"/>
    <p:sldId id="422" r:id="rId7"/>
    <p:sldId id="930" r:id="rId8"/>
    <p:sldId id="910" r:id="rId9"/>
    <p:sldId id="875" r:id="rId10"/>
    <p:sldId id="907" r:id="rId11"/>
    <p:sldId id="904" r:id="rId12"/>
    <p:sldId id="905" r:id="rId13"/>
    <p:sldId id="911" r:id="rId14"/>
    <p:sldId id="908" r:id="rId15"/>
    <p:sldId id="916" r:id="rId16"/>
    <p:sldId id="913" r:id="rId17"/>
    <p:sldId id="912" r:id="rId18"/>
    <p:sldId id="914" r:id="rId19"/>
    <p:sldId id="915" r:id="rId20"/>
    <p:sldId id="917" r:id="rId21"/>
    <p:sldId id="918" r:id="rId22"/>
    <p:sldId id="921" r:id="rId23"/>
    <p:sldId id="923" r:id="rId24"/>
    <p:sldId id="924" r:id="rId25"/>
    <p:sldId id="919" r:id="rId26"/>
    <p:sldId id="920" r:id="rId27"/>
    <p:sldId id="928" r:id="rId28"/>
    <p:sldId id="929" r:id="rId29"/>
    <p:sldId id="569" r:id="rId30"/>
    <p:sldId id="926" r:id="rId31"/>
    <p:sldId id="927" r:id="rId32"/>
    <p:sldId id="737" r:id="rId33"/>
    <p:sldId id="858" r:id="rId34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ABF0A-C762-D749-8EE6-EAA6A20AF7E6}" v="167" dt="2020-12-10T03:06:09.021"/>
    <p1510:client id="{B190FDAD-04EF-4BED-88FD-47724E714514}" v="2" dt="2020-12-10T15:48:32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 snapToGrid="0">
      <p:cViewPr varScale="1">
        <p:scale>
          <a:sx n="117" d="100"/>
          <a:sy n="117" d="100"/>
        </p:scale>
        <p:origin x="3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07:15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3641 7534 1133 0,'-14'-9'0'0,"7"1"0"16,-2 5 0-16,4-1 0 0,-5 0 0 0,3-1 0 0,1 0 0 0,-1 0 0 0,5-1 0 0,-3 1 0 0,3 0 80 0,2-2 117 0,0 0-81 0,0 2-33 0,0-3-1 15,7 0 15-15,0 3 0 16,1-1-37-16,-1 1-11 0,1-1 67 0,-1 0-34 16,0 3 1-16,1-3-35 0,-3 2 78 0,1 0-45 0,-1 3 0 0,-1-2-32 15,0 2 109-15,3-1-54 0,-5 0 12 0,3 0-104 16,-2 0 36-16,1 0 1 0,1 2 85 15,-2-1-43-15,5 1 12 0,-4-2-54 0,2 2 35 0,-1-2 0 16,1 2-36-16,0-3 1 16,1 3 42-16,3 0-42 0,-3 0-47 0,4-1-2 15,-3 1 0-15,3 0 0 0,0 0 0 0,1 0 0 16,1 0 0-16,0 0 0 0,1 0 0 0,0 0 0 16,0 0 0-16,2-3 0 0,0 3 0 0,0 0 0 15,3 0 0-15,-1 0 0 16,0 0 0-16,-1 0 0 0,3 0 0 0,-2 0 0 0,4 0 0 0,1 0 0 15,-3 0 0-15,7 0 0 0,-4 0 0 0,2 0 0 16,0 0 0-16,-5 0 0 0,4-1 0 0,2-1 0 16,-4 1 0-16,2-2 0 15,2 3 0-15,-7-2 0 0,5 0 0 0,-4 2 0 16,3-1 0-16,0 1 0 0,-1 0 0 0,2 0 0 16,-3 0 0-16,1 0 0 0,1 0 0 0,1 0 0 15,1 0 0-15,-4 0 0 0,4 1 0 0,0 3 0 16,2-4 0-16,1 3 0 0,0-3 0 0,2 1 0 15,-5-1 0-15,7 0 0 0,-6 0 0 0,3 0 0 16,-3 0 0-16,-4 0 0 0,3 0 0 16,2 0 0-16,-2 0 0 0,0 0 0 15,-1 0 0-15,-3 0 0 0,4 0 0 0,-2 0 0 16,-1 0 0-16,-2 0 0 0,1 0 0 0,0 0 0 16,-1 0 0-16,1 0 0 0,-1 0 0 0,3 0 0 15,1 0 0-15,-1 0 0 0,5 0 0 0,-4 0 0 16,2 0 0-16,-1 0 0 0,0 0 0 15,-3 0 0-15,6 0 0 0,-6 0 0 0,0 0 0 0,4 0 0 16,-1 0 0-16,-3 0 0 0,6 0 0 16,-1 0 0-16,-3-1 0 0,0 1 0 15,-4 0 0-15,3 0 0 0,-1 0 0 0,0 0 0 16,-2 0 0-16,5 0 0 0,-1 0 0 16,-2 0 0-16,8 0 0 0,0 0 0 0,-1 0 0 0,1 0 0 15,-2 0 0-15,-5 0 0 0,4 0 0 0,-5 0 0 16,1 0 0-16,-2 0 0 0,2 0 0 0,-2 0 0 15,-1 0 0-15,3 0 0 0,-3 0 0 0,2 0 0 16,1 0 0-16,-4 0 0 0,2 1 0 0,0 1 0 16,3-1 0-16,0 3 0 15,1-4 0-15,-3 3 0 0,7-1 0 0,-3-2 0 16,1 0 0-16,0 0 0 0,1 0 0 0,-1 0 0 16,3 0 0-16,-2 0 0 0,-4 0 0 15,3 0 0-15,-1 0 0 0,-2 0 0 0,4 0 0 0,0 0 0 16,-8 0 0-16,4-2 0 0,2-1 0 0,-5 2 0 15,2-2 0-15,-1 2 0 16,0-1 0-16,-1 1 0 0,0-2 0 0,-1 3 0 16,-1-2 0-16,0 2 0 0,0 0 0 0,-2-2 0 15,-1 2 0-15,2 0 0 0,0 0 0 0,-1 0 0 16,1 0 0-16,-4 0 0 0,-1 0 0 0,2 0 0 16,-2 0 0-16,-1 0 0 0,-1 0 0 0,0 0 0 15,2 0 0-15,-5 0 0 0,4-1 0 0,-3-1 0 16,0 2 0-16,0 0 0 0,-1-2 0 0,0 1 0 15,-3 1 0-15,0-2 0 0,-1 2 0 0,2-3 0 16,-5 2 0-16,0 1 0 0,2-2 0 0,-2 0 0 16,1 0 0-16,-2-1 0 0,0 0 0 0,0-1 0 15,0-1 0-15,-8 1-321 16,-12 2-177-16,-8 2 223 0,-14 6-406 0,-11 21 322 16</inkml:trace>
  <inkml:trace contextRef="#ctx0" brushRef="#br0" timeOffset="2619.79">3689 9129 1574 0,'-18'0'-12'0,"6"0"4"0,1-2 1 0,2 0 2 0,1-2 0 0,1 2 0 0,1-2 1 0,2 3-3 0,1-1 3 0,-2 0 1 0,5 0 274 15,0 0-111-15,0 1-56 0,0 1 100 0,0-3-66 0,0 1-51 16,0 2 0-16,0-1 71 0,0-1-56 0,0-1 1 16,0 2 76-16,0 0-72 0,0-2 0 0,0 1-59 15,0 0 0-15,3 0 0 0,2-1 70 0,1 0-13 16,0 2-57-16,4-3 115 0,-4 3-131 0,4-2-32 15,-1 0 0-15,2 1 0 0,4 0 0 0,-3 1 0 16,3-2 0-16,0 3 0 16,5-1 0-16,-3-1 0 0,4 2 0 0,2-3 0 15,4 3 0-15,-5-1 0 0,3-1 0 0,2 2 0 16,-1-2 0-16,-1 0 0 0,0 0 0 0,-3 2 0 16,3 0 0-16,-2 0 0 0,-1-2 0 0,-1 2 0 15,3 0 0-15,0 0 0 0,3 0 0 0,-8 0 0 16,9 0 0-16,-5 0 0 0,2 0 0 0,-1 0 0 15,4 0 0-15,-1 0 0 0,-1 0 0 16,2 0 0-16,2 0 0 0,-5 0 0 0,7 0 0 0,-2 0 0 16,0 0 0-16,0 0 0 15,0 0 0-15,-4 0 0 0,8 0 0 0,-2 0 0 16,1 0 0-16,2 0 0 0,-2 0 0 0,4 0 0 16,-5 0 0-16,4 0 0 0,-2 0 0 0,0 0 0 15,0 0 0-15,1 0 0 0,-2 0 0 0,2 0 0 16,7 0 0-16,-3-1 0 0,0-1 0 0,-1 0 0 15,7 0 0-15,-3 0 0 16,-2 0 0-16,-3 0 0 0,1 0 0 0,-3 1 0 0,0-2 0 16,1 1 0-16,-5 1 0 0,0 1 0 15,-1 0 0-15,-3 0 0 0,4 0 0 0,-1 0 0 16,-3 0 0-16,-1 0 0 0,-3 0 0 0,0 0 0 16,4 0 0-16,-1 0 0 0,1 0 0 0,1 0 0 15,2 0 0-15,-6 0 0 0,10 0 0 0,-2 0 0 16,-2 0 0-16,-1 0 0 0,0 0 0 0,1 0 0 15,3 0 0-15,-4 0 0 0,-1 0 0 0,0 0 0 16,1 0 0-16,-4 0 0 0,6 0 0 16,-4 0 0-16,-1 0 0 0,3 0 0 15,1 0 0-15,0 0 0 0,-1 0 0 0,1 0 0 16,-2 0 0-16,2 0 0 0,0 1 0 0,-2 1 0 16,2 1 0-16,2-2 0 0,-2 3 0 0,2 0 0 15,-5-2 0-15,4 0 0 0,-2 0 0 0,-3-2 0 16,1 1 0-16,-1 1 0 0,-4 0 0 0,6 0 0 15,-3-2 0-15,1 4 0 0,2-3 0 0,1 2 0 16,-5-3 0-16,5 2 0 16,-4-1 0-16,0-1 0 0,-1 3 0 0,1-2 0 15,-2-1 0-15,0 2 0 0,0-2 0 0,6 4 0 16,-5 0 0-16,2 1 0 0,-6-1 0 0,3-2 0 16,-2 1 0-16,-3-1 0 0,2 3 0 0,-4-4 0 15,-1-1 0-15,-2 1 0 0,1-1 0 0,-5 0 0 16,0 0 0-16,1 0 0 0,-1 0 0 0,-3 0 0 15,-1 0 0-15,0 0 0 0,-2 0 0 16,-1 0 0-16,0 0 0 0,1 0 0 0,-2 0 0 0,0 0 0 16,-1 0 0-16,0 0 0 15,0-2 0-15,0-5 0 0,0-1 0 0,0 3 0 16,0 1 0-16,0 1 0 0,-5 3-464 0</inkml:trace>
  <inkml:trace contextRef="#ctx0" brushRef="#br0" timeOffset="9157.78">12171 4911 1925 0,'0'0'0'0,"0"0"0"0,0 0 0 0,0 0 0 0,0 0 0 0,0 0 0 0,2 0 0 0,10 0 0 0,2-2 0 0,9-2 0 0,4-3 333 0,3 1-138 0,2-2-83 16,3 1-36-16,3 0 103 0,4-3-71 0,-1 2-34 16,-6 3 10-16,2-1 11 0,1 1-28 15,-2 0 10-15,0 0-38 0,-3 2 0 0,-6 1 9 16,5-1-184-16,-10 3 87 0,0 0 44 16,-2 0-1-16,-4 0-421 0,-6 0 226 0,1 0 61 0,-6 3-595 15,1 1 349-15,-4-3 173 0,-1 1 87 0</inkml:trace>
  <inkml:trace contextRef="#ctx0" brushRef="#br0" timeOffset="9349.23">12744 4717 2389 0,'-3'-3'0'16,"1"3"0"-16,0 0 0 0,2 0 0 0,0 0 0 0,2 0 0 0,9 0 0 0,6 0 0 0,7 7 0 0,1 1 0 0,-1-1 110 0,3 3-36 0,-7-3 10 0,8 4-45 0,-9-1 0 0,4 1-220 15,-5 0 110-15,-2 3-323 0,-6-1 226 0,-2 0 99 16,-6 3 54-16,-2 3 25 16,0 2-403-16,-13-1 149 0,-5 0 57 0,-5 0-159 0,-4-2 154 0,1-4 77 15,-6-3 38-15</inkml:trace>
  <inkml:trace contextRef="#ctx0" brushRef="#br0" timeOffset="9685.73">12589 5028 2494 0,'-10'4'0'16,"-1"10"0"-16,2-3 0 0,1 2 0 0,2 2 0 0,2 3 0 0,2 0 0 0,1 5 0 0,1 1 0 0,0 5 0 0,0-1 152 0,0 2-47 0,0 0-38 0,0 0 50 0,-2 0-40 15,0-1 1-15,2-6-62 0,-2 2 32 0,-2-3-9 0,3-3-80 16,-3-3 39-16,2-6 1 16,2-2 39-16,-3-5-88 0,3 1 39 15,0-4 25-15,0 0 0 0,0-4-73 0,0-17 17 0,5-1-83 16,6-4 56-16,3-2 34 0,2-1 3 0,0 0 2 15,4 0 2-15,-1 4 14 0,1 1-9 0,1 4 10 0,-4 7 93 16,-1 2-45-16,0 3 207 16,-3 4-118-16,2 4-55 0,-4 0-31 15,0 4 240-15,1 13-123 0,-3 3-49 0,-2 7-21 16,1 3-50-16,0 2-35 0,-3 4 0 0,1-4 0 16,-1 1 0-16,1-7 0 0,0 9 0 15,0-7 0-15,-1-9 0 0,0 5 0 0,1-6 0 0,-3-5-215 16,2 2 17-16,-1-7 70 0,-1-1 66 0,3-3-631 15,-3-2 327-15,5-2 155 0,4 0-487 0,2-9 330 16</inkml:trace>
  <inkml:trace contextRef="#ctx0" brushRef="#br0" timeOffset="9862.84">13118 5153 3261 0,'0'-5'0'16,"0"1"0"-16,0 2 0 0,0 0 0 0,0 1 0 0,2 1 0 0,7 0 0 16,3 0 0-16,2 0 0 0,4 0 0 0,0 0 159 0,3 0-61 0,2 0-30 0,-1 0 10 0,0 0-40 0,1 0-490 0,-2 5 245 0,-1-1 122 15,-1 3 61-15,-4-2-734 16,-1 3 392-16,-3-1 203 0</inkml:trace>
  <inkml:trace contextRef="#ctx0" brushRef="#br0" timeOffset="10029.91">13214 5386 2602 0,'-15'7'0'0,"3"-1"0"15,1-1 0-15,4 0 0 0,3-5 0 0,0 1 0 0,4-1 0 0,0 2 0 0,0 0 0 0,6-2 0 0,7 3 174 0,2-3-59 0,2 0-43 16,2 0-55-16,1 0 21 0,1 0 0 0,0-3-469 16,-1-2 244-16,1 0 108 0,2 0-613 15,-1 1 349-15,2-4 173 0,1 3 86 0,-4-3-61 0</inkml:trace>
  <inkml:trace contextRef="#ctx0" brushRef="#br0" timeOffset="10252.01">13849 4985 3275 0,'-12'-3'0'0,"1"1"0"0,-3 1 0 0,0 1 0 0,-1 0 0 0,0 6 0 0,-1 7 0 0,-4 7 0 0,5 2 0 0,0 5 0 0,0 5 75 0,4 3 0 0,2 8 243 15,5-3-140-15,2-1-168 0,2 8-10 0,0-5 0 0,0-7 0 16,9 3-203-16,4-4 42 0,4-2 108 16,2-5 41-16,0-2-551 0,2-4 260 15,1-4 158-15,-3-6-25 0,5-5-400 0,-1-3 271 0,3-3 130 16,0-2-145-16,1-13 139 0,-1-7 59 0,0-12-242 16</inkml:trace>
  <inkml:trace contextRef="#ctx0" brushRef="#br0" timeOffset="10429.5">14155 5091 2669 0,'2'-17'0'0,"-2"6"0"0,0 1 0 0,0 5 0 0,0 3 0 0,-5 0 0 15,-2 2 0-15,2 0 0 0,-1 8 0 0,-1 7 0 0,2 5 429 0,-6 7-200 0,4 7-96 0,-4 3 117 16,-1 4-107-16,0 0-359 16,0-3 247-16,-3 11 6 0,2-8 0 0,2-5 1 0,0 0-1 15,2-3-572-15,2-8 295 0,2 0 134 16,1-4-304-16,4-6 213 0,0-7-8 0,0-2-495 0,0-6 321 15,0-1 176-15</inkml:trace>
  <inkml:trace contextRef="#ctx0" brushRef="#br0" timeOffset="10617.34">14108 4956 3620 0,'7'-8'0'0,"0"5"0"0,-2 1 0 0,0 2 0 0,3 0 0 0,1 11 0 0,1 8 0 0,3 6 0 0,0 2 0 0,4 9 0 15,-4 3 199-15,-2 0-87 0,6 11-112 0,-4-4 0 0,0 1 0 16,3 0 0-16,0-3 0 0,0-8 0 16,0 1-57-16,1-1-17 0,1-7-254 0,-4 0 183 0,1-4-660 15,-5-6 414-15,-3-1 116 16,-3-3 124-16,-3-4 31 0,-1-4 42 0</inkml:trace>
  <inkml:trace contextRef="#ctx0" brushRef="#br0" timeOffset="10765.76">14117 5367 2887 0,'-13'-4'0'0,"4"2"0"0,1 1 0 0,2-2 0 0,5 3 0 0,1-1 0 0,0 1 0 0,7-2 0 0,8 2 0 0,8 0 0 0,-5 0 81 16,9 0-464-16,-3 0 210 0,5 0 105 0,-5 0 62 0,8 0 17 16,-2 0-387-16,2-2 201 0,2 0 101 15</inkml:trace>
  <inkml:trace contextRef="#ctx0" brushRef="#br0" timeOffset="10911.82">14709 5328 2712 0,'4'3'-1'0,"-2"9"0"0,-2-1 0 0,0 0-1 0,-8 4 1 0,-3 0 0 0,-2 2 0 0,1 2 1 0,-4 3-1 0,4-2 0 0,-1-2 191 0,0 1-82 16,1-1-35-16,1 2-1 0,2-6-35 0,-1-1-345 15,5-4 182-15,1-4-642 0,1-2 399 0,3-3 199 0,0 0 101 16</inkml:trace>
  <inkml:trace contextRef="#ctx0" brushRef="#br0" timeOffset="11112.29">14846 5097 3167 0,'9'3'0'0,"1"11"0"0,-1 1 0 0,-1 4 0 0,-3 7 0 0,1 2 0 0,0 2 0 0,-3 4 0 0,-1 0 0 0,0 0 0 15,0-1 188-15,0-7-67 0,0 8-316 0,-2-12 117 0,1-1 57 0,1-2 29 0,0-4-589 16,-2-6 318-16,2-1 144 0,-2-4 77 0,0-4-648 16,0 0 328-16,0 0 157 15,-4-10-89-15,1-7 129 0,-5-5 64 16,1-6 33-16,-3-3-1 0,1-9-69 0</inkml:trace>
  <inkml:trace contextRef="#ctx0" brushRef="#br0" timeOffset="11434.17">14825 5121 1925 0,'-5'-37'0'0,"5"16"0"0,0 0 0 0,0 4 0 0,0 2 0 0,5 3 0 16,9 1 0-16,0 3 0 0,9 0 0 0,-2 0 0 0,4 5 62 0,-5 0 113 0,8 2-74 0,-2 1 70 0,-1 0-67 0,-7 1-34 16,5 9 1-16,-4 2-76 0,-4 1 16 0,-3 4 0 15,-5-1 26-15,-5 3-68 16,-2 5 33-16,0-3 10 0,-14 4 92 0,-2-5-33 0,-4 1 0 16,0-5-35-16,3-2 281 0,-2 0-131 15,4-3-79-15,4-4-35 0,1 1 143 0,5-5-179 16,1 1-36-16,4-1 0 0,0 3 0 0,0-2 0 15,6 3 0-15,9 1 0 0,2 2 0 16,0 1 0-16,3 6 0 0,-1 0 0 0,-1 2 0 0,-4-1 0 16,-3 4 0-16,-5-1 0 15,-2 6 0-15,-2-3 0 0,-2 0 0 0,-6 1 0 16,-9 0 0-16,-3-2 0 0,-3-1 0 0,0-6 0 16,-2 0 0-16,5-8 0 0,-3 1 0 0,-2-3 0 15,7-3 0-15,-4-3 0 0,6 0 0 0,2 0 0 0,1-3-353 16,6-12-46-16,3-1 186 0,2-2 88 0,2-5-818 15,14 0 453-15</inkml:trace>
  <inkml:trace contextRef="#ctx0" brushRef="#br0" timeOffset="11591.61">15419 5354 2730 0,'4'16'0'0,"-4"-2"-3"0,0 4 1 0,-19 0-1 0,1-1 1 0,-3 1 0 0,-4 0 1 0,2 0-1 0,1 1 1 0,1-1 1 0,0 2 112 15,3-8-37-15,1 2-271 0,2-3 112 16,7-4 60-16,1 0 30 0,5-6-645 0,2 1 336 16,0-2 175-16</inkml:trace>
  <inkml:trace contextRef="#ctx0" brushRef="#br0" timeOffset="11797.24">15798 5121 3122 0,'0'-11'0'0,"0"6"0"0,-5 4 0 0,-14 1 0 0,-6 0 0 0,-3 14 0 0,-1 2 0 0,0 5 0 0,1 3 0 0,4 4 0 0,4 5 111 15,10-2 242-15,4 3-158 0,6-2-80 0,0 2-80 16,4-2-35-16,14-3 0 16,5 0 0-16,3-5 0 0,6-5-123 0,0 0-6 0,2-6 78 0,1-3-589 15,2-8 338-15,-4-2 136 16,1 0 93-16,0 0-612 0,0-10 328 0,-3-5 161 15,-2-4 79-15</inkml:trace>
  <inkml:trace contextRef="#ctx0" brushRef="#br0" timeOffset="11992.26">16103 4964 3884 0,'0'-1'0'0,"0"0"0"0,3 1 0 0,8 0 0 0,3 0 0 0,2 0 0 0,5 5 0 0,4 8 0 0,1 5 0 0,3 2 0 0,-4 4 47 0,2 10-47 0,-8-5 0 0,2 14 0 16,-9-2 0-16,-6 5 0 0,-6 7 0 0,0 0 0 16,-9 3 0-16,-14 6 0 0,0-16 0 0,0 8 0 15,-6-6 0-15,1-1 0 0,-4-1 0 0,-3-5 0 16,-15 4 0-16,1-5 0 0</inkml:trace>
  <inkml:trace contextRef="#ctx0" brushRef="#br0" timeOffset="12713.63">19351 4740 2027 0,'-20'-8'0'0,"1"6"0"0,0 1 0 0,2 1 0 0,0 0 0 0,1 13 0 0,-3 7 0 0,0 6 0 0,0 12 0 0,5 0 0 0,0 5 89 15,7 2 151-15,1-4-101 0,6-5-40 16,0 2-36-16,4-2 11 0,10-3-1 0,6-5-34 15,2 0-69-15,4-5 44 0,4-3-9 16,0 0-321-16,2-5 178 0,-2-4 88 0,2-1 44 0,-8-8-584 16,3 1 289-16,-1-3 80 0,-5 0 92 0</inkml:trace>
  <inkml:trace contextRef="#ctx0" brushRef="#br0" timeOffset="12956.83">19462 4995 2375 0,'-11'-11'0'0,"3"4"0"0,3 3 0 16,1 1 0-16,2 0 0 0,0 0 0 0,2 2 0 0,0 1 0 0,10 0 0 0,9 0 0 0,2 0 129 0,2 4-50 0,0 8 0 0,2-2-4 0,-5 5-37 0,1 3 0 15,-8-2 10-15,2 5 58 0,-6-1-34 16,-2 4 0-16,-6 2-34 0,-1-3 166 0,0-1-74 0,-13 6-51 16,-4-2 213-16,-4-2-215 0,-3-1-77 15,-1-2 0-15,5-6 0 0,-6 2 0 16,6-8 0-16,2-1 0 0,1-5 0 0,2-3 0 15,5 0 0-15,-1 0 0 0,6 0-163 0,1-9 80 16,4-12 61-16,0-4-949 0,11-6 457 0,12-8 243 16,3 0-537-16</inkml:trace>
  <inkml:trace contextRef="#ctx0" brushRef="#br0" timeOffset="13348.89">19696 4845 2006 0,'5'-8'0'0,"1"5"0"0,-3 1 0 0,-1 1 0 0,-2 1 0 0,0 0 0 0,-4 12 0 0,-5 9 0 0,1 1 0 0,-1 3 0 0,0 3 497 0,2 3-234 0,-2 1-112 0,4-3 95 16,1 3-103-16,2-2-53 0,2-5-16 0,0 5-175 16,0-10 70-16,6 1 34 0,5-5 0 0,2-1-128 15,4-7 90-15,0-2 33 0,1-5-1 0,0-1-273 16,1 0 102-16,-3-9 97 0,2-6-212 0,-4-1 134 16,0-2 39-16,-5 3 127 0,-2 2-25 0,0 6-9 15,-4-1-16-15,-1 3 296 0,0 3-147 16,-2 0-75-16,0 2-15 0,0 0 289 15,0 0-124-15,0 14-86 0,0-1 7 0,0 1 71 16,0 1-69-16,0 1-25 0,4-2 48 0,1 1-47 16,2-4 1-16,3 1-140 0,1-5 46 0,-2-3 10 15,7 0 37-15,-3-4-200 0,0 0 100 0,2 0 50 16,-1-8 26-16,-3-5-110 0,-2-2 53 0,-2 0-1 16,-1-3 0-16,-4 0 73 0,0 1 0 0,-2-1-97 15,0 1 297-15,0 2-113 16,-4 2-58-16,-6 1 115 0,-1 3-150 0,2 3-23 15,-4 0 0-15,0 5 0 0,-1 1 0 0,3 0 0 16,0 0 0-16,-1 7-577 0,5 7 263 0,2-1 127 16,3 1 87-16,2 4-752 0,0-5 407 0,9 0 194 15</inkml:trace>
  <inkml:trace contextRef="#ctx0" brushRef="#br0" timeOffset="13500.98">20176 5160 2666 0,'7'6'-1'0,"-2"2"1"0,-3-1-1 0,-1 3 0 16,-1 3 0-16,0-2 1 0,0 4-1 0,-3 0 0 0,-4 4 1 0,0-1-1 0,0 2 73 0,-2 0 214 0,-3 1-125 0,3-3-62 0,-3 1-32 0,1 0-147 15,0-4 53-15,-1-2 31 0,1-3 1 0,2-5-509 16,-1-1 270-16,3-4-550 0,3 0 337 0,0 0 211 16</inkml:trace>
  <inkml:trace contextRef="#ctx0" brushRef="#br0" timeOffset="13681.09">20303 4811 2921 0,'4'0'0'0,"1"0"0"0,-2 2 0 0,3 2 0 0,-3 0 0 0,5 3 0 0,-1-1 0 0,3 1 0 0,1 1 0 0,-2 1 0 0,3 4 351 0,-1-2-157 15,1 5-69-15,-1-2-48 0,0 4-265 0,2-1 113 16,-2-1 56-16,2 1-664 0,-1-2 370 0,1-1 171 0,2-3 90 15,-2-2-776-15,2-6 341 0</inkml:trace>
  <inkml:trace contextRef="#ctx0" brushRef="#br0" timeOffset="13886.15">20783 4684 2687 0,'2'-4'0'16,"-2"3"0"-16,0 1 0 0,0 0 0 0,-9 6 0 0,-7 13 0 0,0 6 0 0,-3 6 0 0,-4 7 0 0,-2 5 0 0,-7 14 106 0,0-3 309 0,2-2-180 0,-13 17-103 0,2-8-47 0,1 5 131 0,1-2-161 16,0 0-55-16,7-12 0 15,-5 12 0-15,10-17 0 0,3 0-13 0,3-4-693 0,6-10 371 16,5-6 197-16,3 0-410 16,5-7 267-16,2-8 60 0,0-5 91 0</inkml:trace>
  <inkml:trace contextRef="#ctx0" brushRef="#br0" timeOffset="14177.81">20726 5226 2615 0,'6'0'-1'0,"-4"0"0"0,-1 2 0 15,-1 11 1-15,0 6-1 0,-9 2 1 0,4 1 0 0,3-1-1 0,0 2 1 0,2 0 0 0,0-4 151 0,0 2-62 0,4-4-220 0,7-2 85 0,1-4 40 16,0-1 1-16,-1-5-92 0,3-3 62 0,-1-2 36 15,-1 0 0-15,-1 0-70 0,-1-7 53 0,-1-8 34 0,-4-1-101 16,1-2 158-16,-5 1-88 0,-1-3 2 0,0 0 260 16,0 2-122-16,0 0-53 0,-9 2 145 15,-1 3-77-15,-1 3-52 0,0 1-27 0,0 6 23 16,-4-1-49-16,1 2 0 0,2 2 1 0,1 0-68 16,-3 0 34-16,3 6 10 0,1 5 23 0,3 0-343 15,-1 0 145-15,5 2 94 0,1-1-657 0,2-3 335 16,0 4 175-16,2-6-478 0,3-3 328 0</inkml:trace>
  <inkml:trace contextRef="#ctx0" brushRef="#br0" timeOffset="14566.58">21333 4762 2516 0,'8'-7'0'0,"1"2"0"0,1 1 0 0,1 0 0 0,-2 1 0 0,4 0 0 0,0 2 0 0,5-2 0 0,0 3 0 0,1 0 0 0,6 0 138 15,-7 0-50-15,8 0 137 0,-7 4-94 0,3 4-38 16,-1 1-32-16,-2 2 23 0,-4 2-1 0,-3 2-46 16,-3 3-27-16,-6 4 9 0,-3 6 19 0,0 0-84 15,-12 8 42-15,-7-3 0 0,-4-1 51 0,-9 7-37 16,0-6 27-16,0-3-9 0,-2-1 7 0,1-1 53 15,4-8-22-15,-1 1-27 16,6-3-13-16,5-2 60 0,4-5-86 0,6 0 0 16,0-6 0-16,4 1 0 0,3 0 0 0,2-1 0 15,0-1 0-15,9 2 0 0,7 2 0 0,7-2 0 16,1-4 0-16,5 3 0 0,3-5 0 0,3 0 0 16,-1 0 0-16,3 0 0 0,-1 0 0 0,-3 0 0 15,-1-2 0-15,-3-1 0 0,-5 2 0 0,-1 0-313 16,-2-2 135-16,-5 1-586 0,-7 2 363 0,-2 0 182 15,-2 0 81-15,-5-1-265 0,0-2 183 0,-3-2 91 16</inkml:trace>
  <inkml:trace contextRef="#ctx0" brushRef="#br0" timeOffset="14747.78">21258 4992 2989 0,'-17'0'0'0,"5"0"0"0,3 0 0 16,6 0 0-16,3 0 0 0,-2 0 0 0,2 0 0 0,0 0 0 0,13 0 0 0,11 1 0 0,1 8 252 0,3-2-113 0,2 4 27 0,4-3-65 0,-2 1-32 16,-2 0-781-16,-6-2 703 0,7 3 18 15,-13-3 0-15,3 2-339 0,-7 1 183 0,-2 1 92 0,-6-1 55 16,-3 3-9-16,-3 3-18 0</inkml:trace>
  <inkml:trace contextRef="#ctx0" brushRef="#br0" timeOffset="15022.29">21012 5365 2601 0,'-6'6'0'0,"1"3"0"0,3 3 0 0,2-1 0 0,0 0 0 0,0 4 0 0,2-2 0 0,5 2 0 15,5-2 0-15,1 2 0 0,1-3 90 0,3-1-32 0,1-4 1 0,0-2-204 0,-1-4 91 0,0-1 44 16,-2 0-74-16,-2 0 55 0,-4-6 32 0,1-5 0 0,-4-2-68 15,-1-2 51-15,-3-2-3 0,0 0 17 0,-2 0-65 16,0 1 29-16,0-1-23 0,-6 2 0 16,-3-1 182-16,-1 5-67 0,1 2-25 0,0 2-1 0,0 1 63 15,-1 4-42-15,2 0 2 0,1 0-181 16,2 2 77-16,-2 0 32 0,4 0-187 0,1 9 105 0,0 3 44 16,2 1 29-16,0 1-513 15,5 0 252-15,11-3 127 0</inkml:trace>
  <inkml:trace contextRef="#ctx0" brushRef="#br0" timeOffset="15850.18">21054 5410 1402 0,'-2'-1'0'0,"-3"-1"0"0,3-1 0 0,0 2 0 0,2-3 0 0,-1 0 0 0,-1 1 0 0,2-2 0 0,0 2 0 0,0-3 0 0,0 2 364 15,0 0-156-15,0-1-90 0,0 1-41 0,2 0 0 0,-1 1 117 16,1 1-80-16,0 0-29 0,0 0-10 16,1 1 297-16,-3 1-168 0,0 0-84 0,2 0 308 0,-2 0-335 0,1 0-93 15,1 0 0-15,0 0 0 16,0 5 0-16,1 3 0 0,1-1 0 16,0 4 0-16,-1 0 0 0,1 3 0 0,-1 0 0 0,-1 1 0 15,-2 1 0-15,0 6 0 0,-5 1 0 0,-8 2 0 16,-4 0 0-16,-1 2 0 0,-5 2 0 15,0-4 0-15,-1 0 0 0,0-3 0 0,-1-3 0 16,1 0 0-16,4-6 0 0,-3-1 0 0,4-5 0 16,4 0 0-16,5-5-919 0,3-2 404 0,3 0 231 15,4-2-296-15</inkml:trace>
  <inkml:trace contextRef="#ctx0" brushRef="#br0" timeOffset="16210.34">21066 5418 1119 0,'0'0'0'0,"0"0"0"0,0-1 0 0,0-2 0 0,0 1 0 0,0 0 0 0,0-1 0 0,0 0 0 0,2 2 0 0,0 0 0 0,2-2 96 0,-1 1 229 16,-1 0-145-16,3 2-72 0,0 0 293 0,-3 0-174 0,2 0-100 15,-3 0 99-15,1 0-95 0,0 0-47 16,0 0-25-16,0 0 10 0,-2 0 115 0,0 0-74 16,0 2-38-16,0 3 1 0,0-3 27 15,0 3-23-15,-8-2-9 16,3 2-100-16,-2 0 34 0,0-2-545 0,0 1 552 0,1-2 36 0,1 2-9 0,1-2 0 0,1-2-453 15,0 0 210 1,1 0 69-16,2 0-221 0,0 0 166 16,0 0 79-16,0 0-674 0,2-5 376 0</inkml:trace>
  <inkml:trace contextRef="#ctx0" brushRef="#br0" timeOffset="16776.06">22024 5192 2559 0,'-7'-1'0'0,"1"-1"0"0,1-1 0 0,-3 3 0 0,2 0 0 0,1 0 0 0,-1 0 0 0,3 0 0 0,-4 5 0 0,4 6 0 0,-1 2 337 0,2 0-150 16,2 4-76-16,0-2-28 0,0 4 103 0,0-2-75 0,4-1-38 0,6 0 5 16,1-3-42-16,1-2 8 0,4-2-65 15,-1 0 28-15,0-6 1 0,1-2 27 16,2-1 1-16,-4 0-84 0,2 0 37 0,-2-4 24 15,-2-9-1-15,-1 3-71 0,-2-6 43 0,-2 1 4 16,-4 1-5-16,-1-2 11 0,0 0 211 16,-2-2-205-16,0 1 0 0,-4 3 0 0,-4 0 0 15,-3 4 0-15,2-2 0 0,-5 2 0 0,2 5 0 16,3-1 0-16,-5 4 0 0,5-1 0 16,0 1 0-16,-1 2 0 0,6 0 0 0,-1 0-930 15,3 0 408-15,2 0 239 0,0 0-697 0,0 0 471 0</inkml:trace>
  <inkml:trace contextRef="#ctx0" brushRef="#br0" timeOffset="16990.32">22468 4664 3433 0,'2'-7'0'0,"3"4"0"0,2 1 0 0,4-1 0 16,3 3 0-16,1 0 0 0,2 6 0 0,4 11 0 0,-1 6 0 0,3 3 0 0,-2 8 228 0,-1 7 42 0,-5 0-270 0,-7 4 0 15,-5 3 0-15,-3-4 0 0,0 5 0 16,-7-2 0-16,-10 1 0 0,-5 0 0 0,-3-1 0 16,-3-2-103-16,-4 0 72 0,-5-1 29 0,-9 1 0 15,0-6 37-15,-5-3-516 0,-4-3 240 0,-2-5 12 0,-17 4 102 0</inkml:trace>
  <inkml:trace contextRef="#ctx0" brushRef="#br0" timeOffset="17473.28">21045 5425 2253 0,'-2'0'0'0,"1"0"0"0,-1 0 0 0,2 0 0 0,-2 0 0 0,2 0 0 0,-2 0 0 0,2 0 0 0,0 0 0 0,0 0 0 0,0 0 217 0,0 0-91 0,0 0-35 16,0 0-33-16,0 0-45 0,0 2 0 15,2 2 23-15,0-3 0 0,0-1-35 0,-2 3-10 0,0-1 45 0,0-1-13 16,0 1 13 0,0 0 0-16,0 0 10 0,-2 0-10 0,-2-2-44 15,2 2 44-15,1-2-32 0,1 0-70 0,0 0 37 0,0 0 22 16,0 1-217-16,0-1 114 0,1 0 50 16,8 0-116-16,2 0 72 0,-1-1 36 0,1-5 0 0,1 1 45 15,-4 0-41-15,-1 2 19 0,-2-1-8 0,0 1 107 16,-3 1-46-16,0 0 1 0,-1 2 215 15,-1 0-123-15,0 0-70 0,0 0-10 16,0 0 0-16,0 0 226 0,-5 0-117 0,0 0-248 0,2 2 77 16,1 1 44-16,0 3 1 15,0 0 47-15,2-1-908 0,0 3 411 0</inkml:trace>
  <inkml:trace contextRef="#ctx0" brushRef="#br0" timeOffset="34924.96">7609 12218 1443 0,'-9'-6'0'0,"5"5"0"0,3-1 0 0,1 0 0 0,0 0 0 0,0-1 0 0,0 2 0 0,0-4 0 0,7-3 0 0,8-1 0 0,3-1 62 0,-1-1 9 0,6-1-5 0,-3 5-29 15,2 0 0-15,-1-1 1 0,2 2-38 0,0 3 9 16,-3 2 28-16,-1-2-48 0,-3 3 24 0,-4 0 1 16,-1 0-19-16,0 0 51 0,-4 5-32 0,-4 7 18 15,-1 1 45-15,0 2-24 16,-2 4-1-16,0 2-28 0,-4 5 177 0,-5-1-82 0,-3 5-40 16,0-4 51-16,-1-1-46 0,3 0-14 0,-3 5-9 15,7-9 80-15,-3 2-51 0,3-3-27 0,6 0 2 16,0 2 10-16,0-4-38 0,0 0 0 0,6 1-103 15,7-1 51-15,-2 0 36 0,5 2-10 0,-2-4-118 16,1 3 71-16,-1 0 18 16,1-1 23-16,-4 1-75 0,1 2 40 0,-6 3-19 15,1 1 61-15,-4-1-45 0,-1 5 26 0,-2-2 260 16,0 4-124-16,0 1-58 0,-2 1-32 0,-6-3 263 16,1 3-144-16,1 0-158 0,1-1 0 0,-1 3 0 15,3-5 0-15,0 2 0 0,3-1 0 0,0 1 0 16,0 0 0-16,0-2 0 0,6 1 0 15,5-1 0-15,-2 1 0 0,5-1 0 0,-2 1 0 0,-2 0 0 16,2-1 0-16,-3-1 0 16,0 2 0-16,-1 0 0 0,-2 2 0 0,-3-1 0 15,0-1 0-15,0 1 0 0,-3 0 0 0,0-5 0 16,0 4 0-16,0-2 0 0,0 0 0 0,0-4 0 16,-3 0 0-16,-2-3 0 0,2-1 0 0,-3-2 0 15,3 1 0-15,-2-5 0 0,0-1 0 0,3-6 0 16,-2 2 0-16,1-5-511 0,1 0 87 0,0-4 193 15</inkml:trace>
  <inkml:trace contextRef="#ctx0" brushRef="#br0" timeOffset="40698.25">8961 12338 1327 0,'0'-2'0'0,"0"1"0"0,0-2 0 0,0 1 0 0,0 2 0 0,0 0 0 0,0 0 0 0,0 0 0 0,0 0 0 0,0 0 0 0,0 0 76 0,0 0-10 0,0 0 10 0,0 0-40 16,0 0 1-16,-5 0-30 0,-7 10 29 0,-1 5 10 16,-4 3-9-16,-1 2-12 0,-1 1 12 0,-1-1 0 15,-1-1-1-15,3-5-29 0,-2 4 30 0,3-3 0 16,1-5-28-16,0 0 24 15,8-5-12-15,-3 2 57 0,4-4-9 0,1-1-37 16,4 0-1-16,1-2 31 0,-1 0 2 0,2 0-20 16,0 1-2-16,0 7-43 0,0-1-1 0,2 5 39 15,3 3-1-15,1 3 36 0,-1-4-9 0,1 7-27 16,-1 5-24-16,-4-2 0 0,3 5 25 0,-3 0-26 16,1 1-8-16,-2 0 25 0,0-1 4 0,0-2-126 15,0 1 55-15,0-6 31 0,0 1-6 0,0-2-234 16,0-3 125-16,0-4 48 0,0-3 35 0,0-4-187 15,0-4 104-15,0 0 12 16,0-3-284-16,0 0 179 0,0-9 90 0</inkml:trace>
  <inkml:trace contextRef="#ctx0" brushRef="#br0" timeOffset="41047.57">8736 12654 1337 0,'0'-18'0'0,"0"3"0"0,0 5 0 0,0-1 0 0,0 2 0 0,0 0 0 0,8 4 0 0,1-3 0 0,6 4 0 0,2-1 0 0,4 0 137 0,0 4-40 0,7 0 59 16,-4-2-59-16,2 3-30 0,0 0-1 0,1 0-69 16,-1 0 48-16,4 0-8 0,-3 0 0 0,-4 0-58 15,0 0 29-15,-2 4 0 0,-3-3 10 0,0 6 18 0,-6-4 1 16,-1 3 40-16,-2 0-1 0,-4 1-39 16,1 0-13-16,-3 5 120 0,-1-3-54 0,1 5-27 15,-1-1 113-15,-2-1-69 0,0 6-27 16,0-2 36-16,0 3-40 0,2 2 0 15,-1 0-40-15,1 3 10 0,0 2-9 0,0-4-16 16,1 1 15-16,5 3 1 0,-5-6-90 0,4 2 54 0,-2-1-10 16,2-3-163-16,0 1 99 0,-4-2 54 15,0-1-2-15,2-5-234 0,-3 2 125 0,-1-2 30 16,1-1 42-16,-2-4-174 0,0 0 98 0,0-1 39 16,0-1-206-16,-3-1 132 0,-4-1 66 0,-2-2 33 15,0 0 1-15,2 0-124 0,-4-2 82 0,-3-12 38 16,-1-2-271-16,-2-7 154 0,0-2 77 0</inkml:trace>
  <inkml:trace contextRef="#ctx0" brushRef="#br0" timeOffset="41360.15">9011 12758 1185 0,'-7'-3'0'0,"2"1"0"0,3 2 0 15,-2 0 0-15,3 0 0 0,1 0 0 0,0 4 0 0,0 1 0 0,0 3 0 0,0-2 0 0,0 1 114 0,0-2-39 0,0 1 10 0,0 2-117 16,0-4 35-16,0-1-141 15,0-1 173-15,0 1 2 0,0-2 9 0,0-1-10 0,0 0-16 16,0 0 17-16,-1 0-42 0,1-6 0 16,0-5 21-16,0 0 10 0,0-3-38 0,0-1 54 0,5 3-35 0,3 0 9 15,4 3 57-15,-1-1-30 0,3 3 6 16,-1 1 30-16,-1 4-25 0,0-1 0 0,-1 3-13 0,0 0 43 16,-3 0-23-16,0 5 0 0,-5 5-21 0,1 0 12 15,-2 4-6-15,-2 0-10 16,0 1 45-16,-4-1-45 0,-5 1 1 0,-3-1-1 0,1 1-55 15,-2-5 24-15,0 0-1 0,0-2-243 16,1-5 133-16,1 1 64 0,-2-4 29 16,3 0-446-16,-1 0 221 0,2-1 94 0,-1-5-731 15,-1-6 779-15,2 0 33 16</inkml:trace>
  <inkml:trace contextRef="#ctx0" brushRef="#br0" timeOffset="41583.11">8278 12585 2466 0,'-16'0'0'0,"11"0"0"0,1 6 0 0,4 0 0 0,0 0 0 0,0-3 0 0,2 3 0 0,11-2 0 0,2-4 0 0,8 0 0 0,1 0 124 0,1 0-35 0,6 0-8 0,-2 0-83 16,-3 0 0-16,-3-2 39 15,2 0-273-15,-5 1 146 0,-1-4 59 0,-8 4-445 0,2 1 256 0,-5 0 128 16,0 0-533-16,-7 0 272 16,-1 0 163-16</inkml:trace>
  <inkml:trace contextRef="#ctx0" brushRef="#br0" timeOffset="41734.58">8345 12750 2107 0,'-9'5'0'0,"3"5"0"0,1-5 0 0,3 3 0 0,2-3 0 0,0 0 0 0,0 0 0 0,10-2 0 0,2 3 0 0,3-2 0 0,4-1 11 16,-2-1 35-16,2 1-9 0,0-2-341 16,-5 1 170-16,2-1 85 0,-5 4-515 15,0-1 282-15,-5 2 140 0,-4 4 72 16</inkml:trace>
  <inkml:trace contextRef="#ctx0" brushRef="#br0" timeOffset="41901.54">8328 12971 2187 0,'-14'4'0'0,"-2"0"0"0,7-3 0 0,-2 3 0 0,4-3 0 0,2-1 0 0,1 0 0 0,4 0 0 0,0 0 0 0,0 3 0 0,11-3 111 0,3 0-37 0,5 0 146 15,3 0-96-15,3 0-44 0,1 0-186 16,4 0 71-16,0 0 37 0,0-3 8 0,0 2-184 0,2-1 106 16,-2 0 53-16,2 2-534 0,-2 0 291 15,0 0 102-15,2 0 8 0,0 0 66 0</inkml:trace>
  <inkml:trace contextRef="#ctx0" brushRef="#br0" timeOffset="42124.17">9516 12255 2617 0,'-10'-8'0'0,"7"7"0"0,-2 1 0 0,3 0 0 0,1 0 0 0,1 0 0 0,0 8 0 0,0 0 0 0,0 4 0 0,0-2 0 0,0-1 159 16,7 4-60-16,-3-4-23 0,6 4-280 16,-3-3 120-16,1 2-457 0,-4-5 274 0,-1 2 138 0,1-3 71 15,-2 0-431-15,-2-2 226 0,0-4 113 0,0 0-210 16,0 0 162-16,0-4 71 16</inkml:trace>
  <inkml:trace contextRef="#ctx0" brushRef="#br0" timeOffset="42359.81">9493 12080 1760 0,'-4'-21'0'0,"1"3"0"0,1 7 0 0,2 0 0 15,0 2 0-15,0 1 0 0,9 2 0 0,8 1 0 0,4-1 0 0,3 0 0 0,6 3 90 0,0-1-17 0,4 1 12 0,-1 2-24 16,4-1 0-16,-3 2-24 0,-1 0 21 0,-1 0-12 16,-2 0-9-16,-3 0-1 0,-6 0 22 0,0 6-21 0,-3 1 0 0,-4 5 9 0,-4-1 47 15,-2 4-27-15,-3 0-1 0,-3 0 54 16,0 3-42-16,-2 2 11 0,0 0-18 15,0 1-33-15,0-1 0 0,0 1-126 0,0 0 63 16,0 0 41-16,0-3-9 0,0-1 31 0,0 0-461 16,0 0 221-16,0-2 87 0,0-4 64 0,0 0-573 15,-2-3 294-15,0-1 147 0,-3-1-286 16,-3-2 217-16</inkml:trace>
  <inkml:trace contextRef="#ctx0" brushRef="#br0" timeOffset="42529.27">9643 12169 2016 0,'-16'-5'0'16,"4"2"0"-16,1 2 0 0,4-1 0 0,2 2 0 0,1 0 0 0,4 0 0 0,0 0 0 0,4-2 0 0,13 0 0 0,6 1 145 0,-3-2-54 0,3 1-27 0,2 0-104 0,-1-1 33 0,-2 1 0 16,1 0 44-16,-2-1-433 15,-5 2 216-15,-2 1 118 0,-3 0-515 0,-4 0 279 0,-4 0 139 0,-3 9 20 0</inkml:trace>
  <inkml:trace contextRef="#ctx0" brushRef="#br0" timeOffset="42684.68">9684 12240 1686 0,'-13'6'0'0,"4"-3"0"16,-1 3 0-16,5-2 0 0,1-1 0 0,1-3 0 0,3 3 0 0,0-2 0 0,1 2 0 0,10-1 0 0,5-2 99 0,3 1-32 0,-1-1 10 0,5 0-40 0,1 0-39 15,-3 0 39-15,1 0-198 0,1-1 100 0,-3-4 57 16,-1 1 17-16,-1 1-1 15,-4-1-373-15,-5 3 195 0,1-1 45 0,-6 2-396 0</inkml:trace>
  <inkml:trace contextRef="#ctx0" brushRef="#br0" timeOffset="42920.92">9328 12492 2038 0,'-25'9'0'0,"4"2"0"0,5-1 0 0,9-3 0 0,0-3 0 0,7 2 0 0,2-2 0 0,17-3 0 0,11 2 0 0,11-3 0 0,4 0 186 0,4 0-75 16,4-3-37-16,5-8 10 0,8-2 26 0,-13 2-36 0,5-2 0 15,-3 2-108-15,-1-1 35 0,-11 5 10 16,9-2-183-16,-15 3 104 0,-2 2 53 16,-5 0-139-16,-5 2 95 0,-5 0 21 0,-5 2 29 15,-5 0-58-15,-3 0-372 0,-4 0 180 0,-1 0 111 0,-2 0-233 16,0 4 176-16,-11 4 84 0,-5 0-194 15</inkml:trace>
  <inkml:trace contextRef="#ctx0" brushRef="#br0" timeOffset="43272.39">9670 12601 1550 0,'-16'10'0'0,"5"0"0"0,4 1 0 0,1-3 0 0,5 2 0 0,-1 1 0 0,2 0 0 0,0 2 0 0,0 2 0 0,5-1 0 0,3 1 22 0,-1-1 24 0,0-2-9 16,0 0 0-16,0 0-1 0,-4-3-295 15,3 1 148-15,-3-2 83 0,-1 0 27 16,0-5-391-16,1 1 201 0,-3-2-71 0,0-2 80 16,0 0 48-16,0-5 54 0,0-5 17 0,-3-2 38 15,1-2 25-15,-1-2 0 0,-1 1 0 16,0-2 0-16,3 2 0 0,-1 0 224 0,2 1-148 0,0 1-57 16,0 1-34-16,0-2 387 0,3 2-157 0,10 2-99 15,3-1 94-15,0 4-86 0,3-1-34 16,6 2-10-16,-1 2 76 0,0 2-59 0,1 1-30 15,-4 1 0-15,5 0 9 0,-3 1-9 0,-3 8-30 16,1-3-46-16,-5 6 22 0,2-2 1 0,-6-2-55 16,-2 4 33-16,-2-1 1 0,-3 1 44 15,-1-1-160-15,-2 0 76 0,-2-2 28 0,0 4-5 16,0 1-91-16,-6-3 60 0,1 0 5 0,-4-1-324 16,0-4 148-16,-3 5 100 0,-1-6 41 15,-1 0-288-15,-2 0 168 0</inkml:trace>
  <inkml:trace contextRef="#ctx0" brushRef="#br0" timeOffset="43415.64">9737 12762 1696 0,'-7'0'0'0,"3"0"0"0,0 0 0 0,4 0 0 0,0 0 0 0,0 0 0 0,0 0 0 0,0 0 0 0,8 0 0 0,6 0 0 0,5 0 81 0,-1-1-32 0,2-2-12 16,-1 2 9-16,2-1-9 0,-1 0 0 0,-1 0-345 15,-1 1 172-15,0 1 96 0,-7 0-236 16,0 0 149-16,-3 0 75 0</inkml:trace>
  <inkml:trace contextRef="#ctx0" brushRef="#br0" timeOffset="43574.1">9763 12848 1328 0,'-7'3'0'0,"4"0"0"0,2 0 0 0,-2-3 0 0,3 0 0 0,0 1 0 0,0-1 0 0,4 1 0 0,6 2 0 0,6-3 0 0,-1 0 8 0,2 0 29 0,-1 0-287 16,2 0 143-16,-2 0 73 0,-1 0 35 15,-4 0-385-15,-2 0 191 0,0 0 95 0,-7 0 47 16,-2 0-91-16</inkml:trace>
  <inkml:trace contextRef="#ctx0" brushRef="#br0" timeOffset="43725.52">9803 12924 1215 0,'-15'6'0'0,"0"-2"0"0,0 2 0 0,-1 1 0 0,6-1 0 0,0-1 0 0,0 1 0 0,5-5 0 0,2 1 0 0,3 0 0 0,0 0 112 0,0 0-42 16,5 0-3-16,8 0-30 0,2-2 0 0,4 0-40 15,-1 0 9-15,3 0 31 0,1 0 0 0,-3 0 0 0,2 0-216 16,-2 0 108-16,-1 0-310 16,0-2 175-16,-3 0 104 0,0 0 7 0,-6-2-216 0,0 1 139 15</inkml:trace>
  <inkml:trace contextRef="#ctx0" brushRef="#br0" timeOffset="43995.3">9900 12751 1153 0,'-5'-1'0'0,"4"1"0"0,-4 0 0 0,3 0 0 0,1 3 0 0,1 10 0 0,0 3 0 0,0-2 0 0,0 5 0 0,0-1 0 0,0 3 46 0,0 0-9 0,0 0-46 16,0-3 0-16,0 0-81 0,-2-3 63 16,-4 2 42-16,-4-2-10 0,-1-1 32 0,1-2 0 0,-4-1 23 15,3-3 1-15,0-2 118 0,1 0-77 0,1-2-43 0,1 1 1 16,3-4 14-16,-1 1 1 15,4 0-22-15,2-1-17 0,0 2 139 0,0 0-69 0,5 2-43 16,7-1 1-16,3 2-18 16,2-1-9-16,4 0 0 0,2-2-147 0,2 2 74 0,0-4 36 15,-2-1-400-15,9 0 192 0,-4 0 111 16,0 0-506-16,1-1 276 0,6-9 145 0</inkml:trace>
  <inkml:trace contextRef="#ctx0" brushRef="#br0" timeOffset="44194.94">10365 12417 2503 0,'0'-8'-3'0,"0"7"3"0,0 1-1 0,0-3 1 0,7 2-1 0,6-1 1 0,4 0 0 0,3 0 0 0,3 0 0 0,2 0 0 0,7-1 99 0,1 1-36 0,3-2 0 16,1-2-231-16,2 0 102 0,-6 1 52 0,1-1-153 15,-4 1 97-15,-2-1 54 0,-9 3 25 0,0 1-579 16,-7-1 280-16,0 3 138 0</inkml:trace>
  <inkml:trace contextRef="#ctx0" brushRef="#br0" timeOffset="44385.98">10629 12205 2026 0,'-11'-3'0'0,"1"3"0"0,3 0 0 0,2 0 0 0,-1 3 0 0,2 6 0 0,4 4 0 0,0 2 0 0,0 0 0 0,0 5 0 0,0 0 215 0,2 0-89 0,0 1-44 16,2 2-1-16,-1-1-212 0,1 0 92 0,0 0 34 15,-3-2-170-15,1-3 105 0,1 1 54 16,-1-6-449-16,0-2 250 0,-1-2 54 0,1-2 82 0,2-4-423 16,0-2 232-16</inkml:trace>
  <inkml:trace contextRef="#ctx0" brushRef="#br0" timeOffset="44668.13">10744 12128 1779 0,'2'-4'0'0,"0"2"0"0,0 2 0 0,-1 0 0 0,-1 7 0 0,0 7 0 0,0 4 0 0,0 7 0 0,0-2 0 0,-5 8 0 0,-1 0-1 0,-4 1-1 0,1 0 39 0,-2 1-104 0,-1-1 61 15,-2-2 16-15,-3 0-187 0,-2-3 104 0,-2-2 54 16,0 0 26-16,1-7-76 15,-2 2 41-15,2-7-1 0,4-1-5 0,0-3 187 16,6-4-100-16,-1-1-34 0,4-1-28 0,4-3 367 16,3 0-162-16,0 0-90 0,0 0 114 0,12 0-83 15,8 0-55-15,4 0-22 0,4-5 16 16,3-5 0-16,2 1-39 0,1 2 9 0,1-3-59 0,-1 3 25 16,3 1-214-16,-5 3 120 0,-6-1 68 15,-1 3 20-15,-2 1-552 0,-4 0 247 0,-4 0 144 0,-3 6 24 16,-7 8 45-16,-5-2-505 0</inkml:trace>
  <inkml:trace contextRef="#ctx0" brushRef="#br0" timeOffset="44830.56">10534 12800 1859 0,'-11'8'0'0,"2"-1"0"15,4 2 0-15,-1 0 0 0,3 1 0 0,-1-2 0 0,4 0 0 0,0 2 0 0,0-2 0 0,0 4 0 0,0-5 79 0,2 1-184 0,3-3 72 0,4 0-547 16,0-1 292-16,0-3 145 16</inkml:trace>
  <inkml:trace contextRef="#ctx0" brushRef="#br0" timeOffset="44962.92">10714 12787 1704 0,'5'6'0'0,"1"4"0"0,-1-2 0 16,0-1 0-16,-1 4 0 0,-1-2 0 0,3 0 0 0,-1 1 0 0,1 0 0 0,0-2 0 0,0 4 46 0,-3-4-10 0,3 1-335 16,-1-4 167-16,1 0 83 0,0-3 42 0,-1-2-588 0</inkml:trace>
  <inkml:trace contextRef="#ctx0" brushRef="#br0" timeOffset="45508.41">11097 12211 1772 0,'10'-14'0'0,"4"7"0"0,7 1 0 0,2-3 0 0,-1-2 0 16,1 0 0-16,-2 1 0 0,1 2 0 0,-3-1 0 0,4 1 0 0,-3 4 37 0,-3-3 0 0,-8 5-25 0,1 1 9 0,-5 1 15 15,-3 0-42-15,-2 11 42 0,-2 9 0 0,-13 5 1 0,-3 5 150 16,-7 7-80-1,2 1 157-15,1 3-114 0,0 1-56 0,1-3-29 0,3 1 9 0,2 8 30 16,5-7-34-16,3-4 0 0,2 0-33 0,5-1 0 16,1-5-35-16,0-1-10 15,0-2-237-15,0-6 141 0,0 2 70 0,1-6 35 16,1-4-469-16,0-4 234 0,0-2 68 0,0-4-192 0,-2-2 161 0,0-2 80 16,0 0 31-16,-6-8 9 15,-1-7 14-15,0-1 0 0,-2-7 81 0,2 0-28 16,2 1-9-16,1-10-17 0,0 0-1 15,4-2 131-15,0 1-66 0,0-3 96 0,8 3-86 0,6 5-32 0,5-3 24 16,4 4-26 0,5 5 252-16,3-1-123 0,2 5-25 15,6-1 127-15,-5 7-99 0,10-1-50 0,-10 8-24 16,5 1 105-16,-2 2-56 0,-3 2-42 0,0 0 0 0,-4 4 8 16,-4 9 0-16,-3 2 32 0,-4 0-27 0,1 10-8 15,-4-1-38-15,-5 3 1 16,-2 3 59-16,-3 1-32 0,-2 3-50 0,-2 1-10 0,-1-3 29 15,1 3 1-15,-2-2 0 0,0-1-240 0,0-4 129 16,0 4 52-16,0-4 17 16,0-4-433-16,0-3 198 0,0-2-132 0,0-3 161 0,0-3 89 15,-3-2 44-15,-5-4-390 16,-4-2 218 0,3-5 99-16,-6 0 64 0</inkml:trace>
  <inkml:trace contextRef="#ctx0" brushRef="#br0" timeOffset="45658.15">11339 12379 2422 0,'-9'0'0'0,"4"4"0"0,1 7 0 0,-1 6 0 16,2 2 0-16,-1 8 0 0,4-1 0 0,-2 1 0 0,2 3 0 0,0 1 0 0,0 1 61 0,0-2 0 16,0-2-25-16,0-2-185 0,0-5 92 0,2 1 56 0,0-5 14 0,3-3-580 15,0-5 291-15,-1-1 146 0,-1-4-471 16,3-4 273-16</inkml:trace>
  <inkml:trace contextRef="#ctx0" brushRef="#br0" timeOffset="46165.85">11490 12340 2576 0,'1'-2'0'0,"5"2"0"0,-3 5 0 0,-1 11 0 0,1 4 0 0,-1 10 0 0,-2-1 0 0,2 2 0 0,-2 1 0 0,2 2 0 16,-1-2 127-16,1-2-49 0,2-1-1 0,-1-9-115 15,1 5 38-15,0-6-372 0,-2-3 214 0,-1-5 92 0,-1 1 51 16,0-4 26-16,0-2-477 0,-1-2 238 16,-7-4 122-16,-4 0-315 0,0 0 193 0,-1-1 96 15,0-8 43-15,-2-1 26 0,2-5-8 16,-1 0 35-16,1-2 72 0,2-2-36 0,3 2 0 0,1 1 0 16,3 2-13-16,4 5-1 0,0 0-22 15,0 1 214-15,0 2-106 0,0 3-18 0,4 1-34 16,3 0 222-16,2 2-115 0,1 0-24 0,-2 0 28 15,1 4-36-15,-1 2-34 0,-2 2 0 0,-1 2-9 16,-3-1-16 0,0 5 0-16,-2-5 10 0,0 4-43 0,0-2 33 0,-2 1 0 15,-2-1-27-15,-1-3 27 0,1 2 9 0,-1-4-56 16,2 0 23-16,1 1-1 0,2-1-39 0,0 1 27 16,0-2 0-16,0 4 25 0,2-2-13 0,1 1-8 15,6 1 11-15,-4 0 3 0,1 0-4 0,-3 5-29 16,-1-2-4-16,-2 1 33 15,0-2-33-15,0 2 31 0,-9-2-3 0,-5-1 79 0,0 1-37 0,-1-4 0 16,-2-1 66-16,1-1-47 16,0-2-15-16,2-3-6 0,3 0-16 0,0 0 22 0,4 0 8 15,-1 0-30-15,4 0 25 0,2 0-45 16,2 0 25-16,0-3-106 0,0 2 54 16,8-1 24-16,7 0 11 0,2 1-91 0,5-2 43 0,3 1 27 15,1 1-1-15,6-1-1 0,0 2-426 0,4-3 184 16,-1 2 112-16,3 0-443 0</inkml:trace>
  <inkml:trace contextRef="#ctx0" brushRef="#br0" timeOffset="46652.28">12446 12169 2225 0,'-11'-8'0'0,"5"8"0"0,3 0 0 0,3 0 0 0,0 0 0 0,0 0 0 0,0 0 0 0,0 0 0 0,5 3 0 0,4 0 0 0,4 1 64 0,2 2 9 16,2-1-335-16,2 3 150 0,0-1 74 0,-1 3 38 15,1 1-298-15,-2 0 170 0,-2 4 74 0</inkml:trace>
  <inkml:trace contextRef="#ctx0" brushRef="#br0" timeOffset="46789.62">12449 12490 782 0,'-2'0'0'0,"2"0"0"0,0 0 0 0,0 0 0 0,2 0 0 0,4 2 0 0,4 2 0 0,1 1 0 0,4 1 0 16,-2 2 0-16,4 1-151 0,-2 2 71 0</inkml:trace>
  <inkml:trace contextRef="#ctx0" brushRef="#br0" timeOffset="47318.35">12500 12887 1516 0,'-14'20'0'0,"5"-3"0"0,2-8 0 0,2 1 0 0,1-8 0 0,2 0 0 0,2-2 0 0,0-2 0 0,4-11 0 0,10-10 0 0,9-4 65 15,-2-2 10-15,9-10-38 0,-1-2-99 0,1-2 49 16,3-2 25-16,-4 0-255 0,1 1 150 0,-3-4 60 15,-4 1 35-15,-2 0-266 0,-5 1 138 0,0 3 4 16,-7 10 55-16,0 1-44 0,-6 10 37 0,0 1 0 16,-3 10 359-16,0 0-165 0,0 3-88 0,0 5-26 15,-6 1 489-15,0 2-221 0,-3 0-129 0,0 2 97 16,3 6-93-16,-2 4-60 0,3-1-26 16,0 5 30-16,3-3-28 0,-2 4 0 15,4-3-19-15,0 1-101 0,0-2 47 0,0 1-1 16,0-1 46-16,0-5-264 0,2 1 141 0,0-2 58 15,1-1-308-15,-1-4 135 0,0 0 98 0,0-2-109 16,0 0 73-16,-2 0 56 0,0-2-1 0,0-9 77 16,0-4-30-16,0-4 0 0,0-2-10 0,0-7 131 15,0 0-60-15,0 0-31 0,0-2 201 0,0 4-121 16,0-6-19-16,0 3-38 0,3 5 284 0,7 3-143 16,1 0-34-16,0 2 129 15,8 1-111-15,-1 3-53 0,5 2-25 0,2 2 24 16,3 1-25-16,2 5 9 0,4-1-33 0,1 2-9 15,-1 2 8-15,4 0 0 0,-4 2 1 0,0 0-56 16,-2 0 23-16,-4 4 0 0,-6 2 2 0,-1 3 30 16,-2 1 0-16,-6-1 91 0,-2 3-52 0,-3 0 0 15,-4 2-58-15,-3 3 147 0,1-1-64 0,-2 5-22 16,0 1-10-16,0 3 17 0,-7-2-24 0,1 1 0 16,2-3-92-16,0 3 43 0,1-2-9 15,-1 1 33-15,4 0-384 0,-2-5 192 16,2 1 78-16,0-2-572 0,0-2 288 0,0 0 164 15,0-6 64-15,0 1-399 0,0-5 248 0,0 3 114 16,-3-4 71-16</inkml:trace>
  <inkml:trace contextRef="#ctx0" brushRef="#br0" timeOffset="47487.66">12975 12272 1984 0,'-24'-7'0'0,"0"1"0"0,1 2 0 0,2 1 0 0,6 0 0 0,6 1 0 0,3 1 0 0,2 1 0 0,2 0 0 0,2 0 0 0,2-2 126 0,14 0-45 0,6 0-8 16,8-3-10-16,2-1-26 0,2-1 0 0,2 1-228 16,-1-1 115-16,-3 0 65 0,0 2 20 0,-4 4-463 15,-7-2 246-15,-1 3 72 0,-2 0-464 0,-9 4 267 16</inkml:trace>
  <inkml:trace contextRef="#ctx0" brushRef="#br0" timeOffset="47652.6">13077 12408 1457 0,'-21'6'0'0,"4"-1"0"0,2 0 0 0,6 0 0 0,-3-4 0 0,5 1 0 0,2-2 0 0,3 0 0 0,0 0 0 0,2 0 0 0,0 0 197 0,2 0-80 0,7 0-40 15,4-2-1-15,2-1-113 16,0-5 45-16,2 0-8 0,-3 2 37 0,0 1-275 0,-5 1 137 0,3 2 69 16,-5-1-379-16,-1 1 168 15,-4 2 123-15,0 0 3 0,-2 0-236 0</inkml:trace>
  <inkml:trace contextRef="#ctx0" brushRef="#br0" timeOffset="47860.66">12930 12500 913 0,'-9'15'0'0,"1"2"0"0,3 4 0 0,-5 5 0 0,5-2 0 0,-3 1 0 0,0 2 0 0,3 0 0 0,3-3 0 0,-1 0 0 0,3-1 61 0,0-3 138 0,0-2-81 0,0-3-40 16,0-6 82-16,1 0-67 0,3-3-27 0,3-3-1 15,1-1 25-15,2-2-26 0,1 0 9 0,2-2-90 16,0-10 27-16,4-6 0 0,0 0 27 0,0-2-141 16,-1 2 80-16,2-7 26 0,-2 5 0 0,0 0-439 15,-5 4 184-15,-2-2 125 0,-3 2-391 16</inkml:trace>
  <inkml:trace contextRef="#ctx0" brushRef="#br0" timeOffset="47980.64">12991 12562 1052 0,'-11'3'0'0,"4"1"0"0,2 0 0 0,1-2 0 16,2 0 0-16,2 0 0 0,0-2 0 0,0 1 0 0,0-1 0 0,9 0 0 0,3 0 72 0,1 0-10 0,2 0-208 0,2 0 91 0,0-1 46 15,1-5 0-15,0-2-382 0</inkml:trace>
  <inkml:trace contextRef="#ctx0" brushRef="#br0" timeOffset="48293.44">13163 12423 1652 0,'-4'-2'0'0,"0"2"0"0,1 0 0 0,-1 0 0 0,-1 0 0 0,3 11 0 0,0 4 0 0,2 4 0 0,0 5 0 0,0 2 0 0,0 2 146 0,0 5-45 0,4-1-37 0,3-1 69 16,-2 1-47-16,5-2-25 0,-2-2 0 16,1-5-76-16,0 0 22 0,5-5 0 15,-3-1 29-15,-1-4-146 0,4-2 73 0,-7-5 46 16,5 0-168-16,-4-5 71 0,1-1 56 0,0 0-10 15,-3 0-68-15,3-5 15 0,-3-6 43 0,-1-4-87 16,-1 0 54-16,-2-4 9 0,0 1 1 0,0-1 88 16,-2 0-20-16,0-2 0 0,0 5-30 0,-2-2 126 15,-6 5-60-15,-1 0-28 0,-2 3 174 0,-2 6-84 16,0 1-50-16,-5 2 70 0,2 1-51 0,-1 0-10 16,-2 4-3-16,2 4-65 15,2 3-1-15,0 0 65 0,1 1-21 0,5-2-380 16,2-1 179-16,2-1 82 0,5-5 48 0</inkml:trace>
  <inkml:trace contextRef="#ctx0" brushRef="#br0" timeOffset="48625.35">13805 11894 2007 0,'0'-1'-1'0,"0"-1"0"0,-5 2 0 0,-6 0 1 0,-5 7-2 0,0 9 0 0,-9 3 2 0,1 9 0 0,-8 4 0 0,2 1 0 0,0 5 70 0,0-1 0 0,0 1 28 0,3-6-21 16,-3 8-9-16,10-12-224 0,1-2 97 0,6-5 48 0,3-4-447 15,6-8 244-15,4-2 114 0,0-3 59 0,2-4-480 16,12-2 228-16,2-16 127 16,2 1 56-16,2-4-36 0,-5 5 73 0,0 0 38 15,0 5 35-15,-4 0 0 0,-1 5 0 0,1 0 0 16,-2 3 217-16,1 0-147 0,-1 3-53 0,0 0 398 15,5 0-190-15,-3 0-118 0,4 6 13 0,-2 2 319 16,2 1-201-16,-1-1-100 0,0 1-41 16,0 2 5-16,-1-1-32 0,2-2 0 0,-2 2-33 0,0-2-295 15,2-1 156-15,-4-1 65 16,3 1-199-16,-3-3 135 0,-2-2 69 0,1 2 35 16,-5-2-624-16</inkml:trace>
  <inkml:trace contextRef="#ctx0" brushRef="#br0" timeOffset="48780.54">13607 12385 1213 0,'-8'0'0'0,"4"2"0"0,2-2 0 0,2 0 0 0,0 0 0 0,0 0 0 0,2 0 0 0,10 0 0 0,2 0 0 0,3 0 0 0,0 0 36 0,2-2-199 15,-2-1 98-15,0-1 50 0,0 2-204 0,-4 2 113 0,-4 0 58 0</inkml:trace>
  <inkml:trace contextRef="#ctx0" brushRef="#br0" timeOffset="49026.21">13665 12582 1191 0,'-8'8'0'0,"4"-1"0"0,-1 1 0 0,1-1 0 0,0-1 0 0,4-3 0 15,0 2 0-15,0-2 0 0,0 3 0 0,0-2 0 0,2-3 37 0,2 3 9 0,5-4-214 0,-1 0 96 0,1 0 48 0,-2 0-40 16,-1 0 38-16,0 0 4 16,-4 0 35-16,0 0 16 0,0 0-22 0,0 0-1 15,-2 0 1-15,0 0 160 0,0 0-96 0,-8 0-34 0,0 0 108 0,-3 6-63 16,0-2-12-16,1-1 7 0,-3 2-170 0,6-2 63 16,-3-2 43-16,3 2-366 15,3-3 181-15,1 0 95 0,3 0 28 0</inkml:trace>
  <inkml:trace contextRef="#ctx0" brushRef="#br0" timeOffset="49175.87">14239 11893 2095 0,'19'-17'0'0,"-8"8"0"0,1 3 0 0,-7 2 0 0,-3 2 0 0,-2 0 0 0,0 2 0 0,-7 0 0 0,-9 6 0 0,-4 13 0 16,-1 1 86-16,-1 7-24 0,-7 5-488 0,3 2 232 0,4 0 124 15</inkml:trace>
  <inkml:trace contextRef="#ctx0" brushRef="#br0" timeOffset="49352.25">13757 12485 1972 0,'2'0'0'0,"11"0"0"0,2 0 0 0,3-2 0 0,5-8 0 0,3 3 0 0,6-2 0 0,8-5 0 0,-1 3 0 0,-1 2 0 0,8-3 342 15,-2 3-152-15,-3 1-77 0,0 1-38 0,-5 5-173 16,-2 0 76-16,-2 1 25 0,-8 1 0 0,-3 0-498 16,-2 0 265-16,-6 0 134 0,-4 3 75 0,-3 3-623 15,-4 1 312-15</inkml:trace>
  <inkml:trace contextRef="#ctx0" brushRef="#br0" timeOffset="49557.03">14110 12278 2197 0,'-6'-1'0'0,"1"1"0"0,1 0 0 16,2 0 0-16,0 13 0 0,2 3 0 0,0 6 0 0,0 5 0 0,0 1 0 0,0 4 0 0,2 3 90 0,4-2 240 0,-3-1-147 0,3 1-73 0,-3-1-28 0,1-1-72 16,0-3 0-16,-1-1 26 0,-2-2-361 0,1-2 181 15,-2-1 99-15,0-1 37 0,0-5-410 0,0-1 191 16,0-3 123-16,0-4-298 0,0-2 168 0,-2-6 103 15,1 0 47-15,-4-3-307 0</inkml:trace>
  <inkml:trace contextRef="#ctx0" brushRef="#br0" timeOffset="49690.39">14055 12554 1724 0,'-11'-1'0'0,"0"1"0"0,-4 0 0 0,0 2 0 0,-2 8 0 0,-3 2 0 16,6 1 0-16,-1-2 0 0,0 2 0 0,4-1 0 0,-1 1 116 0,3-2-41 0,4-2-19 0,3-2-20 0,2-1-494 15,0-1 247-15,2-4 123 16,8-1 63-16</inkml:trace>
  <inkml:trace contextRef="#ctx0" brushRef="#br0" timeOffset="49829.77">14173 12505 1908 0,'10'0'0'0,"1"2"0"15,-2 3 0-15,-1 3 0 0,0 0 0 0,-1 1 0 0,2 1 0 0,1 2 0 0,0-4 0 0,-3 0 0 0,4 2 80 0,-1 1-25 0,-3-4-19 0,0 1 1 0,5-1-293 0,-4-4 155 16,1 2 64-16,-2-3 36 0,1-2-595 0,1 0 294 16</inkml:trace>
  <inkml:trace contextRef="#ctx0" brushRef="#br0" timeOffset="50240.61">14421 12227 1343 0,'0'0'0'0,"-2"0"0"0,2 8 0 0,-1-1 0 0,1 3 0 15,0-3 0-15,0 0 0 0,0 1 0 0,0 0 0 0,0 0 0 0,0-4 36 0,0 2-123 0,0-3 61 0,0-3 31 16,0 1 1-16,0-1-150 0,0 0 79 0,-2 0 41 16,-2-1 0-16,-1-8-20 0,1-1 25 0,0 0 2 15,2-3 23-15,0 1 20 0,2 2-1 0,0-3-74 16,0-1 145-16,8 3-50 0,7 0-25 0,2 0 48 15,-1 1-32-15,5 2 3 16,2 1 3-16,-1 3 14 0,1 2 0 0,-2 0-17 0,-3 2-15 16,1 0 43-16,-3 0 7 0,-5 8-34 0,-2 2-9 15,-2 1-17-15,-2 2 18 0,-4 1 0 0,-1 4-29 16,0-3-8-16,-13 2 34 0,-4 2 42 0,-2-4-1 16,0 0-41-16,1-4 9 0,-3 0 52 15,-2-2-28-15,3-1 2 0,1 0-31 16,4-3 134-16,3-3-56 0,3 2-43 15,2-4 120-15,3 2-76 0,3-2-39 0,1 0 1 0,0 0-91 16,1 0 22-16,8 0 0 0,6 0 30 0,2 0-229 16,3 0 115-16,-2 0 66 0,-1 0-217 0,1 0 100 15,0 0 74-15,-4-2-16 16,2 0-555-16,-7 2 286 0,-2 0 156 0</inkml:trace>
  <inkml:trace contextRef="#ctx0" brushRef="#br0" timeOffset="50391.01">14483 12510 1787 0,'-7'12'0'0,"2"3"0"0,-1 1 0 0,1-2 0 0,-4 3 0 0,4 0 0 0,1 0 0 16,2 1 0-16,-1 0 0 0,-1-1 0 0,2-1 128 0,-2-1-131 0,2 0-1 0,0-5 41 0,2-1-1 16,-2-2-475-16,2 0 247 0,0-6 110 0</inkml:trace>
  <inkml:trace contextRef="#ctx0" brushRef="#br0" timeOffset="50552.97">14818 12582 2676 0,'2'6'0'0,"3"7"0"0,5 2 0 0,-1-2 0 0,-2 0 0 0,-1 0 0 16,2 3 0-16,-2-3 0 0,1 0 0 0,-2-2 0 0,4 2 103 0,-2 0-188 0,0-4 56 0,-1-1 32 0,4 2 1 0,-1-6-752 15,2-4 380-15</inkml:trace>
  <inkml:trace contextRef="#ctx0" brushRef="#br0" timeOffset="50716.42">15359 12706 358 0,'-4'0'0'0,"0"0"733"0,4 0-368 0,-2 0-183 0,-3 0-452 0,-3-2 118 0,1 0 57 0,-3-6 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09:26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5992 6205 1879 0,'-14'-2'0'0,"2"-1"0"0,2 3 0 0,0 0 0 0,0 0 0 0,0-1 0 0,3 1 0 0,-1 0 0 0,3 0 0 0,3 0 0 0,0-2 190 0,1 2-73 0,1 0-38 0,0 0 149 16,0 0-98-16,0 0 54 0,0 0-71 16,0 0-35-16,1 0 11 0,6 0 147 0,3 0-97 0,2 2-48 15,-2 2 0-15,3 2 137 0,4-1-169 16,-4-1-59-16,4-1 0 0,2 3 0 15,0-2 0-15,3 0 0 0,1-1 0 0,1 1 0 16,1 0 0-16,3 0 0 0,0-2 0 0,4 3 0 16,3-3 0-16,-2 2 0 0,2 0 0 0,2-1 0 15,1 1 0-15,0 1 0 0,1 0 0 0,7-1 0 16,-2 0 0-16,2-3 0 16,1 3 0-16,0-2 0 0,-6-2 0 0,10 1 0 0,-8-1 0 15,1 0 0-15,-9 2 0 0,2-2 0 0,0 0 0 16,-6 0 0-16,-3 0 0 0,-4 0 0 0,-5 0 0 15,-2 0 0-15,-4 0 0 0,-2 0 0 16,-3 2 0-16,-2-2 0 0,-5 2 0 0,1-2 0 16,0 0 0-16,1 0 0 0,-3 0 0 0,0 0 0 15,0 0 0-15,0 0 0 0,0 0 0 16,0 0 0-16,0 0 0 0,0 0 0 0,0 0 0 16,0 0 0-16,0 0 0 0,0 0 0 0,0 0 0 15,0 0 0-15,0 0 0 0,0 0 0 16,0 0-11-16,0 0-234 0,0 0 101 0,0 0-979 0,2 0 541 15,10 0 269-15</inkml:trace>
  <inkml:trace contextRef="#ctx0" brushRef="#br0" timeOffset="678.19">7690 6205 2161 0,'-10'0'0'0,"3"0"0"0,1 0 0 15,1 0 0-15,-2 0 0 0,0 0 0 0,2 0 0 0,-1 0 0 0,4 0 0 0,-1 0 0 0,-1 0 143 0,4 0-50 0,-2 0 237 0,2 0-143 0,0 0-61 0,0 0-47 0,0 0 148 16,0 0-92-16,0 0-46 0,0 0 0 0,0 0 17 15,0 0-11-15,0 2-51 0,2 0-17 0,2 0-27 16,1-1 0-16,3 3 0 0,2-2 0 16,1 1 0-16,0-1 0 0,2 1 0 0,2-2 0 0,2 1 0 15,3-2 0-15,1 2 0 16,6 0 0-16,-1-2 0 0,1 0 0 0,-3 0 0 0,6 0 0 16,-1 0 0-16,1 0 0 0,2 0 0 15,5 0 0-15,-4 0 0 0,3 2 0 0,-1-1 0 0,3-1 0 16,0 2 0-16,-1 1 0 0,-1 0 0 15,-1-1 0-15,-3 2 0 0,4-2 0 0,-2-1 0 0,-4 2 0 16,0-2 0-16,-2 1 0 16,-5 0 0-16,0 0 0 0,-3 0 0 0,-3-2 0 0,-2 2 0 15,-4-2 0-15,0 1 0 16,-2-1 0-16,-3 2 0 0,2-2 0 0,-2 0 0 16,-3 0 0-16,1 0 0 0,0 0 0 0,-3 0 0 15,1 0 0-15,3 0 0 0,-3 0 0 0,-1 0 0 16,1 0 0-16,-2 0 0 0,2 0 0 0,-2 0 0 15,0 0 0-15,0 0 0 0,0 0 0 0,0 0 0 16,0 0 0-16,0 0 0 0,0 0 0 0,0 0 0 16,0 0 0-16,0-2 0 15,0-1 0-15,0-1 0 0,0-1 0 0</inkml:trace>
  <inkml:trace contextRef="#ctx0" brushRef="#br0" timeOffset="10685.22">5770 7288 2647 0,'-2'0'0'0,"0"0"0"0,2 0 0 0,-1 0 0 0,1 0 0 0,0 0 0 0,0 0 0 0,0 0 0 0,0 0 0 0,0 0 0 0,0 0 156 0,8 0-60 16,7-2 604-16,3 1-657 16,1-3-5-16,3 1 9 0,5-1 157 15,-2 1-204-15,0 0 0 0,0 0 0 0,2 2 0 0,-5 1 0 16,2 0 0-16,0-1 0 0,-3 1 0 0,1 0 0 0,-5 0 0 15,1 0 0-15,-4 0 0 0,0 0 0 0,-5 0 0 16,3 0 0-16,-6 0-32 0,1 0-71 16,-4 0 11-16,1 0 50 0,-1 0-740 0,-1 0 372 0,3-3 186 0,-4 3 84 15,5-4-606-15</inkml:trace>
  <inkml:trace contextRef="#ctx0" brushRef="#br0" timeOffset="10863.73">6304 6943 2982 0,'0'-2'0'0,"0"0"0"0,0-1 0 0,0 3 0 16,0 0 0-16,0 0 0 0,0 0 0 0,0 0 0 0,0 0 0 0,0 0 0 0,2 0 224 0,3 3-93 0,3 3-47 16,-1 1 9-16,6 1-436 0,-5 0 191 0,1 3 94 0,1-2 48 15,0 4-646-15,-4 2 356 0,0 2 164 0,0 6-624 16,-4-1 339-16</inkml:trace>
  <inkml:trace contextRef="#ctx0" brushRef="#br0" timeOffset="11293.44">6264 7436 1594 0,'-11'21'0'0,"2"0"0"0,-1 0 0 0,4-5 0 0,1 0 0 0,3-7 0 0,-2-2 0 0,4 2 0 0,0-7 0 0,0 2 0 0,0-2 171 15,2-2-67-15,7 0-24 0,5 0-9 0,1-6 70 16,4-9-52-16,1-1-26 0,3-7-159 0,-1-1 76 0,3-2 24 15,3-8 0-15,-2 2-222 0,-2-2 127 16,3-2 64-16,-4 3-343 0,7-11 153 0,-2 0 106 16,2-12-7-16,0 4-116 0,0-6 99 0,-3 6 39 15,6-14 34-15,-11 21-203 0,3 1 116 0,-6 15 74 16,-6 4 38-16,0 2 37 0,-5 14 0 0,-5 0 0 16,1 5 133-16,-2 2-104 15,-2 2-33-15,0 0 379 0,-4 4-173 0,-5 7-113 0,-3 3 0 16,3-2 270-16,0 3-150 0,-3 1-77 15,5 1-52-15,-2 1 13 0,1-1-28 0,2 0 0 16,0 0-28-16,1-2-30 0,1-2-10 0,3-2 41 16,-3 1-193-16,2-3 96 0,2-1 48 0,-2-3-162 15,2-2 73-15,0 0 62 0,0-2-17 0,0-1-49 16,0 0 25-16,2 0 26 0,8 0-16 0,4-1 126 16,7-8-52-16,2-3 0 0,3-1-51 0,4 0 80 15,0-1-23-15,2 1 1 0,0 2 0 0,0 1 129 16,-2 1-49-16,-5 4-14 15,-4 1-34-15,2 0 0 0,-4 2-1 0,-6 2-293 16,-2 0 129-16,-3 0 63 0,-4 4 31 0,-4 7-384 16,0 4 177-16,-8 4 102 0,-7-3 19 0</inkml:trace>
  <inkml:trace contextRef="#ctx0" brushRef="#br0" timeOffset="11454.34">6899 6991 1484 0,'-17'0'0'0,"9"4"0"0,-4-2 0 0,5 1 0 15,3-2 0-15,-1 1 0 0,3 4 0 0,2-1 0 0,0 6 0 0,0 2 0 0,0 6 155 0,0 5-59 0,0 1 96 0,0 2-78 0,-7-3-28 16,2 9 165-16,-4-2-107 0,0 1-53 0,-3-2-27 0,2 0-19 16,-7 0 2-16,4-2-10 0,-2 0 1 15,0-6-306-15,3-3 153 0,2-2 76 16,2-6 48-16,0-1-610 0,5-5 303 0,1-5 88 16</inkml:trace>
  <inkml:trace contextRef="#ctx0" brushRef="#br0" timeOffset="11609.2">6888 7238 2937 0,'9'0'0'0,"4"3"0"0,-3-1 0 0,-3 2 0 0,2 0 0 0,2 1 0 0,1 2 0 0,1 0 0 0,4 2 0 0,3 2 0 0,-2 0 329 0,5 5-151 0,-4-1-70 0,1-1-51 16,1 4-20-16,1-2 1 0,-2-1-582 0,5 6 285 15,-2-5 147-15,2 2-357 0,-1-1-240 0</inkml:trace>
  <inkml:trace contextRef="#ctx0" brushRef="#br0" timeOffset="11786.34">7579 7445 3884 0,'0'0'0'0,"0"0"0"0,0 0 0 0,-2 0 0 0,2 0 0 0,0 0 0 0,0 0 0 0,0 0 0 0,0 0 0 0,0 0 0 0,0 0 47 0,0 1-47 0,0-1-316 16,0 4 43-16,0-2 155 16,2 2 77-16,1 3-1228 0</inkml:trace>
  <inkml:trace contextRef="#ctx0" brushRef="#br0" timeOffset="17757.91">8036 7033 3025 0,'-11'-6'0'0,"4"4"0"0,5 1 0 0,1 1 0 0,1 0 0 0,0 0 0 0,0 0 0 0,0 0 0 0,0 0 0 0,0 0 0 0,1 0 147 0,11 0-54 16,1 0-26-16,4 0 201 0,0 0-114 0,4 0-46 16,0 0-40-16,-1 0-67 0,3 0-1 0,-4 0 0 15,2 0 0-15,-3 0 0 0,-1 0 0 16,1 0 0-16,-6 0 0 0,1 0 0 16,-4 1 0-16,0 1-495 0,-1 2 249 0,1-2 99 0,-5 1 69 0,0 1-272 15,0-2 155-15,-1 2 67 0,-1 1 49 16,3-4-478-16,-2 3 259 0,3-4 128 0,-1 0 66 15</inkml:trace>
  <inkml:trace contextRef="#ctx0" brushRef="#br0" timeOffset="18062.34">8477 6753 2265 0,'3'0'0'0,"3"0"0"0,-2 0 0 0,0 0 0 0,1 0 0 0,-1 0 0 0,2 0 0 0,1 0 0 0,-2 4 0 0,0 1 0 0,0 6 86 0,-1 1 125 0,-2 3-76 0,-2 2-52 16,0 4 0-16,0 1-13 0,0-1-1 0,-9-1-28 16,0-1 9-16,-3 2-113 0,1-2 52 0,1-2 183 15,-5 0-66-15,6-4-23 0,-3-2-10 0,7-4-33 0,-1-1 185 16,3-2-92-16,-1-3-53 0,4 1-80 0,0-2 0 16,0 0 0-16,0 0 0 0,0 0 0 0,6 0 0 15,4 0 0 1,4 0 0-16,1 0 0 0,2 0 0 0,-1-2 0 15,4-1 0-15,-3-1 0 0,1 0 0 0,-1 0-282 16,-1 1 24-16,-2 1 82 0,-1 0 75 0,-2 0-536 16,5 0 303-16,-5 1 147 0,-1-1 73 0,1-1-435 15,-2-1 254-15,-1-5 117 0,-3 1-107 0</inkml:trace>
  <inkml:trace contextRef="#ctx0" brushRef="#br0" timeOffset="18311.54">8723 6826 1813 0,'2'0'0'0,"-1"0"0"0,1 0 0 0,0 0 0 0,1 0 0 0,-3 4 0 0,0 4 0 0,0 1 0 0,0 4 0 0,0 2 0 0,0 4 87 0,0 0 185 0,-10 4-116 0,1 1-57 15,-2 1-30-15,-3-3 63 0,-1 6-51 0,0-6 12 16,0 2-27-16,3-9 0 16,0 3-25-16,3-7 9 0,0 2 35 0,2-5 0 0,3-1-45 0,1-3 0 0,1-2 28 15,2-2 10-15,0 0-76 0,0 0 1 0,0 0 37 16,0 0 1-1,2 0-115-15,3 0 68 0,3 0 17 0,3 0-2 16,0 0-257-16,2 0 123 0,1-2 71 0,-3 1-526 0,4-3 280 16,-2 1 111-16,1 1-454 0,-2 2 302 0,-1 0 150 0,-1 0 66 15,-2 14 47-15</inkml:trace>
  <inkml:trace contextRef="#ctx0" brushRef="#br0" timeOffset="18434.59">8650 7397 1981 0,'-12'13'0'0,"2"1"0"0,4-7 0 0,-2-2 0 0,5-1 0 0,-2-2 0 0,3-2 0 0,2 0 0 16,0 0 0-16,0 0 0 0,5-2 86 0,6-7-45 0,5-4-240 0,1-2 120 0,4-2 60 0,-2-1 40 15,5-1-11-15,0-6-562 0,-5 0 283 0</inkml:trace>
  <inkml:trace contextRef="#ctx0" brushRef="#br0" timeOffset="18805.43">8949 6779 2810 0,'0'0'0'0,"-3"3"0"0,0 3 0 0,-3 4 0 0,0 1 0 0,-3 4 0 0,-3 4 0 0,3 3 0 0,-3 4 0 0,-2 5 0 0,-1-1 106 0,0 4-38 16,0 1 3-16,0 0 0 0,4-5-31 15,-1 5-397-15,1-9 209 0,2 4 89 0,2-7 50 0,0-2-510 16,5-8 279-16,1-2 139 0,1-3-553 15,0-7 311-15,0-1 152 0,0 0 75 0,8-16 38 0,1 0-96 16,0-2 60 0,-2-1 82-16,2 2 1 0,-2 2 31 0,-4 3 0 0,1 4 0 0,0 0 231 15,-1 1-155-15,-1 6 482 0,3 0-299 16,-2 1-112-16,1 0-86 0,2 0 49 16,1 13 486-16,-2 1-277 0,4 7-140 0,-4 1 249 0,-1 7-194 15,-1-1-86-15,-1 4-60 0,0 1 45 0,0 0-46 16,0-2 0-16,-1 1-243 0,-1-5 108 0,0 5 39 15,3-4 0-15,-2-2-392 0,-1-5 221 16,0 2 120-16,0-5-543 0,0-2 252 0,3-7 164 16,-3-2 32-16,0-3-356 0,2-2 225 0,1-2 127 15,3-13-174-15</inkml:trace>
  <inkml:trace contextRef="#ctx0" brushRef="#br0" timeOffset="19106.25">9104 6653 2420 0,'4'-9'0'0,"4"7"0"0,-3 0 0 15,-1 2 0-15,-1 0 0 0,3 0 0 0,-5 2 0 0,0 8 0 0,1-1 0 0,0 4 0 0,-2 1 60 0,0 4-20 0,0 1 0 0,0 5-335 16,0-3 167-16,0 1 94 0,-6 3 33 16,-2-4-1-16,-1 0-391 0,0-1 204 0,-1-1 101 15,-2-1-143-15,1 0 109 0,-3-3 3 0,1-4 40 0,1-3 70 16,3-2-31-16,0 3-10 0,2-6 10 0,0 1 220 15,2-3-110-15,3-1-55 0,2 0 364 16,-1 0-182-16,1 0-55 0,0 0-72 16,0 0 45-16,6 0 135 0,8 0-106 0,-1 0 45 15,4 0-80-15,0 0-35 16,2 0 1-16,-1 0-35 0,3-1-70 0,-2-1 45 16,-3 0-134-16,2 1 79 0,-2 1 41 0,-2 0-525 0,-1 0 249 15,-3 0 145-15,-3 0 21 0,0 1-523 0,-2 10 297 0</inkml:trace>
  <inkml:trace contextRef="#ctx0" brushRef="#br0" timeOffset="19282.43">9076 7183 2199 0,'-17'10'0'0,"4"-3"0"0,0 0 0 0,3-1 0 0,3-2 0 0,0-3 0 0,2-1 0 0,3 0 0 0,2 0 0 0,0 0 0 0,0 0 260 0,11 0-110 0,2 0-46 0,2 0-36 15,3 0-1-15,-1 0-120 0,2-1 46 0,-2-1-173 16,-1 0 120-16,0 1 44 0,-2-2 29 15,-3 3-1-15,-1 0-570 0,-2 0 296 16,-3 0 59-16,-2 3-481 0,-3 3 322 0</inkml:trace>
  <inkml:trace contextRef="#ctx0" brushRef="#br0" timeOffset="19439.86">9096 7308 1992 0,'-12'6'0'0,"2"2"0"0,-5-1 0 0,6-3 0 0,0-1 0 0,1 2 0 0,2-5 0 0,2 2 0 0,4-2 0 0,0 0 0 0,0 2 261 0,0-2-110 16,10 1-46-16,1-1-37 0,4 3-1 15,1-3-48-15,0 2 21 0,1-2-311 16,-2 1 166-16,0-1 67 0,0 0 39 0,-1 0 0 16,-4 0-183-16,0 0 108 0,-2 0 66 0,-1 0-608 15,-1 0 290-15,-1 0 138 0,-2 0 74 0,-2-6 37 0,-1-5-246 16</inkml:trace>
  <inkml:trace contextRef="#ctx0" brushRef="#br0" timeOffset="19714.99">9108 7086 1806 0,'-4'-2'0'0,"-4"0"0"0,7 1 0 0,-3 1 0 0,2 0 0 0,2 0 0 0,0 0 0 0,0 8 0 0,0 5 0 0,0 3 0 0,2 4 140 15,0 1-50-15,3 5-5 0,1 1-45 16,-5 0 0-16,0-1-81 0,-1 7 36 0,0-5-1 0,0 0 46 0,0-2 0 16,-8-3-28-16,-3 5-11 15,2-7 39-15,-3-1 6 0,0-1-7 0,-1-2 0 16,1-4 117-16,3 0-64 0,0-4-17 0,2-3-42 15,2 1-18-15,3-5 196 0,-2 2-76 0,4-2-53 16,0 2 34-16,0-2-39 16,4 2 1-16,5-2-38 0,5 1 42 0,0-1-9 0,4 0-85 15,1-2 26-15,-1 0 0 0,3 0 26 0,-1 0 10 0,1 0-385 16,0 0 188-16,2 0 66 0,2 0-705 16,4 0 381-16,1 0 144 0,5 0 115 0</inkml:trace>
  <inkml:trace contextRef="#ctx0" brushRef="#br0" timeOffset="19890.04">9707 7566 3931 0,'-7'0'0'0,"7"0"0"0,-2 0 0 15,2 0 0-15,0 0 0 0,0 0 0 0,0 0 0 0,0 0 0 0,0 0 0 0,0 0 0 0,0 0 0 0,2 0 0 0,5-2 0 0,-2 0 0 0,5 1 0 16,-6-2-114-1,3 3-197-15,-1 0 174 0,1 0 88 0,1 0-1063 16</inkml:trace>
  <inkml:trace contextRef="#ctx0" brushRef="#br0" timeOffset="38581.56">21562 6914 2085 0,'-9'-15'0'0,"2"4"0"0,-2 2 0 0,6 0 0 16,-3 2 0-16,1-2 0 0,1 4 0 0,2 1 0 0,1 2 0 0,-1 0 0 0,2 2 93 0,0 0 270 0,0 0-162 0,0 0-82 0,2 6 61 0,7 3-62 16</inkml:trace>
  <inkml:trace contextRef="#ctx0" brushRef="#br0" timeOffset="38697.61">21703 6995 2713 0,'15'14'0'0,"0"-2"0"0,0 2 0 0,-3-3 0 15,-1 2 0-15,-2-2 0 0,-4 0 0 0,0-3 0 0,-1 2 0 0,-3-3 0 0,1 1-319 0,-2-4 141 0,0 2 61 0,0-5-350 0,0 1 214 16,0-2 108-16,0 0 54 0,0 0-376 0</inkml:trace>
  <inkml:trace contextRef="#ctx0" brushRef="#br0" timeOffset="38993.43">21941 6674 2417 0,'3'0'0'0,"-1"0"0"0,-2 0 0 0,0 0 0 0,0 0 0 0,0 2 0 0,0 6 0 0,-2 3 0 0,-3 4 0 0,0 6 0 0,-1 4 430 0,-1 1-197 0,-3 5-97 0,1 9-50 15,-2 3 183-15,-3 6-106 0,0 10-68 0,-2-2-29 16,0 0-30-16,0 7-36 0,0-1 0 0,2-9 0 15,-2 15 0-15,-1-8 0 0,2 0 0 0,1-4 0 16,2-6 0-16,-1 4 0 0,1-4 0 16,1-2 0-16,1-7 0 0,1-6 0 0,2 0 0 0,1-7 0 15,1 2 0-15,0-11 0 16,1 1 0-16,3-8-76 0,-1-1 1 0,0-7-130 16,2-2 64-16,0-2 56 0,0-1-2 15,0 0-293-15,0-16 171 0,2-8 77 0,12-11-447 16,2-7 270-16,9-12 137 0,1-3 66 0</inkml:trace>
  <inkml:trace contextRef="#ctx0" brushRef="#br0" timeOffset="39186.61">22123 7056 2742 0,'4'-11'0'0,"1"6"0"0,-2 1 0 0,-1 3 0 0,-2-1 0 0,0 2 0 0,0 0 0 0,0 0 0 0,0 0 0 0,2 0 0 0,3 0 302 16,4 2-132-16,5-1-67 0,1 3 187 0,2-2-118 15,3 1-71-15,5-2-50 0,1-1-51 0,-1 0 0 0,3 0 0 16,-5 0-69-16,7 0-19 16,-10-1 63-16,3-4 30 0,-4 3-540 0,-3 0 285 0,-7 1 106 15,0 1-758-15,-4 0 432 0,-5 3 217 0</inkml:trace>
  <inkml:trace contextRef="#ctx0" brushRef="#br0" timeOffset="39375.53">22137 7356 3213 0,'-15'11'0'0,"2"-1"0"0,6-7 0 0,-2 1 0 0,6-2 0 0,1-2 0 0,2 0 0 0,0 0 0 0,0 0 0 0,10 0 0 0,6 0 403 0,5 0-183 0,4 0-125 0,2 0-95 16,1 0 0-16,-1 0 0 0,7 0 0 0,-6-2 0 16,0-2 0-16,-1 3 0 0,-6-1 0 0,0-3 0 15,0 4 0-15,-3-2 0 0,-4 3 0 0,0 0 0 16,-5 0 0-16,0 0 0 0,-2 0 0 0</inkml:trace>
  <inkml:trace contextRef="#ctx0" brushRef="#br0" timeOffset="39403.6">22507 7371 373 0</inkml:trace>
  <inkml:trace contextRef="#ctx0" brushRef="#br0" timeOffset="39591.89">22860 6678 380 0,'-13'-11'0'0,"4"5"0"0</inkml:trace>
  <inkml:trace contextRef="#ctx0" brushRef="#br0" timeOffset="40036.14">22808 6652 3931 0,'-7'0'0'0,"2"0"0"0,1 0 0 0,-1 1 0 0,1 14 0 0,1 3 0 0,1 10 0 0,0 10 0 0,-1-1 0 0,3 13 0 0,0 5 0 0,0 0 0 16,0 3 0-16,0 9 0 0,3-14 0 0,-1 5 0 15,-2-2 0-15,0-1 0 0,0-2 0 0,0-5 0 16,0-5 0-16,-2 7 0 0,-3-15 0 0,2 2 0 16,-3-4 0-16,1-6 0 0,1-6 0 0,1-6 0 15,-1-3 0-15,-1-7 0 0,2-1 0 16,-1-4 0-16,-1 0 0 0,-1 0 0 0,1-7 0 0,-4-12 0 15,4-6 0-15,1-5 0 16,4-6 0-16,0-1 0 0,0-2 0 0,2 3 0 16,5 0 0-16,7 2 0 0,1 3 0 0,0 0 0 15,2 4 0-15,0 4 0 0,2 2 0 0,-4 7 0 16,4-2 0-16,-3 5 0 0,0 3 0 0,0 3 0 16,0 2 0-16,-4 2 0 0,-1 1 0 0,3 0 0 15,-1 0 0-15,-3 6 0 0,-3 3 0 0,0 0 0 16,-3 0 0-16,0 3 0 15,-3 1 0-15,-1-2 0 0,0 2 0 0,-1 2 0 0,-9-2 0 16,-2 1 0-16,0-3 0 0,-3 0 0 16,2-1 0-16,0 1 0 0,-1-3 0 0,3-1 0 15,2-1 0-15,0-1 0 0,1-1 0 0,2 0 0 16,3 0 0-16,-1 1 0 0,4-1 0 0,0 2 0 16,0-1 0-16,0 5 0 0,0-3 0 0,5 4 0 15,5-1 0-15,1 1 0 0,0 1 0 0,2-2 0 16,1 1 0-16,-1-1 0 0,0-1 0 15,0 1 0-15,-1-3 0 0,-3-1 0 16,2-3 0-16,1 3 0 0,-5-4 0 0,2 0-391 16,-2-2-22-16</inkml:trace>
  <inkml:trace contextRef="#ctx0" brushRef="#br0" timeOffset="40062.21">23068 7524 380 0,'11'-28'0'16</inkml:trace>
  <inkml:trace contextRef="#ctx0" brushRef="#br0" timeOffset="40114.85">23108 7149 380 0,'-2'-13'0'0</inkml:trace>
  <inkml:trace contextRef="#ctx0" brushRef="#br0" timeOffset="40267.75">23099 7106 3931 0,'0'-2'0'0,"1"0"0"0,8 2 0 0,7 0 0 0,0 0 0 0,5 4 0 16,2 7 0-16,-5 3 0 0,9 2 0 0,-4 4 0 0,-4-2 0 0,-1 4 0 0,-2-1 0 0,-4 0 0 0,0 5 0 0,-6-2 0 16,-5 3 0-16,-1-2 0 0,0 3 0 0,-12-3 0 0,-2 0 0 0,-5-2 0 15,-1 0 0-15,-3-2 0 0,-2 0 0 0,-1-4 0 16,-1-2 0-16,4-3 0 15,0-5 0-15,2 1 0 0,3-5 0 0,6-3 0 16,1 0 0-16</inkml:trace>
  <inkml:trace contextRef="#ctx0" brushRef="#br0" timeOffset="40303.86">23109 7471 380 0,'34'-39'0'0</inkml:trace>
  <inkml:trace contextRef="#ctx0" brushRef="#br0" timeOffset="40502.33">23469 7086 3931 0,'-8'0'0'0,"-2"0"0"0,-1 0 0 0,0 7 0 0,-1 4 0 0,2 3 0 0,-3 8 0 0,5-3 0 0,-2 7 0 0,5 2 0 0,1 0 0 15,4 2 0-15,0 0 0 0,0 1 0 0,4-4 0 16,7-2 0-16,3 0 0 0,0-3 0 0,4-1 0 16,-2-6 0-16,1-2 0 0,1-2 0 0,2-3 0 15,-1-5-83-15,1-1-624 0,3-2 325 0,3 0 176 16,-1-3 85-16,-2-8-575 0,0-4 329 15</inkml:trace>
  <inkml:trace contextRef="#ctx0" brushRef="#br0" timeOffset="40685.83">23727 7190 3128 0,'-3'0'0'0,"-1"0"0"0,0 0 0 0,3 0 0 0,1 0 0 0,0 0 0 0,0 0 0 0,1 0 0 0,15 0 0 0,4 0 0 0,5 0 300 0,3 0-130 0,2 0-67 15,2 0-32-15,0-1-275 0,1-2 130 0,-1 2 51 16,-2-1 31-16,-1 1-238 0,-8 1 134 0,0 0 67 16,0 0 43-16,-5 0-637 0,-5-3 210 0,-4 3 198 15,-1-2-444-15,-3-1 310 0,-3-4 147 0</inkml:trace>
  <inkml:trace contextRef="#ctx0" brushRef="#br0" timeOffset="40902.43">23998 6956 2583 0,'-13'-10'0'0,"3"7"0"0,1-1 0 0,4 1 0 0,-2 2 0 0,5 0 0 0,0 1 0 0,2 0 0 0,0 1 0 0,0 13 0 0,0 5 298 0,2 4-131 0,3 6-64 0,0 3 467 15,-1 2-360-15,0 5-210 0,-1-2 0 0,-1 3 0 16,1-3 0-16,-1-1 0 0,0 0 0 0,-1-2 0 16,1 0 0-16,0-4 0 0,0-3 0 0,0-6 0 15,0 2 0-15,-2-7-387 0,1-2 93 16,-1-4 58-16,0-3 112 0,2-5-535 0,-2 0 311 0,0-2 146 15,0-2 86-15,2-17-114 16,1-9 95-16,4-14 49 0,4-12-235 0</inkml:trace>
  <inkml:trace contextRef="#ctx0" brushRef="#br0" timeOffset="41246.96">24261 6548 2329 0,'8'-7'0'0,"-1"5"0"0,3 2 0 0,-1 0 0 0,-2 15 0 0,1 9 0 0,0 7 0 0,-1 7 0 0,-1 4 0 0,-3 5 0 0,-1 6 582 0,0-1-276 0,0 1-135 16,-2-1-66-16,0-3 230 0,0 1-232 0,0-10-103 16,0 9 0-16,0-15 0 0,-2 0 0 0,-4-6 0 15,3-7 0-15,-1-7 0 16,2-1 0-16,1-8 0 0,-3-2 0 0,2-3 0 0,-1 0 0 16,1 0 0-16,2-7 0 0,0-4 0 0,0-1 0 15,0 1 0-15,2-1 0 0,10 0 0 0,1 0 0 16,8 0 0-16,0 4 0 0,3 2 0 0,0 5 0 15,7-2 0-15,-2 3 0 0,1 4 0 16,-1 11 0-16,-4 2 0 0,-5 1 0 0,2 7 0 0,-5 0 0 16,-6 0 0-16,-2 3 0 15,-4 0 0-15,-3-8 0 0,-2 6 0 0,0-4 0 16,-9 2 0-16,-7-5 0 0,-3-3 0 0,-1-5 0 16,-6 2 0-16,-4-4 0 0,-1-4 0 15,0-3 0-15,-5-2 0 0,1 0 0 0,-2-2 0 0,1-7 0 16,1-7 0-16,1-3 0 0</inkml:trace>
  <inkml:trace contextRef="#ctx0" brushRef="#br0" timeOffset="41273.03">24118 7307 380 0</inkml:trace>
  <inkml:trace contextRef="#ctx0" brushRef="#br0" timeOffset="41779.1">21539 6868 381 0,'-2'-5'0'0,"-1"1"0"0,1-1 0 0,-2 2 0 0,1-1 95 0,1-2-29 0,-2 3 0 0,1-1-28 0</inkml:trace>
  <inkml:trace contextRef="#ctx0" brushRef="#br0" timeOffset="41864.03">21505 6822 2896 0,'0'0'0'0,"0"0"0"0,0 4 0 0,4 5 0 0,6 5 0 0,3 0 0 0,2 2 0 0,4 3 0 0,3 1 0 0,1 3 0 0,6 0 86 0,4 3-24 0,-1 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11:13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6041 10237 1893 0,'-10'-12'0'0,"-3"6"0"0,6 3 0 0,-1-5 0 0,1 1 0 0,-1-2 0 0,0-1 0 0,4 2 0 0,-1 3 0 0,2-3 0 0,1 3 190 0,0 1-62 0,2-2-48 0,0 3 217 16,0 0-127-16,0 2-63 0,0-1 147 0,0 0-95 16,0 0-62-16,2 1 47 0,3-2-49 0,3 2-1 15,-1-1-51-15,3 2 137 0,1-2-180 0,0 1 0 16,2-2 0-16,-3 1 0 0,3 1 0 0,2-1 0 16,0 0 0-16,-2 0 0 0,4-1 0 0,-4 2 0 15,5 0 0-15,-4 1 0 0,3 0 0 0,0 0 0 16,0 0 0-16,0 0 0 0,0 0 0 15,0 0 0-15,1 0 0 0,-3 0 0 0,2 0 0 16,-2 0 0-16,2 0 0 0,1 0 0 16,-2 0 0-16,1 0 0 0,1 0 0 0,4 0 0 15,-2 0 0-15,0 0 0 0,3 0 0 16,2 0 0-16,0 0 0 0,0 0 0 0,1 0 0 16,-3 0 0-16,5 0 0 0,-1 0 0 0,-1 0 0 15,-2 0 0-15,1 0 0 0,-2 0 0 0,5 0 0 16,-2 0 0-16,1 0 0 0,-1 0 0 0,-1 1 0 15,-2 0 0-15,7 4 0 0,-2-1 0 0,-1-3 0 16,1 4 0-16,2-4 0 0,-2 1 0 16,1 0 0-16,3-1 0 0,2 2 0 0,-3-3 0 0,3 1 0 15,0-1 0-15,-1 2 0 16,-1-2 0-16,2 0 0 0,0 0 0 0,1 2 0 16,-1-2 0-16,3 0 0 0,-2 0 0 0,2 0 0 15,-3 0 0-15,2 0 0 0,-1 0 0 0,3 2 0 16,-2-2 0-16,1 0 0 0,1 1 0 0,-3-1 0 15,4 0 0-15,-2 0 0 0,0 0 0 0,1 3 0 16,-1-3 0-16,4 0 0 0,-4 0 0 16,3 0 0-16,-4 0 0 0,1 0 0 0,3 1 0 0,-4-1 0 15,5 2 0-15,-4 0 0 16,0 0 0-16,-2 0 0 0,3 2 0 0,-3-2 0 16,4 1 0-16,-2-1 0 0,0 2 0 0,1 0 0 15,5-1 0-15,-7-1 0 0,7 3 0 0,-1-2 0 16,2-1 0-16,-3 1 0 0,5 0 0 0,-8-1 0 15,10 1 0-15,-6 1 0 0,-1 0 0 0,1-2 0 16,-1 1 0-16,-6 1 0 0,12 0 0 0,-4 0 0 16,0-2 0-16,1 2 0 0,-1-3 0 15,-1 1 0-15,10 0 0 0,-7 0 0 16,0 0 0-16,0 0 0 0,-2-2 0 0,-2 0 0 16,7 1 0-16,-4-1 0 0,2 0 0 0,0 0 0 15,-2 0 0-15,-3 0 0 0,12 0 0 0,0 0 0 16,-1 0 0-16,1 0 0 0,1 0 0 0,-2 0 0 15,3 0 0-15,1 0 0 0,8 0 0 0,-11 0 0 16,11 0 0-16,-9 0 0 0,14 0 0 0,-7 0 0 16,-2 0 0-16,-5 0 0 0,3 0 0 15,2 0 0-15,-3 0 0 0,8-1 0 16,-13-1 0-16,12 0 0 0,-2 0 0 0,-9 2 0 16,5-2 0-16,0 2 0 0,-1-2 0 0,1 2 0 15,-2 0 0-15,0 0 0 0,1 0 0 0,1 0 0 16,8 0 0-16,-6 0 0 0,0 0 0 0,-7 0 0 15,5 0 0-15,0 0 0 0,0 0 0 0,0 0 0 16,1 0 0-16,-1 0 0 0,8 0 0 0,-6 0 0 16,0 0 0-16,0 0 0 0,-7 0 0 0,5 0 0 15,-2 0 0-15,2 2 0 0,-1-2 0 0,-3 2 0 16,5 0 0-16,-3-2 0 16,0 0 0-16,0 2 0 0,-3-2 0 0,0 0 0 15,-8 0 0-15,7 2 0 0,-5-2 0 0,2 0 0 16,-6 0 0-16,-5 0 0 0,1 0 0 0,-3 0 0 15,-2 0 0-15,-4 0 0 0,-2 0 0 0,-5 0 0 16,-1 0 0-16,-1 1 0 0,-4 2 0 0,-3-2 0 16,0-1 0-16,-5 0 0 0,0 2 0 0,1-2 0 15,-4 0 0-15,-1 0 0 16,-1 2 0-16,0-2 0 0,-3 0 0 0,1 0 0 16,0 0 0-16,-2 0 0 0,0 0 0 0,0 0 0 15,0 0 0-15,0 0 0 0,0 0 0 0,0 0 0 16,0 0 0-16,0 0 0 0,0 4 0 0,0 7 0 15,-9 6 0-15,-8 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11:55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16121 6929 3129 0,'-7'-1'0'0,"3"-1"0"0,-1 2 0 0,1 0 0 0,2 0 0 0,0 0 0 0,2 0 0 0,-2 0 0 0,2 0 0 0,0 0 0 0,0 0 120 0,2 0 213 0,4 0-148 0,1 0-74 15,2 0-58-15,-1 2-53 0,1 2 0 0,-1-4 0 16,-1 2 0-16,1-1 0 0,-2 0 0 0,-1 2 0 15,-1-1 0-15,-1 0 0 0,1 0 0 0,-2-1 0 16,1 2 0-16,-1-1 0 0,-1 1 0 0,1-1-9 16,0-1-84-16,0 2 5 0,0 1 35 0,-2-3 3 15,1 2 1-15,-1 0-4 0,2 0 76 0,-2 0-27 16,2-1-7-16,-2-1 16 16,0-1 0-16,0 0-14 0,0 0-13 0,0 0 97 15,0 0-47-15,0 0-7 0,0 0 0 0,0 0 139 16,0 0-77-16,0 0-63 0,0 0-20 0,0 3 0 15,2-3 0-15,-2 3 0 0,2-1 0 0,-1 1 0 16,1 1 0-16,0 1 0 0,0-2 0 0,3 1 0 16,-2 1 0-16,3-1 0 0,-3 0 0 0,1 0 0 15,0-1 0-15,-1-1-268 0,2 0 63 16,-2 2 59-16,-1-3 50 0,0-1-507 0,0 4 284 16,0-2 141-16,-2 4-597 0</inkml:trace>
  <inkml:trace contextRef="#ctx0" brushRef="#br0" timeOffset="399.91">15570 7435 3345 0,'-14'0'0'0,"5"0"0"0,2 0 0 0,0 0 0 0,3 0 0 0,4 0 0 0,-1 0 0 16,1 0 0-16,0 0 0 0,3 0 0 0,11 0 386 0,4 0-186 0,3-3-200 0,6 2 0 0,1-1 0 0,0-2 0 15,2 3 0-15,-2-3 0 0,-6 2 0 16,8 0 0-16,-7 0 0 0,0 2 0 0,-5-2 0 16,1 2 0-16,-6 0 0 0,1 0 0 0,-5 0 0 15,0 0 0-15,-3-2 0 16,-2 2 0-16,0 0 0 0,-3-1 0 0,1 1 0 16,0-2 0-16,-2 2 0 0,0-3-403 0,0 3 92 15,0-1 141-15,0-1-576 0,2 0 354 0,0 2 178 16,0-2 89-16</inkml:trace>
  <inkml:trace contextRef="#ctx0" brushRef="#br0" timeOffset="633.26">16071 7732 3538 0,'-7'1'0'0,"5"1"0"0,-1-2 0 0,3 0 0 0,0 0 0 0,0 0 0 0,0 0 0 0,3-6 0 0,9-9 0 0,6-5 0 0,0-2 113 0,1-3-31 0,1-3-8 0,-1 2-222 15,2-3 92-15,-4 3 46 0,-2-1-447 0,-2 2 255 16,2-2 115-16,-4 0-277 0,0 2 187 0,3-3 93 16,-5 1 47-16,2 3-728 0,1-8 369 0</inkml:trace>
  <inkml:trace contextRef="#ctx0" brushRef="#br0" timeOffset="1062.73">16487 6901 2620 0,'7'-3'0'0,"-2"-1"0"0,-1 1 0 0,-2 2 0 0,-1 1 0 0,1 0 0 0,0 0 0 0,-2 4 0 0,0 8 0 0,0 0 0 0,0 4 467 0,-2 2-220 15,-5 4-106-15,-5 4 27 0,3-2-67 0,-2 3-32 16,1-8 8-16,1 6-77 0,2-4-1 0,1-4 37 15,3-3-30-15,1-4-27 16,2 1 23-16,0-5-10 0,0-1 35 0,0-1-91 0,9-4 45 0,4 0 28 16,4 0-54-16,6 0 29 0,0-4-13 0,4-3 132 15,1-3-52-15,0 1-41 0,2-3-10 0,0 4 0 16,-3 0 0-16,-4 1 0 0,-3 3 0 0,1 0 0 16,-9 0 0-16,2 2 0 0,-3 0 0 0,-4 2-137 15,2 0-83-15,-6 0 111 0,-1 0-557 0,0 2 320 16,-2 5 155-16,0 0-269 0,-6 4 212 0,-4-2 106 15,-2 0 44-15,-4 1-61 16,2-3 62-16,-4-1 30 0,4 1 0 0,-2-1 48 16,2 0-25-16,1 0 8 0,-1 1 0 0,1 0 247 15,3 5-124-15,-1 0-61 0,4 4 306 0,-5 5-180 16,5 0-27-16,0 5 277 0,-2 2-164 0,0-1-101 16,0 5-41-16,-2-1 72 0,-1 1-66 0,3 0-34 15,-3-2 1-15,2-2-71 0,-1-6 9 16,2 3 29-16,-2-5-1 0,6-3-354 0,0-4 177 0,-1-3 89 15,4-4 53-15,0-6-700 16,1 0 279-16,1-6-280 0</inkml:trace>
  <inkml:trace contextRef="#ctx0" brushRef="#br0" timeOffset="1199.64">16499 7499 2319 0,'6'-14'0'0,"1"5"0"0,-2 4 0 0,2 1 0 0,-2 2 0 0,4 2 0 0,0 0 0 0,5 0 0 0,2 6 0 0,4 6 0 0,1 4 795 0,0 2-380 16,2-1-190-16,0 5-48 0,0 0-177 0,-1-2 0 0,1 3 0 15,-1-3 0-15,-2 3 0 0,3-2 0 16,0 1 0-16,-2-3 0 0,1 0-5 0,-3-5-44 16,4 1-1074-16</inkml:trace>
  <inkml:trace contextRef="#ctx0" brushRef="#br0" timeOffset="1768.08">17280 6977 2800 0,'-8'-9'0'0,"7"8"0"0,1 1 0 0,0-2 0 0,0 1 0 0,1-2 0 0,16 2 0 0,4-3 0 0,5-1 0 0,6 0 0 0,4 2 282 0,5-4-123 0,-1 5-61 0,1 0 58 15,-8-1-51-15,5 2-39 0,-2-1-323 0,-4 2 146 16,-5 0 74-16,-4 0-541 0,-2 0 316 0,-3 6 144 16,-6-2 65-16,-4 1-722 0,-3-1 369 0,-3 0 185 15,-2-2 84-15</inkml:trace>
  <inkml:trace contextRef="#ctx0" brushRef="#br0" timeOffset="2086.5">17633 6706 1560 0,'0'-2'0'0,"0"2"0"0,0 0 0 0,0 2 0 0,0 9 0 0,-4 3 0 0,-4 1 0 0,-1 6 0 0,-3 1 0 0,0 4 0 0,-1 0 218 0,-4 1-90 0,0 1-46 16,0 0-23-16,0-1-42 0,-2-1 20 0,4-6 8 0,-2 3-9 0,4-7 31 15,2 1 0-15,0-3-31 0,3-3 0 16,4-3 49-16,0 5-10 0,1-4-38 16,3 0 82-16,0 3-41 0,0-1-1 15,0 5 79-15,0-2-65 0,0 5-27 16,3 4 0-16,1-1 105 0,0 4-66 0,-3-1-25 16,2 7-8-16,-1-4 10 0,-2 2-1 0,0-2-42 15,0 1-1-15,0-4-110 0,0 0 50 0,0-1 30 0,0-1-111 16,0-5 70-16,-2-1 36 0,-2-5-424 15,2-2 214-15,2-3 69 0,-2-4 66 0,2-1-470 16,-2-2 253-16,0 0 119 0,1 0 72 0,-1-9-387 16,2-6 225-16,-2-8 113 0,2-1 56 15,-2-8-285-15</inkml:trace>
  <inkml:trace contextRef="#ctx0" brushRef="#br0" timeOffset="2378.29">17364 7193 1914 0,'0'-8'0'0,"0"0"0"0,0 1 0 16,4 1 0-16,3-1 0 0,5-1 0 0,1 0 0 0,1 1 0 0,6 2 0 0,1 0 0 0,3-2 140 0,-2 6-51 0,-1-1 15 0,4-1-39 0,-3 3 1 16,0 0-30-16,-3 0 39 15,0 0-39-15,-4 0 10 0,0 3-10 0,-3 1 76 16,-5 3-38-16,2 1 0 0,-4-1-38 0,2 2 198 16,-3 1-104-16,-1 1-46 0,1 1 190 0,-1 1-118 15,1 1-60-15,2 1-42 0,-2 0-54 0,2 2 0 16,1 5 0-16,-2-4 0 0,3 6 0 0,0-3 0 15,-1 5 0-15,0-2 0 0,1 1 0 0,0-1 0 16,-3-3 0-16,3 1 0 0,-5-1 0 0,3 0 0 16,-2-3-119-16,0 0-103 0,-2-3 107 0,0 0-333 15,-2-6 207-15,0 0 101 16,0-1 53-16,0-3-160 0,0 0 96 0,-2-4 62 16,-6-1 26-16,0 0-395 0,-1-1 211 0,0-11 105 0</inkml:trace>
  <inkml:trace contextRef="#ctx0" brushRef="#br0" timeOffset="2537.15">17467 7296 2175 0,'-18'3'0'0,"1"4"0"0,6-6 0 0,1 3 0 0,3-2 0 0,3-1 0 0,4-1 0 0,0 3 0 0,0-3 0 0,7 0 0 0,7 1 87 0,0-1-25 0,4 2 0 0,0-2-408 15,1 2 201-15,2 0 85 0,-4 0 49 0,-2 1-264 16,-6 1 156-16,0-1 77 0,-3 6 49 0,-4-5-614 0</inkml:trace>
  <inkml:trace contextRef="#ctx0" brushRef="#br0" timeOffset="2986.06">17556 7390 1130 0,'-6'4'0'0,"-1"-3"0"0,1 1 0 0,0 0 0 0,3-2 0 0,-1 0 0 16,2 2 0-16,2-2 0 0,-2 0 0 0,2 0 0 0,0 0 309 0,0 0-137 0,2 0 49 0,5 0-92 0,1 2-46 0,2-2-15 15,-1 1-64-15,0 2-1 0,1-1 34 0,-1-1-1 16,0 1-327-16,-3 2 172 0,0-2 74 0,-2 1 40 15,-3 1-382-15,1 2 161 16,-2-1 113-16,0 4-14 0,0-2-54 0,-2 0 71 0,-3 1 37 0,-1 0 1 16,0-1 1-16,3-3 25 0,-3 3 92 15,4-1-41-15,0-4 0 0,2-1-41 0,0 3 134 16,0-2-63-16,0-2-35 16,0 2-1-16,0-1 169 0,2-1-68 0,0 3-21 15,0-2-39-15,0 1 88 0,0 1-54 0,-1 1 4 16,-1-1 64-16,0 1-44 0,0 1-36 0,-7 0 32 15,-4 3-30-15,-4 0 1 0,-2 1-28 0,-2-1 32 16,-4 4-9-16,0-5-24 0,2 2 0 0,-4 0 50 16,2-1-25-16,3-3 9 15,-6 4-34-15,1-3 64 0,4-2-32 0,1 2 0 16,-1-2-3-16,4-3 9 0,6 2-38 0,0-2 104 16,3 1-52-16,4-2-26 0,1 0 0 0,3 0 129 15,0 0-81-15,0 0-38 0,5 0 1 0,12 0-13 16,8 0-1-16,3 0-13 0,10 0-10 0,1 0 73 15,6-2-36-15,5-2 0 0,5-1-13 0,0 1-15 16,1 2-45-16,2 0 0 0,-2 0 0 0,1 1 0 16,-1-2 0-16,1 3-245 0,-5-2 73 0,-1 2 77 15,0 0 57-15,-5 0-691 16,-9-1 347-16,2-1 164 0,-4 0 95 0,-3-2-530 0</inkml:trace>
  <inkml:trace contextRef="#ctx0" brushRef="#br0" timeOffset="3201.82">18011 7095 2374 0,'-8'-10'0'0,"8"9"0"0,0-2 0 0,0-2 0 0,4-1 0 0,12 1 0 0,5-1 0 0,2 0 0 0,1 4 0 16,6-1 0-16,0 1 220 0,0 1-92 0,-5-2-154 0,5 3 27 0,-8 0-1 0,3 0-437 15,-5 0 237-15,-3 4 117 0,-4 1 69 0,-1 3-276 16,-7-2 162-16,-1 3 82 0,-2 3-108 16,-2-2-414-16,-2 0 257 0</inkml:trace>
  <inkml:trace contextRef="#ctx0" brushRef="#br0" timeOffset="3361.27">18185 7197 950 0,'-13'5'0'0,"0"2"0"0,3-1 0 0,1 0 0 0,4-1 0 0,1-3 0 0,2 0 0 0,0 1 0 0,2-3 0 0,0 1 0 0,0-1 74 0,2 0 117 0,2 0-69 0,3 0-47 16,-2 0 0-16,1 0 70 0,0 0-54 16,-2 0-28-16,1 0 10 0,-3 0-94 15,2 0 29-15,-2 0-1 0,-1 0 30 0,1 4-122 16,0 3 70-16,0 1 21 0,-2 3-475 0,0 0 243 0</inkml:trace>
  <inkml:trace contextRef="#ctx0" brushRef="#br0" timeOffset="3842.49">18157 7431 1732 0,'-8'1'0'0,"1"-1"0"0,0 0 0 0,1 0 0 0,0 0 0 0,2-8 0 0,4-4 0 0,0-1 0 0,0-2 0 16,0-2 0-16,4-1 36 0,6-7-261 0,-1 7 136 0,0-10 57 15,1 1-210-15,-3 0 122 0,-1-2 59 0,-1-7 31 0,-1-2-267 16,0-7 136-16,-2-2 62 0,0-2 55 15,0-2 8-15,-2 10-9 0,0 0 8 0,0 7 224 16,0 11-111-16,-2 3-57 0,0 9-27 0,-2-1 521 16,0 8-257-16,2 1-81 0,0 3 164 0,2 0-151 15,0 16-76-15,0 3-29 0,0 12 172 16,8 8-109-16,5 2-55 0,2 8 249 0,6 11-151 0,-4-4-68 16,3 11-46-16,1-2 288 0,-2-3-202 0,1 0-161 15,-2-12 0-15,0 7 0 0,1-4 0 0,-2-6 0 16,0-3 0-16,0-2 0 15,-2-9 0-15,-2 1 0 0,2-5 0 0,-4-8 0 16,-1 0 0-16,-3-8 0 0,-1-5 0 0,-1-4 0 16,-1-4 0-16,0 0-368 0,0-5 95 0,-2-18 104 15,0-1 66-15,-1-6-67 16,-1-6 72-16,0-2 31 0,0 1 0 0,0 3-1 16,-1 6 0-16,-5 5 23 0,-2 3 87 0,-1 5-39 0,0 1 0 0,-3 7 290 15,1 5-165-15,-4 0-91 0,0 2-32 0,-2 0 396 16,-2 7-193-16,-2 7-44 15,1 3-67-15,-3 0-82 0,1 4 21 0,-1-1 0 16,1-1-378-16,1 2 189 0,4-8 95 16,4 2-691-16,6-6 371 0,-2-3 151 0,6-3 101 0,3-3-292 15,0 0 190-15</inkml:trace>
  <inkml:trace contextRef="#ctx0" brushRef="#br0" timeOffset="4009.94">18547 6610 3062 0,'6'0'0'0,"-2"0"0"0,-2 0 0 0,0 8 0 0,-2 5 0 0,0 2 0 0,0 2 0 0,0 2 0 0,0 1 0 0,0 5 0 0,0 0 98 0,0-2-32 16,0-1 1-16,0 5-717 16,4-6 352-16,5-1 163 0,0 1 86 0,3-1-476 15</inkml:trace>
  <inkml:trace contextRef="#ctx0" brushRef="#br0" timeOffset="4188.42">18761 6839 2766 0,'2'2'0'0,"7"-2"0"0,1 0 0 0,5 0 0 0,8 0 0 0,5-2 0 0,11-3 0 15,0-3 0-15,11-3 0 0,1 0 0 0,2 2 179 0,-3-1-72 0,-3 0-19 0,-8 5-17 0,8-3-8 16,-11 3-27-16,0 1-474 0,-6 3 237 0,-2-2 119 15,-8 1 68-15,-3 2-303 0,-6 0 177 0,-5 0 88 16,-6 6 44-16,0 1-811 0</inkml:trace>
  <inkml:trace contextRef="#ctx0" brushRef="#br0" timeOffset="4345.09">18997 6935 2093 0,'-34'11'0'0,"7"3"0"0,8-6 0 0,1 3 0 0,4-2 0 15,7-3 0-15,4 1 0 0,3 1 0 0,0-1 0 0,0 2 0 0,7 1 372 0,7-3-159 0,-2 3-93 0,6-3-42 0,-4 1-145 16,5-1 52-16,-2 0 25 0,4-3 10 0,-3-3-552 16,3 2 284-16,3-3 142 0,1 0 72 15,-1 0-363-15,2-4 207 0,2-7-54 0</inkml:trace>
  <inkml:trace contextRef="#ctx0" brushRef="#br0" timeOffset="4637.46">19372 6974 1864 0,'7'-2'0'0,"-5"2"0"0,0 0 0 0,-2 0 0 0,0 2 0 0,-11 10 0 0,-6 3 0 16,-3 0 0-16,-3 0 0 0,-2 2 0 0,-1 2 82 0,-1-1 138 0,0-1-96 0,-3-1-44 0,0 2 0 0,0-5-12 15,-4 2 1-15,1-4-24 0,-4 0-9 0,3 0 69 16,2-2-34-16,6-3 0 0,6-3 142 0,-1 0-79 0,10 0-54 16,-1-2 1-16,7 1 47 0,1-2-46 15,4 0-23-15,0 0 109 0,4 0-97 0,15 0-71 16,6 0 0-16,2 0 0 0,7-2 0 15,2 1 0-15,9-3 0 0,-2 2 0 0,0-1 0 0,2-2 0 16,0 4 0-16,-5-3 0 0,9 0 0 16,-14 1 0-16,1-2-285 0,-4 4 88 15,-8-2 94-15,-1 2-227 0,-5-1 152 0,-2 2 67 16,-7 0 38-16,-2 0-388 0,-5 0 212 0,0 0 98 16,-2 0 62-16,0 0-361 0,-11 0 207 0,-2 0 103 15,-4-1-291-15</inkml:trace>
  <inkml:trace contextRef="#ctx0" brushRef="#br0" timeOffset="4852.1">19172 6870 2151 0,'-10'-6'0'0,"4"5"0"16,1-2 0-16,1 3 0 0,-1 0 0 0,2 0 0 0,3 5 0 0,0 8 0 0,0 3 0 0,0 4 0 0,3 11 70 0,4 1 413 0,0 12-223 0,-1 2-112 0,1 5 336 0,1 16-228 15,-4-5-177-15,-1 4-79 0,-1 1 0 0,0-1 0 16,0-6 0-16,0 17 0 16,-1-11 0-16,1-1 0 0,-2-1 0 0,0-9-96 15,0 7-73-15,0 3 98 0,0-12 54 0,-5 4-1114 16</inkml:trace>
  <inkml:trace contextRef="#ctx0" brushRef="#br0" timeOffset="13769.46">21224 6612 1561 0,'0'0'0'0,"0"0"0"0,2 0 0 0,0 4 0 0,-1 0 0 0,1 1 0 0,0 3 0 0,1 1 0 0,-1 1 0 0,-2-1 0 0,0 4 121 0,0 4-32 15,0-2-10-15,-5 4-41 0,-6 2-28 0,0-3 10 16,-6 7 18-16,-3-5-57 0,-1 1 29 0,-2 2 0 16,0-5 28-16,3-1 40 0,-6 4-40 0,3-4 0 15,0-2 0-15,5-4 70 0,-1 1-35 0,1-4-6 16,6 0-32-16,3 0 101 0,1-2-49 16,2-3-25-16,2 1 145 0,4-1-76 0,0 5-50 0,0 0-6 15,0 3 1-15,2 0-38 16,5 4 0-16,0 4 39 0,2 4-39 0,-2-1 0 15,1 4 0-15,-2 1 57 0,-1 3-28 0,-3 1 9 16,0 2-38-16,0-2-31 0,-2 2 31 0,0 0-38 16,0-3-1-16,0-4 20 0,0 7-19 0,-2-7-113 15,0-5 38-15,-1 3 43 0,1-3 29 0,0-5-407 16,0-4 202-16,0 0 68 16,2-5 61-16,0-4-447 0,0-1 244 0,0-2 112 0,0 0-354 0,0-12 243 15,0-12 122-15,0-6-163 0</inkml:trace>
  <inkml:trace contextRef="#ctx0" brushRef="#br0" timeOffset="14075.16">20923 7108 1914 0,'-7'-13'0'0,"1"4"0"0,3 5 0 0,-1 0 0 0,2 2 0 0,2 0 0 0,0 0 0 0,2 2 0 0,11 0 0 16,8 0 0-16,3 0 92 0,2 0-27 0,2 0-1 0,2 0 95 0,0 0-65 0,2 0-28 15,-4 0 0-15,-1 0 17 0,-6 0 0 0,-1 2-36 0,-1 2 76 16,-3 0-42-1,-7-2-1-15,2 0 99 0,-6 3-62 0,2-1-44 16,-4 2 0-16,1-1 78 0,-2 3-57 0,-1-1-28 0,1 3 10 16,0 2 9-16,0 4-85 0,0 0 0 0,-2 4 0 15,2 3 0-15,-1-2 0 0,3 8 0 0,2-1 0 16,0 2 0-16,-1-2 0 0,3 2 0 16,2 0 0-16,-3 1 0 0,2-4 0 15,-2 0 0-15,3-1-15 0,-2-2-97 16,-3-3-3-16,1 2-167 0,-3-3 111 0,2-3 65 15,-3-2 34-15,-1-3-314 0,1-2 164 0,-2-3 96 16,0-2-376-16,0-2 232 0,-8-3 116 0,-3 0-338 16,0 0 218-16,-8-7 122 0</inkml:trace>
  <inkml:trace contextRef="#ctx0" brushRef="#br0" timeOffset="14244.08">21072 7391 2447 0,'-18'-5'0'0,"-3"3"0"0,0 0 0 0,8 0 0 0,1 1 0 0,3 1 0 0,3 0 0 0,5 0 0 0,1-2 0 0,0 2 0 0,0 0 244 16,10 0-103-16,6 0-51 0,2 0-27 0,3 0 15 16,2 0 10-16,3-2-50 0,-6 2-159 0,3-3 79 15,-2 3 40-15,-1 0 0 0,-2 0-449 0,-4 0 239 16,-4 0 125-16,-3 7-677 0,-3 2 334 0,-4 0 196 16</inkml:trace>
  <inkml:trace contextRef="#ctx0" brushRef="#br0" timeOffset="14391.32">21049 7514 2109 0,'-13'1'0'0,"4"-1"0"16,2 2 0-16,-1-2 0 0,4 0 0 0,2 0 0 0,2 0 0 0,0 0 0 0,2 0 0 0,12 0 0 0,0 0 93 0,5 0-28 16,1 0-1-16,3 0-26 0,0 0-366 0,-3 0 178 0,-1 0 95 0,-2 4 45 15,-6 0-592-15,-3 2 302 0,-3 1 152 0</inkml:trace>
  <inkml:trace contextRef="#ctx0" brushRef="#br0" timeOffset="14549.83">21107 7654 2023 0,'-16'6'0'0,"0"2"0"0,2-2 0 0,0-1 0 16,5-2 0-16,0 0 0 0,3-2 0 0,5 1 0 0,-1-2 0 0,2 2 0 0,0 2 135 0,2-2-49 0,9-2 108 0,3 1-83 0,2-1-37 0,3 0-145 15,-1 0 54-15,1 0 28 0,-1 0-176 0,1 0 97 0,-1 0 53 16,-2 0 26-16,2-1-533 15,-2-1 273-15,1-6 54 0,-2 1 96 0</inkml:trace>
  <inkml:trace contextRef="#ctx0" brushRef="#br0" timeOffset="14756.4">21526 7301 3432 0,'0'-3'0'0,"0"1"0"0,0 2 0 0,-1 0 0 0,-1 0 0 16,2 0 0-16,0 2 0 0,0 11 0 0,0 4 0 0,0 4 0 0,0 5 265 0,2 0-113 0,-1 2-70 0,1 0-82 0,0 1 0 0,0-4 0 16,3 7 0-16,-1-5-57 0,1-6-77 0,-2 1 86 15,1-3 43-15,0-6-538 0,-1-1 286 0,-1-5 147 16,0-1-709-16,0-6 390 0,-1 0 186 0,3-2-196 16,-1-14 201-16,-1-9 100 0,0-4 50 0,-2-5-122 15</inkml:trace>
  <inkml:trace contextRef="#ctx0" brushRef="#br0" timeOffset="15023.12">21523 7174 2153 0,'-6'-22'0'0,"3"4"0"0,0 8 0 0,3-3 0 0,0 6 0 0,0 2 0 0,8 1 0 0,7 0 0 0,2-1 0 0,6 4 0 0,2 0 102 0,4-1-32 0,1 2 53 16,2 0-43-16,3 0 1 0,2 0-34 0,-4 0 75 0,1 0-42 16,-4 0 0-16,-2 0 46 15,-6 0-45-15,1 0 10 0,-4 3-53 0,-4 3 117 0,-3 2-58 0,-3-3-30 16,-2 2 161-16,-2 3-118 15,-3 2-110-15,0-2 0 0,1 6 0 0,-1-1 0 16,-2 4 0-16,0 3 0 0,0 2 0 0,0 1 0 16,0 1 0-16,0 2 0 0,2-1 0 0,1-4 0 15,3 8 0-15,1-5 0 0,-2 1 0 16,2-7 0-16,-2 4-22 0,1-3-318 0,-1 0 111 0,-1-2 99 16,-2-4-491-16,-1-1 292 0,1-4 145 15,-2 0 64-15,0-3-214 0,0 2 148 16,-9-4 73-16</inkml:trace>
  <inkml:trace contextRef="#ctx0" brushRef="#br0" timeOffset="15215.4">21608 7414 2621 0,'-21'0'0'0,"1"0"0"0,10 0 0 0,0 0 0 0,4 0 0 16,4 0 0-16,2 0 0 0,2 0 0 0,21 0 0 0,1 0 0 0,7 0 108 0,2 0-35 0,10-2 0 0,-3 0 0 0,-4 1-26 0,1-1-385 15,-3-1 188-15,-2 2 94 0,-10-1 46 16,3 0-225-16,-5 2 146 0,-4-2 58 0,-5 0-593 16,-1 2 296-16,-5-1 132 0,-3-3 80 0,-2-4-241 0,0-6 164 15</inkml:trace>
  <inkml:trace contextRef="#ctx0" brushRef="#br0" timeOffset="15513.22">21771 6853 2013 0,'-8'-8'0'0,"0"4"0"0,5 2 0 0,-1 2 0 0,4 0 0 0,0 15 0 0,0 4 0 0,4 6 0 0,7 3 0 0,2 10 0 0,-2 2 277 0,-3 1-110 0,3 10-70 15,-5 0-22-15,-3 2-38 0,-1 0 1 16,-2 0-1-16,0-3-124 0,-9-2 58 0,-4-2 33 16,0-5 0-16,0-7-122 0,-3-1 77 0,5-8 49 15,-1-4-83-15,0-4 48 0,5-8 25 16,-1-4-43-16,0-2 151 0,3-3-69 15,1 0-22-15,4 0 174 0,0-10-84 0,0-1-45 0,0-2-1 0,7 2 37 16,7-3-11-16,-1 3-24 0,4 0 6 0,-2 1-55 16,4 3 1-16,-3-1 34 15,1 3-10-15,-2 2-173 0,2-1 87 0,-4 1 43 16,3 1-522-16,-2 2 262 0,0 0 97 0,2 0-443 16,0 0 286-16,3-1 145 0,3-5 72 0,-3-1-163 15,4-9 121-15</inkml:trace>
  <inkml:trace contextRef="#ctx0" brushRef="#br0" timeOffset="15789.49">22441 6756 1704 0,'8'-4'0'0,"-1"1"0"0,-3 3 0 0,-3 0 0 0,-1 3 0 0,0 9 0 0,-5 1 0 0,-8 2 0 0,-4 6 0 0,1-1 0 0,-4-2 38 0,1 2-1 0,-1-1 1 16,3-3 9-16,-3-4-60 0,3-1 25 0,1-1 0 15,7-4 26-15,0 0 13 0,2-5-4 0,3-1-10 16,1 2 128-16,3-2-64 16,0 0-31-16,0 0-1 0,10 0 52 0,8 0-46 15,9-2-1-15,1-1 51 0,6-3-43 0,8-2-1 16,-5 5-34-16,10-5-9 0,-2 0 0 0,-4 3-1 16,0 1 1-16,-6-2-136 0,0 3 77 0,-3 1 24 15,-3 0-185-15,-9-1 109 0,-1 3 31 0,-7 0 35 16,0 0-712-16,-6 0 348 0,-4 0 147 0,-2 0-379 15</inkml:trace>
  <inkml:trace contextRef="#ctx0" brushRef="#br0" timeOffset="15987.69">22300 6952 2155 0,'-23'8'0'0,"5"3"0"0,3 3 0 0,4-2 0 0,4 5 0 0,3 4 0 0,4 5 0 0,0 4 0 0,0 4 0 0,7 9 0 0,-1-4 283 0,5 12-128 0,-5-2 275 0,1-2-196 15,-3 0-98-15,-1 0-49 0,1-5-15 0,-2 8-8 16,0-7-27-16,0 1-245 16,-1-3 122-16,-1-6 62 0,2 0 40 0,-2-8-542 15,2-6 282-15,1-8 141 0,-1-4 70 0,-1-3-781 16,3-6 392-16,3-7 192 0,2-20-268 0</inkml:trace>
  <inkml:trace contextRef="#ctx0" brushRef="#br0" timeOffset="16139.1">22287 7285 2741 0,'-6'-17'0'0,"4"5"0"0,0 5 0 0,2 1 0 0,0 1 0 0,2 1 0 0,10-2 0 0,8 2 0 0,1 1 0 0,9 0 0 0,0 2 208 15,2-1-86-15,2 0-43 0,-2 2 0 0,0-1-33 16,-2 1-9-16,0 0-370 0,-4-3 185 0,-5 3 92 16,-1 0 47-16,-4 0-577 0,-4 0 307 0,0 0 96 15,-6 0 100-15</inkml:trace>
  <inkml:trace contextRef="#ctx0" brushRef="#br0" timeOffset="16334.2">22582 6980 2332 0,'-4'-1'0'0,"1"1"0"0,-3 0 0 0,1 6 0 0,-4 4 0 0,4 5 0 0,-2 4 0 0,1 3 0 0,3 1 0 0,-1 2 0 0,-1 1 129 0,2 1-46 0,1-4 0 0,0 0-35 16,0 1-11-16,2-1 0 15,0-3 0-15,0-2-374 0,0-2 187 0,0-7 103 16,2 1-474-16,5-2 278 0,5-8 45 0,1 0-333 16,-1 0 247-16,1-8 114 0,-3-4 71 0,1-3-23 0</inkml:trace>
  <inkml:trace contextRef="#ctx0" brushRef="#br0" timeOffset="16698.8">22624 7254 1314 0,'2'-5'0'0,"-1"1"0"0,-1 2 0 0,0 2 0 0,-1 0 0 16,-11 0 0-16,1 8 0 0,0 4 0 0,-5 0 0 0,5 3 0 0,0 1 135 0,0-2-54 0,3 1 1 0,0-1-13 0,6-4-32 0,-1 2 0 15,3-3 10-15,0 1-45 0,0-3 0 16,0-1 35-16,3 0 0 0,4-3-104 0,0 1 61 16,0 0 17-16,-1 0 1 0,-1-1-30 0,2 2-5 15,-2 3 111-15,-1 0-39 0,-1 3-5 0,-1 1-49 16,0 2 150-16,-2 0-58 16,0 2-30-16,0 1 22 0,0 0-7 0,0 0-10 15,-2 0-1-15,-1-2-20 0,-1 0-3 0,2-4 8 16,-2 0-9-16,1-3-106 0,-2-2 53 15,0-1 27-15,-3-2-145 0,1-3 78 0,-5 0 39 0,-2 0-1 16,-2-4 31-16,-2-10-19 0,-1 3 13 0,2-2-33 16,-7-4 264-16,3 2-117 0,5 4-55 0,-2 0 132 15,4-1-88-15,4 6-22 0,0 1 0 0,5 1 213 16,3 2-132-16,0 1-66 0,2-1-33 0,2 2-70 16,11 0 0-16,12 0 0 15,1 5 0-15,6 2 0 0,7 3 0 0,-5-3 0 16,11 5 0-16,-4-3 0 0,2-2 0 0,-1 3 0 15,-1-2-9-15,-5-1-9 16,4-1-781-16,-5-1 380 0,-1 1 191 0,0-6 96 0,-4 0-604 0,-4 0 340 16</inkml:trace>
  <inkml:trace contextRef="#ctx0" brushRef="#br0" timeOffset="16910.32">23224 6652 3613 0,'0'-2'-8'0,"0"2"4"0,2 0 2 0,0 0 2 16,2 9 0-16,-1 14 0 0,4 11 0 0,-2 6 0 0,-1 10 0 0,3 19 0 0,0 1 226 0,0 9-120 0,-2 13-106 0,-1-4 0 16,-2-11 0-16,-1 21 0 0,1-9 0 0,-2 1 0 15,0 6 0-15,0 4-519 0,-11 11 65 0,-1 1 238 16,-2 1-877-16,-3-8 528 0</inkml:trace>
  <inkml:trace contextRef="#ctx0" brushRef="#br0" timeOffset="17564.57">23837 7278 2793 0,'-9'-8'0'0,"2"3"0"0,5 4 0 0,2 0 0 0,0 1 0 0,0 0 0 0,0 0 0 0,0 0 0 0,2-3 0 0,16 3 0 0,6 0 321 16,6-2-141-16,4 0-71 0,3-1 79 0,0-1-79 16,4 0-36-16,-6 0 0 0,-1 2-74 0,-2 1 1 15,-7-2 47-15,1 2-321 0,-6 1 155 0,-3 0 79 16,-4 0 39-16,-1 0-613 0,-5 0 316 0,-1 0 57 15,-4 1 114-15,-1 2-498 0,1-2 294 0,-2-1 146 16,0 0-312-16</inkml:trace>
  <inkml:trace contextRef="#ctx0" brushRef="#br0" timeOffset="17822.53">24596 6911 2051 0,'5'0'0'0,"-1"0"0"0,-2 0 0 0,-2 7 0 0,0 4 0 0,0 1 0 0,-11 3 0 0,-3 1 0 0,-2 6 0 0,-2-2 0 0,-1 1 94 0,1 0 190 0,-1-1-123 0,4-3-53 15,-3 0 28-15,6-3-49 0,3-5-24 0,-1-1-1 16,5-3 48-16,1-2-26 0,2 0-10 0,2-3-11 16,0 0 1-16,0 0-26 0,0 0 0 0,0 0-39 15,0 0 16-15,4 0-1 0,7 0 23 16,1 0-157-16,-1 0 79 0,1 0 48 0,4 0-4 0,-3 0-496 15,0 0 215-15,0 0 134 0,1 1-518 16,-3 2 302-16,1 0 166 0,0-1-155 0,1-2 156 16</inkml:trace>
  <inkml:trace contextRef="#ctx0" brushRef="#br0" timeOffset="18043.12">24713 7076 1658 0,'0'0'0'0,"0"0"0"0,-1 0 0 0,-5 0 0 0,-3 2 0 0,0 6 0 16,-3 7 0-16,1 0 0 0,-5 5 0 0,4 0 0 0,-4 1 316 0,2 2-139 0,1-5-60 0,-4 7 27 0,6-8-53 0,-3 2-27 16,3-4 1-16,2-2 35 0,3-3-22 15,0-3-9-15,1 1 55 0,3-5-44 0,0 1 1 0,2-2-43 16,0-2-30-16,0 2-10 16,2-2 40-16,7 0-1 0,5 0-37 0,2 0-1 0,3 0 48 0,-1 0-259 15,2-2 123-15,-1 0 41 0,-3-1 37 16,2 2-640-16,-4-1 306 0,0 2 123 0,-3 0-483 15</inkml:trace>
  <inkml:trace contextRef="#ctx0" brushRef="#br0" timeOffset="18184.8">24502 7617 2243 0,'-12'4'-1'0,"3"-1"0"0,4 0 0 0,-1-3 1 0,2 0-1 0,4 0 1 0,0 0 0 0,0-3 0 0,1-4 0 0,15-3 0 0,3-2 76 0,3-4-171 0,2 1 67 15,0 0 32-15,4-2-556 0,-2-1 286 0,-1-5 139 16</inkml:trace>
  <inkml:trace contextRef="#ctx0" brushRef="#br0" timeOffset="18514.74">24896 7001 2577 0,'1'-4'0'0,"2"2"0"0,-1 1 0 0,0 1 0 0,-2 0 0 0,0 0 0 0,0 0 0 0,0 7 0 0,0 6 0 0,0 6 0 16,-10 4 300-16,-1 3-131 0,-5 3-66 0,2 1-33 0,-2 1-105 0,0-1 32 15,3 1-1-15,-3-4-455 0,6-1 248 0,0-5 124 16,0 0 72-16,5-4-650 0,2-6 336 0,1-3 72 16,2-5 117-16,0-3-340 0,0 0 213 0,2-3 119 15,3-7 70-15,0 2 37 0,1-2 41 0,-1 2 0 16,0 2 0-16,-1 2 0 0,-3 3 0 0,1-2 343 15,2 2-209-15,0 1-86 0,1 0-52 0,0 9 595 16,2 5-290-16,-3 6-60 16,-1 3-101-16,-1-1 332 0,0 8-222 0,-2 0-107 15,0 0-77-15,0 0 0 0,-4 0-29 0,1-3-420 16,-5 1 205-16,4-6 108 0,0-1 54 0,0-3-247 16,0-8 150-16,3-1 85 0,1-3-39 0,-2-6-625 15,2 0 326-15</inkml:trace>
  <inkml:trace contextRef="#ctx0" brushRef="#br0" timeOffset="18782.02">25065 6997 2398 0,'11'-7'0'0,"1"5"0"0,-1 0 0 0,-6 1 0 0,1 1 0 0,-4 0 0 0,-2 3 0 0,0 9 0 0,0 0 0 0,0 5 0 0,-9 2-39 0,-2 1 38 0,-1-2 9 16,-1 2 29-16,0 1-143 0,-2-5 72 0,2 0 36 15,-1-3-1-15,2-2-262 0,0-4 138 0,4 0 72 16,1-2-40-16,4-3 46 16,1 0-45-16,-1-2 29 0,3 0 229 0,0 0-98 15,3 0-65-15,6 0 279 0,5 0-134 0,4-2-75 16,3 0 1-16,3-2 28 0,2-1 4 0,0 1-36 16,1 1 9-16,-5 2-144 0,1-1 45 0,-1 1 28 15,-2 1-433-15,-3 0 224 0,-4 0 91 0,-3 0 69 16,-4 3-666-16</inkml:trace>
  <inkml:trace contextRef="#ctx0" brushRef="#br0" timeOffset="19064.39">25060 7301 1645 0,'-10'5'0'0,"1"0"0"0,1-2 0 0,5 0 0 0,3-2 0 0,0 1 0 0,0 0 0 0,5-2 0 15,10 2 0-15,2-2 0 0,2 2 62 0,1-2-81 0,3 0 28 0,-2 0 0 0,-1 0 38 0,-3 0-180 16,-6 0 86-16,1 2 42 0,-8 3-553 0,-2 1 273 15,-2 0 134-15,-4 1-155 0,-12-2 154 0,0 5 75 16,-9 2 38-16,6-9 39 16,-5 5 0-16,4-3 0 0,-1 1 0 0,1-3 260 15,4 0-167-15,5-1-65 0,1-1-42 0,5-1 549 16,1 0-263-16,2 0-58 0,2 2 29 0,0-2-103 16,2 2-42-16,7 0-32 0,7 0 0 0,-2-2-28 15,5 0-1-15,-2 0-197 0,2 0 107 0,-2 0 41 16,0 0 25-16,-2 0-400 0,-6 0 213 0,0 0 52 15,-1 0-336-15,-4-2 190 0,-2-2 115 0,-2-4 58 16,0-1-27-16</inkml:trace>
  <inkml:trace contextRef="#ctx0" brushRef="#br0" timeOffset="19242.59">25163 7286 1166 0,'-3'-8'0'0,"0"-2"0"0,0 5 0 0,1 0 0 0,0 3 0 0,0 0 0 0,-1 2 0 0,0 0 0 0,-1 10 0 0,-1 4 0 0,-1 2 152 0,1 3-48 0,-5 4 96 16,1 0-81-16,-1 2-41 0,-1 0 0 0,1-2 210 15,1-1-117-15,2-1-71 0,-2-1-31 16,6-1 159-16,3-2-96 0,0-2-47 0,0-3 43 0,2 2-50 16,10-3-1-16,6-3-39 15,7-1-164-15,3-1 83 0,3-3 49 0,9-1-233 16,0-2 132-16,1 0 66 0,4 0 33 0,0 0-911 16</inkml:trace>
  <inkml:trace contextRef="#ctx0" brushRef="#br0" timeOffset="19401.38">25740 7581 3931 0,'-2'-5'0'0,"0"3"0"0,2 2 0 0,0 0 0 0,0 0 0 0,0 0 0 15,0 0 0-15,0 0 0 0,0 0 0 0,0 0 0 0,0 0 0 0,0 0 0 0,0 0 0 0,0 0-61 0,0 0-123 0,0 5 110 16</inkml:trace>
  <inkml:trace contextRef="#ctx0" brushRef="#br0" timeOffset="55552.32">3964 16598 1112 0,'-12'-14'0'0,"9"10"0"0,3 3 0 0,-3 1 0 0,3 0 0 0,0 0 0 0,0 0 0 0,0 0 0 0,0 0 0 0,0-3 0 0,0 3 418 0,0 0-189 0,0 0-95 0,0 0 43 15,0 0-73-15,0 0-32 0,0 0 0 0,0 0 43 16,3 0-28-16,-1 0-9 0,1 0-39 0,1-1 205 15,-2 1-102-15,2 0-51 0,-1 0 191 0,-3-2-126 16,5 2-59-16,-3-3-28 0,0 3 144 0,3-1-213 16,-2 0 0-16,0 1 0 0,2-3 0 0,0 3 0 15,0-2 0-15,0 2 0 0,0-2 0 16,0 2 0-16,5 0 0 0,-3 0 0 0,-1 0 0 16,3 0 0-16,1-1 0 0,1 1 0 0,3 0 0 15,-3 0 0-15,3-2 0 0,1 2 0 0,0-3 0 16,-1 3 0-16,2-1 0 0,0 1 0 15,1-2 0-15,3 2 0 0,-4 0 0 16,0 0 0-16,4 0 0 0,-4 0 0 0,1 0 0 16,0 0 0-16,-2 0 0 0,2 0 0 0,-1 0 0 15,-2-2 0-15,3 2 0 0,0 0 0 0,-4 0 0 16,0-1 0-16,3 1 0 0,-4 0 0 0,4-3 0 16,-4 3 0-16,4 0 0 0,-2 0 0 0,2 0 0 15,-2 0 0-15,2 0 0 0,0 0 0 0,2 0 0 16,-2 0 0-16,1 0 0 0,0 0 0 15,1 0 0-15,-3 0 0 0,5 0 0 16,0 3 0-16,-1-2 0 0,5-1 0 0,-4 0 0 16,1 2 0-16,2-2 0 0,2 0 0 0,-1 0 0 15,1 0 0-15,-3 0 0 0,3 0 0 0,-3 0 0 16,8 0 0-16,-7 0 0 0,3 0 0 0,-2 0 0 16,3 0 0-16,-2 0 0 0,5 0 0 0,-4 0 0 15,2 0 0-15,-2 0 0 0,2 0 0 0,2 0 0 16,0 0 0-16,4 0 0 0,0 0 0 0,-5 0 0 15,7 0 0-15,-4 0 0 16,-1 0 0-16,-1 2 0 0,2 2 0 0,3-1 0 16,-5 4 0-16,2-2 0 0,1 1 0 0,-1-1 0 15,-1 1 0-15,3-1 0 0,1 1 0 0,-3-1 0 16,4-1 0-16,6 1 0 0,-3-2 0 0,-5 1 0 16,5-2 0-16,0-1 0 0,-1 3 0 0,1-3 0 15,4 2 0-15,-3-1 0 0,-6 1 0 0,11 0 0 16,-3 0 0-16,-3 1 0 0,3-2 0 0,1 2 0 15,-1-2 0-15,8 1 0 16,-5-1 0-16,3 0 0 0,-3 0 0 0,3-2 0 16,-6 2 0-16,11-2 0 0,-3 2 0 0,-3-2 0 15,1 3 0-15,0-3 0 0,4 2 0 0,1 3 0 16,-2-4 0-16,2 5 0 0,2-2 0 0,-3 1 0 16,1 1 0-16,1-3 0 0,1 3 0 0,0-2 0 15,2-1 0-15,11 0 0 0,-14-1 0 0,17-1 0 16,-8 1 0-16,-3-2 0 15,2 2 0-15,-1 0 0 0,-6-2 0 0,12 2 0 0,-5-1 0 0,1 2 0 16,5-1 0-16,-1-1 0 16,-7 1 0-16,13-2 0 0,-4 2 0 0,-1 0 0 15,-1-2 0-15,2 0 0 0,6 0 0 0,2 0 0 16,-1 0 0-16,-2 0 0 0,1 0 0 0,1 0 0 16,-2-2 0-16,-2 0 0 0,5-1 0 0,1 1 0 15,-2-1 0-15,-2 2 0 0,-7 1 0 0,12 0 0 16,-5 0 0-16,-3 0 0 15,3 0 0-15,4 0 0 0,-2 0 0 0,0 0 0 16,-3 0 0-16,1 1 0 0,-1-1 0 0,-1 3 0 16,2-3 0-16,5 0 0 0,-2 0 0 0,-2 0 0 15,1 0 0-15,-11 0 0 0,13 0 0 0,-5 0 0 16,-4 0 0-16,5 0 0 0,0 0 0 0,-12 0 0 16,13 0 0-16,-9 0 0 0,-3 0 0 0,-2 0 0 15,-9 0 0-15,5 0 0 0,1 2 0 0,-1 1 0 16,-5 1 0-16,-3-1 0 0,-4 1 0 0,-9-3 0 15,1 5 0-15,-5-2 0 16,-2 2 0-16,-3-2 0 0,-7-1 0 0,1 2 0 16,-4 1 0-16,-2-5 0 0,-4 3 0 0,-1-2 0 15,-3 2 0-15,0-3 0 0,-3 2 0 0,-2-3 0 16,-1 0 0-16,2 0 0 0,-1 1 0 0,-2-1 0 16,0 0 0-16,0 0 0 0,0 0 0 0,0 0 0 15,0 0 0-15,0 0 0 0,0 0 0 0,0 0 0 16,0 0 0-16,0 0 0 0,0 0 0 0,0 0 0 15,-2-1 0-15,-6-5 0 16</inkml:trace>
  <inkml:trace contextRef="#ctx0" brushRef="#br0" timeOffset="60117.37">20305 13728 1250 0,'-11'-15'0'16,"0"7"0"-16,1 6 0 0,3 0 0 0,2 1 0 0,1-1 0 0,0 0 0 0,3 0 0 0,1 0 0 0,0 2 0 0,0-2 111 0,0 0-33 0,1 1-1 0,10-3 70 0,4-2-57 0,2 1 1 15,1-1 62 1,2-2-54-16,-1 2 1 0,-3 1-44 0,1 1 123 0,1 1-66 15,-4 0-35-15,1 1 1 0,0 1 45 0,0-1-29 16,2 2-10-16,1 0-41 0,-4 0 47 0,5 0-47 0,0 0 0 16,-2 0 57-16,1 0-11 0,1 0-45 0,0 0 3 15,0 0-4-15,-2 0 1 16,1 0 10-16,3 0-18 0,-2 0 8 16,1 2-1-16,5-1-29 0,-4 1 29 0,3 1 12 15,5 0-22-15,-4-3-34 0,3 4 0 0,3-3 0 16,0 2 0-16,1 0 0 15,2 0 0-15,1-2 0 0,0 1 0 0,10 0 0 0,-6 0 0 0,-4-2 0 16,4 0 0-16,0 0 0 0,0 0 0 16,7 0 0-16,-11 0 0 0,5 0 0 0,5 0 0 15,-4 0 0-15,0 0 0 0,1 0 0 16,1 0 0-16,-4 0 0 0,12 0 0 16,-3 0 0-16,-2 0 0 0,3 0 0 0,-1 0 0 0,-4-2 0 15,11-2 0-15,-7 0 0 0,3 1 0 0,-2-3 0 16,-2 2 0-16,-4 0 0 0,10 1 0 0,-4 1 0 15,-4-2 0-15,-1 2 0 0,2 1 0 16,-7-2 0-16,10 2 0 0,-6-1 0 16,3 1 0-16,-4-2 0 0,6 1 0 0,-9 1 0 15,14-2 0-15,-7 1 0 0,4 2 0 0,-4-1 0 16,0-1 0-16,-7 0 0 0,7 2 0 0,-2-2 0 16,-3 0 0-16,1 2 0 0,-1 0 0 15,-2-2 0-15,7 2 0 0,-5-1 0 0,0 1 0 0,1 0 0 16,-3 0 0-16,5 0 0 0,-2 0 0 0,-6 0 0 15,7 0 0-15,-8 0 0 0,7 0 0 16,1 0 0-16,-3 0 0 0,0-3 0 0,4 3 0 16,0-1 0-16,-5-1 0 0,12 0 0 15,-3 0 0-15,3 0 0 0,-1 1 0 0,3-2 0 0,-2 3 0 16,-2 0 0-16,2-2 0 0,-4 2 0 16,1 0 0-16,0 0 0 0,-4 0 0 15,9 0 0-15,0 0 0 0,-1 0 0 0,1 0 0 16,-2 0 0-16,-8 0 0 0,10 0 0 15,-6 0 0-15,1-1 0 0,-5-1 0 0,1-2 0 16,-10 0 0-16,0 1 0 0,-1-3 0 0,-5 2-87 16,-6 1 23-16,1-1-4 0,-4-1 22 0,-4 2-252 15,-5-1 126-15,-5 2 64 0,-1 0 32 0,-3 2-573 16,-1 0 291-16,-1 0 163 0,-18 4 75 0,-15 19-651 16</inkml:trace>
  <inkml:trace contextRef="#ctx0" brushRef="#br0" timeOffset="61226.78">20845 13694 910 0,'0'0'-2'0,"0"0"1"0,0 0 0 0,0-2 1 0,-2 0 0 0,2 0-1 0,0 1 1 0,-2 1 0 0,0-2 0 0,2 2 0 0,-1 0-3 0,-1 0-1 0,-3 0 45 0,1 0-37 0,1 0 42 0,-1 2-9 16,-1 3-1-16,-1 1-43 15,1 3 41-15,-5-2 0 0,2 2 9 0,-2 3-9 0,-1 1 0 0,-1 1-21 16,-2 1 18-16,0 3-7 16,-2 0-21-16,-2 2 24 0,-3 0 2 0,1 2 0 15,-1 1-1-15,-4 2-1 0,1 2 5 0,-6 2-5 16,3-1 0-16,0 2-53 0,-1 3 52 16,-3 0-1-16,0 5 7 0,-4-2 17 0,1 3-24 15,-1 2-1-15,-1-1 1 0,-3 2-3 0,-3-2-48 16,-3 7 47-16,4-2 1 0,-4 2-31 0,-2 3 30 0,-2 0-5 0,6-5 9 15,-10 12-56-15,8-5 0 16,2-1 42-16,2-3 3 0,5-8-49 0,0 3 2 0,0-2 36 0,3 0-31 16,-1-3 27-16,2 1 4 15,-2-1-7-15,2 1 2 0,-1 3 2 0,-3-3 0 16,3 3-6-16,-4-3 8 0,5-2-3 0,4-3 1 16,-6 4-1-16,11-10 1 0,-4 1-3 0,2-3 1 15,6-7-36-15,3 1 37 0,-1-4 0 0,4-3-47 16,1-2 0-16,3-2 44 0,0-3-7 0,2 1-71 15,0-3 35-15,2 1-8 0,-1-4 41 0,3 2-84 16,-1-3 32-16,2 2-8 16,0-2 48-16,0 0-52 0,2 0 0 0,0 2 23 15,0 0-171-15,0 0 84 0,0 4 46 0,2-5-113 16</inkml:trace>
  <inkml:trace contextRef="#ctx0" brushRef="#br0" timeOffset="61873.8">18965 15656 885 0,'0'0'-5'0,"0"-1"1"0,0 0 0 0,0-3 2 0,0 4-1 0,0 0-1 0,0 0 0 0,0-1 2 0,0-1 0 0,0 0 0 0,3 0 52 16,8 0-28-16,1-1 29 0,1-1 0 0,2 2 0 15,0-1-35-15,2-1-11 0,0-1 41 0,2 1-23 16,-1 1 21-16,5 2 0 0,-2-6 11 0,5 4-58 15,-2 0 45-15,2-2-13 0,3 0 9 16,1 0-45-16,3 0 34 0,3 1 5 16,2 3-7-16,5-4-27 0,-2 2 29 0,-1 1 11 15,8 1-72-15,2-2 62 0,-2 3-3 0,1 0 2 16,2 0-51-16,-2 0 5 0,2 0 35 0,0 3-23 16,-1 0 18-16,-1 0 6 0,-1 3-12 0,-4-2-29 15,8 1-10-15,-3 1 45 0,0 3-24 0,0-3 20 16,-2 2-5-16,-4-1 6 15,8 3-9-15,-6-1-22 0,4-1 21 0,-5 0 4 0,4-1-11 0,-7 1 11 16,12-3-1-16,-5 1-1 16,1-1 1-16,2-1 0 0,1-1 3 0,5-2-16 15,-3-1 14-15,10 0-1 0,-4 0-2 0,2 0-10 16,0 0 8-16,-3 0 2 0,10 0-4 0,-4 0 5 16,-1 0 0-16,-4 0-20 0,-5 1 19 0,5 4-1 15,-1 0-1-15,-3 3-36 0,-1-2 35 0,-3 1 0 16,2-2 0-16,-1 1-13 15,-3 2 11-15,3-2 2 0,-4-1-3 0,0-1-48 0,-2-1 45 0,-6-1 1 16,7-1-53-16,-15-1 51 16,3 0-6-16,-4 0 5 0,-4 0-43 0,-5 0-3 15,-3 0 37-15,-3 0-78 0,-6 0 36 0,1 0 0 16,-7 0 33-16,1 0-56 0,-4 0 24 0,-1-1 1 16,-1-4-115-16,0-4 66 0</inkml:trace>
  <inkml:trace contextRef="#ctx0" brushRef="#br0" timeOffset="62706.03">24168 13687 790 0,'0'-8'0'0,"0"4"0"0,0 1 0 0,0-1 0 0,0 0 0 0,0 2 0 0,0-2 0 0,0 3 0 0,0-2 0 0,0 1 0 0,-2 2 61 0,0 0-13 0,-3 0-40 15,2 0 40-15,-3 0 1 0,-1 10 0 0,0 0-51 16,-3 3 48-16,-2 2 0 0,-2 5-19 0,-1 1 16 15,-5 2 1-15,2 1-34 16,-5 4 27-16,0 1 3 0,-3 4-5 0,3 0-11 16,-2 2 9-16,2-5 13 0,-3 9-11 0,2-6-49 15,1 5 50-15,0-2 0 0,-1 0-4 0,2-5-36 16,-4 10 32-16,-1-2 3 0,1-3-34 0,-1 3 0 16,-1-2 25-16,2-3-26 0,-6 8-8 0,3-7 35 15,1 3-5-15,1-3-42 0,0 1 39 0,1-4 8 16,-2 8-12-16,1-6-29 0,1-2-9 0,1 3 40 15,0 1-12-15,2-5 6 0,-5 7-4 16,1-4 5-16,1 1-28 0,-2 3 27 0,-1-3-3 16,6-2 3-16,-9 7-45 0,2-1 40 15,-2 0 0-15,0 1-40 0,0-3-2 0,-3 4 40 16,2 1-4-16,-3-2-46 0,1 0 42 0,-3 0 3 16,3-3-10-16,5-4-32 0,1-4-8 0,5-3 45 15,1-1 12-15,7-4-15 0,0-5-6 0,3 0-45 16,3-1 0-16,3-6 48 0,3 0-4 0,-1-2-94 15,3 2 43-15,0-2-5 0,2-3 46 16,0 1-77-16,0 0 31 0,0-2 1 16,0 0 19-16,2 0-151 0,2-1 85 0</inkml:trace>
  <inkml:trace contextRef="#ctx0" brushRef="#br0" timeOffset="63975.36">19907 11526 417 0,'-9'0'0'0,"2"-3"0"0,-2 1 0 0,0 0 0 0,2 1 0 0,0 1 0 0,-2 0 0 0,0-3 0 0,6 3 0 0,-1 0 0 0,2 0 24 0,2 0-1 0,-2 0 15 0,2 0-13 0,0 0 0 16,0 0-20-16,0 0 19 0,2 0 1 16,2 0 59-16,3 0-58 15,1 3 0-15,2 3 0 0,-3 4 6 0,2 0 2 0,1 0 27 0,-1 4-32 16,0 1 0-16,-1 0 40 0,3 4-37 15,-2-1 7-15,2 1-3 0,-2 2-4 0,0 0 8 16,0-1-26-16,1 5 22 0,-3-2 7 16,0 3-8-16,2-2-38 0,0 3 36 0,-2-2-1 15,2 2-22-15,1 1 29 0,1 2-9 0,0-2 0 16,1 3-60-16,-1-3 58 0,4 1-2 16,-2 0 8-16,3 1-70 0,-2 0 61 0,2 0-5 15,0 4 3-15,1-2-5 0,0 3-34 0,2 5 29 16,-3-5-41-16,2 3 41 0,0 0 2 0,1 1-6 15,-2-7 8-15,3 7-33 0,0-2 27 0,-1-1-4 16,-1 4 3-16,-1-1 33 0,-2-7-29 0,4 9-4 16,-3 0-7-16,2-2 8 0,-2 3-2 15,3 0-25-15,-1-2 26 0,5 9-4 0,-2-6 0 0,2-2-50 16,0 0 48-16,-1-1-2 0,-3-6-36 16,2-1-5-16,-3-1 42 0,-1-3-2 0,-2-3 0 15,-1-2-4-15,-5-5 37 0,0 0-1 0,1-1-32 16,-5-3 0-16,1 0 9 0,-3-1-7 0,1-7 0 0,-2 2 2 15,0-3-2-15,-2-1-23 16,0-1 24-16,0-2 4 0,0-2-126 16,0 2 58-16,0-2 29 0,0 0-1 0,-6 0 30 0,-1 0-273 15,3-2 105-15,-4-10 74 0,2-10-248 0,1-13 148 16</inkml:trace>
  <inkml:trace contextRef="#ctx0" brushRef="#br0" timeOffset="64701.2">19995 11554 107 0,'-12'-12'0'0,"-2"0"0"0,1 3 0 0,1 0 0 0,-4-2 0 0,3 2 0 15,0-2 0-15,-2 2 0 0,3 1 0 0,1-1 0 0,2 0 1 0,-1 0 74 0,3 3-32 0,-1-3 4 0,1 3 4 0,1-2 0 16,2 3-34-1,-1-1 1-15,3 2 0 0,-2 1 4 0,4-1 38 0,0 2 1 0,0 0-14 0,0 0-32 16,0 1 16-16,0-2 5 0,4 2-55 16,7-3 46-16,2 2 1 0,4 0-1 0,2 2 0 15,4 0 4-15,5 0-5 0,0 0 0 0,2 0-3 0,4 0 2 16,7 0-4-16,-5 0 3 16,13 0 7-16,-3 0-9 0,5 0 1 0,2 0 15 0,1 0-13 0,-1 0 10 15,2 0-10-15,-1 2-27 16,0 1 27-16,1 4 0 0,-2-4-1 0,1 1-25 15,0 0 24-15,2-2-3 0,8 2-20 0,-5-4 19 16,-7 1 2-16,7-1-41 0,6 0 39 0,-4 0-5 16,-9 0 4-16,9 0-7 0,-1 0-45 0,7 0 45 15,-5-1 4-15,2-3-43 0,-2-1 39 0,-9 4-4 16,7-1 7-16,-3-2-42 0,0 3 36 0,-3-2-5 16,1 3-13-16,0-1 12 0,-1 1 4 0,0 0-27 15,-1-3 25-15,-3 2-3 0,3-1 2 0,-2 0-16 16,-1 0 13-16,0 1-2 0,-1-3 1 15,-3 0 8-15,0 0-7 0,-2 2-2 16,-4-1 2-16,9-2-3 0,-8 2 4 0,3-3 0 16,-9 2-1-16,2 1-1 0,1-1 2 0,-4-1 0 15,-1 2-17-15,-3-4 16 0,-3 1 0 0,-4 3-55 16,-2-3 53-16,-3 3-3 16,-1-3-34-16,-4-1 33 0,-3 4 1 0,-1-1-4 0,-4-1-31 15,-1 1 31-15,-2 0 1 0,0 1-43 16,-2-3 0-16,0 0 37 0,0 3 0 0,0-3-54 0,-4 2 1 0,-1 1 45 15,-1 1-125 1,-1 0 57-16,0 0 23 0,0 0-8 0,2 2-112 16,-1 0 63-16,1 0 39 0</inkml:trace>
  <inkml:trace contextRef="#ctx0" brushRef="#br0" timeOffset="65327.58">22939 11219 811 0,'0'-4'0'16,"0"3"0"-16,0 1 0 0,0 0 0 0,0 0 0 0,0 0 0 0,0 0 0 0,0 0 0 0,2 0 0 0,0 5 0 0,3 2 46 0,-1 3-1 0,-1 1 23 0,4 2-22 0,-2 2-1 15,1 1 1-15,-1-2 15 0,3 1-16 0,0 2 13 16,1 0-13-16,-2 0-20 0,5-1 21 0,-1 2-1 16,0 0 12-16,3 0 1 0,-4 0-13 0,3-1 1 15,1 1-52-15,-1 2 52 16,0-4-8-16,-2 3 0 0,-2 0 3 16,3 2 1-1,-3-3-2-15,5 7 7 0,-3-4-7 0,0-3 11 0,3 5-10 0,-2-1-54 0,2 3 50 0,-1-1-31 31,-1 3-2-31,2-2 41 0,1 4-15 0,-3-3-43 16,0 0-1 0,-1 2 45-16,3 0-30 0,-3 1 32 0,3-2-11 0,-2 1-52 0,2-2 50 31,-1 2 2-31,1 0-49 0,0-2 50 0,-1 1-9 0,0-1 3 0,0 2-7 0,1-1-30 0,-4 3-4 0,4-2 39 0,1 2-7 0,-2-2-13 16,2 0 12-16,0 3 3 0,-1-6-2 0,2 6-52 15,-1-4 50-15,2 4 0 0,-2-3 13 0,0 1-14 16,0 0-1-16,2-1-14 0,-2 5 10 0,0-8-1 0,0 3-15 15,0 1 18-15,0-1-1 16,-1 1-23 0,1 0 23-16,-1 2-1 0,0-1 1 0,1 5 1 0,0-1-63 0,-2-1 28 15,0 3 0-15,0-3 24 0,2-1 4 0,1 8-25 0,-2-9 21 16,1 1-5-16,0 0-52 16,0 0 48-16,0-2 6 0,1 2-34 0,-2-3 30 15,2 3-11-15,-5-4-34 0,-1 0-4 0,1-5 44 0,-4 1-3 16,-2-3 0-16,1 2-8 0,-4-3-156 15,4-1 116-15,-2-4 43 0,-3-2-6 0,3 1-4 16,-2-3 1-16,-1-2 5 0,1-1-256 0,2 1 121 0,2 1 62 16,-3-5 20-16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13:38.4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1:14:51.076"/>
    </inkml:context>
  </inkml:definitions>
  <inkml:trace contextRef="#ctx0" brushRef="#br0">13927 1564 899 0,'0'-1'0'0,"0"-3"0"16,0 2 0-16,0-2 0 0,0 2 0 0,0 0 0 0,0 0 0 0,2 0 0 0,0 2 0 0,4 0 0 0,-2 0 31 0,2 0 7 0,-3 0-43 0,1 0 32 16,-1 0-1-16,1 0 1 0,1 0 60 15,0 0-21-15,-1 0-7 0,-1 0-29 0,3 2 31 16,-3 2 0-16,3-2-1 0,0 2-22 0,2-1-3 16,-1 1 9-16,2 2-34 0,1 0 0 0,1-1 42 15,0 3-12-15,3-2 0 0,-3 1-2 0,2 0 0 16,0 1-11-16,0 0-18 0,0 1-14 0,2 1 37 15,-1-2-33-15,-2 2 1 0,0 1 23 0,1-1 12 16,0 3-11-16,-1 0 3 0,0-2-7 0,2 2-8 16,-1 2 12-16,-2-1 6 15,4 1-6-15,-2-3-14 0,3 1 11 0,-4 2 2 16,4-2 1-16,-2-1 20 0,4 1-21 0,-4-1 0 16,2 1 1-16,-2-1-14 0,4 2 14 0,-4-1 5 15,4 0-6-15,-4-1 0 0,2 1 1 0,-4 1-19 16,4-2 17-16,-3 3 5 0,2-3-6 15,-2 3-10-15,1-5 9 0,0 4 1 0,2-3-4 16,-2 0-11-16,4 0 13 0,-2 1 1 0,1 1-44 0,0-4 41 16,2 2 0-16,-3 3 5 0,1-3-48 15,3 2 0-15,-4-2 35 0,1 3-27 0,-2-2-2 16,0 2 31-16,0 1-9 0,1-2-18 16,-4 2 18-16,1 0 3 0,2 0-8 0,-2 0 20 15,3 0-18-15,-4-1 4 0,4 2-4 0,-1-2 10 16,-2 1-8-16,2 0-7 0,0 1 10 0,0 0-1 15,0-2 1-15,0 2-8 0,1 0 7 16,-2 2 1-16,2-2-1 0,-2 0-19 16,-1 2 18-16,2-1 0 0,-2 2-2 0,3-3-34 0,-2 1-2 0,2-2 35 15,-4 3-3-15,4-3-47 16,-1-3 43-16,0 3-29 0,0 0-18 0,0-3-7 16,0-1 50-16,0 1-80 0,-2-1 32 0,2 0-18 15,-2-3 56-15,-2 1-179 0,1-3 83 0,-1 1 29 16,-2-2-10-16,-1-1-183 0,-2-2 121 0,-1 0 58 15,-1-1 31-15,-2-1-129 0</inkml:trace>
  <inkml:trace contextRef="#ctx0" brushRef="#br0" timeOffset="798.55">13922 1510 742 0,'0'0'0'0,"0"-2"0"0,0 0 0 0,0 0 0 0,0-1 0 0,0 1 0 16,0 0 0-16,0-1 0 0,0 0 0 0,0-3 0 0,0 3 95 0,2-1-50 0,5-1 11 0,3-1 4 0,1-2-15 0,2 1 0 15,0-1 0-15,4 1-18 0,0 0 29 0,0-4-11 16,2 4-27-16,2-1 27 16,1 1 0-16,-2 2-33 0,5-1-14 0,0 1 46 15,1 1-13-15,2-2-33 0,2 2 31 0,2-1 17 16,2 1-22-16,2-1-23 0,-1 3-8 0,6-5 37 0,-1 4-11 16,-4-1-27-16,3 0 27 0,0 2 5 15,1-2-4-15,-1 1 3 0,4-1-4 16,-7 2 3-16,8 1-1 0,-9-1 0 0,4-1 1 0,1 3-10 15,-4-3 9-15,1 1 5 0,1 1-5 0,-3-2-10 16,9 2 9-16,-12-1 1 0,3-1-1 16,1 2 4-16,-2-1-5 0,1 0 2 15,3 1-4-15,-2-2-17 0,1 2 18 0,1-4-4 0,7 4 5 16,-6-3-1-16,-5 1-1 0,5 0-28 0,0 2 28 16,-4-2 4-16,3-1-6 15,-1 3-19-15,-3-3 17 0,-1 3 2 0,1-1-39 0,1-1 41 16,-3 0-7-16,1 0-52 0,-1 2 50 15,2-3 2-15,0 3-4 0,-1-2-28 0,3 0 26 0,-2 1 2 16,1-2-5-16,-1 2-6 0,2-2 7 16,0 1 3-16,-1 0-5 0,-1 0 3 15,0-1-3-15,0 2 2 0,-4 1-3 0,2-4-4 16,-2 4 8-16,0-2-49 0,2 2 47 16,-2 0 0-16,0-2-1 0,2 2-48 0,0-1-1 0,-1 0 45 15,1 0-5-15,-2-2-51 0,2 0 48 16,-2 1 1-16,0 0-7 0,-1 1-26 0,-1-1-5 0,-5 1 34 15,0-2-39-15,0 3-13 0,-2-1 47 16,-2 0-140-16,-5 0 64 0,0 0 33 16,-3 2-10-16,-4 0-181 0,1 0 110 0,-2 0 50 15,-2 0 0-15,-3 6-155 0,-1 3 102 0</inkml:trace>
  <inkml:trace contextRef="#ctx0" brushRef="#br0" timeOffset="1414.55">16919 1197 1103 0,'0'0'0'0,"0"-1"0"0,0 0 0 0,0 1 0 0,0 0 0 0,0 0 0 0,0 0 0 0,0 0 0 0,0 0 0 0,5 0 0 0,0 0 98 0,3 0-54 0,-1 2 0 15,0 5 0-15,3 1 11 0,-1 1 0 0,0 0-11 16,3 2 0-16,-3 0-43 0,2 2 43 0,3 0-1 15,-4 1 5-15,2 0-4 16,1-2 0-16,0 3 0 0,-1-2-9 0,0 3 9 0,2-1 2 16,-1 0-27-16,0 0 18 0,0 1 3 15,0 1 0-15,3 1-27 0,-4-2 36 0,6 5-11 16,-2-2 3-16,1 1-41 0,0-1-2 0,0-1 38 16,-1 0 1-16,5 3-43 0,-1-3-7 0,-4 3 43 15,3-3-55-15,0 1 6 0,1 2 34 0,1-1-48 16,0 1 44-16,1 0 8 0,1-1-13 15,0 3-29-15,-2-4-12 0,2 3 46 0,2 1-13 0,-2-1-45 16,-2 1 45-16,4 0 8 16,-2-1-14-16,2 1-28 0,-3 1 31 0,2-2 4 15,-1 3-15-15,1 0 13 0,1-1-2 0,-3 0-4 16,2 3 5-16,-1-1 1 0,2 2-2 0,-3 0 14 16,1 0-13-16,-1 0 0 0,1 2 1 0,-1 1 7 15,1-1-6-15,0 0-2 0,1-3 3 0,-2 2 12 16,3-1-11-16,-1-1-24 0,-1-1 23 0,1-1-2 15,0-4 3-15,-1 3-123 0,0-6 56 16,-1 2 29-16,1-2-6 0,-4-2-268 0,1 2 137 0,-3-6 71 16,0 2 19-16,-6 1-146 15,-2-2 94-15</inkml:trace>
  <inkml:trace contextRef="#ctx0" brushRef="#br0" timeOffset="2141.61">15361 2775 860 0,'-12'0'0'0,"3"0"0"0,2 0 0 0,-1 0 0 0,4 0 0 0,0 0 0 0,0-1 0 0,3-1 0 0,1 2 0 0,0 0 0 0,0 0 71 16,0 0-28-16,0-2-28 0,0 2-1 0,1 0 29 15,10 0 11-15,3-2-19 0,3 1 8 0,5-2 0 16,1 2 0-16,7-3 38 0,0 2-27 0,4 0-11 15,3-2 0-15,5 1-31 0,1 0 31 0,3 2 0 16,4-4-32-16,1 4 30 16,2 0 0-16,0-3-27 0,6 3 25 0,5 1 6 15,-10 0 3-15,12 0-95 0,-15 0 35 0,9 0-1 16,7 0 29-16,-14 0-46 0,7 0 25 0,8 1-6 16,-6-1-1-16,2 0 28 15,-2 0-7-15,1 0-19 0,-6 0 23 0,12 0-1 16,-5 0-8-16,-3 0 31 0,1 0-26 0,0 0 2 15,-5 0 7-15,14 0 38 0,-9 0 5 0,2-1-46 16,-2-1 8-16,0 0 49 0,-6-1-43 0,4 1-9 16,-3-2-43-16,1 1 43 0,-1-1 5 15,1-1-3-15,-4 2-26 0,0 0-5 0,-3 0 29 0,-2 3-46 16,0-3-4-16,-10 1 49 0,3 1-14 16,-5 1-28-16,-3 0-11 0,-4 0 42 0,-5 0-15 15,-3 0-72-15,-3 0 32 0,-4 0 1 16,-4 0-43-16,-3 0 39 0,-5 0-14 0,1 0-121 15,-2 0 76-15,-2 0 40 0,0 0 8 0,-2 0-140 16,-15 3 79-16,-7 6 28 0,-12 4 12 0</inkml:trace>
  <inkml:trace contextRef="#ctx0" brushRef="#br0" timeOffset="2842.06">15432 2796 816 0,'0'-2'-1'0,"-2"1"0"16,-1-2 1-16,-1 3 0 0,-2 0 0 0,0 0 0 0,-5 0 0 0,4 3 0 0,-7 6 0 0,3-1 0 0,0 5 82 0,-2-1-35 0,0 2 0 0,-3 1 12 0,-2 4-21 0,1-1 9 15,-1 2 0-15,-5 4 0 0,-2 2-17 16,-1 1 29-16,-6 6-12 0,-4 2-39 0,-3 0 1 16,-8 10 38-16,0-4-40 0,0 2 10 0,-15 11 12 15,4 1 11-15,-10 6-78 0,4 0 35 0,2 3-12 16,8-11 36-16,-14 15-30 0,17-16 34 16,-5 4-14-16,6-4 57 0,0 1-5 15,8-6-40-15,-10 8-1 0,8-4 41 0,0-3-39 16,3-1 1-16,6-6-7 0,-3 2 23 0,2 0-12 15,0-7 12-15,-1 1-54 0,3-2 3 0,2-3 38 16,4-6 6-16,2 2-64 0,-1-4 21 0,5-3 0 16,5-6 11-16,1 2-25 0,2-5-10 0,5-2 45 15,0-3-138-15,6-4 64 0,1-1 25 0,0 0-195 16,2-2 97-16,0 0 60 0,0 0 14 0,0 2-156 16,2-2 71-16,3 0 52 15,2 0-4-15,0 0-116 0,0 0 83 0,1 0 43 0</inkml:trace>
  <inkml:trace contextRef="#ctx0" brushRef="#br0" timeOffset="3373.61">13649 4492 1019 0,'-5'0'0'0,"-1"0"0"0,3-2 0 0,1 0 0 0,0-2 0 0,0 2 0 0,2 1 0 0,0-1 0 0,0 0 0 0,0 0 0 0,2-2 94 0,11 2-35 0,1-1-13 0,4-2 29 15,3 2-28-15,-1-1-1 0,6 2 31 0,-3-1 11 16,7 1-41-16,0 0 48 0,2 0-48 0,4 2-1 16,-1-2 1-16,2 2-11 0,9 0 11 0,-5 0-1 15,3 0 1-15,2 0-58 0,4-2 58 0,2 0 11 16,0 1-11-16,1-1-12 0,4 0 11 0,8 1 1 16,-14-2-29-16,7-1 28 0,-2 3-5 0,12-1 3 15,-8-2-6-15,2 3 2 0,3-2-4 0,-10 1-21 16,17 0 24-16,-4-1 2 15,-1 0-5-15,-1 2-59 0,1-3 0 0,-7 2 61 0,16 1-6 0,-9-2-47 16,-3 2 0-16,2-2 32 16,-1 1 6-16,-8 2-32 0,10 0 27 0,-5 0-16 15,-2-1 3-15,4 1 5 0,-2 0 5 0,-4-1-36 16,13-2 35-16,-4 2-4 0,1-2 1 0,-1 0-28 16,0-3 28-16,-1-2 2 0,13 1-2 15,-4 0-32-15,1-3 1 0,-3 3 24 0,4-3 3 0,-13 2-30 16,12 2 27-16,-8-3-8 0,-2 4-47 15,-2-1 48-15,-2 1 4 0,-8-1-47 0,0 2-1 0,-1 1 36 16,-4 0 5-16,-10 2-44 16,-1-1 0-16,-8 0 31 0,2 0 8 0,-10 2-48 15,-3 0 1-15,-2 0 35 0,-6 0-48 0,-1 0 48 16,-3 0 3-16,-3 0-8 0,-2 0-22 0,0 0 22 16,-1 0-1-16,-1 0-25 0,0 0 0 0,0 0 22 15,0 0 4-15,0 0-129 0,0 0 52 0,0 0 32 16,0 0 0-16,0 0-207 0,0 0 117 0,0-2 60 15,0-4-315-15</inkml:trace>
  <inkml:trace contextRef="#ctx0" brushRef="#br0" timeOffset="4198.71">18381 2760 950 0,'0'-3'0'0,"0"1"0"0,0 0 0 0,0 0 0 0,0 0 0 0,-2 1 0 0,2-2 0 0,-2 3 0 0,0 0 0 0,2 0 0 0,-2 0 90 0,-1 0-47 0,2 0 0 15,-3 0 0-15,0 0 19 0,1 0-19 0,-5 8 0 16,3-1 1-16,-5 3 24 0,1 1-25 0,-2 2 10 16,-5 3 31-16,2 4 0 0,-2-1-41 0,2 1 30 15,-4 3-30-15,0-1 11 0,-1 5-11 0,-2-1-42 16,-1 0 42-16,0 2 0 0,-1 1 0 0,0-1-21 15,1 0-10-15,-3 3 31 0,3-4 0 16,-1 3-30-16,1-1 28 0,-1 1-11 16,0-2-11-16,-1 2 7 0,2-2 8 0,1 2 8 15,-2-3-10-15,1 4 7 0,0-3-7 0,1 1 41 16,-2-1-39-16,3-2 4 0,-1 3-4 0,0-4 34 16,-1 1-31-16,-1 1 2 0,0 0-40 0,-1-1 1 15,0 1 36-15,-2 1 11 0,1-2-48 0,2 0 35 16,3 0 1-16,-1-2-46 0,2 1 1 0,5-5 39 15,-6 5-1-15,6-4-35 16,-3 1-1-16,2-2 21 0,-1 1 8 0,4-2-30 0,-6 5-3 16,2-4 22-16,0 0 6 0,-2 1-32 15,1 1 30-15,1-3 0 0,-4 6-15 0,1-4 10 16,-1 3 2-16,1-2-26 0,0-1 25 0,4-3 0 16,-2 2 0-16,1-4-7 0,0 3 6 0,3-4-3 15,1 0 2-15,2-1-26 0,1-3 25 0,-2 0-1 16,4-1-28-16,0-3 27 0,1 1 1 0,1-3-2 15,0 0-30-15,4-3-2 0,-1 0 31 0,0 0-36 16,2 0 34-16,-2-2-5 16,2 0 3-16,0 0-31 0,0 0 0 0,0 0 21 15,0 0-3-15,0 0-71 0,0 0 37 0,0 0-9 16,0-2 44-16,0-2-382 0,0-3 156 0,0-3 104 16,4 0-500-16</inkml:trace>
  <inkml:trace contextRef="#ctx0" brushRef="#br0" timeOffset="6471.06">12842 2894 968 0,'4'0'0'0,"5"0"0"0,1 0 0 0,-1 0 0 0,5-2 0 0,-2 0 0 0,3 1 0 0,-1-1 0 0,0-1 0 0,2 0 0 0,0 0 24 0,1 0 18 0,2-3-19 16,0 3 17-16,5-4 1 0,-3 1 9 0,5-2-10 15,0 1-62-15,1 1 60 0,-1 0 0 0,1 3-62 16,-5 0 69-16,6 2-10 0,-7-1-9 0,1 2-74 16,1 0 32-16,-3 0 1 0,1 0 31 0,2 0-58 15,-3 0 22-15,3 0 0 0,0 0-16 0,3 2-1 16,-6-2 32-16,5 0-1 0,1 0 4 0,-1 0 3 15,1 0-7-15,0 0 56 0,-2 0-51 0,6-2 1 16,-3-2 1-16,1-1 48 16,0-1 4-16,0 0-48 0,3 0 10 0,-3 3 31 15,2-3-29-15,-4 3-6 0,0 3-2 0,-2-3 4 16,-1 2 9-16,4 1-53 0,-7 0 44 0,4 0 0 16,-1 0-1-16,0 0-38 0,-1 0 36 0,2 0 0 15,-1 0-6-15,0 1-1 0,-1-1 0 0,4 0 4 16,-5 0-4-16,7 0 10 0,-5 0-9 0,3 0 1 15,-2-1 29-15,3-3-27 16,1 1 2-16,2-5-20 0,-2 2 19 0,2 2-1 16,-3 0 2-16,-1 3-40 0,-4-1 0 0,3-1 35 15,-2 3-1-15,-1-1-49 0,-2 1 45 0,3 0 3 16,-2 0-8-16,1 0-27 0,-1 0-9 0,2 0 38 16,0 0 4-16,-3 0-6 0,2 0-10 0,1 0 8 15,-1 0 37-15,1 0-36 0,-2 0-1 0,-1 0 45 16,3 0 1-16,-2 0-41 15,-3-1 9-15,3-3 13 0,2 3-15 0,-2 1-4 16,-2-2 8-16,2 0-11 0,0 2 9 0,-1 0-3 16,0-1-18-16,1 1 19 0,-3 0-1 0,1 0-20 15,-1-2 19-15,1 2 0 0,0 0-1 0,0-2-13 16,0 2 13-16,-1-2-3 0,1 2 3 0,2-2-3 16,-3 2 2-16,2-2 0 0,1 2 0 0,-3-1 17 15,1-2-16-15,1 3 0 0,-1-1 50 0,0 1-46 16,-2-2-2-16,4-1 32 0,-2 2 1 0,-1 1-26 15,1-2-3-15,1 2 38 16,-1-2-36-16,2 2 4 0,-3-1-3 0,2 1 22 16,1 0-20-16,-3-3 7 0,1 3-21 0,-1 0 15 15,1 0 0-15,-1 0-12 0,-2-3 12 0,3 3 2 16,-3-2-1-16,2 2-41 0,0 0 39 0,-1 0-3 16,1-1 2-16,0 1-48 0,-1 0 45 0,1 0-3 15,0 0 3-15,0 0-40 0,-1 0 37 0,2 0-2 16,0 0-19-16,0 0 18 0,-1 0 0 15,3 0-7-15,-2 1 6 0,1-1-2 0,3 0 2 16,0 0-7-16,0 0 5 0,0 0-2 16,-2 0 1-16,0 0 4 0,-3 0-3 0,1 0-1 15,-1 0 1-15,-2 0 16 0,0 0-16 0,-4 0 1 16,6 0 22-16,-5 0-21 0,-1 0 1 0,4 0 26 16,-2 0-25-16,2 0 2 0,-2 0-1 0,2 0 11 15,-2 0-11-15,4 0 4 0,-2 0-3 0,2 0-12 16,1 0 12-16,-1 0 2 0,1 0-1 0,-1 0-24 15,1 0 23-15,1 0 0 16,-4 0-6-16,1 0 4 0,0 0 1 0,-2 0-3 16,2 0-11-16,-2 0 11 0,0 0 1 0,2 2-5 15,-2 1 4-15,2 0-1 0,-1-2 1 0,2 1-9 16,-2 1 8-16,1 0-1 0,-3-3 1 0,4 2-4 16,-1-1 3-16,-2 2 1 0,0-3-2 0,0 1 15 15,0-1-13-15,0 0 11 0,0 2-9 16,0-2-1-16,-1 0 2 0,0 0 2 0,-1 2-3 0,2-2 0 15,-4 2 3-15,5-2-12 16,-3 0 11-16,2 2-2 0,-2-2 1 0,-1 0-5 16,4 2 5-16,-1-2-1 0,0 0 0 0,0 0-4 15,0 0 4-15,2 0-1 0,-2 0-1 0,0 0 1 16,2 0 0-16,0 0-2 0,0 0 2 0,0 0-1 16,-1 0 1-16,2 1-2 0,0-1 1 15,-1 2 0-15,0-2-1 0,0 2 3 0,0-1-2 0,0 3 0 16,0-3 0-16,-1 0 15 15,2 2-14-15,-2-3-8 0,1 2 8 0,0-1 0 16,2 2 1-16,-2-2 2 0,2 1-2 0,0 0 0 16,1 0 1-16,-1 0-3 0,2 0 2 0,-1-1 0 15,1-1-1-15,0 3-3 0,-3-3 3 0,3 1 1 16,0-1-8-16,-3 0 7 0,1 0 0 0,-1 3 0 16,2-3-7-16,-1 1 6 0,1 1 0 0,-1-2-13 15,2 2 12-15,-1 0 0 0,3-1-2 0,-2-1 2 16,1 3-2-16,-1-3 1 15,1 3-1-15,1-3 9 0,-3 2-9 0,3 0 2 16,-2 0-1-16,-1-1 8 0,3 1-6 0,-2-2 0 16,2 3 0-16,-3-2 0 0,1-1 2 0,0 2-4 15,-1-2 3-15,1 0 0 0,-2 2 0 0,2-1-4 16,-1-1 4-16,-2 0-1 0,3 0 0 0,-2 3 0 16,1-3 0-16,1 0 0 0,-2 0 0 0,1 0 10 15,1 0-10-15,-2 0 0 0,-1 0 34 0,2 0-33 16,-2 0 0-16,1 0 2 0,-2 0 7 15,0 0-5-15,0 0-3 0,-1 0-14 16,2 0 15-16,0 0 2 0,-1 0-1 0,0 0-18 16,2 0 17-16,2 0 0 0,-1 0-7 0,1 0 5 15,3 0 1-15,-1 0-4 0,3 0-3 0,0 0 4 16,1 0 1-16,1 0-2 0,0 0 2 0,0 0 0 16,2 0 0-16,0 1-12 0,1-1 12 0,0 2 0 15,0-2-1-15,0 3-44 0,1-2 2 0,2 0 36 16,0-1 2-16,-1 3-48 0,5-3 46 15,0 0-14-15,5 0 12 0,-2 0-6 16,-1 0 6-16,1 0 22 0,0 0-23 0,-4 0-7 16,9 0 5-16,-5 0-3 0,1-3 3 0,1 2 2 15,1-3-2-15,-7 1-11 0,9-3 12 0,-2 4 3 16,-1-2-2-16,1 2-113 0,-3 1 54 0,-4-1 19 16,9 0-84-16,-11 2 47 0,8-2 30 0,-2 2-194 15,-6-3 105-15,0 3 40 0</inkml:trace>
  <inkml:trace contextRef="#ctx0" brushRef="#br0" timeOffset="11328.17">19117 2728 1624 0,'-2'-1'0'0,"0"-1"0"0,-2 0 0 0,4 0 0 0,-2 2 0 0,0 0 0 0,2-2 0 0,0 2 0 0,0 0 0 0,0 0 0 0,0 0 62 15,0 0 41-15,0 0-38 0,0 0 1 0,0 8-28 0,0-3 62 0,0 2-31 16,0 3 10-16,2 4-41 0,0-3 81 0,-2 2-41 0,2-1 17 16,-2 2-66-16,2-3 19 0,-2 4-10 0,0-5-40 15,2 1 41 1,-2-2-1-16,0-1 0 0,2-2-46 0,-2-2 19 0,0-1-1 15,0-3-4-15,0 0 0 0,0 0 22 0,0 0 14 0,0 0 26 16,0 0-37-16,0-1-11 0,0-10 7 16,0 1-72-16,0 1 39 0,0-5-8 15,0 4-12-15,-2 1 45 16,-2 0 0-16,2 1 1 0,-2 2 29 0,2 5-32 0,0-3 0 16,1 2 33-16,-1 2-32 0,0 0-3 0,0 0 6 0,0 0-40 15,0 0 0-15,1 0 30 0,-3 3 2 0,4 1 45 16,-2 1 4-16,0-3-42 0,1 1 122 15,1 0-111-15,0-2-8 0,0-1 2 0,0 0 66 16,0 0-33-16,0 0 0 0,0 0 115 16,0 0-128-16,0 0-45 0,0 0 0 0,0 0 0 15,0 0 0-15,0 0 0 0,0 0 0 16,0 0 0-16,0 0 0 0,5 0 0 0,4 0 0 16,4 0 0-16,4 0 0 0,2 0 0 15,1 0 0-15,7 0 0 0,-1-1 0 16,3-2 0-16,1 0 0 0,1 2 0 0,3 0 0 0,-2-2 0 0,2 1 0 15,0 1 0-15,-3-2 0 16,1 3 0-16,2 0 0 0,-4 0 0 0,2 0 0 0,3 0 0 16,-6 0 0-16,5 0 0 0,0 0 0 0,0 0 0 0,0 3 0 0,-1-3 0 15,5 0 0-15,1 0 0 0,3 0 0 16,-7 0 0-16,1 0 0 0,-2 0 0 0,-3 0 0 16,-4 0 0-16,3 0 0 0,-7-3 0 0,0 3 0 15,-3 0 0-15,-1-1 0 16,-5 1 0-16,4 0 0 0,-7 0 0 0,0 0 0 0,-1 0 0 15,-5 0 0-15,0 0 0 0,-1 0 0 0,-2 0 0 16,1 0 0-16,-1 0 0 0,-2 0 0 0,0 0 0 16,0 0 0-16,0-2 0 0,0 0 0 0,-2 1 0 15,-7-5 0-15,2 2 0 0,0-1-132 0,-3 1-17 16,3 0-521-16,-3-2 316 0,3 2 158 0,2-3-585 16,-2-1 376-16,4 1 184 0</inkml:trace>
  <inkml:trace contextRef="#ctx0" brushRef="#br0" timeOffset="11668.8">20029 2535 2484 0,'-7'0'0'0,"1"0"0"0,3 0 0 0,-1 0 0 0,2 0 0 0,1 0 0 0,1 0 0 0,0 0 0 0,0 2 0 0,5 2 0 0,6 3 96 0,4 0 311 16,2 0-189-16,0 2-90 0,1 1-44 0,3 0 222 15,2 1-134-15,-5-1-136 0,7 4-36 0,-4-3 0 16,-3-2 0-16,5 5 0 0,-6-3 0 0,3 1 0 16,-1 3 0-16,-1-3 0 0,0-1 0 0,-3 1 0 15,0 0 0-15,1 0 0 0,-6-2 0 0,3-2 0 16,-3 2 0-16,-1-1 0 0,-3-4 0 0,-1 1 0 16,2-1 0-16,-4 1 0 0,-1-3 0 0,0-2 0 15,0 3 0-15,0-2 0 16,-2 0 0-16,0 0 0 0,0 3 0 0,0-1 0 15,-2 2 0-15,-12 5 0 0,-2 7 0 0,-7 0 0 16,-9 10 0-16,-4 2 0 0,-6 5 0 0,-11 12 0 16,-2-1 0-16,-5 7 0 0,-13 9 0 0,-1 3 0 15,-6 8 0-15</inkml:trace>
  <inkml:trace contextRef="#ctx0" brushRef="#br0" timeOffset="25348.92">15931 1833 1059 0,'2'-8'0'0,"0"5"0"0,0-3 0 0,-2-2 0 0,0 2 0 0,0 2 0 0,0-2 0 0,0 1 0 0,0 1 0 0,0 2 0 0,0-1 84 0,0 2 10 0,0-1 86 16,0 2-70-16,0 0-34 0,0 0 0 0,0 0 89 15,0 0-52-15,0 0-41 0,0 0 31 0,3 0-31 16,-3 0 0-16,0 0-30 0,0 6 107 0,0 5-59 16,-5 1 0-16,-4 4 0 0,-2 4 0 0,-3 3-49 15,0 3 11-15,-4 0 45 0,0 4-28 0,-1 1 0 16,0 0-27-16,1 1 28 16,-1-1-19-16,0 0-10 0,0 1-35 0,2-2 0 15,0 0 36-15,2 0-84 0,0-1 53 0,0-1-11 0,2-1 38 16,0-1-95-16,0 1 35 0,-2-2-1 0,1-3 32 15,0 3-33-15,0-2 7 0,0-3 0 0,3-1-1 16,-3-3-48-16,3 0 22 0,1-3 1 16,3-4-80-16,-1 0 55 0,3-3 21 0,1-2-206 15,3-2 109-15,-2 0 56 0,1-2 10 16,2 0-269-16,0 0 153 0,0-9 66 0,0-7 48 0,2 1-180 16,4 0 110-16,1-3 54 15,-1-3 27-15,1 3-286 0,0-6 162 0,-2 5 76 16,1-4-57-16</inkml:trace>
  <inkml:trace contextRef="#ctx0" brushRef="#br0" timeOffset="25592.97">15533 2298 1041 0,'0'-12'0'0,"0"4"0"0,-2 3 0 0,0 0 0 0,1 4 0 0,-1-2 0 0,2 3 0 0,0 0 0 0,0 0 0 0,0 0 0 0,0 6 70 0,0 4 142 16,0 3-86-16,0 1-42 0,0 4 10 0,0 2 142 0,0 5-97 16,0-1-50-16,0 1 99 15,-4 2-73-15,-1-3-27 0,-3 7-10 0,0-6 44 16,1-5-41-16,0 3 1 0,1-2-41 0,0-5 60 15,2-5-60-15,2 0 0 0,0-1 46 0,1-4-1 16,1-2-45-16,0-2 40 0,0-2-11 0,0 0-29 16,1 0 0-16,11 0 24 0,1-8-24 0,3-3 11 15,4-6-11-15,1-2-141 0,1 0 71 0,0 0 35 0,3-3-372 16,1-1 184-16,1 1 96 16,-1 0-240-16,1-1 155 0,-2 1 45 0,2-3 48 15,-1 0-505-15,2 1 276 0,-1 0 133 0</inkml:trace>
  <inkml:trace contextRef="#ctx0" brushRef="#br0" timeOffset="25836.34">16057 1859 2407 0,'-7'0'0'0,"5"-1"0"0,0-2 0 0,2 3 0 0,0 0 0 0,0-2 0 0,0 1 0 0,2-2 0 16,7 2 0-16,7-1 0 0,0 0 310 0,3 0-124 0,2 0-76 0,-1 0-35 0,3 1 29 16,2-1-32-16,-3 0 1 0,2 0-20 0,-3 2-153 15,0-1 71-15,-1-2 36 16,-1 3-333-16,-1-2 184 0,-2 0 103 0,-1 1-279 0,-2-1 168 16,-2-2 6-16,3-2 67 0,-3 0-538 0,-1 0 276 0,-3-6 153 15</inkml:trace>
  <inkml:trace contextRef="#ctx0" brushRef="#br0" timeOffset="26065.45">16414 1628 2284 0,'-3'-2'0'0,"3"1"0"0,-2 1 0 0,2-3 0 0,0 3 0 0,0 0 0 0,0 0 0 0,5 0 0 0,8 0 0 0,1 0 0 0,-1 0 190 0,2 3-74 0,0 4-26 0,-2-2 33 15,2-1-40-15,-1 4-1 0,-5-1-39 0,0 1-44 16,-2-2 12-16,0 4 31 0,-4-2 0 0,-1 4-118 15,-2 0 59-15,0 2 29 16,-7 1-175-16,-5 1 97 0,-3-2 21 0,-2 1 38 16,1 0-347-16,-7 1 172 0,4-2 40 0,-6 1 61 15,3-1-325-15,-3 2 182 0,1-3 91 0,-3 2-268 16,6-2 168-16,-8 2 101 0,12-8 45 0</inkml:trace>
  <inkml:trace contextRef="#ctx0" brushRef="#br0" timeOffset="26426.44">16197 1981 1557 0,'0'4'0'0,"0"0"0"15,0-1 0-15,0 1 0 0,0-1 0 0,0 3 0 0,0-1 0 0,1 4 0 0,1-2 0 0,0 6 0 0,0-1 208 0,0 2-83 0,-2 3-41 0,0 2 128 0,0 0-74 16,0 2-54-16,0 0-37 16,-6-1-5-16,-1 0 0 0,2 1 0 0,-2-3-79 15,2-3 34-15,-1-3 0 0,4-2 46 0,-1-5-114 16,1 1 56-16,2-3 39 0,-2-3-11 0,2 0-33 15,0 0-16-15,0-6 29 0,0-7 18 0,2-7-20 16,5 4 15-16,4-7-37 0,-1 4 36 0,1 2 0 16,0-1 2-16,3 3 55 0,-3 1-54 15,-1 4 7-15,-1 5-5 0,0-1 120 0,0 3-56 0,1 2-18 16,-3 1-5-16,1 0 40 16,-3 0-32-16,3 4 108 0,-2 7-65 0,-3 3-11 15,1 2-11-15,-2 0 37 0,0 0-38 0,-1 3 0 16,-1-1-37-16,2 0-28 0,0-3-11 0,0 2 39 15,1-7 0-15,-1 5-168 0,-1-7 84 0,5-1 53 16,-3 0-342-16,1-1 161 0,2-4 91 0,-1 0-219 0,3-2 142 16,-1 0 23-16,4 0 56 0,1 0-454 15,1 0 245-15,3-4 122 0,-2-4 61 16</inkml:trace>
  <inkml:trace contextRef="#ctx0" brushRef="#br0" timeOffset="26594.36">16664 2152 3118 0,'0'0'0'0,"0"0"0"0,0 0 0 0,0 0 0 0,0 3 0 0,0-1 0 0,0 6 0 0,0 2 0 0,0 1 0 0,0 4 0 0,0 0 224 0,0 4-91 16,0-1 320-16,0 2-450 0,0-1-3 0,0 1 0 0,0 0 0 16,0 1 0-16,0-1 0 0,0 1 0 15,0 1-102-15,0 0 18 0,0 0 63 0,0 4-940 0</inkml:trace>
  <inkml:trace contextRef="#ctx0" brushRef="#br0" timeOffset="31666.19">16280 3212 2035 0,'0'-3'0'0,"-2"1"0"0,2 0 0 0,0 0 0 0,-3 1 0 0,3 1 0 0,0 0 0 0,0 0 0 0,0 0 0 0,0 0 0 0,0 0 69 0,0 3 61 0,0 9-35 0,0 5 77 16,3 2-66-16,0 6-33 0,1 4 0 0,-2 5-34 16,0 3 75-16,-1 9-42 0,1-4 0 15,-2 5-3-15,0 4-1 0,0 1-28 16,0 0 10-16,0-2-36 0,0-1 26 0,0 0-1 16,0-6-65-16,0-7 33 0,2 0 9 15,0-3 24-15,2-3-115 0,-3-1 48 0,1-9 30 0,0 1-3 0,1-4-150 16,-3-2 68-16,0-6 44 15,0-1 5-15,0-4-83 0,0-3 37 16,-5-1 30-16,0 0-220 0,-4 0 116 0,1-11 49 0,2-4-336 16,-1-4 200-16,1-5 90 0,1-7 61 0,1 1 24 0,0-5-399 15</inkml:trace>
  <inkml:trace contextRef="#ctx0" brushRef="#br0" timeOffset="31880.81">16294 3277 1951 0,'0'-2'0'0,"-2"0"0"0,0 2 0 0,-1 0 0 0,-3 0 0 0,0 4 0 0,-3 8 0 0,2-2 0 0,-1 7 0 0,-2 1 0 0,1 4 266 0,2 0-103 0,-5 6-67 16,3-2-17-16,-2 3-1 0,4-3-38 16,-3 0 0-16,4-2-165 0,-1-2 77 15,1-3 45-15,0 1-356 0,2-5 200 0,3-4 99 16,-3-1-205-16,4-5 95 0,-2-1 87 0,2-4-35 15,0 0 49-15,0-1-367 0,4-14 189 0</inkml:trace>
  <inkml:trace contextRef="#ctx0" brushRef="#br0" timeOffset="32057.29">16259 3314 2405 0,'0'-1'0'0,"1"-1"0"0,1 2 0 15,2 0 0-15,-1 0 0 0,6 0 0 0,0 8 0 0,0-2 0 0,3 6 0 0,-1 0 0 0,0 1 109 0,2 1 175 0,-2 1-122 0,0 3-52 0,1-2-39 0,-1 1-1 0,-2 2-178 16,3-2 74-16,-3 1 37 0,0-1-152 0,1 1 89 16,-3-6 50-1,1 4-466-15,-3-7 258 0,2-1 70 0,-2 0 88 0,2-7-626 16,-1-1 323-16</inkml:trace>
  <inkml:trace contextRef="#ctx0" brushRef="#br0" timeOffset="32264.35">16551 3355 2537 0,'0'0'0'0,"0"0"0"0,0 0 0 0,3 0 0 0,-1 0 0 0,1 0 0 0,6 0 0 0,2 0 0 16,5 0 0-16,0 0 0 0,5 0 218 0,0 0-90 0,1 0-33 0,4 0-11 0,-1 0-70 0,2 0 25 15,-3 0 1-15,-4 0-378 0,3 0 198 16,0 0 85-16,-2 0-480 0,-1 0 283 0,-3-3 141 0,-1 1-16 15,-4-3-440-15,1-3 268 0,-4-1 130 16,-1 0 65-16,-6-3-145 0</inkml:trace>
  <inkml:trace contextRef="#ctx0" brushRef="#br0" timeOffset="32818.01">16937 3219 1623 0,'-13'-6'0'0,"1"5"0"0,1-2 0 0,1 3 0 0,1 0 0 0,3 0 0 0,3 0 0 0,3 0 0 0,0 0 0 0,0 0 0 0,11 0 160 16,6 3-66-16,3 1-26 0,1-1 173 0,5 1-100 0,-3 0-51 15,-3-1 24-15,3 1-42 0,-2 1 0 0,-3 1-77 16,-1-1 1-16,-4 1 44 0,-3 1 9 0,-5-1-138 16,-1 3 65-16,-2 6 31 0,-2-5 1 0,-2 6-190 15,-11-1 116-15,-4 1 8 0,-4 1 39 0,1 0-306 16,-1-2 154-16,-2 0 41 0,5-2-84 0,-3 0 92 16,-3 0 41-16,6-3-178 0,-1-1 110 15,-1 1 54-15,2-3 18 0,3-1-78 16,2 0 58-16,4-3 28 0,-1 0 1 0,2 2 92 15,1-1-41-15,4-1 9 0,-2 1-31 0,3 4 273 16,-2-2-137-16,4 3-68 0,-1 1 382 0,-1 2-181 16,2 4-115-16,-2-2 179 0,0 5-129 0,0 2-53 15,1 1-27-15,-1 2 225 0,-4 3-136 0,3-3-67 16,-2-5-33-16,0 3 86 0,1-2-49 0,-1 0-41 16,1-4-1-16,0 0-96 15,1-5 33-15,-2 0 0 0,3-3-82 0,0-2 53 0,1-5 32 0,1 1-60 16,0-2 46-16,0 0 0 15,0 0 55-15,0-11-160 0,0-2 63 0,1-4-7 16,8-2 28-16,-2-2-76 0,4 0 43 0,-1 3 9 16,1 0 0-16,1-2 59 0,0 5 0 0,1 2-30 15,1 2 168-15,-3 2-73 0,0 3-41 0,1 4 172 16,-3 1-97-16,2 1-40 0,-1 0-24 16,-1 7 84-16,-2 6-50 0,-2 4-5 0,2 2 1 0,-2-1 139 15,-1 9-91-15,-2-4-68 16,0-1-54-16,-1 0 0 0,1 1 0 0,-2-2 0 15,0-3 0-15,0 1 0 0,0-4 0 0,0-1 0 16,0-3 0-16,0-4 0 0,0 2 0 0,0-7-34 16,0 3-66-16,0-4 59 0,0-1 30 0,0 0-593 15,0 0 277-15,0 0 143 0,0-4 73 0,0-7-461 16,4-2 266-16,3-2 124 0,1-2-409 0</inkml:trace>
  <inkml:trace contextRef="#ctx0" brushRef="#br0" timeOffset="33104.4">17034 3753 2064 0,'1'0'0'0,"5"0"0"0,0 0 0 0,0-3 0 0,1-1 0 0,2 3 0 0,1-3 0 0,1 2 0 0,0 2 0 0,3 0 0 0,-3 0 300 0,0 0-130 0,0 2-65 16,-3 7-33-16,-3 1 33 0,2 1-38 0,-4 0 0 16,-1 3-28-16,-2 1-58 15,0-1 30-15,0 3 9 0,-8-4-55 0,-1 2 37 16,-4-1 0-16,-1-3 59 0,2-1-21 0,-2-3 9 15,3-2-9-15,2-3 103 0,-1 2-59 0,4-2 1 16,1-2-69-16,1 0 220 0,2 0-104 0,2 0-57 16,0 0-75-16,0 0 0 0,6 0 0 0,7 0 0 15,2 0 0-15,4 0 0 0,1 0 0 0,1-2 0 16,2 0 0-16,-1 0 0 0,1-1 0 0,-1-1 0 16,-2-1 0-16,1 3 0 0,-1-1 0 0,-4-1-541 15,1 2 139-15,-2 1 187 0,-1-1 56 16,-2 2-320-16</inkml:trace>
  <inkml:trace contextRef="#ctx0" brushRef="#br0" timeOffset="45506.84">24513 5134 2302 0,'-17'-13'0'0,"6"10"0"0,2 3 0 0,3 0 0 0,3 0 0 0,3 0 0 0,0 0 0 0,0 0 0 0,3 0 0 0,13 0 0 0,13 0 301 16,10 0-136-16,7 0-64 0,3 0-32 0,6 0 156 0,13 0-93 16,-15 0-39-16,7 0-32 0,-2-4 18 15,-3 4-41-15,-3-4-1 0,-3 2-111 0,-10-2 65 16,1 3 18-16,-6-2-389 0,-4 2 208 0,-8-1 100 0,-1-2 54 15,-7 2-746-15,-2-2 369 0,-3 1 178 0,-3-2 90 16</inkml:trace>
  <inkml:trace contextRef="#ctx0" brushRef="#br0" timeOffset="45709.16">25204 4854 2040 0,'-8'-7'0'0,"5"3"0"0,0 2 0 0,3-2 0 0,0 1 0 15,0 1 0-15,12 1 0 0,3-2 0 0,5 3 0 0,3 0 0 0,4 0 225 0,-5 8-85 0,7 1-56 0,-5 2-24 0,-6 0 158 0,4 3-91 16,-6-2-45-16,-4 4 10 0,-3 1-108 0,-6 2 27 16,-1 0 0-16,-2 6 26 0,-5 0-206 0,-12 3 113 15,-3-2 42-15,-9 6-416 0,1-3 225 16,2-6 111-16,-3 2-504 0,-1-2 271 0,0-2 150 16,-2-5 70-16,2-1-161 15,0-3 115-15</inkml:trace>
  <inkml:trace contextRef="#ctx0" brushRef="#br0" timeOffset="46007.31">24964 5305 1801 0,'-8'6'0'0,"4"1"0"0,1 4 0 0,-3 3 0 0,4 0 0 0,-1 3 0 0,-1 4 0 0,2 4 0 0,-1-1 0 0,2-1 0 0,1 1 74 0,-2 3 302 0,-2-3-169 0,2-4-85 16,-1 3-43-16,1-4 104 0,-2 0-64 0,1-4-46 16,-1-4-60-16,2-2 0 0,-3-2 24 0,5-4-77 15,-1-1 48-15,1-2-9 0,-2 0 38 0,2-2-81 16,0-12 41-16,0-1-1 0,6-3 44 0,5-4-104 15,0 0 7-15,2 5 35 0,1-1-20 0,1 1-33 16,0 3 22-16,0 3 1 16,0 2 190-16,0 6-71 0,-2 0-36 0,-3 3 167 15,5 0-85-15,-5 6-51 0,1 8-14 0,-1 8 249 16,-2 0-130-16,-3 3-82 0,-1-2-85 0,-2 6 0 16,2-3 0-16,-2 1 0 0,0-1 0 0,-2-3 0 15,0-1 0-15,0 0 0 0,2-1 0 0,-2-3-42 16,2-3-24-16,-1-6-795 0,3 0 390 0,1-3 221 15,1-4 86-15,6-2-626 0,-1 0 376 16</inkml:trace>
  <inkml:trace contextRef="#ctx0" brushRef="#br0" timeOffset="46174.53">25306 5639 2480 0,'2'-4'0'0,"-2"3"0"0,1 1 0 0,-1 0 0 0,0 0 0 0,0 4 0 0,0 7 0 0,0 2 0 15,0 4 0-15,0 2 0 0,0 3 296 0,0 1-135 0,0 4-61 0,-3-8 187 0,-4 9-125 0,5-9-62 0,-1 4-279 16,-1-4 103-16,2-2 57 16,1-4 28-16,-1-3-571 0,2-3 299 0,0-4 160 15,0-3 65-15,0 0-798 0,0-1 399 0</inkml:trace>
  <inkml:trace contextRef="#ctx0" brushRef="#br0" timeOffset="46334.46">25612 5386 2192 0,'9'-9'0'0,"2"6"0"0,5 2 0 0,0-2 0 0,1 0 0 0,0 1 0 0,-2 2 0 0,0 0 0 0,0 0 0 0,2 0 0 0,1 5 37 0,-2 2 0 0,1 0 0 0,-2 2-602 16,-3 0 293-16,0-1 149 0,0 2 76 0</inkml:trace>
  <inkml:trace contextRef="#ctx0" brushRef="#br0" timeOffset="46493.77">25602 5557 2587 0,'-16'9'0'0,"6"-4"0"0,2-1 0 0,5-2 0 0,1 0 0 0,2 0 0 0,0 1 0 0,9-2 0 0,7 3 0 0,6-2 0 0,5 1 177 16,0 0-70-16,3-3-35 0,1 0-1 0,4 0-206 15,-5 0 95-15,4 0 34 0,-2 0 0 0,-4 0-460 16,2 0 251-16,-2 0 126 0,-3 0-561 0,5-3-638 15,-2-5 1211-15</inkml:trace>
  <inkml:trace contextRef="#ctx0" brushRef="#br0" timeOffset="46703.11">26384 5197 2900 0,'-8'-12'0'0,"-3"6"0"0,-2 2 0 0,-2 3 0 0,-2 1 0 0,-2 0 0 0,1 0 0 0,-1 12 0 0,3 6 0 0,2 3 0 0,2 4 563 15,3 4-268-15,1 4-129 0,6 2-159 16,2-2-7-16,0 5 0 0,0-3 0 0,3 1 0 0,11-4 0 16,1 0 0-16,2-4 0 0,2-2 0 0,-2-7-316 15,3 2 85-15,-2-8 134 16,2-2 67-16,-1-5-660 0,2-2 333 0,-1-4 133 0,3 0 99 0,-1-6-217 16,1-11 153-16,-1-2 76 0,1-6 38 0</inkml:trace>
  <inkml:trace contextRef="#ctx0" brushRef="#br0" timeOffset="46894.46">26706 5162 3435 0,'0'-7'0'0,"0"1"0"0,0 3 0 0,0 1 0 0,0 2 0 0,-9 0 0 0,0 4 0 0,-1 14 0 0,1 5 0 0,-2 5 0 0,-4 10 122 16,1 0 252-16,1 5-374 0,-1-1 0 0,0 2 0 0,2-7 0 15,2 2 0-15,0-1 0 0,0-4 0 0,2-2 0 16,1-4 0-16,4-6 0 0,-1 1-59 0,1-8-93 15,3-5 94-15,0-1-875 0,0-5 448 16,0-4 215-16,0 0 121 0,3-13-462 0,7-8 287 16,1-9 144-16</inkml:trace>
  <inkml:trace contextRef="#ctx0" brushRef="#br0" timeOffset="47076.95">26699 5134 3875 0,'2'-13'0'0,"2"6"0"0,-1 3 0 0,0 2 0 0,2 2 0 0,1 0 0 0,-1 6 0 0,4 12 0 0,1 5 0 0,2 3 0 0,-4 6 56 0,6 7-56 16,-5-5 0-16,3 11 0 0,-1-5 0 16,-2-7 0-16,1 5 0 0,1-2 0 0,0-3 0 0,-3-1 0 15,3-4 0-15,-1 0 0 0,-5-7 0 0,0-2 0 0,-1-6-349 16,-2 1-8-16,0-3 76 0,-2-3-697 16,0-1 471-16,-4-3-899 0</inkml:trace>
  <inkml:trace contextRef="#ctx0" brushRef="#br0" timeOffset="47227.25">26528 5511 2804 0,'-13'-6'0'0,"6"4"0"0,-1-3 0 0,4-2 0 0,4 1 0 0,0-1 0 0,6-1 0 0,16 3 0 0,3 1 0 0,2 2 0 0,8 0 84 0,-1 2-88 16,1 0 1-16,3 0 40 0,0 0 0 0,-1 0-548 15,0 6 270-15,1-2 139 0,-2 2-799 0</inkml:trace>
  <inkml:trace contextRef="#ctx0" brushRef="#br0" timeOffset="47382.68">27167 5479 2589 0,'0'3'0'0,"0"-1"-1"0,0-2 0 0,0 1 0 0,0 2-1 0,0-2 1 0,0 3 0 0,-3 3 1 0,-4-2 0 0,0 8 0 0,-1 0 297 16,-1-2-120-16,0 4-75 0,-3 2-33 0,3-2-295 15,-2 1 132-15,-2-1 65 0,7-5 42 16,-3-1-289-16,2-1-532 15,7-3 411-15,-3-1 206 0,3-4 104 0,0 0-502 16</inkml:trace>
  <inkml:trace contextRef="#ctx0" brushRef="#br0" timeOffset="47570.39">27269 5271 3205 0,'8'-5'0'0,"2"3"0"0,1 2 0 0,-2 0 0 0,-1 0 0 0,0 15 0 0,-2 6 0 0,-1 1 0 0,1 8 0 0,-2 0 0 0,-3 2 265 0,1 2-113 0,-2-3-58 0,0-5-80 16,0 9-10-16,0-9 33 0,0-6 0 0,0 1-219 16,0-2 110-16,0-7 63 0,0-1 19 0,0-6-601 15,0-1 314-15,0-4 157 0,0 0 76 0,0-2-766 16,0-11 391-16,0-9 192 16,-3-7-240-16,-1-8 216 0</inkml:trace>
  <inkml:trace contextRef="#ctx0" brushRef="#br0" timeOffset="47886.25">27292 5149 2042 0,'0'-20'0'0,"0"5"0"0,4 1 0 0,7 5 0 0,3 0 0 0,1 3 0 15,3 4 0-15,2 1 0 0,1 1 0 0,3 0 0 0,2 1 78 0,-5 10-1 0,-3-1-42 16,0 5 1-16,-1 0 10 0,-7 2-9 0,-2 1-17 0,-6 1 17 0,-2 4 0 16,0 1 0-16,-2-5 53 0,-13 3-8 0,-2-3-46 15,4-3 1-15,-2-3 87 0,2-2-44 16,7-3 9-16,-3-1-52 0,7-3 111 0,2 1-55 15,0 1-28-15,0-2-1 0,13 3-46 0,9 0-9 0,3 1 28 16,0 2-18-16,5 2 17 0,0 2 1 0,0 0-33 16,-4 3-10-16,-5 2-161 15,-1 4 101-15,-6-3 39 0,-9 1-86 0,-3 2 136 0,-2 6-14 0,-5-8-21 16,-13 2 236 0,-5-2-208-16,-5-4-14 0,-2-1-6 0,0-2-70 15,-2-5 67-15,0-1 8 0,-1-5-2 16,6-3-172-16,5 0 85 0,1 0 42 0,4 0 14 0,6-7 31 15,4-4-572-15,5-6 268 0,2-4 125 0,9-7-579 0,12 3 361 16</inkml:trace>
  <inkml:trace contextRef="#ctx0" brushRef="#br0" timeOffset="48016.6">27839 5497 2186 0,'8'8'0'0,"-3"7"0"0,-3-4 0 0,-2 0 0 0,0 0 0 0,-4 1 0 0,-7-2 0 0,-4 4 0 0,0-1 0 0,-2 0 0 0,0 2 100 0,2-2 65 15,2 0-64-15,1 1-23 0,9-5-455 0,-3 0 207 16,6 1 104-16,0-5-314 0,1-1 208 0</inkml:trace>
  <inkml:trace contextRef="#ctx0" brushRef="#br0" timeOffset="48218.99">28330 5277 2681 0,'-15'-6'-2'0,"0"5"0"0,-5 1 1 0,2 0 1 0,-9 0 0 0,2 5 0 0,2 6 0 0,6 3 0 0,-3 7 0 0,8-1 0 0,1 4 328 0,7 3-145 0,4-1 131 15,0-2-130-15,2 8-78 0,9-6-34 0,8 1-75 16,5-5 39-16,2-1-1 0,4-5-35 16,3-2-350-16,2-5 169 0,1-4 109 0,-1-4-609 15,2-1 357-15,-5 0 63 0,0-4 127 0</inkml:trace>
  <inkml:trace contextRef="#ctx0" brushRef="#br0" timeOffset="48398.48">28630 5136 3597 0,'18'-2'0'0,"11"2"0"0,-3 0 0 16,3 0 0-16,-1 10 0 0,0 5 0 0,7 7 0 0,-5 4 0 0,-3 7 0 0,-7-2 0 0,3 14 334 0,-8-1-334 0,-5 3 0 0,-10 1 0 0,0 2 0 15,-4 5 0-15,-24 6 0 0,-2-7 0 0,-6 5 0 0,-9-1 0 16,-9 11-115-16,1-10-225 0,-21 14 184 16,-4-7 95-16</inkml:trace>
  <inkml:trace contextRef="#ctx0" brushRef="#br0" timeOffset="48875.82">25187 7156 2571 0,'-22'-15'0'0,"9"12"0"0,3 1 0 0,4 0 0 0,4 2 0 0,2-1 0 0,0 1 0 0,0-2 0 0,10 0 0 0,14 0 0 0,8 0 182 0,10 1-76 16,3-5-35-16,4 4 27 0,3-3-30 15,-1 4-1-15,0-3-20 0,-3 2-109 0,0 0 50 0,-11 1 24 16,2-1-426-16,-6 2 225 0,-6 0 122 0,0 0 48 15,-6 0-797-15,-9 0 372 0</inkml:trace>
  <inkml:trace contextRef="#ctx0" brushRef="#br0" timeOffset="49037.11">25690 6967 1914 0,'0'-3'0'0,"0"-4"0"0,0 2 0 0,5-1 0 0,10 3 0 0,0-1 0 0,5 1 0 0,-1 3 0 0,3 0 0 0,-1 0 0 0,0 3 112 0,-3 4-55 0,-2 4-20 15,-5 0 0-15,0 4 0 0,-5-1-355 0,-6 7 187 16,0 6 80-16,-12-2 44 0,-10 7-226 16,-6-1 132-16,-6 0 66 0,-5 2-27 0,-1-8-500 0</inkml:trace>
  <inkml:trace contextRef="#ctx0" brushRef="#br0" timeOffset="49326.87">25442 7379 1481 0,'-9'11'0'0,"4"2"0"0,3-2 0 0,2 2 0 0,0-2 0 0,0 5 0 0,0 1 0 0,4-2 0 0,1 7 0 0,0-1 0 0,0 1 77 0,-2 1 254 0,-1-2-147 0,0-1-65 16,-2-2-45-16,0-2 152 0,0-5-95 0,0 1-47 16,0-5 27-16,0-4-28 15,0 0-9-15,-2-3-37 0,2 0 28 0,0-4-1 0,0-13-27 0,3-2-98 16,13-7 44 0,1 3 27-16,2-1-217 0,3-1 122 0,3 5 61 0,-7 3 13 15,9 0-121-15,-7 7 65 0,0 3 6 0,-2 6 25 16,-1-2 163-16,-2 3-73 0,-4 4-46 0,-1 10-1 15,-1 7 277-15,-6 4-141 0,1 1-55 16,-3 5 156-16,2-2-75 0,-3 3-66 0,0-1 71 0,0-3-131 16,0-3-43-16,0-2 0 0,0-1 0 15,0-4-34-15,0 0 18 0,0-8 26 0,0 0-637 16,0-3 322-16,2-1 123 0,4-2 95 16,3-4-801-16,1 0 426 0</inkml:trace>
  <inkml:trace contextRef="#ctx0" brushRef="#br0" timeOffset="49561.54">25867 7670 2050 0,'4'-2'0'0,"5"1"0"0,1-2 0 0,1 1 0 0,2 2 0 0,4 0 0 16,0 0 0-16,0 2 0 0,2 9 0 0,-1 2 0 0,1 3 68 0,-8 2 289 0,1 2-160 0,-5-1-79 0,-3 3 107 0,-2-2-99 15,-2-2-44-15,0 3 0 0,-4-6 92 0,-5 0-68 16,1-5-25-16,0-3 184 0,3 0-265 15,0-4 0-15,3-1 0 0,0-2 0 0,-1 1 0 16,3-1 0-16,0 0 0 0,10-1 0 0,5-8 0 0,4 1 0 16,0-4 0-16,-1 5 0 15,8-4 0-15,-3 1 0 0,4 1-600 0,-1-1 204 16,2-1 114-16,3-2-238 0,-1-2-140 0</inkml:trace>
  <inkml:trace contextRef="#ctx0" brushRef="#br0" timeOffset="49761.75">26338 7320 3477 0,'-5'-12'0'0,"5"10"0"16,0-6 0-16,2 0 0 0,6-1 0 0,10 2 0 0,0-2 0 0,3 4 0 0,5-1 0 0,3 1 0 0,1 1 77 0,0 0-147 0,1 2 49 0,2 1 29 15,-1 1-601-15,-2 0 315 0,-2 0 157 0,-5 0 89 0,-1 0-573 16</inkml:trace>
  <inkml:trace contextRef="#ctx0" brushRef="#br0" timeOffset="49920.56">26485 7475 2815 0,'-11'5'0'0,"3"6"0"0,6-3 0 0,2-3 0 0,0-1 0 0,7-1 0 0,13 0 0 0,8-2 0 0,2 4 0 0,5-4 0 16,4-1 142-16,7 0-57 0,-4 0-322 0,1 0 137 0,-9 0 68 16,5 0 35-16,-5 0-702 0,-1 0 361 0,-5 0 183 15,-6 0-357-15</inkml:trace>
  <inkml:trace contextRef="#ctx0" brushRef="#br0" timeOffset="51426.99">26953 5784 1968 0,'0'0'0'0,"0"5"0"0,0 5 0 0,0 2 0 0,0-3 0 0,0 0 0 0,0 4 0 0,0 2 0 0,0 0 0 0,0 5 0 0,0-4 178 0,0 4-72 0,0 0-34 16,0-2-174-16,1 1 65 0,1 1 37 16,0-1-1-16,-2 2-165 0,2-1 101 15,-2-4 60-15,1 3 16 0,2-4 0 0,3-2-571 0</inkml:trace>
  <inkml:trace contextRef="#ctx0" brushRef="#br0" timeOffset="51751.87">27858 5811 2520 0,'0'-7'0'0,"0"6"0"0,0 1 0 0,0 0 0 0,0 0 0 16,0 0 0-16,0 0 0 0,0 0 0 0,0 1 0 0,-1 12 0 0,1-1 148 0,0 1 103 0,0 2-107 0,0 2-52 0,0 1-18 15,0 0-10-15,0 3-245 16,0-2 109-16,0 1 55 0,0 1 28 0,1-3-525 15,1 3 272-15,0-4 139 0,4 2-351 0,-2-4 233 0</inkml:trace>
  <inkml:trace contextRef="#ctx0" brushRef="#br0" timeOffset="51988.85">28500 5716 3114 0,'0'-1'0'0,"0"1"0"0,0 0 0 0,0 0 0 0,0 0 0 0,0 0 0 0,0 7 0 0,0 1 0 0,0 1 0 0,2 4 0 0,1 1 378 0,-2 1-171 0,1 1 25 16,2 4-232-16,-3-1 0 0,2 4 0 15,-2-3 0-15,0 5-152 0,1-2 91 0,1 3-779 0,-3-6 439 16,0 3 228-16,0 1 71 0,0-5-504 0</inkml:trace>
  <inkml:trace contextRef="#ctx0" brushRef="#br0" timeOffset="53119.48">27307 6946 1972 0,'0'-12'0'0,"-8"2"0"0,1 4 0 0,2 2 0 0,-2 1 0 0,-4 1 0 0,-1 2 0 0,-4 0 0 0,-5 4 0 0,-2 12 0 0,-2 9 353 0,-3 7-157 0,6 0-71 0,-3 13 171 16,6-2-129-16,5 3-65 15,1 0 82-15,5 7-74 0,2-1-26 0,6-1-10 0,0-2-37 0,0 0-45 16,7-5 1-16,6 0-116 16,3-8 89-16,1 1 31 0,1-3-430 15,1-4 221-15,3-3 121 0,-2-3 6 0,-3-9-596 0,3 0 327 16,-2-5 158-16,2-7 79 0,0-3-411 15,-2 0 246-15</inkml:trace>
  <inkml:trace contextRef="#ctx0" brushRef="#br0" timeOffset="53346.67">27572 7121 2684 0,'2'-7'0'0,"-2"3"0"0,0 2 0 0,0 0 0 0,0 0 0 0,0 2 0 0,-5 6 0 0,-3 13 0 0,-1 4 0 0,-4 2 0 0,0 7 452 0,-6 8-212 0,4-4-102 16,-2 1-50-16,-1 0-25 0,2 1 128 0,2-4-116 16,-7 6-75-16,4-9 0 0,2 5-36 0,-1-4-811 15,2 0 853-15,-1-6 40 0,3 3-9 0,5-9-1 16,-4-3-1-16,6-7-284 0,2 0 50 0,1-4-504 16,0-4 337-16,2-2 165 0,0-2 81 15,0-15-326-15,4-5 206 0,4-6 91 0</inkml:trace>
  <inkml:trace contextRef="#ctx0" brushRef="#br0" timeOffset="53534.99">27535 7111 2737 0,'11'-15'0'0,"-5"8"0"0,3 4 0 0,0 2 0 0,-1 1 0 0,-1 0 0 0,0 6 0 0,2 11 0 0,2 8 0 0,-1 1 0 0,2 5 322 0,-1 3-143 0,-1 10 284 0,-3-13-233 0,4 15-230 15,-4-12 0-15,0 5 0 16,-2-1 0-16,0-4 0 0,3 1 0 0,-3-3 0 0,0-6 0 15,-1 6 0-15,-1-9-335 0,1-3 62 16,-3 1 154-16,1-6 79 0,-2-5 47 0,0 3-839 16,0-4 398-16,-2-3 198 0,-8 0-455 0,-2-5 327 15</inkml:trace>
  <inkml:trace contextRef="#ctx0" brushRef="#br0" timeOffset="53700.43">27349 7532 2307 0,'-15'-11'0'0,"7"4"0"0,3 1 0 0,3-3 0 0,0 1 0 0,2-1 0 0,0 3 0 0,0-3 0 0,11 5 0 0,6-2 0 0,8 5 369 16,0-3-167-16,2 2-82 15,3 0-42-15,5 2-380 0,0 0 165 0,-2 0 86 0,3 0 35 16,-2 0 9-16,-2 4-696 0,-7 1 364 0,8 3 175 0</inkml:trace>
  <inkml:trace contextRef="#ctx0" brushRef="#br0" timeOffset="53957.16">27852 7486 1433 0,'2'0'0'0,"4"0"0"0,4-1 0 0,2-4-1 0,1 1 1 16,1 3 0-16,-1-2 0 0,2 3 0 0,-1 0 0 0,2 0 0 0,-2 3 278 0,-3 5 39 0,-2 2-140 0,-3 3 76 16,0 1-112-16,-6 0-53 0,0 3-25 0,0 2 28 0,-7-3-27 15,-4 2 9-15,-3-1-37 0,-2-3 125 16,3 3-63-16,0-7-30 0,4 0 8 0,1-3 102 15,2-1-71-15,2-3 43 16,4-1-70-16,0 0-80 0,0 2 0 0,0-4 0 0,4 1 0 16,10-1 0-16,3 2 0 0,3-2 0 0,1 0 0 15,2 0 0-15,-2 0 0 0,7 0-375 0,-1 0 124 0,0 0 92 16,-5 0 80-16,7-3-654 0,-7-1 349 16,0-2 173-16,-1 1-472 0,-3-4 323 15</inkml:trace>
  <inkml:trace contextRef="#ctx0" brushRef="#br0" timeOffset="54131.52">28337 7549 2327 0,'-2'-6'0'0,"2"3"0"0,0-1 0 0,-2 0 0 0,2 1 0 0,0 1 0 0,0 0 0 0,0 2 0 0,0 0 0 0,0 0 0 0,0 0 172 0,0 6-72 0,0 4-32 16,0 2 267-16,0 1-150 0,-3 0-74 0,-1 3-88 15,-1-2-10-15,-4 1 23 0,2 2-432 16,-2-1 216-16,-3-3 108 0,3-1 63 15,0 0 18-15,0-4-632 0,0-1 263 0,4-2 179 0,0 0-276 16</inkml:trace>
  <inkml:trace contextRef="#ctx0" brushRef="#br0" timeOffset="54366.92">28565 7167 2949 0,'0'0'0'0,"0"0"0"0,3 0 0 0,1 1 0 0,0 5 0 0,-3 3 0 0,0 5 0 0,2 4 0 0,-3 2 0 0,0 9 0 0,0 3 364 0,0 0-164 16,0 5-82-16,-3-1-33 0,-2-1 31 0,2 1-40 0,-2-2-53 16,-2-2-23-16,0-2 0 0,2-5-218 15,-1 1 61-15,1-4-508 0,-2-3 350 0,4-2 176 16,-4-8 20-16,5 1-626 0,-2-7 359 15,0 0 175-15,1-3-295 0</inkml:trace>
  <inkml:trace contextRef="#ctx0" brushRef="#br0" timeOffset="54761.39">28440 7129 2164 0,'0'-25'0'0,"0"5"0"0,6 1 0 0,12-4 0 0,3 5 0 0,6 1 0 0,1 5 0 0,5 2 0 0,2 5 0 0,0 4 0 15,0-1 264-15,1 2-115 0,-2 0-56 0,-4 8-29 0,-5 2-33 16,3 7 5-16,-8-2-1 0,-6 0-124 16,-3 4 62-16,-7 2 31 0,-4 1 10 0,0 5-104 15,-15-1 63-15,-10 0 32 0,-5 3-1 0,-2-6-34 16,7-2-10-16,-7 1 24 0,4-6 89 0,5 1-36 0,5-4 1 16,2-2-70-16,5-3 278 0,4 0-118 15,4-3-47-15,3 0-33 0,0 1 149 16,0-1-79-16,9 3-33 0,8 0-8 0,5-1 51 15,0 2-46-15,3 1-23 0,2 1-37 0,-6 0-22 16,5 3 0-16,-5-1 0 0,-3-1 0 0,-3 3 0 16,-2-3 0-16,-6 3 0 0,-2 0 0 0,-5-1 0 15,0-2 0-15,-2 4 0 0,-11-4 0 0,-10 2 0 16,1-3 0-16,-3-1 0 0,-2-1 0 16,-3-1 0-16,7-3 0 0,-9-1 0 0,4-2 0 0,-2-2 0 15,10 0 0-15,0 0-90 16,5 0 43-16,2 0 19 0,5-4-684 0,4-8 338 15,4-2 170-15,10-3-583 0,17-2 366 0,9-6 198 16,1 5 94-16</inkml:trace>
  <inkml:trace contextRef="#ctx0" brushRef="#br0" timeOffset="54958.92">28971 7445 1679 0,'22'-3'0'0,"3"1"0"15,-2 2 0-15,-3 0 0 0,-8 0 0 0,1 0 0 0,-5 0 0 0,1 8 0 0,-4 0 0 0,0 1 0 0,-2 2 353 0,-1-1-159 0,-2 5-80 16,0-2-30-16,0 2 58 0,-10 2-53 0,0-2-27 15,-2-2 1-15,-1 2 10 0,1-4-29 0,-1 0-8 16,5-3 47-16,-3-3-24 0,5-1 0 0,3-2 74 16,1 0-40-16,1-2-33 0,1 0-1 0,0 0 20 15,0 0-9-15,6 0-34 0,11 0 8 0,7 0-258 16,3 0 124-16,3-2 63 0,5 0-681 0,0 1 349 16,3-2 132-16,1 1 105 15,7 1-665-15</inkml:trace>
  <inkml:trace contextRef="#ctx0" brushRef="#br0" timeOffset="55188.25">29808 7067 2688 0,'-29'-14'0'0,"1"6"0"0,0 1 0 0,-4 2 0 0,-10 1 0 0,-1 4 0 0,10 0 0 0,-1 6 0 0,6 11 0 0,0 5 0 0,9 6 110 0,0 11 300 0,8 3-187 15,3 3-94-15,5-3 190 0,3 10-267 0,0-6-52 16,8 0 0-16,7-3 0 0,3-1 0 0,-1-5 0 16,8 5 0-16,-5-14 0 0,5-1-59 0,-3-2 3 15,-1-4-643-15,1-8 364 0,9-1 82 0,-7-7 120 16,6-5-649-16,-3 0 373 0</inkml:trace>
  <inkml:trace contextRef="#ctx0" brushRef="#br0" timeOffset="55462.24">29764 7435 2521 0,'-5'-10'0'0,"2"6"0"0,3-1 0 0,0 1 0 0,3-1 0 0,7 1 0 0,7 2 0 0,6 2 0 16,4 0 0-16,-1 0 0 0,-7 9 157 0,13 5 50 0,-8 0-85 0,-4 4-44 0,-4-3 1 0,-2 4 84 0,-4-1-55 16,-6 1-40-16,-2 0-1 15,-2-1-87-15,-11 1 28 0,-12 0-1 0,-3-2 11 16,-3-3-10-16,1 0 28 0,1-4 0 0,5 0 133 15,-1-5-70-15,11-2-99 0,-1 1 0 0,3-2 0 0,7-2 0 16,1 0 0-16,2 0 0 0,0 0 0 16,2 0 0-16,11 0 0 0,7 0 0 15,7 0 0-15,-1 0 0 0,-2 0 0 0,8 0 0 16,-6-2 0-16,3 2 0 0,-6-2-373 0,1 0-14 16,-5 1 138-16,1-1 112 0,-2-2-625 0,-6-4 363 15</inkml:trace>
  <inkml:trace contextRef="#ctx0" brushRef="#br0" timeOffset="55683.41">30247 7118 3334 0,'4'-4'0'0,"7"1"0"0,8 3 0 0,4 0 0 0,-2 0 0 0,-4 6 0 0,5 10 0 0,-1 4 0 0,-4 4 0 0,5 14 0 0,-7 1 579 16,0 5-561-16,-7 3-18 15,-3 2 0-15,-3 3 0 0,-2-5 0 0,0 1 0 0,-17 2 0 16,-4-6 0-16,-8 0 0 0,-2-3 0 16,-6-2 0-16,-3-3 0 0,-3-2 0 0,-2-4 0 15,3-5 0-15,5-7 0 0,3 0 0 0,0 0-726 16,8-3 183-16,8 0 254 0</inkml:trace>
  <inkml:trace contextRef="#ctx0" brushRef="#br0" timeOffset="55850.28">30514 8026 357 0,'0'0'0'0,"0"0"0"0,0 0 0 0,0 0 0 0,-2 0 819 16,-8-2-392-16,-1 2-195 0,-1 0-98 0,-5 0-706 0</inkml:trace>
  <inkml:trace contextRef="#ctx0" brushRef="#br0" timeOffset="59779.95">11555 9840 2142 0,'-20'-3'-7'0,"5"-3"3"0,4 4 1 0,2 2 0 0,2 0 2 0,4-1 0 0,-1 1 0 0,2 0 0 0,2 0 1 0,0-3-2 0,0 3 110 0,0 0 170 0,11 0-118 16,10 0-49-16,9-1 54 0,2-1-62 0,11-2-30 16,-1 0-1-16,4-2 109 15,-4 3-60-15,12-5-45 0,-5 3 0 0,-2-3 25 0,-2 0-30 0,-4 3 0 16,-5-1-162-16,0 1 60 0,-6 1 37 15,-8 0-428-15,-1 2 214 0,-5-2 119 16,-2 3 37-16,-5-4-337 0,-3 4 130 0,-2-3 115 16,0 1 0-16,-2-5-463 0,-2-3 273 0</inkml:trace>
  <inkml:trace contextRef="#ctx0" brushRef="#br0" timeOffset="59981.41">12098 9551 2057 0,'0'0'0'0,"4"0"0"0,1 0 0 0,3 0 0 0,4 2 0 0,0 3 0 0,6 3-1 0,0 0 1 0,6 1 0 0,-3-2 0 0,6 7 126 0,-9-3-42 0,7 3 184 16,-10-3-114-16,0 2-56 0,-3 2-18 0,-3-2 82 15,-6 0-61-15,-1 3-30 0,-2-4 1 0,0 3-21 16,-9 2 0-16,-8 0-9 0,-1-2-1 0,-3 2-51 16,-2 2 0-16,-2-1-371 0,1 3 222 0,-2 0 95 15,0 2 32-15,1 1-703 0,-1-2 315 16,-1 3 190-16,3-1 80 0,-2-1-394 0</inkml:trace>
  <inkml:trace contextRef="#ctx0" brushRef="#br0" timeOffset="60357.77">11813 10143 2117 0,'-8'3'0'0,"2"3"0"0,3 3 0 0,1 1 0 0,0 1 0 0,2 1 0 0,0 4 0 0,0 3 0 0,0 0 0 0,4 3 0 0,5 7 274 0,-4-3-116 15,4 0 167-15,-4 1-143 0,-1-1-70 0,-1-5-7 16,-1 2-37-16,0-4 0 0,0-1-27 0,-2-3-51 15,0-7 1-15,0 1 59 16,0-6-9-16,0 0-27 0,0-3 26 0,0 0 1 16,0 0-1-16,0-15 76 0,0-6-43 0,0-3 0 15,8-3-169-15,1-4 63 0,4-3 35 0,2 3-8 16,0-1-29-16,2 4 27 0,0 2 0 0,0 1-54 16,-3 8 39-16,4-2-11 0,-4 7 47 0,2 0 48 15,-3 6-26-15,-3 4-25 0,2-1-7 0,-1 3 190 16,-1 3-193-16,0 7 0 15,-1 5 0-15,-1 7 0 0,-1 1 0 0,0 3 0 16,-1 4 0-16,2 2 0 0,-2-2 0 0,-1 0 0 16,-1 1 0-16,1-7 0 0,1 4 0 0,-2-5 0 15,-2-1 0-15,2-3 0 0,-1-1 0 0,-1-4 0 16,0-3 0-16,0 0 0 0,0-5 0 0,-1 0 0 0,1-5 0 16,0 2 0-16,0-3-632 0,1 0 211 15,6 0 189-15,0-8-233 0,2-7 212 0,1-5 96 16,-1-4 63-16</inkml:trace>
  <inkml:trace contextRef="#ctx0" brushRef="#br0" timeOffset="60565.84">12374 10275 2527 0,'6'0'0'0,"-2"0"0"0,-3 0 0 0,1 0 0 15,0 0 0-15,-2 3 0 0,0 4 0 0,0 7 0 0,2 0 0 0,1 5 0 0,2 5 411 0,-1 3-185 0,1 0-94 0,-1 1 503 0,-1-4-635 0,3 8 0 16,-2-3 0-16,0-3 0 15,-2 0 0-15,2-5 0 0,-1 1 0 16,-1-1 0-16,2-5 0 0,-2-4 0 0,-1-1 0 0,1-3 0 16,-2-3 0-16,0-3 0 0,0 1 0 0,0-3 0 15,0 0 0-15,2 0-487 0,0 0 58 0,1-13 199 16,6-7-512-16,2-2 351 0,4-7 176 0</inkml:trace>
  <inkml:trace contextRef="#ctx0" brushRef="#br0" timeOffset="60794.9">12998 10023 3017 0,'5'-2'0'0,"-1"0"0"0,-2 0 0 0,-2 2 0 0,0 0 0 0,0 0 0 0,0 0 0 0,-2 8 0 0,-4 3 0 0,1 2 0 0,0 1 218 0,-3 5-95 15,-2 6 352-15,1-3-377 0,-2 5-98 0,-1-1 0 0,0 2 0 0,-4 2 0 16,0 0 0-16,-2 0 0 15,-2 0 0-15,-1 1 0 0,0-2 0 0,-1-2 0 16,2-1-179-16,-1-3 88 0,1-4 64 0,6-4-365 16,-4-2 88-16,4-2 142 0,1-4-514 0,3-3 318 15,1-4 160-15,2 0-367 0,3-4 253 0</inkml:trace>
  <inkml:trace contextRef="#ctx0" brushRef="#br0" timeOffset="60996.81">12654 10036 2745 0,'2'-4'0'0,"0"2"0"0,3 2 0 15,1 0 0-15,4 0 0 0,1 10 0 0,1 3 0 0,8 7 0 0,-1 5 0 0,4 6 0 0,0 3 200 0,2 2-80 0,-4-4 426 0,2 10-259 0,2-5-254 0,-2-4-33 16,-6-5 0-16,3 5 0 0,-1-3 0 16,0-4 0-16,-2 0 0 0,-2-4 0 0,-2-4 0 0,-2 0-189 15,-1-2 124-15,-3-7 47 16,1-2-704-16,-3-1 358 0,1-2 82 0,0-4-418 0,0 0 320 15,-1-7 174-15</inkml:trace>
  <inkml:trace contextRef="#ctx0" brushRef="#br0" timeOffset="61194.94">13060 9947 2651 0,'-2'-2'0'0,"2"0"0"0,0 1 0 16,0-1 0-16,7 0 0 0,11 0 0 0,4 0 0 0,6-1 0 0,4 1 0 0,8-1 0 0,1 2 422 0,0-1-192 0,2 2-95 0,0-2-67 0,-7 2 10 16,6-2-39-16,-5 1-342 0,-3 1 172 0,-2 0 84 15,-8 0 43-15,-1 0-235 0,-3 0 133 0,-3 0 73 16,-4 0 36-16,-1 0-788 0,-5-3 376 0,-3 1 156 16</inkml:trace>
  <inkml:trace contextRef="#ctx0" brushRef="#br0" timeOffset="61739.36">13537 9647 2036 0,'6'0'0'0,"5"0"0"0,-2 0 0 0,5 0 0 0,0-2 0 0,3 1 0 0,2 1 0 0,2 0 0 0,-2 0 0 0,1 3 0 0,-1 7 264 16,-4 1-112-16,-2 2-57 0,-2 4-28 0,-3 0 71 15,-4 1-40-15,-4 5-34 0,0 2-1 0,-4-1 24 16,-9 2-49-16,-4 0 1 0,-2-1-176 0,-2 1 82 15,1-3 48-15,-3 1-1 16,-1-3-401-16,-1 1 220 0,-1-1 59 0,0-3-438 0,0-2 254 0,-1-1 138 16,3-4 68-16,4-4-180 0,0 0 115 0,1 1 72 15,5-2 31-15,0 0-6 16,5-2 37-16,0-1 0 0,1 3 203 0,2 0-97 16,3-1-53-16,1 4-26 0,0 3 430 0,2 3-229 15,0 1-102-15,0 7 512 0,0 2-248 0,2 1-156 16,0 4-79-16,-1 2 279 0,3 1-168 0,-2 2-100 15,0-3-43-15,-1-3 103 0,2 2-74 0,-1-11-37 16,-2 4 57-16,0-4-52 0,0-9-15 0,0 0-66 16,0-3 0-16,0-5 0 0,0-2 0 0,0-1-66 15,0 0 44-15,0-7 29 16,2-9 1-16,0-7-153 0,5 3 74 0,2-11 3 16,1 2 39-16,3 0-156 0,2-1 63 0,2 3 53 15,-2 5-10-15,3-4-27 0,-4 9 35 0,3 1-14 16,0 4 133-16,-3 4-43 0,-2 5-9 0,1 1 268 15,-2 2-143-15,-1 0-63 0,-3 9-38 16,2 6 366-16,-5 4-181 0,1 7-205 16,-2-2 0-16,1 3 0 0,-2 1 0 0,-2-1 0 15,0-5 0-15,0 3 0 0,0-1 0 0,0-4 0 16,0-1 0-16,0-2 0 0,0-5 0 0,0 1 0 16,0-4 0-16,2-3 0 0,-2-1 0 0,0 1-183 15,0-5-197-15,0 2 128 0,1-1 104 0,1-2-612 16,0 0 360-16,0 0 171 0,5-6 99 0,-1-9-461 15</inkml:trace>
  <inkml:trace contextRef="#ctx0" brushRef="#br0" timeOffset="62012.05">13687 10425 1750 0,'6'-6'0'0,"3"-2"0"0,0 2 0 0,3-1 0 0,3 3 0 0,2-1 0 0,1 1 0 0,3 2 0 0,4 2 0 0,-7 0 0 0,5 0 64 0,0 10 255 0,-9 2-141 0,2 4-69 16,-5 1-36-16,-4 3 149 0,-3 0-97 0,-4 2-43 15,0 2 0-15,0-2 58 0,-13-1-50 0,-2-2-17 16,-6 2 94-16,4-9-64 0,-1 2-32 0,-1-4 174 16,2-4-207-16,5-1-38 0,0-2 0 0,2-3 0 15,2 0 0-15,5 0 0 16,1 0 0-16,2 0 0 0,0 0 0 0,2 0 0 16,11 0 0-16,6-2 0 0,5 1 0 0,-3-1 0 15,9-2 0-15,-1 2 0 0,-2 0 0 0,1 1 0 16,-2 1 0-16,-1 0 0 0,0 0 0 0,3 0-325 15,-8 0-99-15,6 1 191 0,-1 4 97 0,-4 1-400 16,5 2 253-16</inkml:trace>
  <inkml:trace contextRef="#ctx0" brushRef="#br0" timeOffset="62158.68">14471 10710 3931 0,'-4'-6'0'0,"4"5"0"0,0-3 0 0,0 2 0 0,0-2 0 0,0 2 0 0,0 0 0 0,0 2 0 0,0 0 0 0,0-2 0 0,0 2 0 0,0 0 0 0,0 0 0 16,0 0 0-16,0 0-930 0</inkml:trace>
  <inkml:trace contextRef="#ctx0" brushRef="#br0" timeOffset="63907.67">15128 9775 2559 0,'-11'-14'0'0,"7"13"0"0,4 1 0 0,0 0 0 0,0 0 0 0,0 0 0 0,0 0 0 0,0 0 0 0,0 0 0 0,9-2 0 0,8 0 82 0,2-2 242 0,9 0-148 16,0 1-68-16,4-3 16 0,2 4-42 0,-1-2 0 15,5 3-33-15,-2-3-247 0,0 2 118 0,-1 0 60 16,-1 2 30-16,-4 0-518 0,-7 0 284 0,2 0 71 16,-7 8-348-16,-4 5 173 0,-7 3 144 0</inkml:trace>
  <inkml:trace contextRef="#ctx0" brushRef="#br0" timeOffset="64073.62">15252 10068 2718 0,'-11'3'0'0,"3"4"0"0,5-6 0 0,-2 1 0 0,5-2 0 0,-2 0 0 0,2 0 0 0,0 0 0 0,7 0 0 0,9 0 0 0,5 0 287 16,1 0-124-16,4-2-62 0,1 1-31 0,1-2-179 0,4 1 84 0,-2 2 27 15,0 0-557-15,0 0 297 16,-2 0 149-16,2 0-632 0,-3 0 372 0,5 0 115 16,-4-2 111-16</inkml:trace>
  <inkml:trace contextRef="#ctx0" brushRef="#br0" timeOffset="65588.69">16983 8671 2353 0,'-6'-13'0'16,"4"9"0"-16,2 2 0 0,0 0 0 0,4-2 0 0,11-2 0 0,5 3 0 0,5-3 0 0,7 2 0 0,10-1 0 0,-1-1 530 0,0 0-246 0,3 0-124 0,0 5 85 16,-6-1-95-16,9 2-292 15,-11 0 90-15,1 0 45 0,-2 0-988 0,-2 0 999 0,-11 0 9 16,1 3-314-16,-6 3 169 0,-6-2 52 0,-3-2 50 16,-3 2-84-16,-3-4 45 15,-2 1-545-15,0-1 289 0,-2 0 143 0</inkml:trace>
  <inkml:trace contextRef="#ctx0" brushRef="#br0" timeOffset="65780.28">17443 8406 2310 0,'0'-2'0'0,"0"2"0"0,2 0 0 0,13 0 0 0,1 0 0 0,9 0 0 0,-2 0 0 0,7 3 0 0,-2 7 0 0,2 1 0 0,-5 0 92 0,-3 4-28 0,-5 1 261 0,-2 1-148 0,-3 0-70 15,-7 3-34-15,-3 4 56 0,-2 0-46 0,-6 1 10 0,-9 0-88 16,-5 3 33-16,-5-2-1 15,1-3-309-15,-3 2 155 0,1-5 86 0,0 2-589 16,2-5 284-16,1 0 172 0,4-4 14 0,0 0-545 0,2 1 319 16</inkml:trace>
  <inkml:trace contextRef="#ctx0" brushRef="#br0" timeOffset="65969.28">17321 8935 2886 0,'-4'13'0'0,"0"10"0"0,-1 3 0 0,-1-2 0 0,1 3 0 0,0 5 0 0,4 0 0 0,-1 1 0 0,0 1 0 0,2-2 0 0,0 0 306 0,0-3-134 16,0 0 43-16,0-4-79 0,0-1-54 0,2-2-29 0,8-2-16 0,-1-5 1 15,4-3-302-15,-1-2 161 0,2-6 65 16,0-4 38-16,0 0 0 0,2 0 38 0,-2-4-526 0,2-6 272 16,-2-2 28-16,4-7-583 15,-5 6 367-15,0-7 183 0,0 4-184 0</inkml:trace>
  <inkml:trace contextRef="#ctx1" brushRef="#br0">28051 14590 0,'0'0'15,"0"0"-15,0 0 16</inkml:trace>
  <inkml:trace contextRef="#ctx0" brushRef="#br0" timeOffset="73097.57">16834 8332 1780 0,'-12'-14'0'0,"4"5"0"0,3 4 0 0,0 0 0 0,0 1 0 0,3 1 0 0,0 0 0 15,0 1 0-15,2 0 0 0,0 2 0 0,0 0 119 0,0 0 63 0,0 19-72 0,0 4-35 0,0 8 120 16,0 7-68-16,0 13-49 0,0 12 0 0,0-1 116 15,0 12-78-15,0 19-38 0,-3-6 9 0,-4 30 30 16,1-3-39-16,2 17-1 0,-2-6-38 0,2 9 127 16,1-13-54-16,-1 33-42 0,1-15-17 0,1 2-53 15,0 0 0-15,2-6 0 16,-2-27 0-16,2 10 0 0,0-10 0 0,0-12 0 16,4-23 0-16,3 0 0 0,0-15 0 15,1-5 0-15,-2-13 0 0,-1-8 0 0,-3-11 0 0</inkml:trace>
  <inkml:trace contextRef="#ctx0" brushRef="#br0" timeOffset="73162.73">16797 11083 387 0,'-4'-12'0'0,"1"-5"0"0,1-8 0 15,2 1 0-15,0-8 573 0,4-10-305 0,15-4-154 0</inkml:trace>
  <inkml:trace contextRef="#ctx0" brushRef="#br0" timeOffset="73532.09">18649 8522 3332 0,'-10'-9'0'0,"9"7"0"0,1 1 0 0,0-2 0 0,0-5 0 16,15 1 0-16,7-4 0 0,13 0 0 0,2-2 0 0,11 2 0 0,7-4 113 0,1 3 123 0,1 0-88 0,1 5-59 0,-4 0-279 0,-1 3 116 0,-6 0 56 15,-4 2-260-15,-7 0 170 0,1 1 68 0,-2 1-711 16,-8 0 395-16,-6 0 135 16,-4 0 116-16,-6 0-83 0,-4-3-493 0</inkml:trace>
  <inkml:trace contextRef="#ctx0" brushRef="#br0" timeOffset="73695.57">19263 8227 2024 0,'-9'-9'0'0,"5"3"0"0,0 1 0 0,3 1 0 0,1 0 0 0,0 3 0 0,9-2 0 0,6 3 0 0,7 0 0 0,-3 4 0 0,8 9 113 0,-6 0 118 16,-1 2-95-16,-3 4-49 0,-3 2-146 16,-2-2 59-16,-4 7-10 0,-5 0 50 0,-3 3-202 15,0 0 101-15,-7 4 50 0,-7-4 36 0,0 3-10 0,-5 0-559 16,-1 0 208-16,-3-2 166 16</inkml:trace>
  <inkml:trace contextRef="#ctx0" brushRef="#br0" timeOffset="73902.17">19059 8864 2235 0,'-6'11'0'0,"3"6"0"0,3-2 0 0,0 2 0 0,0 1 0 0,0 1 0 0,5 6 0 0,4 3 0 0,0 4 0 0,3 2 0 0,-3 1 329 15,0 3-136-15,-1 7 367 16,-2-4-260-16,-4 1 14 0,-2-1-314 0,0-5 0 0,0 1 0 16,0 0 0-16,-8-6 0 0,-2-1 0 15,-1-5 0-15,1-3 0 0,-6-7 0 0,2 0 0 0,-4-6 0 16,-3-5 0-16,3-2 0 15,-3-2 0-15,0 0-140 0,-3-9-20 0,5-9 88 0,-2-2-794 16,5-8 413-16,-3-14 207 16,8-2-1269-16,1-19 1361 0,6-3 57 0</inkml:trace>
  <inkml:trace contextRef="#ctx0" brushRef="#br0" timeOffset="74032.52">19006 8627 2262 0,'9'0'0'0,"-1"0"0"0,-2 0 0 0,-3 0 0 0,-1 0 0 0,0 0 0 0,0 4 0 0,-1 0 0 0,1 4 0 0,0 1 0 0,2 2 67 0,0 0-538 0,-2 4 264 16,0 0 119-16,-2 2 63 0,0 1-764 0</inkml:trace>
  <inkml:trace contextRef="#ctx0" brushRef="#br0" timeOffset="74276.09">17366 8685 2218 0,'-15'-7'0'0,"7"3"0"0,7 2 0 16,1 2 0-16,0 0 0 0,0-1 0 0,0 1 0 0,0 0 0 0,0-2 0 0,3-2 0 0,13 2 39 0,-2-1 1 0,6 1-456 0,-1 2 238 0,6 0 104 0</inkml:trace>
  <inkml:trace contextRef="#ctx0" brushRef="#br0" timeOffset="74629.67">20221 8433 3676 0,'-1'-9'0'0,"1"7"0"0,0 2 0 0,5-1 0 0,10-5 0 0,4 0 0 0,4 1 0 0,2-1 0 0,5 1 0 0,0 1 0 0,7 0 39 0,0 0-99 0,2 3 50 0,-1-2 24 0,-1 3 1 15,-1 0-477-15,-4 0 245 0,0 0 127 0,-2 0 64 16,-1-2-749-16,-4 1 385 0,-6-3 191 15,0 0 97-15,-8-2-43 0,-3 0-451 0,-8 2 279 16</inkml:trace>
  <inkml:trace contextRef="#ctx0" brushRef="#br0" timeOffset="75151.02">20694 8246 2057 0,'-10'-13'0'0,"-1"7"0"0,8-1 0 0,-1-1 0 0,4 3 0 0,0 1-1 0,0-1 1 0,7 2 0 0,11 1 0 0,0 2 0 0,7 0 319 0,1 0-146 0,-3 8-66 0,1 3 63 16,-2 1-65-16,-3 0-33 0,-1 3-48 15,-5 1-9-15,-3 1 24 0,-6-1-325 16,-2 4 162-16,-2 2 82 0,-6-4 50 0,-10 5-520 16,-5-4 267-16,-2 1 93 0,-2 0 78 0,-2-4-459 0,-1 2 238 15,-4-2 133-15,0-1 61 0,-1-2-199 16,-2 0 149-16,-1-3 76 0,3-3 39 0,3 0 36 0,8 1 0 0,1-4 0 16,3-1 0-16,9 0 0 15,-2 3 8-15,5-1-16 0,4 2 8 0,2 3 359 0,0 3-218 16,0 4-89-16,4 2-56 0,6 7 571 0,-1 2-268 15,-2 6-113-15,3 5-74 0,-6 1 226 0,-2-5-140 16,0 12-84-16,-2-11 168 0,0 2-121 16,0-3-62-16,-4-3 7 15,-1-6-24-15,-6 3-10 0,2-12-35 0,2 1-45 16,-1-8 1-16,1-3 42 0,-1-3 11 16,1-4-84-16,0 0 37 0,2-4 0 0,1-11 38 0,4-5-376 15,0-1 344-15,0-7-21 0,9 3 38 16,3-1-32-16,5 2-18 0,-2 5 2 0,8-4-1 15,-1 4-2-15,1 7-15 0,1 1 27 0,1 0 5 16,-5 8-13-16,3 1 37 0,-4 2-1 0,-3 0-25 16,-2 0-7-16,-5 7 68 0,-3 3-32 0,-3 3 10 15,-3 0-35-15,0 0 158 0,-2 2-73 0,-10-1-37 16,-4-3-5-16,0 0 236 0,-3-1-122 16,-1-5-44-16,-1 1 64 0,-2-3 1 15,5-3-168-15,-3 0 0 0,3 0 0 16,6 0 0-16,3 0 0 0,-2 0 0 0,8 0 0 0,-1 0 0 15,4 0 0-15,0 0 0 0,0 4 0 0,7 4 0 16,11 1 0-16,5 0 0 0,0 1 0 0,7 0 0 16</inkml:trace>
  <inkml:trace contextRef="#ctx0" brushRef="#br0" timeOffset="75211.17">20675 9108 27 0,'32'7'0'0,"-2"0"0"15,-2 2 0-15,1-3 0 0,-5-1 0 0,5 0 0 0,-5 1 0 0,0-1 0 0,-1 0 0 0,3-4 0 0</inkml:trace>
  <inkml:trace contextRef="#ctx0" brushRef="#br0" timeOffset="75472.89">21429 8115 3196 0,'0'-8'0'0,"0"5"0"0,0 3 0 0,4 0 0 0,-3 0 0 0,3 13 0 0,-2 6 0 0,2 14 0 15,-1 10 0-15,-1 16 0 0,3 1 521 0,-2-1-307 0,3 23-214 0,-3 13 0 0,3-2 0 0,-1 7 0 0,-3 9 0 0,3 4 0 32,-3-1 0-32,-1 7 0 0,-1 18 0 0,0-4 0 0,0-14 0 0,-10 27 0 0,3-16 0 0,0-2 0 15,1-5 0 1,1-19 0-16,0 6-141 0,2-2-17 0,1-10 73 0,2-4-725 16,-2-16 386-16,0-1 193 0,0-13 88 15,-1 7-846-15</inkml:trace>
  <inkml:trace contextRef="#ctx0" brushRef="#br0" timeOffset="76677.72">17518 9581 2059 0,'-5'-9'0'0,"-1"1"0"0,2 2 0 0,-2 1 0 0,1 0 0 0,0 0 0 0,-1 4 0 0,0-1 0 0,2 2 0 0,-3 0 0 0,-1 5 127 0,-2 14-49 0,-1 6 101 16,-3 5-70-16,-3 8-34 0,-4 0 0 0,2 7 21 16,-5 1-11-16,1-1-45 0,1 4 30 15,-2 0-1-15,1 1-29 0,4-1 10 0,0-2-65 16,4-2 27-16,2-9-301 0,2 0 164 16,3-3 83-16,1-6 51 0,3-1-516 0,-1-7 250 15,5-6 97-15,-2-4-729 0,2-3 837 0,0-6 2 16,2 0 10-16,7-15-84 0,6-12 42 0,3-10 0 0,0-2 42 0,-4-7-145 15,2-4 77-15,-3-6 34 16,0-10 22-16,0 8 52 0,2 7 0 0,-2-5 0 0,0 7 0 0,-1 4 80 16,-3 15-80-16,0 2 0 15,-1 7 358 1,-2 6-179-16,-3 3-99 0,3 5-51 0,-2 5 279 0,1 2-146 0,0 0-15 16,6 11-26-16,-1 8 232 0,2 5-157 15,3 2-77-15,-1 5 228 0,2 3-154 0,1 3-66 31,0 6-49-31,0-3 82 0,-1-1-60 0,0-7-30 0,-2 6-232 0,2-2 111 0,-3-3 41 16,-2 1-183-16,0-3-141 0,-5-2 186 16,-2-5 105-16,-1 1-312 0,-3-1 178 0,0-5-436 0,0-2 287 15,-5-4 142-15,-6-4 63 16</inkml:trace>
  <inkml:trace contextRef="#ctx0" brushRef="#br0" timeOffset="76832.13">17306 10092 2240 0,'-17'-14'0'0,"2"4"0"0,6 4 0 0,-3 1 0 0,5-1 0 0,3 4 0 0,2 0 0 0,2-2 0 0,0 3 0 0,6-1 0 0,11-1 156 0,5 2-58 0,3 1-95 15,3 0 37-15,2 0 0 0,0 0 10 0,2 0-453 16,0 0 222-16,0 0 110 0,0 0 56 0,-4 1-258 0,-3 5 167 16,5 0 36-16,-4-2-582 0</inkml:trace>
  <inkml:trace contextRef="#ctx0" brushRef="#br0" timeOffset="77022.39">17867 9979 2215 0,'2'-3'0'0,"-2"1"0"0,0 0 0 0,0 0 0 0,0 0 0 0,0 2 0 0,0 0 0 0,0 0 0 0,0 0 0 0,0 8 0 0,0 3 90 0,0 2 326 0,0 2-188 16,2 2-84-16,0 2-57 0,2 1 232 0,-2 1-139 0,0 2-70 15,0-3-119-15,0 3 11 0,0-2 38 0,-1-1 0 0,1-1-215 16,0 2 107-16,-2-5 54 15,0 3-503-15,0 0 274 0,0 0 141 0,2-2 13 16,0 0-650-16,0-2 349 0,5-2 165 0,5-4-332 16</inkml:trace>
  <inkml:trace contextRef="#ctx0" brushRef="#br0" timeOffset="77616.67">18735 9763 3105 0,'0'0'0'0,"0"0"0"0,0 0 0 0,4 4 0 0,2 2 0 0,0 5 0 0,-1 0 0 0,0 5 0 16,3 1 0-16,2 3 0 0,-1 3 233 0,-2 1-95 0,3 2-49 0,-2-2-10 0,1 5-10 16,-4-5-27-16,-1 3-1 0,0-6-360 0,-2 1 180 15,0-2 101-15,-2-1-218 0,0-3 148 0,0-6 75 16,0-3 37-16,0-1-676 0,0-4 319 15,-8-2 113-15,2 0-133 0,1-4 166 0,-2-11 82 16,1-8-55-16,0 2 59 0,-2-13 45 16,1 2 0-16,0-11 35 0,0 5 29 0,0 6 1 15,2-3-40-15,-1 3 218 0,1 4-104 16,3 7-52-16,0 0-26 0,2 2 0 0,0 4 149 0,0 2-61 16,9 4-54-16,6 2 457 0,8-1-227 15,1 4-59-15,4 0-66 0,3 0 79 0,0 3-81 0,1-2-40 16,2 3-2-1,-4 0 0-15,-5 3-28 0,1 4-11 0,-4 2-32 0,-5 3-1 0,-4-1 33 16,-3 2 1-16,-6-2-20 0,-4 4 19 0,0 1 0 16,-8 0 45-16,-9 1 0 0,-2-5-45 0,1-3 137 15,-3 1-74-15,3-5-32 0,0 1 154 16,7-4-93-16,1-2-45 0,3 1 120 0,3-1-208 16,3 0 0-16,1 0 0 0,0 0 0 0,10 0 0 15,13 0 0-15,2 0 0 0,1 0 0 16,4 6 0-16,0-1 0 0,1 5 0 0,-1 1 0 15,-5 3 0-15,-2 2 0 0,-2 1 0 0,-8 0 0 16,-1 4 0-16,-5-1 0 0,-5 7 0 0,-2-6 0 0,0 0 0 16,-14 2 0-16,-4-1 0 0,-5-2 0 15,-4-2 0-15,-1-3 0 16,-4-2 0-16,0-3 0 0,2-2 0 0,-2-3 0 0,2-3 0 16,2-2 0-16,6 0 0 0,1 0 0 0,6 0 0 15,4 0 0-15,4-5 0 0,5-3-245 16,2-4 20-16,2-1 71 0,19-2 47 0,4-2-854 15,15 1 460-15</inkml:trace>
  <inkml:trace contextRef="#ctx0" brushRef="#br0" timeOffset="77828.88">19524 9949 3488 0,'8'0'0'0,"-1"6"0"0,-3 0 0 0,-2 1 0 0,0 3 0 0,-2 1 0 15,0 2 0-15,0 2 0 0,0 2 0 0,0 4 0 0,0 2 234 0,0 0-25 0,0 4-209 0,0-3 0 0,0 0 0 16,0-3 0-16,0 4 0 0,0-4 0 0,2-1 0 16,0-3 0-16,1 0 0 0,-1-8-378 15,0 3 261-15,0-5 74 0,0-3 42 0,-2 1-380 0,1-1 198 0,-1-4 8 0,2 2 30 16,0-2-545-16,0 0 324 0,8 0 162 0,1-10-437 16</inkml:trace>
  <inkml:trace contextRef="#ctx0" brushRef="#br0" timeOffset="78226.52">20631 9733 1979 0,'7'-13'0'0,"0"-1"0"0,1-2 0 0,-2-3 0 0,-1 3 0 0,-3-10 0 0,0 7 0 0,-2-2 0 0,0 2 0 0,0 2 0 0,-2 2 137 15,-11 5 221-15,-2 1-160 0,-8 5-80 16,-2 4 389-16,-5 0-465 0,-2 7 6 0,-8 14-10 15,6 2 1-15,4 5 277 0,0 2-165 16,5 6-151-16,7-1 0 0,-1 13 0 0,10-7 0 0,3 4 0 0,6-3 0 16,0-1 0-16,0-8 0 0,13 12 0 15,2-14 0-15,5 1 0 0,3-3 0 0,0-3 0 16,3-2 0-16,-2-4 0 0,3-3 0 0,-1-4 0 16,0-2 0-16,1-5-10 0,-4 0-72 0,4-4 40 0,-2-2-512 15,1 0 258-15,-1 0-654 16,-4 0 456-16,-1-6 218 0</inkml:trace>
  <inkml:trace contextRef="#ctx0" brushRef="#br0" timeOffset="78404.2">20886 9976 2869 0,'3'-9'0'0,"1"-3"0"0,-2 4 0 0,1-1 0 0,-1 3 0 0,-2 0 0 0,0 5 0 0,0-1 0 0,1 2 0 0,1 0 0 0,0 0 669 0,0 8-320 0,1 4-305 0,1 3-44 15,-2 6 0-15,2 0 0 0,-3 4 0 16,1 1 0-16,-2 1 0 0,0-4 0 15,0-1 0-15,0 1 0 0,0-2 0 0,0 0 0 0,0-2 0 16,0 2-72-16,0-3-372 16,-3 4 177-16,-10-3 146 0</inkml:trace>
  <inkml:trace contextRef="#ctx0" brushRef="#br0" timeOffset="78969">17505 10590 2088 0,'-4'-14'0'0,"0"7"0"0,1 5 0 0,-1 0 0 0,-1 0 0 0,-1 1 0 0,0 1 0 15,0 0 0-15,-1 7 0 0,0 10 0 0,-3 5 82 0,1 3 94 0,-2 3-59 0,-1 4-43 0,-1 9 0 16,-2-3 145-16,0 0-90 0,0 1-44 0,0-3-4 16,-4 7-10-16,2-4-31 0,4-7 0 15,0 4-193-15,0-3 96 0,3 0 59 0,1-5-10 0,4-6-421 16,1-3 207-16,2-6 125 0,2-2-577 16,0-3 307-16,0-6 169 0,7-2-106 0,12-8 131 0,0-13 67 15</inkml:trace>
  <inkml:trace contextRef="#ctx0" brushRef="#br0" timeOffset="79171.56">17492 10580 2473 0,'0'-13'0'0,"0"6"0"0,0 0 0 0,0 4 0 0,0 2 0 0,0 1 0 0,2 4 0 0,3 16 0 0,7 3 0 0,1 5 0 0,1 5 112 0,4 9 303 0,-1 1-187 0,1 0-95 0,0 2 90 15,-2 0-92-15,0-8-35 0,0 11-10 16,-1-7-52-16,-2-7-147 0,1 4 73 0,-3-3 50 0,-2 1-173 15,-1-2 102-15,-2-2 50 16,-3-4 26-16,-1-6-533 0,-2-1 281 0,0-4 43 16,0-4-505-16,-2-6 329 0,-7 1 165 15,-1-3 83-15,-1-5 31 0,-4 0-355 0</inkml:trace>
  <inkml:trace contextRef="#ctx0" brushRef="#br0" timeOffset="79338.5">17439 11025 2550 0,'-16'-11'0'0,"0"2"0"0,2 1 0 0,0-1 0 0,5 1 0 0,3 1 0 0,3 1 0 0,3-1 0 0,0-1 0 0,2 2 0 0,12 1 181 0,5-1-70 0,4 0-35 0,1 5-1 0,2-1-51 15,-3 0 27-15,9 2-11 0,-4 0-341 16,2 0 170-16,-2 0 86 0,1 0 43 0,-3 2-566 16,4 1 298-16,-2-1 154 0,-2 2-599 0,2-2 337 15</inkml:trace>
  <inkml:trace contextRef="#ctx0" brushRef="#br0" timeOffset="79633.28">17949 10911 1898 0,'1'0'0'0,"1"0"0"0,0 0 0 0,0 0 0 0,3 0 0 0,1 0 0 0,6 0 0 0,0 0 0 0,8 0 0 0,0 0 0 0,1 0 84 16,1 0 1-16,1 0 92 0,-5 4-58 0,2 5-45 16,-8 4 8-16,0 0 0 0,-6 4-42 15,-5 2 0-15,-1 2-35 0,-3 1 35 0,-15 1 0 0,-2-2 35 16,-2-5-35-16,-5-1 0 0,6-4 10 15,-9 3 111-15,12-9-60 0,-5 1-30 16,2-2-1-16,7-4 189 0,5 0-99 0,-2 0-65 16,6 0-52-16,3 0-43 0,2 0 0 0,0 0 0 15,2-2 0-15,11-2 0 0,6-2 0 16,4 0 0-16,1 3 0 0,-2 1 0 0,8-1 0 16,-2 0 0-16,1 3 0 0,-3 0 0 0,1 0 0 0,-5 0-38 15,0 0-197-15,3 0-1024 0,-2 0 1188 16,-1 0-1-16,-2 0 32 0,5 0-10 0,1 0-263 15,3 0 137-15,1 0 68 0,4 0-486 16</inkml:trace>
  <inkml:trace contextRef="#ctx0" brushRef="#br0" timeOffset="80238.3">19107 10603 3250 0,'-4'-10'0'0,"2"7"0"16,2 1 0-16,0 0 0 0,0 2 0 0,0 0 0 0,0 0 0 0,0 6 0 0,4 10 0 0,6 9 0 0,-4 3 289 0,-1 4-124 0,0 0-63 0,1 4 23 0,-1-1-125 15,-2 0 0-15,1-2 0 0,-1-1 0 0,1-4 0 16,0-2 0-16,-2-5 0 0,1 0-1 0,-1-3-136 16,0-3 89-16,1-7-528 0,-2 0 296 15,-1-3 58-15,2-3-343 0,-2-2 262 0,0 0 132 16,0-4 66-16,0-9-61 0,0-8 53 0,0-7 42 15,0-2 0-15,0-10-159 0,-2 1 95 0,-4-4 48 16,1 2-10-16,-3-8-36 0,5 12 47 0,-1-1 0 16,0 4 137-16,0 6-45 0,4 5-10 0,0 3-36 15,0 1 386-15,0 4-192 0,4 2-96 16,9 0 457-16,6 0-217 0,5 5-140 16,2-2-21-16,4 3 26 0,4 3-62 0,-2 3-20 15,0 1-11-15,0 0 3 0,-6 6-1 0,-1 9-32 16,-8-3-28-16,0 5 10 0,-10 4 18 0,-3 4 0 15,-4 2-4-15,-1 1 4 0,-17 3-1 0,-4-3 139 16,-3-2-74-16,-1-3-32 0,-2-3 0 0,2-3 40 16,1-3-36-16,6-5 10 0,4-2-46 0,5-3 151 15,1-2-76-15,4 0-38 0,3-2-25 0,2 0-52 16,0 0 0-16,11 0 0 0,12 0 0 16,1-2 0-16,6 2 0 0,0 0 0 15,2 0 0-15,2 0 0 0,-4 5 0 0,0 5 0 16,-3 1 0-16,-9 0 0 0,3 5 0 0,-7 0 0 15,-5 1 0-15,-2 0 0 0,-5 2 0 0,-2-1 0 16,0-1 0-16,-11 1 0 0,-8-2 0 0,0 0 0 16,-3-5 0-16,-1-2 0 0,-7 3 0 15,2-7 0-15,-1-1 0 0,1 0 0 0,0-4 0 0,4 0 0 16,-6 0 0-16,9 0 0 0,0 0 0 16,5-6 0-16,0-5 0 0,7-1-43 15,5-3-148-15,4-2 75 0,0-3-636 0,8-1 356 16,13 0 178-16,3 0-607 0,10-1 398 0</inkml:trace>
  <inkml:trace contextRef="#ctx0" brushRef="#br0" timeOffset="80533.12">19648 10746 2104 0,'21'0'0'0,"-1"3"0"0,1 1 0 0,0-4 0 0,-3 2 0 0,2 0 0 0,1 2 0 0,-1 0 0 0,2 1 0 0,3 3 0 0,-9-1 151 0,3 4 95 0,-4 3-103 0,-1-1-52 0,-7 4-12 16,-3 0 0-16,-3 1-29 0,-1 3-76 15,-5 0 32-15,-14-1 1 0,-3-3 33 0,-3 0 9 16,-3-2-63-16,-2-2 27 0,2-4 0 16,-2-1 112-16,3-2-43 0,5-4 11 0,1-1 192 15,4-1-123-15,6 0-61 0,0 0-49 0,5 0-52 16,2 0 0-16,4 0 0 16,0 0 0-16,2 0 0 0,12 0 0 0,4 0 0 0,5 0 0 15,3 0 0-15,2 0 0 0,3 0 0 0,-3 0 0 16,2 0 0-16,-6 0 0 0,8 6 0 0,-3-2 0 15,-4 0 0-15,2 0-67 0,-3 1-760 16,-1-1 383-16,3-1 208 0,0 0 97 0,0 0 50 0,3-3-280 16,1 0 165-16,2 0 72 0</inkml:trace>
  <inkml:trace contextRef="#ctx0" brushRef="#br0" timeOffset="80775.28">20659 10616 2725 0,'0'-23'0'0,"0"10"0"0,-7-2 0 0,-9 2 0 0,-3 4 0 0,-8 1 0 0,-2 6 0 0,-2 2 0 0,-1 0 0 0,2 8 0 0,-2 4 307 15,5 8-139-15,1 0-64 0,7 3 351 0,4 5-283 0,5 2-172 0,5 0 0 16,5 4 0-16,0 0 0 16,0 1 0-16,10 0 0 0,4-2 0 0,5-1 0 15,1-4 0-15,7-3 0 0,1-3 0 0,2-5 0 0,0-4 0 16,2-1 0-16,-2-7 0 0,0-3 0 0,-2-2-396 15,-1 0-79-15,-2 0 218 0,-7-2-576 16,3-5 402-16,-9-3 195 0,4-1-155 0,-7-2 176 0,-4-6 78 16</inkml:trace>
  <inkml:trace contextRef="#ctx0" brushRef="#br0" timeOffset="81047.5">20749 10825 1934 0,'-2'-10'0'0,"2"5"0"0,0-1 0 0,0-2 0 0,6 3 0 15,6-1 0-15,4 0 0 0,2 3 0 0,5 1 0 0,5 2 0 0,-3 0 75 0,1 0 308 0,-6 2-172 0,1 9-85 0,-2 0 168 0,-4 5-132 0,-6 0-61 16,-2 0 113 0,-6 0-88-16,-1 2-43 0,-1-1 139 0,-20 4-222 0,-4-4 0 0,-5-2 0 15,0-1 0-15,-4-3 0 0,8-4 0 16,-6 3 0-16,12-9 0 0,-1 2 0 0,3-2 0 0,8-1 0 0,0 0 0 16,7 0 0-1,0 0 0-15,1 0 0 0,2 0 0 0,5 0 0 16,9 0 0-16,11 0 0 0,3 4 0 0,0-2 0 15,4 0 0-15,2 1 0 0,-2-1 0 0,2 0 0 0,-2 2 0 16,-2-4 0-16,0 0 0 0,0 0 0 0,-6 0 0 16,3 0 0-16,-5 0 0 0,-3 0 0 0,-5 0-1013 15,-4 0 352-15</inkml:trace>
  <inkml:trace contextRef="#ctx0" brushRef="#br0" timeOffset="81928.2">22077 9243 2587 0,'-12'-7'0'0,"8"3"0"0,3 2 0 0,1 2 0 0,0 0 0 0,0 0 0 0,0 0 0 0,1 0 0 0,15 0 0 0,5 0 0 0,6 0 98 0,8 0 337 0,0 0-196 0,3 0-100 0,-1 2-49 0,0 4 97 15,2-2-78-15,-5 1-275 0,-1 2 103 16,-3-1 52-16,-3 0 26 0,-5-3 10 0,-3 3 16 0,-5 0-558 16,-4 0 278-16,-2-4 128 0,-7 3-772 15,-1 1 402-15,0 1 226 0,-7 3-133 16</inkml:trace>
  <inkml:trace contextRef="#ctx0" brushRef="#br0" timeOffset="82104.7">22231 9485 2921 0,'-21'5'0'0,"1"5"0"0,1 3 0 0,3-5 0 0,7-1 0 0,2-2 0 0,3 0 0 0,4 0 0 15,0 3 0-15,6-1 0 0,15 1 353 0,2 0-156 0,6-1 263 0,3 2-460 0,3-3 0 16,11 2 0-16,-7-2 0 0,-5-3 0 0,4 1 0 16,-3-2 0-16,-5-2 0 0,2 0 0 0,-7 0 0 0,-5 0-275 0,-3 0-93 15,-6 0 204 1,-2 0 18-16,0 0-451 0,-6 0 276 0,-1 0 140 0</inkml:trace>
  <inkml:trace contextRef="#ctx0" brushRef="#br0" timeOffset="83592.28">23054 8843 1236 0,'0'-1'0'0,"0"-1"0"0,-3-2 0 0,3 0 0 16,-2 0 0-16,2 2 0 0,0-2 0 0,-2 1 0 0,2-1 0 0,0 0 0 0,0 0 39 0,-1 1 36 0,1-1 1 0,0 0-37 16,-2 1 9-16,0 0-40 15,0 0-1-15,0-1 32 0,1 2-58 0,-1 0 28 16,-2 0 11-16,0 1-220 0,1 1 236 16,-2 0 1-16,2 0-17 0,-1 0-133 0,-2 0 58 0,3 0 34 15,-1 3-4-15,1 5-442 0</inkml:trace>
  <inkml:trace contextRef="#ctx0" brushRef="#br0" timeOffset="83975.38">23219 8592 2293 0,'-6'-6'0'0,"1"2"0"0,-3 3 0 0,0-2 0 0,-3 2 0 0,0-1 0 0,-4 2 0 0,-4 0 0 0,-1 0 0 0,-3 6 0 0,-2 6 226 0,1 2-92 16,-4 1-38-16,1 9 234 0,-2 4-145 0,1 2-72 0,3 6-37 0,2 3 209 0,2 7-112 16,3 6-153-16,-1 10-20 0,6-2 0 15,0 4 0-15,4 4 0 0,1-6 0 16,5 14 0-16,3-6 0 0,0-1 0 0,3-3 0 15,14-2 0-15,2-12 0 0,5 5 0 16,5-4 0-16,3-7 0 0,3-2 0 0,2-5 0 16,-5-7 0-16,9 4 0 0,-4-8 0 0,-7-6 0 0,2-1 0 15,-7-2 0-15,-2-8 0 0,-4-2 0 16,-2-3-113-16,-6-2-452 0,0-4 263 0,-3 0 130 16,0 0 57-16,-3 0 42 0,-1-9-433 0,1-3 234 15,1-3-313-15,-1-4 273 0,4-3 127 16,-2-6 79-16</inkml:trace>
  <inkml:trace contextRef="#ctx0" brushRef="#br0" timeOffset="84545.16">23521 8724 1546 0,'0'-14'0'15,"0"4"0"-15,0 2 0 0,0-1 0 0,0 2 0 0,-1 0 0 0,-1 1 0 0,-3 1 0 0,3 3 0 0,-1 0 0 0,-1 0 193 0,2 2-77 0,-1 0-39 0,-1 0 9 0,-1 0 175 0,1 4-112 0,-1 5-56 16,2 2 83-1,-1 0-69-15,0 2-26 0,1 2-8 0,-1 4-36 16,-1-2 216-16,1 4-107 0,-2 5 144 0,2-5-117 0,-2 7-99 16,3-3-74-16,-3 4 0 0,3 2 0 15,1 0 0-15,0 1 0 0,-1 2 0 0,3 4 0 0,0-3 0 16,0 3 0-16,0-1 0 16,0-1 0-16,3 1 0 0,-1-3 0 0,3 1 0 15,-1 1 0-15,0 1 0 0,-1 0 0 0,-1-1 0 16,0 4 0-16,0-3 0 0,-2 0 0 0,0 1 0 15,0 0 0-15,0-1 0 0,0 1 0 0,0-3 0 16,0 1 0-16,0-2 0 0,0-1 0 0,0 2 0 16,2-4 0-16,-2 2 0 0,3 0 0 15,0-1 0-15,-1-6 0 0,0 6 0 0,-1-9 0 16,1-1 0-16,0-1 0 0,0 2 0 0,0-8 0 16,0 3 0-16,-1-6 0 0,-1-3 0 15,0-2 0-15,2-3 0 0,-2 0 0 0,0-2 0 0,0-2 0 16,0 0 0-16,0 0 0 0,0 0 0 15,0 0 0-15,0 0 0 0,0 0 0 16,0 0 0-16,0-2 0 0,0-2 0 0,0-3 0 16,0-1-123-16,0-2-51 0,0 3 55 0,-2-2 40 15,1 0-830-15,-1 1 440 0,0 3 216 0</inkml:trace>
  <inkml:trace contextRef="#ctx0" brushRef="#br0" timeOffset="85673.61">17182 9077 88 0,'2'0'0'0,"0"0"0"0,0-1 0 0,-1-1 0 0,1 2 0 0,4 0 0 0,-2 0 0 0,2 0 0 0,3-2 0 0,0 1 0 0,5-2 3 15,0 2-1-15,4-1-13 0,3-3 12 0,4-1 1 16,-2-2-1-16,9-1-6 0,-2 1 6 0,3-2-2 16,7 1 2-16,2 2-1 0,-3-1 1 0,12-1-37 15,1 2 0-15,20-3 32 0</inkml:trace>
  <inkml:trace contextRef="#ctx0" brushRef="#br0" timeOffset="85821.6">18307 8946 269 0,'132'10'0'0,"-8"-1"0"0,-10 1 0 0,29 5 0 0,-12 0 0 0,5 1 0 0,-3 2 0 0,-2 0 0 0,-16-1 0 0,30-2-1 0,-12 1 47 0,0-6 0 0,-1 2-27 0,-12-2 12 16,30-2-11-16,-16-2-1 0,-3 0-39 0,-5-5-1 16,-2 4 38-16,-15-5-40 0,0 0-4 0,-5 0 40 15,-24 0 0-15,-1 0 0 0,-12 0-70 0,-16 0 31 0,-11 1-2 16,-10-1 22-16,-7 4-43 0,-13-4 17 0</inkml:trace>
  <inkml:trace contextRef="#ctx0" brushRef="#br0" timeOffset="86398.21">17487 9021 532 0,'-8'0'0'0,"0"0"0"0,3 3 0 0,-1-2 0 0,2 5 0 0,1 3 0 0,-4 2 0 0,4 5 0 0,1 6 0 0,2 4 0 0,0 12 87 16,0 3-52-16,0 10 38 0,4 11 0 0,2 3-32 16,-4 13 11-16,0 14 18 0,-1 0-26 0,-1 7 1 0,0 7 13 15,0 6-14-15,0 8 11 16,0 16-10-16,0-13-53 0,0 1 52 0,0 2 1 0,0 2-99 16,0-19 54-16,0 7-13 0,0-5 38 15,0-4-106-15,0-4 47 0,-1-7 28 0,1-20-12 16,-2-1-103-16,2-17 55 0,0-3 36 15,0-10-1-15,0-10-54 0,0-7 24 0,0-2 4 16,2-7-7-16,1-4 0 0,-1-1 23 0,0-5 16 16,0-4-199-16</inkml:trace>
  <inkml:trace contextRef="#ctx0" brushRef="#br0" timeOffset="87340.37">23886 8772 2140 0,'-2'-12'0'0,"-2"9"0"0,2 0 0 0,2 3 0 0,0 0 0 0,0 0 0 0,0 6 0 0,0 6 0 0,0 5 0 0,3 7 0 0,4 3 98 0,-2 1 143 0,-1 4-102 16,0 1-50-16,-3 3-26 15,1 0-29-15,-2-2 13 0,0-1-9 0,0 0 0 0,0-4-83 16,0-3 41-16,-3-3 0 0,-1-3-372 0,-2-1 202 16,5-3 105-16,-3-9-617 0,2-1 326 0,-1-4 153 0,2-2 74 15</inkml:trace>
  <inkml:trace contextRef="#ctx0" brushRef="#br0" timeOffset="87698.1">23824 8819 1965 0,'-6'-23'0'0,"2"3"0"0,2 1 0 0,2 2 0 0,0 1 0 0,4 2 0 0,13 1 0 0,8 5 0 0,5 1 0 0,4 3 0 16,3 2 107-16,-2 2 16 0,1 0-43 0,-1 0 0 0,-4 11-33 0,-3 1-43 15,-5 3-1-15,-8 0 35 16,-4 3-105-16,-6 7 53 0,-5-4 35 0,0 8-9 15,-14-2-10-15,-7 1 36 0,-2-2 0 0,-1-2 0 16,-2-3 136-16,1-4-74 0,1-1-27 0,4-7 179 16,4 0-106-16,6-3-55 0,1-4-17 0,4-1 49 15,3 1-42-15,2-2-1 0,0 0 2 0,11 2 0 16,10 0-34-16,3 0-38 0,3 1-10 16,-3 5 0-16,6 0 0 0,-2 3 0 15,-5-1 0-15,3 5 0 0,-10-3 0 0,2 4 0 0,-7 0 0 16,-3 1 0-16,-4 0 0 0,-4 0 0 15,0 0 0-15,-2 0 0 0,-12-2 0 0,-1-2 0 16,-4-2 0-16,-2 0 0 0,1-4 0 0,-3-2 0 16,1-1 0-16,2-2 0 0,-1-2 0 0,3 0 0 15,2 0 0-15,2 0-362 0,5 0 29 0,2-4 123 16,5-3-561-16,2-3 372 0,0-1 180 0,11-3 91 16</inkml:trace>
  <inkml:trace contextRef="#ctx0" brushRef="#br0" timeOffset="87884.43">24391 9027 3387 0,'5'6'0'0,"1"1"0"0,-3 1 0 0,2 0 0 0,-3 3 0 0,-2-1 0 0,2 5 0 0,-2-2 0 0,1 1 0 0,1 1 0 0,0 2 207 0,0 0-85 0,0 0 93 16,-2 1-215-1,2 0 0-15,-1-1 0 0,-1-2 0 0,2 0 0 0,-2-1 0 16,0-4-595-16,1-1 318 0,-1 1 153 0,3-4 80 15,-1-1-349-15,-1-1 61 0,6-4 156 0,4 0-2 16,0 0-446-16</inkml:trace>
  <inkml:trace contextRef="#ctx0" brushRef="#br0" timeOffset="88141.92">24909 8926 2133 0,'6'-26'0'0,"-1"3"0"0,-1-7 0 0,-2 2 0 0,-2 5 0 0,0 1 0 0,0 5 0 0,-4 2 0 0,-7 5 0 0,-3 5 0 16,0 3 624-16,-7 2-293 0,-1 4-146 0,-2 14-65 0,-3 3 221 0,-3 9-151 15,2 2-183-15,5 4-7 0,5 4 0 16,4-4 0-16,3 10 0 0,9-10 0 0,2 3 0 16,0-2 0-16,2-3 0 0,13-2 0 0,0-4 0 15,3-1 0-15,3-5 0 16,2-3 0-16,0-3 0 0,-5-6 0 0,3-1 0 0,2-3 0 15,-5-2 0-15,3-4-232 0,-2 0-60 16,-2 0 117-16,4 0-760 0,-3-4 448 0,-1-5 225 0</inkml:trace>
  <inkml:trace contextRef="#ctx0" brushRef="#br0" timeOffset="88308.4">25200 9025 3442 0,'0'-9'0'0,"0"7"0"0,0-2 0 0,0 2 0 0,-4 1 0 0,1 1 0 0,-1 0 0 0,2 0 0 0,2 7 0 0,0 6 0 0,0 4 405 0,0 2-321 0,0 1-84 16,2 7 0-16,2-3 0 0,-1 0 0 0,-1-3 0 16,0 2 0-16,0-1 0 0,0 1 0 0,0-1 0 15,-2-2 0-15,0 2 0 0,0-1-798 0,-4 1 352 16,-8 3 65-16</inkml:trace>
  <inkml:trace contextRef="#ctx0" brushRef="#br0" timeOffset="88650.73">23911 9728 3159 0,'-5'0'0'0,"5"9"0"0,0 4 0 0,0 0 0 16,0 5 0-16,0 0 0 0,0 7 0 0,2 3 0 0,1 2 0 0,2 3 0 0,-1 1 126 0,-1 0-43 0,1 0-224 0,-2 0 86 0,1-4 55 15,-1-3-8-15,-2-3-231 0,0-2 138 0,0-3 80 16,0-8-684-16,0-1 354 0,0-5 180 0,-7-5 88 16,0 0-603-16</inkml:trace>
  <inkml:trace contextRef="#ctx0" brushRef="#br0" timeOffset="89009.26">23908 9776 1856 0,'8'-20'0'0,"3"1"0"0,0 4 0 0,5-1 0 0,3 2 0 0,4 4 0 0,2 0 0 0,1 7 0 0,-7 2 0 0,7 1 0 0,-2 0 123 0,-3 3-42 0,-4 8 0 0,-2 5 16 16,-6 1-21-16,-5 1-8 0,-2 5-4 0,-2 2-1 15,-6-1-25-15,-8 0 92 0,-7-1-37 0,0-2-9 16,-1-1-46-16,-1-1 165 0,1-2-82 0,-1-3-42 16,8-4 10-16,-2-1 136 0,8-1-94 0,0-2-46 15,2-4 0-15,5-1-64 0,2 1-21 0,0 2 0 16,5-2 0-16,11 0 0 0,5-1 0 0,4 1 0 15,-3 0 0-15,6 2 0 0,-2 2 0 0,1 1 0 16,-4 1 0-16,-5 1 0 16,-1 3 0-16,-4 3 0 0,-3-1 0 0,-4 3 0 15,-5 0 0-15,-1 3 0 0,0-4 0 0,-12 3 0 16,-4-1 0-16,-3-1 0 0,-3-2 0 0,-1-1 0 16,0-3 0-16,-3 0 0 0,1-3 0 0,5-3 0 15,-2 1 0-15,2-4 0 0,6 0 0 0,-4-2 0 16,9 0 0-16,1 0 0 0,6 0 0 0,2-2-577 15,0-8 99-15,7-5 224 0,16-3 108 0</inkml:trace>
  <inkml:trace contextRef="#ctx0" brushRef="#br0" timeOffset="89277.96">24302 10021 2472 0,'9'-6'0'0,"7"4"0"0,-5 0 0 0,3 2 0 0,0 0 0 0,4 0 0 0,-3 0 0 0,3 0 0 0,0 10 0 0,2 3 0 0,-3 0 296 0,-3 3-129 0,0 3-55 15,-5 0-42-15,-3 3-4 0,-4-5 1 0,-2 4-30 16,0 2 1-16,-11-4-84 16,-9 2 37-16,-2-5 0 0,-2 1 46 0,-2-1 65 15,-3-4-34-15,7 0 10 0,-9-3 161 0,10-2-102 16,3-1-128-16,3-2-9 0,6-2 0 0,1-2 0 16,4 3 0-16,3-3 0 0,1 1 0 0,0-1 0 15,11 0 0-15,5 0 0 0,3 0 0 0,4 0 0 16,2 0 0-16,-2 0 0 0,3 0 0 0,-4 0-190 15,3 1-198-15,-1-1 187 16,0 0 30-16,2 2-297 0,-1-2 215 0,1 0 98 16,4 0 63-16,0-2-650 0</inkml:trace>
  <inkml:trace contextRef="#ctx0" brushRef="#br0" timeOffset="89509.27">25133 9889 2626 0,'1'-22'0'0,"-1"1"0"0,0 4 0 0,-7 4 0 0,-4 4 0 0,-6 7 0 0,0 0 0 0,-3 2 0 0,-5 4 0 0,5 8 0 0,-3 8 374 0,4 2-169 0,0 2-84 0,4 6 389 15,6 4-415-15,-1 2-95 0,5 7 0 0,5-3 0 16,0-1 0-16,0-6 0 0,0 3 0 0,9-5 0 16,4-3 0-16,2-5 0 0,1-3 0 0,2-5 0 15,3-2 0-15,-2-4-39 0,0-5-307 0,3-2 187 16,-1-2-7-16,1 0-726 0,0-3 418 0,1-10 223 15,-5 1 106-15,3-3-465 0,-1-5 286 0</inkml:trace>
  <inkml:trace contextRef="#ctx0" brushRef="#br0" timeOffset="89785.02">25290 10124 2213 0,'0'-7'0'0,"0"-3"0"0,0 3 0 0,0 0 0 0,2 2 0 0,3-1 0 0,6 3 0 0,-2 2 0 0,6-2 0 0,2 3 0 0,0 0 98 0,1 0 196 16,0 7-128-16,-2 4-25 0,-2 3-53 0,-4 2-34 0,-2 0 18 0,-5 1-76 15,-3 1 41-15,0 1 0 0,-3 2 0 0,-14-2 35 16,-4 0-26-16,-3-3-11 0,-2-1 0 0,0-2 226 16,1-3-112-16,6-4-57 15,-3 1-84-15,2-1-8 0,7-3 0 0,2-2 0 16,5 0 0-16,3-1 0 0,2 0 0 0,1 0 0 16,1 0 0-16,12 2 0 0,7-2 0 0,4 0 0 15,-1 2 0-15,9-2 0 0,-1 0 0 0,0 2 0 16,4-2 0-16,-5 0 0 0,-4 0 0 0,6 0 0 15,-11 0 0-15,3 0-264 16,-3 0-141-16,-3 0 184 0,0 0 82 0,-4-2-325 16,0-3 214-16,-1-1 106 0,-2-5 54 0</inkml:trace>
  <inkml:trace contextRef="#ctx0" brushRef="#br0" timeOffset="90177.52">25814 8593 2055 0,'-2'-7'0'0,"1"5"0"0,1 0 0 0,0 2 0 0,0 0 0 0,0 4 0 0,0 9 0 0,1 9 0 0,5 5 0 0,2 5 0 0,-1 8 154 15,3 10-63-15,-1 14 341 0,1-1-198 0,-5 5-99 16,1 6 210-16,-3 4-146 0,-1 5-85 0,-2 12 58 16,0-2-172-16,0-1 0 0,-5 2 0 0,-3-4 0 15,-4 17 0-15,3-11 0 0,2-6 0 0,0 0 0 16,1-17 0-16,2-7 0 0,-2 6 0 15,3-18 0-15,0-4 0 0,2-8 0 0,1-6 0 0,0-10 0 16,0-5 0-16,0-7-359 16,0-2 30-16,0-5 147 0,0-3 73 0,0-4-553 15,0 0 318-15,0 0 154 0,0 0 76 0,0-9-254 16</inkml:trace>
  <inkml:trace contextRef="#ctx0" brushRef="#br0" timeOffset="90354.53">26115 10158 3700 0,'2'5'0'0,"3"6"0"0,1 1 0 0,-2-1 0 0,0 4 0 0,-2 1 0 0,0 0 0 0,-2 3 0 0,0 3 0 0,0 5 0 0,-12-3 231 0,-1 1-231 16,-4 0 0-16,0-1 0 0,2-4 0 0,-5 4 0 15,4-7 0-15,0-1-607 0,0-2 183 0,-1 0 229 16</inkml:trace>
  <inkml:trace contextRef="#ctx0" brushRef="#br0" timeOffset="91059.49">26651 8815 1569 0,'-5'-9'0'0,"2"3"0"0,-1 0 0 0,4 2 0 0,-2 3 0 0,2-1 0 0,0 2 0 0,0 0 0 0,0 0 0 0,0 13 0 0,4 6 122 0,0 5 266 16,-1 4-176-16,0 4-87 0,0 9-44 16,-1 3 308-16,0 3-166 0,-2 7-98 0,0 8 278 15,0 0-183-15,-7 4-146 0,-1 5-74 0,-1 0 0 16,1 5 0-16,-4-3 0 0,2 2 0 0,2-2 0 16,0-1 0-16,4-12 0 0,1 2 0 0,3-6 0 15,0-3 0-15,0-5 0 0,0-4 0 0,0-11 0 16,3 0 0-16,1-7 0 0,0-2 0 15,-2-7 0-15,0-5 0 0,0 0 0 0,-1-4 0 0,2-3 0 16,-3-3 0-16,0-2 0 16,0 0 0-16,0 0 0 0,2 0-253 0,-2 0-27 15,5 0 122-15,4-2 60 0,2-6-563 0,6 1 302 16,4-4 165-16,0-2-633 0</inkml:trace>
  <inkml:trace contextRef="#ctx0" brushRef="#br0" timeOffset="91508.7">28721 8697 2550 0,'0'-14'0'0,"0"9"0"0,3 3 0 0,-1 0 0 0,0 0 0 0,0 1 0 0,0-1 0 0,-1 2 0 0,1 0 0 0,3 2 0 0,-2 10 170 0,5 9-67 0,-3 4 321 16,-1 6-186-16,1 13-105 0,-2 5 180 0,0 15-313 15,-2 3 0-15,0 0 0 0,1-4 0 0,1 19 0 16,-3-7 0-16,0 6 0 15,0 0 0-15,0-1 0 0,0 3 0 0,0-4 0 0,-5-6 0 0,3-2 0 16,-2-1 0-16,-1-4 0 16,1-6 0-16,-3 7 0 0,-2-12 0 0,2 1 0 15,0-6 0-15,0-6 0 0,0-8 0 0,0-4 0 16,3-8 0-16,-1-2 0 0,0-4 0 0,3-7 0 16,0-3 0-16,2-3 0 0,-4-2 0 0,3-1 0 15,1-2 0-15,0 0 0 16,0 0 0-16,-2 0 0 0,-2 0 0 0,1 0-120 0,1 0-11 15,-1-2-712-15,-1-2 394 0,-2 0 211 0,0 0 101 16,2-4-322-16</inkml:trace>
  <inkml:trace contextRef="#ctx0" brushRef="#br0" timeOffset="92646.43">27272 8732 1053 0,'0'-3'0'0,"0"-2"0"0,0-4 0 0,0 4 0 0,2-5 0 15,0 3 0-15,-1-3 0 0,2-1 0 0,-1 2 0 0,-2-2 0 0,3-2 77 0,-1 1-41 0,-2 1-1 16,0 2 74-16,0-3-37 0,0 3 10 0,0 0-47 16,-5-1 64-16,-5 5-32 0,-1 0 0 0,-4 4 29 15,-4-1-22-15,-4 2-8 0,-1 0-31 0,-4 8 51 16,0 5-25-16,-2 4 0 0,0 4 91 0,0 1-63 15,-4 8-26-15,8 0 0 0,1 2 69 0,4 5-49 16,6-3-14-16,0 11-10 0,8-3 216 0,5-1-119 16,2 0-60-16,0-5 244 0,3 3-197 0,13-4-143 15,0 0 0-15,3-5 0 0,2-2 0 16,1-4 0-16,-4-3 0 0,10 0 0 16,-6-6 0-16,-3-4 0 0,2-1 0 0,-3-3 0 15,1-5 0-15,-1-2 0 0,-4 0 0 0,2 0-53 16,-2-2-32-16,-1-5-698 0,1-1 365 0,-2-3 195 15,0 0 94-15,-1-3-518 16,0-3 305-16,3-4 154 0</inkml:trace>
  <inkml:trace contextRef="#ctx0" brushRef="#br0" timeOffset="92802.87">27377 9021 2506 0,'2'-2'0'0,"0"1"0"0,0 1 0 0,-2 0 0 0,0 0 0 0,0 0 0 0,0 0 0 0,0 3 0 0,0 11 0 0,0 1 0 0,0 2 565 0,0 3-264 15,0 1-124-15,1 5-75 0,1-2 153 0,0-3-230 0,2 3-25 0,-1-3 0 16,2 2 0-16,-1-4 0 0,-1-1 0 0,1-1-63 16,-3-1-3-16,1-5 51 0,0 0-728 0,-2-2 382 15,0 1 93-15,0 1 132 0,-2-1-734 0</inkml:trace>
  <inkml:trace contextRef="#ctx0" brushRef="#br0" timeOffset="93186.64">27232 9824 1554 0,'-1'-13'0'0,"-1"3"0"0,2 1 0 0,0-2 0 0,-2-1 0 0,2 1 0 0,0-1 0 0,-3 1 0 0,1 0 0 0,1 2 0 0,0-3 255 0,-5 1-111 0,0 1-54 0,-3 3-28 16,1 0 77-16,-4 3-44 0,-3 0-34 0,-3 4 0 15,-6 0 86-15,-1 0-55 16,-3 15-29-16,-4 4 109 0,-1 5-72 0,3 3-33 16,-1 3 0-16,2 3 12 0,6 5-23 0,6-2 10 0,-3 13 151 15,12-4-91-15,0 0-46 0,6-3-22 0,2 2 22 16,0-11-80-16,5 3 0 0,5-4 0 0,7-3 0 15,2-5 0-15,0-4 0 16,1-5 0-16,7-5 0 0,-6-4 0 0,5-3-120 16,-2-3-95-16,-4 0 118 0,3-2 16 0,0-5-305 15,-4-6 148-15,1 1 101 0,0-1 52 0,-6 0-556 16,2-3 294-16,-2-1 161 0</inkml:trace>
  <inkml:trace contextRef="#ctx0" brushRef="#br0" timeOffset="93487.46">27238 10043 1928 0,'0'-6'0'0,"0"3"0"0,0-1 0 0,0-1 0 0,3 1 0 0,2 0 0 0,6 2 0 0,4 0 0 0,2 0 0 0,1 2 0 0,1 0 200 15,0 0-83-15,-5 12 114 0,2 1-97 0,-5 2-42 16,-2 3-32-16,-6 3 67 0,-1 2-46 0,-2 3-23 16,-2-2 0-16,-10-3 5 0,-7 5-28 0,-1-3-1 15,-3-2 1-15,2-5 61 0,-2 1-31 0,4-5 9 16,-1-3 110-16,0-2-75 0,7-1-37 0,2-2 1 15,1-4-68-15,5 0-5 0,2 0 0 0,0 0 0 16,3 0 0-16,0 0 0 16,0 0 0-16,11-2 0 0,6 0 0 0,6 0 0 15,-4 1 0-15,3-2 0 0,2 3 0 0,1 0 0 16,-2 0 0-16,-1 0 0 0,0 0 0 0,0 3 0 16,-4 0 0-16,0 1 0 0,0-1 0 0,-3-2-274 15,0 0-87-15,-3 1 163 0,2 0 81 0,-4-2-718 16,1 0 404-16,-2 0 198 15</inkml:trace>
  <inkml:trace contextRef="#ctx0" brushRef="#br0" timeOffset="93922.79">28108 8720 3028 0,'0'-12'0'0,"0"3"0"0,0 3 0 0,0 0 0 0,-2 2 0 0,-1 3 0 0,-3 1 0 0,-2 0 0 0,1 11 0 16,-5 14 0-16,-3 6 94 0,0 5 127 0,2 1-84 0,-7 13-54 15,6 2-24-15,-3-1 167 0,1-1-143 16,2-1-83-16,1-6 0 0,-4 10 0 0,4-8 0 15,-2-2-7-15,2-4-119 0,3-4 81 0,-1 0 50 0,2-5-609 0,1-6 273 16,3-3 167 0,1-6 10-16,3-6-243 0,-2-1 172 0,3-6 99 0,0-2 44 0,0-4-477 15,4-14 260-15,5-7 132 0</inkml:trace>
  <inkml:trace contextRef="#ctx0" brushRef="#br0" timeOffset="94108.3">28067 8807 2451 0,'11'-22'0'0,"0"7"0"0,-4 5 0 0,2 3 0 0,-2 1 0 0,-2 4 0 0,1 2 0 0,1 0 0 0,5 18 0 0,-1 4 0 0,1 12 111 0,-4 5 376 15,-1 4-225-15,0 4-113 0,0 4 89 0,-3-2-105 0,1-3-48 16,1 0-70-16,0-5-15 16,-1-5 0-16,2 0 0 0,-2-2 0 0,-2-6-301 15,1-4 111-15,-3-2 113 0,2-4-761 0,-3-5 418 16,0 0 105-16,0-5-421 0,-11-2 349 0</inkml:trace>
  <inkml:trace contextRef="#ctx0" brushRef="#br0" timeOffset="94265.04">27993 9260 2385 0,'-10'-10'0'0,"4"3"0"0,1 2 0 0,2 0 0 0,1 2 0 0,0-1 0 0,2 2 0 0,0 0 0 16,2 1 0-16,13 1 0 0,0 0 131 0,6 0-38 0,-2 0-33 0,8 0-64 0,-2 1 40 0,1 3-438 15,1 0 219-15,-7-1 119 0,5 2 45 0,-3-1-752 16,1-3 374-16</inkml:trace>
  <inkml:trace contextRef="#ctx0" brushRef="#br0" timeOffset="94426.98">28400 9170 2548 0,'0'-7'0'0,"0"4"0"0,0 0 0 0,0 1 0 0,0 0 0 0,0 0 0 0,0 2 0 0,4 0 0 0,3 6 0 0,0 3 0 0,0 6 299 0,1 2-121 0,-1 0-76 0,1 0 203 16,-3 2-135-16,-1 1-66 0,-1 1-112 0,0-2 10 16,-2 2 34-16,0-3-525 0,-1 1 262 0,0 0 132 15,0-2 65-15,0-1-802 0,-2 0 419 0</inkml:trace>
  <inkml:trace contextRef="#ctx0" brushRef="#br0" timeOffset="94646.59">28185 9655 3260 0,'-12'5'0'0,"1"7"0"0,-1 6 0 0,2 5 0 0,-5-1 0 0,0 6 0 0,-5 8 0 0,8-4 0 0,-6 11 0 0,1-2 0 0,4 1 234 0,1 1-100 0,-2-3 169 15,5-5-303-15,2 1 0 16,0-3 0-16,2-4 0 0,3-8 0 0,0 3-286 15,1-7 6-15,1-4 144 0,0-4 89 0,0-1-893 16,0-5 474-16,0-1 151 0,0-2 132 0,0 0-243 16</inkml:trace>
  <inkml:trace contextRef="#ctx0" brushRef="#br0" timeOffset="94847.14">28162 9649 3288 0,'5'-9'0'0,"1"5"0"0,1 2 0 0,0 0 0 0,-2 2 0 0,3 0 0 0,-1 8 0 0,4 10 0 0,1 6 0 0,-3 5 0 0,0 5 242 0,0 7 159 0,-3 2-401 0,-1 2 0 15,0-4 0-15,1 14 0 0,-3-8 0 0,3-2 0 16,-2-7 0-16,0 1 0 0,0-4 0 0,1-2 0 16,-3-11 0-16,0 3-29 0,1-6-136 0,-1-5 99 15,-1-2-1099-15,-1-1 570 0</inkml:trace>
  <inkml:trace contextRef="#ctx0" brushRef="#br0" timeOffset="95023.42">27965 10146 2777 0,'-7'-3'0'0,"3"-1"0"0,2-2 0 0,2 1 0 0,0 0 0 0,0-1 0 0,3 0 0 0,13 2 0 0,6 0 0 0,0 2 0 0,3 1 127 0,-3-1-38 0,10 0-197 0,-6-1 71 15,3 2 35-15,-3-1-694 16,1 0 366-16,-5 0 190 0,1 2 83 16</inkml:trace>
  <inkml:trace contextRef="#ctx0" brushRef="#br0" timeOffset="95256.05">28374 10047 1843 0,'1'-1'0'0,"10"-3"0"0,-2 2 0 0,4-1 0 0,1 3 0 0,-1 0 0 0,5 0 0 0,-1 10 0 0,-2 1 0 0,-5 4 0 0,1 2 111 16,-7 1-39-16,-2 3 11 0,-2 4-9 0,-4-5-39 16,-14 0-1-16,-2 0 38 0,-4-1 0 15,-2-2-29-15,1-4-9 0,5-3 202 16,-2 0-101-16,6-3-51 0,7 0-24 0,-2-5 269 16,6-1-152-16,2 2-71 0,3-3 92 0,0 0-82 15,6 2-99-15,14-2-17 0,7 0 0 0,3 0 0 16,1 0 0-16,3 0-238 0,2-2 47 0,-4-1 122 15,3 2 47-15,-3-1-886 0,0 1 442 0,-2 1 189 16</inkml:trace>
  <inkml:trace contextRef="#ctx0" brushRef="#br0" timeOffset="95412.99">29195 10179 3641 0,'0'0'0'0,"3"0"0"0,2 2 0 0,-2 5 0 0,-3 2 0 0,0 2 0 0,0 6 0 0,-3 1 0 0,-9 4 0 0,-1-2 0 0,-4 7 113 16,-2-1-40-16,0 2-259 0,-1 0 110 0,-2 0 55 15,0 4 36-15,-8 10-936 0</inkml:trace>
  <inkml:trace contextRef="#ctx1" brushRef="#br0" timeOffset="23202.77">33185 13952 0,'0'-15'15,"0"1"-15,0-14 16,0 13-16,0 1 15,0 14 1,0-27-16,0-2 16,0 15-1,0-29-15,0 29 16</inkml:trace>
  <inkml:trace contextRef="#ctx0" brushRef="#br0" timeOffset="96860.69">29849 8793 1554 0,'0'-16'0'0,"0"3"0"0,0 0 0 0,0 1 0 0,-3-2 0 0,3 1 0 16,0 1 0-16,0 1 0 0,0 2 0 0,0 1 0 0,0 3 114 0,0 1 271 0,0 2-165 0,0 1-96 0,0-1-44 0,0 2 230 15,0 0-136-15,0 0-69 0,0 5 202 0,0 6-139 16,0 0-66-16,0 4-33 0,0 0 150 0,0 4-219 15,0 4 0-15,0 3 0 0,0 2 0 0,0 3 0 16,0 2 0-16,0 3 0 0,0 3 0 0,0 6 0 16,0-1 0-16,0 0 0 0,0 5 0 15,0 0 0-15,3 6 0 0,-1 10 0 16,-2 0 0-16,0 2 0 0,0 5 0 0,0-3 0 16,0-6 0-16,0 15 0 0,0-11 0 0,0-5 0 15,0 0 0-15,0-10 0 0,0 7 0 0,0-5 0 16,-7-5 0-16,7 0 0 0,0-4 0 0,0-7 0 15,-1-1 0-15,-3-5 0 0,2-2 0 0,-1-5 0 16,-2-3 0-16,0-1 0 0,0-7 0 0,0-1 0 16,2-7 0-16,0 2 0 0,-1-5 0 0,1 0 0 15,-1-3 0-15,-2 0 0 16,4 0 0-16,-4 0 0 0,-1 0 0 0,0 0 0 16,2-3 0-16,0-3 0 0,0 0 0 0,2-2 0 15,1-1-285-15,2 0-50 0,0-3 140 0,0-1 85 16,12-2-653-16,8 0 364 0,7-6 181 0</inkml:trace>
  <inkml:trace contextRef="#ctx0" brushRef="#br0" timeOffset="97479.2">32571 8627 1572 0,'-2'-2'0'0,"2"-1"0"0,0 2 0 0,0 1 0 0,0 0 0 0,0 0 0 0,0 0 0 0,0 0 0 0,0 0 0 0,0 0 0 0,0 0 292 0,-3 0-129 0,1 8-55 16,1 2 57-16,-1 1-65 0,0 2-33 0,2 0 1 15,0 0 116-15,-3 2-65 0,3 1-46 0,0 1-1 16,0-1 81-16,0 3-59 0,0-1-29 0,0 3 120 15,3 0-79-15,1 5-35 0,2 1-1 0,-1 3 119 16,2-1-174-16,1 6-15 0,1 5 0 0,0 2 0 16,3 2 0-16,1-2 0 15,-1 5 0-15,-2 2 0 0,3 2 0 0,-4 5 0 16,-1 7 0-16,-4 2 0 0,-3-3 0 0,2-6 0 16,-3 14 0-16,0-8 0 0,0 0 0 0,-8 0 0 15,2-1 0-15,-3 11 0 0,-2-4 0 0,4-3 0 16,0 1 0-16,0-11 0 0,1 5 0 0,-1-6 0 15,4-6 0-15,-2-1 0 0,3-13 0 0,-3 4 0 16,3-12 0-16,-3 4 0 0,1-9 0 0,-1-2 0 16,1-6 0-16,1-3 0 15,1-3 0-15,-3-1 0 0,3-4 0 0,-1-1 0 16,0-1 0-16,-4 0 0 0,-1 0 0 0,-1 0-10 16,1-6-65-16,-5 0-222 0,3-6 131 0,-3 5 65 15,-1-5 24-15,2 5-619 0,-1-5 330 0,3 5 166 16,3-8-698-16</inkml:trace>
  <inkml:trace contextRef="#ctx0" brushRef="#br0" timeOffset="98463.21">30394 8714 1464 0,'0'-10'0'0,"0"3"0"0,0-1 1 0,0 2-1 0,0-1 0 0,0 2 0 0,0 1 1 0,0 0-1 0,0 1 0 0,0 1 1 0,0 2 285 0,0 0-124 0,0 0-63 16,0 0 123-16,0 2-97 0,0 9-44 0,0 3 0 16,0 3 181-16,-7 8-113 0,-4-1-47 0,-1 4-37 15,-3 3 186-15,1 1-107 0,1 1-53 0,-2 2 51 16,2-1-44-16,0 3-35 0,-3-4-22 15,5 3-41-15,-1-3 0 0,4 1 0 0,0-2 0 16,1-4 0-16,2 1 0 0,0-9 0 0,5 4-82 16,-3-5-18-16,-1-1 69 0,4-4 28 0,-2-4-479 15,1-3 231-15,1 1 66 0,-3-5-289 0,3 0 209 16,0-3 119-16,0 0 55 0,0 0-160 0,0 0 107 16,0-3 54-16,0-7 17 0,4-2-311 0,3-7 174 15</inkml:trace>
  <inkml:trace contextRef="#ctx0" brushRef="#br0" timeOffset="98706.15">30425 8618 2524 0,'4'-2'0'0,"-1"2"0"0,2 0 1 0,3 0-1 0,-1 2 0 0,0 9 0 0,1 6 0 0,4 6 0 0,-2 3 0 0,0 6 0 0,3 5 169 0,-3 9-71 0,0-3 125 0,-2 4-94 15,-1-3-46-15,1 2 101 0,-2-9-65 0,0 4-45 16,-5-3-1-16,3-2-211 0,-2-2 87 0,-1-4 44 16,-1-8 9-16,0 4-357 0,0-5 196 15,0-2 97-15,-1-2-500 0,-3-6 221 0,-5 0 122 0,-2-4 95 16,1-1-145-16,-3-2 116 16,-2-4 59-16,-3 0-300 0,1 0 169 0,-8 0 99 0</inkml:trace>
  <inkml:trace contextRef="#ctx0" brushRef="#br0" timeOffset="98861.93">30294 9176 1941 0,'-12'-16'0'0,"7"5"0"0,-5 0 0 0,7 2 0 0,-1 1 0 0,0 1 0 0,4 1 0 0,0 0 0 0,0 3 0 0,3-2 0 0,10 4 145 0,3 0-45 16,7-2 206-16,1 3-135 0,3 0-67 0,-2 0-45 16,3 0 1-16,-6 3-14 0,8 2-10 0,-5 0-399 15,0 3 200-15,-2-3 99 0,-2 2-224 0,0 2 171 16,1-2 72-16,-4-2-69 0,2-1-577 0</inkml:trace>
  <inkml:trace contextRef="#ctx0" brushRef="#br0" timeOffset="99055.26">30867 9068 1681 0,'5'-7'0'0,"1"2"0"0,-2 0 0 0,-1 2 0 0,0-1 0 0,-1 2 0 16,-2 0 0-16,2 2 0 0,1 0 0 0,-1 0 0 0,0 4 538 0,-1 8-250 0,-1-1-117 0,2 2-72 0,0 0 420 0,-2 2-241 0,0-1-121 15,3 4 43-15,-3-3-200 0,0 0 0 0,0 0 0 16,0 0 0-16,0 0-104 0,0-4 69 0,0 2 32 16,0-1-277-16,0-1 159 15,0-1 78-15,0 2-780 0,-8 1 332 0,-1 0 233 16,-1-1 110-16</inkml:trace>
  <inkml:trace contextRef="#ctx0" brushRef="#br0" timeOffset="99311.77">30467 9574 2950 0,'-8'0'0'0,"-1"7"0"0,-4 2 0 0,3 3 0 0,-2 1 0 0,-6 2 0 0,-2 4 0 0,3 3 0 0,-4 5 0 0,1 1 0 0,1-2 604 16,0 6-288-16,2-2-255 0,-3 2-61 0,5-2 0 0,0 2 0 15,5-6 0-15,-2 7 0 0,4-8 0 0,0 0 0 16,4-5 0-16,2 3 0 0,-4-5 0 16,6-3-7-16,0-2 10 0,0-4-688 15,0-1 231-15,0-3 212 0,0-1-464 0,0-4 339 16,0 0 165-16,5 0 82 0,2-3-339 0</inkml:trace>
  <inkml:trace contextRef="#ctx0" brushRef="#br0" timeOffset="99543.12">30379 9602 2709 0,'8'-9'0'0,"2"6"0"0,0 2 0 0,0 1 0 0,0 0 0 0,0 0 0 0,0 13 0 0,2 4 0 0,-2 8 0 0,5 2 0 0,0 9 126 0,-5-3-35 0,3 9 509 16,-1 0-281-16,1-3-233 15,-1 3-86-15,-3-9 0 0,5 3 0 0,-4-2 0 16,2-2 0-16,-4-3 0 0,2-5 0 0,-2-2 0 15,-3-2 0-15,5-5 0 0,-6-2-41 0,1-3-727 0,-3-1 330 16,-1-3 207-16,5-2 58 0,-6-2-246 0,0-2 191 16,0 0 95-16,0 0 49 15,0 0-481-15,-12-2 255 0</inkml:trace>
  <inkml:trace contextRef="#ctx0" brushRef="#br0" timeOffset="99712.58">30325 9981 2460 0,'-16'-9'0'0,"1"4"0"0,5 0 0 0,0 0 0 0,3-1 0 0,2 0 0 0,2 3 0 15,3 1 0-15,0-2 0 0,0 2 0 0,13 0 113 0,3 2 305 0,8-1-191 0,1 1-85 0,5 0-61 0,0 0 1 16,0 0-45-16,0-2 0 0,-2 2-419 0,-3 0 219 16,5 0 95-16,-9 0-633 0,0 0 370 0,4 0 120 15,-8 2 114-15</inkml:trace>
  <inkml:trace contextRef="#ctx0" brushRef="#br0" timeOffset="99974.5">30772 9932 1391 0,'11'-1'0'0,"3"-1"0"0,4-1 0 0,-1 2 0 0,6-1 0 0,-1 2 0 0,0 0 0 0,-1 0 0 0,-3 3 0 0,1 7 0 0,-8 1 74 0,-4 3 158 0,0 1-98 0,-7-1-49 15,0 3-23-15,-9 2 152 0,-12 4-93 0,-2-4-42 16,-7-1 53-16,0-1-47 0,-2 0-25 0,7-5 10 15,-8 2 134-15,18-6-84 0,-4 1-42 0,8-3 163 16,2-2-102-16,1-1-42 0,8 2-35 0,0-2 108 16,0-1-89-16,11 0-81 0,6-1 0 0,8 2 0 15,2-2 0-15,3-1 0 0,5 0 0 16,-2 0 0-16,4 0 0 0,-10 0 0 0,9 0-93 0,-4 0-119 16,2 0 119-16,-4 0-627 15,-4 0 342-15,-1 0 161 0,1 0 94 0,-1-1-475 16,-6-5 280-16</inkml:trace>
  <inkml:trace contextRef="#ctx0" brushRef="#br0" timeOffset="100594.79">31610 8913 2817 0,'0'-7'0'0,"0"7"0"0,0 0 0 0,0 0 0 0,0 5 0 0,0 6 0 0,0 2 0 0,0 2 0 0,0 4 0 0,0 4 0 0,0 1 302 0,0 2-134 0,0 0-66 0,0-2-24 15,0 5-182-15,2-5 70 0,0-3 34 0,0 1 1 16,-2-3-176-16,0-2 115 0,0-3 43 16,0-2-456-16,0-4 254 0,0-2 62 0,0-2 86 15,-2-3-534-15,-4-1 290 0,1 0 139 0,0-1-122 16,-2-5 131-16,1-6 65 0,-1-5 25 0,-1 1 4 15,4-5 0-15,-4-3 37 0,3-1 0 0,-1 0 23 16,-1-5 9-16,5 1-31 16,-3-3 138-16,3 0-70 0,2 2-34 0,0 3-9 15,0-4 218-15,2 8-71 0,8 3-75 16,3 3 348-16,8 0-191 0,-2 5-69 0,5 5-61 0,-1 3 161 16,6 3-107-16,1 1-54 0,1 0-26 0,-1 0 71 15,-5 9-54-15,0 4-22 0,-5-2-18 0,-7 3-4 16,2 0-1-16,-8 2 10 0,-5 0-32 0,-2 3 0 15,0 2 23-15,-19-3-28 0,-4 0 27 0,-2-2 10 16,-5-1-9-16,0-4 36 16,5 1-36-16,4-5-3 0,0 1 69 0,8-2-24 15,1 0-9-15,3-3-33 0,4-1 41 0,3 1-1 16,2 3-40-16,0-3 8 0,11 5 39 0,8 1-23 16,4 2-1-16,2-2 97 0,5 4-60 0,-4 2-22 15,0 0-37-15,-1 2-37 0,-7-3 0 0,-1 4 0 16,-1-3 0-16,-6 0 0 0,-6 2 0 15,-2-2 0-15,-2-1 0 0,-6-1 0 16,-11 3 0-16,-1-5 0 0,-8 0 0 0,1-4 0 16,-1 1 0-16,-2-2 0 0,0-2 0 0,3-2 0 15,-5-2 0-15,7 0 0 0,0 0 0 0,2 0 0 16,5 0-289-16,4 0-54 0,4-2 161 0,3-1 48 16,3 0-579-16,2-3 338 0,5-1 170 0,10-3 76 15,5-2-322-15</inkml:trace>
  <inkml:trace contextRef="#ctx0" brushRef="#br0" timeOffset="100773.42">32036 9193 2616 0,'0'5'0'0,"2"7"0"0,1-4 0 0,-1 0 0 0,1 2 0 0,0 1 0 15,-1 2 0-15,-2-1 0 0,3 5 0 0,-1 1 0 0,0 1 691 0,1-1-332 0,1 1-162 0,2 2-129 0,-4-2-68 0,6-1 0 16,-3 1 0-16,-2 1 0 0,1-6-114 0,-1 1-118 15,2 1 134-15,-3-2-327 16,-2 0 240-16,0-2 105 0,0 1 58 0,-12 3-985 16,2-7 485-16</inkml:trace>
  <inkml:trace contextRef="#ctx0" brushRef="#br0" timeOffset="101009.17">31698 9726 3037 0,'-3'9'0'0,"3"8"0"0,-2-2 0 0,0 0 0 0,1 2 0 0,-6 3 0 0,5 4 0 0,0 1 0 0,-4 4 0 0,5-1 0 0,-3 2 133 0,3 0 332 0,-1-7-205 0,0 9-224 15,0-10-36-15,1 2 0 0,-1-3 0 0,0 0 0 16,2-5 0-16,-3-2 0 0,1 2 0 0,2-4 0 16,-3-4-444-16,3 1 219 0,-2-4 140 0,2 1 56 15,0-4-782-15,-3-2 387 0,3 0 195 0,-3 0-278 16,0 0 226-16,-3-2 128 0,3-9 58 15,-4-10-220-15,2-3 139 0,-1-5 80 0,1-2 35 16,3-5 61-16</inkml:trace>
  <inkml:trace contextRef="#ctx0" brushRef="#br0" timeOffset="101384.81">31598 9822 2043 0,'2'-25'0'0,"1"4"0"0,1 5 0 0,1 2 0 0,3 1 0 0,2 0 0 0,0 4 0 0,3-1 0 0,4 3 0 0,4 1 0 0,4 3 146 0,2 0-55 0,1 3-27 0,0 0 179 16,1 3-95-16,1 6-61 0,-1 4-25 0,-5 0-58 15,-6 0 0-15,-1 2 31 0,-4 2-110 16,-6 0 50-16,-5 2 31 0,-2 2 0 0,-2 1-64 0,-18-1 47 16,-2-3 31-16,-6 0-22 0,0-1-10 0,-2-4 0 15,3-2-26-15,4-4 152 0,4 1-61 0,0-3-26 16,8 0 6-16,0-4 302 0,6 1-133 0,2-2-84 16,3 0 205-16,0 2-323 15,0 0 0-15,3 2 0 0,13-1 0 0,8 3 0 16,-4 1 0-16,8 5 0 0,1-1 0 0,-1 2 0 15,-3 0 0-15,-3 2 0 0,-6-2 0 0,1 2 0 16,-4 2 0-16,-6 0 0 0,-2-2 0 0,-3 0 0 16,-2-2 0-16,0 0 0 0,-12 0 0 0,-5 1 0 15,-5-3 0-15,-1-1 0 0,3-3 0 0,-8 2 0 16,0-3 0-16,2-2 0 0,-4 0 0 0,4-3 0 16,3-1 0-16,-2 0 0 15,3 0 0-15,7 0 0 0,3 0 0 0,3-1 0 0,2-3-448 16,3-3 160-16,4-5 126 0,0 0 63 15,5-2-617-15,15-3 339 0,5 2 163 0,1-4-559 16,2 2 368-16</inkml:trace>
  <inkml:trace contextRef="#ctx0" brushRef="#br0" timeOffset="101651.37">32001 10078 2168 0,'12'0'0'0,"6"0"0"0,2 1 0 0,2 2 0 0,0 1 0 15,-1 2 0-15,-1 0 0 0,2 2 0 0,-1 3 0 0,-1 0 0 0,-5 4 240 0,-4 0-107 0,-2 0-48 0,-7 1 117 0,0 0-84 0,-2 1-31 0,-2 0-6 0,-13-2-23 16,-5 1 0-16,-2-5-22 0,-2 4 77 0,2-8-29 16,-8 2-9-16,10-3 48 0,-2-1-44 0,2 0 0 15,10-3-43-15,0-2 40 0,2 2-76 0,5-2 0 16,1 0 0-16,2 0 0 0,0 0 0 0,13 0 0 16,12 0 0-16,2 0 0 15,5 2 0-15,4 0 0 0,-3 0 0 0,1 0 0 16,-3-2 0-16,1 3 0 0,-4 1 0 0,-1-2-9 15,-5-2-20-15,1 2-694 0,-3-2 348 0,-3 0 170 16,-4 0 85-16,-1 0-561 0,-4-2 323 0,2-7 152 16,-3-10-424-16</inkml:trace>
  <inkml:trace contextRef="#ctx0" brushRef="#br0" timeOffset="102131.79">32796 9061 1579 0,'3'-1'0'0,"0"-5"0"0,6 2 0 0,-1 2 0 0,0 0 0 0,-1 0 0 0,2 2 0 0,2 0 0 0,-1 0 0 0,5 4 0 0,-2 5 81 16,-1 5 365-16,6 0-196 0,-1 7-112 0,3 0 141 0,-2 3-122 0,3 2-60 15,2 4-22-15,2 6 411 0,-2-1-225 16,-3 2-179-16,0 2-82 0,0 2 0 16,-10-1 0-16,6 8 0 0,-9-2 0 0,-4-1 0 15,-1 2 0-15,0-4 0 0,-2-4 0 0,0 10 0 16,-10-6 0-16,-5 1 0 0,1-3 0 0,-5 2 0 15,3-5 0-15,-10 5 0 0,4-4 0 0,-1-3 0 16,1 0 0-16,2-8 0 0,-3 2 0 0,0-4 0 16,3 0 0-16,0-3 0 0,3-3 0 15,-3 1 0-15,5-4 0 0,-2-2 0 0,1-2 0 0,1-1 0 16,0-2 0-16,1-2 0 16,1-4 0-16,0 2 0 0,1-4 0 0,2-2 0 15,0 0 0-15,5 0 0 0,-2 0 0 0,-1 0 0 16,8 0 0-16,-1 0 0 0,1-5 0 0,0 0-827 15,1 0 351-15,19-5 225 0,-8 5 107 0,8-3-926 16</inkml:trace>
  <inkml:trace contextRef="#ctx0" brushRef="#br0" timeOffset="102302.76">33274 10401 3513 0,'3'0'0'0,"5"0"0"0,6 0 0 0,-7 0 0 0,-5 0 0 0,0 0 0 15,-2 0 0-15,0 0 0 0,0 0 0 0,0 0 0 0,0-1-17 0,0-5 27 0,-8-3 8 0,3 0-1003 0,-2-3 474 16</inkml:trace>
  <inkml:trace contextRef="#ctx0" brushRef="#br0" timeOffset="109846.23">9868 16687 1743 0,'-2'-8'0'0,"0"-6"0"0,2 12 0 0,-3 0 0 0,3 2-4 0,0 0 0 0,0 0 4 0,0 0 0 0,0 0 0 0,0 0 0 0,0 0 179 0,0 0-67 0,0 0 213 16,0 0-130-16,0 0-81 15,0 0-35-15,0 0 134 0,0 0-85 0,0 0-42 16,0 0 11-16,0 0 84 0,0 0-69 0,0 0-34 16,0-2 158-16,3 0-175 0,-1 1-61 0,8-4 0 15,1-1 0-15,2 2 0 0,1-4 0 0,-1 2 0 16,2-1 0-16,2 2 0 0,-2-1 0 0,1-1 0 15,2 4 0-15,1-2 0 16,-3 1 0-16,3-2 0 0,0 2 0 0,-2-1 0 16,-3-1 0-16,2 2 0 15,-5 0 0-15,4-2 0 0,-4 1 0 0,4-1 0 0,-5 2 0 0,3-4 0 16,0 1 0-16,0 1 0 0,4-2 0 16,-2 2 0-16,4-1 0 0,-1-1 0 0,7 2 0 0,0 1 0 15,-1 0 0-15,5 0 0 16,-1 3 0-16,2-3 0 0,0 2 0 15,2-2 0-15,0 3 0 0,0-1 0 0,1-1 0 0,3-1 0 16,1-2 0-16,4 2 0 16,-1-1 0-16,3-1 0 0,1-1 0 15,-5 2 0-15,12-4 0 0,-6 0 0 0,4 1 0 0,-1 1 0 0,2-1 0 16,0 1 0-16,2 3 0 0,0-3 0 0,1 3 0 0,12-1 0 16,-5 0 0-16,-6 1 0 0,4-3 0 0,10 1 0 15,-6 0 0-15,1-3 0 0,2 2 0 16,-7-1 0-16,17 0 0 0,-4-1 0 0,-2 0 0 15,0 2 0-15,0-2 0 16,-9 3 0-16,15-2 0 0,-5-1 0 0,-2 3 0 0,5-1 0 0,-1 1 0 16,-3 0 0-16,7 0 0 15,-5-1 0-15,1 3 0 0,-1-2 0 16,-1 3 0-16,-6-1 0 0,18-3 0 0,-10 2 0 16,-2-1 0-16,-1-2 0 0,-2 2 0 0,-8 2 0 0,12-1 0 15,-7 2 0-15,-2 0 0 0,4 3 0 16,0 0 0-16,-10-2 0 0,14 3 0 15,-8 0 0-15,1 0 0 0,1 0 0 0,2 0 0 0,-8 0 0 0,20 0 0 16,-4 0 0-16,-1 0 0 0,1 0 0 0,1 0 0 16,0 0 0-16,2-4 0 15,2-4 0-15,11 1 0 0,-6-4 0 0,-8 6 0 16,4-5 0-16,1 0 0 0,2 3 0 16,-3-2 0-16,12-1 0 0,-1 0 0 0,-10 1 0 15,16 0 0-15,-7 0 0 0,-1 0 0 0,3-1 0 0,4 1 0 16,-6-2 0-16,15-1 0 0,-8 3 0 0,2-2 0 0,-2-1 0 15,4 3 0-15,7-3 0 0,-6 3 0 16,1-2 0-16,-1 1 0 0,-1 3 0 16,4-1 0-16,3 1 0 0,-7-2 0 15,2 3 0-15,1-3 0 0,-1 3 0 0,8 0 0 0,-3-2 0 16,0 3 0-16,0-2 0 0,2 1 0 16,0-2 0-16,7 3 0 0,-4-4 0 0,-1 4 0 15,-1-1 0-15,2-1 0 0,16 0 0 16,-26 3 0-16,10-3 0 0,-4 3 0 0,2 0 0 15,2 0 0-15,1 2 0 0,-3 1 0 0,-2 0 0 16,-2-3 0-16,2 3 0 0,15-1 0 16,-22 0 0-16,9 2 0 0,1-2 0 0,1 0 0 0,20 0 0 15,-13-3 0-15,-15 3 0 0,15-1 0 16,12-1 0-16,-4-1 0 0,-2 1 0 0,-2 1 0 16,-4-1 0-16,-12 2 0 0,32-1 0 0,-14-1 0 0,-4 1 0 15,-2-1 0-15,0 1 0 16,-1 0 0-16,21-1 0 0,-18 0 0 0,4-1 0 15,0-1 0-15,6 1 0 0,-16 1 0 0,21-1 0 16,-13-3 0-16,2 4 0 0,2-4 0 0,-1 3 0 16,-16-1 0-16,24-1 0 0,-11-1 0 15,2 2 0-15,-18 3 0 0,8-3 0 0,-4 1 0 0,1-1 0 16,4 2 0-16,-10-1 0 0,-2 0 0 16,-5 0 0-16,-12 1 0 0,17-1 0 0,-10 1 0 15,-5 0 0-15,-16 2 0 0,5-2 0 0,-15 2 0 0,9 1 0 16,-20-2 0-16,5 2 0 0,-5-1 0 0,-7 0 0 15,-8 2 0-15,0-2 0 0,-8 2 0 0,-10 0 0 16,1-1 0-16,-7 1 0 16,-5 0 0-16,-3-3 0 0,-1 3 0 0,-4-1 0 15,0 1 0-15,2-4 0 0,-3-3 0 0,0-4 0 16,0-2 0-16,0-2 0 0,-7-1 0 0,-2-3 0 16,-5-3 0-16,-2 2 0 0,-4 2 0 15,-2 2 0-15,-5 2 0 0,-3 6 0 0,-3 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16:47.2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1:16:49.871"/>
    </inkml:context>
  </inkml:definitions>
  <inkml:trace contextRef="#ctx0" brushRef="#br0">9974 6388 652 0,'-12'-13'0'0,"5"6"0"0,3-1 0 0,4 4 0 0,-2 1 0 0,2 0 0 0,0 2 0 0,0-1 0 0,0 2 0 0,0-1 0 0,2 1 323 0,2 0-132 16,3 0-80-16,1 0-36 0,-2 0 294 0,1 0-164 0,2 0-83 0,-1 1 147 15,2 8-120-15,-3-2-54 0,3 0-28 0,0 1 331 16,-4-3-179-16,3 1-79 16,0 1-56-16,0-3 292 0,0 2-290 0,1-4-86 15,-1 1 0-15,0-1 0 0,-2 0 0 0,3-2 0 16,-2 2 0-16,1-2 0 0,-1 0 0 0,1 1 0 16,-2-1 0-16,4 0 0 0,-1 0 0 0,3 0 0 15,-1 3 0 1,1-3 0-16,1 0 0 0,2 2 0 0,-2-2 0 0,2 1 0 0,0-1 0 0,2 2 0 15,1 0 0 1,-1-2 0-16,3 2 0 0,0 0 0 0,3-2 0 16,2 2 0-16,0-2 0 0,1 0 0 0,-1 0 0 15,3 0 0-15,-3 0 0 0,6 0 0 16,-2-2 0-16,-3 0 0 0,3 0 0 0,0 0 0 0,-3-1 0 16,5-2 0-16,-4 4 0 0,2-1 0 0,0-2 0 0,0 2 0 15,-3 1 0-15,5-1 0 0,-4 0 0 0,0 1 0 16,0-2 0-16,1 1 0 0,-5 0 0 0,8 1 0 15,-5-1 0 1,3 0 0-16,0 0 0 0,1 1 0 0,-1-2 0 16,2 1 0-16,-1 0 0 0,4 2 0 0,1 0 0 0,1 0 0 15,2 0 0-15,5 0 0 0,-3 0 0 16,0 0 0-16,1 0 0 0,1 0 0 0,-4 0 0 16,10 0 0-16,-1 0 0 0,2 0 0 0,1 0 0 15,2 0 0-15,4 2 0 0,1-2 0 0,1 2 0 16,-1-2 0-16,7 3 0 15,-4-3 0-15,-7 0 0 0,12 0 0 0,-4 0 0 0,2 0 0 0,5 1 0 16,-2-1 0 0,-8 0 0-16,15 0 0 0,-9 0 0 0,1 0 0 15,-2 0 0-15,3 0 0 0,-3 0 0 0,15 0 0 0,-6 0 0 16,1 0 0-16,-5 0 0 0,0-1 0 0,-7-2 0 16,16 1 0-16,-7 2 0 0,5-2 0 15,0 0 0-15,2 1 0 0,-11-2 0 0,15-1 0 16,-8 3 0-16,-1-1 0 0,4-1 0 0,12 1 0 0,-11-2 0 0,7 1 0 15,-1-4 0-15,0 4 0 0,-1-3 0 0,-2 0 0 32,13 3 0-32,-5-3 0 0,3 3 0 0,-7-6 0 15,7 6 0-15,-9-5 0 0,17 1 0 0,-5 0 0 0,3 1 0 16,-2-2 0-16,0 1 0 0,-12-1 0 0,16 1 0 16,-4 1 0-16,5 1 0 0,-2-1 0 0,-3 0 0 15,-9 3 0-15,18-3 0 0,-11 0 0 16,7 3 0-16,2-3 0 0,-6 1 0 0,-6 2 0 0,14-1 0 0,-11 1 0 31,7-3 0-31,5 3 0 0,-3-2 0 0,-16 1 0 16,17-1 0-16,-12 1 0 0,2 1 0 0,2 0 0 0,-18 0 0 0,3 1 0 15,-5 0 0-15,-8 0 0 0,-17 0 0 16,2 2 0-16,-5 0 0 0,-9 0 0 0,-1 0 0 16,-6 0 0-16,-8 0 0 0,-3 0 0 0,-4 0 0 0,-8 0 0 31,-3 0 0-31,-1 0 0 0,-3 0 0 0,0-1 0 15,-2 1 0-15,0-4 0 0,0-3 0 0,0-3 0 0,0-1 0 0,0-2 0 0,0-1 0 0,0-1 0 16,0 4 0 0,-9 0 0-16,-6 1-2 0,-13 9-99 0,-14 1-1810 15</inkml:trace>
  <inkml:trace contextRef="#ctx0" brushRef="#br0" timeOffset="2113.54">20471 6143 1928 0,'-12'0'0'0,"3"0"0"0,0-2 0 0,-1 0 0 0,1 1 0 0,0-3 0 0,0 1 0 0,0 2 0 0,4-1 0 0,0 0 0 0,3 2 539 0,0-2-239 16,2 2-133-16,0 0-63 0,0 0 106 0,0-2-83 0,2 0-43 16,10 0 10-16,4 0 136 0,0 1-95 15,4-4-122-15,-1 2-13 16,-1 1 0-16,3 0 0 0,-3-1 0 0,1 3 0 15,0-3 0-15,-2 3 0 0,0 0 0 0,-1 0 0 16,2 0 0-16,3 0 0 0,-1 0 0 0,1 0 0 0,5 0 0 16,-6 0 0-16,8 0 0 15,-1 0 0-15,-1 3 0 0,3-3 0 0,-5 3 0 0,8 1 0 0,-2-2 0 0,2-2 0 16,4 1 0 0,-1-1 0-16,3 3 0 0,9-3 0 0,-2 0 0 0,0 0 0 0,2 0 0 15,-2 0 0-15,-6-3 0 16,12-2 0-16,-6 3 0 0,-1-1 0 15,0 0 0-15,4 0 0 0,-9 1 0 0,11 0 0 0,-2 2 0 16,-4 0 0-16,4 0 0 0,-4 0 0 0,-4 0 0 0,10 0 0 16,-4 2 0-16,1 3 0 15,0-2 0-15,1-3 0 0,1 3 0 0,3 1 0 0,-1-2 0 16,4-2 0-16,2 1 0 0,-1 2 0 16,1-1 0-16,-4-1 0 0,2 1 0 0,0 0 0 0,-2-2 0 15,-1 2 0-15,0 0 0 0,1 0 0 0,4 0 0 16,-3 1 0-16,0 0 0 0,3-2 0 15,-4 2 0-15,-2-2 0 0,1-1 0 16,-1 2 0-16,-2-2 0 0,3 0 0 16,-1 2 0-16,1-2 0 0,4 0 0 0,1 0 0 0,-1 0 0 15,1 0 0-15,-2 0 0 0,2 0 0 16,-1 0 0-16,-1 0 0 0,2 0 0 0,-5 0 0 16,8 0 0-16,3 0 0 0,-1 0 0 0,0 0 0 0,-9 0 0 15,13 0 0-15,-12 0 0 0,12 0 0 0,-2 0 0 16,0 0 0-16,6 0 0 0,3 0 0 0,-9 0 0 15,13 0 0-15,-8 0 0 16,-3 0 0-16,-2 0 0 0,-1 0 0 16,-2 0 0-16,10 0 0 0,3 0 0 0,-3-2 0 15,-4 0 0-15,3 1 0 0,-8 1 0 0,13-4 0 16,-8 1 0-16,3 0 0 0,3-3 0 0,3 4 0 16,2-3 0-16,-1-1 0 0,1 4 0 0,-8-2 0 15,2 1 0-15,-6 0 0 0,16-2 0 0,5 3 0 16,-14-2 0-16,8 1 0 0,-2 1 0 0,-15-2 0 15,17 2 0-15,-6 0 0 0,3 0 0 16,12 1 0-16,-5-1 0 0,-12 0 0 0,6 2 0 0,-9-1 0 16,-2-2 0-16,1 3 0 0,2-2 0 15,10 2 0-15,-8 0 0 0,0 0 0 0,1 0 0 0,-9 0 0 0,-8 0 0 32,3 0 0-32,4 0 0 0,-2 0 0 0,7 0 0 15,-1 2 0-15,-12-2 0 0,6 3 0 0,-9 0 0 16,4-1 0-16,-7-1 0 0,0 1 0 0,-5 0 0 0,-5-2 0 15,7 2 0-15,-3-2 0 0,-5 0 0 0,-6 2 0 16,1-2 0-16,-5 0 0 0,2 0 0 0,-5 0 0 0,-5 0 0 16,3 2 0-16,-2-2 0 0,-2 0 0 0,2 0 0 15,-3 0 0-15,1 0 0 0,-3 0 0 0,3 0 0 16,-5 0 0-16,3 0 0 16,-4 0 0-16,1 0 0 0,-2 0 0 0,-3 0 0 15,0 0 0-15,0 0 0 0,0 0 0 0,-3 0 0 16,-1-2 0-16,-4 0 0 0,1 0 0 0,-1 0 0 15,0 2 0-15,-1-2 0 0,-1 2 0 0,0-1 0 16,-8 1 0-16,-10 0 0 0,-6 0-36 0,-14 0-880 16</inkml:trace>
  <inkml:trace contextRef="#ctx1" brushRef="#br0">13756 14248 0,'0'0'16,"0"0"-16,-15 0 16</inkml:trace>
  <inkml:trace contextRef="#ctx0" brushRef="#br0" timeOffset="2699.97">3176 8261 407 0,'-17'-15'0'0,"-1"4"101"0,0 1-11 0,4-1-49 0,-2 0-1 0,2 0 199 0,-2-3-100 0,4 1-38 0,2 0-11 0</inkml:trace>
  <inkml:trace contextRef="#ctx0" brushRef="#br0" timeOffset="3185.8">3011 8119 3360 0,'-7'-12'0'0,"3"4"0"0,-2 1 0 0,5 3 0 0,-1 1 0 0,2 0 0 0,0 2 0 0,0-1 0 0,0 2 0 0,0 0 0 0,2 0 73 0,11 0 212 16,4 0-122-16,1 0-113 0,10 0-50 0,-4 0 0 16,3 0 0-16,6 0 0 0,-2 0 0 0,6 0 0 15,-2 0 0-15,2 0 0 0,6 0 0 0,0 0 0 16,-3 0 0-16,2 0 0 0,11 0 0 0,0 0 0 0,4 0 0 15,8 0 0-15,-5 0 0 0,-5 0 0 0,15 0 0 16,-5 0 0-16,0 0 0 0,0 0 0 0,5-2 0 16,-9 2 0-16,14 0 0 0,-7-2 0 0,-1 2 0 15,0 0 0-15,1 0 0 16,-7 0 0-16,15-1 0 0,-4 1 0 0,2-3 0 16,-2 2 0-16,-2-1 0 15,-6 1 0-15,13-6 0 0,-6 4 0 16,0-3 0-16,-1 0 0 0,3-1 0 0,-11 2 0 0,16-2 0 15,-14 2 0-15,-1-1 0 0,2 0 0 0,-4 1 0 0,-8-1 0 16,6 1 0-16,8-2 0 0,-17 2 0 0,6 1 0 16,-1 1 0-16,-11-3 0 0,9 0 0 0,-9 2 0 15,-3 0 0-15,-5 1 0 0,1-1 0 16,-1 3 0-16,-2-3 0 16,-2 2 0-16,-2 0 0 0,1-1 0 15,-7 0 0-15,3 2 0 0,-4-1 0 0,-2 0 0 16,-1 0 0-16,2 1 0 0,-4-2 0 0,-5 2 0 15,4-2 0-15,-5 1 0 0,-2 1 0 0,0-1 0 16,0-1 0-16,-3 2 0 0,0-1 0 0,-1 0 0 16,-2 0 0-16,0 1 0 0,-2-1 0 0,-1-1 0 0,1 3 0 15,0-1 0-15,0 1 0 0,-2 0 0 0,0-2 0 16,0 2 0-16,0-1 0 16,0-2 0-16,0 0 0 0,0 2 0 0,0 0 0 15,0 1 0-15,0-2 0 0,-2 2 0 0</inkml:trace>
  <inkml:trace contextRef="#ctx0" brushRef="#br0" timeOffset="12007.12">17214 4148 2278 0,'-15'-9'0'0,"5"7"0"0,7 2 0 0,1 0 0 0,0 0 0 0,2 0 0 15,0 0 0-15,0 0 0 0,0 0 0 0,2 0 0 0,9 0 98 0,6 2 177 0,1-2-116 0,5 0-48 0,2 0-40 0,1 0 166 16,-1 0-97-16,-1 0-49 0,0 0 0 0,1 0 82 15,5-2-71-15,-2-1-29 16,0-1-41-16,2-1-32 0,1 2 0 0,-7-1 0 16,8 0 0-16,0-1 0 0,-2 1 0 15,4-3 0-15,5-1 0 0,-4 0 0 0,13-5 0 16,-2 2 0-16,5-4 0 0,2-1 0 0,11-4 0 0,-7 4 0 16,14-5 0-16,-6 1 0 15,1-1 0-15,3 3 0 0,3-2 0 0,-1 1 0 0,2-2 0 16,5 2 0-16,12-1 0 0,-17 3 0 0,8-2 0 15,1 1 0-15,13-2 0 0,-8 1 0 0,5-1 0 16,4 0 0-16,0 1 0 0,-8-2 0 16,21-1 0-16,-6-1 0 0,3-2 0 0,6 2 0 15,-3 0 0-15,4-2 0 0,-1 3 0 0,16-4 0 16,-6 3 0-16,0 2 0 0,-12 0 0 0,33 0 0 16,-12 0 0-16,9-1 0 15,-2 2 0-15,7 3 0 0,-16-4 0 0,38 0 0 16,-20 0 0-16,3 0 0 0,-1 2 0 0,7 0 0 15,-6 1 0-15,1 1 0 0,1 1 0 0,7-4 0 16,-3 3 0-16,0 0 0 0,1 1 0 0,21-5 0 16,-36 6 0-16,17-5 0 0,3 2 0 15,19-3 0-15,-38 5 0 0,15-4 0 0,1 4 0 0,-2-3 0 16,-3 3 0-16,-2-2 0 16,5 1 0-16,-2 1 0 0,-5-4 0 0,-4 6 0 15,5-3 0-15,-5-1 0 0,-21 4 0 0,27-1 0 16,-19 0 0-16,-3 0 0 0,-5-1 0 0,-19 5 0 15,7 0 0-15,-11 0 0 0,0 1 0 0,-7 1 0 16,-15 2 0-16,3 0 0 0,-18-1 0 0,8 0 0 0,-20 2 0 16,-10 5 0-16,-5-3 0 0,-10 2 0 15,-4 0 0-15,-13 1 0 0</inkml:trace>
  <inkml:trace contextRef="#ctx0" brushRef="#br0" timeOffset="12038.2">27697 2586 419 0</inkml:trace>
  <inkml:trace contextRef="#ctx0" brushRef="#br0" timeOffset="12494.89">19689 3528 410 0,'0'-17'26'0,"0"-1"-26"0,0 5 0 0</inkml:trace>
  <inkml:trace contextRef="#ctx0" brushRef="#br0" timeOffset="12680.9">19689 3391 3530 0,'0'-3'0'0,"0"0"0"0,0 2 0 0,0-1 0 0,2 2 0 0,4 0 0 0,4 2 0 0,-1 9 0 0,0 5 0 0,1-2 0 0,-1 6 117 0,-2 1-39 0,3 0 125 0,-4 3-200 15,-1-3-3-15,-1 3 0 0,-2-4 0 16,-1-2 0-16,1 0 0 0,-2-3 0 0,0-4 0 16,0-3 0-16,0 0 0 0,0-2 0 0,0-3 0 0,0 0 0 15,0-3 0-15,0 0 0 0,0 0 0 16,0 0 0-16,0 0 0 0,-2 0 0 0,1 0-118 16,1 0 47-16,-2 3-969 0,2 7 499 0,0 4 240 15</inkml:trace>
  <inkml:trace contextRef="#ctx0" brushRef="#br0" timeOffset="12948.12">19517 4036 3917 0,'-2'-13'0'0,"0"11"0"0,2-1 0 0,-1 3 0 0,-4 0 0 0,3 0 0 0,-3 0 0 0,1 3 0 0,-1 10 0 0,-1 5 0 0,-4 3 14 16,1 5-14-16,0 5 0 0,-3 2 0 0,-1 3 0 0,1 0 0 0,-2 1 0 0,1 1 0 0,-1-2 0 16,0 2 0-16,0-4 0 15,1 0 0-15,2 1 0 0,0-4 0 16,0-1-252-16,3-4-18 0,2-5 145 0,2-2-28 0,2-8-483 16,1-1 297-16,1-5 149 0,0-1-176 0,0-4 162 0,1-4 71 15,10-18-296 1,-1-7 194-16,3-10 96 0</inkml:trace>
  <inkml:trace contextRef="#ctx0" brushRef="#br0" timeOffset="13280.51">19421 4111 2898 0,'6'-18'0'0,"-1"7"0"16,3 1 0-16,-3 0 0 0,1 2 0 0,2 6 0 0,-1-1 0 0,4 3 0 0,1 0 0 0,-1 7 0 0,2 12 77 0,-2 5 0 0,2 5-35 0,-1 3 466 15,-1 3-222-15,-2 4-243 0,1 3-43 0,-5-8 0 0,3 6 0 16,-1-4 0-16,1-4 0 0,0-1 0 0,-1-9 0 15,2-1 0-15,-1-4 0 0,-1-2 0 0,-1-7 0 0,-1-3 0 16,-1-3 0-16,4-2 0 16,-1 0 0-16,4-15 0 0,1-10 0 0,1-5 0 15,3-8 0-15,0-5 0 0,1 1 0 16,-2-2 0-16,-1 6 0 0,0-1 0 0,-1 3 0 0,-1 7 0 16,-3 6 0-16,0 0 0 0,-3 11 0 0,-2 2 0 15,0 2 0-15,-3 5 0 0,3 1 0 0,0 2 0 16,3 0 0-16,1 9 0 15,1 10 0-15,0-1 0 0,1 7 0 0,1 4 0 16,-2-2 0-16,0 6 0 0,0-2 0 0,-2 4 0 16,0-4 0-16,-1 3 0 0,2-2 0 0,-2-2 0 0,-3 2 0 15,3 1 0-15,-3-5 0 0,4 4 0 0,-4-2 0 16,3-1 0-16,-1-1 0 0</inkml:trace>
  <inkml:trace contextRef="#ctx0" brushRef="#br0" timeOffset="13332.66">20050 4704 416 0,'16'10'0'0,"5"-3"0"0,2-7 0 0,6 0-75 15</inkml:trace>
  <inkml:trace contextRef="#ctx0" brushRef="#br0" timeOffset="13588.84">20404 4409 2806 0,'2'4'0'0,"-2"1"0"16,0 5 0-16,0-1 0 0,0 6 0 0,0-1 0 0,0-1 0 0,0 5 0 0,0-3 0 0,0 5 0 0,0-4 323 0,5 0-131 0,4 0-80 0,2-3-36 0,5-1 171 15,-2-3-102-15,3-5-115 16,4-3-30-1,3-1 0-15,-1 0 0 0,2-9 0 0,-1-10 0 0,1-3 0 0,-3-4 0 0,-5 1 0 16,-3-3 0-16,-2 4 0 0,-6 3 0 0,-4-3 0 16,-1 3 0-16,-1 1 0 0,-1 2 0 0,-15 4 0 15,0-2 0-15,-9 5 0 0,4 4 0 0,-11 4 0 16,0 2 0-16,2 1 0 0,2 0 0 0,3 0 0 16,5 4 0-16,-1 5 0 15,5 0 0-15,2 1 0 0,5 3 0 0,0 2 0 0,6 0-186 0,1 2-24 16,2 2 47-1,0-1-462-15,0-1 292 0</inkml:trace>
  <inkml:trace contextRef="#ctx0" brushRef="#br0" timeOffset="14246.88">22392 1200 2263 0,'-11'-13'0'0,"-1"6"0"0,5 3 0 0,0-1 0 0,3 3 0 0,1-1 0 0,1 1 0 0,2 0 0 0,0 0 0 0,0 1 0 0,9-3 145 0,12 0 255 16,9-2-185-16,9 0-87 0,4-3-44 15,8 0 0-15,13 0 278 0,-8 0-150 0,17-3-174 0,-5 1-38 16,-3 0 0-16,2 1 0 16,-3 2 0-16,-11-1 0 0,4 2 0 0,-4-4 0 15,-7 5 0-15,2-2 0 0,-7-1 0 0,-3 0 0 16,-3 0 0-16,-1-3 0 0,-4 3-10 0,-3-1-712 0,-9 0 314 15,-1 3 174-15,-4-2 101 16,-3 0-447-16,-5 0 269 0,-3-5 136 0,-2 1-345 16,0-5 245-16,0 1 117 0</inkml:trace>
  <inkml:trace contextRef="#ctx0" brushRef="#br0" timeOffset="14435.12">23429 673 2165 0,'-12'-7'0'0,"7"6"0"0,1-1 0 0,1 2 0 0,1 0 0 15,2-3 0-15,0 3 0 0,2 0 0 0,15 0 0 0,3 0 0 0,3 3 285 0,5 4-112 0,2 2-71 0,4 3 359 16,-2-1-210-16,0 2-106 0,-4 1-52 0,-3-2 163 16,-4 4-256-16,0-2 0 0,-3 0 0 0,-7 1 0 0,-2 0 0 15,-4 2 0-15,-2-3 0 16,-3 3 0-16,0 1 0 0,-8 3 0 0,-9-3 0 0,-4 3 0 16,-3 0 0-16,-4 1 0 0,-3 1 0 0,1-3 0 15,3 1 0-15,-3-4 0 0</inkml:trace>
  <inkml:trace contextRef="#ctx0" brushRef="#br0" timeOffset="14480.25">23458 1130 403 0,'-20'11'0'0,"4"3"549"0,1 0-289 0,2-3-151 0,1 4-74 0,3-3-650 0</inkml:trace>
  <inkml:trace contextRef="#ctx0" brushRef="#br0" timeOffset="14725.3">22750 1460 409 0,'-16'-2'0'0,"7"-4"0"0,3 3 0 0,3 0 867 0,3 1-413 0,0-2-207 0</inkml:trace>
  <inkml:trace contextRef="#ctx0" brushRef="#br0" timeOffset="14845.34">22721 1430 3931 0,'22'-7'0'0,"6"0"0"16,11-2 0-16,2-1 0 0,3-1 0 0,6 2 0 0,1-3 0 0,-3 4 0 0,-1-3 0 0,-4 3 0 0,-6 1 0 0,4 0 0 0,-6 1 0 0,-3 0-312 0,-2 3 52 0,-3 0 113 0,-10-1-448 15,3 2 282-15,-6-1 137 16,-2 0 67-16,-4 1-206 0,-1 1 137 15,-4-3 58-15,-1-5 45 0,-2 1-355 0,0-4 195 16</inkml:trace>
  <inkml:trace contextRef="#ctx0" brushRef="#br0" timeOffset="14924.57">23309 1149 409 0,'-14'-8'0'0,"7"2"0"0,2 3 0 0,1 1 510 15,2-2-235-15,0 2-106 0,2 2 121 0,0-1-124 0,4 1-63 0</inkml:trace>
  <inkml:trace contextRef="#ctx0" brushRef="#br0" timeOffset="15037.87">23353 1130 3113 0,'25'9'0'0,"-2"1"0"0,-2 0 0 0,-1 1 0 0,-1 2 0 0,-2 0 0 0,-2 0 0 0,-2 0 0 0,-3 2 0 0,-5 0 0 16,-1 3-94-16,-4-1 37 0,0-1-123 0,-5 5 69 0,-11-4 35 0,-2 1-186 15,-5 1 100-15,0 0 66 0,-1-2 27 0,0-1-285 0,1-4 156 16,0 1 79-16,2-1-336 0,2-3 212 0,5 3 101 16,-1-3 50-16</inkml:trace>
  <inkml:trace contextRef="#ctx0" brushRef="#br0" timeOffset="15425.62">23260 1598 2101 0,'3'4'0'0,"2"1"0"0,-3-3 0 0,0-1 0 0,-2-1 0 0,0 0 0 0,0 0 0 0,0 0 0 0,2 0 0 0,-2-1 0 16,0-3 91-16,0-3 0 0,0 1 48 0,0-3-55 0,0 2 0 16,0 1-10-16,0-1-33 0,-4 1 0 15,-4 0 11-15,-1 2-12 0,-1 1 41 0,-3 0-40 16,-2 3 42-16,0 0 0 0,0 0-31 0,0 0-11 15,0 3 0-15,0 6 126 0,2-2-63 0,2 2-31 0,1-4 96 16,1 2-69-16,1 2-42 16,5-1-58-16,-2 1 0 0,3 1 0 0,2-1 0 15,0 2 0-15,0-2 0 0,0 3 0 0,5 0 0 16,4-1 0-16,0 0 0 0,3-2 0 0,1 2 0 16,-2 3 0-16,2-3 0 0,0 0 0 0,-1 0 0 0,-1 1 0 15,-2-1 0-15,0-1 0 16,-1 0 0-16,-2 2 0 0,-4-3 0 0,1 1 0 0,-1-1 0 15,-2 1 0-15,0-3 0 0,0 4 0 16,-4-3 0-16,-6 2 0 0,-2-3 0 0,1 1 0 16,-2-5 0-16,-1 3 0 15,0-3 0-15,0-1 0 0,1-2 0 0,0 0 0 0,0 0 0 16,-1 0 0-16,1 0 0 0,1-2 0 16,0-5 0-16,1-3 0 0,2 3 0 0,1-1 0 0,0 1 0 15,3-1 0-15</inkml:trace>
  <inkml:trace contextRef="#ctx0" brushRef="#br0" timeOffset="15476.75">22994 1846 409 0,'0'-8'1162'0,"0"3"-611"0,5-3-292 0,8 5-149 0,1-2-76 0,2 4-840 0,5 1 372 0</inkml:trace>
  <inkml:trace contextRef="#ctx0" brushRef="#br0" timeOffset="16144.24">23899 1904 386 0,'-11'-16'0'0,"9"16"0"16,2 0 496-16,2 0-267 0,0 0-144 0,-1 0-57 0,-1 0-151 0,0 0 42 0,0 1 0 0</inkml:trace>
  <inkml:trace contextRef="#ctx0" brushRef="#br0" timeOffset="23411.32">24467 2651 1585 0,'0'-9'0'0,"0"2"0"0,0-1 0 0,0 1 0 0,0 3 0 0,0 0 0 0,0 2 0 0,0 0 0 0,0 0 0 0,0 2 0 0,0 0 302 15,0 0-136-15,7 8-64 0,-2 4-32 0,2 3 304 16,1 1-168-16,0 1-74 0,-1 4 191 0,2 3-142 0,0-1-71 16,2-1-36-16,-4-1 61 0,2 2-38 0,-1-1-34 15,1 1-52 1,-3-5-11-16,1 3 0 0,-2-4 0 0,0-5 0 0,1 4 0 0,-5-7 0 15,0 1 0-15,2-4 0 0,-3-2 0 0,2 0 0 16,-2-4 0-16,0 1 0 0,0-1 0 16,0 0 0-16,-6 0-105 0,1 0 6 0,-3 0 17 15,2 0 39-15,-4 0-591 0,4 0 297 16,-2 0 140-16,-2 0-466 0,3 2 313 0,0 9 155 16,-1 3 78-16</inkml:trace>
  <inkml:trace contextRef="#ctx0" brushRef="#br0" timeOffset="23726.74">24532 3262 2758 0,'-5'0'0'0,"2"0"0"15,-1-2 0-15,2 0 0 0,-1 0 0 0,1 2 0 0,-2 0 0 0,1 0 0 0,-1 0 0 0,-1 6 0 0,2 9 83 0,-1 2 291 0,0 5-167 0,1 3-83 16,-3 3-33-16,1 3 194 0,-1 6-276 0,-2-2-9 16,-3 6 0-16,2-1 0 0,-1-5 0 0,-1 11 0 15,2-12 0-15,-1 3 0 0,1-1 0 0,0-3 0 0,1 2 0 16,0-7 0-16,1-2 0 0,2-4 0 16,-1 0-36-16,0-4-488 0,2-5 243 15,0-1 104-15,3-6 69 0,-1-3 33 0,2-1-373 0,-2-2 204 16,2 0 91-16,0-9-107 0,0-12 109 0,0-4 56 15,4-6 28-15,5-9 0 0,-1 4-378 16,1-14 208-16</inkml:trace>
  <inkml:trace contextRef="#ctx0" brushRef="#br0" timeOffset="24208.06">24456 3430 2000 0,'6'-16'0'0,"-2"7"0"0,0-1 0 0,2 3 0 0,-3 1 0 0,-1 2 0 0,2 2 0 0,-1 2 0 0,3 0 0 16,2 0 0-16,-1 0 248 0,1 9 365 0,-1 2-292 0,1 5-140 0,-2 2-72 15,1 5-34-15,0 2 309 0,-3-1-384 0,4 8 0 16,-3-2 0-16,1-2 0 0,1 1 0 0,-1-4 0 16,0-2 0-16,1 1 0 0,-1-3 0 15,-1 0 0-15,1-6 0 0,-3-1 0 0,4-5 0 0,-5-2 0 0,1-2 0 16,-1-2 0-16,0-2 0 16,0-1 0-16,1 0 0 0,4-1 0 0,2-13 0 15,0-4 0-15,2-4 0 0,3-3 0 16,0-3 0-16,2-3 0 0,0-2 0 0,0 1 0 15,-2 0 0-15,2 4 0 0,-5 4 0 0,2-3 0 16,-5 8 0-16,1 1 0 0,-2 1 0 0,-2 3 0 0,0 4 0 16,-1 3 0-16,-3 2 0 0,1 1 0 15,0 0 0-15,0 2 0 16,-2 1 0-16,2 1 0 0,-1 0 0 0,0 0 0 0,6 0 0 0,-1 3 0 16,1 5 0-16,3 4 0 15,-1 4 0-15,3 4 0 0,-3 7 0 0,2 0 0 16,0 0 0-16,-1 8 0 0,-1 1 0 0,1-2 0 15,-1 4 0-15,-2-1 0 0,0 1 0 0,2-2 0 0,-4-3 0 16,1-1 0-16,0-1 0 0,1-5 0 16,-3-4 0-16,1-2 0 0,1-1 0 0,-4-8 0 0,1-2 0 15,-1-3 0 1,-1-3 0-16,2-1 0 0,-3-2 0 0,0 0 0 0,0 0 0 0,0 0 0 16,0 0 0-16,0-5 0 15,0-7 0-15,0 4-84 0,0-6-387 0,0 4 206 16,0-3 117-16,0 0-379 0,4 3 244 0,7-1 121 15</inkml:trace>
  <inkml:trace contextRef="#ctx0" brushRef="#br0" timeOffset="24380.56">25338 3878 3267 0,'2'6'0'0,"-1"-3"-3"15,1-1-1-15,0 0 0 0,0 0 1 0,-2-2 0 0,2 2 1 0,-1-2 0 0,1 0 1 0,0 0 0 0,0 1 688 0,0 1-687 0,0-2 0 0,0 2 0 16,-1-2 0-16,2 2 0 0,-1-2 0 0,-2 0 0 0,2 0 0 0,-2 0 0 16,0 0 0-16,0 0-642 0,0 4 199 0,0 2 241 15</inkml:trace>
  <inkml:trace contextRef="#ctx0" brushRef="#br0" timeOffset="25456.08">22642 2976 2184 0,'-9'-6'0'0,"0"2"0"0,2 2 0 0,2-2 0 0,1 0 0 0,2 3 0 0,1-2 0 0,1 1 0 0,0 1 0 0,0-2 0 0,0 3 142 0,1 0 168 0,9 0-137 0,7 0-58 15,2 0-43-15,5 0 0 16,-2 0 164-16,5 0-99 0,1 0-49 0,2 6-16 0,0-1 120 16,2 2-76-16,2-1-94 0,0-3-22 0,-1 0 0 15,1 1 0-15,0-2 0 16,-4-2 0-16,-2 2 0 0,-5-2 0 0,2 0 0 15,-7 0 0-15,-1 0 0 0,-2 0 0 0,-5 1 0 0,-3-1 0 16,-2 0 0-16,-3 0 0 0,0 0 0 0,0 0 0 16,-2 0 0-16,0 0 0 0,0 0 0 0,0 0 0 15,0 0 0-15,0 3 0 16,0-1 0-16,0 1 0 0,0 4 0 0,-2 4 0 16,-7 3 0-16,-2 3 0 0,-4 4 0 0,-3 2 0 15,-2 2 0-15,-1 1 0 0,-3-2 0 0,2 2 0 16,-5-1 0-16,3-2 0 0,-1 0 0 0,0 0 0 0,5-5 0 15,5-1 0-15,0-2 0 0,2 0 0 0,2-1 0 16,3-7 0-16,0 2 0 0,5-5 0 0,-1 1 0 16,2-2 0-16,0-2 0 0,2 1 0 15,0-2 0-15,0 0 0 0,0 0 0 16,0 0 0-16,0 0 0 0,0 0 0 0,0 0 0 16,0 0 0-16,0 0 0 0,0 0 0 15,0 0 0-15,0 0 0 0,0 0 0 0,0 0 0 16,0 0 0-16,0 0-76 0,0 5-1125 0,0 8 586 15,0-1 289-15</inkml:trace>
  <inkml:trace contextRef="#ctx0" brushRef="#br0" timeOffset="26863">11689 10265 1841 0,'-19'-15'0'0,"2"4"0"0,2 1 0 0,1 3 0 0,2-1 0 0,1 2 0 0,-1 1 0 0,5-1 0 0,1 2 0 0,2 3 0 0,4-2 443 0,-1 2-190 0,1 1-112 0,0-2 143 15,0 2-122-15,0 0-61 0,5 0-29 0,8 0 185 16,1-2-112-16,2 0-53 16,3 1-25-16,2-1 6 0,1-1-73 0,1 1 0 0,0 2 0 0,1-1 0 15,2 1 0-15,-2 0 0 16,1-2 0-16,-1 0 0 0,5 2 0 0,-1 0 0 0,0-2 0 0,4 2 0 15,2-2 0-15,1 0 0 16,3 0 0-16,-1-1 0 0,7 3 0 0,-5-2 0 16,2 0 0-16,-4 0 0 0,11 2 0 15,-4 0 0-15,2 0 0 0,0 0 0 0,2 0 0 0,-5 0 0 16,11 0 0-16,-3 0 0 0,-1 0 0 16,2 0 0-16,-3 0 0 0,-1 0 0 0,3 0 0 0,0 0 0 15,1 0 0-15,1 0 0 0,-2 0 0 0,1-2 0 16,-1-2 0-16,4 1 0 0,-5-1 0 0,-1 0 0 15,-2 2 0-15,-6 1 0 0,9 1 0 0,-4 0 0 16,-1 0 0-16,2 0 0 0,1 0 0 0,-6 0 0 16,11 0 0-16,-1 0 0 0,1 0 0 15,0-3 0-15,-1 3 0 0,-1-1 0 0,2-1 0 16,0 0 0-16,0 2 0 0,2-1 0 16,0-2 0-16,3 3 0 0,8-2 0 0,-4 2 0 15,-2-1 0-15,2 1 0 0,-2 0 0 0,-4 0 0 16,14-2 0-16,-5 0 0 0,-1 0 0 15,5-1 0-15,3 2 0 0,-8 0 0 0,14-4 0 0,-4 4 0 16,-1-6 0-16,2 4 0 0,1-1 0 0,2-1 0 16,3-1 0-16,0 0 0 0,-4 3 0 0,2-1 0 15,-4 0 0-15,4 3 0 16,-4-1 0-16,2-2 0 0,3 0 0 0,-2 3 0 16,-13-2 0-16,17 2 0 0,-11-1 0 0,0-1 0 15,-4 3 0-15,3-1 0 0,-6 1 0 0,13-2 0 16,-12 0 0-16,0 2 0 0,-10 0 0 0,5-2 0 15,-1 0 0-15,-3 0 0 0,-3 1 0 0,-3-1 0 16,1 0 0-16,0 0 0 0,-10 0 0 0,6-2 0 16,-13 2 0-16,2-2 0 0,-4 3 0 0,-4-3 0 15,-4 2 0-15,2-4 0 16,-7 2 0-16,0 1 0 0,-4-1 0 0,-2 2 0 16,-3 0 0-16,-3 1 0 0,-2-1 0 0,-1 0 0 15,-2 0 0-15,0 0 0 0,-2 2 0 0,0 0 0 16,0 0 0-16,0-2 0 0,0-2 0 0,0 1 0 15,0-1 0-15,-2 0 0 0,-7 0 0 0,-2 2 0 16,-3 2 0-16,-2 0 0 0,-9 8 0 0,-5 16-311 16</inkml:trace>
  <inkml:trace contextRef="#ctx0" brushRef="#br0" timeOffset="32222.73">19958 9934 1560 0,'-19'-2'0'0,"3"2"0"0,0 0 0 0,5 0 0 0,4 4 0 0,1-2 0 0,2 0 0 0,2-2 0 0,0 0 0 0,2 0 0 0,0 2 140 0,0-2-56 0,0 1 0 0,0 1-16 16,4 0 0-16,6 0 34 0,-1 0-22 0,-2 2-10 15,3-2-32-15,-1-1 118 0,-1 2-60 16,-3-2-28-16,3 1 8 0,-4-2 82 0,1 3-60 0,1-3-30 15,-2 0 0-15,-1 0 17 0,1 0-9 0,0 0-39 16,0 0 168-16,0 0-84 0,1 0-41 16,-1 0 31-16,1 0-41 15,2 0-6-15,-2 0-64 0,2-3 0 0,1 1 0 0,1-2 0 16,3 1 0-16,-1 1 0 0,0 0 0 0,4-2 0 16,-1 0 0-16,0 1 0 0,1 1 0 0,0 0 0 15,3 2 0-15,-2 0 0 0,1 0 0 16,2 0 0-16,0 0 0 0,-1 0 0 0,-1 4 0 15,2 1 0-15,-2-1 0 0,2 2 0 0,-3 0 0 16,2 0 0-16,-4-1 0 0,4-1 0 0,-4 1 0 16,2-1 0-16,-2 0 0 0,2-3 0 0,0 3 0 15,0-2 0-15,0 0 0 0,3-2 0 16,-1 0 0-16,-4 0 0 0,5 0 0 0,-4 0 0 16,2 0 0-1,-1 0 0-15,2-2 0 0,-2-2 0 0,2 1 0 16,1-1 0-16,-3-2 0 0,3 3 0 0,-1-1 0 0,2 0 0 15,-1-2 0-15,1 2 0 0,1 3 0 0,-3-3 0 0,3 0 0 16,0 0 0-16,2 2 0 16,-3 1 0-16,3-1 0 0,-1 0 0 0,0 2 0 0,5 0 0 15,-3 0 0-15,1 0 0 0,3 0 0 0,0 0 0 16,2 0 0-16,0 0 0 0,1 0 0 16,0 0 0-16,0 0 0 0,-8 0 0 15,9 2 0-15,-6 0 0 0,1-2 0 0,-2 1 0 16,-3 1 0-16,0-2 0 0,1 0 0 0,-2 0 0 0,2 0 0 0,-3 0 0 15,-1 0 0-15,2 0 0 16,-3 0 0-16,1 0 0 0,-1 0 0 0,2 0 0 0,-1 0 0 16,-1 0 0-16,3-2 0 15,0 1 0-15,-1-1 0 0,3 2 0 0,-2-2 0 16,-1 0 0-16,3 0 0 0,1 0 0 0,1 1 0 0,-7-1 0 16,3-1 0-16,5 2 0 0,-6-1 0 15,5-2 0-15,0 3 0 0,-1-2 0 0,-2 1 0 16,8 1 0-16,-3-1 0 0,3 0 0 0,-2 0 0 15,0 1 0-15,2 1 0 0,-2 0 0 0,3 0 0 16,-1 0 0-16,0 0 0 0,0 0 0 16,-6 0 0-16,8 0 0 0,-3 0 0 0,-3 3 0 15,-1 1 0-15,-2-3 0 0,0 1 0 0,2 2 0 16,-2-2 0-16,2-2 0 0,-4 2 0 16,5-2 0-16,-4 0 0 0,5 0 0 0,-6 0 0 0,3 0 0 15,1 0 0-15,-5 0 0 16,4 0 0-16,-3 0 0 0,6-2 0 0,-5 0 0 0,1-2 0 15,-1 2 0-15,0-1 0 0,1 1 0 0,2 0 0 16,-3 1 0-16,3-1 0 16,0 2 0-16,-5 0 0 0,8 0 0 0,-5-2 0 0,0 2 0 0,4 0 0 15,-1 0 0 1,-1 0 0-16,5 0 0 0,-2 0 0 0,0 0 0 0,-1 0 0 0,-2 0 0 16,0 0 0-16,3 0 0 15,-4 0 0-15,1 0 0 0,0 0 0 0,-1 0 0 16,-3 0 0-16,3 0 0 0,-1 0 0 0,1 0 0 0,-1 0 0 15,-1 0 0-15,1 0 0 0,-3-2 0 0,3 0 0 0,-2 0 0 16,-1 0 0-16,1-1 0 16,-2 2 0-16,-1-1 0 0,1-2 0 15,-2 3 0-15,-2-1 0 0,2-2 0 0,-3 2 0 16,0 1 0-16,1 1 0 0,0-2 0 0,-3-1 0 16,2 3 0-16,0 0 0 0,-1 0 0 0,0 0 0 15,2 0 0-15,0 0 0 0,0 0 0 0,0 0 0 16,2 0 0-16,-2 0 0 0,0 0 0 0,0 0 0 15,0 0 0-15,-2 0 0 0,-1 0 0 16,-3 0 0-16,0 0 0 0,1 0 0 16,-3 0 0-16,-1 0 0 0,-1 0 0 0,-1 3 0 15,0-3 0-15,-3 0 0 0,1 0 0 0,1 0 0 0,-2 2 0 16,-1-2 0-16,0 0 0 0,0 0 0 0,0 0 0 16,0 0 0-16,0 0 0 0,0 0 0 15,0 0 0-15,0 0 0 0,0 0 0 0,0 0 0 16,0 0 0-16,0 0 0 0,0 0 0 15,0-5 0-15,0-2 0 0,-1-2 0 0,-7 1 0 0,1-1-560 0,-1 3-56 16</inkml:trace>
  <inkml:trace contextRef="#ctx0" brushRef="#br0" timeOffset="51953.25">24680 8320 2485 0,'-4'-5'0'0,"2"4"0"0,2 1 0 0,0 0 0 0,-2 0 0 0,2 0 0 0,0 0 0 0,8 0 0 16,9 0 0-16,9 0 0 0,12 0 234 0,-1 0-99 0,7 0-49 0,-7 1 164 0,13 2-111 0,-6-1-52 15,0-2 22-15,2 0-36 0,-2 0 0 16,-1 0-27-16,5 0-116 0,-4-2 54 16,-3-2 26-1,-5-2-343-15,1-2 185 0,-2 1 102 0,-5-1 21 0,-3-1-596 0,-5 2 265 0,0-1 161 16,-6 1 69-16,-1-1-219 0,-5 1 155 0,-3-3 76 15</inkml:trace>
  <inkml:trace contextRef="#ctx0" brushRef="#br0" timeOffset="52196.16">25432 8115 2560 0,'-12'-8'0'0,"6"2"0"0,1 2 0 0,1-3 0 0,4 2 0 0,0-1 0 0,2 2 0 0,12-1 0 0,9 3 0 0,3 1 0 0,5 1 152 0,1 0-57 0,0 0 238 16,1 0-140-16,-3 1-82 0,-1 5-37 0,-1 1 56 15,-7 0-46-15,-3 2-24 0,-1-2 9 16,-4 6-57-16,-3-3 0 0,-2 2 24 16,-7 1-26-16,1 0-10 0,-2 5-21 15,-3 0 6-15,-15 2 26 0,0 1 0 0,-8 2-241 16,-1 1 131-16,-3-1 40 0,-2 2-477 0,-3 3 245 16,2-4 131-16,0 0 50 0,-1 1-485 0,4-5 270 0,-8 9 149 15,4-6-166-15,-1-1 153 0,-3 0 77 0,3-4 37 16</inkml:trace>
  <inkml:trace contextRef="#ctx0" brushRef="#br0" timeOffset="52764.25">24802 8669 2206 0,'-13'0'0'0,"2"2"0"0,3-1 0 0,0 1 0 0,1 2 0 0,2 1 0 0,-2 4 0 0,6 1 0 0,-3 3 0 0,2 3 0 0,-2 0 484 15,1 5-229-15,-3 1-109 0,1 3-54 0,-3 2 156 16,0 0-105-16,-1 1-44 0,-1 1-215 15,1 1 77-15,-2-2 38 0,-1-2-1 0,3 1-341 16,0-7 198-16,-3 6 87 0,3-7-168 0,-1 0 61 0,2-2 88 16,2-6-438-1,0-2 244-15,3-3 117 0,1-4 59 0,0-2-244 0,-1 0 151 0,3-2 67 0,0-11-145 16,0-6 115-16,3-5 58 0,2-2 27 0,3-6-52 16,2-4 33-16,-1-9 46 15,-2 5 39-15,5-1 0 0,-5 7 0 16,2-1 79-16,0 1-86 0,2 6 9 0,-4 8-38 0,0 1 539 15,0 3-236-15,2 9-143 0,-2-1 545 16,0 6-320-16,1 0-156 0,1 2-79 0,0 6 322 16,-1 9-200-16,0 2-90 0,1 7 151 15,-4 1-130-15,1 1-65 0,-2 3-32 0,-1 0-8 16,0-2 9-16,-1 5-34 0,0-3-109 16,0-10 54-16,-2 6 27 0,0-4 1 0,0-3-79 0,0-4 49 15,0-5 28-15,0 0-67 0,0-3 48 0,0-4 24 0,0 0-7 0,0-2 25 16,0 0-51-1,0-6 20-15,5-9-20 0,6-6 22 0,-1-1-42 0,3-5 36 0,0 1 1 16,2-2-22-16,0 0 23 0,0 3 1 16,-4 7 103-16,2-1-47 0,-3 4-24 15,-1 5 6-15,-1 3-30 0,-2 3 96 0,-1 2-103 16,-1 2 0-16,1 0 0 0,1 2 0 16,-2 9 0-16,2 7 0 0,-4-1 0 0,1 7 0 0,1-2 0 15,-2 5 0-15,-1 0 0 0,-1-2 0 0,2 0 0 0,-2 2 0 16,0-4 0-16,0 0 0 0,0 1 0 0,0-1 0 15,0-3 0-15,0-1 0 16,0-2-191-16,0-4-156 0,0-1 156 16,0-3-561-16,0-4 348 0,0 1 188 0,2-6-1011 15,8 0 1143-15,3 0 24 0,1-11-9 0</inkml:trace>
  <inkml:trace contextRef="#ctx0" brushRef="#br0" timeOffset="53062.61">25226 9001 2533 0,'0'4'0'0,"0"3"0"0,-3 0 0 0,-4 5 0 0,1-1 0 0,0 1 0 15,2 1 0-15,2 2 0 0,2-4 0 0,0 4 0 0,0-1 162 0,0 1 34 0,2-3-80 0,8-3-40 0,0 1 10 0,0-4-134 16,2-3 42-16,1-1 1 0,-2 0 42 0,1-2-137 16,-3 0 78-16,3-2 24 0,-2-3-129 0,0-6 81 0,-3 1 42 15,-4-3-40-15,1 2-4 0,-1-4 27 0,-1 0-1 16,-2 1 13-16,0 0-24 15,0 0 17-15,-10 1 179 0,1 4-84 0,-4-2-40 16,-1 3-1-16,-2 2-24 0,-2 3 211 16,0 1-85-16,-2 0-41 0,2 2-35 0,0 0 3 15,2 0-30-15,2 5 0 0,4 1-98 0,0 1 44 16,3 1 28-16,2 0-1 0,3 1-485 0,2-1 225 0,0-1 131 16,0-1-593-1,4-2 337-15,8-1 169 0,2-3-346 0,2 0 258 0,5-2 120 16</inkml:trace>
  <inkml:trace contextRef="#ctx0" brushRef="#br0" timeOffset="53632.61">25483 8760 2922 0,'5'-6'0'0,"-3"3"0"0,0 1 0 0,-2 0 0 0,0 2 0 0,0 0 0 0,-2 13 0 0,-6 1 0 15,-1 5 0-15,-2 3 0 0,1 1 289 0,-2-1-117 16,0 6-73-16,0-1 82 0,1 1-72 0,2-2-37 0,-3-2 1 0,5-3-345 15,0 2 150-15,-1-4 79 16,2-1-449-16,2-3 265 0,1-5 131 0,1-1 76 0,0-3-548 16,2-5 228-16,0 1 152 0,0-2-166 15,0 0 159-15,0-7 69 0,2-9-46 0,5-2 68 16,2-7 33-16,-1 1 0 0,3-6 35 0,-2-2-79 16,3-1 44-16,-1-4 0 15,1 6 79-15,-3-1-45 0,1 6 0 0,1 5-9 0,-2 0 327 16,-1 4-160-16,1 7-78 0,-1 2 531 15,-1 3-289-15,0 2-101 0,1 3-34 0,0 0 328 16,-1 4-221-16,-1 10-110 0,-1 1 111 16,1 5-101-16,-2 4-65 0,0 0-28 0,-3 3 213 0,2-1-120 15,-3 0-60-15,0-1-16 0,0-1-9 0,0 1-35 16,1-3-89-16,-1-3 44 0,0-2 1 0,2-6 53 16,-2 1-149-16,2-3 70 0,0-6 35 0,0 3-67 15,-2-6 50-15,3 0 35 0,3 0-41 0,2-6-59 16,1-5 22-16,2-6 28 15,0-2-15-15,3-1-2 0,1-5-8 0,0 1 35 16,2 1 40-16,-2 1-42 0,-2 5-1 0,0-1-4 0,2 4 257 16,-4 1-119-16,0 4-53 15,-3 5 234-15,2 0-292 0,-3 2 0 0,0 2 0 16,-1 0 0-16,4 2 0 0,-3 10 0 0,-2 2 0 0,3 3 0 16,-4 4 0-16,4 4 0 0,-5 0 0 15,3 0 0-15,-3 1 0 0,1-3 0 0,0 3 0 16,-3-5 0-16,4 3 0 0,-3-3-449 15,2-4 411-15,-3 0 0 0,1-6-11 0,2 0-296 16,-2-3 154-16,3-3 77 0,-1-5-507 0,6 0 296 16,-1 0 145-16,2-7 71 0,6-10-398 0,2-5 235 15,1-4 109-15</inkml:trace>
  <inkml:trace contextRef="#ctx0" brushRef="#br0" timeOffset="53852.78">26456 8520 3672 0,'5'-3'0'0,"0"1"0"0,0 2 0 0,-5 0 0 0,0 0 0 0,0 0 0 0,0 0 0 0,0 9 0 0,-5 4 0 0,-5 10 0 0,0-1 82 0,-4 4 95 0,0 5-177 15,-4 2 0-15,-3 9 0 0,3-3 0 0,-3 2 0 16,3-1 0-16,-1 1 0 16,2-3 0-16,-3 5 0 0,6-11 0 0,-3 4 0 0,2-6 0 15,0-1 0-15,4-4 0 0,-6 4-228 0,6-11 97 0,1-5-560 16,1-4 326-16,2-1 165 0,1-5 72 0,0-3-207 15,0 0 149-15,2-1 75 0,4-12-443 16,-1-10 259-16</inkml:trace>
  <inkml:trace contextRef="#ctx0" brushRef="#br0" timeOffset="54052.3">26104 8618 3893 0,'0'-5'0'0,"0"5"0"0,0 0 0 0,0 0 0 0,0 5 0 0,2 2 0 0,9 7 0 0,2 1 0 0,4 3 0 0,4 5 0 0,-1 3 38 0,1 4-38 0,0 0 0 0,-1 2 0 16,1 0 0-16,-2 0 0 16,1 2 0-16,-1-2 0 0,-2-4 0 15,0-2 0-15,-3-7 0 0,4 5 0 0,-5-8 0 0,0 0 0 16,2-5 0-16,-1-1 0 0,-3-6-713 0,8-4 269 0,-3 0 204 16,3 0 102-16,2-10-518 0,-3-5 300 15,7-9 165-15</inkml:trace>
  <inkml:trace contextRef="#ctx0" brushRef="#br0" timeOffset="54261.38">26699 8426 3702 0,'-3'-2'0'0,"1"2"0"0,2 0 0 0,0-2 0 16,0 1 0-16,9-1 0 0,12 0 0 0,5 0 0 0,6 2 0 0,10 0 0 0,2 0 203 0,5 0-177 0,4 0-26 0,-2 0 0 0,5 0 0 0,-6 2 0 15,2-2 0-15,-7 0 0 0,0 0 0 16,-8 0-394-16,1 0 104 0,-5 0 159 0,-3 0 84 16,-1 0 42-16,-8 0-829 0,0 0 389 15,-3 0 195-15,-2-2 111 0,-2-2-205 0,-3-7 153 0</inkml:trace>
  <inkml:trace contextRef="#ctx0" brushRef="#br0" timeOffset="54443.87">27471 8156 2452 0,'-5'-10'0'0,"3"9"0"0,2-2 0 0,0-3 0 0,3 5 0 0,12-1 0 0,4 2 0 0,7 0 0 0,1 6 0 0,1 5 0 0,-1 2 136 0,0 5-49 0,-4-4 140 15,5 5-100-15,-5 0-45 0,-6-1 0 0,-2-2-140 0,-6 4 47 16,-3-1 33-16,-3 2-10 0,-3-2-314 16,-5 3 169-16,-12-3 85 15,-6 1-198-15,-3-1 136 0,-6 1 25 0,0 0-520 0,-8 1 272 0,5-5 148 0,-1 1-366 16</inkml:trace>
  <inkml:trace contextRef="#ctx0" brushRef="#br0" timeOffset="54796.46">27312 8729 2015 0,'5'0'0'0,"2"0"0"0,3 0 0 0,-8 0 0 0,2-5 0 16,-2-4 0-16,0 0 0 0,-2 0 0 0,0-1 0 0,0 1 0 0,-8 2 156 0,-5 1-60 0,-4 1 117 0,-7 1-93 0,3 2-42 15,-6 2 75-15,1 0-58 0,2 0-29 0,1 0 9 0,-1 4-38 16,3 1 268-16,6 1-134 0,6 1-67 16,-2 0 143-16,4 3-247 0,6 3 0 15,1-1 0-15,0 1 0 0,1 3 0 16,12 3 0-16,-1-2 0 0,5 6 0 16,1-1 0-16,0 1 0 0,-1-2 0 0,1 2 0 0,-3-3 0 0,0 4 0 15,-3-3 0-15,-3-2 0 0,-1-1 0 0,-7 1 0 16,2-2 0-16,-3-2 0 0,0-2 0 0,-12 0 0 0,-5-2 0 15,-5-2 0-15,2-1 0 16,-9-2 0-16,3-4 0 0,-1 0 0 16,1-2 0-16,-1 0 0 0,7-2 0 15,-2-3 0-15,1-6 0 0,4 0 0 0,4-1 0 0,4-3-100 16,4-1-51-16,5-3-748 0,0-5 431 0,6-2 215 16,17-6 109-16,7 0 53 0</inkml:trace>
  <inkml:trace contextRef="#ctx0" brushRef="#br0" timeOffset="54957.9">27531 8702 3785 0,'21'2'0'0,"-1"2"0"0,3-2 0 0,-4-2 0 0,-1 0 0 0,2 0 0 0,1 0 0 0,0 0 0 0,7 2 0 0,1 0 0 0,-1-1 134 0,0 2-122 16,2-1-12-16,2 2 0 0,-2-4 0 0,1 1 0 15,-1 1 0-15,-2 0-134 0,-10 1-39 0,3 2 114 0,-5-2-701 16,-7 2 398-16,-4 1 155 15,-3 3-723-15,-2 3 446 0</inkml:trace>
  <inkml:trace contextRef="#ctx0" brushRef="#br0" timeOffset="55104.7">27697 8918 2494 0,'-22'6'-1'0,"8"2"0"0,5-3 1 0,2 0 0 0,1-4 0 0,6 0 0 0,0 1 0 0,0 0 0 0,11 0 0 0,3 2 0 0,4-4 174 16,3 2 30-16,0-2-88 0,6 2-40 15,-3-2-190-15,3 0 75 0,1 0 38 0,-4 0 9 0,8 0-570 16,-1 0 299-16,-1 0 150 0,0 0 72 0</inkml:trace>
  <inkml:trace contextRef="#ctx0" brushRef="#br0" timeOffset="55448.39">28422 8754 2970 0,'-17'0'0'0,"5"0"0"0,2 0 0 0,-6 3 0 0,2 3 0 0,1 3 0 0,3 4 0 0,-3 4 0 0,6 2 0 0,0 5 0 0,4-3 203 0,3 1 65 15,0 3-116-15,0 1-57 0,0-7-30 0,7 5 113 16,7 1-178-16,2-5 0 0,0-3 0 0,5-4 0 0,2-2 0 0,-2-5 0 16,7-3 0-16,-1 0 0 15,-2-3 0-15,2 0 0 0,-1 0 0 0,-5-8 0 16,5-4 0-16,-9-2 0 0,1-1 0 0,-3-2 0 15,-3 0 0-15,-2-4-26 0,-5 1-48 16,-2-7 27-16,-3 4-18 0,0-2-62 0,-1 2 39 0,-13 3 32 16,-4-3 19-16,-2 4 1 15,-4 2 0-15,-1 4 28 0,-4 1 0 0,7 5-38 0,-3 2-85 16,3 2 48-16,1 1 23 0,7-1 0 16,4 3-120-16,0 0 63 0,3 0 45 0,4 0 0 15,1 5-348-15,2 0 191 0,0 0 97 0,0 0 38 16,0-2 34-16,2 0-428 0</inkml:trace>
  <inkml:trace contextRef="#ctx0" brushRef="#br0" timeOffset="55663.13">28230 8325 2990 0,'0'-5'0'0,"0"0"0"0,8 5 0 0,12 0 0 0,4 0 0 0,3 0 0 0,1 0 0 0,5 0 0 0,10 0 0 0,-3 3 0 16,-5 0 440-16,2 3-202 0,0-4-92 0,-3 1-59 0,-5 2-57 0,0-4-68 15,-6-1 22-15,1 0 26 0,-4 0-504 16,-1 0 261-16,-1 0 134 0,-8 0-701 0,3 0 410 0,-4-1 140 0,-2-5-294 16,-1-4 258-16</inkml:trace>
  <inkml:trace contextRef="#ctx0" brushRef="#br0" timeOffset="55906.78">28813 8104 2920 0,'0'0'0'16,"0"0"0"-16,5 0 0 0,10 0 0 0,3 0 0 0,1 5 0 0,7 5 0 0,1 0 0 0,-2 3 0 0,1-1 0 0,-4 2 86 0,5 2 279 0,-3-1-165 0,-7-2-82 15,1 2-42-15,-2 0 28 0,-3 0-42 0,-1-1-62 16,-5-3 0-16,-1 0 0 0,-1 0 0 15,-4-1 0-15,-1 1 0 0,0 1 0 0,0-2 0 0,-6 0 0 16,-6 1 0-16,-1 1 0 16,-4-2 0-16,-2 2 0 0,0-1 0 0,-3 2 0 0,1 0 0 0,-2 1 0 0,4-3 0 15,-4 6 0 1,7-4 0-16,-2 3-905 0,-3 3 368 0,6 2 251 0</inkml:trace>
  <inkml:trace contextRef="#ctx0" brushRef="#br0" timeOffset="59581.99">11985 13729 2300 0,'-2'0'0'0,"2"0"0"0,0 0 0 0,0 0 0 16,0 0 0-16,0 0 0 0,0 0 0 0,0 0 0 0,0 0 0 0,0 0 0 0,0 0 67 0,10 0 93 0,5 0-61 0,1 0-30 16,5 0 203-16,4 0-122 0,0-1-56 0,1-1 156 15,-2-2-106-15,2 0-53 0,-5 0-17 0,2 1-9 16,-3-1 31-16,1 2-96 0,-5 0 0 16,2 0 0-16,-6 1 0 0,4-1 0 0,-3 0 0 0,0 0 0 15,0 0 0-15,3 0 0 0,-4 0 0 0,2 1 0 0,1-1 0 0,0-3 0 16,2 4 0-1,-2-3 0-15,1 2 0 0,2 1 0 0,-4-1 0 0,4-2 0 16,-2 2 0-16,0 0 0 0,0 0 0 0,-1 0 0 16,0 2 0-16,2 0 0 15,0-1 0-15,0 1 0 16,2 0 0-16,-1-3 0 0,2 1 0 0,0 1 0 0,1-2 0 0,0 0 0 0,1-1 0 16,-2 0 0-16,1 2 0 15,2-1 0-15,-1 1 0 0,1-2 0 0,0 3 0 0,3-2 0 0,-2 3 0 16,0 0 0-16,4 0 0 0,1 0 0 15,1 0 0-15,2 0 0 0,1 0 0 0,8 0 0 16,0-1 0-16,-2-1 0 0,8-2 0 16,-4-2 0-16,0-1 0 15,1 1 0-15,-2 1 0 0,-4-1 0 0,9-2 0 0,-2 1 0 0,-1 2 0 16,0-1 0-16,2 0 0 0,-5 3 0 0,12-3 0 16,-5 3 0-16,1 0 0 0,2-1 0 15,-3 0 0-15,-4 0 0 0,10 1 0 16,-5 1 0-16,0-1 0 0,2 0 0 0,-2-1 0 15,-1 3 0-15,3-1 0 0,2 0 0 0,-3 0 0 16,1 0 0-16,-2 1 0 0,3 0 0 0,-1-3 0 16,2 3 0-16,-1-1 0 0,1-1 0 0,2 0 0 15,-1 1 0-15,10-1 0 16,-14 1 0-16,7-2 0 0,-1 0 0 0,1 1 0 0,1 2 0 0,-4-2 0 16,4 0 0-16,-3 2 0 0,1-1 0 0,8 0 0 15,-11 2 0-15,7 0 0 0,-1 0 0 0,-4 0 0 0,12 0 0 16,-7 0 0-16,-5 0 0 15,16 0 0-15,-9 0 0 0,3 0 0 0,3 0 0 16,-10 0 0-16,13 0 0 0,-7 0 0 16,-2 0 0-16,1 0 0 0,-1 4 0 0,-5-3 0 0,10 6 0 15,-5-4 0-15,-2 3 0 0,-7 0 0 16,3 0 0-16,1-1 0 0,-3 2 0 0,0-3 0 0,8 4 0 16,-11-4 0-16,8-1 0 0,-1 1 0 15,9 0 0-15,-5-1 0 0,-1 1 0 0,-10-2 0 0,20 4 0 16,-15-4 0-16,17-1 0 15,-9 2 0-15,1-2 0 0,3 3 0 0,0-2 0 16,-9 2 0-16,14-2 0 0,-8 1 0 0,1-3 0 16,1 2 0-16,3-2 0 0,-6 0 0 15,16 0 0-15,-4 0 0 0,-1 0 0 0,0 0 0 16,-2 0 0-16,-5 0 0 16,13 0 0-16,-6-2 0 0,4 1 0 0,1 1 0 0,-1 0 0 0,-2 0 0 15,2 0 0 1,0 0 0-16,0 0 0 0,2 0 0 0,11 0 0 0,-16 0 0 0,9 0 0 15,-2 0 0-15,1 0 0 0,10 0 0 16,-4 0 0-16,-5 0 0 0,21 0 0 0,-11 0 0 0,-1 0 0 16,4-2 0-16,-3 0 0 0,-3 2 0 15,20-2 0-15,-17 0 0 0,-1 0 0 0,-2 0 0 16,-3 0 0-16,-7 2 0 0,15 0 0 0,-9 0 0 16,-14 0 0-16,7 0 0 0,-4 0 0 0,0 0 0 0,0 4 0 15,3 2 0 1,1-1 0-16,0-1 0 0,-2 2 0 0,0-3 0 0,1 1 0 15,0 0 0-15,10 0 0 0,-4-3 0 16,3 2 0-16,-14-2 0 0,9-1 0 0,1 0 0 16,-3 0 0-16,10 0 0 0,-5 0 0 0,-6 0 0 15,1 0 0-15,-1 0 0 0,0 0 0 0,-4 0 0 16,0 0 0-16,1 0 0 0,4 0 0 0,-4 0 0 16,-4 0 0-16,0 0 0 0,-10 0 0 0,12 0 0 15,-12 0 0-15,-1 0 0 0,-1 0 0 0,-10 0 0 0,5 0 0 16,-6 2 0-16,-6 2 0 15,-2-2 0-15,-9-2 0 0,0 2 0 0,-6 1 0 16,0 1 0-16,-7-2 0 0,-1 2 0 0,-2-1 0 16,-4 1 0-16,-2 0 0 0,-4-2 0 0,2 1 0 15,-3-1 0-15,0 2 0 0,-3-2 0 0,-1 0 0 16,1 0 0-16,-2-1 0 0,-1-1 0 0,1 0 0 16,-2 0 0-16,2 0 0 0,-2 0 0 0,0 0 0 15,0 0 0-15,0 0 0 0,0 0 0 0,0 0 0 16,-5 0 0-16,-6-1-111 15,-3-1-383-15</inkml:trace>
  <inkml:trace contextRef="#ctx0" brushRef="#br0" timeOffset="113206.28">26604 11642 1623 0,'-2'-7'0'0,"-1"6"0"0,2-1 0 0,-1-1 0 0,0-1 0 0,-2-1 0 0,2 2 0 0,-2 0 0 0,3-1 0 0,-3 1 0 0,1 1 120 0,0 1-46 16,2-4 0-16,-3 4 9 0,-2-1-22 0,2 2-1 15,-3 0-15-15,1 0 87 0,-1 0-47 0,-3 6 138 16,1 6-93-16,-2-1-46 0,-3 6-15 0,0 1 143 16,0 5-88-16,-1 3-44 0,0 4 391 15,-3 6-393-15,2-4-32 0,2 10-10 16,-1 0-15-16,5-1-21 0,3 1 0 0,3-6 0 15,4 1 0-15,0-1 0 0,0-3 0 0,2 1 0 0,9-4 0 16,3 1 0-16,3-5 0 0,3-2 0 0,0-1 0 16,3-3 0-16,-2-1 0 15,1-2 0-15,-3-2 0 0,5-2 0 0,-5-2 0 16,0 1-11-16,0-3 16 0,-3-1-25 0,0-2-142 16,-5-3 56-16,0-1 41 0,-1 0-371 0,-3-2 200 15,0 0 99-15,1 0 42 0,0-2 33 0,-1-8-488 16,1-3 256-16,0-1 129 0,2-3 64 0,-1-5-521 15</inkml:trace>
  <inkml:trace contextRef="#ctx0" brushRef="#br0" timeOffset="113947.84">26711 11976 3185 0,'-8'-8'0'0,"1"4"0"0,0 1 0 0,5-1 0 15,-4 1 0-15,6 2 0 0,0-1 0 0,3 0 0 0,14 2 0 0,8 0 0 0,-5 0 143 16,13 0-59-16,-4 0 141 0,-1 5-94 0,0 5-48 0,-1 0-22 0,-6 1-42 0,-2 0-19 16,1 3 0-16,-5-1 0 15,-4-1 0-15,-4 2 0 0,-1 1 0 0,-5 1 0 0,-1 2 0 0,0 0 0 0,-10-1 0 16,-4 0 0-16,-2 2 0 0,-5 2 0 0,0-2 0 0,-1-2 0 16,1-3 0-16,3-2 0 15,-3-2 0 1,2 0 0-16,0-2 0 0,1-4 0 0,3-1 0 0,-3-3 0 0,6 0 0 0,0 0-427 15,3 0 80-15,3 0 155 0,4-5 78 0,2-6-550 16,0-6 304-16,9-4 167 0,14-10 78 0,4 2-212 16,3-8 146-16,2 0 72 0,3 0 27 0,-1-2-303 15,-2 1 174-15,-2 2 87 16,0 4 56-16,-7 4 36 0,1-2 32 16,-2 3 0-16,-3 2 0 0,-2 0 80 0,-5 8-76 0,-4 2-1 15,0 4 438-15,-4 4-234 0,-4 3-122 0,4 0-30 16,-4 4 718-16,0 0-367 0,-4 5-175 15,-8 14-102-15,0 2 222 0,-2 6 281 0,2-1-297 0,-4 5-149 0,3 2-173 16,0 2-13 0,2 3 0-16,0-3 0 0,4 3 0 0,-2-3 0 0,6-1 0 0,-1-2 0 0,4-1 0 15,0-4 0 1,0-6 0-16,0 2 0 0,2-4 0 16,5-4 0-16,5-2 0 0,1-4 0 0,0-3 0 15,4-3 0-15,0-3 0 0,1 0 0 0,3-9 0 16,-4-4-36-16,4-4-37 0,-6 2-14 0,2-2 50 0,-4 2 0 0,-2 2 185 15,-5 5-93-15,-1 3-45 0,-3-1-33 0,0 4 103 16,1 1-80-16,-3 1 0 16,0 0 0-16,0 0 0 0,0 9 0 0,-3 2 0 0,-1 2 0 0,4 1 0 15,0-1 0-15,0 2 0 16,0 0 0 0,8-2 0-16,2-2 0 0,6-1 0 0,1-3 0 0,0-2 0 0,2-1 0 15,-3-2 0-15,0-2 0 0,-2 0 0 16,0 0 0-16,-3-4 0 0,-3-3 0 0,1-3 0 0,-5-3 0 15,-1 3 0-15,-1-5 0 16,-2 0 0-16,0 3 0 0,0-3 0 0,-5 0 0 16,-4 1 0-16,0 2 0 0,-5 2 0 0,0 1 0 15,1 3 0-15,1 0 0 0,-2 4 0 0,1 0 0 0,0 1 0 16,3 1 0-16,3 0 0 0,-1 0 0 0,3 0 0 16,4 3 0-16,1 4 0 0,0 0-36 15,1 0-823-15,9-1 411 0,12-2 206 0,0-2 103 0,5-2-613 16,3 0 349-16,0 0 188 0</inkml:trace>
  <inkml:trace contextRef="#ctx0" brushRef="#br0" timeOffset="114115.02">27666 12141 2869 0,'12'0'0'0,"2"2"0"0,-3 1 0 0,-4 1 0 0,-2 4 0 0,-3 3 0 0,0-1 0 0,0 2 0 0,-2 4 0 0,0 1 0 0,0-1 408 0,-4 3-186 15,-3-1-84-15,-4-1-55 0,4 1-181 0,-3-2 67 16,1 2 34-16,-3-3-1 0,3-4-182 0,0 0 104 0,-2-5 56 15,4-1-645-15,0-3 350 0,1 0 186 0,2-2 25 16,4 0-714-16,0-11 391 0,0-10 195 16</inkml:trace>
  <inkml:trace contextRef="#ctx0" brushRef="#br0" timeOffset="114285.47">27899 11894 3587 0,'10'-1'0'0,"3"-1"0"0,0 2 0 0,-2 0 0 0,1 0 0 0,-1 0 0 0,2 2 0 0,0 6 0 0,-1 0 0 0,4 0 0 0,-2 4 92 0,1-2-243 16,-1 2 93-16,0-1 48 0,0 3 32 0,2-1-668 15,-3 0 346-15,2 0 169 0,-3-2 83 0,5 1-700 16,-5-6 354-16,3 3 188 0,0-5 90 0,0-4-349 16</inkml:trace>
  <inkml:trace contextRef="#ctx0" brushRef="#br0" timeOffset="114480.64">28411 11771 2845 0,'0'-13'0'0,"0"3"0"0,0 5 0 0,0 3 0 0,0 0 0 0,0 2 0 0,0 0 0 0,-6 13 0 0,-2 8 0 0,-6 5 0 0,-4 10 121 0,-2-5 496 16,-4 15-295-16,-7 1-296 16,-5 8-26-16,-1-4 0 0,-3 4 0 0,3-6 0 0,-11 14 0 15,9-11 0-15,1-1 0 0,8-7 0 0,0 6 0 16,5-6 0-16,2-1 0 0,8-9 0 0,0 0-76 15,8-4-13-15,2-9-964 0,5-5 499 16,0-2 263-16,0-7 127 0,5-7-328 0</inkml:trace>
  <inkml:trace contextRef="#ctx0" brushRef="#br0" timeOffset="114782.06">28337 12303 3191 0,'3'-2'-2'0,"-1"2"0"0,-2 0 1 0,0 3 1 0,0 8 0 0,-5 2 0 0,-2 2 0 0,5 1 0 0,2-2 0 0,0 4 0 0,0-4 197 0,0 2-80 0,2-1-41 0,7-4 10 16,5 1-198-16,3-5 74 0,3-4-221 15,1-1 148-15,-2-2 74 0,3 0 45 0,-4-2-75 16,-3-7 51-16,-2-4 26 16,1 0-61-16,-8-2-4 0,1-2 34 0,-7 0 123 0,0 0-56 15,0-1-33-15,0 0-36 0,-5 3 251 0,-5 1-117 16,-5-2-44-16,2 6-32 0,-6 2 18 0,-1 1 82 15,0 4-40-15,-1 1-20 0,2 2-9 0,-1 0-196 16,2 0 84-16,3 8 41 0,6-1-181 16,0 1 120-16,4 5 43 0,3-5-685 15,2 3 321-15,0 0 180 0,4-2 62 0,10-1-563 16,10-2 341-16,3-6 165 0,1 0-184 16</inkml:trace>
  <inkml:trace contextRef="#ctx0" brushRef="#br0" timeOffset="114931.47">28762 12297 2673 0,'11'0'0'0,"4"0"0"0,-8 0 0 0,-1 0 0 0,-4 6 0 0,-2 1 0 0,0 2 0 0,0 2 0 0,-6 1 0 0,-3 3 0 0,-6 0 481 0,4 0-222 0,-6 2-111 15,2 3-174-15,0-5 40 0,0 3-9 16,-1-2-237-16,5 0 134 0,-1-4 67 16,6-1 43-16,3-3-9 0,1 0-763 0,2-7 380 0,0-1 204 15</inkml:trace>
  <inkml:trace contextRef="#ctx0" brushRef="#br0" timeOffset="115296.1">29050 11876 3053 0,'11'-4'0'0,"-1"3"0"0,5-3 0 0,2 2 0 0,3 1 0 0,3-2 0 0,2 1 0 0,5 2 0 0,0 0 0 0,2 0 0 0,1 0 80 0,1 0 0 0,-3 0-15 0,1 0 0 0,-5 0-20 15,-1 2-9-15,-4 2 1 0,-7 2 26 16,-2-1-27-16,-6 2 1 0,-1 1 143 0,-6 4-77 0,0 0-52 31,-10 5-51-31,-10 4 0 0,-6 0 0 0,2 1 0 0,-14 7 0 0,5-4 0 16,0 2 0-16,-1 1 0 16,2 0 0-16,6-3 0 0,-1 1 0 0,7 1 0 0,0-3 0 15,7 0 0-15,2-5 0 0,2 3 0 0,6-5 0 16,1 1 0-16,2-3 0 0,0-4 0 0,0 0 0 15,2-1 0-15,4-3 0 0,4 0 0 16,2-1 0-16,-2-3 0 0,5-3 0 16,-3 3 0-16,1-3 0 0,4 0-120 15,-4 0-19-15,5 0 56 0,-4-3-597 16,2-2 312-16,0-1 170 0,1-1 80 0,-3-2-565 0,1-1 323 0,-5 1 162 16,-1-4 72-16,-7-1 49 0,1-1-332 15</inkml:trace>
  <inkml:trace contextRef="#ctx0" brushRef="#br0" timeOffset="115712.39">29091 12153 2952 0,'-38'0'0'0,"8"0"0"0,11 0 0 0,-2 0 0 0,8 0 0 0,3 0 0 0,5 0 0 0,5 0 0 0,0 0 0 0,19 0 0 0,8 0 36 0,12 1 1 0,-1 3 146 0,7 2-73 0,-7-3-120 16,15 1 19-16,-6 0 0 0,0 0 27 0,-2-1-486 15,1 1 243-15,-7-4 131 0,2 2 51 0,-6 1-568 16,-1 2 261-16,-6-2 167 0,-1 0-365 15,-6 2 237-15,-5 0 133 0,-4-3 62 0,-5 2-38 0,-3-2 49 16,-2 2 26-16,-2-1-10 16,0 2 108-16,-9-4-37 0,-3 3 0 0,-1-1 389 0,0 1-212 0,0 1-116 15,2 3-44-15,-1 0-27 0,6-1 629 16,-1 1-306-16,2 3-68 0,5-1 276 0,0 1-246 16,0 4 510-16,7-2-726 0,4 0-23 0,3 2 0 15,4-1 10-15,1-3-10 0,0-2 27 16,0-2-26-16,4-1-44 0,-1-4 1 0,-1-2 52 0,-2 0-161 15,1 0 76-15,-7 0 38 16,0-3 0-16,-4-6 37 0,-1 0-134 0,-6-2 63 0,1-1 36 0,-3 1-76 16,0-1 43-1,-5 0-6-15,-8 1 0 0,-4-1 0 0,2 1 85 16,-5 1-20-16,-6 3-42 0,1 2 172 0,4 1-80 16,-7 0-28-16,9 2-25 0,0 1-36 0,6 1-1 0,2 0 57 15,1 0-371-15,4 0 165 0,3 0 82 0,1 0-568 16,2 3 306-16,0 1 153 0,0 0 67 15,7-2 47-15,7-2-590 0</inkml:trace>
  <inkml:trace contextRef="#ctx0" brushRef="#br0" timeOffset="115935.57">30017 11843 3829 0,'16'-5'0'0,"1"4"0"0,1 1 0 0,1 0 0 0,-1 0 0 0,-1 9 0 0,8 9 0 0,-2 4 0 0,-1 2 0 0,0 4 0 0,4 8 102 0,-7-6-102 0,-1 10 0 0,-3 3 0 0,-3-1 0 0,-4 0 0 16,-6 1 0-16,-2-3 0 15,-5 9 0-15,-12-6 0 0,-5 0 0 0,-6-2 0 16,-2 2 0-16,-5-1 0 0,-3-3 0 16,-4-3 0-16,-1 2-392 0,-5-5-119 0,-10 0 209 0,9-6 123 15,-18 7 77-15,2-6-1088 16</inkml:trace>
  <inkml:trace contextRef="#ctx0" brushRef="#br0" timeOffset="117463.62">27272 13048 2324 0,'-22'-34'11'0,"8"13"-5"0,2 8-1 0,5 2-2 0,1 4 0 0,-1-1-1 15,2 2 1-15,5 5-1 0,0-1 0 0,0 0-1 0,0-1 146 0,0 3-44 0,3 0-37 16,9 0 191-16,1 5-111 0,4 3-85 0,0-1-1 0,-1 2-14 16,1 1-10-16,1-1-346 15,-2 0 172-15,0 0 88 0,-4 3-528 0,-1-1 313 0,-1 3 100 0,-6-3 87 16,-2 1-46-16,-2 4-232 0,0-3 160 0,-6 4-258 15,-15-2 214-15</inkml:trace>
  <inkml:trace contextRef="#ctx0" brushRef="#br0" timeOffset="117874.16">27039 13228 1634 0,'-18'4'0'0,"10"-1"0"0,-1 2 0 0,5-2 0 0,1 1 0 0,3-3 0 0,0 4 0 0,0-5 0 0,12 5 0 16,5-1 0-16,5-2 264 0,3 0-114 0,1-2-57 15,1 0-28-15,-1 0 11 0,6 0-9 0,-10 0-31 0,1 0 1 16,-5 0-76-16,-3 2 38 0,-3 2 8 0,-4 2 30 16,-1-1-38-16,-5 4 0 0,-2 2 10 15,0 4 0-15,-6 4 37 0,-10 3-20 0,-1 1 9 0,-3 4 38 16,0-1-23-16,-2 1-27 16,1 2 111-16,1-2-56 0,4-5-15 0,5-3 1 0,-3-1 45 15,5 0-36-15,4-6 4 0,1 0-40 16,4-3-1-16,0-3 0 0,0 0 1 0,0-3-38 15,7-3 10-15,5 0 27 0,6 0-78 0,5 0 39 16,1-3-1-16,1-7 41 0,-2 5-66 0,7-5 24 16,-8 7 0-16,0-3 0 15,-3 4 21-15,-1 0-2 0,-6 2-14 0,1 0 29 0,-4 2-20 0,-2 7 2 16,-4 3 1-16,-1 0 24 0,-2 5 11 0,0 1-33 16,-7 2 14-1,-7 1 36-15,-2-2-18 0,-2 0 1 0,1-6-71 0,-1 3 19 16,-2-2 4-16,3-5-221 0,1 1 111 15,0-7 61-15,4 0 18 0,3 0-334 0,-3-3 159 0,5 0 90 16,1 0 21-16,1-8-333 16,3-8 201-16,2-5 96 0,0-8 47 0,7-11-193 15,10 0 121-15</inkml:trace>
  <inkml:trace contextRef="#ctx0" brushRef="#br0" timeOffset="118490.33">27882 13077 2306 0,'0'0'0'0,"0"0"0"0,0 0 0 0,-12 0 0 0,0 0 0 0,-1 1 0 0,-2 5 0 0,2 3 0 0,-4 0 0 0,-1 4 0 0,1 2 67 0,-3 2-65 0,1 1 0 0,3-4 44 16,-5 7-54-16,0-3 44 0,3-1 1 0,2-1-1 0,2-1 75 15,2-1-28-15,3 2-9 0,2-3-38 0,5 0 163 16,2-1-82-16,0 2-40 15,0 0 80-15,0 1-64 0,1 1-29 0,0 5 1 0,6 0 8 16,-4 5 1-16,-1-3-54 16,0 3-10-16,-2 0 27 0,0-1-1 0,0-4 1 15,0 3-130-15,0-2 74 0,0-2-227 0,-4 0 120 0,1-3 74 16,-1-4 7-16,0-4-320 0,3-2 147 0,1-1 98 16,-3-4 24-16,3-1-283 15,0-1 172-15,0 0 85 0,0-1 33 0,0-13-135 16,0-2 94-16,3-4 46 0,-1-7 24 0,3 1-23 15,-3-6 14-15,1-2 9 0,-1 0 16 0,2 0 8 16,-3 4-1-16,2 8 193 0,0-1-92 0,4 3-50 16,-2 3-25-16,2 2 425 0,3 2-190 0,3 1-123 15,-1 5-1-15,6-1 292 0,-1 2-178 0,1 5-88 16,4-1-45-16,-1 2 148 0,6 0-101 16,-2 0-45-16,-2 0-24 0,-1 3 26 15,-2 4-24-15,1 2 9 0,-4-3-10 0,0 3 0 16,-7-1-23-16,3-1 39 0,-4-1 0 0,-2-1-30 15,-1 1-10-15,0-1 31 0,-2 1-67 0,-1 1 0 16,-1 1 0-16,0 0 0 0,0 1 0 0,-1 2 0 16,1 3 0-16,0-4 0 0,-2 6 0 0,0-1 0 15,0 2 0-15,0 0 0 0,1 1 0 16,-1 3 0-16,0-2 0 0,4 0 0 16,-2-1 0-16,-2 1 0 0,2 0 0 0,1-2 0 15,-1-2 0-15,0 0 0 0,-1-2 0 0,1-1 0 16,-2-2 0-16,0 0 0 0,0-2-26 0,0-1-117 15,0-1-231-15,0-2 169 0,0-1 84 0,0 0-536 16,-5 2 310-16,0-4 146 0,-4 1 87 0,2-2-462 16,-7 0 271-16</inkml:trace>
  <inkml:trace contextRef="#ctx0" brushRef="#br0" timeOffset="118793.15">27755 13596 1902 0,'-8'0'0'0,"5"0"0"0,1 0 0 0,0 0 0 0,2 0 0 0,0 4 0 0,0 0 0 0,5 1 0 0,2 1 0 0,3 1 0 0,-2-1 152 0,-1 0-49 0,1-3-101 16,-1 1 34-16,-1 0 1 0,-2-2-39 0,-2-1 0 0,-1-1 47 15,1 3-9-15,-2-3-62 16,0 0 32-16,0 0-1 0,0 0 40 0,0 0 26 0,2 0-1 0,0 0-52 16,-1 0 14-16,2 0-23 15,-1 0 23-15,1 0 49 0,-1 0-27 0,0 0 7 16,1 0-31-16,-2 0 52 0,1 0-13 0,-2 3-9 15,0 3-24-15,0 0 88 0,-2-2-43 0,-4 1-1 16,-1-1-34-16,1 2-45 0,-1-4 35 0,-3-1 0 16,3 1-165-16,-1-2 82 0,1 0 51 0,-1 0-356 15,2 0 183-15,1-2 78 0,1-1 50 0,1-7-436 16,3 1 211-16,0-5 119 0,0-1 55 0,0 0-177 16,0-3 116-16,7-3 59 0</inkml:trace>
  <inkml:trace contextRef="#ctx0" brushRef="#br0" timeOffset="120219.34">30594 13077 2303 0,'-9'-26'0'0,"-8"14"0"0,-1 3 0 0,5 5 0 0,-7-1 0 0,-3 2 0 0,-2 1 0 0,-2 2 0 0,-11 2 0 0,1 15 0 0,0 5 255 16,-3 6-110-16,2 6 126 0,10-2-107 0,-5 13-68 16,11-3-29-16,5 0 280 0,7 2-154 0,8 1-103 15,2-9-90-15,0 11 0 16,12-8 0-16,12-1 0 0,2-4 0 0,6-1 0 16,-2-7 0-16,10 4 0 0,-3-5 0 0,-1-4 0 15,-4-5 0-15,6-1 0 0,-5-1 0 16,-1-5-698-16,-2-3 267 0,0-5 196 15,-2-1-518-15,-4 0 358 0,-3 0 169 0,-1 0 99 0,-3-7 45 16</inkml:trace>
  <inkml:trace contextRef="#ctx0" brushRef="#br0" timeOffset="120714.87">30700 13311 2441 0,'-2'-4'0'0,"-1"2"0"0,3 2 0 0,0 0 0 0,0 0 0 0,0 6 0 0,0 7 0 0,0 6 0 0,5 0 0 0,0 7 0 0,-3-2 131 16,0 4 65-16,-1 1-79 0,1-2-40 0,-2-2 127 16,0 5-87-16,0-9-40 0,0 2-1 0,-2-3-38 15,-3-5 55-15,0-4-18 0,0-1 38 0,-3-3-37 16,3-3-1 0,2-4-50-16,-2 0-25 0,1 0 0 0,4-8 0 0,0-6 0 0,0-11 0 0,7 1 0 15,14-10 0-15,-2 3 0 0,10-5 0 0,0 1 0 16,1 5 0-16,-6 6-32 15,4 0 21-15,-7 6-2 0,-2 2-3 0,-3 5 88 0,-4 7-72 0,-3 0 0 16,0 2 0-16,-2 2 0 0,-2 0 0 16,-1 11 0-16,-3 7 0 15,-1 6 0-15,0 4 0 0,0 2 0 0,0-2 0 16,-5 2 0-16,-2 0 0 0,2-7 0 0,0 1 0 0,1-5 0 16,2-2 0-16,2-8 0 0,0-1 0 15,0-4 0-15,0-3 0 0,0-1 0 0,8-1 0 0,7-15 0 16,3-4 0-16,3-3 0 0,4-2 0 15,-2-1 0-15,0 2 0 0,-1 4 0 0,0-1 0 0,-4 8 0 16,-3 0 0-16,0 5 0 16,-4 1 0-16,-2 5 0 0,0 0 0 0,-2 2 0 0,0 0 0 0,-2 4 0 15,0 9 0-15,-3 2 0 16,1 3 0-16,-3 3 0 0,0 3 0 0,0-5 0 16,0 3 0-16,0 0 0 0,-5-3 0 0,2-3 0 15,3-1 0-15,0-6 0 0,0-1 0 16,0-1-643-16,0-3 209 0,5-4 198 0,8 0-640 15,2 0 410-15,5-7 219 0</inkml:trace>
  <inkml:trace contextRef="#ctx0" brushRef="#br0" timeOffset="120856.26">31433 13523 2471 0,'3'-4'0'0,"-1"3"0"0,2 1 0 0,-3 0 0 0,-1 0 0 0,0 3 0 0,0 6 0 0,0 5 0 0,-1-1 0 0,-6 4 0 0,-3 0 181 0,2 1 114 0,-1 1-130 16,-4 0-63-16,5-2-33 0,-3-1-226 0,3-2 93 15,-2-3 50-15,5-2-242 0,2-3 147 0,-4 0 73 16,7-4 46-16,-2-1-790 0,2-1 304 0</inkml:trace>
  <inkml:trace contextRef="#ctx0" brushRef="#br0" timeOffset="121199.2">31614 13371 3141 0,'9'0'0'0,"6"0"0"0,-5 0 0 16,0 8 0-16,-5 3 0 0,-1 2 0 0,-3 2 0 0,1 4 0 0,-2 3 0 0,0 3 0 0,0-1 198 0,0-3 75 0,0 1-117 0,0 1-60 0,-3-2-29 0,1-4-67 15,2-7 0-15,-2 2 0 0,2-6 0 0,0-3-102 16,0-1 36-16,0-2 48 0,0 0-187 0,0-8 122 16,2-7 59-16,5-7 31 15,2 1-209-15,5-7 98 0,4-2-23 0,-3 0 49 16,5 1 5-16,-5 4 36 0,3 4-10 0,4-4 216 15,-9 11-97-15,4-1-52 0,-4 4-8 0,-4 5 192 16,0 2-81-16,-2 2-28 0,0 2 369 0,0 0-464 16,-1 4 0-16,-3 11 0 0,-1 0 0 0,0 7 0 15,-1 3 0-15,-1 0 0 16,0-1 0-16,0-2 0 0,0 2 0 0,0 1 0 16,0-4 0-16,0-3 0 0,-1-1 0 0,-1-4 0 15,2-3 0-15,0-1 0 0,0-2 0 0,0-2-52 16,0-2-353-16,0-1 171 0,3-2-759 0</inkml:trace>
  <inkml:trace contextRef="#ctx0" brushRef="#br0" timeOffset="121374.67">32178 13559 3238 0,'0'-4'-19'0,"0"2"6"0,1 2 5 0,-1 0 1 0,0 0 2 0,0 0 2 0,0 4 0 0,-6 4 0 0,-4-1 1 0,-2 3-6 0,2 0 194 15,-5 2-45-15,2-1-52 0,-2 2-26 0,1-1 10 16,-2-4-319-16,4 4 141 0,-3-2 71 0,7-5 35 16,-1 3-731-16,4-3 392 15</inkml:trace>
  <inkml:trace contextRef="#ctx0" brushRef="#br0" timeOffset="121598.79">32387 13400 3791 0,'2'-5'0'0,"0"3"0"0,1 2 0 0,2 0 0 0,-1 0 0 0,-3 7 0 0,1 5 0 0,-2 9 0 0,0 5 0 0,0 6 0 0,0 7 140 0,0 3-140 0,0 5 0 0,0 2 0 16,0-1 0-16,-3 1 0 16,-1-1 0-16,-1-4 0 0,-2-5 0 0,-6 6 0 15,0-3 0-15,-2-3 0 0,3-4 0 0,-4-2 0 16,7-8 0-16,-1-4 0 0,-1-5 0 0,4 0-299 15,2-10 47-15,3 0-316 0,-1-6 255 0,1 0 142 0,2-7 67 16</inkml:trace>
  <inkml:trace contextRef="#ctx0" brushRef="#br0" timeOffset="121819.12">32329 13352 3228 0,'5'-20'0'0,"6"14"0"0,10-1 0 0,4 4 0 0,1-2 0 0,-2 3 0 0,-1 2 0 0,2 0 0 0,2 0 0 0,3 10 0 0,-2 5 473 0,0 5-243 0,-4 1-230 16,1-1 0-16,-7-1 0 0,-3 6 0 0,-7-7 0 15,-3 5 0-15,-5 1 0 0,0-3 0 0,-18 0 0 16,-7-4 0-16,-1-1 0 0,-4-3 0 0,-4-3-91 16,3-3-97-16,-6-3 18 0,4-4 88 0,1 0-658 15,4 0 352-15,6-1 174 0,5-13 88 0,3-2-543 16</inkml:trace>
  <inkml:trace contextRef="#ctx0" brushRef="#br0" timeOffset="121970.53">32771 13280 3170 0,'40'3'0'0,"3"8"0"0,-5 0 0 0,-8 0 0 0,-3 5 0 0,-4 3 0 0,-4 3 0 15,-5 2 0-15,-7 4 0 0,-5 4 0 0,-2 4 380 0,-5 5-171 0,-13-1-85 0,-9-1-76 0,-6 0-48 0,-4-1 0 16,0-5 0-16,-1 2 0 0,-5-5 0 15,-1-2 0-15,-4 2 0 0,-10 2-424 16,4 1 27-16</inkml:trace>
  <inkml:trace contextRef="#ctx0" brushRef="#br0" timeOffset="122540.53">28654 13147 2877 0,'-25'-15'-2'0,"2"8"2"0,7 4 0 0,4 2 0 15,10 1 0-15,-1 0 0 0,3 0 0 0,0 0 0 0,8-2 0 0,19 2 0 0,3-1 432 0,10-2-198 0,-3 2-88 0,13-1-58 16,-2 0-26-16,0-2 32 0,-1 2-94 0,2 0 0 0,2 1 0 16,0 0 0-16,-4 1 0 0,1 0 0 0,-4 0 0 15,-7 0 0-15,0 0-121 0,-5 4 74 0,-4 2-644 16,-7-1 346-16,-2 1 99 0,-3 0 110 0,-2-3-657 16,-5 1 382-16</inkml:trace>
  <inkml:trace contextRef="#ctx0" brushRef="#br0" timeOffset="122724.02">29339 12964 2902 0,'-6'-16'0'0,"1"7"0"0,3 2 0 0,1-1 0 0,1 0 0 0,0 1 0 0,0 2 0 0,7 1 0 0,7 2 0 0,1 2 0 0,3 0 125 16,2 0 133-16,0 3-100 0,0 8-65 0,0 1 44 0,-4 3-49 15,0 0-25-15,-6 2-1 0,-2 3-285 0,-3 1 126 16,-3 3 67-16,-2 1 33 0,-5-1-436 0,-8 3 234 15,-4-2 128-15,-5 3-685 0,-1 0 329 0,-2 0 194 16,-5 2 98-16</inkml:trace>
  <inkml:trace contextRef="#ctx0" brushRef="#br0" timeOffset="123086.51">29101 13500 1634 0,'0'-4'-1'0,"0"-2"-1"0,-1-4 1 0,-3-1 1 0,-1-3-1 0,-3 5 1 0,0-4 0 0,-1 4 0 0,-1-1 0 0,-3 1 0 0,-1 4 279 0,-4 0-111 0,-1 3-70 0,-2 2 171 16,1 0-116-16,-6 0-58 0,3 8-28 0,2 1 214 15,1 3-126-15,2 1-59 0,2 0 223 16,3 0-141-16,4 2-71 0,5-1-70 0,1 0-37 16,3 3 0-16,0 0 0 0,7 2 0 0,9 0 0 15,8 0 0-15,1-2 0 16,5-1 0-16,2 1 0 0,7 4 0 15,-6-7 0-15,1 4 0 0,-2-2 0 0,-2 2 0 0,-6-2 0 16,-7 0 0-16,-2-1 0 0,-5 0 0 16,-3 0 0-16,-7-5 0 0,0 4 0 0,0-1 0 0,-15-2 0 15,-5 0 0-15,-6-1 0 0,3-2 0 16,-5-1 0-16,-2-4 0 0,3 1 0 0,6-4 0 0,-4 0 0 16,5 0 0-16,0 0 0 15,4 0 0-15,2-2 0 0,4-6 0 0,5-6-692 16,2-3 307-16,3-8 174 0,3 1-311 0,15-7 242 0,7 0-652 15</inkml:trace>
  <inkml:trace contextRef="#ctx0" brushRef="#br0" timeOffset="123260.93">29479 13380 3931 0,'7'0'0'0,"0"0"0"0,-1 0 0 0,-1 0 0 0,2 0 0 0,0 0 0 0,3 0 0 0,3 2 0 0,4 0 0 0,5 2 0 0,4-2 0 15,1-1 0-15,3 3 0 0,1-2 0 0,3 2 0 0,-3-4 0 16,-1 4 0-16,5 0 0 16,-13-3-337-16,6 3 151 0,-6 2 111 0,3-1-901 15,-3 5 386-15,-9-5 284 0</inkml:trace>
  <inkml:trace contextRef="#ctx0" brushRef="#br0" timeOffset="123415.84">29605 13640 3931 0,'-17'1'0'0,"5"1"0"0,5 2 0 0,2-4 0 0,3 1 0 0,2 2 0 0,2-2 0 0,18 4 0 0,6-2 0 0,5-1 0 0,5 0 0 0,10 0 0 0,0 0 0 16,-13-2 0-16,16 2 0 0,-16 0-328 0,1 1 147 0,3 2 110 16,4 3-1102-16</inkml:trace>
  <inkml:trace contextRef="#ctx0" brushRef="#br0" timeOffset="126091.29">8276 8208 2121 0,'-2'-4'0'0,"2"1"0"0,-1 1 0 0,1 1 0 0,0-2 0 0,0 3 0 0,0 0 0 0,0 0 0 0,0 0 0 0,0 0 0 0,0-2 97 0,0 1 188 0,1-1-111 16,5 0-71-16,3 0-29 0,3 0 62 0,0 1-47 15,-2-1 0-15,3-1 137 0,2 1-97 16,0 1-44-16,0 0 1 0,2-2 79 0,0 3-93 15,0 0-72-15,1 0 0 0,1 0 0 0,1 0 0 16,0 0 0-16,1 0 0 0,0 0 0 0,-2 3 0 0,4-1 0 16,6 3 0-16,-3-3 0 15,0-1 0 1,1-1 0-16,5 0 0 0,-2 0 0 0,2 0 0 0,0 0 0 0,0 0 0 0,-2 0 0 16,0 0 0-16,0 0 0 0,0-1 0 0,0-1 0 15,2 2 0-15,-2-3 0 0,-1 1 0 0,1 2 0 16,0 0 0-16,0-1 0 0,0 1 0 0,-1-1 0 15,2 1 0-15,1 0 0 0,0-3 0 0,0 3 0 16,3 0 0-16,0 0 0 0,1 0 0 0,7 0 0 16,0 0 0-16,4 0 0 15,2 0 0-15,1 0 0 0,3 0 0 0,0 0 0 16,0 0 0-16,1 0 0 0,0 0 0 0,3 0 0 16,-3 0 0-16,3 0 0 0,-1 0 0 0,2 0 0 15,-2 0 0-15,1 0 0 0,-1 0 0 0,1 0 0 16,-2 0 0-16,2 0 0 0,-1 0 0 15,3 0 0-15,6 0 0 0,-4 0 0 16,-7 0 0-16,3 0 0 0,-2 0 0 0,-2-2 0 16,0 2 0-16,2 0 0 0,-5 0 0 0,1-1 0 15,0 1 0-15,1 0 0 0,3 0 0 0,-3 0 0 16,5 0 0-16,-3 0 0 0,2 0 0 0,3 1 0 16,4 5 0-16,-1-3 0 0,0 3 0 0,2-2 0 15,0 1 0-15,12 0 0 0,-5 0 0 0,-2-1 0 16,5-1 0-16,-1 1 0 0,2 0 0 0,0-2 0 15,15 2 0-15,-17-3 0 0,12-1 0 0,-4 2 0 16,-1 0 0-16,1 0 0 0,0 0 0 0,1 0 0 16,12 2 0-16,-20-3 0 15,8 3 0-15,-1-2 0 0,0 2 0 0,-2 0 0 16,2-2 0-16,11 1 0 0,-17-3 0 16,7 2 0-16,1 1 0 0,1-3 0 0,10 0 0 0,-7 0 0 15,-3 0 0-15,19 0 0 0,-7-3 0 0,0-1 0 16,4-2 0-16,1-1 0 0,6 2 0 0,4-3 0 15,0 1 0-15,1-1 0 0,16 0 0 0,-4 3 0 16,-8-3 0-16,28-1 0 0,-13 1 0 0,5 4 0 16,6-2 0-16,3-1 0 15,-16 3 0-15,36-1 0 0,12-1 0 0,-31 3 0 16,14-4 0-16,1 6 0 0,8-2 0 0,-9 0 0 16,-6 1 0-16,0 2 0 0,-2 0 0 0,-9 0 0 15,-21 0 0-15,24 8 0 0,-10 0 0 0,-3 1 0 16,-24-2 0-16,12 3 0 0,-8-1 0 0,15 3 0 15,-28-4 0-15,5 1 0 0,-7-2 0 0,-6 0 0 16,-17 1 0-16,7-2 0 16,-2-2 0-16,-11-1 0 0,-14-1 0 0,-3 0 0 15,-11 1 0-15,-1-3 0 0,-9 0 0 0,-8 0 0 16,-4 0 0-16,-4 0 0 0,-6 0 0 0,-2 0 0 16,-4 0 0-16,-1 0 0 0,0 0 0 0,0 0 0 15,-1-5 0-15,1-4 0 0,0-1 0 0,-2-3 0 0,0-1 0 16,0-3 0-16,0-1 0 0,-5 1 0 15,-4-2 0-15,-5 5 0 0,-4-2-43 0</inkml:trace>
  <inkml:trace contextRef="#ctx0" brushRef="#br0" timeOffset="140414">24894 11732 3037 0,'-7'-10'0'0,"5"8"0"0,2 0 0 0,-2 0 0 0,2 1 0 0,-2 1 0 0,2 0 0 0,0 0 0 0,0 0 0 0,0-1 0 0,2-2 145 16,5 3-55-16,8 0-18 0,0 0-9 0,3 0-27 0,2 0 140 0,2 0-71 0,1 0-32 15,2 0-29-15,1 0-8 16,0 0 0-16,-2 0-18 0,-3 0-50 0,2 0 25 0,-5 0 8 16,2 0 35-16,-4 0-149 0,-2 0 74 15,-5 0 20-15,0 0-110 0,1 0 49 0,-5 0 43 16,-1 0-22-16,0 0-402 0,-3 0 205 0,1-2 109 16,0 2 47-16,0 0-456 0</inkml:trace>
  <inkml:trace contextRef="#ctx0" brushRef="#br0" timeOffset="140648.76">24994 11976 3931 0,'-6'3'0'0,"2"3"0"15,0-2 0-15,3-2 0 0,-1-2 0 0,2 0 0 0,0 2 0 0,0-1 0 0,5 1 0 0,11 0 0 0,2-1 0 0,1 2 0 0,4-1 0 0,-1 2 0 0,-1-1 0 0,0 1 0 16,-1 0 0-16,1 0 0 0,-2-1 0 16,-5 0 0-16,4 0 0 0,-6-1-67 0,-2-1-55 0,0 2 79 0,-1-3 14 15,-2 2-784-15,-2-2 392 0,4 0 193 16,-4 0 96-16,1 0 49 0</inkml:trace>
  <inkml:trace contextRef="#ctx0" brushRef="#br0" timeOffset="140886.31">25430 11771 3703 0,'-9'-7'0'0,"8"5"0"0,1 0 0 0,0 2 0 0,1 0 0 0,11 0 0 0,5-2 0 0,3 0 0 0,5 0 0 0,5 2 0 0,1 0 153 0,1-2-78 16,1 2-75-16,1-2 0 0,1 2 0 0,-1 0 0 0,-3 0 0 0,2 0 0 0,-5 0 0 15,-6 0 0-15,4 0 0 0,-6 0 0 16,-3 0 0-16,-6 0 0 0,1 0 0 0,-7 0-655 16,-1 0 274-16,-2 0 156 0,-1 0 94 15,-1-2-213-15,0-3 155 0,0 1 67 0</inkml:trace>
  <inkml:trace contextRef="#ctx0" brushRef="#br0" timeOffset="141194.74">25796 11405 3180 0,'-8'0'0'0,"2"0"0"0,-1 0 0 0,4 0 0 0,-1 0 0 0,2 0 0 0,0 3 0 0,2 9 0 0,0 3 0 0,0-1 0 0,0 10 299 0,0 1-133 0,0 3 120 0,0 5-286 16,0 2 0-16,0 11 0 0,0-4 0 0,0 2 0 0,0 3 0 15,-4-4 0-15,2 13 0 16,-2-7 0-16,2 2 0 0,2-4 0 0,0-1 0 15,0-6 0-15,0 8 0 0,2-15 0 0,8 5 0 16,1-5 0-16,0 0 0 0,1-11 0 0,1 2 0 16,-2-5 0-16,2-4 0 15,-2-6 0-15,3-5 0 0,-6-2 0 0,6-2 0 0,1-2 0 0,0-13 0 16,0-2 0-16,-2-2 0 0,-2-1 0 0,5-2 0 16,-3-2 0-16,-4 7-19 15,2-5-903-15,-4 4 443 0,2 0 213 0,-4 4 120 0,-1-2-693 16,-1 8 401-16</inkml:trace>
  <inkml:trace contextRef="#ctx0" brushRef="#br0" timeOffset="141383.76">26104 12148 3931 0,'2'10'0'0,"0"-1"0"0,0 1 0 0,-1-3 0 0,1-1 0 0,2 1 0 0,0 1 0 0,1-4 0 0,-1 1 0 0,2 1 0 0,-1 0 0 15,-1 0 0-15,-2-3 0 0,2-1 0 0,-3 0 0 0,0-2 0 16,-1 0 0-16,0 0 0 0,0 0 0 16,0 0 0-16,0 0 0 0,-2-2-571 15,-4 0 232-15,-5-4 187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19:15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10953 9564 1747 0,'-4'-22'0'0,"-2"9"0"0,2 3 0 0,2 4 0 0,-1-4 0 0,1 2 0 0,0-2 0 0,0 3 0 0,2 3 0 0,-2 1 0 0,2-2 90 0,0 4-44 16,0-1 327-16,0 2-151 0,0 0-94 16,2 0 153-16,9 0-117 0,3 0-60 0,0 0 291 0,2 3-162 0,0 2-100 15,3-2-118-15,-2 3-15 0,0-3 0 0,1 1 0 16,0-2 0-16,-1 2 0 16,-1-2 0-16,4 2 0 0,-2-3 0 0,3 2 0 0,0-1 0 0,0-1 0 15,8 3 0-15,-5-1 0 16,3-1 0-16,1 1 0 0,2 0 0 0,0 1 0 0,2-1 0 15,2-2 0-15,-2 3 0 0,3-3 0 16,-1 2 0-16,0-3 0 0,-1 5 0 16,2-4 0-16,-1 1 0 0,0 1 0 0,1-2 0 0,1-1 0 15,-1 2 0-15,2-2 0 16,7 0 0-16,-3 2 0 0,-2-2 0 16,11 0 0-16,-5 0 0 0,0 0 0 0,-1 0 0 0,2 0 0 15,-7 0 0-15,12 0 0 0,-6 0 0 0,1 0 0 16,0-2 0-16,0 0 0 0,-4 1 0 0,11-2 0 0,-2 1 0 15,1 1 0-15,-1-3 0 16,2 0 0-16,1 1 0 0,1 0 0 16,1 0 0-16,8-1 0 0,-4-2 0 0,-5 4 0 0,16-3 0 15,-6 2 0-15,1-2 0 0,2 2 0 16,-2-1 0-16,-2 1 0 0,12-2 0 0,-2 2 0 16,-1-5 0-16,15 2 0 0,-16 1 0 0,7-2 0 15,1-1 0 1,3 0 0-16,11 1 0 0,-9-2 0 0,7 3 0 0,-9 0 0 0,16-1 0 15,-9 1 0-15,2-1 0 0,2 0 0 0,0 3 0 16,-6-1 0-16,17 0 0 0,-9 0 0 0,-2-1 0 0,3 0 0 0,2-2 0 16,-7 6 0-1,14-3 0-15,-12 3 0 0,2 0 0 0,1 0 0 0,2 1 0 16,-7-2 0-16,18 2 0 0,-12-1 0 0,-1 0 0 16,5 0 0-16,-2-1 0 15,4 1 0-15,0 0 0 0,-5 0 0 0,0 2 0 16,2 0 0-16,2 0 0 0,1 0 0 0,0 0 0 15,-4 0 0-15,-1 0 0 0,0 0 0 0,3 0 0 0,1 0 0 0,-2 2 0 16,-1 0 0-16,0-1 0 16,1 3 0-16,4 0 0 0,3-1 0 15,-2-3 0-15,-2 3 0 0,-3-2 0 0,2 3 0 16,3-4 0-16,4 2 0 0,0-2 0 0,-4 4 0 16,0-4 0-16,1 1 0 0,-2-1 0 0,4 0 0 15,-2 0 0-15,-6 2 0 0,1 0 0 0,-3 2 0 0,3 4 0 16,3-5 0-1,1 1 0-15,-7 1 0 0,2-1 0 0,0 1 0 0,3-4 0 0,3 1 0 16,0 2 0-16,-2-2 0 16,1 1 0-16,-1-1 0 0,1 2 0 0,5 0 0 0,-1 0 0 15,-5-3 0-15,-1 3 0 16,4-3 0-16,2 4 0 0,3-4 0 0,-5 4 0 0,0-4 0 0,-2 2 0 16,0 1 0-16,9-3 0 0,-4 3 0 15,-2-1 0-15,-1 4 0 0,-4-2 0 16,6 0 0-16,0 1 0 0,-5 2 0 0,-1-3 0 0,-1 2 0 0,-2-3 0 31,3 4 0-31,-12-4 0 0,14 2 0 0,-14 2 0 0,-3-2 0 0,-17 4 0 0,10-1 0 0,-1-2 0 16,-6 3 0-1,-4-1 0-15,-5 1 0 0,-14-1 0 0,3 1 0 0,-12-3 0 16,6 3 0-16,-15-1 0 0,1-2 0 0,-5 1 0 16,-3 0 0-16,-6-3 0 0,-3 1 0 0,-3-1 0 15,-4-3 0-15,-3 2 0 0,-2-2 0 0,-2-2 0 16,-3 2 0-16,-1-2 0 0,0 0 0 0,0 0 0 15,0 0 0-15,0-8 0 16,-5-3 0-16,-5-2 0 0,-1-1 0 0,-6 2 0 0,-3-4 0 0,-3 9 0 16,-7 3 0-16,-8 4 0 15,-11 7 0-15</inkml:trace>
  <inkml:trace contextRef="#ctx0" brushRef="#br0" timeOffset="20166.84">14851 18203 1207 0,'-3'-10'0'0,"-1"5"0"0,2 1 0 0,2-1 0 0,-1 0 0 0,1 3 0 0,-2-3 0 0,2 1 0 0,0 2 0 0,0 0 0 0,0 1 114 0,0 1 108 0,0 0-68 16,0 0-55-16,0 0 0 0,0 0 62 0,0 0-52 16,0 0 1-16,0 0-38 0,0 0 173 15,0 0-93-15,0 0-47 0,0 0 152 16,0 0-99-16,2 0-36 0,-1 0 142 0,1 0-103 0,0 1-52 16,3 1-98-16,-1-2-11 15,3 2 0-15,0 1 0 0,0-2 0 0,-1 1 0 0,4 2 0 16,-3-3 0-16,0 4 0 0,2 0 0 0,-1-1 0 0,0 1 0 15,1 3 0-15,0-1 0 16,-3-1 0-16,5 2 0 16,-2-3 0-16,5 2 0 0,-3-1 0 0,5 1 0 0,0-1 0 15,3-4 0-15,1 1 0 0,6-2 0 16,-3-1 0-16,4 0 0 0,1 0 0 0,0 0 0 16,1 0 0-16,2 0 0 0,3 0 0 0,2 0 0 0,1 0 0 15,9-1 0-15,-2-2 0 16,5 2 0-16,3-3 0 0,3 1 0 0,5-2 0 15,8 0 0-15,-8-1 0 16,2 1 0-16,-2-2 0 0,0 2 0 0,-5-1 0 0,12-1 0 16,-14 2 0-16,4 1 0 0,-2-1 0 15,-2 1 0-15,-9 2 0 0,-3 0 0 0,-4 0 0 0,-7-1 0 0,-7 2 0 0,-3 1 0 16,-4 0 0-16,-4 0 0 16,-2 0 0-16,-4 0 0 0,-3 0 0 0,-1 0 0 15,0 0 0-15,-2 0 0 0,0 0 0 0,0 0 0 0,0 0 0 0,0 0 0 16,0 0 0-16,0 0 0 15,0 0 0-15,0 0 0 0,0 0 0 0,0 0 0 0,0 0 0 16,0 0 0 0,0 0 0-16,0-1 0 0,0-5 0 0,0 1 0 0,0 0 0 15,0 0 0-15,0-1 0 0,0 2 0 0,0 0 0 16,0 2 0-16,2 0 0 0,0 2-287 0,3 0-88 16,2 0 158-16,-4 12 80 0</inkml:trace>
  <inkml:trace contextRef="#ctx0" brushRef="#br0" timeOffset="21459.79">18313 18398 1120 0,'-3'-10'0'0,"-2"3"0"0,1 2 0 0,2 1 0 0,1-2 0 0,-1 0 0 0,0 2 0 0,0-3 0 0,0 3 0 0,1-1 0 0,1 1 126 0,-2 1 97 16,2-1-81-16,0 1-42 0,0-2 0 0,0 2 153 16,0-1-83-16,0 0-62 0,0-2-1 0,0 1 165 15,0-1-106-15,-2 1-54 16,2-1 82-16,-2-2-74 0,2 3-1 0,0-3-60 16,0 2 197-16,0 1-83 0,0-1-162 0,0 0-11 0,0 1 0 15,0-1 0-15,0 2 0 0,0 0 0 16,0 1 0-16,0 1 0 0,2 0 0 0,-2 0 0 15,2 0 0-15,0 2 0 0,1-3 0 16,1-1 0-16,1 2 0 0,-1-1 0 0,2 0 0 0,-2 2 0 16,1-1 0-16,-1 0 0 15,-2 1 0-15,2 1 0 0,-1 0 0 0,-1 0 0 0,2 0 0 16,2 0 0-16,1 0 0 0,1 0 0 0,2 0 0 16,2 0 0-16,1 0 0 0,4 0 0 15,0 0 0-15,7 0 0 0,1 0 0 0,-2 0 0 0,5 0 0 16,-1 0 0-16,-2-3 0 0,-4 2 0 15,2-1 0-15,-1 0 0 0,-1 0 0 16,-2-1 0-16,-1 3 0 0,1 0 0 0,2 0 0 0,-3 0 0 16,3 0 0-16,2 0 0 0,4 0 0 0,-4 0 0 0,2 5 0 15,-1-3 0-15,8 4 0 16,-2-3 0-16,2 0 0 0,2 2 0 16,0 0 0-16,-1 0 0 0,3 1 0 0,0-1 0 15,0 3 0-15,0-1 0 0,1 1 0 0,-2 0 0 0,1 1 0 0,0-1 0 16,-2-1 0-16,2 1 0 0,-1-2 0 15,1 1 0-15,1-3 0 0,5 0 0 0,-1-1 0 16,2-1 0-16,2-2 0 16,-4 0 0-16,12 0 0 0,-2 0 0 0,-2 0 0 0,0 0 0 0,-5 0 0 15,-2-2 0-15,5-1 0 16,-13 0 0-16,6 0 0 0,-5-1 0 0,1 2 0 16,-4-1 0-16,0 0 0 0,-4 2 0 0,-5-1 0 15,-2 0 0-15,0 1 0 0,-1 1 0 0,-2 0 0 16,1-3 0-16,-3 3 0 0,0 0 0 0,-3 0 0 15,2 0 0-15,-6 0 0 0,-1 0 0 0,0 0 0 16,-5 0 0-16,1 0 0 0,-2 0 0 0,0 0 0 16,-2 0 0-16,0 0 0 15,0 0 0-15,0 0 0 0,0 0 0 0,0 0 0 16,0 0 0-16,0 0 0 0,0 0 0 0,0 0 0 16,0 0 0-16,0 0 0 0,0-2 0 0,0-1 0 15,-6-3 0-15,1 2 0 0,-3-2 0 0,0 1 0 16,-1 2 0-16,-3 0-136 0,0 3-240 0,-1 0 144 15,-3 17-507-15</inkml:trace>
  <inkml:trace contextRef="#ctx0" brushRef="#br0" timeOffset="22525.64">21916 18338 794 0,'-9'-2'0'0,"2"-1"0"0,0 0 0 16,1 0 0-16,3-1 0 0,-4 2 0 0,2-1 0 0,1-1 0 0,-1 2 0 0,3 0 0 0,-2 0 55 0,3 2 58 0,-1-2-14 0,2 2-43 16,-2 0 0-16,2 0 45 0,-3 0 1 15,3 0-32-15,0 0 112 0,0 0-63 0,0 0-1 16,0 0-62-16,0 0 163 0,0 0-88 0,0 0-38 16,0 0 0-16,0 0 114 0,0 0-75 0,0 0-25 15,0 0 92-15,0 0-71 0,0 0-37 0,0 0 0 16,0 0 45-16,0 0-26 0,0 0-14 0,0-2-40 15,0 2 54-15,0 0-99 0,0 0-11 0,0 0 0 16,0 0 0-16,0-1 0 0,0 1 0 16,0 0 0-16,0 0 0 0,0 0 0 0,0-3 0 15,8 2 0-15,5-1 0 16,1 2 0-16,2 0 0 0,1 0 0 0,2 0 0 0,2 0 0 16,7 0 0-16,-2 0 0 0,6 3 0 15,4 0 0-15,7 0 0 0,4 1 0 16,3-4 0-16,15 0 0 0,-3 0 0 15,-5 0 0-15,15 0 0 0,-10 0 0 0,0-2 0 16,-9 0 0-16,6 0 0 0,-2 1 0 0,-3-2 0 0,-1 3 0 16,-1 0 0-16,1 0 0 0,-2 0 0 15,-6 0 0-15,6 0 0 0,-8 0 0 0,-8 0 0 0,3 0 0 16,-7 0 0-16,-5 0 0 0,-4-1 0 16,-5-1 0-16,-4-2 0 0,-1 2 0 0,-5-1 0 15,-3-1 0-15,-1 0 0 16,1 0 0-16,-2 2 0 0,0-1 0 0,-2-1 0 0,0-2 0 15,1 3 0-15,-1-1 0 0,0-2 0 0,0 2 0 0,0-2 0 16,0 2 0 0,0 1 0-16,0-2 0 0,0 1 0 0,0 0 0 0,0 2 0 15,-1-2 0-15,-1 2 0 0,-2 0-506 0,0 2 173 16,-1-5 138-16,0 3-411 0,-4-1 262 0</inkml:trace>
  <inkml:trace contextRef="#ctx0" brushRef="#br0" timeOffset="38002.46">20815 2260 2814 0,'-2'-16'0'0,"-4"10"0"0,3 0 0 0,-2 1 0 0,5 0 0 0,0-5 0 0,0 2 0 0,0 2 0 0,0-6 0 0,12 2 0 0,4-1 208 0,4 2-74 15,4-2-53-15,0 3 156 0,1 2-99 16,3 2-49-16,-2 3-25 0,-3 1 66 0,0 0-94 15,0 0-36-15,-2 1 0 0,-1 10 0 0,-2 3 0 16,-1 3 0-16,-4-3 0 0,-4 4 0 16,-3 1 0-16,-2 3 0 0,-2 0 0 0,-2 2 0 0,0 1 0 15,-9 0 0-15,-7 0 0 0,-3-1 0 16,1-1 0-16,-5-1 0 0,0-1 0 0,-2-3 0 16,0 0 0-16,1-4 0 0,1-1 0 15,-4-4 0-15,7-3 0 0,-1 0 0 0,2-4 0 16,1 0 0-16,1-2 0 0,4 0 0 0,1 0 0 15,3 0 0-15,3-4 0 0,3-2-228 16,3 0-243-16,0-9 220 0,9 1 106 16,17-7-395-16,6-1 250 0,6-3 125 0,7-1-625 15</inkml:trace>
  <inkml:trace contextRef="#ctx0" brushRef="#br0" timeOffset="38221.15">21288 2052 3418 0,'0'-3'0'0,"-4"3"0"0,-7 0 0 0,-4 0 0 0,-4 7 0 0,-3 7 0 0,1-2 0 0,4 6 0 0,-4 3 0 0,4 6 0 0,2 1 356 0,3 2-199 0,2 5-157 0,4-2 0 15,4 5 0-15,2-2 0 0,0-1 0 0,8-1 0 16,9-5 0-16,1 2 0 0,5-5 0 0,2-2 0 0,1 0-44 16,-1-6-178-16,0-1 131 15,-4-5 75-15,7-2-13 0,-3-2-651 0,-2-7 313 0,2-1 164 16,0 0-415-16,-2-3 279 15,3-12 156-15,-3-3-757 0,-5-7 860 0,-1-1 41 0</inkml:trace>
  <inkml:trace contextRef="#ctx0" brushRef="#br0" timeOffset="38384.6">21511 2333 3339 0,'-15'-8'-1'0,"1"4"0"0,0 0 0 0,5 0 1 0,2 3 0 0,0-1 0 15,2 2 0-15,3 0 0 0,2 0 0 0,0 0 0 0,0 0 164 0,11 0-67 0,3 0-29 0,2 0 198 16,1 0-266-16,3 0 0 0,-2 0 0 0,3 0 0 15,2 0 0-15,-3 2 0 0,6-2 0 0,-5 0-235 16,7 0-48-16,2 0 162 0,0 0-771 16,0 0 418-16,2 0 229 0,-8-2 59 0,9-7 78 0,-8 0-492 15,-6-1 280-15</inkml:trace>
  <inkml:trace contextRef="#ctx0" brushRef="#br0" timeOffset="38614.01">21906 2146 3082 0,'-11'-9'0'0,"3"3"0"0,-2 0 0 0,5-1 0 0,1 4 0 16,2-2 0-16,2 4-1 0,0-2 0 0,2 0 1 0,16 1-1 0,3 2 224 0,6 0-97 0,-1 0-43 0,3 8-1 0,-1 3 256 0,2 0-338 0,-2 4 0 0,-3 1 0 0,-3 0 0 15,0 4 0-15,-6-2 0 16,-3-2 0-16,-4 5 0 0,-4 0 0 0,-2 0 0 0,-3 1 0 0,0 0 0 16,-10-1 0-16,-5-3 0 0,-7 6 0 15,-1-7 0-15,-2-2 0 0,0-4 0 0,-4-1 0 16,5-3 0-16,-8-1 0 0,5-3 0 0,1-3 0 15,5 0-606-15,3 0 260 0,2-1 144 16,7-13 87-16,7-8 37 0,2-7-610 16,9-7 324-16,16-6 162 0</inkml:trace>
  <inkml:trace contextRef="#ctx0" brushRef="#br0" timeOffset="39033.11">22430 1883 3308 0,'22'-7'0'0,"-6"4"0"0,-3 0 0 0,-8 1 0 0,-1 2 0 0,-2 0 0 0,-2 5 0 0,0 10 0 0,-13 3 0 0,-5 6 0 0,2 3 394 0,-5 3-168 16,-3 6-223-16,2 0-3 0,6-5 0 0,2 4 0 0,2-3 0 16,4 1 0-16,7-3 0 0,1-2 0 15,0-2 0-15,1-5 0 0,7-1 0 0,5-3 0 16,2-4 0-16,2-3 0 0,0-5 0 0,2-2 0 16,2-3 0-16,2 0 0 0,-2-8 0 0,-3-3 0 15,2-3 0-15,-5 1-43 0,0 2-31 0,-3 3 22 16,-5 2 11-16,-1 0 126 0,-3 2-63 0,-1 2-30 15,0 0-10-15,-2 2 147 16,0 0-129-16,0 0 0 0,0 5 0 0,-4 7 0 0,2 0 0 16,1 2 0-16,1 2 0 0,0-4 0 15,0 3 0-15,0-1 0 0,5-2 0 0,7-3 0 16,1-1 0-16,4-2 0 0,1-2 0 0,3-4 0 16,-1 0 0-16,5-1 0 0,-2-10 0 0,-2-1 0 15,-5-3 0-15,1 1 0 0,-2-2 0 0,-3 0 0 16,-5 1 0-16,-3 1 0 0,-3 0 0 0,-1 1 0 15,0 5 0-15,-1-3 0 0,-12 2 0 0,-3 3 0 16,-3 2 0-16,-1 3 0 16,-1-1 0-16,-2 2 0 0,3 0 0 0,-2 0-96 0,-5 6 3 15,1 2-498-15,-1 2 266 0,2 1 148 16,-5 2 69-16,-2 2-653 0,-7 0 360 16</inkml:trace>
  <inkml:trace contextRef="#ctx0" brushRef="#br0" timeOffset="39348.37">20910 2663 3302 0,'-37'0'0'0,"9"0"0"0,7 5 0 0,3-1 0 0,8 0 0 0,4-2 0 0,4-2 0 0,2 0 0 0,0 4 0 0,13 0 0 0,22 2 183 0,6-5 199 0,19 4-318 0,-2-5-64 15,38 0 0-15,-8 0 0 0,10 0 0 16,5-5 0-16,8-2 0 0,4-1 0 16,21-2 0-16,-12 5 0 0,-1 1 0 0,-19 2 0 15,9 1 0-15,-17 1 0 0,13 0 0 0,-18 0 0 16,-18 0 0-16,1 0 0 0,-7 1 0 0,-12 2 0 16,-4 0 0-16,-10 1 0 0,-4-3 0 0,-12 2 0 15,-4-3 0-15,-7 1 0 0,-8-1-108 0,-3 0 3 16,-1 0 34-16,-2 0-287 0,-7 0 160 0,-12 0 70 15,-12 0-356-15,-6 0 223 0,-7 0 112 16,-16 0-643-16</inkml:trace>
  <inkml:trace contextRef="#ctx0" brushRef="#br0" timeOffset="39815.5">21919 2826 3007 0,'4'6'0'0,"3"3"0"0,-1 3 0 0,-5-1 0 0,1 3 0 0,0 4 0 0,1 2 0 0,-3 5 0 0,0 0 0 0,0 0 0 0,0 2 173 0,0 0-67 0,0-6 140 16,0 2-109-16,0-5-70 15,0-1 1-15,0-4-30 0,0-4 0 0,0-2 9 0,0-5-87 16,0 0 39-16,0-2 0 0,0 0 39 0,5 0-30 16,10-11-8-16,4-7 0 0,1 1 0 0,3-5 0 15,0 1 0-15,-1 4 0 0,7-3 0 0,-7 5 0 16,-3 5 0-1,2 2 0-15,-3 1 0 0,-3 6 0 0,0 1 0 16,-1 0 0-16,-2 0 0 0,-1 10 0 0,-1 4 0 0,-1 2 0 16,-1 2 0-16,-3 0 0 15,2-1 0-15,-4 2 0 0,1-4 0 0,0-1 0 16,-3-6 0-16,1 2 0 0,0-4 0 0,0-4 0 16,0 0 0-16,3-2 0 0,3 0 0 0,3-4 0 0,5-12 0 15,-2 1 0-15,2 3 0 0,0-2 0 0,3 2 0 16,0 0 0-16,-2 4 0 0,-1 1 0 0,2 5 0 15,-4 2 0-15,2 0 0 0,-2 0 0 16,0 11 0-16,-1 4 0 0,-3 3 0 0,-1 2 0 16,0 5 0-16,-5-7 0 15,-1 5 0-15,-1-1 0 0,1-1 0 0,-1-1 0 16,-2-2 0-16,0-2-169 0,0-6 101 0,0-1 0 16,0-1-333-16,0-5 171 0,0 2 102 0,0-5 44 0,0 0-666 15,0 0 355-15,0 0 179 0,7-18 79 0</inkml:trace>
  <inkml:trace contextRef="#ctx0" brushRef="#br0" timeOffset="40002.87">23348 2475 3931 0,'0'0'0'0,"0"0"0"0,0 0 0 0,0 0 0 0,0 0 0 0,8 0 0 0,5 3 0 0,2 2 0 0,6-2 0 0,0 3 0 0,7 0 0 0,4-1 0 0,0-1 0 16,3-1 0-16,-1 3 0 0,2-3 0 16,-5-1-470-16,1 3 163 0,-3-4 173 0,-8 2 85 15,-1-2-819-15,-3 1 450 0,-6 2 85 0</inkml:trace>
  <inkml:trace contextRef="#ctx0" brushRef="#br0" timeOffset="40165.99">23504 2719 3240 0,'-9'8'0'0,"4"-5"0"0,1 0 0 0,2-3 0 0,2 4 0 0,0-3 0 0,0-1 0 0,7 4 0 0,8 2 0 0,2-1 0 0,1 1 177 0,3-2-70 0,0 1-35 15,4-3 9-15,0 2-312 0,-4-3 133 0,4 2 68 16,-2-3-720-16,1 0 394 0,0 0 206 0,4 0 88 0</inkml:trace>
  <inkml:trace contextRef="#ctx0" brushRef="#br0" timeOffset="40367.17">24056 2590 3422 0,'0'3'0'0,"2"-1"0"0,14 1 0 0,6-3 0 0,11 0 0 0,11 0 0 0,16 0 0 16,2 0 0-16,0 0 0 0,21 0 0 0,-3 0 417 0,2 0-325 0,1 0-92 0,2 0 0 15,0 0 0-15,-5 0 0 0,-4 1 0 0,-5-1 0 16,-1 0 0-16,-6 0 0 15,-13 0 0-15,8 0-5 0,-8 0-81 16,-6 0-582-16,-11 0 347 0,-10 0 81 0,-9-1 104 0,-5-2-520 0,-7-1 309 16,-3-5 155-16,-20-4-183 0</inkml:trace>
  <inkml:trace contextRef="#ctx0" brushRef="#br0" timeOffset="40595.06">24189 1763 3925 0,'-7'-10'0'0,"7"9"0"0,0 1 0 0,0 0 0 0,0 0 0 0,0 0 0 0,4 7 0 0,11 9 0 0,3 1 0 16,2 3 0-16,1 1 6 0,2 4-6 0,2 0 0 0,-1 0 0 15,1-1-313-15,-4 1 109 0,-1-2 115 0,-4-5 63 0,-4-2-678 16,0 0 371-16,-1-2 184 0,-5-6-1277 15,-2-1 1358-15,3-4 1 0,-3-3 30 16,3 0 1-16</inkml:trace>
  <inkml:trace contextRef="#ctx0" brushRef="#br0" timeOffset="40775.51">24631 1694 2687 0,'2'-11'0'0,"0"-1"0"16,0 6 0-16,0 5 0 0,-2-1 0 0,0 2 0 0,0 0 0 0,0 0 0 0,0 3 0 0,0 17 0 0,-2 4 115 0,-5 9 466 0,-5 7-272 0,-1 5-127 15,-6 8-125-15,-1 6-57 0,-1-2 0 0,2-8 0 0,-1 6 0 16,-1 0 0-16,2-4 0 16,4 0 0-16,-1-4 0 0,6-2 0 0,0-9 0 0,3 2-403 15,1-6 67-15,2-9 187 0,2 0-797 0,2-8 454 16,0-6 229-16,0-8-186 0</inkml:trace>
  <inkml:trace contextRef="#ctx0" brushRef="#br0" timeOffset="40919.91">24554 2067 2897 0,'4'-5'0'0,"0"2"0"0,2 0 0 0,1 2 0 16,0-2 0-16,5 3 0 0,1-1 0 0,4 1 0 0,1 0 0 0,2 0 0 0,-1 0 128 0,8 0-45 0,-6 0-15 0,5 5-438 0,1-1 204 0,-4 1 101 16,4 0 50-16,-6-4-813 0,1-1 402 0</inkml:trace>
  <inkml:trace contextRef="#ctx0" brushRef="#br0" timeOffset="41087.93">24959 1830 3349 0,'0'-3'0'0,"3"3"0"16,-1 0 0-16,-2 0 0 0,0 0 0 0,1 0 0 0,4 0 0 0,5 11 0 0,0 0 0 0,3 4 0 0,-2 3 182 0,5 3-120 0,-4-5-17 0,6 9-9 0,-6-5-1058 15,2 3 1013 1,-1-5 22-16,-2 2 1 0,3-4-1449 15,-4 2 1422-15,1-7-1 0,3-1 27 0,-1-4-1109 0,2-6 1029 0</inkml:trace>
  <inkml:trace contextRef="#ctx0" brushRef="#br0" timeOffset="41267.97">25358 1769 2218 0,'0'-7'0'0,"-2"3"0"15,0 3 0-15,-3 1 0 0,-3 1 0 0,-4 12 0 0,2 8 0 0,-6 3 0 0,-2 9 0 0,-1 0 0 0,-7 11 500 0,0 1-233 0,-4 3-114 0,0-2 72 0,-2 1-84 0,0 1-58 16,2-2-236-16,3-3 94 0,5-4 48 0,7-6-567 16,-1 1 316-16,6-4 145 0,5-6 76 15,2-3 39-15,3-5-800 0,0-3 387 0,0-8 167 16</inkml:trace>
  <inkml:trace contextRef="#ctx0" brushRef="#br0" timeOffset="41509.39">25246 2273 2073 0,'0'5'0'16,"0"6"0"-16,1-2 0 0,1-1 0 0,2-1 0 0,1 1 0 0,4-1 0 0,3 2 0 0,1-7 0 0,3 3 0 0,0-4 192 0,1-1-68 0,2 0-49 0,0 0-92 0,-2-1 39 16,-1-10 14-16,0 1 1 0,-5-1 8 0,-2-3-9 15,-5-1-79-15,-3 2 40 0,-1 2-1 16,0-2 17-16,-1 4 8 0,-12-1 15 0,-5 3-52 0,0 3 11 15,-6 2 0-15,-1 2-76 0,4 0 50 0,-4 0 8 0,5 6 0 16,-1 5 16 0,1 4-263-16,1 3 125 0,5 0 62 0,-4 6-527 0,6 0 287 0,-2 3 144 15</inkml:trace>
  <inkml:trace contextRef="#ctx0" brushRef="#br0" timeOffset="41852.11">24851 2919 1733 0,'-11'5'0'0,"3"14"0"0,3-2 0 0,3-4 0 0,-4-2 0 0,-1 3 0 0,-1-1 0 0,2-3 0 0,-1-1 0 0,3-2 0 0,1-2 75 0,-1-2-39 0,2-2 8 16,-1-1-8-16,2 0-10 0,1 0 10 0,0-8 0 0,0-7-44 15,8-2 10-15,6-1 33 16,6-3-22-16,0 3 22 0,6-4 1 0,-1 4-15 16,5 1 23-16,2 2-17 0,-2 4 255 0,2 4-206 0,-4 4-40 15,0 1 0-15,-7 2 8 16,-2 5-8-16,1 13 85 0,-7 4-42 0,-5 4-1 0,-4 6 260 16,-2 2-142-16,-2 10-85 15,0-13 160-15,-2 4-271 0,-2-5 0 0,-2 1 0 0,6-8 0 16,0-1 0-16,0-2 0 0,0-5-121 15,3-4-125-15,12-6 140 0,5-5-407 0,10 0 236 16,7-8 147-16,4-8-1017 0</inkml:trace>
  <inkml:trace contextRef="#ctx0" brushRef="#br0" timeOffset="42251.63">26053 2462 2978 0,'-7'-11'0'0,"5"9"0"0,2 2 0 0,0 0 0 0,4 0 0 0,11 0 0 0,7 0 0 0,4 2 0 0,6 2 0 0,0 0 0 0,6 3 119 0,-3-2-41 0,5 1-162 16,-2 2 61-16,-3-1-533 0,-1 1 305 16,-4-1 140-16,-5-2 74 0,-4 4 37 0,-6 0-805 15</inkml:trace>
  <inkml:trace contextRef="#ctx0" brushRef="#br0" timeOffset="42396.62">26123 2732 2480 0,'-8'6'0'0,"4"0"0"0,3-2 0 0,1-1 0 0,0-3 0 0,8 2 0 0,15 0 0 0,6 2 0 0,10 0 0 0,2-4 0 0,5 1 87 15,4-1-24-15,-1 0-1 0,4 0-16 0,-5 0-617 0,5 0 304 0</inkml:trace>
  <inkml:trace contextRef="#ctx0" brushRef="#br0" timeOffset="42578.89">26892 2576 3367 0,'2'-1'0'0,"4"-3"0"0,11 0 0 0,8 0 0 0,3-2 0 0,4 4 0 0,7-2 0 0,7 4 0 0,9 0 0 0,11 0 0 0,-2 0 382 16,0 0-200-16,-8 0-182 0,14 0 0 0,-10 5 0 0,-8-1 0 15,3 2 0-15,-4-1-223 0,-12 0 133 0,-1 1 58 0,0 2-756 16,-9-3 413-16,-8 1 206 0,-8-1-772 0,-6-1 443 15</inkml:trace>
  <inkml:trace contextRef="#ctx0" brushRef="#br0" timeOffset="42779.95">27217 2781 3504 0,'-3'4'0'0,"-3"10"0"0,6 13 0 0,-2 3 0 0,2 1 0 0,-2 3 0 0,0 7 0 0,-1-1 0 0,3 9 0 0,-2 2 0 0,-2-7 427 0,-2 8-427 0,1-7 0 0,-1-1 0 0,-1-3 0 16,5-3 0-16,-2-1 0 16,-2-1 0-16,5-3 0 0,-3-4-503 0,1-9 173 0,0-3 183 15,3-6 101-15,-2-3-421 0,2-4 237 16,0-4-17-16,0 0-375 0,0-18 293 0,0-8 137 0,0-9 83 16</inkml:trace>
  <inkml:trace contextRef="#ctx0" brushRef="#br0" timeOffset="42972.6">27161 2998 2351 0,'0'-27'0'0,"3"5"0"0,12 3 0 0,3-1 0 0,2 6 0 0,4 2 0 0,-1 5 0 0,9 1 0 0,-2 4 0 0,0 2 0 0,-3 2 132 0,1 11 200 15,-5 2-153-15,-3 2-71 0,-7 0-36 0,-2 2 82 16,-2 2-59-16,-8-1-21 0,-1 1-100 16,-1 2 31-16,-17-3 0 0,-3 1 32 0,-3-3-121 15,2-3 69-15,-8-2 21 0,2 0 1 0,-1-6-395 16,-1-5 208-16,0-2 51 0,2 0-468 0,-2 0 283 0,2-2 139 15,1-11 70-15,5-6-420 16,1-4 245-16</inkml:trace>
  <inkml:trace contextRef="#ctx0" brushRef="#br0" timeOffset="43329.51">26579 1801 2637 0,'-4'-9'0'0,"2"4"0"0,2 4 0 0,0-2 0 0,6 1 0 0,9-2 0 0,7 2 0 0,5 0 0 0,3 0 0 0,7 0 0 0,-3 2 218 0,6 0-95 0,-1 0-44 16,-3 0 40-16,-3 6-42 0,-3 1 2 15,-5 0-33-15,-2 5 19 0,-7 1 1 0,-5 3-29 0,-1 0 42 16,-8 8 0-16,-2 4-34 0,0 0 115 15,-18 3-138-15,-6 2-22 0,-1 2 0 0,-5 0 0 16,7-6 0-16,-5 2 0 0,8-3 0 0,2 0 0 16,5-3 0-16,7-9 0 0,1 2 0 15,0 0 0-15,5-1 0 0,0-4 0 16,0 2 0-16,7-3 0 0,6-3 0 0,0 0 0 0,4 0 0 16,0-7 0-16,1 1 0 0,3-3 0 15,-2 0-3-15,-1 0-296 0,1 0 105 16,-1-3-671-16,-4 1 414 0,-5-7 199 0,5-2 112 15,-5-5-310-15</inkml:trace>
  <inkml:trace contextRef="#ctx0" brushRef="#br0" timeOffset="43501.93">26793 2007 2943 0,'-7'0'0'0,"1"0"0"0,2 0 0 0,2 0 0 0,2 0 0 0,0 0 0 0,0 0 0 0,2 0 0 0,11 6 0 0,4 4 0 0,6-1 481 0,1 3-222 0,2-1-196 15,3-1-27-15,-3 2 0 0,-2-3 9 16,6 5-679-16,-5-4 335 0,1 1 167 16,-1-1 84-16,-2-3 42 0,2 1-419 15,5 1 216-15</inkml:trace>
  <inkml:trace contextRef="#ctx0" brushRef="#br0" timeOffset="43658.68">27262 2034 2587 0,'-1'0'0'0,"1"0"0"0,0 0 0 0,0 0 0 16,0 0 0-16,8 0 0 0,8 0 0 0,2 1 0 0,0 1 0 0,1 0 0 0,0 0-819 0,5 1 833 0,-3-1 32 0,3 3-9 0,5-1 0 0,-4-3-377 16</inkml:trace>
  <inkml:trace contextRef="#ctx0" brushRef="#br0" timeOffset="43928.41">27682 1833 2135 0,'7'0'0'0,"3"2"0"0,8 0 0 0,0 1 0 0,2-1 0 0,0 2 0 0,3-1 0 15,-1 3 0-15,-3 2 0 0,0 2 0 0,-5-1 318 0,-2 1-145 0,-2 4-68 0,-6 3-34 0,-3-1 0 0,-1 9 37 16,-4 0-27-16,-14 0 19 0,-9 6-31 0,1 1-1 15,-1-2 22-15,4-4 31 0,-2 1-33 0,3-1-10 16,7-4 13-16,2-3-27 0,3 0-1 16,3-5-26-16,5 0-37 0,0 0 0 0,2-4 0 15,0-2 0-15,0-1 0 0,0-1 0 0,4 0-230 16,5-3 105-16,4-1 77 0,2-2 13 0,1 0 28 0,5 0-708 16,-2-2 330-1,1-7 178-15,-3-3 86 0,1 0-626 0</inkml:trace>
  <inkml:trace contextRef="#ctx0" brushRef="#br0" timeOffset="44271.07">27664 1996 2536 0,'-25'0'0'0,"13"0"0"0,3 0 0 0,0 0 0 0,6 2 0 0,1-2 0 0,2 0 0 0,0 4 0 0,11 3 0 15,10 4 0-15,4 1 232 0,3 0-98 0,2 0-39 0,6 2-34 0,-1 1-377 0,3-2 176 0,-2-1 89 0,-2 3-276 16,-2-5 192-16,-2 3 81 0,0-4 46 0,-9 3-701 15,-2-3 353-15,-3 1 78 0,-7-3-87 16,-4 0 187-16,-3-1 89 0,-2 0 190 0,0 0-69 0,0 0-44 16,-5-1 10-16,0 1-35 0,-1-1 590 15,3 1-296-15,0 5 426 0,3-3-320 0,0-1-128 16,0 5-99-16,3-5 118 0,4 3-109 0,3-3-53 16,3 0-19-16,-2-1-9 0,1-2 113 15,2-3-70-15,1-1-39 0,-2 0-31 16,-2 0 9-16,0-1-9 0,-1-5-100 0,-5-3 50 0,0-2 24 15,-2-2-42-15,-3 3 43 0,0-5-9 0,-3 4 34 0,-7 1-96 16,-3 0 44 0,1 1-18-16,-3 6 29 0,2-1 3 0,1 2 7 0,3 2-22 15,0 0-287-15,2 0 140 0,0 0 71 0,0 12 34 0,1 3-873 16</inkml:trace>
  <inkml:trace contextRef="#ctx0" brushRef="#br0" timeOffset="53810.85">24743 2788 1787 0,'0'-5'0'0,"0"0"0"0,0 1 0 0,0-2 0 0,0 2 0 0,0 0 0 0,1 1 0 0,3 1 0 0,-4 0 0 0,0 0 0 0,0 2 104 0,0 0-37 0,0 0 89 0,0 0-57 0,0 0-29 16,0 0 101-16,2 0-54 0,-2 0-43 15,2 9 71-15,0 6-52 0,-1 0-26 16,1 3 10-16,0 6 131 0,0-2-84 0,-1 8-41 16,1 0-1-16,0 2 89 0,0 2-54 0,0-2-44 15,0 2-27-15,0 1-46 0,-2 0 0 0,0-5 0 16,0-4 0-16,0 4 0 0,0-8 0 0,0 7 0 15,0-9 0-15,0 0 0 0,0-6 0 0,0 0 0 16,-2-4 0-16,2 0 0 0,-2-5 0 0,2-2 0 16,0-2 0-16,0 1 0 15,0-2 0-15,0 0 0 0,0 0 0 0,0 0 0 16,0 0 0-16,0 0 0 0,0 0 0 0,0 0 0 16,0 0 0-16,0-2 0 0,0 1 0 0,0-2 0 15,0 2 0-15,0-1-165 0,0 2 39 0</inkml:trace>
  <inkml:trace contextRef="#ctx0" brushRef="#br0" timeOffset="75699.19">12085 15752 420 0,'-17'-3'0'0,"5"3"321"0,9 0-150 0,-1 0-76 0,2 0-37 0,0 0 281 0,-1 0-154 0,3 0-72 0</inkml:trace>
  <inkml:trace contextRef="#ctx0" brushRef="#br0" timeOffset="76614.88">12042 15752 3931 0,'7'0'0'0,"3"-3"0"0,1-1 0 0,-5 0 0 0,1 2 0 0,-1-1 0 0,0-2 0 0,-3 4 0 0,-1-1 0 0,2 0 0 0,-2 1 0 0,-1-2 0 0,1 1 0 0,2-2 0 0,-1 1 0 15,4-4 0-15,-2 2 0 0,4-2 0 0,-1 1 0 0,2 1 0 16,-1-1 0-16,0 1 0 0,1-1 0 0,-3 0 0 15,2 2 0-15,-1 2 0 0,0-3 0 16,1 1 0-16,0 0 0 0,1 1 0 0,-1-1 0 16,2 0 0-16,1 0 0 0,1 1 0 0,-2-1 0 15,4 1 0-15,-2 2 0 16,1-2 0-16,-2 0 0 0,2 1 0 0,-1 2 0 0,0 0 0 16,0 0 0-16,0 0 0 0,1 0 0 15,-1 0 0-15,2 0 0 0,-2 0 0 0,-1 0 0 16,4 5 0-16,-1-4 0 0,0 2 0 0,0 0 0 15,2-2 0-15,-1 2 0 0,2-1 0 0,-1-2 0 16,-1 1 0-16,4-1 0 0,0 0 0 0,-1 3 0 0,0-2 0 16,-1-1 0-16,3 4 0 15,0-4 0-15,1 4 0 0,-1-1 0 16,2-1 0-16,3 0 0 0,0 2 0 0,0-3 0 0,-1 3 0 16,7-3 0-16,-2 0 0 0,1-1 0 15,1 0 0-15,0 0 0 0,2 2 0 0,0-2 0 16,2 0 0-16,2 2 0 0,-1 0 0 0,0-2 0 15,1 2 0-15,0 0 0 0,-1 2 0 0,1-2 0 0,-1 1 0 16,1-1 0-16,0-2 0 0,-1 2 0 16,6 0 0-16,-1-2 0 0,-3 0 0 0,0 0 0 15,-2 0 0-15,13 0 0 16,-9 0 0-16,3 0 0 0,-2 0 0 0,0 2 0 16,-4-2 0-16,8 1 0 0,-2-1 0 0,0 2 0 0,2-2 0 15,1 0 0-15,-6 0 0 0,13 0 0 0,-1 0 0 16,2 0 0-16,1 0 0 0,0 0 0 15,-1-3 0-15,1-3 0 0,1 1 0 0,-1 1 0 16,-2-2 0-16,0 2 0 0,3 1 0 0,0 2 0 16,-1-3 0-16,1 3 0 0,-2 1 0 15,0 0 0-15,-1 0 0 0,1 0 0 0,-1 0 0 16,1 0 0-16,-1 0 0 0,3 0 0 16,3 0 0-16,6 0 0 0,-6 1 0 0,-7-1 0 0,12 4 0 15,-5-4 0-15,-6 1 0 0,13 0 0 0,-5 1 0 16,0-2 0-16,5 0 0 15,-1 0 0-15,-8 0 0 0,15 0 0 0,-9 0 0 16,1 0 0-16,-1 0 0 0,1 0 0 0,-8 0 0 0,19 0 0 16,-9 0 0-16,0-2 0 0,-3 1 0 15,2 0 0-15,-10-4 0 0,11 1 0 0,-12 0 0 16,4 1 0-16,-3-1 0 0,2 2 0 0,-1-1 0 0,-5 0 0 16,-1 2 0-1,-4-1 0-15,0-2 0 0,-10 1 0 0,5 2 0 0,-3-1 0 16,-3 1 0-16,-3-4 0 0,-2 3 0 0,-3-1 0 0,2 0 0 15,-4-3 0-15,1 0 0 0,-7 2 0 16,3-2 0-16,-4 1 0 0,-5 1 0 0,-2 0 0 0,-3 0 0 16,-2 1 0-16,-3 1 0 0,0 1 0 15,-2-2 0-15,0 1 0 0,-2 1 0 16,0 1 0-16,0 0 0 0,0 0 0 0,0 0 0 16,0 0 0-16,0 0 0 0,0 0 0 0,0 0 0 15,0 0 0-15,0 0 0 16,0 0 0-16,0-2 0 0,0 2 0 0,0-2 0 0,-2 0 0 15,0-1 0-15,-2 2 0 0,2-3 0 16,-3 3 0-16,1-3 0 0,-1 2 0 0,-4-2 0 0,4 3 0 0,-2-2 0 16,-4 3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22:05.5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7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1:22:47.643"/>
    </inkml:context>
  </inkml:definitions>
  <inkml:trace contextRef="#ctx0" brushRef="#br0">16576 1435 2708 0,'-4'0'-6'0,"4"0"2"0,0 0 0 0,0 0 1 0,0 0 2 0,0 0-1 0,0 0 1 0,0 0 0 16,0 3 0-16,0 7-1 0,0 1 228 0,2 4-94 0,3 2 143 0,4 0-109 15,0 8-70-15,-2-3 121 0,2 1-90 0,1 1-118 0,-1 2-9 16,-2-3 0-16,2 7 0 0,-2-1 0 16,0 2 0-16,-1-1 0 0,-3-2 0 0,1-2 0 15,1 7 0-15,-2-8 0 0,-1-4 0 0,0 1 0 0,0 1 0 16,0-3 0-16,-1-4 0 0,-1-3 0 0,2-1 0 15,-2-2 0-15,0-2 0 0,0-2 0 16,0-5 0-16,0 1-77 0,0-2-522 0,0 0 280 16,0 0 141-16,0 0 59 0,0-7-303 0,0-9 192 0,0-6 96 15,6-4 48-15</inkml:trace>
  <inkml:trace contextRef="#ctx0" brushRef="#br0" timeOffset="416.29">16848 1270 3931 0,'0'-3'0'0,"0"1"0"0,0 2 0 0,0 0 0 0,2-2 0 0,3 1 0 0,6-1 0 0,-1 0 0 0,5 2 0 0,1 0 0 0,3 0 0 16,-1 0 0-16,1 2 0 0,1 3 0 0,1 4 0 15,3 5 0-15,-3 0 0 0,-1-1 0 0,-1 3 0 16,2 5 0-16,-3 1 0 0,0 3 0 15,-2 4 0-15,0 1 0 0,-4 3 0 16,0 2 0-16,-4 9 0 0,-3-4 0 0,-3 6 0 0,-2-1 0 16,0 2 0-16,0-8 0 0,-4 11 0 0,-7-7 0 0,-2-2 0 15,-2 1 0-15,-2-6 0 0,-2-5 0 16,-3 6 0-16,-3-3 0 0,-1-2 0 0,1-5 0 0,-1-1 0 16,-3-2 0-16,6-4 0 0,-1-4 0 15,4-5 0-15,2-1 0 0,1-4 0 16,6-3 0-16,-1 1 0 0,3-4 0 0,4 2 0 0,3-2 0 0,-2 0 0 15,4 0 0-15,0 0 0 16,0-6 0-16,4-2-209 0,8-3 34 0,8-2-930 16,-4 0 524-16</inkml:trace>
  <inkml:trace contextRef="#ctx0" brushRef="#br0" timeOffset="2005.92">7184 5635 1298 0,'-14'-1'0'0,"-2"-1"0"0,2 0 0 0,3 0 0 0,-3-2 0 0,0 3 0 0,0-2 0 0,1-2 0 0,3 4 0 0,3-4 0 0,2 3 82 0,1 0 190 0,0 1-121 16,2-1-56-16,2 0 88 15,0 2-73-15,0 0-35 0,0 0 135 0,2-1-90 0,7 1-41 0,2 0 0 16,2 0 235-16,-1 0-138 16,0 0-59-16,2 0-43 0,-3 0 203 0,3 0-119 15,-2 3-97-15,3 0-61 0,-3-1 0 16,4 2 0-16,-2 0 0 0,2-2 0 0,1 2 0 0,-3 1 0 15,3-1 0-15,0 0 0 0,2 0 0 16,-1-1 0-16,-1 1 0 0,2 1 0 0,-2-1 0 16,2 2 0-16,2-4 0 0,-1 2 0 0,-3-2 0 0,2 1 0 15,-1-3 0-15,3 2 0 0,0-2 0 0,0 0 0 16,-1 0 0-16,1 0 0 16,-2 0 0-16,-1 0 0 0,3 0 0 0,-2 0 0 15,1 0 0-15,-1 0 0 0,0-2 0 0,0 1 0 16,1-1 0-16,1 0 0 0,0 1 0 0,-1-2 0 15,1 1 0-15,2 0 0 0,-3-2 0 0,3 2 0 16,3-1 0-16,-5-1 0 0,7 0 0 0,-2 1 0 0,-2 0 0 16,5 0 0-16,-3-1 0 15,-1 0 0-15,5 3 0 0,-2-1 0 0,0 1 0 0,1-2 0 0,-4 1 0 16,2 2 0 0,3 0 0-16,-2 0 0 0,2 0 0 0,2-1 0 15,-2 1 0-15,0 0 0 0,0 0 0 0,0-3 0 0,-2 3 0 16,1 0 0-16,-1 0 0 0,-2 0 0 0,4 0 0 15,-3 0 0-15,-3 0 0 0,2 0 0 16,0 0 0-16,-2 0 0 0,5 0 0 0,-4 0 0 0,0 0 0 16,0 0 0-16,1 0 0 15,-1 0 0-15,3-2 0 0,-1 0 0 16,-2 0 0-16,-2 2 0 0,0-1 0 0,0 1 0 0,-2 0 0 16,2 0 0-16,-3 0 0 0,-1 0 0 0,1 0 0 15,1 0 0-15,-3 0 0 0,3 1 0 16,0 1 0-16,-1 0 0 0,1 0 0 0,1 1 0 15,0-3 0-15,5 1 0 0,-3-1 0 0,1 0 0 16,-4 0 0-16,3 0 0 0,2 0 0 16,-3 0 0-16,3 0 0 0,-1 0 0 0,-1 0 0 0,-3 0 0 15,3 0 0-15,3 0 0 16,-6 0 0-16,6 0 0 0,-6 0 0 0,3 0 0 0,0 0 0 16,-1 0 0-16,2 0 0 0,-1 0 0 15,-1 0 0-15,2 0 0 0,-2 0 0 0,-2 0 0 16,2 0 0-16,-1 0 0 0,1 0 0 0,-2 0 0 15,-1 0 0-15,-1 0 0 0,2 0 0 0,-3 2 0 16,1 1 0-16,-1-2 0 0,1-1 0 16,1 2 0-16,-2-1 0 0,-1-1 0 0,-1 2 0 15,2 0 0-15,-4-2 0 0,2 2 0 0,-3-2 0 16,0 2 0-16,0-2 0 0,1 2 0 16,-3-1 0-16,0-1 0 0,1 3 0 0,-3-2 0 15,2 1 0-15,-1 0 0 0,-1-2 0 0,-2 2 0 0,0 0 0 16,1-2 0-16,-2 2 0 0,-1-2 0 0,-1 0 0 15,0 0 0-15,-1 0 0 0,0 0 0 0,-1 0 0 16,-2 0 0-16,0 0 0 0,0 0 0 16,0 0 0-16,0-6 0 0,0-3 0 0,-5-1 0 15,-2 1 0-15,-2 1-191 0,-7 5-306 16</inkml:trace>
  <inkml:trace contextRef="#ctx0" brushRef="#br0" timeOffset="4055.71">18604 1510 365 0,'-2'0'0'16,"2"0"0"-16</inkml:trace>
  <inkml:trace contextRef="#ctx0" brushRef="#br0" timeOffset="4175.13">18593 1506 3846 0,'0'0'0'0,"11"0"0"0,6 0 0 0,5-2 0 0,8-3 0 0,4 0 0 0,2-1 0 0,3 0 0 0,6 0 0 0,-3-1 0 15,-1 1 85-15,2 1-85 0,-1 0 0 0,-7 1 0 0,5 1 0 0,-3-1 0 16,-2 2 0-16,-5-1 0 0,-7 1 0 0,2 2 0 16,-4 0-137-16,-3 0 24 0,-4 0 72 0,-3 0-253 15,-4 0 146-15,-1 0 14 0,-4 0-439 0</inkml:trace>
  <inkml:trace contextRef="#ctx0" brushRef="#br0" timeOffset="4200.71">19310 1437 365 0,'0'0'0'0,"0"-6"0"0,-4-6 0 0</inkml:trace>
  <inkml:trace contextRef="#ctx0" brushRef="#br0" timeOffset="4263.38">19163 1164 365 0,'-12'-2'228'0</inkml:trace>
  <inkml:trace contextRef="#ctx0" brushRef="#br0" timeOffset="4389.22">19133 1155 3209 0,'0'2'0'0,"10"1"0"0,12 1 0 0,1 2 0 0,2 0 0 0,3 1 0 0,0 1 0 0,-4 1 0 16,9 0 0-16,-10 3 0 0,2-1 65 0,-8 2 0 0,0 0-119 0,-4 2 54 0,-2 3-9 0,-5 0 46 16,-4 0-1-16,-2 3-145 0,0 2 73 0,-4-5 46 0,-11 5-268 15,0-4 138 1,0-1 69-16,-4 0-475 0</inkml:trace>
  <inkml:trace contextRef="#ctx0" brushRef="#br0" timeOffset="4800.1">18942 1727 3931 0,'-30'11'0'0,"5"2"0"0,3-2 0 0,3-2 0 0,2 2 0 0,6-4 0 0,0 3 0 0,5-1 0 0,2-1 0 0,2-1 0 0,2 3 0 0,0 1 0 16,8 0 0-16,7 1 0 0,8 1 0 0,-3-1 0 0,1 0 0 0,5 3 0 15,-1-2 0-15,-3 0 0 0,-1 2 0 16,-4-4 0-16,-2 5 0 0,0-1 0 15,-4 0 0-15,-2 0 0 0,-2 2 0 0,-4-2 0 0,-1 1 0 16,-2-2 0-16,0 1 0 16,-2 1 0-16,-8-4 0 0,-1 2 0 0,-3-5 0 0,-2 2 0 15,-3-1 0-15,1-3 0 16,-1-2 0-16,-1 0 0 0,0-4 0 0,-1-1 0 0,3 0 0 16,-3 0 0-16,2 0 0 0,1-1 0 0,-1-6 0 15,4-1 0-15,0 0 0 0,6-4 0 0</inkml:trace>
  <inkml:trace contextRef="#ctx0" brushRef="#br0" timeOffset="4915">19399 1737 365 0</inkml:trace>
  <inkml:trace contextRef="#ctx0" brushRef="#br0" timeOffset="5025.8">19415 1742 3931 0,'6'0'0'0,"0"3"0"0,3-3 0 0,0 0 0 0,6 0 0 0,2 0 0 0,2 0 0 16,6 0 0-16,-7 0 0 0,10 0 0 0,-1 0 0 0,-1 1 0 0,0 1 0 0,-1 1 0 15,-3-1-186-15,2 2 60 0,-1-2-366 0,-2 2 229 0,-3 0 114 0,-2 0 56 0,-3 2-709 16,0-1 387-16,-5 2 189 0</inkml:trace>
  <inkml:trace contextRef="#ctx0" brushRef="#br0" timeOffset="5199.64">19607 1978 3079 0,'-19'11'0'0,"8"-4"0"0,-1 1 0 0,5-5 0 0,3 0 0 0,3 0 0 0,1-2 0 0,0 2 0 0,0 0 0 0,10 2 0 0,6 0 665 0,6-1-478 16,-1-1-187-16,5 1 0 0,-1 0 0 0,1-3 0 16,0 2 0-16,0-1 0 0,-5-1 0 0,4 2 0 15,-2-3 0 1,-2 1 0-16,0 2 0 0,-1-3 0 0,-2 0 0 0,-3 0 0 0,-2 0-218 15,-2 0-205-15</inkml:trace>
  <inkml:trace contextRef="#ctx0" brushRef="#br0" timeOffset="13628.64">20615 1482 2277 0,'0'-2'0'0,"-2"-2"0"0,2 1 0 0,-2 0 0 0,1 0 0 0,-1 0 0 0,0 3 0 0,2-1 0 0,-2-2 0 0,0 3 0 0,1-1 71 0,-1 1 0 16,-2 0 88-16,2 0-65 0,-4 0-30 15,-1 0 72-15,-1 5-50 0,-1 7-25 0,-1 0 9 0,1 3 32 16,-2 1-34-16,-1 4 1 0,1 4 131 15,0-2-82-15,3-2-32 0,-3 7-9 0,4-1 45 16,2 1-122-16,-2 3 0 0,5-3 0 0,2 0 0 16,0 3 0-16,0-2 0 0,0 0 0 15,4 0 0-15,6-3 0 0,1-3 0 0,6 3 0 16,0-2 0-16,2-3 0 0,-1-1 0 0,3-2 0 16,-4-2 0-16,3 0 0 0,-1-2 0 0,1-1 0 15,-4-1 0-15,0-1 0 0,-4 0 0 16,-1-3 0-16,-1-3 0 0,-2 2 0 0,-3-2 0 15,0 0 0-15,-3-3 0 0,0-1-244 16,0 2 89-16,-2-2 60 0,0 0 29 0,0 0-132 16,0 0 72-16,0 0 50 0,0 0-1 0,0 0-422 15,0 0 232-15,0-6 115 0,3-5-599 0</inkml:trace>
  <inkml:trace contextRef="#ctx0" brushRef="#br0" timeOffset="13981.12">21002 1469 3480 0,'-5'-5'0'0,"3"1"0"0,-1 3 0 0,-2 0 0 0,3-2 0 0,2 3 0 0,-2 0 0 0,2 0 0 0,-2 0 0 0,2 0 0 0,0 3 126 0,0 8 199 0,0 2-325 0,0 2 0 15,0 3 0-15,2 5 0 0,5 3 0 0,-2 2 0 16,-1 0 0-16,-1 4 0 0,1-1 0 0,-2 1 0 16,0 4 0-16,0-4 0 0,-1 5 0 0,1-5 0 15,-2-1 0-15,0-2 0 0,0 4 0 0,0-7 0 0,0-3 0 16,0 2 0-16,0-5 0 0,0-3 0 16,0-2 0-16,0-4 0 0,0-1 0 15,0-2 0-15,0-2 0 0,0-5 0 16,0 1 0-16,0-2 0 0,0 0 0 0,0 0 0 15,0 0 0-15,0 0 0 0,0 0 0 0,0 0 0 16,0 0 0-16,0 0-99 0,0 0 36 0,0 0-713 16,0 0 374-16,0-3 184 0</inkml:trace>
  <inkml:trace contextRef="#ctx0" brushRef="#br0" timeOffset="13998.16">21042 2071 358 0</inkml:trace>
  <inkml:trace contextRef="#ctx0" brushRef="#br0" timeOffset="14239.33">21222 1892 2188 0,'4'0'0'0,"-2"0"0"0,-1 0 0 0,1 0 0 0,0 0 0 0,1 0 0 0,-1 0 0 0,-1 3 0 0,1 5 0 0,0-1 0 0,2 4 704 0,-2 0-335 0,-1 5-166 15,1 0-84-15,-2 1 229 0,0 1-348 0,0 3 0 16,0-2 0-16,0 2 0 0,-3-1 0 16,-1 0 0-16,-2-2 0 0,0-1 0 0,1 0 0 0,-3-2 0 15,3-1 0-15,1-5 0 0,-1-1 0 0,-2-2 0 16,4-2 0-16,-3 0 0 15,3-4 0-15,-1 0 0 0,0 0 0 0,1 0 0 16,3-2 0-16,0-9-378 0,0-2-34 0,0-6 193 16,1-3 92-16,7-3-665 0,4-1 378 0,0-4 189 0</inkml:trace>
  <inkml:trace contextRef="#ctx0" brushRef="#br0" timeOffset="14754.8">21525 1718 2354 0,'3'-6'0'0,"-1"1"0"0,0-1 0 0,-2-1 0 0,0 1 0 0,0-1 0 0,0-1 0 0,2 0 0 0,0-1 0 0,1-1 0 16,5-1 172-16,0 2 235 0,3-2-186 0,1 1-92 0,0 0-47 0,1 0 196 0,3 1-126 16,-2 2-58-16,2-2-52 15,-2 2-42-15,2 3 0 0,-2-1 0 0,2 2 0 0,-2 1 0 0,0 1 0 16,1 1 0-16,-2 0 0 0,2 0 0 15,0 0 0-15,-2 7 0 0,1 3 0 16,-1-1 0-16,-3 5 0 0,1 0 0 0,-2 3 0 16,-4 0 0-16,0 3 0 0,-3 1 0 0,0 4 0 15,-2-2 0-15,0 4 0 0,-5 0 0 0,-6-1 0 16,-5 2 0-16,0-2 0 0,-5-1 0 0,1 2 0 16,-5-3 0-16,2-1 0 0,-1-2 0 0,-1-5 0 15,9-3 0-15,-3-2 0 0,1-1 0 0,2-3 0 16,3-1 0-16,1-3 0 15,1-3 0-15,4 2 0 0,2-2 0 0,-2 0 0 16,5 0 0-16,1 0 0 0,1 0 0 0,-2 0 0 16,2 0 0-16,0 0 0 0,0 0 0 0,3 0 0 15,9 0 0-15,1 0 0 0,1 0 0 0,0 0 0 16,2 0 0-16,0 0 0 0,3 0 0 0,0 0 0 16,0 0 0-16,0 0 0 0,-1 0 0 0,1 0 0 15,-1 0 0-15,0 2 0 16,-2 0 0-16,0 1 0 0,-4-2 0 0,0 0 0 0,1-1 0 15,-4 0 0-15,1 3 0 0,-3-3 0 16,-1 0 0-16,-1 0 0 0,-1 0 0 0,1 0 0 16,-2 0-106-16,-1 0-22 0,2 0 53 0,-2 0-868 15,3-3 458-15,0 2 225 0,4-5 111 0,-2-3-599 0</inkml:trace>
  <inkml:trace contextRef="#ctx0" brushRef="#br0" timeOffset="14989.96">22056 1933 2390 0,'5'-1'0'0,"2"-1"0"0,-4 0 0 0,1 0 0 0,-2 1 0 0,0 1 0 0,0 0 0 0,-1 0 0 0,3 0 0 0,0 0 0 0,-1 0 189 16,2 0-76-16,-1 7 563 0,-3 0-319 0,1 3-153 15,0 1-202-15,-2 0-2 0,0 1 0 0,0 3 0 16,0-3 0-16,-5 4 0 0,-2-1 0 0,0-1 0 16,0 1 0-16,-3-3 0 0,0 2 0 0,1-3 0 15,0-2 0-15,2 0 0 16,-1-3 0-16,0 0 0 0,1-5 0 0,2 3 0 15,-2-4 0-15,2 0 0 0,-1 0 0 0,3 0 0 16,-3 0 0-16,4 0-403 0,2-4 63 0,0-7 152 16,0 0 76-16,0-4-566 0,10-1 321 0,0-2 152 0</inkml:trace>
  <inkml:trace contextRef="#ctx0" brushRef="#br0" timeOffset="15537.28">22539 1625 2817 0,'-2'-10'0'0,"-5"4"0"0,0 1 0 0,0 1 0 0,4 0 0 0,-1 0 0 0,2 1 0 0,2 1 0 0,0-2 0 0,0-1 0 0,0-2 181 0,7 2-64 15,4-1-45-15,7 1-1 0,-4-3 134 16,5 2-85-16,2 0-43 0,-2 4 73 0,1-1-62 15,1-1-55-15,-1 3-33 0,0 1 0 0,-1 0 0 16,-3 0 0-16,2 0 0 0,-6 5 0 0,2 3 0 16,-3 1 0-16,-2 4 0 0,-4 1 0 0,2 1 0 0,-5-2 0 15,-2 4 0-15,0 1 0 0,0 3 0 0,-9-2 0 16,-3-2 0-16,-4 1 0 0,-2 1 0 16,4-5 0-16,-2 0 0 0,-1-2 0 0,0-2 0 0,2-4 0 15,2-1 0 1,2 2 0-16,1-4 0 0,3-3 0 0,-1 2 0 15,5-2 0-15,1 0 0 0,-1 0 0 0,3 0 0 16,0 0 0-16,0 0 0 0,0 0 0 0,3 0 0 0,10 0 0 16,1 0 0-16,2 0 0 0,3 0 0 15,-1 0 0-15,3 0 0 0,-1 6 0 0,-1 0 0 16,2 1 0-16,-3 3 0 0,-2-1 0 0,-2 2 0 16,0 3 0-16,-3-1 0 15,-2-1 0-15,-2 0 0 0,-6 3 0 0,1-1 0 0,-2 1 0 16,0 0 0-16,-10 2 0 0,-4-5 0 15,-2 3 0-15,-2-5 0 0,-7 1 0 0,6-5 0 16,-6-1 0-16,4 0 0 0,-2-4 0 0,0-1 0 16,1 0 0-16,3 0 0 0,1 0 0 0,-1-1 0 15,3-8 0-15,4 2 0 0,2-4-153 16,0-1 31-16,5 1 54 0,1-2-372 0,4-4 202 0,0-2 102 16,0-3 50-16,9 3 17 0,9-7-712 0</inkml:trace>
  <inkml:trace contextRef="#ctx0" brushRef="#br0" timeOffset="15843.63">22918 1510 2975 0,'9'-7'0'0,"3"1"0"0,-1 3 0 0,1-3 0 0,-1 2 0 0,2 0 0 0,2 2 0 0,1 0 0 0,2 2 0 0,1 0 0 0,1 0 196 0,-1 0 426 0,2 9-484 0,3 1-138 0,-3 1 0 16,0 2 0-16,0 3 0 0,0 4 0 0,-1 1 0 15,-2 1 0-15,-1 0 0 0,0 4 0 16,-6 1 0-16,0 1 0 0,-3 1 0 0,0 0 0 0,-6 1 0 0,0-3 0 16,-2 6 0-1,0-4 0-15,-6 1 0 0,-6-3 0 0,-2 1 0 0,-2-2 0 16,0-5 0-16,-3 3 0 0,-2-3 0 0,2-5 0 16,0-2 0-16,1-1 0 0,-1-4 0 15,0 2 0-15,2-3 0 0,0-4 0 16,2-1 0-16,4 1 0 0,0 0 0 0,2-3-123 0,0 2 12 15,2-3 46-15,3 0 16 0,1 0-884 16,1 0 453-16,2 0 222 0</inkml:trace>
  <inkml:trace contextRef="#ctx0" brushRef="#br0" timeOffset="16037.48">23541 2175 3931 0,'0'0'0'0,"0"3"0"0,5 1 0 0,-3 0 0 0,0-2 0 0,-1 0 0 0,1-1 0 0,-2 1 0 0,0-2 0 0,2 2 0 0,-2-2 0 0,0 0 0 0,0 0 0 16,0 0 0-16,0 0 0 0,2 0 0 0,-2 0-547 16,0 0 134-16</inkml:trace>
  <inkml:trace contextRef="#ctx0" brushRef="#br0" timeOffset="24474.27">19721 2916 1720 0,'-18'0'0'0,"1"0"0"0,4 3 0 0,-1-3 0 0,5 0 0 0,4 0 0 0,-1 0 0 0,3 0 0 0,1 0 0 0,2 0 0 0,0 0 132 0,0 0 128 15,7 0-112-15,6-3-55 0,6-1-28 0,-1 1 82 16,3-1-60-16,0 2-25 0,-3 0 0 0,1 2 65 16,-1 0-36-16,-2 0-9 0,0 6-45 0,-4 3 109 15,-1 2-55-15,-1 1-26 0,-1 4 8 0,-3 2 8 16,-1 7 0-16,-1-2 17 0,-2 6-31 0,-2 1 0 15,0-3-21-15,0 5-43 0,-4 1-3 0,-5-2 0 16,0 0 0-16,-3-3 0 0,1 0 0 0,-2-4 0 16,0-1 0-16,-2 0 0 0,0-3 0 0,2-4 0 15,-3 0 0-15,0-3 0 16,-1-3 0-16,0-5 0 0,0-3 0 0,1-2 0 16,0 0 0-16,2 0 0 0,-2-7 0 0,3-10 0 15,0-6 0-15,2-3 0 0,3-4 0 0,2 0-46 16,2-1 9-16,2 2-90 0,2 7 50 0,0-3 10 15,0 4 170-15,0 4-69 0,4 6-32 0,3 2-11 16,2 2 161-16,0 2-83 0,3 1-66 0,2 4-3 16,2 0 0-16,2 0 0 0,5 10 0 0,-1 3 0 15,2 4 0-15,1 3 0 0,-1 1 0 16,1 0 0-16,-3-1 0 0,-1 3 0 16,0-6 0-16,2 6 0 0,-5-8 0 0,1 6 0 15,-3-6 0-15,2-1 0 0,-4 2 0 0,0-4 0 16,-5 2 0-16,0-4 0 0,-1-1 0 0,-2-3-270 15,-3-1-55-15,3-2 148 0,-3-1-549 0,-1-2 344 16,4 0 173-16,0-2 86 0,-2-12-531 16</inkml:trace>
  <inkml:trace contextRef="#ctx0" brushRef="#br0" timeOffset="24651.14">20016 2957 3229 0,'0'-1'0'16,"0"0"0"-16,0-2 0 0,2 1 0 0,5 1 0 0,7-3 0 0,3 2 0 0,4-2 0 0,3 0 0 0,3 2 0 0,-2 0 146 0,2 1-55 0,-5 1 7 0,8 0-35 0,-5 0 0 16,0 0-26-16,-5 0-297 0,1 0 149 15,0 1 83-15,-3 1-576 0,-3 2 321 16,-4-2 160-16,-2 2 80 0,0-2-748 0,-4-1 369 0,-3-1 196 16,-2 0-210-16</inkml:trace>
  <inkml:trace contextRef="#ctx0" brushRef="#br0" timeOffset="24965.65">20236 2704 1986 0,'-13'-11'0'0,"1"1"0"0,1 5 0 0,2 1 0 0,3 2 0 0,2 2 0 0,3 0 0 0,1 15 0 0,0 8 0 0,1 4 0 0,13 6 261 0,1 6-112 0,0 5-56 0,0 2 270 16,0 5-168-16,-2-1-79 0,-2 1-40 0,1 0 58 15,-5-4-49-15,0-8-15 0,0 11-9 0,-4-15-81 16,1 3 28-16,-2-4 1 0,-2-1 27 0,0-6-96 0,0 3 43 15,0-10 27-15,-7-1 0 0,-4-6-40 0,2-2 33 16,-3-5-3-16,-2-3-5 0,-1-3-24 16,-2 0 40-16,1-1 40 0,-4-10 0 0,1-4-45 15,1-6 2-15,1 2 36 0,2 3 1 16,2-3-19-16,2 2-9 0,3 3 75 0,0 2-37 16,3 0-34-16,3 3-21 0,0 2 0 0,2-2 0 0,0 3 0 15,0-2 0-15,2 0 0 0,5 1 0 16,5 0-363-16,1-4 118 0,4 2 102 15,3-4 68-15,3 2-625 0,1-4 331 0,5-2 166 16,3-3 74-16</inkml:trace>
  <inkml:trace contextRef="#ctx0" brushRef="#br0" timeOffset="25256.81">20806 2719 1491 0,'1'-2'0'0,"-1"2"0"0,0 0 0 0,-11 0 0 0,-2 0 0 0,-5 10 0 0,2 1 0 0,-3 6 0 0,1 0 0 0,-3 1 0 0,0 2 37 0,1 3 0 0,-3 3-520 16,2-4 226-16,-4 0 113 0,-1-1 49 0,1 0-92 15,-4-2 75-15,5-3 37 0,-1-1 1 16,6-4 202-16,1 1-92 0,0-3 434 0,7-4-247 0,4 0-135 16,4-4-59-16,-2 2 515 0,5-2-229 0,0-1-144 15,10 3-67-15,6-3 52 16,11 0-60-16,3 0-29 0,4 0 9 0,1 0 116 15,5-3-77-15,-2-1-39 0,-1 1-64 0,-2-1 25 16,-6 3 10-16,6-4-11 0,-8 1-366 0,1 3 184 16,-7-3 91-16,2 2-538 0,-5 0 260 0,-3 1 162 15,-4-2 13-15,-2 1-362 0,0 1 242 0</inkml:trace>
  <inkml:trace contextRef="#ctx0" brushRef="#br0" timeOffset="25447.73">20764 2859 2042 0,'-15'0'0'0,"1"0"0"0,5 0 0 0,0 0 0 0,1 1 0 15,1 10 0-15,3 2 0 0,4 6 0 0,0 3 0 0,0 5 0 0,0 1 161 0,4 6-62 0,1 0 351 0,3-1-207 16,-2 3 52-16,-1 0-134 0,-1 1-62 0,0-3-31 0,-1 0-212 16,1-2 90-16,-1-6 55 0,0 7-9 15,-1-6-398-15,0 0 222 0,-2-5 110 16,0-2 56-16,0-6-275 0,0-2 63 0,0-7 112 15,0-1-455-15</inkml:trace>
  <inkml:trace contextRef="#ctx0" brushRef="#br0" timeOffset="25697.41">20735 3335 1150 0,'-5'-26'0'0,"0"-6"0"16,-1 11 0-16,-1 0 0 0,-1 5 0 0,2 4 0 0,1 3 0 0,-3 4 0 0,0-1 0 0,1 6 0 0,-2 0 186 0,-2 0-75 0,-3 6 196 0,1 4-139 0,-2 4-66 15,0-1-33-15,-4 6 34 16,3-5-33-16,-2 1 9 0,3 1-42 0,0-3-227 15,4-1 113-15,3-3 57 0,1-3 29 0,5-3-362 16,0-1 191-16,2-2 47 0,0 0-145 0,4-8 65 16,13-9 85-16,-2 4-165 0,6-4 124 0,0-1 57 15,-7 5 28-15,5-1 65 16,-2 5 1-16,0 0-47 0,-2 1 10 0,-2 4 222 0,-2 0-111 0,2 2-56 31,-3 1-27-31,-1 1 279 0,0 0-143 0,1 0-22 0,0 0 12 0,-1 0-5 0,3 0-43 0,-2 0-233 16,3 1 95-16,3-1 64 15</inkml:trace>
  <inkml:trace contextRef="#ctx0" brushRef="#br0" timeOffset="26141.51">21190 2785 2175 0,'4'-18'0'0,"-2"4"0"0,-2 3 0 0,0 2 0 0,0 4 0 0,-8 4 0 0,-4 1 0 0,-6 0 0 0,-3 10 0 0,1 2 0 0,-1 3 151 0,2 2-56 0,5-4-21 0,-4 3 5 16,6 0-1-16,1-3-41 0,4-3 0 0,4 1-35 16,1-2 45-16,2-1-10 0,0-1-1 0,3 1-97 15,11-2 49-15,-1-3 24 0,2 1-74 0,4 0 45 16,-2-1 8-16,-1 4-60 0,2-2 29 0,-4 1 26 16,-2 3-9-16,-1 2 75 0,-4 3-10 0,-2 2-41 15,-2 3-10 1,-3 5 84-16,0 1-32 0,0 5 0 0,0-1-20 0,-8 3 204 15,3-1-86-15,-1-1-56 0,1-3 151 0,1 4-105 16,2-8-47-16,1-1 66 0,-1-1-96 0,2 0-54 16,0-4 0-16,0-3 0 15,0-2 0-15,0-4 0 0,0 2 0 0,-3-2 0 16,1-2 0-16,-2-2 0 0,-3-1 0 0,-2 0 0 16,-3-2-19-16,1-1-11 0,-1 0-14 0,-4 0-248 15,0-1 104-15,-3-5 85 0,-1-7-70 0,0-2 68 16,5 3 25-16,-3-1 72 0,-1 0 0 0,3 1-29 15,3 3 0-15,2 3 249 0,1 0-134 0,1 2-52 16,2 2-22-16,1 2 174 0,0 0-72 0,1 0-57 16,1 2 21-16,0 12 144 0,1-3-58 15,3 3-314-15,0-1 104 0,0 2 45 16,0-3 10-16,5 4-787 0,9-5 378 0,6-1 198 0</inkml:trace>
  <inkml:trace contextRef="#ctx0" brushRef="#br0" timeOffset="26308.79">21256 3296 2932 0,'0'0'0'0,"0"0"0"0,0 0 0 16,0 0 0-16,0 2 0 0,0 3 0 0,2 3 0 0,-1-3 0 0,1 3 0 0,0 2 0 0,1 1 85 0,-1 0-26 0,0-1 65 0,3 0-48 0,-1-1-490 15,1 1 225-15,1-5 113 0,2 1 56 0,1-1-669 16,2-5 350-16</inkml:trace>
  <inkml:trace contextRef="#ctx0" brushRef="#br0" timeOffset="26480.33">21454 2978 2546 0,'0'-5'0'0,"5"-2"0"0,2 1 0 0,9-2 0 0,0 1 0 0,7-1 0 0,3 1 0 0,3-3 0 15,-2 2 0-15,3-1 0 0,2 2 204 0,1 1-84 0,-1-1-42 0,1 2-131 0,-1 1 40 0,-2-1 25 16,1 4-1-16,-10-1-527 0,2 2 276 16,-4 0 147-16</inkml:trace>
  <inkml:trace contextRef="#ctx0" brushRef="#br0" timeOffset="26887.23">21619 3155 1821 0,'-13'7'0'0,"1"1"0"0,5-2 0 0,5-4 0 0,2 4 0 0,0-2 0 0,0 2 0 0,11 2 0 0,1 2 0 0,0-1 0 0,-1 4 66 0,1 2-1 0,-3 2 28 16,-1 1-33-16,-3-1 0 0,-2 3-24 0,-1 2-26 15,-2-3 10-15,0 1 16 0,0-3-1 0,0-2-77 16,0-5 39-16,-5-3-1 0,3-1-104 0,0-4 66 16,2-2 9-16,-1 0-118 0,1-2 62 0,0-11 44 15,0-8 0-15,3-6-96 0,5 0 44 0,2-6 36 16,-1-8-6-16,1 4-113 15,1-3 63-15,-1-12 45 0,2-3 0 0,-1-9-28 16,0 3 33-16,1-4 65 0,-3 13-8 0,0 1-26 16,-4 16 0-16,-1 9 491 0,-3-1-235 0,1 15-124 15,0 0-45-15,-2 6 342 0,0 4-145 0,0 2-112 16,0 0-9-16,0 23 321 0,0 4-197 0,0 15-112 16,4 7-52-16,1 15 230 0,2-1-140 0,3 7-73 15,0-10-104-15,4 19 0 0,0-13 0 16,2-3 0-16,1-10 0 0,3 4 0 15,0-6 0-15,1-5 0 0,-2 0 0 0,-1-9 0 16,-1-5 0-16,-2-3 0 0,-3-6 0 0,-1-2 0 16,-4-10 0-16,-2-2-247 0,-1-3-140 0,-1-6-330 15,-1 0 332-15,-2-2 179 0,0-17 85 0,0-7-358 16</inkml:trace>
  <inkml:trace contextRef="#ctx0" brushRef="#br0" timeOffset="27026.25">22003 2628 3009 0,'0'-16'0'0,"0"9"0"0,0 3 0 0,0 4 0 0,0 0 0 0,0 0 0 0,0 0 0 0,0 0 0 0,5 5 0 0,0 6 0 0,4 0 191 0,0 7-81 0,1-1-38 0,3 7-117 16,-4 2 40-16,3 3 0 0,-3 4-658 0,2 9 345 16</inkml:trace>
  <inkml:trace contextRef="#ctx0" brushRef="#br0" timeOffset="27201.55">22475 3238 3931 0,'0'0'0'0,"0"-3"0"0,0 3 0 0,0 0 0 0,0 0 0 0,0 0 0 0,0 0 0 0,0 0 0 0,0 0 0 0,0 0 0 0,0 0 0 16,0 0 0-16,0 0 0 0,2 0 0 0,2 0-45 15,1 0 34-15,-1 0-1206 0</inkml:trace>
  <inkml:trace contextRef="#ctx0" brushRef="#br0" timeOffset="27391.59">22473 3588 3931 0,'0'4'0'0,"0"4"0"0,0-5 0 0,0 1 0 0,0 1 0 0,0 0 0 0,0 1 0 0,0 1 0 0,2-2 0 0,4 2 0 0,-1-3 0 0,2 4 0 0,2-4 0 16,-2 1-261-16,2 1-63 0,5-2 176 0</inkml:trace>
  <inkml:trace contextRef="#ctx0" brushRef="#br0" timeOffset="28208.95">23217 3324 2258 0,'-12'0'0'0,"3"0"0"0,0 0 0 0,2 0 0 0,3 0 0 0,-1 0 0 0,4-3 0 0,1 1 0 0,0 2 0 0,0 0 0 0,1-3 99 16,17 1-31-16,8-1 254 0,2-1-143 0,6-2-61 0,9-1-46 15,-1 3 291 1,-1 3-163-16,7-1-82 0,1-1-41 0,6 0-20 15,0 0-57-15,10 3 0 0,-6 0 0 0,1 0 0 0,2 0 0 0,-7 3 0 16,19 5 0-16,-6-4 0 0,5 1 0 16,4 0 0-16,0-1 0 0,-9 0 0 0,13-1 0 15,-6 2 0-15,-8-3 0 0,-10 1 0 0,3 1 0 16,-5-4 0-16,-3 0 0 0,-10 0 0 0,-5 0 0 16,-6 0 0-16,-7 0 0 0,-6 0 0 0,-6 0 0 15,-1 0 0-15,-8 0 0 0,-1 0 0 0,-2 0 0 16,0 0 0-16,-2-4 0 0,-9-1 0 15,-2-1-320-15,-2 0 130 0,-2 0-849 0,-4 1 492 16</inkml:trace>
  <inkml:trace contextRef="#ctx0" brushRef="#br0" timeOffset="29045.43">23401 2824 1208 0,'-5'-4'0'0,"-2"1"0"0,2-1 0 0,1-1 0 0,-1 0 0 0,-1-2 0 0,1 1 0 0,0 1 0 0,2-2 0 0,-1 1 0 0,2-2 130 0,-2 1-47 15,3-1-23-15,1 1 51 0,-2-2-28 16,0 3-10-16,2-2 113 0,0 1-74 0,0-3-39 16,0 3 1-16,0-2 132 0,0-3-89 0,4 1-40 15,4 1-1-15,6-2 100 0,-1-2-70 0,3 3-25 16,0 0 104-16,0-1-74 0,-2 5-37 0,0-1 55 15,-1 5-46-15,-1 1-14 0,3 0-9 0,-1 2 13 16,1 0-37-16,1 0 0 0,2 4 1 0,-4 5-31 16,4 2-6-16,-4 2 0 0,4 2 0 0,-3 3 0 15,-2-2 0-15,-2 3 0 0,1 0 0 0,-3-1 0 16,-4 1 0-16,1 2 0 0,-5-2 0 0,1 2 0 16,-2-4 0-16,0 3 0 15,0 0 0-15,-9-1 0 0,-2 1 0 0,-4-4 0 16,-3 3 0-16,-2-4 0 0,-1 1 0 0,1-5 0 15,-2-1 0-15,1-1 0 0,-6-1 0 0,7-2 0 16,-3 0 0-16,1-3 0 0,3 1 0 0,0-4 0 16,3 2 0-16,0-2 0 0,4 0 0 0,2 0 0 15,2 0 0-15,3 0-141 0,1 0 4 0,2 0 50 16,2 0 23-16,0-2-329 0,0-4 179 0,13-1 79 16,10-7-568-16,5 2 333 0,9-6 167 0,3 0-426 15</inkml:trace>
  <inkml:trace contextRef="#ctx0" brushRef="#br0" timeOffset="29323.86">23996 2621 1794 0,'2'-11'0'0,"-2"2"0"0,0-1 0 0,0 1 0 0,-5 0 0 0,-5 2 0 0,0 1 0 0,-1 1 0 0,-1 1 0 0,-2 4 0 0,0-3 79 0,-4 3 89 0,0 0-56 0,-1 7-43 16,-4 7 173-16,3 1-103 0,-1 3-51 0,2 6-26 15,4-6 214-15,-2 10-124 0,4-2-58 0,6-1 259 16,1 1-159-16,6 0-85 0,0-2-109 0,0 5 0 16,1-3 0-16,9-2 0 15,3 1 0-15,3-3 0 0,-1-2 0 0,7 1 0 0,-1-3 0 16,1-3 0-16,-1 0 0 0,2-4 0 0,-5-1 0 16,3-3 0-16,0-3 0 0,-5 0 0 0,1-3-123 0,0-1-49 15,-2 0 77-15,0 0-610 16,0 0 334-16,-2-5 167 0,3-4 84 0,0-3-553 15,3-2 309-15</inkml:trace>
  <inkml:trace contextRef="#ctx0" brushRef="#br0" timeOffset="29509.04">24148 2798 2857 0,'-7'0'0'0,"0"0"0"0,2 0 0 0,2 0 0 0,1 0 0 0,2 0 0 0,0-2 0 0,0 2 0 0,3 0 0 0,13 0 0 0,0 0 228 0,2 0-96 15,1 0-39-15,1 0 135 0,1-2-96 0,2 2-48 16,-3 0-23-16,2 0-234 0,-1 0 113 0,-1 0 44 16,0 0-517-16,-1 0 284 0,-2 4 143 0,1-3-329 15,-1 2 226-15,0-3-15 0,2 0 98 0</inkml:trace>
  <inkml:trace contextRef="#ctx0" brushRef="#br0" timeOffset="29867.46">24734 2516 2507 0,'-2'3'0'0,"2"-2"0"0,-1 0 0 0,-1 3 0 0,2-4 0 0,0 0 0 0,0 1 0 0,0-1 0 0,0 0 0 15,0 0 0-15,0 4 207 0,0-1-85 0,0 5-34 0,0-1-8 0,0 2 224 16,0 5-134-16,2 1-67 0,-2 1-33 0,0 5 210 15,0 0-280-15,0 3 0 0,0 3 0 0,0 1 0 16,-2 0 0-16,0 2 0 0,-2-2 0 16,3 2 0-16,-3 2 0 0,0-4 0 0,3 3 0 15,0-6 0-15,-1 4 0 0,0-2 0 0,2-6 0 16,0 3 0-16,-2-4 0 0,2-3 0 0,-2 1 0 16,2-5 0-16,0-4 0 0,0 2 0 0,-2-4 0 15,2-1 0-15,0-4 0 0,0 0 0 0,0-2 0 16,0 0 0-16,0 0 0 0,0 0 0 0,0 0 0 15,0 0 0-15,0 0 0 0,-1 0 0 0,-1 0 0 16,-2 0 0-16,2 0-52 16,1 0-27-16,-1 0-671 0,-3-2 356 15,3 2 180-15,-1 0 79 0</inkml:trace>
  <inkml:trace contextRef="#ctx0" brushRef="#br0" timeOffset="30523.86">24126 3572 2490 0,'-2'-4'0'0,"0"3"0"0,0-2 0 0,2 1 0 16,-2 2 0-16,2-1 0 0,0 1 0 0,-2 0 0 0,2 0 0 0,0 0 0 0,0 0 156 0,0 0-60 0,0 0-30 0,0 0 209 0,0 0-111 0,0 6-69 0,0 3-29 16,0 0 215-16,0 4-122 0,0 2-76 0,0 0-83 15,2 3 0-15,0 2 0 0,0 2 0 0,0 3 0 16,0 0 0-16,-2-3 0 0,1 7 0 0,1-2 0 15,-2-1 0-15,0 2 0 0,3 0 0 16,-3-3 0-16,0 8 0 0,0-4 0 16,0 2 0-16,0-4 0 0,0-1 0 0,0 7 0 15,-3-5 0-15,1-2 0 0,1 0 0 16,1-5 0-16,-2 1 0 0,2-1 0 0,0-3 0 16,0 0 0-16,0-4 0 0,0-3 0 0,0 1 0 0,0-4 0 15,0 0 0-15,0-3 0 0,0-1 0 16,0-2 0-16,0 0 0 0,0-2 0 0,0 0 0 0,0 0 0 15,0 0 0-15,0 0 0 0,0 0 0 16,0 0 0-16,0 0 0 0,0 0 0 16,0 0 0-16,0 0 0 0,0 0 0 0,0 0 0 15,0 0 0-15,0 0 0 0,-2 0 0 0,2-2 0 16,0-2 0-16,0-6-330 0,0 1-117 16,0-7 205-16</inkml:trace>
  <inkml:trace contextRef="#ctx0" brushRef="#br0" timeOffset="31036.27">25343 3168 2485 0,'-3'0'0'0,"1"0"0"0,0-1 0 0,2 1 0 0,0 0 0 0,0 0 0 0,0 0 0 0,5-3 0 0,10 3 0 0,2 0 0 0,3 0 483 0,1 0-215 16,7 0-120-16,-3 0 130 0,0 0-122 16,-5 0-59-16,3 0-81 0,-1 0-17 0,-1 0-10 15,-1 0 23-15,-1 0-139 0,1 0 82 0,-2 0 41 0,-1 0 8 16,-4 3-461-16,0-3 204 0,-3 0 137 0,-1 1 69 16,-2-1-720-16,-1 4 357 0,-2-2 191 0</inkml:trace>
  <inkml:trace contextRef="#ctx0" brushRef="#br0" timeOffset="31266.29">25495 3442 2659 0,'-7'8'0'0,"1"1"0"0,2-2 0 0,1-1 0 0,3 0 0 0,0-2 0 0,0 1 0 0,3-1 0 0,9 0 0 0,3-1 0 0,5 0 114 0,5 0-39 0,-3-3 394 0,6 2-221 16,-3-2-105-16,1 0 80 0,-5 0-223 15,1 0 0-15,-1 0 0 16,-2 0 0-16,-1 0 0 0,-2 0 0 0,-3 0 0 0,-4 1-61 16,3-1 15-16,-6 4 36 0,0-3-581 0,0-1 252 15,-2 1 168-15,-2-1-6 0,0 3-241 0,0-3 195 16,0 0 93-16,1 0-530 0</inkml:trace>
  <inkml:trace contextRef="#ctx0" brushRef="#br0" timeOffset="31685.59">26198 3335 2773 0,'0'-4'0'0,"0"1"0"0,0 3 0 0,-2-4 0 0,0 1 0 0,2 1 0 0,0 2 0 0,0-3 0 0,0 1 0 0,0 1 0 0,0-1 184 16,2 0-78-16,3 0 234 0,7 0-153 0,-2 0-75 0,3 2-38 0,3 0 81 16,3-2-155-16,0 2 0 0,8 0 0 0,-2 0 0 15,3 0 0-15,5 0 0 0,2-2 0 0,8 2 0 16,-3 0 0-16,8-1 0 16,1-1 0-16,4 0 0 0,3 1 0 0,10-2 0 15,-5 2 0-15,4-4 0 0,0 5 0 0,-5-6 0 16,16 5 0-16,-5-1 0 0,-3 0 0 0,-1 0 0 0,-14 2 0 15,5 0 0-15,-7 0 0 16,-4 0 0-16,-8 0 0 0,-1-2 0 0,-7 2 0 16,-1 0 0-16,-11-1 0 0,1-1 0 0,-6 2 0 15,-2-3 0-15,-6 2 0 0,-3 1 0 0,-1 0 0 16,-2-2 0-16,0-2 0 0,0-2 0 0,-4 2 0 16,-6 0 0-16,-3 0 0 0,1 0 0 0,-6 2-74 15,0-2-827-15,-6 3 423 0,-8-2 225 0,-6 3 109 16</inkml:trace>
  <inkml:trace contextRef="#ctx0" brushRef="#br0" timeOffset="32075.45">26190 2598 2609 0,'0'-10'0'0,"0"6"0"15,0 2 0-15,0 1 0 0,0-2 0 0,0 1 0 0,4 2 0 0,7 0 0 0,2 0 0 0,4 8 0 0,1 1 437 0,4 4-201 0,-3 1-91 0,7 3-58 0,-6-3 81 0,3 3-66 16,-2 1-33-16,-3-2-9 0,-1-1-42 0,0 1-18 16,-2 2-178-16,-5-2 64 0,1-5 75 15,-3 1 37-15,-3-3-528 0,-1 1 256 0,-2-2 150 0,1-2-15 16,-1-3-579-16,-2-1 341 15,0-2 162-15,2 0 94 0</inkml:trace>
  <inkml:trace contextRef="#ctx0" brushRef="#br0" timeOffset="32341.02">26687 2420 3305 0,'0'5'0'0,"0"2"0"0,-3 0 0 0,-5 5 0 0,-1 1 0 0,-2 4 0 0,-2 5 0 0,2 5 0 0,-1 3 0 0,-1 1 0 0,-2 10 325 0,2-5-136 0,-4 12-81 0,1-5-104 16,1 1-4-16,0 2 0 15,3 1 0-15,-1-6 0 0,0 6 0 0,-1-6 0 0,5-5 0 0,-2 1 0 16,1-3 0-16,2-7 0 16,1 2 0-16,0-5 0 0,1-2 0 0,0-3 0 15,2-3 0-15,1-4 0 0,-1-3 0 0,3-1 0 16,-1-3-91-16,2-3-53 0,0 0 57 0,0-2-509 15,0 0 284-15,0 0 138 0,7-2-241 0,8-9 189 16,3-5 96-16</inkml:trace>
  <inkml:trace contextRef="#ctx0" brushRef="#br0" timeOffset="32534.71">26687 2866 2845 0,'1'-7'0'0,"3"2"0"0,1 0 0 0,1 1 0 0,1 0 0 0,5-2 0 0,2 4 0 0,4 1 0 0,7-1 0 0,-3 0 0 0,1 2 538 0,10 0-255 0,-6 0-124 0,3 0-61 16,-1 0-98-16,2 0 8 0,-8 2-8 0,7 1-105 15,-3 3 34-15,-7-4 54 0,3 2 26 16,-4 0-643-16,-2-3 344 0,-1 2 158 16,-4-3-12-16,1 0-709 0,-1 0 409 0</inkml:trace>
  <inkml:trace contextRef="#ctx0" brushRef="#br0" timeOffset="32794.81">27333 2539 2887 0,'1'-2'0'15,"1"0"0"-15,-1 0 0 0,-1 2 0 0,0 0 0 0,0 0 0 0,0 0 0 0,0 0 0 0,0 0 0 0,3 0 0 0,-1 6 220 0,0 6-97 0,-1 3-44 0,1 1 530 0,0 7-596 16,0 3-13-16,0 0 0 15,-1 4 0-15,1 2 0 0,-2 4 0 0,0-3 0 16,0 3 0-16,0 0 0 0,0-2 0 0,0-1 0 0,0 2 0 16,0-4 0-16,0 1 0 0,0-7 0 15,0 5 0-15,0-8 0 0,-3 0 0 0,-1-2 0 0,0-5 0 16,1-4 0-16,1 0-65 16,-2-2-61-16,1-3 52 0,-1 0-721 0,1-3 380 15,0 4 181-15,-3-3-630 0</inkml:trace>
  <inkml:trace contextRef="#ctx0" brushRef="#br0" timeOffset="33550.65">26687 3718 1936 0,'-12'-2'0'0,"1"-1"0"0,-2-3 0 0,3-2 0 0,-2 1 0 0,3-1 0 0,0-3 0 0,2 0 0 0,2 3 0 0,5-3 0 0,0-2 412 0,0 1-189 0,8-3-94 16,13 0-47-16,1 3 147 0,6-3-88 0,2 2-57 15,2 2 85-15,-1 2-67 0,2 4-34 0,-3 1 60 16,-5 2-38-16,5 2-32 0,-10 0 1 0,2 0-38 15,-2 8-21-15,-4 4 0 0,-2 2 0 0,0 2 0 16,-5 2 0-16,-4 3 0 0,-1 0 0 0,-3 1 0 16,-1 1 0-16,0 4 0 0,-5-2 0 0,-8 0 0 15,-4 0 0-15,-2 0 0 0,-5-3 0 0,-3 2 0 16,0-5 0-16,-2 2 0 16,-3-1 0-16,2-8 0 0,0 0 0 0,2-3 0 15,5-5 0-15,1 0 0 0,1-2 0 0,5-2 0 16,6 0 0-16,1 0 0 0,3 0 0 0,2 0 0 15,2 0 0-15,2 0 0 16,0-2 0-16,2-2 0 0,10 0 0 0,4 1 0 0,9 0 0 16,-1 2 0-16,4-1 0 0,3 0 0 0,0 2 0 15,4 0 0-15,0 0 0 0,2 0 0 0,-2 0 0 16,4 0 0-16,-2 0 0 0,0 2 0 0,-2 0 0 16,0-1 0-16,0-1 0 0,-4 0 0 0,0 0 0 15,-4 0-607-15,-1 0 69 0</inkml:trace>
  <inkml:trace contextRef="#ctx0" brushRef="#br0" timeOffset="33854.14">28165 3011 3049 0,'-10'-9'0'0,"8"7"0"0,2 2 0 0,0 0 0 0,0 0 0 0,0 0 0 0,0 0 0 0,2 0 0 15,11 5 0-15,6 2 0 0,4 1 360 0,5-3-162 0,0 1-81 0,-1-2-42 0,3-1-71 0,3 0-9 16,-3-2 40-16,-3-1 0 15,0 0-179-15,-9 0 89 0,4 0 54 0,-7 0-567 16,-4 0 302-16,-1 0 151 0,-9 3-838 0,-1 3 459 16</inkml:trace>
  <inkml:trace contextRef="#ctx0" brushRef="#br0" timeOffset="33996.11">28187 3350 2285 0,'-8'10'0'0,"1"-3"0"0,5-1 0 0,-1-3 0 0,3-1 0 0,0 2 0 0,0-1 0 0,1 1 0 0,10-2 0 0,2 2 0 0,2-4 355 0,0 1-160 0,2-1-80 16,1 0-31-16,0 0-9 0,0 0-440 0,3 0 199 15,0-1-252-15</inkml:trace>
  <inkml:trace contextRef="#ctx0" brushRef="#br0" timeOffset="34225.37">28617 3198 3159 0,'7'0'0'0,"5"4"0"0,4-4 0 0,5 0 0 0,4 0 0 0,3 0 0 0,8 0 0 0,10 0 0 0,1 0 0 0,8 1 0 0,11-1 244 0,-4 0 270 0,-6 0-500 16,13 0-14-16,-7 0 0 0,-1 0 0 0,-9 0 0 15,7 0 0-15,-5 0 0 0,-2-1 0 16,1-1 0-16,-4 0 0 0,-2 0 0 15,-10 0-65-15,-2 1 14 0,-3-2 39 0,-5 0-548 16,-6 0 272-16,-4-4 79 0,-2 2-295 0,-7-3 226 16</inkml:trace>
  <inkml:trace contextRef="#ctx0" brushRef="#br0" timeOffset="34246.44">29856 3127 352 0,'-7'-16'0'0</inkml:trace>
  <inkml:trace contextRef="#ctx0" brushRef="#br0" timeOffset="34626.18">28495 2533 2324 0,'0'-6'0'0,"0"5"0"0,0 0 0 0,0-3 0 15,17 3 0-15,3 0 0 0,5 1 0 0,5 0 0 0,7 0 0 0,2 0 0 0,5 0 104 0,0 2 147 0,-2 7-107 0,-7-6-46 0,3 7-36 16,-4-2 83-16,-6 4-54 0,-8-2-28 15,0 1 8-15,-5 3 9 0,-6 0-45 0,-5 2 0 16,-4 7 38-16,0 0 0 0,-15 1-37 16,-8 1 8-16,-2 3 113 0,-6 2-112 0,2-3-45 0,2-3 0 0,1-2 0 15,-1 2 0-15,6-4 0 16,7-4 0-16,-1 1 0 0,9-2 0 0,2-4 0 16,3 3 0-16,1-3 0 0,0 0 0 0,5 1 0 15,12-3 0-15,2 0 0 0,11 0 0 0,2-3 0 16,3 1 0-16,0-2 0 0,0-4 0 0,3 1 0 15,-3-2 0-15,-3 0 0 0,-4 0 0 0,-5 0 0 16,-1 0 0-16,-5 0-483 0,-6 0 89 0,-1 0 179 16,-6 0 90-16,-3-2-587 0,-1-8 338 0,0-1 161 15,-8-5 93-15</inkml:trace>
  <inkml:trace contextRef="#ctx0" brushRef="#br0" timeOffset="34770.49">28608 2781 2572 0,'-12'-6'0'0,"6"5"0"0,6-1 0 0,0 0 0 0,0 0 0 0,4 1 0 0,10 1 0 0,7 0 0 0,4 0 0 0,3 0 0 0,2 1 318 0,3 5-142 0,3-2-70 0,-1 3 187 15,0-4-133-15,0 3-62 0,2-1-32 16,-2-1-425-16,0 1 197 0,1-3 107 16</inkml:trace>
  <inkml:trace contextRef="#ctx0" brushRef="#br0" timeOffset="34938.48">29190 2759 2840 0,'5'0'0'0,"3"0"0"0,3 0 0 0,1 0 0 0,5 0 0 0,1 0 0 0,5 0 0 0,1 0 0 0,0 0 0 0,0 1 0 0,5 2 155 0,-3 1-60 0,-1-1-29 0,-5 1-190 15,0 0 88-15,2-4 31 0,-9 5 1 0,0-3-612 16,-3-2 325-16,7 0 164 0</inkml:trace>
  <inkml:trace contextRef="#ctx0" brushRef="#br0" timeOffset="35144.58">29647 2519 2343 0,'0'0'0'0,"0"-3"0"0,0 3 0 0,0 0 0 0,-3 0 0 0,3 0 0 0,0 0 0 0,0 5 0 0,0 5 0 0,0 5 0 0,3 5 669 0,-3 0-309 0,5 8-166 15,-1-1-79-15,1 3 135 16,-1 1-250-16,-1 0 0 0,0 3 0 0,0-3 0 0,0 3 0 0,-1-2 0 16,1 0 0-16,-3-1 0 15,0-3 0-15,0 2-435 0,0-1 78 0,0 2 195 0,-8-4 80 0,-1-1-853 16,0 4 441-16</inkml:trace>
  <inkml:trace contextRef="#ctx0" brushRef="#br0" timeOffset="35562.92">29061 3406 2350 0,'0'-11'0'0,"0"4"0"0,7 1 0 0,6-2 0 0,2 1 0 0,1 4 0 0,5-3 0 0,4 4 0 0,1 1 0 0,3 1 0 0,4 0 167 0,0 0-57 0,-1 0-20 0,-4 9-28 15,2 0 1-15,-13 2-29 0,5 1-90 0,-10 4 54 16,0-1 14-16,-8 3-190 0,-2-2 107 16,-2 3 52-16,-7 3 27 0,-11-5-174 0,-7 2 91 15,0-1-9-15,1-6 43 0,1-3 12 16,3-1 9-16,1-2-52 0,3-3 326 0,6-1-135 16,2 0-65-16,1-2-24 0,4 0 169 0,1 0-70 15,2 0-59-15,0 0 308 0,0 0-172 0,2 0-85 16,11 0-44-16,2 2 98 0,3 4-139 0,5 1-36 15,-6 1 0-15,3 1 0 0,1 3 0 0,-3-1 0 16,-5 2 0-16,2 2 0 0,-6 0 0 16,-4 2 0-16,-4-2 0 0,1 0 0 0,-2 0 0 0,0-2 0 15,-12 0 0-15,-2-1 0 0,-5-2 0 16,-3 0 0-16,-4-2 0 0,0-2 0 0,-1-4 0 16,-4-2 0-16,-1 0 0 0,2 0 0 0,0 0 0 15,0 0 0-15,9-2 0 0,-4-7 0 16,8 0 0-16,-1-3-127 0</inkml:trace>
  <inkml:trace contextRef="#ctx0" brushRef="#br0" timeOffset="35753.18">29921 3880 349 0,'0'0'0'0,"0"0"0"0,0 0 0 0,0 0 1387 0,0 0-676 0,0-2-338 0,0-1-161 0,-8-6 31 0,-3 0-105 0</inkml:trace>
  <inkml:trace contextRef="#ctx0" brushRef="#br0" timeOffset="38278.21">25617 953 2220 0,'-13'-7'0'0,"0"5"0"0,2 0 0 0,-4 2 0 0,3 0 0 0,-3 0 0 0,-5 11 0 0,3 9 0 0,-1 4 0 0,4 6 0 0,-3 8 154 16,5 2 277-16,4-5-197 0,4 5-89 0,4 4-58 15,0-3 204-15,2 0-126 0,12-5-64 0,2-5-32 16,6 3-35-16,1-4-34 0,5-4 0 0,-2-1 0 16,1-5 0-16,-6-3 0 0,6-1 0 0,-10-4-336 15,2-1 153-15,-2-4 111 0,-5 0-723 16,0-5 370-16,-3-2 198 0,1 0 94 0,-2 0-450 0,-3-9 272 16</inkml:trace>
  <inkml:trace contextRef="#ctx0" brushRef="#br0" timeOffset="38527.58">25710 1200 2644 0,'-8'-13'0'0,"1"6"0"0,4-2 0 16,1 2 0-16,2 2 0 0,0 1 0 0,5 2 0 0,13 0 0 0,7 2 0 0,1 0 0 0,0 8 170 0,4 4-70 0,-4 6 130 0,-1 2-97 0,-1 1-47 16,-4 4 150-16,0-2-90 0,-7 2-58 15,-5 2-26-15,-5 1-26 0,-3-2-36 16,0 0 0-16,-14 1 0 0,-4-4 0 0,-4 1 0 15,-3-5 0-15,-2-1 0 0,0-4 0 0,4-4 0 16,-8-2 0-16,10-4 0 0,-2-2 0 0,6-2 0 16,1 0 0-16,10-2 0 0,-2-8 0 0,8-4 0 15,0-5-670-15,8-4 292 0,14-8 170 0,5 6 76 16,8-11-555-16,3 0 325 0,3 0 162 16,-1 0-408-16</inkml:trace>
  <inkml:trace contextRef="#ctx0" brushRef="#br0" timeOffset="38696.68">26123 1078 3031 0,'7'-5'0'0,"-5"1"0"0,-2 4 0 0,-4 0 0 0,-11 0 0 0,-8 15 0 0,1 2 0 0,-2 3 0 0,-1 4 0 0,3 2 0 0,0 3 238 0,4 1 424 15,3 2-662-15,4 0 0 0,4 0 0 0,3-1 0 0,4-2 0 16,0 1 0-16,6-4 0 0,10 1 0 0,5-5 0 16,3-1 0-16,3-3 0 0,-1-3 0 15,2-1 0-15,-3-7 0 0,4-2 0 16,-8 0 0-16,4-5-21 0,-1 0-874 0,-3 0 429 15,0 0 214-15</inkml:trace>
  <inkml:trace contextRef="#ctx0" brushRef="#br0" timeOffset="38714.71">26283 1551 375 0,'16'-16'0'0</inkml:trace>
  <inkml:trace contextRef="#ctx0" brushRef="#br0" timeOffset="38900.78">26294 1322 3170 0,'-18'0'0'0,"3"0"0"0,2 0 0 0,4 0 0 0,0 0 0 0,2 0 0 15,4 0 0-15,3 0 0 0,0 0 0 0,6 0 0 0,11 0 136 0,1 0-49 0,4 0 341 0,1 0-318 0,0 0-110 16,-3 2 0-16,3 0 0 0,0 2 0 0,-4-3 0 16,-1 1-310-16,0 2 65 0,-4-3 141 0,0 2 71 15,-1-2-746-15,-4-1 384 0,0 0 108 0,1 0 130 16,-3 0-187-16,1-7 154 16,0-8 76-16</inkml:trace>
  <inkml:trace contextRef="#ctx0" brushRef="#br0" timeOffset="39071.31">26596 1153 2279 0,'0'-13'0'0,"-2"7"0"0,0-2 0 0,-2 5 0 0,0 0 0 0,1 0 0 0,1 3 0 0,2 0 0 0,-3 0 0 0,3 9 0 0,0 6 169 0,0 3-70 15,0 6-31-15,0 0 487 0,0 3-259 0,0 1-129 0,0-3 131 0,0 6-298 16,0-3 0-16,0-1 0 0,0-1 0 0,0 0 0 16,0-5 0-16,0 2 0 0,0-3-1 0,0-1-217 15,0-2 127-15,0-4-274 16,0 0 142-16,0-1 122 0,3-4-803 0,-1 1 434 15,1-6 216-15</inkml:trace>
  <inkml:trace contextRef="#ctx0" brushRef="#br0" timeOffset="39259.96">26770 1438 1452 0,'9'0'0'0,"-4"6"0"0,0-1 0 0,-1 4 0 0,0 0 0 0,-2 2 0 0,-1 2 0 0,0 2 0 0,-1 0 0 0,0 2 0 0,0 0 1071 0,0 2-517 0,-1-3-258 15,-6 1-130-15,-2-2-69 0,-4 0-34 0,3-3 0 16,-1-1-224-16,-1-4 100 0,0-1 49 0,2-2 34 16,-1 0-573-16,2-4 294 0,0 0 147 0,3 0 26 15,3-8-763-15,3-7 396 16</inkml:trace>
  <inkml:trace contextRef="#ctx0" brushRef="#br0" timeOffset="39431.42">26954 1164 3716 0,'2'0'0'0,"0"0"0"0,0 0 0 0,-1 0 0 0,2 0 0 0,0 2 0 0,4 6 0 0,5-1 0 0,2 3 0 0,0-1 0 0,2 0 195 0,2 3-175 0,0-1-20 16,0-1 0-16,-1 3 0 0,2-3 0 0,-5 2-30 16,2-1-151-16,-2-2 105 0,-2 1 56 0,-1-2-756 15,-4-3 406-15,1-1 204 0,-2-1-767 0,0-3 453 16</inkml:trace>
  <inkml:trace contextRef="#ctx0" brushRef="#br0" timeOffset="39635.17">27296 1105 2295 0,'2'-17'0'0,"-1"5"0"0,3 1 0 0,-3 5 0 0,1 1 0 0,-2 2 0 0,0 1 0 0,0 2 0 0,0 6 0 0,0 15 0 0,-8 6 607 0,-3 5-284 0,-2 10-143 15,-4 3-72-15,1 6 247 0,-3 2-292 0,-1 2-63 16,2-1 0-16,-3-1 0 0,2 0 0 0,2 1 0 15,2-5 0-15,4-2 0 0,0-3 0 16,5-8 0-16,0-3 0 0,2-4 0 16,4-4 0-16,0-5-17 0,0-7-347 0,0-3 94 15,0-5 129-15,5-3-763 0,10-2 438 0,-1-5 214 16,5-15 108-16</inkml:trace>
  <inkml:trace contextRef="#ctx0" brushRef="#br0" timeOffset="39803.21">27395 1317 3120 0,'5'-5'0'0,"1"0"0"0,-1 1 0 0,0 1 0 0,1-1 0 0,2 0 0 16,1 0 0-16,4 1 0 0,2 0 0 0,0 3 0 0,2 0 118 0,0 0 17 0,2 0-48 0,0 0-26 0,-1 0 1 0,1 0-504 16,-1 0 235-16,2 3 123 0,-1 0 60 15,-3-3-774-15,0 3 400 0,0-3 200 0</inkml:trace>
  <inkml:trace contextRef="#ctx0" brushRef="#br0" timeOffset="39979.83">27815 1120 2488 0,'-3'-5'0'16,"0"2"0"-16,1 1 0 0,-1 0 0 0,-1 2 0 0,1 0 0 0,1 4 0 0,-1 8 0 0,1 5 0 0,2 6 0 0,0 2 111 0,0 1 525 0,-3 1-299 15,3 2-150-15,-1-4-65 0,1 6-72 0,0-1-50 16,-1-6 0-16,1-2 0 0,0 0 0 0,0-1-164 15,0-3 96-15,0 0-664 0,0-5 386 0,1-2 191 16,3-2 36-16,3-3-463 0,1-4 277 0,2-2 134 16</inkml:trace>
  <inkml:trace contextRef="#ctx0" brushRef="#br0" timeOffset="40131.91">27916 1435 2113 0,'4'-2'0'0,"0"0"0"0,-3 1 0 0,2 1 0 0,-1 0 0 0,-2 0 0 0,3 5 0 0,-1 6 0 0,-2 1 0 0,0 0 0 0,0 6 165 0,0-3-55 15,0 3 345-15,-10-1-209 0,-1 4-105 0,0-4-72 16,0 2-1-16,-1-5-21 0,1-1-10 0,4-3-431 16,-1-1 215-16,4-5 109 0,1 0-629 0,3-4 335 15,0 0 189-15,0-3-10 0,0-9-205 0</inkml:trace>
  <inkml:trace contextRef="#ctx0" brushRef="#br0" timeOffset="40411.74">28067 1140 2516 0,'15'-8'0'0,"0"2"0"0,8 3 0 0,1 0 0 0,2 0 0 0,4 1 0 0,2 1 0 0,-1-1 0 0,6 2 0 0,-2 0 0 0,-1 0 116 0,-1 0 408 16,-1 0-243-16,-8 2-121 0,0 4 99 0,-6-2-184 0,-2 2-75 0,-7-1 0 16,-2 4 0-16,-4 0 0 15,-3 4 0-15,-7 4 0 0,-13 4 0 0,-10 5 0 16,-2 2 0-16,-3 2 0 0,5-3 0 0,-9 9 0 15,18-10 0-15,-4 4 0 0,8-2 0 0,6-3 0 16,5-3 0-16,2 0 0 0,4 0 0 0,0-3 0 16,0 0 0-16,8-3 0 0,3-4 0 0,2 0 0 15,4-3 0-15,-1-2 0 0,3-2 0 16,1-4 0-16,1-1 0 0,-4 0 0 0,3 0 0 16,-5 0-220-16,0 0-205 0,-7-1 193 15</inkml:trace>
  <inkml:trace contextRef="#ctx0" brushRef="#br0" timeOffset="40580.68">28230 1330 2738 0,'-30'0'0'0,"10"0"0"0,7 0 0 0,-1 0 0 0,6 0 0 0,3 0 0 0,5 0 0 0,0 0 0 0,0 0 0 0,7 0 0 0,11 3 309 0,4 2-135 0,1-1 99 15,6 2-108-15,0-2-69 0,3 2-29 16,3-2-165-16,-1-3 68 0,1 1 33 0,-1-2-636 0,-2 2 331 15,0-2 169-15,-2 2 86 0,-7-2-939 0</inkml:trace>
  <inkml:trace contextRef="#ctx0" brushRef="#br0" timeOffset="40733.94">28680 1333 2568 0,'2'0'0'0,"0"0"0"0,-1 2 0 16,3-2 0-16,-2 0 0 0,-2 0 0 0,5 2 0 0,0-2 0 0,2 1 0 0,6 3 0 0,-2 0 339 0,0 2-151 0,2 0 107 0,-2-2-119 0,3 1-74 0,-4 1-469 15,2-1 202-15,-1 0 101 0,0-2 60 0,2 0-377 16,2 0 209-16,0-3 104 0,3 0 53 0,1 0-898 16</inkml:trace>
  <inkml:trace contextRef="#ctx0" brushRef="#br0" timeOffset="40898.61">29036 1265 2189 0,'2'-8'0'15,"-2"0"0"-15,0 4 0 0,0 1 0 0,0 2 0 0,0 0 0 0,0 1 0 0,-2 0 0 0,0 0 0 0,-1 12 0 0,3 3 101 0,0 5 458 0,0 2-260 0,0-1-132 16,0 2 227-16,0 7-183 0,0-9-200 0,0 3-11 16,0-4-15-16,0 1-71 0,0-2 72 0,0-4-574 15,3-1 312-15,-1-5 157 0,0 0 79 0,0 0-342 16,1-6 97-16,1-1 139 0,-1-2-40 0,3 0-458 16</inkml:trace>
  <inkml:trace contextRef="#ctx0" brushRef="#br0" timeOffset="41089.35">29183 1174 2740 0,'13'-14'0'0,"4"7"0"0,1 1 0 0,0 4 0 0,1 2 0 0,4 0 0 0,-3 10 0 0,6 9 0 0,-5 3 0 0,0 3 0 0,-1 5 348 0,-3 4-156 16,-2-1-68-16,-7 6 319 0,-2-4-359 0,-5 3-84 16,-1-4 0-16,-3 1 0 0,-11-4 0 0,-4-1 0 15,-3-1 0-15,0-5 0 0,-2 0 0 0,0-5 0 16,7-4 0-16,-5-3-64 0,5-3-32 0,5-3 66 15,0-4-873-15,1-2 437 16,5 0 185-16,1-4-522 0</inkml:trace>
  <inkml:trace contextRef="#ctx0" brushRef="#br0" timeOffset="41503.18">30093 973 2845 0,'0'-6'0'0,"0"4"0"0,0 0 0 0,0 1 0 0,0-2 0 0,0 3 0 16,0 0 0-16,0 0 0 0,0 0 0 0,0 4 0 0,-4 10 191 0,-3 4-78 0,-4 0 397 0,-1 11-241 0,0 2-266 15,-2 1-3-15,-2-2 0 0,-5 11 0 0,4-10 0 16,2 3 0-16,-3-2 0 15,1 1 0-15,2-4 0 0,3-2 0 0,1-5 0 0,-1 2 0 16,2-2-26-16,3-4-101 0,-1-3 57 16,3-4 49-16,2-1-783 0,1-5 388 0,1-3 191 15,1-2 94-15,0 0-476 0,6-6 286 0</inkml:trace>
  <inkml:trace contextRef="#ctx0" brushRef="#br0" timeOffset="41778.49">30346 933 3191 0,'3'0'0'0,"3"0"0"0,-6 0 0 0,2 2 0 0,-2 2 0 0,0 3 0 16,0 4 0-16,0 1 0 0,-5 9 0 0,-8 2 0 0,-7 12 443 0,1 2-203 0,-7 2-183 0,1 7-57 16,-3 0 0-16,-1 3 0 0,1 1 0 0,4-2 0 15,0-1 0-15,1-2 0 0,1-1 0 0,5-8 0 16,1 3 0-16,4-6 0 0,-3 0 0 0,7-6 0 15,-1-2 0-15,2-7 0 0,2-2 0 0,-1-5 0 16,3-3 0-16,1-2 0 0,2-5 0 0,0 0 0 16,0-1 0-16,-2 0 0 0,2 0 0 0,0 0 0 15,0 0 0-15,0 0 0 0,0 0 0 0,-2 0 0 16,-1-1-209-16,3 0-198 0,0-5 186 16,0-2 83-16</inkml:trace>
  <inkml:trace contextRef="#ctx1" brushRef="#br0">32928 6349 0</inkml:trace>
  <inkml:trace contextRef="#ctx0" brushRef="#br0" timeOffset="42524.02">30633 1159 2149 0,'-7'-10'0'0,"0"6"0"0,0-1 0 0,2 4 0 0,-6-3 0 0,0 3 0 0,-4 1 0 0,-5 0 0 0,-1 11 0 0,1 8 0 0,-2 4 223 0,-1 6-83 0,1 7-57 0,5 3 318 16,5 0-182-16,3 0-90 0,7-4 230 0,2 3-152 15,0 2-186-15,2-5-21 0,14-1 0 0,1-2 0 16,3-2 0-16,2-2 0 0,-2-5 0 16,1-2 0-16,3-3 0 0,-7-6-115 0,4-1-63 15,0-2 117-15,-3-3 44 0,1-5-779 16,1-1 382-16,-1 0 179 0,0 0-416 0,0-5 299 0,4-12 161 16</inkml:trace>
  <inkml:trace contextRef="#ctx0" brushRef="#br0" timeOffset="42716.87">30930 1141 2769 0,'0'-11'0'0,"0"7"0"0,0 2 0 0,0 1 0 0,0-1 0 0,0 1 0 0,0 1 0 0,0 0 0 0,0 10 0 0,0 11 0 16,2 4 192-16,3 3-83 0,-4 4 434 0,1 2-253 0,0 2-262 0,-1-1-28 15,-1 1 0-15,0-5 0 0,0 1 0 0,0-3 0 16,0-1-200-16,0-2 114 0,0-5 70 0,0-1-755 15,-1-3 397-15,1-2 83 0,0-6-241 0,0-1 247 16</inkml:trace>
  <inkml:trace contextRef="#ctx0" brushRef="#br0" timeOffset="42890.37">31130 1416 2289 0,'3'6'0'0,"1"-3"0"0,-1 7 0 0,-1-3 0 0,1 4 0 0,-3 0 0 0,0 5 0 0,0 1 0 0,0 0 0 0,-8 2 0 0,1 1 292 0,-3 1-119 0,-3 0 74 0,1-3-105 16,-1 1-52-16,3-2-27 0,-1-4-403 0,0-4 198 15,4 1 84-15,-1-3 48 0,4-4-273 0,-2-2 160 16,3-1 80-16,3 0-698 0</inkml:trace>
  <inkml:trace contextRef="#ctx0" brushRef="#br0" timeOffset="43342.13">31274 1183 2300 0,'14'-6'0'0,"0"5"0"0,11 1 0 0,1 0 0 0,1 0 0 0,3 0 0 0,-2 9 0 0,-1 3 0 0,-4 6 0 0,-6-3 0 0,3 10 142 16,-9-3-52-16,-7 1 79 0,-1 1-66 0,-3 3-33 15,0-7-39-15,-17 8 6 0,-6-5 0 0,-10 1 0 16,-1-3 37-16,4-6-37 0,-3 0 9 0,3-2-9 15,0-4 138-15,10-3-69 0,-1-1-35 0,2-1 184 0,11-3-141 16,-2-1-114-16,3 0 0 0,7 0 0 16,0 0 0-16,0 0 0 0,0 0 0 15,0 0 0-15,2 0 0 0,14 0 0 0,5 0 0 16,2 0 0-16,0 0 0 0,7 0 0 0,-5 3 0 16,2-2 0-16,1 4 0 0,2-5-581 0,-6 1 116 15,6-1 219-15,-1 0 105 0,-4 0-627 0,4 0 366 16,-5 0 183-16,-3-6-359 0,4-3 294 0,-9-4 142 15,1 4 71-15,-1 0 37 0,-4 4 34 0,0-1 0 16,-4 3 0-16,-3 0 0 16,-3-1 0-16,0 2 0 0,-1 0 454 0,-1 2-264 15,0 0-114-15,0 0-56 0,0 0 613 0,0 0-309 16,0 2-78-16,-1 10 219 0,-6 4-213 0,-1 3-108 16,0 3-53-16,1 2 139 0,-2-4-87 0,-5 6-57 15,5-6 12-15,-3 1-30 0,-1-1-1 0,3-4-30 16,-3-1-439-16,4-2 215 0,4-6 112 0,-3 1 56 15,4-5-744-15,-2 0 386 16,6-3 89-16,-1 0-404 0</inkml:trace>
  <inkml:trace contextRef="#ctx0" brushRef="#br0" timeOffset="43685.46">31848 1258 2624 0,'15'-9'0'0,"3"0"0"0,2-1 0 0,-1 4 0 0,-1 1 0 0,3 1 0 0,-2 2 0 0,3 2 0 0,-1 0 0 0,-1 0 0 0,-3 6 329 0,-4 3-151 0,-1 3-70 0,-6 0-119 16,0 3 24-16,-5 0 0 0,-1 3 33 0,-1-1-219 15,-15 1 104-15,-3 0 54 0,-6 0 25 0,9-5-66 16,-5-2 55-16,3 1 8 0,9-5 81 0,-1 1-51 16,3-5-29-16,3 2-59 0,2-2 228 0,2 1-95 15,0-1-40-15,0 1 339 0,5 1-217 0,5 1-164 16,3 3 0-16,2 1 0 0,0 1 0 0,3 3 0 15,-6 1 0-15,1 1 0 16,-4-1 0-16,-2 3 0 0,-6-1 0 0,-1-2 0 16,0 0 0-16,0 1 0 0,-10-2 0 0,-5-2 0 15,0-2 0-15,-5-1 0 0,3-3 0 0,-4 0 0 16,3-4 0-16,-1-1 0 0,1-1 0 0,1 0 0 16,2 0 0-16,4-3-630 0,-1-7 290 0,5-1 152 15,4-5 75-15,3-5-571 0,5-4 323 0,15-9 153 16,8-11-514-16</inkml:trace>
  <inkml:trace contextRef="#ctx0" brushRef="#br0" timeOffset="43854.97">32228 1180 3531 0,'16'-4'0'0,"2"4"0"0,-11 0 0 0,30 0 0 0,-22 1 0 0,3 7 0 0,2 7 0 0,-3 4 0 0,3 3 0 0,-5 4 0 0,-2 4 253 0,-6 3-106 15,-4 2-147-15,-1 7 0 0,-2-3 0 0,-5 0 0 0,-9 1 0 0,-4-6 0 16,-1 2 0-16,-2-3 0 0,0-3 0 15,-1 0 0-15,-2-3 0 0,3-4 0 16,-4 1-148-16,2-4-239 0,1-1 91 0,2 0-1015 16,2-12 637-16</inkml:trace>
  <inkml:trace contextRef="#ctx0" brushRef="#br0" timeOffset="44016.47">32601 1974 3931 0,'0'0'0'0,"0"0"0"0,0 0 0 0,0 0 0 0,0 0 0 0,0 0 0 0,0 0 0 0,0 0 0 0,-3 0 0 0,-1 0 0 0,-4 0 0 0,3 0 0 0,1-3 0 16,-2 3 0-16,1 0-1407 0</inkml:trace>
  <inkml:trace contextRef="#ctx0" brushRef="#br0" timeOffset="72119.67">6931 7491 425 0,'-5'-8'0'15,"-4"1"0"-15,2-1 440 0,2 3-199 0,-1 1-99 0,4 1-50 0,-1-1 0 0</inkml:trace>
  <inkml:trace contextRef="#ctx0" brushRef="#br0" timeOffset="72812.45">6885 7442 3931 0,'0'-2'0'0,"0"0"0"0,0 0 0 0,2 1 0 0,3-2 0 0,0 0 0 0,3-2 0 0,-1 1 0 0,3 0 0 0,-3 0 0 0,6 1 0 0,-3 1 0 0,2-1 0 0,-2 2 0 16,5-1 0-16,-2 2 0 0,4 0 0 0,-2 0 0 16,4 0 0-16,0 0 0 15,-1 0 0-15,5 0 0 0,2 0 0 0,1 0 0 0,-1 0 0 16,5 0 0-16,-3 0 0 0,2-2 0 16,-1 2 0-16,1 0 0 0,-4-2 0 15,4 2 0-15,0 0 0 0,-2 0 0 0,1 0 0 16,-4 0 0-16,1 0 0 0,3 0 0 0,0 0 0 15,2 0 0-15,0 0 0 0,1 0 0 0,-1 0 0 0,4 0 0 16,1 0 0-16,9 0 0 0,-10 2 0 16,1-2 0-16,2 2 0 0,1 0 0 0,-3-2 0 15,3 4 0-15,-1-2 0 0,-1 1 0 16,5-1 0-16,2 4 0 0,-3-2 0 0,2-1 0 16,-1 1 0-16,4-3 0 15,2 2 0-15,2 0 0 0,-2-1 0 0,1 0 0 0,3 1 0 16,2-3 0-16,2 0 0 0,0 0 0 0,9 0 0 15,-11 0 0-15,13 0 0 0,-3 0 0 0,-6 0 0 0,10-5 0 16,-14 1 0-16,15 0 0 0,-8-1 0 16,2 3 0-16,-6-2 0 0,12 3 0 0,-4-1 0 15,-1 0 0-15,1 0 0 16,-2 0 0-16,-7 0 0 0,12 1 0 0,-2-1 0 0,-1 2 0 16,0-3 0-16,-1 2 0 0,-2-1 0 15,11 0 0-15,-4 0 0 0,-4 0 0 0,-1 1 0 16,-1-2 0-16,-7 2 0 0,12 1 0 15,-14-2 0-15,13 2 0 0,-6 0 0 0,2 0 0 0,-9 0 0 16,2 0 0-16,3 0 0 0,-4 0 0 0,0 0 0 16,1 0 0-16,-2 0 0 0,-1-2 0 15,-1 2 0-15,2 0 0 0,-3 0 0 0,-4 0 0 0,4 0 0 0,-3 0 0 16,-4 2 0-16,-1 0 0 16,-1-2 0-16,-6 1 0 0,4-1 0 0,0 0 0 15,-4 3 0-15,1-3 0 0,-1 0 0 0,-1 0 0 16,-2 0 0-16,0 0 0 0,-4 0 0 0,-5-3 0 15,0 2 0-15,-5-1 0 0,-1 0 0 0,-6 2 0 16,1 0 0-16,-3-2 0 0,-3 2 0 16,-1-2 0-16,-1 2 0 15,-2 0 0-15,-1 0 0 0,2 0 0 0,-3-2 0 0,0 1 0 0,0 1 0 0,0 0 0 16,0-2 0-16,0 0 0 0,0-5 0 16,0 4 0-16,0-5 0 0,0 0 0 15,0 2 0-15,-3-1 0 16,-2 3 0-16,-1-2 0 0,-3 0 0 0</inkml:trace>
  <inkml:trace contextRef="#ctx0" brushRef="#br0" timeOffset="83998.69">17244 7379 1491 0,'-2'-4'0'0,"2"-3"0"0,0 4 0 0,0-3 0 0,0 1 0 0,0 0 0 0,0-3 0 0,0 3 0 0,0 2 0 0,2-1 0 0,5 1 29 16,1-3 34-16,0 3-12 15,-1-3-49-15,2 2-1 0,0-2 50 0,5 3 90 0,-1-1-51 16,-1 0 0-16,0-1-39 0,0 1 33 0,1 1-33 16,2-1 13-16,0 0 20 15,0-1 0-15,0 3-33 0,2-3 0 0,4 0 32 0,0 1 13 16,-1-2-45-16,2 1 62 0,-1 1 0 0,6-2-62 15,-1-1 44-15,-4 1 12 0,8-2-56 0,-2 3 58 16,2-2-1-16,-1-2-56 0,1 5-1 0,0-3 22 16,0 2-22-16,2 2 0 15,-2-2 0-15,2 4 35 0,-2-1-76 0,-4 0-10 0,6 1 0 0,-2-2 0 16,-1 3 0-16,1 0 0 0,-2 0 0 0,-5 0 0 0,8 0 0 16,-1 3 0-16,-2-2 0 15,2-1 0-15,2 2 0 0,2-2 0 0,2 0 0 16,7 0 0-16,-2 0 0 0,5 0 0 15,-2 0 0-15,-2 0 0 0,12 0 0 16,-5 0 0-16,2 0 0 0,-3-2 0 0,0 1 0 0,-9 1 0 0,14-3 0 16,-9 3 0-16,4 0 0 0,-3 0 0 0,2 0 0 15,-4 0 0-15,11 0 0 0,-2 0 0 16,3 0 0-16,-2 0 0 0,3 0 0 16,-1 0 0-16,3 3 0 0,6-3 0 15,-4 0 0-15,2 0 0 0,0 0 0 0,-3 0 0 16,12 0 0-16,-7 0 0 0,-3 0 0 0,0 1 0 15,1 1 0-15,-4 1 0 0,13-1 0 0,-5 2 0 16,6 0 0-16,2-1 0 0,3 1 0 16,-1 0 0-16,0-2 0 0,2 2 0 0,0-3 0 0,1 4 0 0,2-2 0 15,5 1 0-15,-3 1 0 0,-2 0 0 0,1-2 0 16,3 0 0-16,-2 1 0 16,2 2 0-16,12 0 0 15,-7-1 0-15,-1 1 0 0,1 0 0 0,2 1 0 0,-8-1 0 16,25 1 0-16,-8 0 0 0,5-2 0 0,-7 0 0 15,-7 1 0-15,22-1 0 0,-10 2 0 0,3-5 0 16,0 3 0-16,-2-1 0 0,-13-1 0 0,23 1 0 16,-12 0 0-16,0-3 0 0,-1 3 0 15,-4-2 0-15,-14-1 0 0,14-1 0 0,-23 0 0 0,11 0 0 16,-3 0 0-16,-8 3 0 0,-11-3 0 16,9 0 0-1,-18 0 0-15,1 0 0 0,-7 0 0 0,-5-3 0 0,-5-1 0 0,-4-2 0 16,-3-2 0-16,-2 1 0 0,-5-3 0 0,-5 3 0 0,-3-2 0 15,-2-1 0-15,-4 0 0 0,-3 3 0 0,-4 2 0 16,1-1 0-16,-3 0 0 0,-2 4-84 0,0 1-363 16,0-2 195-16,0 3 98 0,2 0-431 0,4 12 254 15,9 9 145-15</inkml:trace>
  <inkml:trace contextRef="#ctx0" brushRef="#br0" timeOffset="84548.48">26838 7167 1280 0,'-4'-6'0'0,"0"2"0"0,3-1 0 0,-1 2 0 0,-1 0 0 0,3-2 0 0,0 4 0 0,0-1 0 0,0 0 0 0,0 2 0 0,6 0 109 0,10 0-31 16,-1 0 58-16,11 0-45 0,-1 5 0 0,0 6 40 15,8-4-49-15,1 2 1 0,5 2-37 16,-1 0 70-16,7 1-35 0,3-1 12 0,5 0-47 0,9 4 48 15,0-3-1-15,3 0-47 0,7 0 50 16,5-1-38-16,2 1-12 0,17 1 58 16,-2-2-58-16,2 2 0 0,6-2 0 0,-9 0 18 15,25 4-18-15,-5-3 1 0,16 1-1 0,-27-1-98 16,14-3 50-16,2 2 11 0,12 0-23 16,-8 1 21-16,-17-3 0 15,12 1 14-15,-1-1 11 0,-4 2-12 0,1 4 2 16,-10-1-2-16,-3-2 5 0,-2 3-12 0,-4-1-46 0,-13-5 1 0,14 4 51 0,-23-3-101 15,-2-1 47-15,-15 0 0 0,5-1-77 16,-12-3 113 0,1 1 2-16,-7-3-8 0,-11-1 6 0,-2-2-94 0,-5 0 41 0,-1 0-16 15,-8 0 53-15,-6 0-102 0,-4 0 47 16,-4 0 11-16,-1 0 0 16,0-2-309-16,0-4 167 0,-17-2 77 0,-4 0 39 0,-7 3-637 0,-13 1 333 0,-12 2 1 15</inkml:trace>
  <inkml:trace contextRef="#ctx1" brushRef="#br0" timeOffset="42908.36">14167 17583 0,'0'0'15,"0"0"1,0 0-16,0 0 16,0 0-1</inkml:trace>
  <inkml:trace contextRef="#ctx0" brushRef="#br0" timeOffset="86341.7">3483 9503 856 0,'-31'-20'0'0,"0"3"0"0,1 5 0 0,7 0 0 0,6 5 0 0,2 0 0 0,3-2 0 0,-3 3 0 0,4 1 0 0,-1 2 0 0,2-2 82 0,2 4-38 0,1-1-1 0,0 0 37 15,-1 2-1-15,0 0-36 0,1 0 11 0,3 0 112 16,3 0-62-16,-1 0-30 0,0 0 221 0,2 0-126 15,0 0-52-15,0 0-42 0,0 0 151 0,0 0-91 16,0 0-45-16,4 0 4 0,6 5 67 16,0 3-62-16,5-3 1 0,8 6 29 0,-1-2-41 15,6 0 0-15,4 1-31 0,3-2 138 0,0-3-76 16,8 2-50-16,1-3-69 0,2 0 0 0,3-4 0 16,4 0 0-16,0 0 0 0,12 0 0 0,0 0 0 15,0-4 0-15,-2-4 0 0,14 0 0 0,0-2 0 16,2 0 0-16,0 2 0 0,2-3 0 0,1 0 0 15,0 0 0-15,1 2 0 16,10-5 0-16,-1 5 0 0,1-3 0 0,-10 3 0 16,17-4 0-16,-6 2 0 0,0 0 0 0,3 0 0 15,2 3 0-15,-16 0 0 0,23-1 0 0,-11 2 0 16,-4 3 0-16,1 0 0 0,2 1 0 0,-14 0 0 16,19 3 0-16,-12 0 0 0,1 0 0 0,-1 0 0 15,3 0 0-15,-9 3 0 0,16 0 0 0,-10 3 0 16,6 0 0-16,-6 0 0 0,-1-3 0 0,-3-3 0 15,2 1 0-15,-1-1 0 0,-3 0 0 16,-2 0 0-16,1 0 0 0,-14 0 0 16,14 0 0-16,-9-1 0 0,-2-2 0 0,-14 0 0 15,2 0 0-15,-11 0 0 0,5 0 0 0,-14-1 0 16,-1 0 0-16,-3 0 0 0,-10 0 0 0,2-1 0 16,-6 2 0-16,-4-3 0 0,-4 2 0 0,-2 0 0 15,-3 0 0-15,-2 1 0 0,-1-1 0 0,0 0 0 16,-3-2 0-16,0 1 0 0,0-3 0 0,0 2 0 15,-3 1 0-15,-8-1 0 0,-3 5 0 0,-11 1-113 16</inkml:trace>
  <inkml:trace contextRef="#ctx0" brushRef="#br0" timeOffset="88792.08">17469 8671 1212 0,'-3'1'0'0,"1"1"0"0,2-2 0 0,-2 0 0 0,2 0 0 0,0 0 0 0,0 0 0 0,0 0 0 0,0 0 0 0,2 0 0 0,7 0 47 0,6 0-1 0,2-2 0 0,7-3 27 16,3-4-26-16,1-1 11 0,4-3 19 15,9-1-31-15,5 0 1 0,4-1-1 0,14-6 37 16,6 0-25-16,14-7-12 0,4 2-54 0,7-4 0 15,6-3 54-15,4 2 0 0,8-1-64 16,12-3 26-16,-6 0-6 0,-1 2 40 0,6-1-71 0,2 2 30 0,-10 5-3 16,34-12-20-16,-9 3 45 15,3 1-9-15,3-3 5 0,5-2 8 0,2 0-13 0,4-2-5 16,22-5 64-16,-12 6 0 0,2-1-56 16,11-3 5-16,-11 4 62 0,34-9-1 0,-15 5-57 0,-3-1 11 0,3 1 35 15,-8 4 5-15,-20 5-32 16,28-9 1-16,-26 4-65 0,-23 8 51 0,2-3-2 0,-6 1 8 15,-26 6-73-15,3-2 26 16,-14 3 3-16,-9 2 32 0,-26 4-51 0,5 1 36 16,-16 4 20-16,-2 1-56 0,-8-2-1 0,-13 7 33 15,-5 2 9-15,-6 2-115 0,-10 1 56 0,-3 2-184 16,-5 0 109-16,-1 1 48 0,-7 0 29 0,-14 3-25 0,-16 0-562 16,-6 10 291-16,-15 14 145 15</inkml:trace>
  <inkml:trace contextRef="#ctx0" brushRef="#br0" timeOffset="89905.54">18512 8997 1163 0,'-7'-4'0'0,"3"1"0"0,-2 1 0 0,2 0 0 0,0 2 0 0,1-2 0 0,-1 2 0 0,0-2 0 15,1 2 0-15,3 0 0 0,-2 0 101 0,0 0-56 0,0 0 1 0,-1 0 24 0,-2 4-24 0,1 5-1 0,-1 3-20 16,-2 0 21-16,-1 6-1 0,-2 1-12 0,-1 2 13 16,-1 4 0-16,-2 5-31 0,-7 6 0 0,1 2 30 0,-1-5-25 15,-7 10-22-15,1-1 42 16,-1 1-16-16,0 0 13 0,0 3 0 16,-5 1-45-16,4-2-11 0,-1 0 49 0,-3-4-38 15,4 0 1-15,1-1 2 0,2-5 31 0,-4 3-9 16,3-7 3-16,6-2 43 0,-3-1-44 0,4-1-2 0,-1-4 24 15,2 0-21-15,6-5 0 16,0 0 4-16,1-5 10 0,5-4-11 0,3 1 5 0,1-4-2 16,1-4-3-16,2-2-11 0,0 0 12 0,0 0 4 15,0 0 2-15,0 0-6 0,0 0 1 16,0 0-42-16,0 0 40 0,0 0-2 16,0 0 8-16,0 0-10 0,0 0-36 0,0 0 35 0,0 0 3 15,0 0-41-15,2 0 4 0,3 0 27 0,2 0 5 0,5 0 40 16,1 0-1-16,2 0-42 15,2 0 14-15,2 0-12 0,1-2 1 0,1 0-1 0,9-4-46 16,0-2 47-16,2-1 4 0,3 0 36 16,1 1 0-16,2 1-34 0,2 0-3 0,-3-2-35 15,0 4 36-15,3 1-2 16,-2-2-11-16,5 3 7 0,-4-1 3 0,-1 2 1 0,8-1 7 16,0-2-8-16,0 2-1 0,2-2 22 15,2-3-21-15,7 1 5 0,4-3 32 16,-2 0 0-16,1 1-34 0,0 0-3 0,4 0 21 15,-8 3-10-15,15-4-6 0,-7 3 5 0,2-1-52 0,2 1 51 16,0 0-2-16,-8 1-44 0,16-4-8 16,-5 3 45-16,1 0 2 0,1-3-4 0,3 0-37 0,2 1-2 0,4-3 25 15,0 0-12-15,12-3 16 0,-5 0-7 16,3-4 6-16,-8 4-36 0,25-9 28 0,-12 1-11 16,-4 2 7-16,-3 1 1 0,-16 5 0 0,-5 2-31 15,9-2 32-15,-16 4 2 16,-11 4-26-16,-3 2 24 0,-9 1-1 0,-2 1 2 0,-10 0-47 15,-6 2 44-15,-1-1-3 0,-6 2 2 16,-4 0-55-16,-4 0-1 0,-3 0 51 0,-1 0 2 16,-2 0-52-16,0 0 0 0,0 0 42 0,0-2 0 15,-4 0-117-15,-6-4 58 0,-4 1 21 0,-6-3 1 16,-3 0-503-16,-5-1 250 0,-4 2 139 16,-10-3 66-16</inkml:trace>
  <inkml:trace contextRef="#ctx0" brushRef="#br0" timeOffset="90771.73">18489 8950 700 0,'-9'0'0'0,"2"-2"0"0,-1 0 0 0,2 0 0 0,2 0 0 0,-1-1 0 0,1-1 0 0,1 1 0 0,1 0 0 0,0 1 0 0,0 1 46 0,2-1-1 0,0 0 64 0,0 0-32 0,0 0 20 16,0 1 12-16,0-1-64 0,0 0 1 16,2 0 1-16,9 1-2 0,0-3 1 0,4-2 10 15,4 1 26-15,5 0-36 0,1-3 5 0,3 3-6 16,4-3 1-16,2 1 11 0,9-2-20 15,-2 1 8-15,0 1 1 0,1-1-1 0,1 0-21 16,-6 5 33-16,13-5-12 0,-8 3-35 16,0-1 33-16,1 2 2 0,0 1-3 0,-5 0-29 0,7-2 27 0,-4 1 1 0,3-1-60 15,0-1 57 1,0 0-3-16,-5-1 11 0,11-3-30 0,-8 2-12 16,5-2 26-16,-2-1 3 0,0-1-7 0,-3 3-23 0,10-3-12 15,-6 3 37-15,-2 0-55 16,4 2 51-16,-7 1 2 0,10-2-3 0,-7 2-26 15,2 1 24-15,-3-1-5 0,0-1 4 0,-5 5-9 16,6-4 7-16,-2 2-6 0,-2-2-5 0,1 1 7 16,1-1 1-16,-5 1 3 0,9-2-4 0,0-3 2 0,0 2-1 15,2-3-33-15,0 1-1 16,1-3 32-16,1 3-60 16,-2-2 56-16,-1 1 0 0,0 0-2 0,-2-2-21 0,-6 5 21 0,2 1-6 15,0-1-26-15,1-2 24 0,-6 3 2 0,1-1 0 0,2 1-20 16,-4-1 14-16,2 1 1 15,-1-2-8-15,1 1 8 0,5-2-1 16,-6 3 1-16,7-4 1 0,0 1 1 0,-2 1-1 16,0 0 2-16,-7 0 0 0,4 1 0 0,-4 0 1 0,-2 0 11 15,-4 4-12-15,-6-1 1 16,3 2 17-16,-6-1-18 0,-1 0 1 0,-2 2-2 16,-4 0-22-16,0 1 23 0,-3-1-1 0,0 2 1 0,1 0-42 15,-2-2 0-15,-3 2 39 0,2 0 1 0,0-2-3 0,-2 2-29 16,1 0-2-16,-3-1 29 0,1 1-6 0,-2 0-25 15,0-3 21-15,0 3 3 0,-2 0-63 16,0 0 31-16,0 0-8 16,0 0-88-16,0 0 54 0,0 0 24 0,0 0-5 0,0-2-230 0,0 2 129 15,0 0-586-15,0 0 661 16,-6 0 42-16,-1 0 10 0,-2 8 1 0,-1-1-125 16</inkml:trace>
  <inkml:trace contextRef="#ctx0" brushRef="#br0" timeOffset="91413.24">21907 8299 1156 0,'0'0'0'0,"2"0"0"0,-2 0 0 0,2 0 0 0,-2 0 0 0,0 0 0 0,0 0 0 16,0 0 0-16,0 0 0 0,0 0 0 0,0 0 119 0,0 0-38 0,0 5-1 0,0 0 83 0,0 4-49 0,0 2-41 0,-2 0 0 0,-3 0 47 15,-1 3-38-15,1-2-1 0,-2 4 21 16,-2-2-11-16,0 3-48 0,0 1 32 15,-3 1-1-15,3-1-31 0,-2 0 57 0,-2 2-55 16,0 2-2-16,2-5 0 0,-5 5 1 0,5-5-1 0,0 2 11 16,-2 0-11-16,2 0 0 15,-1 0 17-15,1 3-17 0,4-3 0 0,-3 0 11 16,1 1-55-16,0 1 45 0,-1 0-1 0,2-1 0 0,-1-1-52 16,-1 3 11-16,-1 1 30 15,0 1-36-15,-1-3-7 0,1 1 44 0,1-1-10 0,-2 0-19 16,-1 3 19-16,1-3 4 15,1-2-10-15,-2 3 8 0,1-2-7 0,2-2 11 0,-1 3-7 16,1-3-1-16,-1 3-2 0,2 3-38 16,-1-5 40-16,0 1 7 0,1 1-7 0,-1-3-43 0,1 4-1 15,-2 2-33-15,1-5 69 16,-1 2 4-16,0 0-10 0,1-1 1 0,-1 5-36 0,2-9 34 0,-1 4-7 16,1 0 18-16,0-3-17 0,2-1 2 15,-3 0 22-15,2-2-23 0,3-2 0 0,-2 1-1 0,-2-2 31 16,4 0-29-16,0 1 3 0,-3-1 8 15,5-2-3-15,-6 3 1 0,6-4-1 16,-3 1 3-16,3 0-17 0,-1-1 14 0,0-1 4 16,1-1-5-16,0-2-13 0,3-3 12 0,-2 1 0 0,2 0-1 0,0-2-41 15,0 2-6-15,0-2 47 0,0 0-287 16,0 0 135-16,0 0 57 0,0 0-610 16,0 0 333-16,0 0 162 15,0 0-790-15</inkml:trace>
  <inkml:trace contextRef="#ctx0" brushRef="#br0" timeOffset="94976.48">19930 7863 3302 0,'0'2'0'0,"0"5"0"0,0 5 0 0,0-3 0 0,0 4 0 0,0 1 0 0,0-2 0 0,0 2 0 0,0 0 0 0,0 1 0 0,0 0-235 0,0-1 99 16</inkml:trace>
  <inkml:trace contextRef="#ctx0" brushRef="#br0" timeOffset="95023.6">19926 8094 394 0,'6'0'0'0</inkml:trace>
  <inkml:trace contextRef="#ctx0" brushRef="#br0" timeOffset="95146.72">20312 7677 394 0,'-5'0'0'0</inkml:trace>
  <inkml:trace contextRef="#ctx0" brushRef="#br0" timeOffset="95371.77">20344 7668 3931 0,'23'-1'0'0,"4"-6"0"0,3 4 0 0,3-2 0 0,9-2 0 0,1 1 0 0,0 2 0 0,3-1 0 0,-7 2 0 0,12-3 0 0,-5 2 0 0,-2 0 0 0,-1 0 0 16,-8 2 0-16,4-1 0 0,-6 1 0 0,-1 0 0 15,-5 0 0 1,-5 0 0-16,0 1 0 0,-1-1 0 0,-6 2 0 0,1-2 0 0,-7 2 0 16,0 0 0-16,-2-2 0 0,-2 2 0 0,-4 0 0 0,1 0 0 15,0 0 0-15,-2 0 0 16,0 0 0-16,0 0 0 15,0 0 0-15,0 0 0 0,0 0 0 0,-7 7 0 0,-5 4 0 16,1 4 0-16,-3 1 0 0,0 0 0 0,-2 5 0 16,0 1 0-16,-2 0 0 0,2 1 0 0,-3 0 0 0</inkml:trace>
  <inkml:trace contextRef="#ctx0" brushRef="#br0" timeOffset="95414.88">20850 7958 394 0,'-12'19'0'0,"0"-1"0"0</inkml:trace>
  <inkml:trace contextRef="#ctx0" brushRef="#br0" timeOffset="96524.53">21074 7780 2617 0,'0'-2'0'0,"0"1"0"0,0-2 0 0,0 0 0 0,0 0 0 0,0 0 0 0,0 1 0 0,0 0 0 0,0 2 0 0,0 0 0 15,0 0 189-15,0 0-76 0,-2 0-28 0,-4 4 109 0,-5 11-78 16,-4 3-39-16,-2 0 0 0,-2 2 105 15,-4 3-62-15,3 2-46 0,-2-1 13 0,-1-3-87 16,2 0 0-16,5-3 0 0,0-3 0 0,5 0 0 16,2-2 0-16,2-3 0 0,2-4-34 0,1 0 34 15,3-1 10-15,1-4-639 0,0-1 265 16,0 0 173-16,0 0-593 0,1 0 374 0,5-7 176 0</inkml:trace>
  <inkml:trace contextRef="#ctx0" brushRef="#br0" timeOffset="96934.73">19988 7427 2671 0,'-7'0'-6'0,"0"-2"1"0,0 2-3 0,5-1 2 0,1 1 1 0,1 0 1 0,-2 0 2 0,2 0 1 0,2 0 1 16,13 0 0-16,7 0 410 0,4-3-184 0,3 2-92 0,1-5 271 0,2 2-283 0,-1-2-122 16,3 1 0-16,-4 0 0 0,0-1 0 0,-5 2 0 15,0 0 0-15,-1-1 0 16,-4 2 0-16,-2 2 0 0,-4-2 0 0,-2 2-48 16,-3 1 20-16,-2-2 35 0,-3 2-788 0,-1 0 309 0,-1 0 216 15,-1 0-475-15,-1 0 349 0,0-4 170 0,0-5 85 16</inkml:trace>
  <inkml:trace contextRef="#ctx0" brushRef="#br0" timeOffset="97025.48">20300 7204 415 0,'-11'0'0'0,"5"0"127"0,2 0-63 0,0 0-32 0,2 0 0 0,2 0 498 0,0 0-244 0,0 0-112 0</inkml:trace>
  <inkml:trace contextRef="#ctx0" brushRef="#br0" timeOffset="97079.65">20321 7209 3516 0,'18'4'0'0,"1"1"0"0,2 1 0 0,-3 4 0 0,-2-1 0 0,-2 1 0 0,0 0 0 0,-7-3 0 0,2 6 0 0,-5-2 0 0,-2 2 33 0</inkml:trace>
  <inkml:trace contextRef="#ctx0" brushRef="#br0" timeOffset="97153.85">20454 7361 961 0,'-13'16'0'0,"-2"-3"0"16,0 1 0-16,-1 0 0 0,-2-1 0 0,1 1 0 0,1-2 0 0,-2 2 0 0,1-2 0 0,2 1 0 0,3 1-153 0,0 1-125 0</inkml:trace>
  <inkml:trace contextRef="#ctx0" brushRef="#br0" timeOffset="97465.73">20323 7606 1268 0,'1'-4'-1'0,"3"0"1"0,-2-1-1 0,0-2 1 16,-2-1 0-16,0 0 0 0,0 0 0 0,0 2 0 0,0-3 0 0,-6 2 0 0,1 3 124 0,-4 0-42 0,-3 3 60 0,-3-1-41 0,-2 2-9 16,-1 0-51-16,-1 3 0 0,-4 8 152 0,0-1-75 15,7-1 220-15,-4 3-154 16,6-3-72-16,4-1-35 0,1-1 0 0,3-1 58 0,3 1-37 0,3 1 97 15,0 0-77-15,0 0-39 0,3 4 1 16,10-2-39-16,1 1 109 0,2-2-103 0,3 2-47 0,0 0 0 16,0 1 0-16,-2-1 0 0,-3 0 0 15,-2-1 0-15,-3 1 0 0,-3-2 0 0,-2 2 0 16,-3-1 0-16,-1-1 0 0,0 2 0 16,-14-1 0-16,-7 1 0 0,-2-1 0 0,-2-3 0 15,0 1 0-15,-7-1 0 0,2-1 0 0,2-2 0 0,1 0 0 16,4-3 0-16,4 1 0 0,1 0-656 15,9-2 230-15,1 1 193 16,6-1 95-16,2 5-781 0</inkml:trace>
  <inkml:trace contextRef="#ctx0" brushRef="#br0" timeOffset="97966.13">20291 8318 390 0,'0'-6'0'0,"0"0"321"0,-2 0-142 0,2 2-69 0,-2 3 300 0,2-1-186 0,-2 1-82 0,2-2-57 0</inkml:trace>
  <inkml:trace contextRef="#ctx0" brushRef="#br0" timeOffset="98189.8">20279 8284 3931 0,'0'0'0'0,"0"5"0"0,0 2 0 0,0 5 0 0,0 0 0 0,3 3 0 16,-2 1 0-16,-1 5 0 0,2 2 0 0,-2 3 0 0,2-1 0 0,-2 5 0 0,0-2 0 15,0 5 0-15,2 2 0 0,-2 3 0 0,0 6 0 16,0-3 0-16,0-2 0 0,0 8 0 0,0-2 0 0,0-2 0 15,0-6 0-15,0 1 0 0,0-1 0 16,0-6 0-16,-2-1 0 0,2-4 0 0,-2-5 0 16,2 2 0-16,-2-6 0 0,1-3 0 15,1-4 0-15,-3-3 0 0,1-1 0 0,0-2 0 0,0-4 0 16,1 0 0-16,-3 0 0 0,-2 0 0 0,3 0 0 16,-3-6-60-16,0-5-83 15,2-4 57-15,1-2-551 0,-1-7 299 0,4-2 150 16,0-3-628-16,0-5 379 0</inkml:trace>
  <inkml:trace contextRef="#ctx0" brushRef="#br0" timeOffset="98308.12">20282 8267 390 0,'0'-13'119'0,"0"5"-60"0,0 1-29 0,-5 1 338 0</inkml:trace>
  <inkml:trace contextRef="#ctx0" brushRef="#br0" timeOffset="98420.33">20084 8527 390 0,'-4'12'0'0,"2"-4"290"0,2-5-165 0,0-1-82 0,0-2-41 0,4 0 0 0,7-10-50 0,1-13-292 0</inkml:trace>
  <inkml:trace contextRef="#ctx0" brushRef="#br0" timeOffset="98563.97">20229 8304 2681 0,'5'-5'0'0,"2"-1"0"0,-1 0 0 0,2 3 0 0,-4-1 0 0,3 1 0 0,2 3 0 0,3 0 0 0,1 0 0 0,1 5 0 0,2 5 385 0,3 4-173 0,-3 0 135 16,4 3-159-16,-4-1-75 0,1 3-108 16,1-1-5-16,-4 1-119 0,2-2 15 0,-2 6 67 0,-1-4-301 15,1 3 188-15,-5-2 95 0,-2 2 47 16,1-2-866-16,-4 0 440 0,-2 1 89 0</inkml:trace>
  <inkml:trace contextRef="#ctx0" brushRef="#br0" timeOffset="98945.61">20227 9190 1969 0,'-4'0'0'0,"-2"0"0"0,2 0 0 0,1 0 0 0,-1 0 0 0,0 0 0 0,1 3 0 0,-1-2 0 0,0 3 0 0,3 0 0 0,-1 1 186 16,-1 1-64-16,3-2 46 0,0 1-65 0,0 1-32 15,0-1 125-15,0 0-79 0,0 0-29 0,0-3-9 16,5 0-81-16,2 1 41 15,0-3 0-15,2 0 0 0,1 0-71 0,-1 0 30 16,-1 0 1-16,-1-3 40 0,-2-1-140 0,-2 3 70 16,-1-2 31-16,0 2-38 0,-2-1 13 0,0 2 0 15,0 0-6-15,-2 0 154 0,-8 0-69 0,3 0-2 0,-4 0-60 16,3 0 153-16,-2 2-57 0,3 2-35 0,3-1 9 16,1-1-53-16,1 1 48 0,0-2-23 0,2 2-465 15,0 0 221-15,2-2 112 0,11-1-630 16,4 0 342-16,5 0 174 0,4-8 86 15</inkml:trace>
  <inkml:trace contextRef="#ctx0" brushRef="#br0" timeOffset="99406.09">20257 8324 1925 0,'0'-6'-2'0,"-2"2"0"0,2-1 0 0,-2 0 1 16,1 1 0-16,1 0 0 0,-2 3 1 0,2-1 0 0,0 1 0 0,0-2 0 0,0 3 143 0,-3 0-52 0,1 0 304 0,-3 0-178 0,-3 3 190 0,-1 5-189 0,-1 4-89 16,-3 1-44-16,-2 0 0 15,0 2 145-15,0 0-215 0,-1 2-15 16,0-2 0-16,1 2 0 0,0-3 0 0,0 1 0 0,4-4 0 0,0 0 0 16</inkml:trace>
  <inkml:trace contextRef="#ctx0" brushRef="#br0" timeOffset="99459.24">20037 8487 402 0,'-1'1'0'0,"-2"3"914"0,3-2-473 16,0 0-240-16,0-1-121 0,10 1-640 0,6-2 260 0,3 0 120 0</inkml:trace>
  <inkml:trace contextRef="#ctx0" brushRef="#br0" timeOffset="99802.4">20585 8807 3025 0,'-9'3'0'0,"4"-2"0"0,-1 3 0 0,1-2 0 0,0-2 0 0,3 2 0 0,2-2 0 0,-2 0 0 0,2 0 0 0,0 2 0 0,4-2 184 0,12 0-63 15,0 0 352-15,8 0-345 0,1 0-128 0,3 0 0 0,2 0 0 16,2-2 0-16,2-2 0 0,0 0 0 16,-2 0 0-16,0 1 0 0,-1-1 0 0,-4 2 0 15,3 0 0-15,-7 2 0 0,0-2 0 0,-3 2 0 16,-3 0 0-16,-6 0 0 0,1 0-607 0,-3 0 156 16,-4 0 206-16,-3 0 104 0,2 0-262 0,-2-1 173 15,-2-7 100-15,0-1 46 16</inkml:trace>
  <inkml:trace contextRef="#ctx0" brushRef="#br0" timeOffset="100028.65">20978 8631 2540 0,'-2'0'0'0,"0"0"0"0,0 0 0 0,2 0 0 0,0 0 0 0,2 0 0 0,9 0 0 0,6 0 0 0,3 0 0 0,1 0 0 0,6 0 631 15,-4 4-296-15,-2 0-148 0,-1 3-65 0,1 3-6 0,-5-1-116 16,0 0 0-16,-6 2 0 0,1 1 0 0,-8-1 0 15,-1 5 0-15,-2 0 0 0,0-2 0 0,-7 8 0 16,-9-8 0-16,-5 7 0 0,1-4 0 0,-3-2 0 16,1 0 0-16,5-4 0 0,-6 2 0 0,4-1 0 15,-4 0-615-15,2-3 237 0,-4 2 170 0,2 0 85 16,1-2-625-16,-2 3 359 0,5-1 175 16,-1-1 88-16</inkml:trace>
  <inkml:trace contextRef="#ctx0" brushRef="#br0" timeOffset="100361.16">20779 9018 2231 0,'0'0'0'0,"2"1"0"0,0 1 0 0,0 1 0 0,-2 2 0 0,0 1 0 0,0 1 0 0,1 2 0 0,-1 5 0 0,2-2 0 0,0 8 113 0,0-3 444 0,-2 1-260 16,0 3-119-16,0-2-75 0,0 2 230 16,0-3-214-16,0 1-119 0,-2-4 0 0,-2 2 0 0,1-4 0 15,-1-4 0-15,2-1 0 0,1-3 0 0,-1-2 0 16,2-2 0-16,-3-1 0 0,3 0 0 15,0-1 0-15,0-11 0 0,3-8 0 16,8-3 0-16,3-1 0 0,2-3 0 0,0 1 0 16,3-2 0-16,0 5-16 0,-4 5-78 0,6-5 41 15,-6 8 4-15,-2 2 189 0,0 4-80 0,-6 7-48 16,3 0-12-16,-2 2 0 0,-1 0 0 16,-4 5 0-16,-1 12 0 0,0 8 0 0,0-1 0 0,-2 8 0 15,0-4 0-15,0 2 0 16,3-2 0-16,0 1 0 0,3-4 0 0,1-3 0 15,4-3 0-15,-1 1 0 0,3-7 0 0,2-4 0 16,2-3 0-16,4-2 0 0,3-4 0 0,0 0 0 16,2-8-850-16,4-5 239 0,1-4 276 0</inkml:trace>
  <inkml:trace contextRef="#ctx0" brushRef="#br0" timeOffset="104362.26">23367 7909 2780 0,'-10'-3'0'0,"3"-1"0"0,0 3 0 0,1-4 0 0,1 4 0 0,0-2 0 0,3 0 0 0,2 0 0 0,-1 3 0 0,1 0 0 0,0 0 609 15,3 0-528-15,13 0 0 0,7-1-45 0,3 0 149 16,1-3-78-16,5 1-55 0,5 0-52 0,6-2 0 0,-4 1 0 16,-6 0 0-16,8 0 0 0,-4 3 0 15,-3-3 0-15,-3 2 0 0,-2 1 0 0,-5-2 0 16,-2 3 0-16,-1 0 0 0,-4 0 0 0,-2 0 0 15,-3 0 0-15,-3 0 0 0,0 3-33 16,-3 0-821-16,0-1 409 0,0 1 204 0,-5-1 102 0,3 0-287 16,-2-2-348-16,0 0 369 0</inkml:trace>
  <inkml:trace contextRef="#ctx0" brushRef="#br0" timeOffset="104569.82">23880 7662 2717 0,'-11'-8'0'0,"5"6"0"0,2-3 0 0,1 3 0 0,1 0 0 0,2 0 0 0,0 0 0 0,0 2 0 0,11 0 0 0,4 0 0 0,2 0 267 0,-1 0-115 0,2 10 259 0,-1 1-187 16,-3 1-84-16,2 2-120 0,-3 2-20 0,-4 1 0 15,-1-1 0-15,-2 5 0 0,-5 0 0 0,-1-3 0 16,0 8 0-16,-1 2 0 0,-15-3 0 0,0 3-296 16,-4 2 83-16,-2-2 121 0,0 1-684 15,-3-3 363-15,2 1 189 0,-1-5 84 0,-1-1-464 16,-2-3 284-16,0-2 142 0,-1-3 70 0</inkml:trace>
  <inkml:trace contextRef="#ctx0" brushRef="#br0" timeOffset="104934.84">23463 8207 2662 0,'-9'3'0'0,"1"3"0"0,4-2 0 0,2 1 0 0,2 3 0 0,0 3 0 0,0 1 0 0,0 1 0 0,4 2 0 0,3 1 0 0,1 4 91 0,-2 0 267 15,-1 0-161-15,1 0-81 0,-4 0-30 0,-1 1 9 0,1-3-29 16,-2 0-1-16,0-3 34 0,0 0-31 0,0-5-40 15,0 0-28-15,-2-2 0 0,1-4 0 0,1-3 0 16,-2 1 0-16,2-2 0 0,0 0 0 0,0-9 0 0,0-7 0 31,5-5 0-31,7-2 0 0,1-2 0 0,2 1-48 16,4-3 32-16,-2 3-5 0,2 2-18 0,-1 0 8 0,-2 8-2 16,-2-1 216-16,1 2-178 0,-1 3-5 0,-5 4 0 0,1 4 0 15,-1-1 0-15,-2 3 0 0,-1 0 0 0,2 5 0 16,-3 8 0-16,1 5 0 15,-1 2 0-15,1 7 0 0,-3 1 0 0,2 0 0 16,-3 2 0-16,3-2 0 0,-1-3 0 0,1 4 0 16,-1-7 0-16,1 1 0 0,0-3 0 0,0-4 0 15,-3 1 0-15,2-4 0 0,-2-3 0 0,0-1 0 16,-1-3 0-16,1-2 0 0,-1-2-223 16,-1-2-177-16,0 0 182 15,3 0-242-15,-1 0 211 0,4 0 107 0,1-8 43 0,2-5 36 16,7-4-653-16,-1-3 340 0</inkml:trace>
  <inkml:trace contextRef="#ctx0" brushRef="#br0" timeOffset="105158.53">24026 8381 2752 0,'2'-1'0'0,"0"-2"0"0,-2 3 0 0,0 0 0 0,0 0 0 0,0 0 0 0,0 0 0 0,0 0 0 0,0 0 0 16,0 12 0-16,0-1 733 0,0 4-339 0,0 2-342 0,0 2-52 0,0 2 0 0,2 3 0 0,0 2 0 0,-2-5 0 15,1 3 0-15,2-1 0 0,-3 0 0 0,2-3 0 16,-2 1 0-16,0-3 0 0,0-1 0 16,0-2 0-16,0-1 0 0,0-5 0 15,0-2 0-15,0-1 0 0,0-2-37 0,0-4-722 0,0 1 361 0,0-1 181 16,2 0-466-16,0-1 314 0,3-14 171 16,1-4-999-16,3-4 1146 0</inkml:trace>
  <inkml:trace contextRef="#ctx0" brushRef="#br0" timeOffset="105368.35">24246 8218 3781 0,'2'-4'0'0,"1"0"0"0,2-2 0 0,0 3 0 0,1 0 0 0,1-2 0 0,5 0 0 0,-1 3 0 0,3-1 0 0,6 1 0 0,-3-1 150 15,1 1-150-15,1 1 0 0,1 1 0 0,-2 0 0 16,1 0 0-16,-2 0 0 0,1 0 0 15,1 0 0-15,-4 0 0 0,0 0 0 0,-2 0 0 16,-2 0 0-16,-2 0 0 0,0 0-655 16,-5 1 142-16,3 1 242 0,-6 4-649 15,1 0 432-15,-2 3 230 0</inkml:trace>
  <inkml:trace contextRef="#ctx0" brushRef="#br0" timeOffset="105557.52">24286 8426 3809 0,'-12'12'0'0,"5"-7"0"0,1 1 0 0,5-4 0 0,-2 0 0 0,3-1 0 0,0-1 0 0,0 3 0 0,14-3 0 0,2 0-2 0,3 0 126 16,4 0-124-16,0 0 0 0,-2 0 0 15,4 0 0-15,-2 0 0 0,-2 0 0 0,-4 0 0 16,1 1 0-16,-5 2 0 0,4-2 0 0,-4 1 0 16,-1 2 0-16,-3-2-128 0,0-1 34 15,-1 0 75-15,-2 3-1012 0,-2-3 498 16,-1 1 248-16,-2 0-1487 0</inkml:trace>
  <inkml:trace contextRef="#ctx0" brushRef="#br0" timeOffset="106194.21">25014 8074 2314 0,'0'-12'0'0,"-3"7"0"0,-3-3 0 0,1 1 0 0,-4 3 0 0,2-1 0 0,-2 4 0 0,-2 1 0 0,-1 0 0 0,-1 0 0 0,0 10 215 0,-2 8-90 0,0 4 137 0,0 5-113 15,1 3-56-15,2 2-19 0,3 4 219 16,3 1-128-16,2 8-65 0,4-5 41 16,0 1-141-16,0-7 0 15,6 4 0-15,7-1 0 0,4-3 0 0,-2-4 0 0,3-2 0 16,-1-6 0-16,4 3 0 0,-2-3 0 16,-4-6-163-16,2 0 67 0,-2-3 65 0,-3-3-389 15,0-1 204-15,-3-5 44 0,0 2-539 16,0-5 336-16,-4-1 161 0,2 0 93 0,-2-1-500 0</inkml:trace>
  <inkml:trace contextRef="#ctx0" brushRef="#br0" timeOffset="106449.9">25296 8111 3872 0,'-6'-2'0'0,"3"0"0"0,-1 2 0 0,-1 0 0 0,-1 0 0 0,0 6 0 0,4 8 0 0,0 4 0 0,2 5 0 0,0 1 0 0,0 8 59 0,0-2-59 0,0 3 0 0,0 4 0 0,0-4 0 16,2 3 0-16,0-1 0 0,-1-1 0 0,2-4 0 15,1 0 0-15,-2-2 0 16,0-6 0-16,-1 3 0 0,-1-4 0 0,0-2 0 16,0-2 0-16,0-2 0 0,0-6 0 0,0 0 0 0,0-1-341 15,-1-4-10-15,-1-3 157 0,0-1 79 0,0 0 30 0,0 0-540 16,-1 0 294-16,3-1 147 15,0-11-501-15</inkml:trace>
  <inkml:trace contextRef="#ctx0" brushRef="#br0" timeOffset="107047.99">25568 8548 2975 0,'0'0'0'0,"0"0"0"0,0 0 0 0,0 0 0 0,0 0 0 0,0 0 0 0,0 0 0 0,2 0 0 0,2 0 0 0,4 0 0 0,-3 6 297 0,-1 0-130 0,2 1 200 0,-3 3-242 0,1 1-125 15,-2 2 0-15,-2 0 0 16,0 2 0-16,0 0 0 0,-4 1 0 0,-3 0 0 0,-2 0 0 16,-3-4 0-16,-1 4 0 15,2-5 0-15,-4-2 0 0,3 0 0 0,1-4 0 0,-2 4 0 16,0-6 0-16,2-3 0 0,3 0-637 0,-1 0 237 16,3 0 186-16,-1 0-505 0,6-6 341 0,1-7 170 15,0-3 87-15</inkml:trace>
  <inkml:trace contextRef="#ctx0" brushRef="#br0" timeOffset="107515.18">25897 8312 3103 0,'-7'-3'0'0,"1"2"0"0,2-1 0 0,0 0 0 0,-1 2 0 0,-2 0 0 0,-1 0 0 0,0 0 0 0,1 5 0 0,-1 6 0 0,3 1 95 0,-1 3 188 0,2 3-124 16,0 0-62-16,4 1-30 0,0 0 60 0,0 2-127 0,0-2 0 16,8-1 0-16,2-1 0 15,1 0 0-15,2-3 0 0,-1 1 0 0,2-5 0 0,1 0 0 16,2-1 0-16,-2-3 0 16,1-5 0-16,0 2 0 0,1-3 0 0,0 0 0 15,-1 0 0-15,1 0 0 0,-1-9 0 0,0 0 0 16,-2-4 0-16,0 0 0 0,-2 0 0 15,-1 0 0-15,-4-2 0 0,1 0 0 0,-2 0 0 0,-2 2 0 0,-2-4 0 16,-2 2 0-16,0-2 0 0,0-2 0 16,-2 2 0-16,-6 0 0 15,-2 1 0-15,2 1 0 0,-4 1 0 0,-1 1 0 16,-1 2 0-16,0 3 0 0,-2 1 0 0,0 1 0 0,-3 4 0 0,0 0 0 0,0 1 0 16,1 1 0-16,1 0 0 15,-1 0 0-15,4 1 0 0,1 3 0 0,1 2 0 16,3-2 0-16,2 1 0 0,-1-1 0 15,2 1 0-15,3-1 0 0,-2 2 0 16,5-1 0-16,0 3-330 0,0-1 45 0,0 3 127 0,0 0 61 16,5 1-247-16,4 1 155 0,3 2 76 0,0-1 30 0,2 2-608 15,1-2 327-15,4 0 165 16</inkml:trace>
  <inkml:trace contextRef="#ctx0" brushRef="#br0" timeOffset="107727.87">26318 8479 2984 0,'8'3'0'0,"3"3"0"0,-5-2 0 0,0 0 0 0,-3 1 0 0,-1 1 0 0,0 2 0 0,-2-1 0 0,0 3 0 0,0 3 0 0,0-2 549 16,0 4-257-16,0 0-186 16,-4 0-106-16,-5-2 0 0,1 4 0 0,-3-2 0 0,-1 2 0 15,-1-2 0-15,0-1 0 0,0-2 0 0,0-1 0 0,-3-1 0 16,3-3-308-16,0 0 58 0,4-4 147 15,0-3 63-15,1 0-711 0,2 0 357 0,1 0 180 0,3-3 89 16,2-12 35-16,0-7-611 0</inkml:trace>
  <inkml:trace contextRef="#ctx0" brushRef="#br0" timeOffset="107926.4">26496 8250 3821 0,'-2'0'0'0,"2"0"0"0,0 0 0 0,0 0 0 0,0 0 0 0,2 0 0 15,6 0 0-15,4 0 0 0,3 0 0 0,5-1 0 0,-2-2 110 0,1 1-110 0,4 2 0 0,-2-2 0 0,1 0 0 16,0 1-436-16,-1-2 447 0,0 2 9 0,-1 1 16 16,0 0-400-16,-4 0 200 0,-1 0 99 15,-3 0 51-15,1 0 33 0,0 0-1023 0,-2 0 484 0</inkml:trace>
  <inkml:trace contextRef="#ctx0" brushRef="#br0" timeOffset="108132.11">27104 8070 2636 0,'3'-2'0'0,"-2"2"0"0,0-1 0 0,2 1 0 0,-1 0 0 0,0 0 0 0,-2 0 0 0,0 0 0 0,0 8 0 0,0 3 0 0,0 2 142 0,-9 5 88 0,-4 4-97 16,-3-2-49-16,-2 4 109 0,-1 0-70 0,-4-2-48 0,2 0-1 15,-2 1-38-15,5-4 0 0,-2 0 47 16,6-6-15-16,1 2-50 0,2-4-18 0,2-4 0 16,2 0 0-16,3-4 0 0,2-1 0 15,0 0 0-15,2-2 0 0,0 0 0 0,0 0 0 16</inkml:trace>
  <inkml:trace contextRef="#ctx0" brushRef="#br0" timeOffset="108267.48">27294 8351 2764 0,'29'0'0'0,"-8"0"0"0,0 2 0 0,-2-2 0 0,-3 4 0 0,-7-4 0 0,0 1 0 0,-5-1 0 0,-2 2 0 0,-2-2 0 0,0 0-109 0,-2 0-507 0,-8 0 290 0,-2 0 146 0,-4-2-501 16</inkml:trace>
  <inkml:trace contextRef="#ctx0" brushRef="#br0" timeOffset="108475.4">27292 8132 2750 0,'-5'-5'0'0,"0"2"0"0,3 1 0 0,-4 0 0 0,1 2 0 0,0 0 0 0,0 0 0 0,1 9 0 0,1 5 0 0,1 2 0 0,2 3 632 15,0 7-297-15,0-6-150 0,0 7-156 16,0 4-29-16,0 1 0 0,0 1 0 0,0 0 0 0,-4-2 0 0,0 1 0 16,3-3 0-16,-4-4 0 0,1 5 0 15,1-9 0-15,1 2 0 0,-3-6 0 0,3-1 0 16,2-4 0-1,-3-3-761-15,2-1 300 0,1-4 213 0,-2-1-466 16,2-3 339-16,0 0 161 0,0-1 93 0,0-11-199 0,6-11 141 0</inkml:trace>
  <inkml:trace contextRef="#ctx0" brushRef="#br0" timeOffset="108737.76">27472 8021 3608 0,'10'-8'0'0,"5"2"0"0,0 1 0 0,0 1 0 0,-3 2 0 0,3 2 0 0,1 0 0 0,4 0 0 0,2 6 0 0,-2 7 0 0,0 4 216 16,2 2-109-16,-2 4-107 0,-2 4 0 0,-3 4 0 15,2 2 0-15,-6 6 0 0,-4 3 0 0,-1-1 0 0,-4 1 0 16,-2 10 0-16,0-5 0 16,-5-3 0-16,-9 4 0 0,-2-3 0 0,2-7 0 0,-10 9 0 0,2-10 0 15,-1 1 0-15,2-10 0 16,-2 2 0-16,0-6 0 0,0-1 0 0,3-6 0 15,4-4 0-15,-3-4 0 0,4-1 0 16,0-4 0-16,2-4 0 0,1 0 0 0,-1 0-621 16,2 0 270-16,1-10 149 0,1-4-953 0</inkml:trace>
  <inkml:trace contextRef="#ctx0" brushRef="#br0" timeOffset="108994.88">26909 8380 2269 0,'-9'0'0'0,"0"-3"0"0,0 1 0 0,1-1 0 0,-2 1 0 0,0 0 0 0,4 0 0 0,-1 2 0 0,-3 0 0 0,8 0 0 0,0 0 115 16,-1 0-40-16,3 0 9 0,0 0 515 0,3 2-281 0</inkml:trace>
  <inkml:trace contextRef="#ctx0" brushRef="#br0" timeOffset="109091.15">26981 8396 3931 0,'43'0'0'0,"4"0"0"16,4 0 0-16,3 0 0 0,-1 0 0 0,0 0 0 0,-2 0 0 0,-3 0 0 0,-5 0 0 0,-7 0 0 0,1 0 0 0,-3 0 0 15,-4 0 0-15,-6 0-11 0,-1 0-94 0,0 2 42 0,-6-2 0 0,-3 0-1056 16</inkml:trace>
  <inkml:trace contextRef="#ctx0" brushRef="#br0" timeOffset="112321.8">28838 8146 2277 0,'-10'-4'0'0,"0"1"0"0,5 3 0 0,-3 0 0 0,6 0 0 16,2 0 0-16,-2 0 0 0,2 0 0 0,0 0 0 0,0 0 0 0,2 0 500 0,11 0-237 0,11 3-114 0,4 1-57 0,4 2 233 0,12 1-145 15,-5-1-64-15,12 4-87 0,-7-2-29 0,2-3 0 16,-5 0 0-16,-5 3 0 0,1-2 0 0,-1-1 0 16,-6 1 0-16,-8-3 0 0,0 3 0 0,-3-2 0 15,-7-2-527-15,-1 1 144 0,-2 0 185 16,0-2-629-16,-6-1 395 0,1 0 199 15,-3 0 91-15</inkml:trace>
  <inkml:trace contextRef="#ctx0" brushRef="#br0" timeOffset="112509.31">29409 8007 2636 0,'0'-6'0'0,"0"1"0"0,0-1 0 0,0 2 0 0,0-1 0 0,7 3 0 0,6-2 0 0,-1 3 0 0,6 1 0 0,-2 0 0 0,2 0 163 0,-2 9 214 16,-1 1-170-16,-3 3-87 0,0 2-33 15,-1 2 16-15,-4 2-35 0,-2-1 1 0,-3 3-59 16,-2 3 0-16,0-1 33 0,-7 5-8 0,-5-1-350 16,-6-1 174-16,-2 0 89 0,-3 0 43 0,-2 0-704 15,-2 1 354-15,-6 2 95 0,3-4-497 0,-7-2 362 16</inkml:trace>
  <inkml:trace contextRef="#ctx0" brushRef="#br0" timeOffset="112844.42">29011 8515 2779 0,'-7'9'0'15,"2"2"0"-15,-2 2 0 0,2-1 0 0,1 0 0 0,2 4 0 0,2-1 0 0,0 0 0 0,0 2 0 0,0 2 0 0,0-2 195 0,0-3-85 0,0 1 283 0,0 0-179 0,0-3-89 16,0-2-45-16,0-3-45 16,0-2-35-16,0-1 0 0,0-3 0 0,0 2 0 0,0-3 0 0,0 0 0 15,0 0 0-15,4-10 0 16,7-6 0-16,2-3 0 0,3-1 0 0,0 0 0 0,4-6 0 15,-3 5-79-15,3-1-31 0,-6 7 52 16,2-1 78-16,-3 4-4 0,-1 2-44 0,-4 5 267 16,-1 2-239-16,-2 0 0 0,3 1 0 15,-5 2 0-15,3 0 0 0,-2 13 0 0,-2 6 0 16,0 4 0-16,3 3 0 0,-2 2 0 0,-1 2 0 16,4 2 0-16,-1-1 0 0,1-2 0 0,0-1 0 15,1-3 0-15,1 1 0 16,0-4 0-16,-3 1 0 0,2-4 0 0,-1-4-206 15,0 1-129-15,-3-8 141 0,2 0 79 0,2-1 40 0,-2-1-794 16,5-1 409-16,1-2 216 0</inkml:trace>
  <inkml:trace contextRef="#ctx0" brushRef="#br0" timeOffset="113172.69">29481 8727 3174 0,'-5'-7'0'0,"2"2"0"0,-1 2 0 0,3 1 0 0,1 0 0 0,0 0 0 0,0 0 0 0,5 0 0 0,8 2 0 0,2 0 0 0,0 0 228 0,0 0 216 0,2 6-359 16,-1 1-85-16,-2 3 0 0,0 2 0 0,-3-2 0 0,-4 3 0 15,1-3 0-15,-7 5 0 0,-1 0 0 16,0 2 0-16,-1 0 0 0,-11 2 0 0,-5-1 0 0,4-4 0 16,-4 1 0-16,1-2 0 0,1-2 0 0,-2-2 0 15,4 1 0-15,1-5 0 16,2-1 0-16,3 0 0 0,2-2 0 0,2 0 0 15,1-2 0-15,2 0 0 0,0 0 0 0,0 0 0 0,0 0 0 16,5 0 0 0,7 0 0-16,3 1 0 0,-2-1 0 0,6 0 0 0,-1 0 0 15,3 0 0-15,-3 0 0 0,3 0 0 0,0 0 0 16,-2 0 0-16,3 0 0 0,-1 0 0 16,-4 0 0-16,3 0-464 0,-2-1-7 0,-1-3-567 15,-1-2 493-15,-2-1 260 0,1-7 125 0</inkml:trace>
  <inkml:trace contextRef="#ctx0" brushRef="#br0" timeOffset="113365.04">29813 8438 3732 0,'0'-2'0'0,"0"-1"0"0,0 1 0 0,0-3 0 0,6 1 0 0,4 1 0 0,0-1 0 0,7 2 0 0,1 0 0 0,7 0 0 0,-2 2 199 15,1 0-199-15,1 0 0 0,-2 0 0 0,5 0 0 0,-11 4-33 0,3 2-154 16,-2-1 106-16,-6 3-368 0,-2 2 242 16,-2 1 120-16,-5 2 62 0,-3 0-1064 0</inkml:trace>
  <inkml:trace contextRef="#ctx0" brushRef="#br0" timeOffset="113512.59">29943 8621 2358 0,'-11'4'0'16,"5"-2"0"-16,4 2 0 0,-1-2 0 0,0-2 0 0,3 0 0 0,0 0 0 0,0 0 0 0,4 0 0 0,8 0 0 0,2 2 528 0,2 0-251 0,2 0-121 0,1-1-61 0,2-1-218 16,-2 3 79-16,3-2 48 0,-1 3-9 15,0-2-648-15,-4 0 344 0,5 0 172 0,-2 0 86 16,0-2-335-16,2 0 100 0</inkml:trace>
  <inkml:trace contextRef="#ctx0" brushRef="#br0" timeOffset="113806.9">30482 8216 3249 0,'-3'-4'0'0,"-7"2"0"15,2 2 0-15,-3 0 0 0,-2 0 0 0,0 8 0 0,-2 5 0 0,0 6 0 0,0 3 0 0,3 6 0 0,0 4 207 0,5 4 268 0,0 3-475 0,3 7 0 16,4-7 0-16,0-4 0 0,0 5 0 0,0-4 0 16,4-2 0-16,7 0 0 0,1-5 0 15,1-2 0-15,4-1 0 0,-4-2 0 0,4-3 0 16,1-4 0-16,-1-4 0 0,3-1 0 16,-5-5 0-16,5-3-792 0,0-2 320 0,-2-2 223 0,4 0 107 15,-4 0-592-15,5-10 349 0,-4-7 175 16,-1-2 79-16</inkml:trace>
  <inkml:trace contextRef="#ctx0" brushRef="#br0" timeOffset="114162.16">30633 8381 3082 0,'-14'-11'0'0,"7"4"0"0,2-2 0 0,2 1 0 0,3-1 0 0,0-1 0 0,0 3 0 0,11 1 0 0,8 1 0 0,3 4 0 0,4 1 287 0,2 0-126 0,2 0 74 16,0 4-91-16,0 5-122 0,0 5-22 15,-3 1 0-15,-2 1 0 0,-5 3 0 0,-7 0 0 16,-1 8 0-16,-10-4 0 0,-2 2 0 0,0 0 0 16,-17 3 0-16,-10-3 0 0,-5 4 0 0,1-5 0 15,3-5 0-15,-4 0 0 0,2-4 0 0,5-2 0 16,-5 0 0-16,5-3 0 0,7-5 0 0,-1 1 0 16,4-2 0-16,6-3 0 0,0 4 0 0,4-5 0 0,3 0 0 15,2 0 0-15,0 0 0 16,0 0 0-16,2 0 0 15,12 4 0-15,2-4 0 0,10 3 0 0,-7 1 0 16,8-3 0-16,1 4 0 0,-1-3 0 0,-3-1 0 0,3 1 0 16,-5 0 0-16,3-1 0 0,-4 1 0 0,3 0 0 15,-6 0 0-15,0 0 0 0,-1-1-80 0,-4 2-22 16,-1 0 34-16,-3-3-935 0,2 0 484 16,-1 0 242-16,-1 0 112 0,0 0-637 0,-2-3 383 0</inkml:trace>
  <inkml:trace contextRef="#ctx0" brushRef="#br0" timeOffset="114347.9">31080 8689 3573 0,'2'-2'0'0,"1"0"0"0,-1 2 0 0,4 0 0 0,-4 0 0 0,1 0 0 0,2 0 0 0,-1 8 0 16,-1 3 0-16,2 0 0 0,-5 5 137 0,0 0-56 0,0 3 59 0,0-2-140 0,0 2 0 0,-10 0 0 16,0 0 0-16,-6-2 0 0,2-3 0 0,-2 2 0 15,0-2 0-15,-4-2 0 16,2-3 0-16,5 1 0 0,-5-5 0 0,6 0-698 15,2-4 271-15,2 0 157 0,1-1 114 0,2 0 46 0,3 0-686 16,2-9 380-16,0-8 191 0,0-7-209 0</inkml:trace>
  <inkml:trace contextRef="#ctx0" brushRef="#br0" timeOffset="114549.72">31098 8560 2931 0,'9'2'0'0,"4"1"0"0,4-1 0 0,3 0 0 0,0 0 0 0,6-1 0 0,-1 2 0 0,10-1 0 0,-1-1 0 0,-1 3 0 0,1-2 198 0,-1-2-81 0,1 2 86 16,-4 0-89-16,-3 0-39 0,-5-2-463 0,-1 2 211 0,-2-2 107 15,-6 0 61-15,-1 1-700 16,-2-1 372 0,-5 0 186-16,-2 0 56 0</inkml:trace>
  <inkml:trace contextRef="#ctx0" brushRef="#br0" timeOffset="114738.73">31681 8265 3693 0,'2'0'0'0,"1"0"0"0,-1 7 0 0,0 3 0 0,-2 1 0 0,0 4 0 0,0 4 0 0,0 1 0 0,0 8 0 0,0 3 0 15,0-1 156-15,-2 4-74 0,-3-1-82 0,3 1 0 0,-3-4 0 0,1 0 0 0,0 0 0 0,1-3 0 0,-1 4 0 16,3-4 0-16,-6-2 0 0,5 1 0 0,-3-2 0 15,-1-1 0-15,1-1 0 0,0-1 0 16,-2-5 0-16,5-3-172 0,1-1-5 0,-1-5 82 0,2-1-953 16,0-3 507-16,2-3 253 0</inkml:trace>
  <inkml:trace contextRef="#ctx0" brushRef="#br0" timeOffset="114949.79">31851 8749 3633 0,'10'-2'0'0,"-1"0"0"0,-3 2 0 0,3 0 0 0,-3 0 0 0,1 0 0 16,1 0 0-16,-1 4 0 0,-2 7 0 0,1-3 0 0,-4 3 259 0,0 3-220 0,-2-1-39 0,0 2 0 0,0-2 0 0,-4 2 0 15,-7 0 0-15,-9-2 0 0,5-2 0 0,-2 1 0 16,-8-1 0-16,5-4 0 0,-1 1 0 0,2-2 0 16,1-3 0-16,6-1 0 0,-1-2 0 0,3 0 0 15,3 0 0-15,2 0 0 16,-1 0 0-16,6-2-486 0,0-4-10 0,0 1 221 15,13-8 125-15</inkml:trace>
  <inkml:trace contextRef="#ctx0" brushRef="#br0" timeOffset="115215.55">32043 8562 3372 0,'0'0'0'0,"6"0"0"0,1-2 0 0,2-2 0 0,2-2 0 0,2 3 0 0,1-1 0 0,6 3 0 0,3-2 0 0,2 1 0 0,3 2 206 0,-4 0-77 0,9 0 95 16,-1 0-224-16,0 0 0 0,-1 0 0 0,2 0 0 15,2 0 0-15,-16 0 0 0,4 0 0 0,0 0 0 0,-13 0 0 16,10 2 0-16,-18-2 0 16,-1 0 0-16,6 0 0 0,-7 0 0 0,0 0 0 15,0 0 0-15,-10 0 0 0,3 0 0 0,-4 0 0 16,6 0-61-16,0-2-641 0,1 0 333 0,1 0 158 15,1 1 92-15,2 1-601 0,0-3 343 0,0 1 170 16,2-1 86-16</inkml:trace>
  <inkml:trace contextRef="#ctx0" brushRef="#br0" timeOffset="115646.45">32729 8325 2871 0,'0'0'0'0,"0"0"0"0,3 0 0 0,-1 0 0 0,1 0 0 0,-3 0 0 0,0 0 0 0,2 0 0 0,-2 0 0 0,0 7 0 0,0 4 160 0,0 3-62 16,0 3 181-16,-7-1-114 0,-6 3-69 0,7 0-30 0,-10 2 82 16,3-6-100-16,1 2-48 15,7-6 0-15,-13 4 0 0,6-5 0 0,6-5 0 16,-1 0 0-16,6 0 0 0,-6-4 0 0,7-1 0 15,0 0 0-15,0 0 0 0,0 0 0 0,0 0 0 16,0 0 0-16,12 0 0 0,4 0 0 0,4 0 0 16,5 0 0-16,-5 0 0 0,7 0 0 0,1 4 0 15,-3 4 0-15,-3 1 0 0,-4 0 0 0,3 5 0 16,-2 1 0-16,-4 0 0 0,-3 0 0 0,1 6 0 16,-6-3 0-16,-4 4 0 0,0-3 0 0,-3 0 0 15,0 0 0-15,-10 1 0 0,-6-1 0 16,-3-2 0-16,-4 2 0 0,-4-4 0 15,-1 2 0-15,-2-4 0 0,-2-1 0 0,-1-3 0 16,3-2 0-16,-2-5 0 0,1 0 0 0,6-2 0 16,3 0 0-16,0 0 0 0,4-7 0 0,5-6 0 15,1-1 0-15,4-4-475 0,5-7-33 0,3-5 236 16,0-4-847-16,13-9 546 0</inkml:trace>
  <inkml:trace contextRef="#ctx0" brushRef="#br0" timeOffset="115808.39">32697 8360 2865 0,'9'0'0'0,"4"0"0"0,9 0 0 0,-2 0 0 0,0 0 0 16,0 3 0-16,3-3 0 0,3 2 0 0,-5 1 0 0,2 1 0 0,-3-1 97 0,-1 3 199 0,0 0-134 0,-5 0-64 0,4-1-31 16,-8 1-424-16,1-1 196 0,-2 1 108 0,-4-2 39 0,0-1-792 15,-3-1 421-15,1-2 210 16,0 0-656-16,2 0 407 0</inkml:trace>
  <inkml:trace contextRef="#ctx0" brushRef="#br0" timeOffset="116016.9">33095 8357 2024 0,'5'0'0'0,"1"-3"0"0,4 3 0 0,4 0 0 0,-3 0 0 16,3 0 0-16,3 0 0 0,0 9 0 0,1 3 0 0,0 8 0 0,1 0 762 0,-1 4-363 0,-2 7-181 0,-2 2 268 15,-2 9-444-15,-4-5-42 0,-5 3 0 0,-3 3 0 16,0-2 0-16,-7-3 0 0,-11 5 0 0,-3-4 0 15,-4-3 0-15,-2-3 0 0,-1-1 0 0,1-5 0 16,-3-2 0-16,-2-1 0 0,1-6 0 0,4 1 0 16,-1-3 0-16,5-4 0 0,-5 0 0 15,7-5 0-15,1 0 0 0,1-1-97 0,2 0-231 0,-3 3 142 16,3-2 57-16</inkml:trace>
  <inkml:trace contextRef="#ctx0" brushRef="#br0" timeOffset="116182.28">33264 9403 355 0,'0'0'1166'0,"0"2"-583"0,0 1-292 0,0-1-145 0,0 0-698 0,-9-1 258 0,6 3 129 0,-10-4-99 0</inkml:trace>
  <inkml:trace contextRef="#ctx0" brushRef="#br0" timeOffset="118196.43">15947 10517 2000 0,'-12'-9'0'0,"-1"8"0"0,2-1 0 0,-1 2 0 0,3-1 0 0,2 1 0 0,2 0 0 0,0 0 0 0,1 0 0 0,3 0 0 0,1 0 100 0,0 0-23 0,1 0 351 15,13 0-195-15,2-3 261 0,5 2-228 16,4 0-115-16,-5-2-48 0,10 1-38 0,0 0-51 16,-2 0-14-16,1-1 0 0,1 2 0 0,-6-3 0 15,8 2 0-15,-5 0 0 0,-3-3 0 0,3 1 0 0,-9 2 0 16,1 1 0-16,-2-2 0 16,-2 2 0-16,-4-1 0 15,-2 0 0-15,-1 1-4 0,-2-2-155 0,-3 3-724 0,1-2 423 16,-2 1 211-16,0-1 107 0,0-1-609 0,-1-7 362 0</inkml:trace>
  <inkml:trace contextRef="#ctx0" brushRef="#br0" timeOffset="118434.08">16319 10146 3635 0,'-6'0'0'0,"3"0"0"0,-2 0 0 0,3 0 0 0,2 2 0 0,0 4 0 0,7-2 0 0,11 3 0 0,6 2 0 0,5 1 0 0,1 3 122 0,2-2-42 0,1 5 14 0,1-1-94 15,-2 1 0-15,0 2 0 0,-4-1 0 0,-1 1 0 16,-6-3 0-16,0 5 0 0,-5-5 0 0,-3 3 0 0,-5 0 0 16,-4 1 0-16,-4 1 0 15,0 1 0-15,-11 0 0 0,-7 3 0 0,-3-5 0 0,-3 6 0 16,-3-3-36-16,-1 3-189 0,1-3 97 16,-3 3-543-16,1-4 317 0,1 2 159 15,2 0-482-15,-1-1 325 0,3 1 158 16,2-2 78-16,1 0-349 0</inkml:trace>
  <inkml:trace contextRef="#ctx0" brushRef="#br0" timeOffset="118820.7">16298 10941 1991 0,'5'3'0'0,"2"-1"0"0,-2 0 0 0,-1-2 0 0,-1 0 0 0,-1 0 0 0,2-4 0 0,-1-5 0 0,-1-2 0 0,0-2 0 0,0-1 64 0,1 2 0 0,-3-4 132 15,0 4-85-15,0-2-37 0,0 2 11 0,-7 2-25 16,-4 0 1-16,0 4 56 0,-6 3-44 15,1 1-1-15,-5 2 101 0,-4 0-68 16,0 0-34-16,6 10 9 0,-12 6 172 0,7 0-107 16,-1 2-55-16,4 1-43 0,5-4-47 0,0 3 0 0,7-1 0 15,2 0 0-15,5 1 0 0,2-4 0 0,0 4 0 16,4-2 0-16,12 1 0 16,3 0 0-16,4 1 0 0,2-3 0 0,-3-1 0 15,6 3 0-15,-2-2 0 0,1 0 0 0,-5 0 0 16,-2 2 0-16,-2-2 0 0,-2 0 0 0,-2 2 0 0,-5 0 0 15,-4 0 0-15,-3 1 0 0,-2 2 0 0,0-4 0 16,-3 3 0-16,-12 2 0 0,-4-3 0 16,-2-1 0-16,3-3 0 0,-11-2 0 15,5-2 0-15,3-5 0 0,-6 1 0 0,2-4 0 16,4-2 0-16,-2 0 0 0,3 0 0 0,1-2 0 16,4-5 0-16,2-5 0 0,4-1 0 0,1 0 0 15,7-2-286-15,1-2 99 0,0 0-329 16,3 0 240-16,12-2 111 0,6 1 68 15,3 1-762-15</inkml:trace>
  <inkml:trace contextRef="#ctx0" brushRef="#br0" timeOffset="119040.5">16804 10840 3931 0,'-7'0'0'0,"5"0"0"0,0 0 0 0,2 0 0 0,0 0 0 16,0 0 0-16,0 0 0 0,2 0 0 0,12 0 0 0,4 0 0 0,5 0 0 0,2 0 0 0,-1 0 0 0,3 2 0 0,-2-2 0 16,-3 1 0-16,9 2 0 15,-10-2 0-15,1-1 0 0,0 2 0 0,-1 0 0 0,-2-2 0 16,-2 2 0-16,-5-1 0 0,2 2 0 16,-3-2 0-16,-1 3-1029 0,-1 0 417 0,-2-1 288 15</inkml:trace>
  <inkml:trace contextRef="#ctx0" brushRef="#br0" timeOffset="119221.37">16882 11087 3754 0,'-15'10'0'0,"5"-4"0"0,1-1 0 0,4-3 0 0,3 0 0 0,2 0 0 0,2-1 0 0,14 2 0 0,9-2 0 0,3-1 0 0,6 0 177 15,-1 0-177-15,1 0 0 0,0-1 0 16,-6-2 0-16,3-2 0 0,-2 3 0 15,-5-2 0-15,-3 3 0 0,2-3 0 0,-5 2 0 0,1-1-987 16,-2 3 499-16,0 0 171 0,-4 0-417 0</inkml:trace>
  <inkml:trace contextRef="#ctx0" brushRef="#br0" timeOffset="120098.3">17381 10454 3400 0,'-4'-5'0'0,"4"4"0"0,0 1 0 0,0 0 0 0,4-2 0 0,11 2 0 0,6-3 0 0,5 2 0 0,10-5 0 16,7 0 0-16,-4 1 131 0,16-1-53 0,-4 0 1 0,-3 0 164 0,2 3-243 0,-4-1 0 16,-4 2 0-16,6 0 0 0,-9 0 0 0,-2 1 0 15,-2 1 0-15,-3 0 0 0,-7 0 0 0,0 0 0 0,-5 0-19 16,-7 0-769-16,-4 0 398 0,-1 0 119 15,-5 0 94-15,-1 0 74 0,-2 0-557 16,0-3 311-16,-5-2 157 0,-6-4 77 0</inkml:trace>
  <inkml:trace contextRef="#ctx0" brushRef="#br0" timeOffset="120662.43">18009 10169 2671 0,'-6'-4'0'0,"2"0"0"0,0 1 0 0,2 3 0 0,2 0 0 0,0 0 0 0,2 0 0 0,14 0 0 0,6 0 0 0,2 0 0 0,2 0 148 0,3 7-55 15,-6 2-19-15,5 3 125 0,-6 1-80 16,-5 0-42-16,0 3-47 0,-2 0 7 0,-8 3 9 16,0 1-10-16,-7 5-99 0,0-1 50 0,-7 2 24 15,-11 2-262-15,-3 1 153 0,-7 5 63 0,-1-4 35 0,-1-1-463 16,2 0 193-16,2-4 122 0,-2-1-333 0,0 0 221 16,0-1 113-16,1-4 54 0,-1-4 29 0,4-4-130 15,-5 0 84-15,3-3-92 16,0-2 83-16,2-3 41 0,3-1 0 0,-2 2 33 15,1-3 119-15,1 2-55 0,2 0-28 16,3 1 411-16,0 2-220 0,5-1-118 0,2 3-46 0,1 1 550 16,6 2-233-16,0 6-154 0,2 2 345 15,0 4-236-15,6 3-131 0,4 2 132 0,1 4-127 0,0 0-64 16,0 0-31-16,0 0 8 0,1 2 15 16,-3-4-92-16,-1 0 0 0,-1-2 0 0,-1-2 0 0,-4-3 0 15,0-3 0 1,0 0 0-16,0-9 0 0,-2 0 0 0,0-4 0 0,0-3 0 0,0-2 0 15,0-2 0-15,0 0 0 16,0-6 0-16,-2-11 0 0,2-4 0 0,0-6 0 16,0-4 0-16,2-1 0 0,5-4 0 0,4 1 0 0,1-1 0 15,-1 3 0-15,2 1 0 0,2 4 0 0,-6 7 0 16,5 0 0-16,-5 8 0 0,0 2 0 0,1 4 0 16,-5 3 0-16,4 2 0 0,-1 2 0 15,2 2 0-15,-3 13 0 0,-1 5 0 0,1 7 0 16,-4 1 0-16,4 6 0 0,-3 0 0 15,-1 3 0-15,-1 1 0 0,2-3 0 16,-3 1 0-16,3-3 0 0,-2-4 0 16,3 3 0-16,-2-7 0 0,-1-3 0 0,0-1 0 15,0-5 0-15,-1-5 0 0,1 0 0 0,0-3 0 16,-2-2 0-16,0-5-337 0,2-1 149 0,0 0 60 0,1 0 50 0,3 0-716 16,2-7 379-16,3-12-476 15</inkml:trace>
  <inkml:trace contextRef="#ctx0" brushRef="#br0" timeOffset="120860.96">18151 11028 3247 0,'2'-3'0'0,"-1"2"0"0,-1 1 0 0,0 0 0 16,3 0 0-16,-3 0 0 0,2 7 0 0,2 6 0 0,-1 1 0 0,3 6 0 0,-1 5 677 0,1-3-670 0,0 2-7 0,0 1 0 15,-3-5 0-15,1 5 0 0,0-3 0 0,-3 1 0 0,3-4 0 16,-2-1 0-16,0-4 0 0,-1-3 0 0,2 2 0 0,-1-5-370 15,0-3-14-15,-2-1 200 16,0-3-20-16,2-1-543 0,-2 0 355 0,3 0 177 16,3-7 89-16,1-14-466 0</inkml:trace>
  <inkml:trace contextRef="#ctx0" brushRef="#br0" timeOffset="121091.59">18741 10649 3931 0,'6'-6'0'0,"-2"2"0"0,-3 0 0 0,1 2 0 0,-2 2 0 15,0 0 0-15,0 8 0 0,0 6 0 0,-5 9 0 0,-5 3 0 0,1 4 0 0,-2 4 0 0,-5 8 0 0,3-5 0 0,-2 2 0 16,0-1 0-16,2-4 0 0,-6 9 0 0,2-3 0 16,-1-3 0-16,-1 0 0 0,-2-1 0 0,4-4 0 15,-4 2 0-15,5-4 0 0,1-6 0 0,4-4-316 16,-1-6-143-16,3-5 180 15,0-5-495-15,1-2 367 0,2-2 185 0,2-6 92 0,2-19-407 0,2-6 242 16</inkml:trace>
  <inkml:trace contextRef="#ctx0" brushRef="#br0" timeOffset="121304.15">18450 10693 3640 0,'2'-22'0'0,"-1"8"0"0,1 3 0 0,0 2 0 0,-2 5 0 0,2 2 0 0,3 0 0 0,2 2 0 0,4 6 0 0,6 13 0 0,-1 3 291 0,4 5-291 0,4 8 0 0,-2 1 0 15,1 4 0-15,3-1 0 0,1 2 0 16,1-2 0-16,2-3 0 0,0 0 0 0,-2-2 0 16,2-5 0-16,-8-3 0 0,3 1 0 15,-6-1 0-15,-1-3 0 0,-4-4 0 0,-1-3 0 0,-4-4 0 16,-3-1 0-16,0-3-245 0,-5-3 78 0,1-3-301 16,0-2 216-16,-2 0 98 15,0 0 64-15,0-3 27 0,-2-14-582 0,-3-8 305 0</inkml:trace>
  <inkml:trace contextRef="#ctx0" brushRef="#br0" timeOffset="121528">18947 10596 3931 0,'0'-8'0'0,"0"2"0"0,2-1 0 0,2-1 0 0,4 1 0 0,5-1 0 0,6 0 0 0,3 2 0 0,8 3 0 0,8-3 0 0,-2 3 0 0,10 0 0 15,-2-2 0-15,1 4 0 0,0-1 0 0,0 0 0 16,-8 0 0-16,7-1 0 0,-7 2 0 0,-1 1 0 0,-4-2 0 16,-4 2 0-16,-7 0 0 0,-1 0 0 0,-4 0 0 15,-6 0-104-15,-4 0-76 0,0 0-805 0,-4-1 479 16,-2-2 235-16,0 2 117 0,-3-3-460 0,-9-5 289 16,-5 1 135-16</inkml:trace>
  <inkml:trace contextRef="#ctx0" brushRef="#br0" timeOffset="121726.55">19399 10315 2589 0,'-6'-7'0'0,"4"-1"0"0,2 1 0 0,0-1 0 0,6 3 0 0,10-1 0 0,3 2 0 0,9 2 0 0,-1 1 0 0,3 1 0 0,0 0 297 0,0 0-130 0,-2 11-56 16,-2 0-42-16,-2 5 321 0,-3 0-176 0,-6 1-120 0,-1 1-94 16,-7 4 0-16,-2 4 0 0,-5-2 0 15,0 2 0-15,-7 0 0 0,-7 1 0 0,-6-1 0 16,-2-1-236-16,-1-1-45 0,-1-1 159 15,0-3-391-15,-3-1 255 0,1-2 26 0,-3-2-524 16,1 0 359-16,-4-2 181 0,0-5 90 0</inkml:trace>
  <inkml:trace contextRef="#ctx0" brushRef="#br0" timeOffset="122088.08">19190 10755 2679 0,'-7'3'0'0,"3"6"0"0,0 0 0 0,1 0 0 0,3 4 0 0,0 4 0 0,0 2 0 0,0 4 0 0,3 0 0 0,5 5 0 0,-1 1 187 0,0 1-75 0,0 0-38 15,-4 1 433-15,1-4-235 0,-2-3-172 0,-1 3-100 16,1-4 0-16,-2-5 0 0,0 2 0 0,0-8 0 0,0-2 0 16,0-5 0-16,0-1 0 0,0-2 0 15,0-2 0-15,-2 0 0 0,2-7 0 16,0-8 0-16,0-5 0 0,0-6 0 0,6-2 0 0,3 0 0 16,3-4 0-16,1 0-196 0,0 0 61 0,4 2 50 15,-2 4 24-15,-2 3 108 0,4 2-38 16,-4 3-22-16,0 5 0 0,-3 6 146 0,-1-1-84 15,-2 5-52-15,1 3 271 16,0 0-268-16,-1 7 0 0,-3 9 0 0,1 9 0 0,-1 1 0 16,0 2 0-16,0 4 0 0,0 0 0 0,-1-1 0 15,3-1 0-15,1 1 0 0,-1-2 0 16,0-3 0-16,-1-3 0 0,1-1 0 0,-1-1 0 0,-3-5 0 16,0 1 0-16,1-6 0 0,-2-1 0 15,-1-1 0-15,0-3 0 0,0 0 0 0,0-2-257 16,0-2-171-16,0-2 195 0,0 0 98 15,-1 0 49-15,1-8-811 0,0-15 435 0,0-3 213 16</inkml:trace>
  <inkml:trace contextRef="#ctx0" brushRef="#br0" timeOffset="122369.19">19532 11041 2792 0,'5'-10'0'0,"7"1"0"0,-1-1 0 0,0 5 0 0,1-1 0 0,2 2 0 0,4 3 0 0,-2-2 0 0,5 3 0 0,5 0 0 0,-1 3 356 0,-3 8-160 0,-1 0-71 0,2 6 335 0,-4 2-458 16,-7 1-2-16,-1 3 0 15,-1-1 0-15,-8 1 0 0,0 5 0 16,-2-2 0-16,0 3 0 0,-14-3 0 0,-2 2 0 0,-5-3 0 0,-2-3 0 16,0-1 0-16,-2-4 0 0,6-6 0 15,-4-2 0-15,5-3 0 0,2-3 0 16,5 0 0-16,2-3 0 0,1 0 0 0,4 0 0 0,3 0 0 16,1 0 0-16,0 0 0 0,0 0 0 15,11 0 0-15,6 0 0 0,4 0 0 0,3 0 0 16,2 0 0-16,0 3 0 0,3 1 0 0,-1 0 0 15,-4-1 0-15,8 1 0 0,-3 0 0 16,-1-2 0-16,-2 0 0 0,-4-1 0 0,3 2 0 16,-4-1 0-16,-5-1-496 0,0 1 127 15,-7-2 167-15</inkml:trace>
  <inkml:trace contextRef="#ctx0" brushRef="#br0" timeOffset="128732.43">20247 10415 372 0,'-6'0'0'0</inkml:trace>
  <inkml:trace contextRef="#ctx0" brushRef="#br0" timeOffset="128855.24">20231 10415 3931 0,'0'0'0'0,"0"0"0"0,0 0 0 0,1 2 0 0,8 2 0 0,9 0 0 0,5-1 0 0,-2-1 0 0,6 1 0 0,1-2 0 0,-5-1 0 15,9 0 0-15,-6 0 0 0,1 0 0 0,-2 0 0 16,-4 0 0-16,4 0 0 0,-2 0 0 15,-5 0 0-15,-3 0 0 16,-2 0 0-16,-4 0-19 0,-1 0-987 0,-2 0 448 0,-4 0-1293 16,-1 4 1710-16,-1 9 52 0</inkml:trace>
  <inkml:trace contextRef="#ctx0" brushRef="#br0" timeOffset="129063.96">20240 10815 3931 0,'-11'10'0'0,"3"-4"0"0,2 3 0 0,2-6 0 0,4 0 0 0,0 2 0 0,2-2 0 0,12 1 0 0,11 2 0 0,-2-2 0 0,7-3 0 0,0 1 0 0,2 2 0 15,-2-3 0-15,-1 2 0 0,-1-2 0 0,-2 4 0 16,-1-1 0-16,-5-1 0 0,3 2 0 0,-2-1-350 16,-3 0-16-16,-1-1 202 0,-1 0-351 0,-5-2 165 15,1 2 162-15,0-3 75 16,-1 0 39-16,-2-3-569 0</inkml:trace>
  <inkml:trace contextRef="#ctx0" brushRef="#br0" timeOffset="129354.02">20941 10092 3931 0,'0'-7'0'0,"0"1"0"0,0 5 0 0,0-2 0 0,0 1 0 0,0 0 0 0,-4 2 0 0,2 0 0 0,0 14 0 0,2 7 0 0,0 2 0 0,0 9 0 0,-2 10 0 0,2-5 0 16,-1 20 0-16,1-3 0 0,-2 14 0 0,-1-2 0 16,1 5 0-16,0 8 0 0,1 11 0 0,1-17 0 0,-2 21 0 15,-2-8 0-15,0 3 0 0,1-7 0 0,-4 20 0 16,2-11 0-16,1-4 0 0,4-13 0 0,0-1 0 16,0-9 0-1,0 7 0-15,2-18 0 0,5-1 0 0,0-4 0 0,-2-14 0 16,1-2 0-16,-3-5 0 15,1-8 0-15,-1-8 0 0,-1-4 0 0,-1-5-251 16,1 0-183-16,-2-2 203 0,0 0 97 0,0-11-938 16,0-8 518-16</inkml:trace>
  <inkml:trace contextRef="#ctx0" brushRef="#br0" timeOffset="130066.83">23910 9964 2890 0,'1'-13'0'0,"-1"5"0"0,0 3 0 0,0-2 0 0,0-1 0 0,0 4 0 0,0 0 0 0,0 2 0 0,0 1 0 0,0 1 0 0,0 0 87 0,0 0-26 0,0 7 219 0,0 8-113 0,0 2-70 16,0 6-30-16,0 3 215 16,0 4-282-16,0 2 0 0,0 6 0 0,0 5 0 0,0 2 0 15,0 2 0-15,2 5 0 0,1 4 0 0,-1 5 0 0,2 10 0 16,-3 0 0-16,3 7 0 15,-2 14 0-15,0-6 0 0,-2-9 0 0,0 9 0 16,0 10 0-16,0-8 0 0,0-1 0 0,0-9 0 16,0 1 0-16,0-1 0 0,1-3 0 0,3-7 0 0,1-3 0 15,0-11 0-15,2 3 0 0,1-6 0 16,-1-5 0-16,-2-8 0 0,4-2 0 0,-2-6 0 0,-2-7 0 16,1-3 0-16,-3-5 0 0,2-4 0 0,-3-4 0 15,0 1 0-15,-2-6 0 0,0 0-616 0,0-2 146 16,0 0-714-16,-7 0 575 0</inkml:trace>
  <inkml:trace contextRef="#ctx0" brushRef="#br0" timeOffset="130612.2">21330 10053 2689 0,'-10'0'0'0,"4"0"0"0,3 0 0 16,1 0 0-16,0 0 0 0,2 0 0 0,0 0 0 0,13 0 0 0,11 0 0 0,3 2 0 0,5-2 149 0,1 0-56 0,6 0 168 0,0 2-112 0,-2-2-56 15,0 1-20-15,-3-1-8 0,-4 2-30 0,-1 0-359 31,-9-1 179-31,2 4 91 0,-3-2 53 0,-6 1-610 16,-1-1 318-16,-5-2 112 0,-3 1 91 0,-2-1-568 16,0-1 303-16,-2 0 164 0,0 0 78 0,0-9-132 0</inkml:trace>
  <inkml:trace contextRef="#ctx0" brushRef="#br0" timeOffset="130789.24">21741 9874 1665 0,'0'-11'0'0,"0"2"0"0,0 3 0 0,1 2 0 0,7 3 0 0,2-2 0 15,3 3 0-15,1 0 0 0,2 0 0 0,-2 6 0 0,4 5 65 0,-4 0 307 0,0 4 380 16,-3 3-709-16,-3-1-8 0,-4 1 10 0,-3 4-37 16,-1 3 1-16,-1-1 26 0,-13 3 1 0,-4-1-573 15,-1-1 571-15,-2-2 1 0,-1 2 1 0,-1-4-537 16,0-2 264-16,2 0 134 16,5-6-312-16,-5 0 201 0,4 0 63 0,0-1 58 0</inkml:trace>
  <inkml:trace contextRef="#ctx0" brushRef="#br0" timeOffset="130981.78">21517 10325 2445 0,'-10'11'0'0,"1"4"0"0,2 0 0 0,0 2 0 0,-3 1 0 0,4 3 0 0,1 6 0 0,1-3 0 0,4 4 0 0,0 0 0 0,0 1 178 0,0-5 252 16,0 8-201-16,4-5-97 0,3-3-49 0,0-6 7 15,3 2-28-15,1-4 9 0,2-3-35 0,-1-2-200 16,-1-3 101-16,2-4 48 0,0-4 26 0,1 0-185 15,-1 0 101-15,-1-6 53 0,2-7-589 16,-3-4 302-16,-2-1 65 0,-1-5 96 0,0 2-441 16,-3-7 276-16,-1 0 137 0</inkml:trace>
  <inkml:trace contextRef="#ctx0" brushRef="#br0" timeOffset="131125.21">21588 10265 2284 0,'-12'-7'0'0,"3"4"0"0,0 2 0 0,4-1 0 0,-1 0 0 0,5 2 0 0,-4 0 0 0,5 0 0 0,0 0 0 0,0 0 0 0,0 0 262 0,0 5-113 16,3 3-56-16,4-1-21 0,0 3-268 0,1-3 115 0,-3 3 58 16,5-1-257-1,-3 0 158-15,3-1 87 0,1-1 31 0,2-1-704 0</inkml:trace>
  <inkml:trace contextRef="#ctx0" brushRef="#br0" timeOffset="131326.47">22103 10161 3387 0,'2'0'0'0,"7"0"0"0,4 0 0 0,4-3 0 0,3 3 0 15,1-2 0-15,2 0 0 0,7 0 0 0,2 0 0 0,2 0 0 0,1-2-70 0,4 3 53 0,-4-2 36 0,1 2-9 0,-3-1-604 0,-1 2 315 0,-3-2 157 0,-8 2-708 31,0-2 388-31,-1 1 207 0,-6-2 99 0</inkml:trace>
  <inkml:trace contextRef="#ctx0" brushRef="#br0" timeOffset="131521.56">22576 9978 2366 0,'-7'-14'0'0,"3"7"0"0,1-3 0 0,1 3 0 0,2 1 0 0,0 3 0 0,0-2 0 0,2 4 0 0,7-1 0 0,5 2 0 0,4 0 546 16,1 0-254-16,-1 9-128 0,3 1-64 0,-3 3 128 0,1 0-100 15,-1 0-46-15,-5 4-57 0,-3-2-25 0,1 4 0 16,-8 0 0-16,-1 1 0 0,-2 5 0 16,0-4 0-16,-12 1 0 0,-2 2-291 0,-6-1 80 15,0-2-599-15,-2-3 395 0,-1 3-127 16,1-4 252-16,-1 0 118 0,-5 0 72 16,3-1 32-16</inkml:trace>
  <inkml:trace contextRef="#ctx0" brushRef="#br0" timeOffset="131731.81">22383 10404 2570 0,'-5'9'0'0,"-2"4"0"0,4 1 0 0,-1-2 0 0,0 2 0 0,3 2 0 0,1 3 0 0,0 3 0 0,0 4 0 0,0 0 0 0,1 4 765 15,5 0-369-15,1 2-196 0,1 0-200 0,-2 1 0 16,-1 2 0-16,1-4 0 0,-4 1 0 0,-1-2 0 16,1 1 0-16,-2-4 0 0,0-2 0 0,0-4 0 15,-5-1 0-15,-4-1 0 0,-2-4 0 0,-3-4 0 16,1-1 0-16,0-5 0 0,-4-1 0 0,2-4 0 15,2 0 0-15,-3 0 0 0,4 0-505 0,1-9 69 16,-1-6-434-16,1-8 418 0,4-5 207 16,0-10-1064-16,5-6 1234 0</inkml:trace>
  <inkml:trace contextRef="#ctx0" brushRef="#br0" timeOffset="131865.17">22252 10394 2592 0,'2'-11'0'0,"0"6"0"0,-1-2 0 0,1 4 0 0,0 1 0 0,0 0 0 0,3 0 0 0,1 2 0 0,1 0 0 0,5 0 0 0,-3 0 298 0,5 0-130 16,-5 4-58-16,4 1-175 0,0 3 50 0,0-1 26 0,3 1 0 0,-4 2-657 16,4-3 350-16,0-1 161 0</inkml:trace>
  <inkml:trace contextRef="#ctx0" brushRef="#br0" timeOffset="132069.73">22881 10181 3355 0,'-2'0'0'0,"2"0"0"0,0 0 0 0,2-2 0 0,9-1 0 0,4 1 0 0,5 1 0 0,3-1 0 0,9 0 0 0,2-2 0 0,1 0 151 0,3-1-58 0,0-1 39 16,-3 0-48-16,1 2-24 0,-2 1-532 0,-3 1 250 15,0-1 129-15,-5 0-717 0,-3 2 423 0,-2-1 211 0,-3 0 115 16,-4 1-67-16,-3-2 62 0</inkml:trace>
  <inkml:trace contextRef="#ctx0" brushRef="#br0" timeOffset="132673.59">23318 9957 2421 0,'-5'-6'0'0,"1"2"0"0,1 2 0 0,3-1 0 0,0 1 0 0,3 0 0 0,12 2 0 0,2 0 0 0,4 0 0 0,3 0 0 16,-3 0 118-16,1 7 178 0,0 1-134 0,-1 3-63 15,-3 1-32-15,-2-1-8 0,-4 0 1 0,-3 2-16 0,-5 4-8 16,-4 1-1-16,0 2-230 0,-6-1 115 0,-11 2 58 0,2-3-402 16,-8 4 224-16,1-3 117 0,0-2-448 15,-1-2 249-15,0-2 122 16,5-4-76-16,-5 1 105 0,2-4 48 0,3-2-76 16,-1 0 62-16,3-3 22 0,4 1 9 0,1 0 31 15,1 2-1-15,0-1 187 0,5 3-93 0,1 3-56 16,1 1 431-16,-2 6-234 0,5 0-105 0,-2 2 523 15,0 8-297-15,2 3-111 0,-3 1-91 16,1 6 138-16,-2 5-109 0,1-4-57 16,-3-1-27-16,1 4 307 0,-2-2-172 0,2-1-94 0,-2-4-104 0,1-3 0 15,-1 1 0-15,2-9 0 16,-2-1 0-16,2-2 0 0,1-4 0 0,0-6 0 0,1-1 0 16,1-7 0-16,2 1 0 0,-2-2 0 0,2 0 0 0,0-11 0 15,0-3 0-15,7-7 0 0,6-4 0 16,1 1 0-1,2-1-20-15,3 3-60 0,1-3 4 0,3 4 18 0,2 1-8 16,-1 3 0-16,3 4 115 16,-4 4-42-16,-3 3 0 0,1 4-51 0,-3 0 114 0,-3 2-52 0,-4 0-22 0,-2 5-1 15,-2 5 51-15,-5 0-40 0,-1 5 13 16,-1-2 0-16,0 0 0 0,-10 0 43 16,-1-2-12-16,-3 1-3 0,-2-3-47 0,2-4 0 0,-2 1 0 15,2-4 0-15,0 0 0 0,3-2 0 0,-1 0 0 0,3 0 0 16,2 0 0-16,1 0 0 15,5 0 0-15,-1-2 0 16,2 0 0-16,0 2 0 0,0 0 0 0,0 0 0 0,7 7 0 0,6 3 0 16,1 4 0-16,2-2 0 15,5 3 0-15,0 1 0 0,1-3 0 0,-1 0 0 0,5 2 0 16,-1-2 0-16,1-2 0 0,0-1-472 16,0-1 403-16,-1-3 19 0,3 1-5 0,-5-2 31 15,-2 3-692-15</inkml:trace>
  <inkml:trace contextRef="#ctx0" brushRef="#br0" timeOffset="133194.07">21611 10980 2921 0,'-5'-4'0'0,"0"3"0"0,3-1 0 0,1 2 0 0,1 0 0 0,-2 0 0 0,2 11 0 0,0 8 0 0,0 3 0 0,0 1 0 0,0 2 80 0,3 5 364 0,1-1-204 0,2 4-102 0,-2-2-51 15,0 3-66-15,-2-3-21 0,-1 2 0 0,-1-1 0 16,0-2 0-16,0 0 0 16,0-4-261-16,0 3 97 0,-1-6 101 0,-3-1 49 0,0-4-287 15,2-3 163-15,2-4-21 0,0-3-551 0,0-2 336 16,4-6 170-16,9 0-392 0,8-6 280 0</inkml:trace>
  <inkml:trace contextRef="#ctx0" brushRef="#br0" timeOffset="133496.46">21916 11236 3050 0,'5'-2'0'0,"-1"2"0"0,-2 0 0 0,-2 7 0 0,0 8 0 0,0 8 0 0,0-1 0 0,0 3 0 0,0 3 0 0,0-2 0 0,1-3 293 0,10 5-133 0,3-4 268 16,2-3-428-16,5-3 0 0,2 0 0 15,4-7 0-15,3-4 0 0,0-5 0 0,2-2 0 16,0 0 0-16,-2-6 0 0,-2-8 0 0,-3-4 0 16,-2-3 0-16,-4 0 0 0,-6-2 0 0,-1-1 0 15,-7 3 0-15,-3-6 0 0,-2 7 0 16,0-6 0-16,-7 4 0 0,-9-1 0 0,2 6 0 16,-9-2 0-16,0 4 0 0,-3 5 0 15,-1 3 0-15,2 5 0 0,0 2 0 0,-5 0 0 16,4 2 0-16,7 7 0 0,0 5 0 0,4 1 0 15,4 0 0-15,4 2-60 0,2 0 6 0,3 2 22 0,2-3-537 16,0 3 266-16,10-2 124 0,7 2 76 0,2-4-614 16,4 0 340-16,2-4 171 15,2-1-215-15</inkml:trace>
  <inkml:trace contextRef="#ctx0" brushRef="#br0" timeOffset="133694.81">22527 11350 3361 0,'0'0'0'0,"0"0"0"0,0 0 0 0,0 0 0 0,0-2 0 0,0 1 0 0,3-2 0 0,11 1 0 0,2 1 0 0,4-1 0 0,6 0 223 0,-1 0 124 0,3 0-347 0,2 0 0 16,0 0 0-16,1-1-33 16,-1 3-1-16,-2 0-273 0,-6 0 172 0,0 0 86 15,1 0-722-15,-3 0 393 0,-1 0 201 16,-1 0-631-16,-2 0 386 0,2 0 193 0,-2 0 87 0</inkml:trace>
  <inkml:trace contextRef="#ctx0" brushRef="#br0" timeOffset="133960.53">23221 11101 2583 0,'5'-4'0'0,"2"0"0"0,-2 2 0 0,-3 2 0 0,0 0 0 0,-2 8 0 0,0 5 0 0,0 1 0 0,-4 6 0 0,-8 1 0 0,-1-1 150 0,-2 3 208 16,0-3-161-16,-4 1-80 0,5-4 44 0,-4 0-67 0,2-3-29 15,2-2 141-15,5-5-206 16,0-1 0-16,4-4 0 0,2 3 0 0,1-5 0 16,2 2 0-16,0-2 0 0,12 0 0 0,6 0 0 15,7 0 0-15,5 0 0 0,2-2 0 0,5 0 0 16,7-3 0-16,-10 1 0 0,13-1 0 16,-11 4 0-16,3-2 0 0,-2 1 0 0,-3 0 0 15,-4 2 0-15,-8 0 0 0,3 0-525 16,-7 0 116-16,-7 0 187 0,1 0-560 0,-6 0 377 15,-5 0 185-15,-1 0 91 0,0 0 47 16,-1-2-413-16,-10-4 221 0</inkml:trace>
  <inkml:trace contextRef="#ctx0" brushRef="#br0" timeOffset="134117.94">23476 11115 2310 0,'-13'-12'0'0,"1"3"0"0,3 4 0 0,-2-1 0 0,4 4 0 0,-3 2 0 0,4 0 0 0,3 5 0 0,-1 10 0 0,4 7 0 0,-2 2 746 0,2 7-355 16,0 8-178-16,0-2 58 0,0 14-271 0,0 0 0 15,0 0 0-15,0 1 0 0,0 3 0 16,0-1 0-16,0-2 0 0,0 3 0 0,-2 2-738 16,-1 7 119-16,-5-5 328 0,-5 12 172 15</inkml:trace>
  <inkml:trace contextRef="#ctx0" brushRef="#br0" timeOffset="135165.37">21291 11974 2263 0,'-11'-12'0'0,"4"7"0"0,2-1 0 0,0-1 0 0,3-1 0 0,2 1 0 16,0-3 0-16,2 0 0 0,17-1 0 0,0 2 0 0,8 0 320 0,0 1-141 0,3 3-71 0,5 3 126 0,-1 1-103 0,-1 1-47 0,-1 0 0 0,0 2-46 0,-5 10 46 15,-7 1-37-15,2 8-68 16,-6-1 30-16,-7 5-1 0,-7 1 30 0,-2 5 0 0,0-2-37 16,-18 8-9-16,-3-6 46 0,-8 2-129 15,-3 2 64-15,1-3 6 0,-1-8 84 16,-8 6-63-16,11-11 16 0,-3 0 154 0,2-7-75 0,8-6-44 16,0 0-51-16,1-5 0 15,6-1 0-15,5 0 0 0,1 0 0 0,4-1 0 0,3-3 0 0,2-4 0 16,0-1 0-16,2 3 0 0,12-1 0 15,3 0 0-15,4 1 0 0,3 0 0 16,-3 3 0-16,7 1 0 0,-1-1 0 0,1 3 0 0,-3 0 0 16,5 0 0-16,-3 0 0 0,-2 3 0 15,1 0 0-15,-1 3 0 0,-4 0 0 0,0 3 0 16,2-2-37-16,-4-3-213 0,1 2 108 16,0-1-794-16,-1 1 439 0,-3-4 235 0,3 0 111 15,-1-2 58-15</inkml:trace>
  <inkml:trace contextRef="#ctx0" brushRef="#br0" timeOffset="135369.44">21927 12075 3577 0,'0'0'0'0,"0"0"0"15,1 0 0-15,3 0 0 0,3 0 0 0,7 0 0 0,2 0-2 0,4 0-5 0,4 0 0 0,3 0 2 0,1 0 380 0,2-2-375 0,-1 0 0 0,1 0 0 16,0 2 0-16,-3 0 0 0,-1 0 0 0,-3 0 0 0,0 0-113 15,-5 0-119-15,-1 0 129 0,-4 0-673 16,-3 0 366-16,-3 2 213 0,-1 2-31 0,-3-2-411 0,-1 0 306 16,0-2 148-16,2 0 73 15</inkml:trace>
  <inkml:trace contextRef="#ctx0" brushRef="#br0" timeOffset="135563.1">22426 11876 3507 0,'0'-5'-2'0,"0"-1"-1"0,0 5 1 0,0-2 0 0,0 3 0 0,0 0 1 0,0 0 1 0,0 11 0 0,0 4 0 0,2 8 0 0,1 0 341 16,-1 5-246-16,3 2-95 0,-2 2 0 0,1 2 0 16,-2-1 0-16,0 3 0 0,0-2 0 15,-1-1 0-15,3 1 0 0,-2-2 0 0,1-1 0 16,-1-2 0-16,0 0 0 0,1-4 0 0,-1-4 0 16,0 0 0-16,1-6-727 0,-1-4 283 15,3-1 208-15,1-2-246 0,4-8 213 0,1 0 121 16,0 0 54-16</inkml:trace>
  <inkml:trace contextRef="#ctx0" brushRef="#br0" timeOffset="135723.62">22750 12094 2982 0,'0'0'0'0,"0"0"0"0,0 0 0 0,1 0 0 0,5 0 0 0,1 0 0 0,7 0-2 16,0 0 0-16,5 0 0 0,0-2 1 0,2 0 116 0,0 1 11 0,0 1-45 0,2-2 0 0,0 2-553 0,0 0 250 15,-3 0 128-15,-1 0 65 0,-1 0-345 0,0 0 205 16,-4 0 111-16,-4 0 43 16</inkml:trace>
  <inkml:trace contextRef="#ctx0" brushRef="#br0" timeOffset="136052.51">23247 11962 2042 0,'2'0'0'0,"2"0"0"16,-3 0 0-16,1 4 0 0,-2 6 0 0,0 3 0 0,0 2 0 0,0 2-1 0,-7 2-1 0,0 1 1 0,-2 0 156 0,0-1 290 0,2 0-209 0,-2-4-101 0,2-2-49 16,2-3 223-16,3-1-136 15,-1-5-59-15,3 0-44 0,0-2 73 0,0-2-116 16,0 0-27-16,3 0 0 0,13 0 0 0,0 0 0 16,3 0 0-16,8 0 0 0,-4 0 0 0,2 0 0 15,0 0 0-15,3 2 0 0,-4 5 0 16,-2 2 0-16,-3 0 0 0,1 5 0 0,-6 2 0 15,-2-2 0-15,-3 2 0 0,-6 4 0 16,0-1 0-16,-3-1 0 0,-3 1 0 0,-12 4 0 16,-3-5 0-16,-3-1 0 0,-4 1 0 0,0-3 0 15,2-6 0-15,-9 3 0 0,1-3 0 0,2-4 0 16,-3-2 0-16,2-1 0 0,-2-2 0 16,0 0 0-16,4 0-345 0,4-2-70 0,1-12-197 15,10-3 278-15,1-14 154 0,7-6 72 0</inkml:trace>
  <inkml:trace contextRef="#ctx0" brushRef="#br0" timeOffset="136175.16">23221 12004 2515 0,'14'0'0'0,"7"0"0"0,-3 0 0 0,0 0 0 0,-1 0 0 0,4 1 0 0,1-1 0 0,1 0 0 0,5 0 0 0,-2 0 0 0,1 0 279 0,-2 0-122 0,4 0-378 0,-3 0 138 15,6 0 55-15,-4-1 32 0,2-4-799 0</inkml:trace>
  <inkml:trace contextRef="#ctx0" brushRef="#br0" timeOffset="136400.9">24387 11211 3654 0,'7'-11'0'0,"11"7"0"0,4 1 0 0,0-3 0 0,1-1 0 0,0 2 0 0,4 2 0 0,3-1 0 0,0 1 0 0,2-2 0 0,5 3 277 0,-3 1-277 0,-1-1 0 15,1 0 0-15,-4 2 0 0,-3 0 0 0,-9 0 0 16,1 0-71-16,-6 5-189 0,-5 4 143 0,-5-1 76 16,-3 4-1016-16</inkml:trace>
  <inkml:trace contextRef="#ctx0" brushRef="#br0" timeOffset="136589.41">24476 11457 3931 0,'-4'15'0'0,"4"-4"0"0,0-2 0 0,0 0 0 0,7-1 0 0,10 1 0 0,5-3 0 0,5 4 0 0,3 0 0 0,2-3 0 0,2 3 0 0,1-4 0 0,1-1 0 15,0 1 0-15,-4-1 0 0,0-1 0 0,-2 0 0 16,-6-1 0-16,-3-1 0 0,0 0 0 0,-12-1 0 15,2 2 0-15,-5-1-937 0,-5-1 471 0,-1 4 109 16</inkml:trace>
  <inkml:trace contextRef="#ctx0" brushRef="#br0" timeOffset="139022.07">25391 10567 1826 0,'-5'-2'0'0,"-1"0"0"0,-1 1 0 0,2-3 0 0,-3 2 0 0,2-1 0 0,-3 2 0 0,0 1 0 0,-1 0 0 0,1 0 0 0,-2 0 69 0,-1 0 149 0,-1 10-92 15,-1 1-45-15,0 6-14 0,-5 3-8 0,4 3 160 0,-2 1-91 16,1 2-46-16,-4 12-24 0,6-4 230 16,-4 9-130-16,6-1-62 0,-3 3-30 0,7-2 275 15,1-2-292-15,3 12-49 0,2-2 0 0,2-1 0 16,0 1 0-16,4 1 0 0,7 1 0 0,4-3 0 15,2-3 0-15,4-3 0 0,-1-3 0 0,2-4 0 0,-1-6 0 16,2-1 0-16,-3-4 0 16,3-1-74-16,-4-3-215 0,-1-4 113 0,0-4-1232 15,-4-2 1313-15,2-3 31 0,-5-2-291 16,0-5 160-16,1-2 80 0,-4 0 30 0</inkml:trace>
  <inkml:trace contextRef="#ctx0" brushRef="#br0" timeOffset="139406.68">25755 10583 3141 0,'-6'-10'0'0,"-2"2"0"0,3 3 0 0,-3-2 0 0,0 4 0 0,3 2 0 0,0 1 0 0,-1 0 0 0,0 0 0 0,0 3 0 0,3 8 125 0,-1 8 290 15,2 4-194-15,2 5-192 0,0 4-29 0,0 4 0 0,0 9 0 16,0-8 0-16,0 16 0 0,0-4 0 0,0 5 0 16,0 10 0-16,0-3 0 15,0-4 0-15,0 15 0 0,0-7 0 16,0-1 0-16,0-2 0 0,0-8 0 0,0 2 0 15,0-1 0-15,0-5 0 0,0 0 0 0,0-7 0 0,0-7 0 16,0 1 0-16,0-5 0 0,0-6 0 16,0-3 0-16,0-5 0 0,0-6 0 0,0-2 0 15,-5-3 0-15,5-3 0 0,-4-4 0 0,2 0-486 16,-2 0 130-16,0 0 164 0,2-3 78 0,0-9-780 16,2-6 429-16,0-5 215 0</inkml:trace>
  <inkml:trace contextRef="#ctx0" brushRef="#br0" timeOffset="140381.94">26140 10667 1662 0,'-2'-6'0'0,"-4"2"0"0,2 2 0 16,-2-1 0-16,1 0 0 0,1 2 0 0,-1 1 0 0,-1 0 0 0,-3 0 0 0,1 7 0 0,-1 14 166 0,-4 2-64 0,3 3-33 0,1 2 309 0,1 4-175 0,2 0-83 15,3 2-42-15,1-3 136 0,2-1-89 0,0-3 228 16,2 3-163-16,11-7-76 0,-2-8-39 0,7 6 7 15,1-8-82-15,1-2 0 0,0-5 0 0,3 0 0 16,-1-6 0-16,5 0 0 0,-5 0 0 16,-1-9 0-16,2-7 0 0,-1-5 0 0,-4-1 0 0,0-3 0 15,-5-2 0-15,-4 3 0 16,1-7 0-16,-5 2-49 0,-3-1-46 0,-2 0 47 0,0-2-54 16,-2 0 34-16,-10 2-2 0,-2 0 1 0,-3 6 140 15,-5 1-52-15,2 4-12 0,0 8-52 0,-8 0 213 16,3 5-94-16,1 4-30 0,3 1 41 15,-1 1-30-15,8 0-32 0,-2 0-41 0,2 7 30 16,3 4-6-16,-1 4-6 0,5 1-292 16,3 0 118-16,3-2 78 0,1 4 47 0,0-1-566 15,0 0 289-15,1-1 145 0,7 0-487 0,4-1 320 16,-2-2 156-16</inkml:trace>
  <inkml:trace contextRef="#ctx0" brushRef="#br0" timeOffset="140712.51">26590 10719 3479 0,'-9'0'0'0,"1"0"0"0,4 0 0 0,1 0 0 0,1 0 0 0,2 0 0 0,0 0 0 0,0 0 0 0,5 0 0 0,12 0 0 0,6 0 452 0,2-3-452 16,3 0 0-16,-1 0 0 0,3 1 0 0,-5-2 0 16,5 3 0-16,-4-1 0 0,-5 0 0 15,2 0 0-15,-3 2 0 0,0 0-24 0,-4 0-215 16,-2 0 137-16,0 0-761 0,-5 0 425 0,1 4 166 0,-3-1 109 15,-1 3-502-15,1 0 314 0,0-1 158 16</inkml:trace>
  <inkml:trace contextRef="#ctx0" brushRef="#br0" timeOffset="141014.81">27299 10526 2641 0,'7'0'0'0,"-3"0"0"0,-2 0 0 0,1 0 0 0,-3 7 0 16,0 4 0-16,0 3 0 0,-8 3 0 0,-5 5 0 0,-1-1 0 0,-5 2 109 0,0-1-37 0,-2 1 262 0,-1-1-140 0,3-1-84 16,-2-1 59-16,4-4-67 0,1 0-33 15,-1-3 49-15,9-3-105 0,1-3-13 16,0 1 0-16,4-4 0 0,0-1 0 0,3-1 0 0,0 0 0 16,3-1 0-16,10 2 0 0,6-3 0 0,3 0 0 15,3 0 0-15,-1 0 0 16,6 0 0-16,0 0 0 0,-1 0 0 0,1 0 0 15,-2 0 0-15,-6 0 0 0,3 0 0 0,0 2 0 0,-4 0-59 16,-3 0-211-16,-1 4 124 0,-2-5-492 16,-5 3 305-16,-1-1 149 0,-3 1-177 0,-1 0 162 15,-3-2 73-15,1 0 49 0,-1-2-438 0,-2 0 239 16,0 0 121-16</inkml:trace>
  <inkml:trace contextRef="#ctx0" brushRef="#br0" timeOffset="141180.26">27402 10592 2691 0,'-7'-4'0'0,"-2"2"0"0,4 2 0 0,-2 0 0 0,0 0 0 0,2 4 0 0,1 11 0 0,4 2 0 0,0 5 0 0,0 2 0 0,0 7 441 0,0 0-204 0,1 1-100 0,5 2-224 16,-1 0 123-16,-1 0 8 0,-1-1-8 16,1-1-272-16,-2-1 136 15,-1-1 68-15,1 2 34 0,-2-2-735 0,0-3 380 0,0 4 194 16,-12-1 16-16</inkml:trace>
  <inkml:trace contextRef="#ctx0" brushRef="#br0" timeOffset="141530.6">26002 11399 3113 0,'-9'0'0'0,"3"0"0"0,5 0 0 0,-1 0 0 0,2 0 0 0,0 0 0 0,2 0 0 0,14 0 0 0,7 0 0 0,5 0 0 0,4 0 468 0,4 0-216 0,-1 0-154 0,3 2-98 0,-2 2 0 16,-1-1 0-16,-1 1 0 0,-2 0 0 0,-7 2 0 15,1-2-14-15,-5 1-650 0,-3 1 350 0,-3-2 175 0,-5-1-759 16,-3 2 422-16,-4-1 224 16,0-2-885-16,-2 2 1100 0</inkml:trace>
  <inkml:trace contextRef="#ctx0" brushRef="#br0" timeOffset="141733.84">26472 11254 2473 0,'-4'-3'0'0,"2"1"0"0,-3 2 0 0,4 0 0 0,-3 0 0 0,4 11 0 0,0 4 0 0,0 6 0 0,0 3 0 0,0 3 0 0,0 1 551 0,0 4-258 0,0-1-128 15,0 2-56-15,-1-3 154 0,-1 1-186 0,2-1-77 16,-2 1 0-16,2-5 0 0,0-2 0 0,0 1-396 15,0-1 193-15,0-2 120 0,0-4-612 0,0-3 354 16,0-2 107-16,0-2 108 0,2-3 22 16,4-3-244-16,3-5 155 0</inkml:trace>
  <inkml:trace contextRef="#ctx0" brushRef="#br0" timeOffset="141916.67">26829 11493 3256 0,'1'-1'0'0,"0"-4"0"0,6 1 0 0,-1-1 0 0,1-1 0 0,3 1 0 0,1 3 0 0,0-2 0 0,4 2 0 0,1 0 0 0,1 2 88 0,3 0-277 0,-1 0 113 0,1 0 56 0,1 0-246 16,0 0 146-16,-3 2 78 0,1 4 39 16,-1 0-752-16,-1-4 377 0,1 3 190 0,-1-3 95 15</inkml:trace>
  <inkml:trace contextRef="#ctx0" brushRef="#br0" timeOffset="142234.13">27430 11317 2300 0,'0'3'0'0,"0"6"0"0,0 3 0 16,-6-1 0-16,-6 2 0 0,4 2 0 0,-4 1 0 0,1 0 0 0,2 0-2 0,2 0 0 0,-2-1 172 0,6-6-67 0,-3 1 17 0,3-2-42 0,1-1 10 0,0-3-53 0,2-3 110 15,0 2-55-15,0-1-26 16,0-2 139-16,4 1-75 0,6-1-50 0,6 0-1 0,-2 2 74 16,6 1-58-16,-2-2-81 0,1 3-12 15,2 0 0-15,-1 1 0 0,-1 2 0 0,-1 2 0 0,-5 3 0 16,1 1 0-16,-5 1 0 16,-2 1 0-16,-2 2 0 0,-3-1 0 0,-2 1 0 0,0-1 0 0,-9 0 0 15,-5 0 0-15,-3-2 0 0,-5-1 0 16,5-3 0-16,-4-2-41 0,-1 0-76 0,-1-4 52 0,-3 0 30 15,5-4-9-15,-3 0-536 0,0 0 263 16,2 0 145-16,2-2 68 0,1-5-254 16,3-7 162-16,5-4-519 0,1-10 344 0</inkml:trace>
  <inkml:trace contextRef="#ctx0" brushRef="#br0" timeOffset="142350.96">27321 11399 1790 0,'13'-6'0'0,"2"3"0"0,1-1 0 16,0 0 0-16,-2 2 0 0,2 1 0 0,1-2 0 0,0 3 0 0,2 0 0 0,-1 0 0 0,1 0 94 0,2 0-33 0,-4 0-411 0,5 0 193 0,-3 0 97 0,-2 0-646 16</inkml:trace>
  <inkml:trace contextRef="#ctx0" brushRef="#br0" timeOffset="142664.16">27884 10590 2936 0,'0'-14'0'0,"0"11"0"0,0 1 0 0,0 0 0 0,0 2 0 0,0 0 0 0,0 0 0 0,2 0 0 0,0 14 0 0,2 8 0 0,-1 6 187 0,2 10 341 0,-2 4-248 0,-1 6-280 15,-2 6 0-15,0 2 0 0,0 2 0 16,0 12 0-1,-7-8 0-15,-3 2 0 0,2 0 0 0,-2 0 0 0,4-10 0 16,-4 6 0-16,3-1 0 0,-1-7 0 0,1-1 0 0,2-6 0 16,0-4 0-16,0 4 0 0,0-11 0 0,0 1 0 15,2-2 0-15,-1-5 0 0,2-8 0 16,-1 2-758-16,-2-5 344 0,2-1 190 0,1-1 94 0,-1-2-700 16,2-2 401-1</inkml:trace>
  <inkml:trace contextRef="#ctx0" brushRef="#br0" timeOffset="142854.07">28147 11557 3931 0,'6'0'0'0,"1"0"0"0,3 4 0 0,-1 2 0 16,-3 1 0-16,1 2 0 0,-1 1 0 0,-1 2 0 0,-1 2 0 0,-1 1 0 0,0 1 0 0,-3 2 0 0,0-1 0 0,0-1 0 0,-8 1 0 0,-3 0 0 15,0-2 0-15,-2 0 0 0,-2-1 0 0,4-3-136 16,-6 0-91-16,2-2 131 0,-3 3-1189 16,-3-2 627-16</inkml:trace>
  <inkml:trace contextRef="#ctx0" brushRef="#br0" timeOffset="143762.43">28666 10607 2195 0,'-3'-2'0'0,"3"0"0"0,0 0 0 0,0 2 0 0,0 0 0 0,0 0 0 0,0 0 0 0,0 11 0 0,0 1 0 0,0 1 0 0,0 4 152 0,3 0-62 0,-1 1-26 0,1 1 322 16,3 5-175-16,-3 1-86 0,1-4-34 0,-3 8 254 15,5 2-153-15,-6 2-112 0,2 3-80 16,-2 5 0-16,0-3 0 0,0 13 0 0,0-2 0 0,0 3 0 16,-2 4 0-16,-7 8 0 0,4-11 0 0,-1 15 0 15,1-16 0-15,-1 6 0 16,1-1 0-16,2-4 0 0,1 1 0 0,-1-2 0 16,1-3 0-16,0-2 0 0,2-5 0 0,-2-7 0 15,2 1 0-15,-3-4 0 0,3-10 0 0,0 1 0 16,0-4 0-16,0-8 0 0,-2 0 0 0,-1-5 0 15,1-1 0-15,1-4 0 0,0 2 0 0,-4-3 0 16,1 0 0-16,1 0 0 0,-1 0 0 0,-1 0 0 16,3-3-40-16,-1-3-315 0,3-2 146 0,0-5-688 15,0 0 430-15,5-4 215 16,7-4 108-16</inkml:trace>
  <inkml:trace contextRef="#ctx0" brushRef="#br0" timeOffset="144220.14">28911 10864 2500 0,'-3'-4'0'0,"3"-2"0"0,0 3 0 0,0-2 0 0,0 1 0 0,6 0 0 0,8 0 0 0,4 1 0 0,2 2 0 0,6 1 0 0,-1 0 500 0,-1 0-231 0,-4 0-108 15,2 0-67-15,1 0 93 0,-1 0-76 0,-4 1-37 16,-1 4-39-16,1 1-207 0,-4-1 80 0,-1 2 64 15,-2-1 32-15,1 2-280 0,0-3 156 16,-4 1 87-16,4 0-894 0,2 0 397 0</inkml:trace>
  <inkml:trace contextRef="#ctx0" brushRef="#br0" timeOffset="144528.14">29629 10583 2402 0,'-3'0'0'0,"1"3"0"15,-3 8 0-15,0-1 0 0,-4 2 0 0,-2 4 0 0,-1 1 0 0,-4 5 0 0,2-3 0 0,-5 7 0 0,0-3 168 0,3-3-66 0,-3-1-33 16,4-4 98-16,-3 3-57 0,4-6-41 0,1 0 0 0,3-4 10 16,0-1 0-16,2-3-42 0,5-1 8 15,1-1 78-15,2 0-43 0,0 0-1 0,0 1 6 0,4-1-24 0,12 2 8 16,1 0-32-16,9-3-36 15,-2 4-1-15,2-1 0 0,3-2 0 16,1 1 0-16,1-1 0 0,-1-1 0 0,3 3 0 0,-6-1 0 16,-5-2 0-16,3 2-40 0,-3 0-197 0,-6 1 129 15,-1-1 31-15,-5-1-703 0,0 1 371 0,-3 0 178 16,0-1 101-16,-6-2-478 0,4 0 286 16,-3 0 143-16,-2 0-129 0</inkml:trace>
  <inkml:trace contextRef="#ctx0" brushRef="#br0" timeOffset="144723.57">29737 10657 2426 0,'-11'-5'0'0,"4"1"0"0,0 2 0 0,2 2 0 16,-2 0 0-16,1 0 0 0,3 8 0 0,0 5 0 0,3 6 0 0,0 7 0 0,0 2 101 0,0 2 336 0,0 4-201 0,0 4-100 0,0-1-37 15,0 1-35-15,0 1-1 0,0-2-27 0,0-2 0 16,0-2-146-16,0 0 82 0,0-1 28 15,-2 0 0-15,0-3-467 0,-5-1 252 0,1-3 135 0,-2 4-746 16,-3-4 396-16,-3-1 196 0,2-7-392 0</inkml:trace>
  <inkml:trace contextRef="#ctx0" brushRef="#br0" timeOffset="144933.26">29052 11559 2876 0,'0'0'0'0,"0"0"0"0,0 0 0 0,4 0 0 0,8 0 0 0,3 0 0 0,7 0 0 0,1 0 0 0,0 0 0 0,4 0 0 0,-2 0 373 0,1 0-159 0,1 0-93 16,-4 0-43-16,-2 0-202 0,0 0 80 0,-3 0-509 16,-1 2 303-16,-4 1 139 0,-1 0 74 15,-3-1-675-15,0 1 371 0,-2 1 80 16,0-2-193-16,-4-2 214 0</inkml:trace>
  <inkml:trace contextRef="#ctx0" brushRef="#br0" timeOffset="145263.67">29551 11397 2078 0,'0'0'0'0,"0"0"0"0,0 2 0 0,0 2 0 0,0 3 0 0,0 3 0 0,0 1 0 0,0 1 0 0,-3 2 0 0,-2 1 0 0,-2 2 347 0,0-2-160 0,2 0-75 15,-3-2-38-15,3-1 112 0,-2-5-76 0,4-1 41 16,1-1-63-16,1-3-25 0,-1 1-1 0,2-3 9 16,0 1 1-16,2-1-27 0,6 0-9 0,9 1 122 15,-1-1-67-15,4 3-91 0,1 3 0 0,7-1 0 16,-10 3 0-16,3-1 0 0,-2 2 0 0,1 3 0 16,-6 1 0-16,-2-1 0 0,-3 6 0 0,-2-1 0 15,-5 0 0-15,-2 1 0 0,0-3 0 0,-2 3 0 16,-10-3 0-16,-3-1 0 15,-2 0 0-15,-2-3 0 0,1-2 0 0,-3 1 0 0,-2-4 0 16,2-3 0-16,1 1-215 0,-1-2-32 0,1-2 101 16,0 0 41-16,0 0-433 0,0 0 251 0,2-3 126 15,1-9-545-15,2-7 327 0,3-6 175 16,4-3 85-16</inkml:trace>
  <inkml:trace contextRef="#ctx0" brushRef="#br0" timeOffset="145397.03">29481 11433 2562 0,'8'-2'0'0,"4"0"0"0,3-1 0 0,2-1 0 0,2 0 0 0,5-2 0 0,3 4 0 0,-4 0 0 0,10 1 0 0,-8-1 0 0,3 2 100 15,-1 0-31-15,3 0-141 0,-10 0 63 0,5 0-626 16,0 2 335-16,-8 1 168 0,0-1 84 0</inkml:trace>
  <inkml:trace contextRef="#ctx0" brushRef="#br0" timeOffset="145660.31">30272 10558 3931 0,'0'-14'0'0,"0"13"0"0,0 1 0 0,0 0 0 16,0 0 0-16,0 0 0 0,0 0 0 0,7 9 0 0,-2 6 0 0,-1 1 0 0,3 8 0 0,0 4 0 0,-2 2 0 0,-3 2 0 0,0 1 0 16,-2 5 0-16,0-2 0 0,0 0 0 0,-7-1 0 15,-2 1 0-15,0-3 0 0,0 1 0 0,2 0 0 16,-3 0-823-16,1-1 388 0,-5 2 145 16,1 0 129-16,1 1-735 0,0 0 429 0,6-4 216 0</inkml:trace>
  <inkml:trace contextRef="#ctx0" brushRef="#br0" timeOffset="146062.17">30114 11538 3098 0,'0'-15'0'0,"-2"6"0"0,2 4 0 0,2-6 0 0,6 2 0 0,4 3 0 0,3 1 0 16,6 0 0-16,5 3 0 0,2-1 0 0,0 3 247 0,1 0-105 0,-1 5 18 0,-2 8-63 0,-1-1-30 0,-9 4 9 16,2 0-61-16,-5 3 14 0,-3 8-29 0,-7-5-11 15,-1 0 2-15,-2 1 29 16,-5 5-20-16,-10-3-62 0,-4-1 42 0,-4 0 28 0,-2-3-1 16,-1-2-80-16,-1-4 42 0,1-2 108 0,-1-3-35 15,5-4-12-15,-1-2-27 0,3-1 16 0,3-3-19 0,1 0 0 16,7 0 0-16,4 0 0 0,-2 0 0 0,7 0 0 15,-1 0 0-15,-1 0 0 0,2 0 0 0,3-2 0 16,9 1 0-16,12 1 0 0,-1-3 0 0,4 3 0 16,3 0 0-16,3 0 0 0,-2 0 0 0,4 0 0 15,-5 0 0-15,2 0 0 16,-2 4 0-16,0 0 0 0,-8 0 0 0,3-1 0 16,-2 0 0-16,-1 2-38 0,-4-4-289 0,-3 1 133 15,-2 0 70-15,2 0-617 0,-5-2 353 0,1 0-398 16,-2 0 375-16,1-10 187 0</inkml:trace>
  <inkml:trace contextRef="#ctx0" brushRef="#br0" timeOffset="146338.65">30878 10701 3175 0,'-6'-23'0'0,"1"10"0"0,3 6 0 0,-3 6 0 0,2-2 0 0,1 1 0 0,0 2 0 0,1 0 0 0,1 11 0 0,0 15 0 0,0 8 306 0,0 8-135 0,1 7-66 0,5 12 69 15,-3-8-174-15,4 16 0 0,-6-2 0 0,1 1 0 16,-2 0 0-16,0 0 0 0,0-10 0 0,0 15 0 16,-7-8 0-16,-3-6 0 0,2-6 0 0,-4 1 0 15,1-1 0-15,2-7 0 0,-1-2 0 0,2-8 0 16,3-2 0-16,0-6 0 0,1-8-217 0,-2 1 33 15,6-3 39-15,0-1-377 0,0-2 240 0,0-1 120 16</inkml:trace>
  <inkml:trace contextRef="#ctx0" brushRef="#br0" timeOffset="146515.29">31054 11867 3904 0,'9'-3'0'0,"-2"0"0"0,3 3 0 16,-3 0 0-16,1 0 0 0,-5 0 0 0,1 0 0 0,1 4 0 0,-3 3 0 0,-1 3 0 0,-1 1 27 0,0 2-27 0,0 0 0 0,-8 1 0 0,-7 2 0 0,3-3 0 15,-2 1 0-15,0-1 0 0,0-3-13 0,1 5-36 16,-2 5-1010-16</inkml:trace>
  <inkml:trace contextRef="#ctx0" brushRef="#br0" timeOffset="147315.34">31566 10779 2289 0,'0'-12'0'0,"0"6"0"0,0 2 0 0,0 2 0 0,0 0 0 0,0 0 0 0,0 2 0 0,2 0 0 0,-2 10 0 0,5 7 0 0,-1 7 292 0,-3 2-126 16,1 8-64-16,-2 9 172 0,0-4-107 0,0 14-70 15,0-2-28-15,-3 0 406 0,-1 1-475 0,-1 12 0 16,-2-10 0-16,2 16 0 0,2-6 0 15,-2-2 0-15,4-8 0 0,-1 5 0 0,0-5 0 0,2-4 0 16,0-4 0-16,0-1 0 16,0-9 0-16,0-1 0 0,0-3 0 0,0-7 0 15,-3-3 0-15,1-3 0 0,0-8 0 0,-1-2 0 16,0-2 0-16,1-2 0 0,-1-3 0 0,-4-2 0 16,2 0 0-16,-1 0 0 0,0 0 0 0,3 0 0 15,-2 0 0-15,-3 0-74 0,6 0-35 0,-1 0-851 16,1-2 465-16,2-3 228 0</inkml:trace>
  <inkml:trace contextRef="#ctx0" brushRef="#br0" timeOffset="147948.57">32012 10687 2166 0,'-4'-9'-13'0,"2"5"4"0,2 4 2 0,0 0 2 0,0 0 1 0,0 4 1 0,-1 9 1 0,1 4 1 0,-2 9-6 0,0 2 3 0,1 3 700 0,-1 2-327 0,-2 1-165 16,-1 2-82-16,5-3-41 0,-3 2 11 0,1-6 164 16,0-6-256-16,0 7 0 15,-2-3 0-15,1-3 0 0,-2-3 0 0,0-1 0 16,1-1 0-16,-1-2 0 0,-1-2 0 0,1-2 0 16,0-4 0-16,0 1 0 0,0-3 0 0,0-1 0 15,0-2 0-15,4-1-322 0,-1-1-82 0,0 1-412 16,2-3 387-16,0 0 194 0,0 0 97 0,10 0-532 15</inkml:trace>
  <inkml:trace contextRef="#ctx0" brushRef="#br0" timeOffset="148277.16">32348 10911 2587 0,'-3'9'0'0,"-3"12"0"0,-2 0 0 0,3-1 0 0,0-1 0 0,0 0 0 0,5 2 0 0,0-1 0 0,0 0 0 0,0 2 0 0,5-2 503 0,10-5-237 0,-1 0-114 16,4-3-56-16,5-3 133 15,-1-4-131-15,1-4-98 0,5-1 0 0,-1 0 0 16,-1 0 0-16,-1-8 0 0,2-4 0 0,-7 1 0 16,5-6 0-16,-11 3 0 0,4-3 0 0,-6-3 0 15,-1 3 0-15,-4-3 0 0,-4 0 0 0,-1-1 0 16,-2-6 0-16,0 5-152 0,-3-1 50 0,-6 3 15 15,-6 1 36-15,-2 0-12 0,1 4 34 0,-3 4-16 16,-4 4 12-16,3 1-13 16,-3 3 11-16,1 3 1 0,-1 0-48 0,-2 0 49 0,8 11-2 15,-3 4-204-15,-3 3 105 0,8 1 48 16,-3 4-1-16,2 1-394 0,2 2 220 0,0 3 102 16,1 3 65-16</inkml:trace>
  <inkml:trace contextRef="#ctx0" brushRef="#br0" timeOffset="148664.73">31778 11576 3049 0,'-7'-14'0'0,"5"13"0"0,2-1 0 0,0-3 0 0,4 2 0 0,4-2 0 15,4 3 0-15,5 0 0 0,-2-1 0 0,8 3 0 0,-1 0 130 0,2 0 257 0,0 8-174 0,-6 4-87 0,0-2-100 0,-4 6-26 16,0-2 0-16,-5 4 0 0,-4-1 0 16,-3 2 0-16,-2 1 0 0,0-1 0 15,-9 3 0-15,-9-3 0 0,0-2 0 0,-2 0 0 16,4-5 0-16,-5-1 0 0,1-2 0 0,-1-3 0 16,7-1 0-16,-2-3 0 0,7 0 0 0,1-2 0 15,3 0 0-15,1 0 0 0,0 0 0 0,2 0 0 16,2 0 0-16,0 0 0 0,0 0 0 0,2 0 0 15,13 0 0-15,0 0 0 0,1 0 0 16,4 0 0-16,-3 0 0 0,4 0 0 0,3 0 0 16,-4 0 0-16,0 0 0 0,3 0 0 0,-1 3 0 15,5 0 0-15,-4 0 0 0,2 2 0 0,-5-4 0 16,2 3 0-16,1 0 0 0,-2 0 0 0,-4-2-50 16,3-1-1016-16,-5-1 515 0,0 0 255 15</inkml:trace>
  <inkml:trace contextRef="#ctx0" brushRef="#br0" timeOffset="148829.22">32244 11654 3266 0,'2'-4'0'0,"7"3"0"0,2-5 0 0,-3 3 0 0,3-3 0 16,3 2 0-16,0 0 0 0,4 3 0 0,1-1 0 0,0-1 0 0,1 3 147 0,-1 0 251 0,-1 0-278 0,-1 0-120 15,3 0-97-15,-2 3-36 0,-3 3 81 0,3-3 45 16,-6 3-363-16,1-2 205 0,-5-2 101 0,1 3 61 15,-1-4-859-15,0-1 316 0,-1 0 257 0</inkml:trace>
  <inkml:trace contextRef="#ctx0" brushRef="#br0" timeOffset="149017.99">32659 11536 2499 0,'3'-10'0'0,"-1"8"0"0,1 1 0 0,-3-1 0 0,0 2 0 0,2 0 0 0,-2 0 0 0,0 3 0 0,0 11 0 0,0 1 0 0,0 6 121 0,0-1 690 16,0 3-386-16,0 3-350 0,0-5-75 0,-2 7 0 15,-1-6 0-15,1-1 0 0,-1 0 0 0,2-1 0 16,1 0 0-16,0-6 0 0,0 2 0 0,0-5 0 16,0-2 0-16,0-3 0 0,0-1 0 0,0-3 0 15,0 0-852-15,0-2 298 0,0 0 259 0,0 0 128 16,0-2-520-16,1-10 330 0</inkml:trace>
  <inkml:trace contextRef="#ctx0" brushRef="#br0" timeOffset="149286.31">33009 11007 3008 0,'5'-19'0'0,"-3"9"0"0,3 8 0 0,-2 1 0 0,1-1 0 0,-3 2 0 0,5 0 0 0,-2 5 0 0,-4 10 0 0,5 12 0 0,-3 2 115 15,-2 8 613-15,0 9-648 0,0 1-80 0,0 4 0 16,0 4 0-16,0-3 0 0,-4 3 0 0,1-3 0 15,-4-3 0-15,3 0 0 0,-2-2 0 0,1-4 0 16,2-6 0-16,-4 3 0 0,2-2 0 0,-1-5 0 16,1-3 0-16,1-7 0 0,3-3 0 0,-1-6 0 15,0-1 0-15,-1-6 0 0,3-1-41 0,-2-2-337 16,2-4 160-16,0 0 96 0,0 0-537 0,0-3 310 16,0-8 157-16,0-7-241 0</inkml:trace>
  <inkml:trace contextRef="#ctx0" brushRef="#br0" timeOffset="149527.9">33272 10875 3880 0,'22'-13'0'0,"6"13"0"0,2 0 0 0,0 0 0 0,-3 11 0 0,-4 7 0 0,2 3 0 0,-3 8 0 0,6 8 0 0,-3 10 0 0,-2 11 51 0,-13-3-51 0,-1 17 0 0,-6-3 0 15,-3-1 0-15,-10-1 0 0,-13-3 0 0,-2-8 0 16,-14 9 0-16,1-5 0 0,-7-4 0 0,2-2 0 16,-5-1 0-16,6-9 0 0,-8 5 0 0,15-13 0 15,-7 0 0-15,4-6 0 0,-3-3 0 0,9-7 0 16,-7 3 0-16,1-6 0 0,8-5 0 16,-2 4-1053-16</inkml:trace>
  <inkml:trace contextRef="#ctx0" brushRef="#br0" timeOffset="151709.47">24393 13080 3756 0,'-13'5'0'0,"3"5"0"0,4-4 0 0,3-1 0 0,1-3 0 0,2 0 0 0,0 2 0 0,0 1 0 0,14-2 0 0,9 4 0 0,4-4 175 0,3 1-175 16,3 0 0-16,-1-2 0 0,4 0 0 0,-2-2 0 15,-8 2 0-15,8-1 0 0,-11 2 0 16,-1-2-512-16,-1 2 131 0,1 0 209 15,-4-1 114-15,-4 1 43 0,2 1-965 0,-2 0 472 16</inkml:trace>
  <inkml:trace contextRef="#ctx0" brushRef="#br0" timeOffset="152019.19">25315 12609 3224 0,'-12'-13'0'0,"5"1"0"0,1 7 0 0,-1-3 0 0,0 1 0 0,1 2 0 0,-2 0 0 0,3 4 0 0,1-2 0 0,-2 1 0 0,3 2 405 0,-4 0-184 16,2 0-140-16,-1 0-81 0,0 7 0 0,2 7 0 16,-2 2 0-16,-4 8 0 0,3 0 0 0,-2 5 0 15,-1 9 0-15,-1 5 0 0,0 5 0 0,1 4 0 0,-1 10 0 0,5-2 0 16,5-4 0-16,1 13 0 15,0-17 0-15,0 4 0 0,7-3 0 0,7-6 0 16,1-8 0-16,7 4 0 0,-2-7 0 0,-2-6 0 16,6-1 0-16,-2-4 0 0,-3-7-71 15,2-2-50-15,-3-3 41 0,-1-3-480 0,0-2 262 16,0-3-792-16,-6-3 518 0,1-2 273 0</inkml:trace>
  <inkml:trace contextRef="#ctx0" brushRef="#br0" timeOffset="152401.15">24435 12729 3013 0,'-14'0'0'0,"1"0"0"0,1 0 0 0,5 0 0 0,2 0 0 0,1 0 0 0,4 0 0 0,0 0 0 0,0 3 0 0,9 2 0 0,12 1 138 0,4 1 483 15,6 0-462-15,3-2-159 0,7 3 0 0,-7-2 0 16,3 0 0-16,-1-1 0 0,-1 1 0 0,0-3 0 0,-1 3 0 16,-4-2 0-16,-4-2 0 0,3 1 0 15,-9 0 0-15,2 0 0 0,-4-2 0 0,-2 4 0 16,-5-4 0-16,-1 2-880 0,-1 2 256 16,-3 1 293-16,-3 3 148 0</inkml:trace>
  <inkml:trace contextRef="#ctx0" brushRef="#br0" timeOffset="154932.01">25574 13051 1710 0,'-11'0'0'0,"0"0"0"0,1 0 0 0,1 0 0 0,1 0 0 0,3 0 0 0,3 0 0 0,-2 0 0 0,2 0 0 0,2 0 0 0,0 0 131 15,6 0-48-15,7 0 311 0,6 4-180 0,-1 2-89 0,7-1-35 16,3 1 342-16,-1-3-198 0,-1 0-99 0,-1 1 159 16,1-2-205-16,-2 1-89 0,-1 1 0 0,-5 0 0 15,4-2 0-15,-4 2 0 16,-4-1 0-16,-2-1 0 0,-1 0 0 0,-2 0 0 0,-1 0 0 16,0 0-55-16,-3-2 2 0,1 0 54 0,-1 0-767 15,2 0 337-15,-1 0 196 0,4 0-473 0,1 0 334 16,3 0 159-16</inkml:trace>
  <inkml:trace contextRef="#ctx0" brushRef="#br0" timeOffset="155301.31">26337 12636 2620 0,'3'-7'0'0,"-1"2"0"0,-1 2 0 0,2 2 0 0,-3 1 0 0,0 0 0 0,0 0 0 0,0 0 0 0,0 0 0 0,0 1 0 0,-4 11 166 0,-1 3-64 15,-6 3 170-15,3 0-109 0,-5 6-69 0,-2 0-28 16,-2 1-7-16,0 0 1 0,-3-1-24 0,0 0 53 16,0-1-53-16,1-3 0 15,-2-1 0-15,6-4 45 0,-3-3-66 0,5 1-15 0,3-5 0 16,2-1 0-16,4-4 0 16,1 0 0-16,3-3 0 0,0 1 0 0,0 0 0 0,7 2 0 0,12-3 0 15,4 2 0-15,3-2 0 16,4 0 0-16,3 2 0 0,4-2 0 15,6 0 0-15,-3 0 0 0,3 0 0 0,-8 0 0 0,4 0 0 16,-3 2 0-16,-1-1 0 0,0 3 0 16,-7-2 0-16,-4 0 0 0,-1 0 0 0,-5 0 0 15,-2 0 0-15,-7-1 0 0,1-1 0 0,-5 2 0 16,-1-2 0-16,-2 0-546 0,-1 0 188 0,-1 0 160 16,0 0 82-16,0 0 30 0,0 0 10 0,-1 0-222 15,-7-2 131-15,0-7 66 0</inkml:trace>
  <inkml:trace contextRef="#ctx0" brushRef="#br0" timeOffset="155585.65">26516 12555 2872 0,'-10'-7'0'0,"0"3"0"0,0 0 0 0,4 3 0 0,0-1 0 0,3 2 0 0,-4 0 0 0,4 17 0 0,1 8 0 0,-1 5 0 0,2 11 639 0,-1 2-301 0,0 4-256 16,2 6-82-16,0 1 0 0,0 4 0 15,0-1 0-15,0 1 0 0,2 0 0 0,4-6 0 16,-1 0 0-16,2-4 0 16,-2-5 0-16,0-7 0 0,0 2 0 0,0-6 0 0,-2-2 0 15,1-4 0-15,-2-8 0 0,0 4 0 0,-2-7 0 0,0-4 0 16,0-2 0-16,0-4 0 0,0 1 0 16,0-4 0-16,-2 0 0 0,-2-1 0 0,-1-1 0 15,0 0 0-15,2 0 0 0,1 0-738 0,1 0 327 0,1-1 187 16,0-6 94-16,0-1-691 15,9-1 392-15,4-2 188 0,0-3 106 0</inkml:trace>
  <inkml:trace contextRef="#ctx0" brushRef="#br0" timeOffset="155766.04">26940 13264 3517 0,'7'4'0'0,"0"1"0"0,-1 1 0 0,-2 0 0 0,-2 1 0 0,-1 2 0 0,2 1 0 0,-3-2 0 0,2 5 0 0,-2-2 0 0,0 4 414 0,0 0-414 16,0 0 0-16,0 0 0 0,-8 0 0 0,-3 0 0 16,0 2 0-16,-3-5 0 0,0 4 0 0,2-3 0 15,-1 0 0-15,0 1-269 0,-2 0-113 0,-2 4 192 16,-8-3-1373-16</inkml:trace>
  <inkml:trace contextRef="#ctx0" brushRef="#br0" timeOffset="161517.78">27202 12955 2135 0,'-3'0'0'0,"-2"0"0"0,5 0 0 0,-1 0 0 0,1 0 0 0,0 0 0 0,-2-1 0 0,2 1 0 0,0 0 0 0,0-1 0 0,0-2 68 16,8 1 258-16,4-1-135 0,-1-2-81 0,5 4-37 0,-2-4 208 0,3 4-122 15,-1 1 82-15,2 0-93 0,-2 0-60 0,1 0-25 16,-2 0-15-16,-1 0-48 0,0 0 0 0,-5 4 0 15,1-2 0-15,1 2 0 0,-2 0 0 16,0-1 0-16,-2 1 0 0,0 0 0 0,-1-2 0 0,-1 2-206 16,3-3-167-16,-2 1 191 15,3 0-617-15,-2 0 371 0,3 0 200 0,0 0 95 0,2-2-491 16,1 0 294-16</inkml:trace>
  <inkml:trace contextRef="#ctx0" brushRef="#br0" timeOffset="161926.54">27712 12714 2342 0,'0'-6'0'0,"0"2"0"0,2 1 0 0,1-1 0 0,2-2 0 0,5 0 0 0,2 3 0 0,1-1 0 0,5 3 0 0,-1-2 0 0,2 1 181 0,-2 2-72 0,0 0 14 16,0 0-33-16,-4 2-10 0,0 6-43 0,-3 3 1 0,-5 0-26 15,-1 2 0-15,-4 2 68 16,0 4-8-16,-4 0-35 0,-11 2 0 0,-8-1 0 0,0 1 47 15,-2 0 8-15,-5 1 122 0,5-1-88 0,1-5-44 0,3-3-36 16,1-1-46-16,8-2 0 0,5-4 0 16,-2-1 0-16,8-3 0 0,1 2 0 0,0-1 0 15,5 1 0-15,11 0 0 0,9 0 0 0,1-1 0 16,4 0 0-16,2 5 0 0,3 2 0 16,-3-1 0-16,-1 5 0 0,-1 0 0 0,-5 3 0 15,-6 3 0-15,4 5 0 0,-9-2 0 16,-5 2 0-16,-6 1 0 0,-1 0 0 0,-2-3 0 15,0 9 0-15,-12-4 0 0,-6-2 0 0,-5-3 0 16,-2 2 0-16,-2-4 0 0,-1-1 0 0,0-6 0 16,-2-1 0-16,1-3 0 0,3-2 0 0,4-5 0 15,3 1 0-15,0-4 0 0,3 0 0 0,0 0 0 16,3 0 0-16,3-2 0 16,3-5 0-16,2-3-161 0,5 2-272 0,0-5 198 15,0 4 99-15,12-1-770 0,9-1 439 0,6 2 216 0</inkml:trace>
  <inkml:trace contextRef="#ctx0" brushRef="#br0" timeOffset="162102.59">28275 13347 3931 0,'11'9'0'0,"1"3"0"0,-7-3 0 0,-1-2 0 0,-2 0 0 0,-1 2 0 0,-1-2 0 0,0 0 0 0,0 3 0 0,0 1 0 0,0-1 0 0,0 2 0 0,0 3 0 0,-7-2 0 16,-4 3 0-16,-2-3 0 0,0-1 0 0,-3 2 0 0,-1-1-201 15,2-1-219 1,-1-3 228-16,-1 2 115 0,2 0-567 0,-2 2 323 0,-6 3 50 0</inkml:trace>
  <inkml:trace contextRef="#ctx0" brushRef="#br0" timeOffset="164280.69">28643 12985 2039 0,'-5'0'0'0,"5"0"0"0,-5 0 0 15,5 0 0-15,-2-1 0 0,1 1 0 0,1 0 0 0,0 0 0 0,0 0 0 0,0 0 0 0,0 0 332 0,1 0-153 0,9 0-71 16,1 0-36-16,0 0 271 0,4 0-153 0,3 0-67 16,1 0-48-16,4 0 109 0,2-2-73 0,0 0-38 15,1 1 29-15,-7-1-102 0,6 0 0 0,-2 2 0 16,-2-2 0-16,-2 2 0 0,-2 0 0 0,-2 0 0 15,-2 0 0-15,-3 0 0 0,-1 0 0 0,-2 0 0 16,0 0 0-16,-2 2 0 0,-1 0 0 0,-3-2 0 16,1 2 0-16,0-2 0 0,0 0-352 0,-2 0 97 15,0 0 109-15,0 0 55 0,0 0-410 0,2 0 233 16,-1 0 106-16,3 0-460 16,3 0 292-16,2 0 147 0</inkml:trace>
  <inkml:trace contextRef="#ctx0" brushRef="#br0" timeOffset="164566.34">29226 12682 2041 0,'0'-5'0'0,"0"2"0"0,0 1 0 0,0 1 0 0,-2-1 0 0,-3-1 0 0,0 3 0 0,4 0 0 0,-4 0 0 0,0 11 0 15,5 2 545-15,-5 3-254 0,3 5-118 0,0 3 350 0,-1 4-244 0,0 1-200 16,1 2-79-16,0 2 0 0,1 2 0 0,1 1 0 15,0 0 0-15,-2-1 0 0,2 2 0 0,0-3 0 16,0 0 0-16,-3-2 0 0,3-4 0 0,-2 1 0 16,-1-4 0-16,3-5 0 0,-2 5 0 0,-1-7 0 15,0-3 0-15,-1-2 0 16,3-3 0-16,-3-1 0 0,1-1 0 0,-2-5 0 16,3 1 0-16,-2-3 0 0,3-1 0 0,-2 0 0 15,3 0-315-15,0 0-55 0,0-3 167 0,0-8 83 16,10-8-330-16,3-2 207 0,2-6 94 0</inkml:trace>
  <inkml:trace contextRef="#ctx0" brushRef="#br0" timeOffset="164837.07">29511 12632 2673 0,'7'-11'0'0,"1"6"0"0,0 1 0 0,2 3 0 0,2-1 0 0,-2 2 0 0,6 0 0 0,-2 2 0 0,6 13 0 0,-3-2 0 0,6 9 705 0,-5 2-334 15,1 3-189-15,0 4-182 0,-5 4 0 0,-1 2 0 16,-1 6 0-16,-7 3 0 0,-2-2 0 0,-3 5 0 16,0 0 0-16,-5 2 0 0,-7-2 0 0,-7 3 0 15,-1-5 0-15,-6 0 0 16,1-2 0-16,-5 0 0 0,-3-3 0 0,3-5 0 16,-1-3 0-16,1-4 0 0,3-5 0 0,-3-5 0 15,4-1 0-15,-1-6 0 0,8-2 0 0,-2-2 0 16,3-3 0-16,7-2 0 0,0-2 0 0,5-2 0 15,2 0 0-15,4 0-128 0,0 0-24 0,2 0 57 16</inkml:trace>
  <inkml:trace contextRef="#ctx0" brushRef="#br0" timeOffset="165027.09">30182 13607 3931 0,'-8'-9'0'0,"4"6"0"0,3 0 0 0,1 3 0 0,0 0 0 0,-2 0 0 0,2-1 0 0,0 1 0 0,0 0 0 0,0 0 0 0,0 0 0 0,0 0 0 0,0 0 0 0,0 0-486 16,0 5 16-16</inkml:trace>
  <inkml:trace contextRef="#ctx0" brushRef="#br0" timeOffset="170434.18">20415 13694 1559 0,'-2'0'3'0,"-2"0"-1"0,1-2 0 0,1 0-1 0,-5 0 1 0,4 1-1 0,-1-1 0 0,-1-3 0 0,1 2-1 0,0-1 0 0,3-1 91 0,-4-1-18 0,3 1-9 0,0-4-27 0,2 2 202 16,0-4-101-16,0 0-51 0,0-2 160 0,2-1-110 0,5-1 297 31,0 1-365-31,2 1-32 0,-2-3 0 0,3 3 284 15,-1 2-267-15,0 1-16 0,1 0-1 16,1 0 44-16,-2 5-1 0,3-1-33 0,3 5-36 0,-1-2-11 0,0 3 0 16,4 0 0-16,0 0 0 15,3 6 0-15,1 5 0 0,-2 0 0 0,3 2 0 0,-4-4 0 16,3 6 0-16,-3-1 0 0,2 3 0 16,-6-2 0-16,1 1 0 0,-4 1 0 0,-1 2 0 15,-3 1 0-15,-4 4 0 0,-2-2 0 0,-2 0 0 16,0 1 0-16,0-3 0 0,-7 3 0 0,-5-4 0 15,-1-1 0-15,-3 0 0 0,2-5 0 16,-3 0 0-16,0-3 0 0,-2-3 0 0,-2-1 0 16,3-1 0-16,-1-3 0 15,-1-2 0-15,2 0 0 0,1 0 0 0,2 0 0 0,3 0 0 16,0-2 0-16,3-2 0 0,0-1 0 16,2-1-78-16,4-1-54 0,1-3 23 0,2 4 39 0,0-1-499 15,0-2 271-15,5-1 131 0,11 1-562 0,0 0-789 16,7-2 1392-16</inkml:trace>
  <inkml:trace contextRef="#ctx0" brushRef="#br0" timeOffset="170675.4">20903 13480 3114 0,'0'-9'0'0,"0"-1"0"0,0-1 0 0,0 4 0 0,-8 1 0 0,1 2 0 0,-1 1 0 0,1 3 0 0,-5 0 0 0,3 7 0 0,0 8 141 0,-1 4-42 0,1 5 257 15,2 4-160-15,1 2-171 0,2 2-25 0,4 2 0 16,0-1 0-16,2 0 0 0,7 0 0 0,9-3 0 16,0-1 0-16,5-3 0 0,1-4 0 0,0-1 0 15,4-4 0-15,-1-2 0 0,-1 0 0 0,-1-4 0 16,-2-4 0-16,-2 0-39 0,2-4 25 0,-2-3-752 0,-1 0-1153 16,1 0 1836-16,-4 0-8 0,2-10 54 0,-2-1-868 15</inkml:trace>
  <inkml:trace contextRef="#ctx0" brushRef="#br0" timeOffset="170852.64">21224 13602 2962 0,'-6'-6'0'0,"1"5"0"0,3-2 0 0,0 3 0 0,1 0 0 0,1 0 0 0,0 0 0 0,1 0 0 0,12 0 0 0,6 0 0 0,6 0 526 0,-1 0-488 0,0 0 8 0,6 0-9 0,-2 0-63 15,3 3 32-15,-3-3-1 0,-2 0 32 0,-6 1-456 16,3-1 223-16,-4 2 117 0,-4 0 57 0,-3-2-616 15,-3 2 298-15,-4 0 76 0,-3 0 122 0,0-1-471 32</inkml:trace>
  <inkml:trace contextRef="#ctx0" brushRef="#br0" timeOffset="171047.17">21420 13365 2877 0,'-8'-1'0'0,"0"1"0"0,1 0 0 0,2 4 0 0,-2 7 0 0,4 3 0 0,1 3 0 0,0 8 0 16,2 5 0-16,0 5 0 0,0 5 173 0,0-1-68 0,0 3 229 0,0-6-140 0,0 3-83 0,0-2-37 0,2 1-206 15,0-6 85-15,-1-1 41 0,3-6 10 0,-1 2-460 16,0-5 246-16,1-1 124 0,0-4-627 0,-1-4 296 16,1-4 191-16,3-3-191 0,3-4 190 0</inkml:trace>
  <inkml:trace contextRef="#ctx0" brushRef="#br0" timeOffset="172161.81">20642 14230 1342 0,'-13'-3'0'0,"1"2"0"0,-1-1 0 0,2-3 0 0,-2 4 0 0,0-1 0 0,4 0 0 0,-1 1 0 0,2-1 0 0,1 0 0 0,4 0 280 0,1-1-121 0,-1 2-52 16,3-1-40-16,0 2 207 15,0-3-119-15,0 2-59 0,3-1 194 16,6 1-117-16,4-2-73 0,-2 0-31 0,2 1 0 15,3-1 67-15,0 2-50 0,5 1-15 0,4 0 169 0,0 0-23 16,5 0-217-16,4 0 0 0,10 0 0 0,2 0 0 16,5-2 0-16,9 1 0 0,2-4 0 15,4 2 0-15,10 0 0 0,0-3 0 0,3 0 0 0,0 2 0 16,2 0 0-16,-1 1 0 0,-2 1 0 0,-2-2 0 16,0 2 0-16,-3 1 0 0,-6 1 0 0,-2 0 0 15,-11-3 0-15,0 3 0 0,-3 0 0 16,-6 0 0-16,-11 0 0 0,-1 0 0 0,-8 0 0 0,-2 0 0 15,-7-1 0-15,-4 1 0 0,-5 0 0 0,-1 0 0 16,-4 0 0-16,-1 0 0 0,-1 0 0 0,0 0 0 16,0-2 0-16,0-2 0 0,-1 0 0 0,-5 0 0 15,1-1 0-15,-3 0 0 0,3 0 0 0,-3 2-837 16,2-2 317-16,1 2 247 0,-3-1 117 16,0 3-901-16</inkml:trace>
  <inkml:trace contextRef="#ctx0" brushRef="#br0" timeOffset="173307.55">21054 14537 1058 0,'-5'0'0'0,"3"0"0"0,0 0 0 0,0 0 0 0,1 0 0 0,-1 0 0 0,2 0 0 0,0 0 0 0,0 0 0 0,0 0 0 0,0 0 213 15,0 2-94-15,0-2-41 0,0 2 209 16,0 2-125-16,3-2-54 0,6-1-40 0,-2 2 225 16,0-2-128-16,2 0-64 0,1 2-33 0,-2-1 191 15,-1 0-116-15,0 0-53 0,2 1 63 16,-4 0-59-16,2-2-28 0,-1 1 8 0,-3 4 66 0,4-5-52 0,-4 2-26 15,1-3-43-15,0 1 4 16,-1 0-23-16,1 2 0 0,-2-3 0 0,1 0 0 0,-1 2-46 16,0-2 47-16,1 0 44 0,-1 0-45 0,-2 2 0 15,1-2 0-15,-1 0 0 16,0 0 0-16,0 0-3 0,0 0-26 0,0 0 38 0,0 0-21 16,0 0-9-16,0 0 18 0,0 0 4 15,0 2-30-15,2-2 1 0,-2 0 24 0,0 0 1 16,2 0-1-16,0 0 12 0,-2 0-12 15,2 0 0-15,-2 0-1 0,2 1 18 0,-2-1-17 0,0 2-1 16,0-2 0-16,1 0 19 0,-1 2-18 0,0-2 0 0,0 0 27 16,0 0-26-16,0 0 5 0,0 0 3 15,0 0-4-15,0 0 0 0,0 0 2 0,0 0-6 16,0 0 4-16,0 1 0 0,0-1 5 16,0 0-5-16,0 0 0 0,0 0 0 0,0 0 7 15,0 0-7-15,0 0-1 0,0 0 6 16,0 0-5-16,0 0 1 0,0 0 0 0,0 0-33 15,0 0 32-15,0 3 0 0,0-3 1 0,0 0-71 16,0 0 32-16,0 0 1 0,0 0-12 16,0 0 0-16,0 0 34 0,0 0 1 0,0 0-51 15,0 0 23-15,0 0-6 0,0 3-2 16,0-3 22-16,0 3-2 0,0-3-6 0,0 1-91 16,0 2 44-16,0-1 24 0,-1-1-336 15,-3 3 170-15,0-1 98 0,2 2-1234 0,1 2 1319 0,-1 0 4 16,2 1-720-16</inkml:trace>
  <inkml:trace contextRef="#ctx1" brushRef="#br0" timeOffset="139343.15">27796 15937 0,'0'0'0,"0"0"16,0 0 0,0 0-16,0 0 15,0 0 1,0 0-16,0 0 16,0 0-1,0 0-15,0 0 16,0 0-16,0 0 15,0 0 1,0 0-16</inkml:trace>
  <inkml:trace contextRef="#ctx0" brushRef="#br0" timeOffset="181952.28">21814 13339 3195 0,'0'-10'0'0,"0"0"0"0,10 2-21 0,1-3-8 0,3 1 6 0,5 0 0 0,2 3 3 16,1 0 3-16,1 1 1 0,-2 4 3 0,2 2 45 0,-3 0-2 0,-1 0 12 0,-5 4-19 0,2 7 11 0,-7 3 1 0,0 0 1 0,-3 3 2 0,-4 2-43 15,-2 2 0-15,0 5 44 16,-3-3 0-16,-11 0-28 16,1 2 28-16,-2-4 10 0,-3 4 39 0,0-7 0 15,4-3-49-15,-4-2-8 0,2-1 99 0,6-6-45 0,-3-1-85 16,6-1 0-16,-1-2 0 0,4-2 0 0,2 0 0 16,2 0 0-16,0 0 0 0,0 0 0 0,11-4 0 15,8-3 0-15,4 1 0 0,0 0 0 0,9-1 0 16,-2 5 0-1,0-1 0-15,-3 3 0 0,1 0 0 0,-5 0 0 0,4 14 0 0,-10-3 0 0,-1 5 0 32,-3 2 0-32,-3 1 0 0,-6 2 0 0,-4 3 0 15,0-1 0-15,-2-2 0 0,-12 3 0 0,-4-3 0 0,-5-1 0 16,-3-2 0-16,-2-2 0 0,-3-4 0 0,1-2 0 0,-1-2 0 0,-1-5 0 16,0 0 0-16,2-3 0 15,0 0 0-15,1 0 0 0,6 0 0 0,0-3 0 16,2 0 0-16,3-1 0 0,2 1-585 0,7 2 19 15,-1 1-701-15,6 0 604 0</inkml:trace>
  <inkml:trace contextRef="#ctx0" brushRef="#br0" timeOffset="182291.62">21147 14530 3173 0,'-8'0'0'0,"3"0"0"0,1 0 0 0,2 0 0 15,2 0 0-15,-2 0 0 0,2 0 0 0,0 0 0 0,0 0 0 0,9 0 0 0,7 0 584 0,2 0-410 0,3 0-174 0,7 0 0 0,-1 0 0 16,1 0 0-16,0 0 0 0,1 0 0 0,-6-3 0 16,9 2 0-16,-4 1 0 0,1 0 0 0,-5 0 0 15,-1 0 0-15,-3 0 0 0,1 0 0 16,-5 1-135-16,-2 4 75 0,-5-4 1 0,1 3 41 0,-2-2-132 16,-1 0-644-16,-2 0 379 0,4-2 188 0,-2 0-517 15</inkml:trace>
  <inkml:trace contextRef="#ctx0" brushRef="#br0" timeOffset="182593.09">21856 14300 2600 0,'5'0'0'0,"-1"0"0"0,-1 0 0 0,-1 4 0 0,-2 7 0 0,0 1 0 0,0 3 0 0,-4 2 0 0,-5 0 0 0,-3 7 0 0,2-1 210 15,-3-1-24-15,-3-3-66 0,0 5-45 0,-1-5 123 16,1-2-79-16,1-2-42 0,-2-2 1 0,6-3-32 0,2-1 176 15,-1-3-222-15,6-5 0 0,1 2 0 0,1-3 0 16,2 0 0-16,0 0 0 0,2 0 0 0,11 0 0 16,6 0 0-16,3 0 0 0,1 0 0 0,7-3 0 15,2 2 0-15,0 1 0 0,2-2 0 16,0 2 0-16,-1 0 0 16,3 0 0-16,-2 0 0 0,-1 0 0 15,-1 0 0-15,-2 0 0 0,-3 0 0 0,-3 2 0 0,-1 2-42 16,-5-2-297-16,-2 3 151 0,-7-1 75 0,1-1-550 15,-6 0 317-15,-1 3 155 0,-1-2 77 0,-2 1-241 16,0-2 159-16,0-1 70 0</inkml:trace>
  <inkml:trace contextRef="#ctx0" brushRef="#br0" timeOffset="182767.09">22075 14344 3014 0,'-14'-5'0'0,"4"2"0"0,2 1 0 0,-2 2 0 0,5 0 0 0,-1 0 0 0,3 0 0 0,1 11 0 0,2 7 0 0,0 5 0 0,0 5 126 16,0 3 482-16,2 11-425 0,3-2-183 0,-1 1 0 16,-1 12 0-16,4-1 0 0,-4 2 0 0,3 0 0 0,-2 4 0 0,-1 0-483 15,1 3 251-15,-2 4 134 0,-1-2 68 0,-1 0-1132 16</inkml:trace>
  <inkml:trace contextRef="#ctx0" brushRef="#br0" timeOffset="183632.55">22881 14116 1341 0,'-11'-3'0'0,"1"1"0"0,1-1 0 15,1 2 0-15,3-1 0 0,0 2 0 0,3-2 0 0,2 2 0 0,0 0 0 0,12 0 0 0,10 0 76 0,3 2 257 0,3 6-145 0,2-3-63 0,4 3-47 16,-2-2 355-16,-2-1-196 0,0 1-98 16,-2-1 317-16,-7-1-199 0,4 2 11 15,-5-1-268-15,-3 0 0 0,-1-2 0 0,0 3 0 0,-3-1 0 16,0-1 0-16,-3-1 0 0,-1 3 0 0,-1-3 0 15,-3 2 0-15,1-1 0 16,-1 0 0-16,-3-1-280 0,2 1-39 0,-2-1-538 0,-1 3 409 16,-1 0-846-1,0 4 1187-15,0 0 35 0,-5 2 0 0,-6 1-357 16</inkml:trace>
  <inkml:trace contextRef="#ctx0" brushRef="#br0" timeOffset="183875.21">23001 14536 3320 0,'-14'12'0'0,"5"3"0"0,2-1 0 0,0-8 0 0,3 3 0 0,1-4 0 0,3 2 0 0,0-3 0 0,3 1 0 0,10 0 0 0,6 0 217 15,-1-1-89-15,7 0-46 0,-1-1 102 16,-2 2-184-16,6-1 0 0,-7-3 0 0,2 1 0 16,2 0 0-16,-7-2 0 0,1 4 0 0,-4-4 0 15,-3 0 0-15,-1 0 0 0,-2 0 0 16,-6 0 0-16,2 0 0 0,-3 0 0 0,0 0 0 15,-2 0 0-15,0 0 0 0,0 0 0 0,0-4-63 0,0 4-1464 16,0-2 1465-16,-2 0 25 0,0 1-1 16,0-2-1197-16,2 2 1154 0,0-1 8 0,0 2 36 15,4 0-701-15</inkml:trace>
  <inkml:trace contextRef="#ctx0" brushRef="#br0" timeOffset="184307.96">23829 14481 2826 0,'-21'0'0'0,"0"0"0"0,9 0 0 0,-1 1 0 0,3 3 0 16,4-4 0-16,3 0 0 0,3 0 0 0,0 0 0 0,11 0 0 0,15 0 148 0,4 0-55 0,6-4 141 0,9-1-102 0,0-1-47 0,4 1 0 0,1 1 81 15,7 0-65 1,3 3-40-16,9-1-61 0,0 2 0 0,-2 0 0 15,2 0 0-15,5 0 0 0,-2 2 0 16,2 3 0-16,3 1 0 0,2-3 0 0,-6 2 0 0,-5-5 0 16,-11 0 0-16,1 0 0 0,-4 0 0 0,-7 0 0 15,-10 0 0-15,-1 0 0 0,-10 0 0 0,-3 0 0 16,-8-3 0-16,-3 1-37 0,-7 1-259 16,-3-1 134-16,-2-2-319 0,0 0 227 0,-9-1 108 15,-9 1-1047-15,0 0 1108 0,-6 0 47 16,1 1-274-16,-10-1 141 0,3-1 67 0</inkml:trace>
  <inkml:trace contextRef="#ctx0" brushRef="#br0" timeOffset="184589.22">23985 13718 3442 0,'-19'-35'0'0,"10"14"0"0,4 11 0 0,3 5 0 0,-2-2 0 0,4 1 0 0,0 4 0 0,0 0 0 0,0 0 0 0,0 0 0 0,8 2 65 0,8 0 237 0,-1 2-180 0,1 7-122 15,2 1 0-15,-3 3 0 16,2 0 0-16,-3 2 0 0,2 0 0 0,-5 2 0 16,1 2 0-16,-3 0 0 0,-2 0 0 0,0-2-159 15,0 2-43-15,-4-3 120 0,1 0 23 0,-2-2-299 16,2 2 101-16,-3-5 111 0,3-1 39 0,0-2-462 15,2 2 257-15,1-5 141 0,2-1-367 0,2-4-375 16</inkml:trace>
  <inkml:trace contextRef="#ctx0" brushRef="#br0" timeOffset="184859.63">24378 13619 2492 0,'2'-12'0'0,"0"7"0"0,0-1 0 0,-2 1 0 0,0 1 0 0,0 2 0 0,0 0 0 0,0 2 0 0,-6 0 0 0,0 8 0 0,0 7 287 0,-3 9-115 0,-2 4 291 16,-3 10-213-16,2 1-106 0,-6 5-21 0,3 1-123 16,-3 4 0-16,-1-1 0 0,-1 3 0 0,-1-1 0 15,0 1 0-15,-1-2 0 0,3 0 0 0,-1-2 0 16,4-4 0-16,5-6 0 0,-1 1 0 0,3-6 0 16,4-6 0-16,-3 1 0 0,6-5 0 0,-2-5 0 15,2-4 0-15,0-4 0 0,1-1 0 0,1-4 0 16,0-2 0-16,0-2 0 0,0 0 0 0,0 0-327 15,0 0 50-15,0-9 125 0,0-5 57 0,3-1-528 0,5-2 293 16,7-3 146-16,-4 0 64 16,6-5-473-16,1-3 278 0</inkml:trace>
  <inkml:trace contextRef="#ctx0" brushRef="#br0" timeOffset="185071.49">24355 13983 3366 0,'4'3'0'0,"1"-3"0"0,-1 3 0 0,1-1 0 0,4-1 0 0,2 2 0 16,4-2 0-16,5-1 0 0,3 0 0 0,9 0 0 0,-2 0 112 0,2 0-37 0,0 0 269 0,0 0-310 0,-6 0-34 15,6 0 0-15,-11 0 0 16,1-1 0-16,-3-2 0 0,-4 2-13 0,-2-1-137 0,-6 2 90 16,-1-3 48-1,-2 3-611-15,-3 0 281 0,2 0 177 0,-3 0-305 0,0 0 221 16,0 0-354-16,0 0 283 0,0 0 141 0,0 0-493 15,0 0 599-15</inkml:trace>
  <inkml:trace contextRef="#ctx0" brushRef="#br0" timeOffset="185485.26">24870 13810 2432 0,'2'0'0'0,"0"0"0"0,1 0 0 0,3 0 0 0,-2-6 0 0,6-1 0 15,2-1 0-15,1-1 0 0,4 0 0 0,2 2 0 0,2 1 116 0,5-1 265 0,-5 3-172 0,3 2-86 0,-2 2-42 0,-1 0 110 16,2 0-67-16,-5 6-48 0,0 5 122 0,-5 4-198 16,-3 3 0-16,1 3 0 0,-7 0 0 15,-1 5 0-15,-3 1 0 0,0-2 0 0,0 4 0 16,-11-1 0-16,-3 0 0 0,0 1 0 0,-4-4 0 16,0 0 0-1,1-1 0-15,-4-1 0 0,4-6 0 0,-2 0 0 0,1-6 0 16,1-2 0-16,-1-1 0 0,2-5 0 0,0 0 0 15,4-3 0-15,0 0 0 0,3 0 0 0,0 0 0 16,5 0 0-16,0 0 0 0,3 0 0 0,1 0 0 16,0 0 0-16,0 0 0 15,0 0 0-15,9 0 0 0,8-3 0 0,5 3 0 16,1 0 0-16,3 0 0 0,-1 0 0 0,8 0 0 16,-3 0 0-16,1 0 0 0,0 0 0 0,0 0 0 15,-7 0 0-15,8 0 0 0,-12 0 0 0,3 0 0 16,-5 0 0-16,-1 0 0 0,-4 0 0 0,1 0 0 15,-7 0 0-15,1 0 0 0,-4 0 0 0,-2 0-806 16,0 0 301-16,-2 4 238 0,0 5 115 0,-8 1 57 0</inkml:trace>
  <inkml:trace contextRef="#ctx0" brushRef="#br0" timeOffset="185846.78">24292 14838 3087 0,'-23'0'0'0,"4"1"0"0,0 5 0 15,2 0 0-15,6-2 0 0,4-1 0 0,0 0 0 0,6-2 0 0,1 3 0 0,1-2 0 0,17 0 293 0,8-2-132 0,6 0-62 0,4 0 192 0,6-2-291 0,0-4 0 16,-4-1 0-16,1-1 0 16,1 0 0-16,-4 3 0 0,-3 0 0 0,-3-1 0 0,-7 3 0 15,-1-1 0-15,-3 3 0 0,-4 0 0 0,-5 1 0 16,-1 0-301-16,-4 0-67 0,1 0 185 15,-3 0 5-15,-2 0 75 0,3 0-599 0,-2 2 332 0,0 1 158 16,-1-2 91-16</inkml:trace>
  <inkml:trace contextRef="#ctx0" brushRef="#br0" timeOffset="186265.95">24860 14652 2690 0,'4'-4'0'0,"2"4"0"0,-1-2 0 0,5 0 0 0,-1-2 0 0,5 3 0 16,0-1 0-16,3-1 0 0,2 2 0 0,2 1 0 0,0 0 83 0,-4 0-1 0,5 0 65 0,-3 4-55 15,-3 2-73-15,2 3 18 0,-6 0 0 0,-4 0-172 0,2 5 166 0,-7-1 6 16,-1 2-109-16,-2 2 81 0,0 2 27 0,-15 1 1 16,2-2 24-16,-4 0 0 0,2-3-41 0,-5 0 8 0,3-1 184 15,-2 0-92-15,4-5-52 0,1-1-1 0,5-5 97 16,4 3-164-16,-1-4 0 0,3-2 0 0,3 1 0 15,0-1 0-15,0 3 0 16,6-3 0-16,9 0 0 0,3 2 0 0,0-1 0 16,3 3 0-16,2 0 0 15,5 4 0-15,-6-1 0 0,2 3 0 0,-4-1 0 16,0 3 0-16,-4 2 0 0,0 2 0 16,-5 0 0-16,-5 3 0 0,-3 2 0 0,-3 0 0 0,0-1 0 0,-3 4 0 15,-12-5 0-15,-3 2 0 16,-4-4 0-16,4-4 0 0,-10 2 0 0,-1-3 0 0,1-6 0 0,0-1 0 0,-2-3 0 15,0-2 0-15,0 0 0 16,-2 0 0-16,4-7 0 0,-2-3 0 16,7-3 0-16,6-1 0 0,2-5 0 0,4 1 0 0,7-4-248 15,4 4-209-15,0-2 210 0,4 1 95 0,17 0-735 16,-1 4 425-16,5-1 212 0</inkml:trace>
  <inkml:trace contextRef="#ctx0" brushRef="#br0" timeOffset="186560.29">25824 14350 2909 0,'0'-2'0'0,"0"-1"0"0,6 3 0 0,1 0 0 0,4-1 0 0,-1 1 0 0,5 0 0 0,0 0 0 0,2 0 0 0,7 0 0 0,-2 0 435 0,2 0-199 0,-1 1-90 16,6 2-64-16,-8-1-45 0,-1-2 0 0,0 0-426 16,0 0 213-16,-6 0 116 0,2 0 43 0,-7 0-749 15,0 0 402-15,-4 0 182 0,2 0 105 0,-5 7-782 16</inkml:trace>
  <inkml:trace contextRef="#ctx0" brushRef="#br0" timeOffset="186739.43">25884 14674 3507 0,'-8'0'0'0,"3"0"0"0,2 2 0 0,2 0 0 0,1 2 0 16,0 0 0-16,0-1 0 0,6 2 0 0,9-1 0 0,2 5 0 0,4-4 274 0,3 1-124 0,-4-4-150 0,7 3 0 0,-3-3-2 15,-4-2-675-15,5 0 353 0,-4 0 180 16,-2 0-1524-16,-3 0 1607 16,0 0 27-16,-5 0-1 0,0 0-897 0</inkml:trace>
  <inkml:trace contextRef="#ctx0" brushRef="#br0" timeOffset="187355.74">26604 14466 2778 0,'-6'0'0'16,"4"0"0"-16,2 0 0 0,0 0 0 0,2 5 0 0,11 1 0 0,5 3 0 0,7-3 0 0,9-1 0 0,11 3 0 0,13 0 207 0,5-3-84 0,9-3 500 0,6 0-423 0,2-2-200 16,16 0 0-16,-7 0 0 0,-2 0 0 15,-11-2 0-15,6 0 0 0,-4-5 0 0,-4 1 0 16,-5 1 0-16,-17-1 0 0,-2 2 0 16,-5 1 0-16,-5 2 0 0,-15-3 0 0,0 3 0 15,-9 1 0-15,-7-2-44 0,-4 2-239 0,-3 0 72 16,-2 0 87-16,0-2-301 0,-5 1 194 0,-6-2 87 15,-5 1-369-15,2-1 237 0,-5-3 120 0,2-1 60 16,-5-1-185-16</inkml:trace>
  <inkml:trace contextRef="#ctx0" brushRef="#br0" timeOffset="187820.53">26599 13850 2024 0,'-15'-13'0'0,"4"3"0"0,2 5 0 0,3-1 0 16,-1 3 0-16,7-1 1 0,-2 2 1 0,2-2-1 0,0 2 1 0,5-2 0 0,13 1 385 0,6-2-174 0,2 4-87 0,2-1 130 0,2 2-99 0,1 0-65 15,2 0-28-15,-3 0 37 0,-3 0-33 0,2 2 1 16,-8 5-22-16,2 1-12 0,-5 2 3 16,-2 1-1-16,-3-1 0 0,-6 2-72 0,-4 3 45 15,0 2-9-15,-3 5 2 0,-6 3 1 0,-9 0 33 16,-6 1-55-16,-1 4 18 0,0-2-7 0,-3 1 2 16,1-4-19-16,-1 2 14 0,3-5-1 0,3-1 18 15,-4 1 29-15,10-7-2 0,-3 1-22 0,10-6 126 16,0-1-138-16,1 0 0 15,5-4 0-15,0-1 0 0,0 1 0 0,2-1 0 16,10 0 0-16,7-2 0 0,6 0 0 0,-1-2 0 16,4 0 0-16,2 0 0 0,-3 0 0 0,1 0 0 15,5 0 0-15,-6 0 0 0,-4 0 0 0,1 0 0 16,-6 0 0-16,0 0 0 0,-4 0 0 0,-4 0 0 16,0 0 0-16,-3 0-74 0,-4 0-624 0,1 0 322 15,-3 0 174-15,2 0 82 0,0 0-503 0,-3 0 293 16,0 0 137-16,-3 0 82 0,-7-2-399 15</inkml:trace>
  <inkml:trace contextRef="#ctx0" brushRef="#br0" timeOffset="188000.04">26678 13961 2430 0,'-9'2'0'0,"4"1"0"0,0 3 0 0,4-1 0 0,1-2 0 0,0 3 0 0,0 0 0 0,9 2 0 0,5-1 0 0,8 1 0 0,-1 2 122 0,5-1 432 15,-2-2-259-15,1 3-129 0,3-1-168 0,-1 1 40 16,-2-3 8-16,5 4-9 0,-2-3-501 0,-1-1 251 16,0 1 124-16,0-3 64 0,-2 1-694 0,3-2 367 15,-2-2 68-15,-1-2-193 0</inkml:trace>
  <inkml:trace contextRef="#ctx0" brushRef="#br0" timeOffset="188180.69">27232 14079 2167 0,'-1'0'0'0,"-3"0"0"0,4 0 0 0,0 0 0 0,0 0 0 0,0 0 0 0,14 1 0 0,2 1 0 0,9 3 0 0,0-2 0 0,2 3 171 16,1-2 304-16,-2 1-218 0,-2-2-101 0,1 4-64 15,0-2-16-15,-3 1-38 0,-1-4-1 0,-2 0-438 16,-4 0 229-16,-2-1 99 0,-4-1 56 0,0 3-559 16,-3-3 281-16,-2 0 159 0,-2 0-31 0,-2 0-233 15,0 0 182-15,0 0 90 16</inkml:trace>
  <inkml:trace contextRef="#ctx0" brushRef="#br0" timeOffset="188366.2">27477 13891 1958 0,'-5'-1'0'0,"2"1"0"0,1 0 0 0,-3 14 0 0,1 1 0 0,3 2 0 0,-2 8 0 0,-2 0 0 0,4 4 0 0,0 3 0 0,-5 1 104 0,2 2 258 15,-1 1-162-15,-3-4-82 0,2 3-52 0,2-5-28 0,1-2 8 16,-1 1-9-16,3-7-153 15,-1-1 77-15,2-3 37 0,0-3-405 0,0-5 231 16,0-3 102-16,0-1 5 0,3-6-544 0,8 0 273 16,1 0 152-16,3-13 65 0,4-8-171 0,-4-5 128 15</inkml:trace>
  <inkml:trace contextRef="#ctx0" brushRef="#br0" timeOffset="188662.63">27735 13953 1815 0,'7'-9'0'0,"0"5"0"0,0 3 0 0,-3 1 0 0,1 0 0 0,-5 5 0 0,0 6 0 0,0 4 0 0,0 1 0 0,0-1 0 0,0 3 284 0,-8 0-124 0,3-1-61 0,-2-1-31 16,-3 0 48-16,7-7-30 0,-3-1-10 0,1-3-39 15,3 2 82-15,0-6-41 0,2-1 0 0,0 2-32 16,0-2 42-16,4 0-25 0,10 0-1 0,3 0 29 16,3 0-27-16,3 0 9 0,-1 0-36 0,0 0-30 15,-1 0-1-15,-1 0 32 0,-1 4-79 0,-4 4 49 16,1 1-9-16,-7 0 38 15,-2 3-41-15,-2-1 8 0,-4 4 0 0,-1 0-52 16,0 0 32-16,-8 2 4 0,-6-2 0 0,-6 5 51 16,2-6-27-16,-2-3-19 0,-5 4-100 0,2-4 53 15,-1-1 29-15,3-3-4 0,-2-1-352 0,2 0 176 16,0-4 90-16,-1-2 32 0,3 0-200 0,-2 0 123 16,5 0 52-16,2-11-391 0,0-10 232 0</inkml:trace>
  <inkml:trace contextRef="#ctx0" brushRef="#br0" timeOffset="188801.01">27675 13905 2291 0,'10'0'0'0,"2"0"0"0,3 3 0 0,0-3 0 0,7 0 0 0,3 0 0 0,3 2 0 0,2-1 0 0,0 2 0 0,-6 2 0 0,2 1 136 0,-1 2-50 16,-2-1-333-16,-1 1 137 0,-2 3 73 0,0-2 38 15,-6 3-597-15,-4 4 312 0</inkml:trace>
  <inkml:trace contextRef="#ctx0" brushRef="#br0" timeOffset="189029.81">27169 14871 3913 0,'-6'0'0'0,"6"0"0"0,0 0 0 0,0 0 0 0,0 0 0 16,4 0 0-16,16-1 0 0,7-1 0 0,3-2 0 0,2 1 0 0,4-3 18 0,3 3-18 0,-2-1 0 0,2 3 0 0,-2 1 0 0,-5 0 0 15,-2 0 0-15,-2 0 0 0,-8 0-158 0,1 1-139 16,-4 3 168-16,-2 2 83 16,-6-2-932-16,3 2 476 0,-8-3 189 0</inkml:trace>
  <inkml:trace contextRef="#ctx0" brushRef="#br0" timeOffset="189207.29">27770 14629 3542 0,'0'0'0'0,"-2"0"0"0,-1 0 0 0,-2 4 0 0,2 7 0 0,2 10 0 0,0 3 0 0,-3 6 0 0,0 6 0 0,1 9 0 0,-1 0 389 0,-1 0-389 15,2 4 0-15,0-4 0 0,3-3 0 0,0 8 0 16,0-3 0-16,0 4 0 0,-2 0-231 0,-1 0 88 15,0 1-819-15,-3 1 495 0</inkml:trace>
  <inkml:trace contextRef="#ctx0" brushRef="#br0" timeOffset="192477.31">21341 14179 1936 0,'0'-6'0'0,"0"4"0"0,0 0 0 0,0 1 0 0,0-2 0 0,0 3 0 0,1 0 0 0,5 9 0 0,1 11 0 0,1 2 0 0,-2 8 422 0,-1 4-192 15,-1 5-88-15,-2 8-56 0,0-2 112 0,-2 4-79 16,0 2-42-16,0 0 88 0,0 1-54 0,0 0-42 15,0 2 0-15,0 0-401 16,3-2 185-16,2 1 91 0,0-2 57 0,3-3-803 16,-1 1 410-16</inkml:trace>
  <inkml:trace contextRef="#ctx0" brushRef="#br0" timeOffset="193115.36">24488 14604 2328 0,'-11'-11'0'0,"0"1"0"0,1 4 0 0,3 0 0 0,0-2 0 0,0 3 0 0,4 3 0 0,0-1 0 0,2 2 0 0,1 0 0 0,0 1 301 15,0 9-132-15,0 12-57 0,1 5-42 0,4 6 0 0,-1 7 207 16,2 2-121-16,-3 5-58 0,-1-6-22 0,0 16-5 15,-2-6 0-15,0 4-34 16,0 1-345-16,0-1 172 0,0 3-664 0,0 1 414 16,0 8 165-16,0-2 117 0,2 3-791 0</inkml:trace>
  <inkml:trace contextRef="#ctx0" brushRef="#br0" timeOffset="193699.27">27449 14558 1802 0,'0'-7'0'0,"-1"3"0"0,1 2 0 0,0 0 0 0,0 0 0 0,0 0 0 0,0 2 0 0,0 0 0 0,0 2 0 0,0 15 0 0,1 6 76 0,2 4 292 0,-1 11-165 0,-2 5 21 16,0 7-93-16,0 5-38 15,-5 13-83-15,-3-3 27 0,-1 3 0 0,1 2 0 0,2-1-586 16,2-3 303-16,1 13 136 15,1-4-848-15,-1-3 457 0</inkml:trace>
  <inkml:trace contextRef="#ctx0" brushRef="#br0" timeOffset="-204504.75">6687 11403 2853 0,'-13'-19'0'0,"8"11"0"0,2 7 0 0,3 1 0 0,0 0 0 0,0 0 0 0,0 0 0 0,0 0 0 0,0 0 0 0,8 0 0 0,3 0 166 16,8 1-68-16,-1 3 157 0,7 2-106 0,-2 0-55 0,4 1-25 0,-8-3 178 15,9 5-247-15,-3-1 0 0,1 0 0 0,1-1 0 16,1 1 0-16,-4-3 0 0,6 2 0 15,0 2 0-15,0-5 0 0,2 4 0 16,4-3 0-16,2 0 0 0,6 1 0 0,0-4 0 0,3 1 0 0,0-2 0 16,3 2 0-1,1-3 0-15,6 0 0 0,7 0 0 0,-3 0 0 0,-4 0 0 16,9 0 0-16,-6-3 0 0,13-1 0 0,-8 2 0 16,1-3 0-16,0 1 0 0,-1 1 0 15,-7 1 0-15,9 0 0 0,-1-1 0 0,1 2 0 16,-1 0 0-16,-8 1 0 0,13 0 0 0,-4 0 0 15,-2-3 0-15,1 2 0 0,-2-1 0 16,-6 2 0-16,18 0 0 0,-7 0 0 0,0 0 0 16,-3 0 0-16,1 0 0 0,-7 0 0 0,11 0 0 15,-9 0 0-15,5 0 0 0,2 3 0 0,-1 1 0 16,-6 0 0-16,10 1 0 0,-5 1 0 0,-1-1 0 16,1 0 0-16,-1-1 0 0,-6 1 0 0,16 1 0 15,-5 0 0-15,-2-3 0 0,-2 2 0 0,1-1 0 16,-6 2 0-16,15-3 0 0,-8 4 0 15,2-4 0-15,9 1 0 0,-4-3 0 0,0 2 0 16,0-1 0-16,-2-2 0 0,3 2 0 16,-3-2 0-16,0 1 0 0,6-1 0 0,-6 0 0 15,2 2 0-15,-3-2 0 0,-4 0 0 0,-1 0 0 16,-10 0 0-16,12 0 0 0,-6 0 0 0,-2 0 0 16,-10 0 0-16,1 0 0 0,-10 0 0 0,6 0 0 0,-12 0 0 15,0-2 0-15,-5 1 0 0,-3-1 0 16,-7 0 0-16,-1-1 0 0,-6 2 0 0,-3-1 0 0,-5 0 0 15,-3 2 0 1,-1-2 0-16,-1 2 0 0,-2-1 0 0,-3-1 0 0,-12 2 0 16,-10 0 0-16,-6 0-611 0,-26 18-201 15</inkml:trace>
  <inkml:trace contextRef="#ctx0" brushRef="#br0" timeOffset="-202553.26">3877 12114 2468 0,'-18'-7'0'0,"3"4"0"0,2-2 0 0,1 4 0 0,3-3 0 0,0 0 0 0,0 1 0 0,4 1 0 0,3 0 0 0,1-1 0 0,-1 2 268 0,2 1-115 16,0-2-58-16,3 0 319 0,16 0-189 0,6 0-84 0,2 0-57 0,6-2-1 15,2-1-83-15,3 2 0 16,7-4 0-16,-12 1 0 0,15 2 0 16,-7-2 0-16,-1 1 0 0,-4 2 0 0,1 0 0 0,-2-1 0 15,-3 2 0-15,2-1 0 0,-5 0 0 16,-2 2 0-16,-4 1 0 0,-1 0 0 16,-3 0 0-16,0 0 0 0,-4 0-12 0,-5 0-412 0,1 0 185 15,-2 0 91-15,-4 4 60 0,0 1-733 0,-3 1 392 16,-1 1 196-16,-1 2 98 0</inkml:trace>
  <inkml:trace contextRef="#ctx0" brushRef="#br0" timeOffset="-202172.93">4147 12224 2818 0,'-29'13'0'0,"3"5"0"0,6-4 0 0,0-5 0 0,8-1 0 0,4-3 0 0,3-3 0 0,2-1 0 0,3 2 0 0,3 0 0 0,12-3 284 0,12 0-123 0,-1 0-62 16,6 0-69-16,3-3 8 0,-3 0 8 0,-2 0-8 15,-7 2-1-15,0 1-99 0,-4 0 50 0,-8 0 25 16,-2 0 9-16,-3 10-141 0,-6 2 78 0,0 1 40 16,-3 4 61-16,-15 2 1 0,3-2-75 15,-10 3 308-15,3-1-143 0,0-2-123 0,4-4-28 16,-3 0 0-16,7 0 0 0,4-7 0 0,2 0 0 16,3-2 0-16,3-1 0 0,2 1 0 0,2 0 0 0,16 1 0 15,7-1 0-15,3-1 0 16,4 1 0-16,1 0 0 0,-1 1 0 0,1 3 0 15,-1-1 0-15,-7 6 0 0,-1-2 0 0,-7 2 0 0,-1 3 0 16,-5 2 0-16,-6 0 0 16,-1 1 0-16,-4 2 0 0,0 0 0 0,-7 1 0 0,-11-4 0 15,-4-1 0-15,-2 1 0 0,-2-7 0 0,-4 0 0 16,-3-4 0-16,-1-1 0 0,1-4 0 0,-1-2 0 16,-3 0 0-16,2-2 0 0,-4-15 0 0,4-4 0 15,0-7-331-15,-5-12-179 0,2-14 237 16,5-9-376-16,1-20 310 0,4 0 151 15</inkml:trace>
  <inkml:trace contextRef="#ctx0" brushRef="#br0" timeOffset="-201936.18">3870 11503 3331 0,'-7'-2'0'0,"7"2"0"0,0 0 0 0,0 0 0 0,0 0 0 0,0-3 0 0,0 2 0 0,9-2 0 0,10 1 0 0,4-4 0 0,4 0 427 0,7-1-254 0,3 2-173 0,8 2 0 16,-7-1 0-16,12 0 0 0,-8 0 0 0,-5 3 0 15,1-2 0-15,-2 2 0 0,-9 1 0 0,0 0 0 16,-4 0 0-16,-3 0 0 16,-10 0-612-16,-1 0 276 0,-3 0 71 0,-4 0 121 15,1 4-493-15,-3-3 298 0,0 3 151 0,-13-2-366 16,-2-2 249-16</inkml:trace>
  <inkml:trace contextRef="#ctx0" brushRef="#br0" timeOffset="-201772.25">4127 11449 2246 0,'-15'10'0'0,"3"3"0"0,6 1 0 0,0-2 0 0,2 2 0 0,4 3 0 0,0 0 0 0,0-1 0 0,0 5 0 0,3 0 0 0,2 1 116 0,-2 1-44 0,2 3 403 15,-1-3-217-15,1-1-110 0,-5 1-72 0,6-1 11 16,-4 0-49-16,-1 1 1 0,1-1-470 0,0-5 234 15,0 0 118-15,-1-5-577 0,1-3 308 0,0-5 185 16,-1-4-19-16,5 0-428 0,3-9 287 0</inkml:trace>
  <inkml:trace contextRef="#ctx0" brushRef="#br0" timeOffset="-201621.53">4202 11587 2431 0,'0'-8'0'0,"3"5"0"0,-1 1 0 0,-1 2 0 0,3 0 0 0,-1 2 0 0,4 7 0 0,-3 5 0 0,2 2 0 0,2 3 0 0,-1 1 194 15,0 5-77-15,-1-3 367 0,-2 1-214 0,0 7-120 0,0 0-56 16,-2 0-186-16,1 3 64 0,-1 0 34 0,3 2-574 16,-2 1 298-16,0 0 154 0,2 2 77 0,4 4-780 15,-1-2 341-15</inkml:trace>
  <inkml:trace contextRef="#ctx0" brushRef="#br0" timeOffset="-201402.69">4937 12443 3290 0,'0'0'0'0,"0"8"0"0,0 0 0 0,0-1 0 0,0 2 0 0,0 3 0 0,0 1 0 0,0 2 0 0,-2 2 0 0,-1-1 0 0,3 3 127 0,-5 2 46 15,0 0-68-15,1-1-35 0,0 1-77 0,-2 0 17 16,0-2-1-16,1-3 28 0,-1-1-437 0,3-4 219 15,0-1 117-15,-2-5-654 0,3 1 366 0,1-6 76 16,-2 0 128-16</inkml:trace>
  <inkml:trace contextRef="#ctx0" brushRef="#br0" timeOffset="-201215.18">5110 12053 3475 0,'10'1'0'0,"6"7"0"0,-2-6 0 0,0-1 0 0,2-1 0 0,2 0 0 0,5 0 0 0,1 0 0 0,6-3 0 0,3-2 0 0,7-5 204 0,-4 3-74 0,6-3-8 16,-1 1-122-16,0 2 0 0,-1-3 0 0,-2 0 0 15,-3 5 0-15,2-2 0 0,-2 1 0 0,-2-1-476 16,-3 2 133-16,-8 3 189 0,0 1-887 16,-6 1 507-16</inkml:trace>
  <inkml:trace contextRef="#ctx0" brushRef="#br0" timeOffset="-200851.63">5350 12242 2370 0,'-17'7'0'0,"4"-1"0"0,3-2 0 0,5-2 0 0,2-2 0 0,3 0 0 0,0 0 0 0,4 0 0 0,18 0 0 0,3-4 0 0,0 1 187 0,3-2-80 0,1 2-36 0,-4 1-4 15,-4 2-31-15,2 0 9 0,-5 0-194 0,-4 0 92 16,-5 8 47-16,-4 2 23 0,-3 2-61 0,-2 0 52 15,0 3-10-15,-2-1 173 0,-10 1-90 0,-1 3-27 16,-1-5-60-16,1-1 201 0,3 0-96 0,1-4-38 16,4-3-11-16,2-1 286 0,0-1-149 0,3 0-70 15,0 0-113-15,0 0 0 0,6 0 0 0,5 1 0 16,2-1 0-16,2 2 0 0,1 0 0 0,-2 2 0 16,-1 2 0-16,-1 0 0 15,-5-1 0-15,-2 2 0 0,0 2 0 0,-4 0 0 16,-1 2 0-16,0-1 0 0,-3-1 0 0,-10 2 0 15,-2-1 0-15,-6 2 0 0,0-4 0 0,-4 1 0 16,2-3 0-16,-1-3 0 0,-7 2 0 0,1-3 0 16,0-2 0-16,0 1 0 15,-2-4 0-15,0 0-86 0,0-1-272 0,1-12 167 0,-4-12 48 0,4-11-268 16,-2-17 188-16,7-12 85 0</inkml:trace>
  <inkml:trace contextRef="#ctx0" brushRef="#br0" timeOffset="-200219.6">4965 11471 3081 0,'5'-7'0'0,"1"4"0"16,1 1 0-16,-3 0 0 0,2 0 0 0,3 0 0 0,4-5 0 0,2 4 0 0,6-3 0 0,3 4 0 0,1 0 217 0,0 0-91 0,-7 2-44 0,7 0-57 16,-5 4 12-16,-1 5-1 0,-2 2 0 0,-4 5-260 15,-4 0 131-15,-1 3 73 0,-6-1-85 0,-2 5 70 16,0-2 36-16,-3 4 0 0,-8-8-110 0,-3-1-20 15,-4 1 62-15,2-3 155 0,-3-3-54 0,1-3-45 16,-1 1-27-16,3-3 374 0,4-1-169 0,2-3-61 16,2 1-49-16,2-3 275 0,5 0-332 15,-1 0 0-15,2 3 0 0,0-3 0 0,0 0 0 0,2 1 0 16,7 3 0-16,8 1 0 16,6-3 0-16,1 2 0 0,3 0 0 0,0 0 0 15,1-4 0-15,4 1 0 0,-2-1 0 0,1 0 0 16,-3 0 0-16,0 0 0 0,-3 0 0 0,4 0 0 15,-10-1-38-15,4-3-299 0,-2-2 152 0,-2-1 68 16,-3-3-312-16,-2 1 201 0,-1-4 96 0,-3-1-545 16,-3-1 321-16,-6-3 160 0,-1-4 70 0,0-6-317 15,0 3 204-15,-8-2 101 0,-2 7 51 0,-2 2-32 16,4-1 35-16,-1 10 84 0,2-2 351 0,0 6-212 16,2 1-87-16,3 3-44 15,2-1 313-15,0 2-174 0,0 0-91 0,2 0 684 16,16 0-351-16,-1 0-177 0,6 0-79 0,0 0 417 15,4 0-257-15,-1 0-129 0,0 0-63 0,0 0 174 16,-3 0-275-16,6 0 0 0,-9-3 0 0,0 2 0 16,1-1 0-16,-5-2-452 0,-5 2 182 0,-2 1 149 15,-1-1 78-15,-5 2-353 0,-1-3 208 0,1 3 2 16,-3 0-10-16,-5 0-399 0,-8 0 280 0,-2 0 139 16,-2 0 70-16,-4 0-282 15,-1-1 166-15,-5-1 98 0,2 0 30 0,3 0 35 16,1 2 59-16,-4 0 0 0,6 0 131 0,1 0-101 15,0 4-34-15,7 4 207 0,-1 1-120 0,3 2-60 16,2 2-38-16,4-1 638 0,-2 4-228 0,5-1-180 16,0 2-89-16,0 0 273 0,0 2-186 0,0 0-88 15,0-1-104-15,0 3 15 0,0-1 0 0,0-1-520 16,2 2 255-16,2-4 133 16,2 0 66-16,1-4-289 0</inkml:trace>
  <inkml:trace contextRef="#ctx0" brushRef="#br0" timeOffset="-200044.36">5736 11426 2643 0,'2'-4'0'0,"0"2"0"0,-2 2 0 0,0 0 0 0,0 0 0 0,2 0 0 0,2 3 0 0,-4 7 0 0,5 1 0 0,-4 4 0 0,3 4 502 0,-1 1-233 0,1 6-117 0,-2-3-285 15,-1 9 80-15,1 0 44 0,0 1 1 0,1 9-663 16,0-2 354-16,-3-2 185 0,0 10 80 0,2-3-368 15</inkml:trace>
  <inkml:trace contextRef="#ctx0" brushRef="#br0" timeOffset="-199875.41">6196 12415 3899 0,'0'0'0'0,"2"2"0"0,-2 2 0 0,0 2 0 0,0 3 0 0,0 2 0 0,-2 2 0 0,-5 2 0 0,0 4 0 0,-1 2 0 0,0 1-65 0,-2 3 51 0,-1 1 25 16,-1-2-376-16,1 3 209 0,-5 0 91 0,1 1 51 15</inkml:trace>
  <inkml:trace contextRef="#ctx0" brushRef="#br0" timeOffset="-199013.03">6714 12220 3070 0,'-10'-9'0'0,"8"5"0"0,2 2 0 0,0-1 0 0,0 2 0 0,0-3 0 0,2-2 0 0,14 1 0 0,9-2 0 0,12-5 0 0,5-1 109 0,5 2-35 0,0 0 399 15,0-1-268-15,-5 6-205 0,8-4 0 16,-15 4 0-16,5 0 0 0,-2-1 0 16,-3 2 0-16,-6 2 0 0,1 1 0 0,-9 0-174 15,-3 0-86-15,-6 0 149 0,-3 2 74 0,-6 0-729 16,-1 0 354-16,-2 0 188 0,0 0 93 0,-9 0-176 15,-6 2 135-15,-5 4 59 16,-1 0 42-16,-4 1-326 0,0-3 180 0,0 1 91 0,-1 1-98 16,5-2 106-16,-2 1 47 0,0-3 132 0,5 2-68 15,-1 2 1-15,4-3-31 0,3 3 386 0,-1 0-205 16,6 1-91-16,-1 1-45 0,4 1 197 0,-1 3-43 16,1 1-90-16,1 2 380 0,-3 0-208 0,1 4-103 15,-3 3 87-15,-2 1-96 0,-1-3-38 0,-3 4-33 16,-3 1 87-16,-1-5-56 15,1 1-27-15,2-4-1 0,-1-1 171 0,0-4-103 16,2 0-48-16,2-4-24 0,5-3 337 0,-1-2-180 16,6-1-136-16,-2 0-81 0,2-2 0 0,2 0 0 15,0 2 0-15,2 0 0 0,10 0 0 0,9 3 0 16,4-4 0-16,5 1 0 0,6 0 0 0,9 0 0 16,-13-1 0-16,9-1 0 0,1 0 0 15,-6 0 0-15,3 0 0 0,-2 0 0 16,-7 0 0-16,-1 2 0 0,-7-2 0 0,1 0 0 15,-6 2 0-15,-4-2 0 0,-4 0-341 0,-3 0 143 16,-2 0-594-16,-3 0 378 0,-1 0 187 0,0 0 95 16,-1 0-474-16,-12-7 290 0</inkml:trace>
  <inkml:trace contextRef="#ctx0" brushRef="#br0" timeOffset="-198828.37">7138 12300 2843 0,'-9'0'0'0,"1"0"0"0,2 0 0 0,-1 3 0 0,3 4 0 0,2 4 0 0,2 3 0 0,0 4 0 16,0 2 0-16,5 11 0 0,1-1 124 0,3 3 573 0,1 1-430 0,-2 2-267 0,-1 0 0 0,0 2 0 16,0-5 0-16,-4 1 0 0,1-2 0 15,0 0 0-15,-3-7 0 0,1 4 0 0,-2-7-5 16,0 1-808-16,0-5 425 0,0-2 141 16,0-4 123-16,-3-3-51 0,-2-4-463 0,-6-2 300 0,2-3 151 15</inkml:trace>
  <inkml:trace contextRef="#ctx0" brushRef="#br0" timeOffset="-198596.37">6670 11838 3483 0,'-11'-10'0'0,"6"5"0"0,2 2 0 0,3 0 0 15,0 2 0-15,0-3 0 0,0 1 0 0,13-4 0 0,10 2 0 0,9 0 0 0,7-3 178 0,5 3 92 0,-7 1-270 0,14-2 0 0,-6 2 0 16,-3 3 0-16,-9-1 0 0,4 0 0 16,-7 0 0-16,3 2 0 0,-6 0 0 0,-8 0 0 0,0 0-608 15,-5 0 301-15,-5 0 77 0,-2 0 116 16,-5 2-642-16,0 2 359 0,-2-1 180 0,-4 3 81 0,-8-4-367 16</inkml:trace>
  <inkml:trace contextRef="#ctx0" brushRef="#br0" timeOffset="-198443.26">6935 11796 2886 0,'-13'5'0'0,"3"1"0"0,2 1 0 0,1 1 0 0,2 2 0 0,1-1 0 0,3 2 0 0,1 2 0 0,0 2 0 0,0 2 0 0,0 1 46 0,0 3-8 0,1 0 52 16,1 0-27-16,3 0 1 16,1 1-334-16,2-2 164 0,0 1 67 0,-1-6-641 0,3 0 359 0,-2-3 180 0,7-9-637 31</inkml:trace>
  <inkml:trace contextRef="#ctx0" brushRef="#br0" timeOffset="-198299.87">7137 11787 3802 0,'0'-1'0'0,"0"-1"0"0,0 2 0 0,0 0 0 0,0 0 0 0,0 3 0 15,0 7 0-15,1 2 0 0,3 1 0 0,-1 3 0 0,1 5 111 0,-1 3-93 0,1 2-115 0,-1-2 40 0,-1 2 56 16,0 6-849-16,-1-2 443 0,2-1 223 0,-3 4 110 15,0-2 56-15</inkml:trace>
  <inkml:trace contextRef="#ctx0" brushRef="#br0" timeOffset="-197744.75">5448 11521 548 0,'-4'0'0'0,"-2"-2"0"0,3 1 0 0,0-2 0 0,-1-2 0 0,2 1 0 0,2 2 0 0,-1-1 0 0,-1-4 0 0,2 5 0 0,-2-4 36 0,2 1 1 0,-2 0 49 16,1 1-25-16,-2 0 1 0,2 1-16 0,0-1-9 16,-4 0 114-16,3 2-57 0,2 0 58 15,-4 1-57-15,2-2-20 16,2 2-9-16,0 1 165 0,0 0-98 0,0 0-47 0,0 0-25 0,0 0 137 15,0 0-85-15,0 0-38 0,2 0 16 0,6 0-28 16,8 0 10-16,6 1-165 16,1 3 64-16,4-2 33 0,4 2-814 0,1-2 767 15,1 1 49-15,4 0-8 0,6 2 0 0,-1-1-424 0</inkml:trace>
  <inkml:trace contextRef="#ctx0" brushRef="#br0" timeOffset="-177614.56">3809 13354 2777 0,'-8'-6'0'0,"-1"-3"0"0,2 2 0 0,4-1 0 0,-2 0 0 0,2 1 0 0,0-1 0 0,3 1 0 0,0 0 0 0,0 3 0 0,0-1 39 15,0 2 0-15,0 0 56 0,6-1-18 0,4 0-10 0,4 2 117 16,2 0-72-16,4 0-36 0,4 2-1 0,-1 0 120 16,7 0-84-16,0 0-35 15,0 0-68-15,0 0-8 0,1 0 0 0,1 2 0 0,0 0 0 16,-1-2 0-16,1 2 0 0,-2 0 0 0,-5 0 0 15,-2-1 0-15,-1 2 0 16,0-2-337-16,-4-1 148 0,-5 2 80 0,-3 1 55 0,2-3-562 16,-6 0 294-16,-2 0 141 0,-1 0 71 0,-1 0-474 15,2 0 273-15,-3 0 126 0,-1-14-699 16</inkml:trace>
  <inkml:trace contextRef="#ctx0" brushRef="#br0" timeOffset="-177362.87">4212 13000 3281 0,'-10'3'0'0,"4"0"0"0,4 0 0 0,0-1 0 0,2 3 0 0,0 0 0 0,7 2 0 0,7-2 0 0,11 2 0 0,1 1 0 0,2 1 69 0,0 3 10 0,4-1 252 16,0 0-160-16,4 2-171 0,-7 1 0 0,1-2 0 0,-5 0 0 16,3 3 0-16,-5 0 0 15,-6-2 0-15,0 2 0 0,-6 0 0 0,-5 2 0 0,-4 2 0 16,-2-1 0-16,0 5 0 0,-9-4 0 0,-7-2 0 15,-8 2 0-15,2-4 0 0,-4 0 0 0,0-2 0 0,-2-2-491 16,-2 2 196-16,0-3 132 0,0 1-540 16,0 2 331-16,0 0 167 0,2 1 83 0,3 2-503 15,0 3 298-15,4 1 144 16</inkml:trace>
  <inkml:trace contextRef="#ctx0" brushRef="#br0" timeOffset="-176942.12">4224 13737 1916 0,'2'6'0'0,"2"-4"0"0,-2 0 0 0,0-1 0 0,-2-1 0 15,0 0 0-15,0 0 0 0,3 0 0 0,-3-3 0 0,1-7 0 0,1 1 94 0,-2-3 140 0,2-1-98 16,-2 2-54-16,0 0-43 0,0-2 1 0,0 4 9 16,0-3-10-16,-5 2-61 0,-3 1 31 0,-4 4 0 0,0-3 61 15,-6 4 11-15,2 2-42 0,-5 2 132 16,0 0-66-16,1 0-32 0,-5 6 78 15,8 6-46-15,-4-2-38 0,4 6 164 0,4-3-96 16,2 2-57-16,3 0-78 0,5 2 0 0,1 0 0 0,2 2 0 0,0-1 0 16,5 3 0-16,8 0 0 0,1-4 0 15,6 4 0-15,3-3 0 16,0 1 0-16,2-3 0 0,-1 4 0 0,-4-8 0 16,3 8 0-16,-6-7 0 0,-3 1 0 0,-1 0 0 15,-2 1 0-15,-6 0 0 0,-3 0 0 0,-2 1 0 0,0 0 0 16,0-2 0-16,-12 4 0 0,-3-5 0 15,-6 2 0-15,0-4 0 0,-4-2 0 0,0-1 0 0,0-2 0 16,-5-3 0-16,2 0 0 0,2-3 0 16,0 0 0-16,0 0 0 0,3-3 0 0,-4-9 0 0,10 6 0 15,-3-4 0-15,5 1 0 0,7 1 0 16,-2 1 0-16,6 1 0 0,3-1 0 16,1-1 0-16,0-2-499 0,12-1 34 0,12 0-552 15,5-4 494-15,8 0 241 0,3 0 122 16</inkml:trace>
  <inkml:trace contextRef="#ctx0" brushRef="#br0" timeOffset="-176771.66">4668 13621 3491 0,'0'0'0'0,"0"0"0"0,0 0 0 0,0 0 0 0,0 0 0 0,4 0 0 0,6 0 0 16,-2 0 0-16,7 0 0 0,0 0 0 0,8-2 140 0,0 1 160 0,4-2-300 0,-6 1 0 0,9 1 0 0,-4-2 0 15,1 1-4-15,-4 1-38 0,-1-1-736 0,-1 0 417 16,1 2 195-16,-7 0 102 0,0 0-453 0</inkml:trace>
  <inkml:trace contextRef="#ctx0" brushRef="#br0" timeOffset="-176595.05">4757 13861 3513 0,'-10'12'0'0,"3"-7"0"0,3-1 0 0,0-2 0 0,2 0 0 0,2-2 0 0,0 0 0 0,7 0 0 0,13 0 0 0,3 0 0 0,2 0 418 0,1 0-418 0,1 0 0 16,-2 0 0-16,5 0 0 0,-3 0 0 0,0 0 0 15,-1 0 0-15,-2 0 0 16,-1 0 0-16,-3 0-101 0,1 0-107 0,-2 0 124 16,-4 0 60-16</inkml:trace>
  <inkml:trace contextRef="#ctx0" brushRef="#br0" timeOffset="-175735.05">5878 13258 1583 0,'-2'-10'0'0,"0"3"0"0,-1-2 0 0,-2-2 0 0,3 2 0 0,-4-3 0 0,3 3 0 0,-1 1 0 0,0-1 0 0,1 3 0 0,0 0 79 0,-1 1 146 0,0 3-94 15,-1 1-46-15,2-2 79 0,-3 3-63 0,-1 0-22 16,-5 6-10-16,1 13 136 0,-2 1-83 0,-4 9-42 15,-4 6 0-15,5-3 190 0,-7 13-121 16,2 0-55-16,1 0-29 0,1 6 237 0,2 0-254 16,0 2-48-16,6 0 0 0,2-1 0 0,4-4 0 15,5-3 0-15,0-1 0 0,0-9 0 0,5 2 0 16,8 0 0-16,2-5 0 0,3-2 0 0,3-3 0 16,1-1 0-16,2-1 0 0,-1-3 0 0,2-2 0 15,-5-2 0-15,2 0 0 0,-4-6 0 0,-1 4 0 16,-2-6 0-16,-2 2 0 15,-1 0 0-15,-4-6 0 0,-1 2 0 0,-4-1 0 16,1-2 0-16,-1 0 0 0,-3-3 0 0,2 0 0 16,-2-2-309-16,0 0 131 0,0 0 69 0,0 0 36 15,0 0-445-15,0 0 230 0,0 0 130 0,0 0-507 16,3 0 313-16</inkml:trace>
  <inkml:trace contextRef="#ctx0" brushRef="#br0" timeOffset="-174846.14">6370 13660 2194 0,'-6'-17'0'0,"0"2"0"0,0-4 0 0,1 2 0 0,-2 1 0 0,-1-1 0 0,-2 2 0 0,4 0 0 0,-1 4 0 0,-2 3 0 0,0 0 114 0,1 2-38 0,-1 5 156 0,-1 1-97 15,-1 0-49-15,0 5-14 0,-4 13 34 0,2 2-33 16,-1 7-1-16,1 4-34 0,0 8 133 0,5-2-57 16,-1 5-42-16,6-8 141 0,1 4-88 0,2-2-87 15,0-5-38-15,0-6 0 0,9 5 0 0,3-8 0 16,1-4 0-16,1-3 0 0,5-2 0 0,-1-6 0 16,1-1 0-16,-3-4 0 0,4-2 0 0,-1 0 0 15,-2-8 0-15,1-5 0 16,-2-7 0-16,-1-4-47 0,-1 2 11 0,-3-2-13 0,-2-1 56 15,-2 4-37-15,-1 1 15 0,-4 3-9 0,1 6 175 16,-2-1-108-16,1 6-43 0,-2 2 0 16,0 2 0-16,0-1 0 0,0 3 0 0,0 0 0 0,0 0 0 15,-6 14 0-15,4-1 0 16,-2 5 0-16,4 2 0 0,0-1 0 0,0-1 0 16,0 3 0-16,6-5 0 0,5 0 0 0,6-1 0 15,-2-4 0-15,2-3 0 0,3-3 0 0,1-3 0 16,1-2 0-16,-3 0 0 0,4 0 0 0,-2-5 0 15,-2-6 0-15,-1-3 0 0,-5-1 0 0,1-2 0 16,-3 0 0-16,-2-2 0 0,-3-1 0 0,-2-1 0 16,-1 0 0-16,-2-5 0 0,-1 2 0 0,0 1 0 15,-4-3 0-15,-3 5 0 16,-5 0 0-16,-1 4 0 0,-2 5 0 0,0 0 0 16,-4 5 0-16,2 3 0 0,-2 2 0 0,2 2 0 15,1 0 0-15,-2 2 0 0,5 8 0 0,4-1 0 16,4-2 0-16,0 2 0 0,2 1 0 0,3 1 0 15,0 1 0-15,5-3 0 0,11-1 0 0,2-5 0 16,8 1 0-16,3-4 0 0,1 0 0 0,4-2 0 16,-1-11 0-16,-1 0 0 0,-2-5 0 15,0 4 0-15,-2-2 0 0,-1-2-23 16,-4 3-15-16,-5 2 83 0,-1 0-41 0,-1 4-10 16,-7 0-32-16,-2 4 94 0,-2-1-56 0,-1 5 0 15,-2-2 0-15,-2 2 0 0,0 1 0 0,0 0 0 16,0 0 0-16,0 0 0 0,-2 0 0 0,-3 0 0 15,-4 7 0-15,1 2 0 0,0 1 0 0,3 4 0 16,-1-2 0-16,4 3 0 0,2 2 0 16,0 2 0-16,0-2 0 0,2 4 0 0,11 1 0 0,-3-5 0 15,7 4 0-15,1-2 0 16,-1-2 0-16,3 0 0 0,-4-5 0 0,3 1 0 16,-1 1 0-16,-5-2 0 0,1 1 0 0,-5-3 0 15,-3 0 0-15,-1 0 0 0,-3-1 0 0,2 0 0 16,-4 2 0-16,0-2 0 0,-10 1 0 0,-2-1 0 15,-4 0 0-15,1 0 0 0,-7-2 0 16,1 1 0-16,1-3 0 0,-3 1 0 0,2-3 0 0,1-1 0 16,-1-2 0-16,4 0 0 15,6 0 0-15,0 0 0 0,2-2 0 0,4-7-105 16,5-6-385-16,0-4 226 0,5 0-785 0,15-5 511 16</inkml:trace>
  <inkml:trace contextRef="#ctx0" brushRef="#br0" timeOffset="-174661.43">7265 13658 3388 0,'11'-1'0'0,"10"-2"0"0,-8 3 0 0,4-2 0 0,0 2 0 0,2 0 0 0,4-1 0 0,6 1 0 0,2-3 0 0,3 2 0 0,5-1 140 0,0 0 263 0,-2-1-403 0,9-2 0 16,-10 2 0-16,4-1 0 0,-2 2 0 0,-2-2 0 15,0 1 0-15,-4-1 0 0,-4 2 0 0,-7 1 0 16,-3-2-407-16,-4 1 82 0,-4 2 191 0,-4 0 82 15,-4 0-886-15,-2 6 449 0,-2 7 226 0</inkml:trace>
  <inkml:trace contextRef="#ctx0" brushRef="#br0" timeOffset="-174246.77">7471 13822 2712 0,'-18'3'0'0,"7"-1"0"0,3 0 0 0,1-2 0 0,3 0 0 0,4 0 0 0,-1 0 0 16,1 0 0-16,1 0 0 0,10 0 0 0,7 0 131 0,5 0-47 0,2 0 120 0,-3 0-74 0,5 0-50 0,-2 0-1 0,-4 0-138 0,-1 1 48 16,-3 6 25-16,-4-1-160 15,0 3 88-15,-5-2 48 0,-5 2 24 0,-1 1-78 16,-2 2 51-16,0-2-31 0,-5 1 27 0,-9 1 82 16,1-1-31-16,-1-1-68 0,2-3 403 0,4-1-169 15,-4 0-92-15,3-3 55 0,4-1-163 0,1 0 0 16,3-2 0-16,1 0 0 0,0 0 0 0,0 0 0 15,0 2 0-15,3 0 0 0,8 1 0 0,1 0 0 16,1 3 0-16,0 3 0 0,0-3 0 16,0 2 0-16,-3 4 0 0,-3-4 0 0,-1 4 0 0,-3-1 0 15,-1 3 0-15,-2-3 0 16,0 2 0-16,-5 0 0 0,-5 0 0 0,-8 1 0 16,-4-1 0-16,-3-4 0 0,-3 1 0 0,-4-1 0 15,-3-3 0-15,-8-3 0 0,3-1 0 0,6-2 0 16,-12 0 0-16,13 0 0 0,-3-5 0 0,0-9 0 15,3-1 0-15,2-7 0 0,5-3 0 0,1-8 0 16,5-9 0-16,5-7-110 0,5-14 16 0,5-5-795 16,5-5 425-16,0-2-471 15,2-4 453-15,13 0 222 0</inkml:trace>
  <inkml:trace contextRef="#ctx0" brushRef="#br0" timeOffset="-174070.22">7249 13130 2415 0,'6'-12'0'0,"-1"4"0"0,0 2 0 0,-3 4 0 0,0 1 0 0,1 0 0 0,-2-2 0 0,2 3 0 0,3 0 0 0,4 0 0 0,4-2 630 0,4 0-286 0,6 2-158 0,5-2-74 16,0 1 132-16,7 1-244 0,7-3 0 0,-6 3 0 0,7-2 0 15,-1 2 0-15,-7 0 0 0,4 0 0 16,-5 0 0-16,1 0 0 0,-4 0-113 0,-4 0-199 16,-12 0 175-16,3 2 88 0,-9 2-834 0,0 0 408 15,-5 1 223-15,-3-1 107 0,-2 0-239 0,-2 2 173 0</inkml:trace>
  <inkml:trace contextRef="#ctx0" brushRef="#br0" timeOffset="-173904.37">7515 13066 2643 0,'-13'0'0'0,"3"0"0"0,1 3 0 0,4 0 0 0,3 2 0 0,1 2 0 0,1 4 0 0,0 0 0 0,0 4 0 0,1 1 0 0,4 6 153 15,1-3 25-15,1 5-70 0,1-1-34 16,-2 0-458-16,-1 2 212 0,-1-4 114 0,1 1-1165 15,-1 1 1209-15,1 0 1 0,-1-3 44 0,-1-1 1 0,1-2-80 16</inkml:trace>
  <inkml:trace contextRef="#ctx0" brushRef="#br0" timeOffset="-173731.9">7677 13114 2930 0,'0'0'0'0,"0"4"0"0,0 0 0 0,0 4 0 0,0 2 0 0,0 4 0 0,0 0 0 0,0 3 0 0,3 1 0 16,2 4 0-16,-2 0 477 0,-1 4-224 0,3 1-107 0,-4-3-247 16,0 4 69-16,2-1 36 0,-2 3-665 0,1-2 345 15,0 0 177-15,-2 3-338 0,0 2 248 16,0 1 128-16,0 3 57 0</inkml:trace>
  <inkml:trace contextRef="#ctx0" brushRef="#br0" timeOffset="-173561.07">8170 13925 3497 0,'6'5'0'0,"2"4"0"16,-2-2 0-16,-3-2 0 0,-1 3 0 0,-2 1 0 0,0 0 0 0,0 5 0 0,-2-1 0 0,-5 2 0 0,-3 2-14 0,-1 1 25 0,-1 5 1 0,-1-3-775 0,-3 5 409 0,-1 5 191 0</inkml:trace>
  <inkml:trace contextRef="#ctx0" brushRef="#br0" timeOffset="-173115.47">8524 13484 3104 0,'-5'-4'0'0,"3"2"0"0,2 2 0 0,0 0 0 0,0 0 0 0,0 0 0 0,5 0 0 0,10 0 0 0,8 0 0 0,12 0 0 0,6 0 74 0,7 0 325 0,4 0-182 16,4 0-80-16,0-3-137 0,1 0 0 0,3 0 0 15,-3-1 0-15,-3 1 0 0,-7 2 0 0,6-3 0 16,-9 2 0-16,0 0 0 0,-8 1 0 0,-3-1 0 16,-4 0-473-16,-5 2 208 0,-4 0 55 0,-6 0 100 0,-3 0-600 15,-4 0 337-15,-4 0-390 16,-3 0 367-16</inkml:trace>
  <inkml:trace contextRef="#ctx0" brushRef="#br0" timeOffset="-172713.67">8834 13641 1871 0,'-14'0'0'0,"12"0"0"0,2 0 0 0,0 0 0 0,0 0 0 0,0 0 0 0,4 0 0 0,12 0 0 0,5 0 0 16,0 0 0-16,9 0 420 0,-1 0-192 0,1 0-53 0,0 0-69 16,-3 6-34-16,-7-1 8 15,0 3-183-15,-2 2 70 0,-7-1 35 0,-2 2-113 0,-8 2 74 0,-1 0 47 16,0 4-10-16,-12 2 73 0,-5-2 0 15,-3 2-58-15,-3-3 16 0,4-2 92 0,-2-2-55 16,0 3-47-16,5-7 284 0,6 0-132 0,1-4-52 16,3 0-47-16,3-3 0 0,3 2 26 0,0-1-100 15,0 1 0-15,5 3 0 0,8 0 0 16,8 0 0-16,0 3 0 0,2 4 0 0,-1-5 0 16,-3 5 0-16,3-1 0 0,-7 0 0 0,1 1 0 0,-5 2 0 15,-4-2 0-15,-4-1 0 16,-1 4 0-16,-2-1 0 0,0-2 0 15,-12 3 0-15,-6 0 0 0,0-5 0 0,-10 4 0 0,-2-5 0 0,0 1 0 16,-4-3 0-16,0-3 0 0,0-1 0 16,-3-4 0-16,-1 0 0 0,-3 0 0 0,8 0 0 15,-2-9 0-15,-3-8-47 0,2-6 2 0,5-7-583 16,4-7 295-16,2-17 148 0,6-7-620 16,6-12 375-16,3-21 201 0</inkml:trace>
  <inkml:trace contextRef="#ctx0" brushRef="#br0" timeOffset="-172130.72">8531 12817 2680 0,'0'-9'0'0,"-1"4"0"0,1 2 0 0,0 1 0 0,0-2 0 16,0 3 0-16,0-1 0 0,3-1 0 0,8 2 0 0,5 1 0 0,3 0 130 0,0 0-45 0,5 4 60 0,-2 5-53 15,0 2-26-15,-3 1 10 0,7 4-9 0,-12-2-28 16,2 5-102-16,-4-1 50 15,-2 1 26-15,-5 2-114 0,-2-1 65 0,-3-1 38 16,0 2-1-16,-11 0 38 0,-3-3-33 0,-2-2-11 16,-6 0 31-16,5-5-40 0,-1-1 24 15,-3-2-40-15,3-1 31 0,6-3 211 0,1-3-102 0,-1 1-40 16,4-2 183-16,3 0-183 0,3 0-70 0,0 0 0 0,2 0 0 16,0 0 0-16,0 0 0 0,0 0 0 15,0 0 0-15,0 0 0 0,2 0 0 0,2 0 0 16,3 0 0-16,-3 0 0 15,-1 0 0-15,4 0 0 0,-4 2 0 0,-1-2 0 16,0 2 0-16,0-2 0 0,0 2-34 0,-2-2 21 0,0 0 48 16,0 2-23-16,0-2-12 0,0 0 0 0,2 0 0 15,-2 0 0-15,0 0 0 16,0 0 0-16,0 0 0 0,0 0 0 0,0 0 0 0,0 0 0 0,0 0 0 16,1 0 0-16,-1 0 0 0,2 0 0 15,1 0 0-15,-2 0 0 16,-1 0 0-16,2 0 0 0,-2 0 0 0,1 0 0 15,-1 0 0-15,0 0 0 0,2 0 0 0,-2 0 0 0,0 0 0 16,0 0 0-16,0 0 0 0,0 0 0 0,2 0 0 16,0 0 0-16,1 0 0 0,-1 0 0 15,-1 0 0-15,3 0 0 0,-2 0 0 16,1 0 0-16,-1 0 0 0,2 0 0 0,-2 0 0 0,1 0 0 16,1 0 0-16,1 0 0 0,0 0 0 15,1 0 0-15,1 0 0 0,0 0 0 0,6 0 0 16,-3 0 0-16,5 0 0 0,0 0 0 0,5 0 0 15,-1-2 0-15,4 0 0 16,2-2 0-16,-4 2 0 0,0 1 0 0,0 1-228 0,2 0-197 0,-4 0 193 16,1 0-737-16,-2 0 465 0,-3 7 233 0</inkml:trace>
  <inkml:trace contextRef="#ctx0" brushRef="#br0" timeOffset="-171166.22">8333 13358 584 0,'0'-6'0'0,"-5"2"0"0,3-1 0 0,-1-4 0 0,1 3 0 0,-2-3 0 0,1 4 0 0,2-2 0 0,-6 0 0 0,4 1 0 16,-4-1 73-16,0 0 0 0,-2 2-35 0,0-1 0 0,-5 3 100 15,3 1-55-15,-4 0 1 0,-2 0 100 0,-2 2-73 0,0 0-37 16,1 0 89-16,-3 6-67 0,3 6-29 16,-5 2-1-16,2 5-28 0,4 3 198 15,-1 4-90-15,3 5-58 0,3-1 99 0,3 0-74 0,3 2 53 16,4-3-64-16,2-6-22 0,0 4-10 16,0-5-32-16,4-1-29 0,7-4 29 0,3-4 0 15,-2-2-84-15,6-5 37 0,-4 0 0 16,5-6 47-16,-4 0-66 0,2 0 33 0,-2-6 9 0,0-8-142 15,-2-1 60-15,-2-1 43 0,1-3-5 0,-3-2-13 16,-2 1-58-16,0-1 47 0,-4 2-6 16,-1 4 43-16,0 4-12 0,-2 2-10 15,0 0 15-15,0 6 130 0,0 1-61 0,0 0 40 16,0 2-44-16,0 0-16 0,-4 13 1 0,1 1 1 0,0 4-6 16,3-3 5-16,0 4-17 0,0-2 38 15,0 2-58-15,5-4 37 0,5-2-80 0,1-2 34 16,3-1 0-16,-1-7 32 0,2 1 0 0,-2-4-43 15,3 0 0-15,-2 0 17 0,-1-8 15 16,0-6-11-16,-3 1 7 0,0-4 5 0,-3 0-5 0,-3-2-4 16,0 0 4-16,-3 1 9 15,-1-3-9-15,0 2 0 0,0 1-1 0,-3-1 3 0,-7 0-1 16,0 4 4-16,-2 0-46 0,1 5 41 0,-3 1 1 16,3 4-3-16,-1 2 31 0,3 2-1 0,2 1-28 15,0 0 42-15,0 0-41 16,6 0 1-16,-2 1-53 0,3 5 26 0,0 2 0 0,0-2 28 15,6 1-2-15,6-3-144 0,1 1 67 0,2-3 28 16,2 0-54-16,2-2 38 0,0 0-1 0,1 0-11 16,1-2 47-16,-3-4-22 0,-2 1 17 15,-6-1-6-15,2 1 114 0,-4 0-58 0,-3 4 100 16,-3-1-76-16,0 0-30 0,-2 2-4 0,0 0-1 16,0 0 401-16,-2 0-197 0,-5 8-67 0,-3 1 291 15,0 4-196-15,1 0-98 0,0 2-23 16,5 0-113-16,-4 1 0 0,6-2 0 0,2 4 0 15,0-6 0-15,0 3 0 0,2-2 0 0,8 1 0 16,1-2 0-16,2 2 0 0,1-4 0 16,-3 1 0-16,-1-2 0 0,2 1 0 0,-6-3 0 15,-1 0 0-15,1 2 0 0,-5-2 0 0,-1 0 0 16,0 2 0-16,0-2 0 0,-12 2 0 16,1-2 0-16,-5 1 0 0,2-1 0 0,-3-1-114 0,-2-1-50 15,2-1 64-15,2 0 36 16,-2-2-241-16,6-2 124 0,1 0 77 0,1 0 33 15,4 0-547-15,5-12 291 0,0-10 144 0</inkml:trace>
  <inkml:trace contextRef="#ctx0" brushRef="#br0" timeOffset="-170842.66">9036 12847 2003 0,'0'0'0'0,"0"0"0"0,0-2 0 0,8 0 0 0,0 0 0 0,1 2 0 0,6-2 0 0,5 2 0 0,5 0 0 0,1 0 0 0,4 0 73 0,2 0 10 16,2 0 496-16,0 0-270 0,0 0-136 16,-1 0-204-16,-1 2 35 0,-5 0 9 0,1 0 25 15,-5 0 0-15,-2-1-418 0,-7 2 209 0,-1-1 105 16,-5-1-265-16,-4 2 180 0,-2-2-9 0,-2 0 82 16,0 4-643-16,-6-2 333 0</inkml:trace>
  <inkml:trace contextRef="#ctx0" brushRef="#br0" timeOffset="-170691.73">9246 12866 2181 0,'-8'1'0'0,"4"7"0"0,0 0 0 0,3-1 0 0,-3 7 0 0,1-4 0 0,3 6 0 0,0-1 0 0,0 2 0 0,0 1 0 0,0 2 128 0,0 0-46 0,0-1-127 0,0 1 42 0,0-1 0 16,0 0 50-16,0-2-556 15,0 1 274-15,0-3 136 0,0-1-294 0,0-3 204 16</inkml:trace>
  <inkml:trace contextRef="#ctx0" brushRef="#br0" timeOffset="-170532.08">9395 12932 3594 0,'0'-2'0'0,"0"2"0"0,0 0 0 0,0 0 0 0,0 13 0 0,0 2 0 0,0 2 0 0,-2 8 0 0,1-1 0 0,-2 2 0 0,0 4 187 0,1 2-66 0,1 0-92 16,1 0-154-16,0 0 59 0,0 0-333 15,0 0 219-15,0-1 118 0,1 0 46 16,1 6-1010-16</inkml:trace>
  <inkml:trace contextRef="#ctx0" brushRef="#br0" timeOffset="-170107.46">9824 13948 2881 0,'-6'-2'0'0,"5"2"0"0,1 0 0 0,0 0 0 0,0 0 0 0,0 0 0 0,0 0 0 0,0 0 0 0,0 0 0 0,0 2 0 0,-2 1 158 0,2 5-59 0,-2-1-30 0,-3 4-108 16,1 3 39-16,-3 1 10 16,0 0-365-16,-2 1 198 0,-3 1 98 0,1-1-244 15,-1 1 165-15,1-3 91 0,2-2 34 0,2-3-704 16,0-1 339-16</inkml:trace>
  <inkml:trace contextRef="#ctx0" brushRef="#br0" timeOffset="-169373.2">10254 13591 2403 0,'0'-15'0'0,"0"4"0"0,-6-1 0 0,-7 0-2 0,0 1-2 0,-4 4 1 0,0 3 1 0,-2 3 2 0,3 1 0 0,-4 0 0 0,-2 5 87 0,3 12 55 0,-2 6-52 0,1 3-24 15,3 3 9-15,2 1 121 0,4 2-78 0,2 1-39 16,5-1 0-16,4-4 63 0,0-6-40 0,2 7-37 15,9-8 0-15,1-7-90 0,11 2 32 0,-4-7 0 16,3-3-141-16,5-6 82 16,-1 0 46-16,1 0-75 0,-3-8 34 0,1-5 39 15,-7-3-25-15,7-4-186 0,-11 6 71 0,0-1 66 16,-5 6-17-16,-2 0 127 0,-2 2-41 0,-3 2-26 16,-1 4 308-16,-1-1-145 0,0 2-61 0,0 0 261 15,0 9-136-15,-5 5-87 0,-1 2-8 0,2 1-78 16,2 1-15-16,2-2 0 0,0 1 0 0,0-2 0 15,6-3 0-15,5 1 0 0,3-6 0 16,3-2 0-16,-1-2 0 0,3-3 0 0,-1 0 0 16,1-4-19-16,4-11-22 0,-6-1-128 15,-2 2 57-15,-2-5 51 0,-1 0-17 0,-5-2 12 16,-2 0-10-16,-1 1 36 0,-2-2-10 0,-2-3 92 16,0 4-40-16,-7-3 0 0,-2 7 93 0,-5-1-61 15,0 2-21-15,-4 5 198 0,0 2-96 0,-1 3-58 16,-1 4-10-16,4 1 47 0,-1 1-94 0,2 0 0 15,6 0 0-15,1 6 0 0,5-2 0 0,3 4 0 16,0-1 0-16,1 1 0 16,13-2 0-16,8 0 0 0,4-5 0 0,6-1 0 15,0 0 0-15,3 0 0 0,4-1-361 0,-4-8 163 16,3 1 47-16,-5-2-40 0,-1-1 81 0,-4-1 35 16,-5 5 0-16,-5-2 217 0,-2 3-91 0,-7 4-55 15,-4-2 10-15,0 2 303 0,-3 1-164 0,-2 1-90 16,0 0-9-16,0 0 336 0,-12 7-353 0,1 2-29 15,-3 5 0-15,2-1 0 0,1 0 0 16,1-2 0-16,-1 4 0 0,5 2 0 0,4-2 0 0,2 2 0 16,0-1 0-16,0 4 0 15,4-1 0-15,7-2 0 0,3 1 0 0,0 1 0 16,2-5 0-16,-2 6 0 0,0-7 0 0,-3 2 0 16,-2-2 0-16,-5-2 0 0,-1 2 0 0,-3 1 0 15,0-3 0-15,-3 0 0 0,-12 1 0 0,-2-3 0 16,-3-1 0-16,-3 1 0 0,-3-2 0 15,1-3 0-15,5-3 0 0,-3 2 0 0,4-3 0 0,1 0 0 16,4-4-365-16,3-13-239 16,8-7 282-16,3-6 141 0,1-9 71 15,12 4-791-15,12-10 436 0</inkml:trace>
  <inkml:trace contextRef="#ctx0" brushRef="#br0" timeOffset="-169213.77">10859 13613 2408 0,'22'-4'-1'0,"6"2"0"0,-2-1 1 0,5-3 0 0,-1 4 0 0,3-2 0 0,5 3 0 0,9-5 0 0,-2 3 0 0,2-3 0 0,-2 2 563 16,-1-2-262-16,-7 3-121 0,2-1-75 16,-2 0-47-16,-2 0-20 0,-8 3 1 0,-4-2 0 0,-2 3-506 15,-6 0 248-15,-5 0-607 0,-3 0 432 16,-5 0 178-16,-2 3 116 0,0 6-368 0,-19 0 219 16</inkml:trace>
  <inkml:trace contextRef="#ctx0" brushRef="#br0" timeOffset="-168942.03">11284 13628 1633 0,'-3'0'0'0,"1"0"0"0,2 0 0 0,0 0 0 0,-2 2 0 0,0 5 0 0,1 4 0 0,-5 3 0 0,-1 3 0 0,-5 5 0 0,-3 0 75 0,-2 3 163 0,-3 0-99 0,-3 0-51 16,-1 1-15-16,-3-2 74 0,1-2-54 0,-3-1 194 16,6-4-124-16,4-6-62 15,-2 0-22-15,4-1 330 0,7-4-185 0,1-2-93 0,6-3-80 16,-1-1-51-16,4 0 0 0,0 0 0 15,9 0 0-15,10 0 0 0,6 0 0 16,5-1 0-16,4-1 0 0,1-2 0 0,2 1 0 16,1 1 0-16,0-1 0 0,-2 1 0 15,-1 1 0-15,-3 1 0 0,-4-3 0 0,1 2 0 0,-9 1 0 16,1 0 0-16,-9 0-23 0,4 0-199 0,-7 0-513 16,-1 0 349-16,-2 0 173 0,-5 0 88 0,1 0-543 15,-2-3 319-15,0-2 156 0,0-5 77 0</inkml:trace>
  <inkml:trace contextRef="#ctx0" brushRef="#br0" timeOffset="-168773.84">11373 13762 3008 0,'-17'-6'0'0,"4"3"0"0,2 3 0 0,0 0 0 0,-3 0 0 0,9 5 0 0,-1 10 0 0,5 1 0 0,1 9 0 16,0 6 0-16,0 0 374 0,1 4-159 0,7 9 119 0,-1-3-334 0,-2 3 0 16,2 2 0-16,-4-4 0 0,-1-5 0 0,0 9 0 15,0-11 0-15,-2 1 0 0,0-3 0 0,0-4 0 16,0-7 0-16,-2-2-230 0,-2-10 99 15,-1 2 84-15,-3-6-906 0,0-6 457 16,1 0-394-16,-2-3 431 0</inkml:trace>
  <inkml:trace contextRef="#ctx0" brushRef="#br0" timeOffset="-168566.57">10909 13127 3213 0,'0'-17'0'0,"2"11"0"0,22-1 0 0,-1-5 0 0,4 4 0 0,3 0 0 0,5 0 0 0,4 1 0 0,7 1 0 0,-1 3 0 0,9-2 110 15,-4 1 103-15,2 3-89 0,-5-1-43 0,-4-1-262 16,-10 3 117-16,-1 0 47 0,-9 0 26 16,-2 0-530-16,-8 0 279 0,-4 5 139 0,-5 3 79 0,-4 0-760 15,0 2 354-15,-8 0 197 16,-6-1 97-16</inkml:trace>
  <inkml:trace contextRef="#ctx0" brushRef="#br0" timeOffset="-168419.14">11311 13072 2559 0,'-11'0'0'0,"0"8"0"0,3-1 0 0,2-1 0 0,-3 7 0 0,4 0 0 0,1 5 0 0,0 4 0 0,2 2 0 0,2 2 0 0,-2 5 175 16,2-2-70-16,-2-2 146 0,2 5-112 0,0-4-51 15,0 0-392-15,-2-5 170 16,2-1 86-16,0-1 51 0,0-6-623 0,0-4 329 0,0-2 163 15,0-3-657-15,2-6 374 0</inkml:trace>
  <inkml:trace contextRef="#ctx0" brushRef="#br0" timeOffset="-168256.02">11424 13104 2928 0,'2'-3'0'0,"1"3"0"0,1 0 0 0,-2 0 0 0,0 9 0 0,-1 6 0 0,1 2 0 0,1 6 0 0,-1-1 0 15,-2 9 0-15,0-4 328 0,0 6-146 0,0-4-72 0,0 3-64 0,0-6 0 0,0 6-9 16,0-5 0-16,0-5-517 0,0 1 259 16,0-2 128-16,2-3-684 0,1-3 399 0,3 0 203 15</inkml:trace>
  <inkml:trace contextRef="#ctx0" brushRef="#br0" timeOffset="-168053.7">11860 13209 3830 0,'21'3'0'0,"0"8"0"0,6 4 0 0,-1 0 0 0,-1 7 0 0,-1 4 0 0,-1 5 0 0,1 8 0 0,-5 2 0 0,-4 4 0 0,-2 4 101 0,-4 0-101 0,-5 5 0 0,-4 9 0 16,0-3 0-16,-13 2 0 0,-8-1 0 0,-5 3 0 16,2-11 0-16,-9 12 0 0,6-7 0 0,2-12 0 15,-3 2 0-15,-2-7 0 0,4-8 0 0,-10 4 0 16,4-8 0-16,2-10-409 0</inkml:trace>
  <inkml:trace contextRef="#ctx0" brushRef="#br0" timeOffset="-161206.95">5471 14831 3085 0,'0'-5'0'0,"0"4"0"0,-3-1 0 0,3-1 0 0,0 2 0 0,0-2 0 0,0 3 0 0,10 0 0 0,4 0 0 0,3 0 0 0,5 0 126 15,-3 0-44-15,9 0 221 0,-3 0-132 0,-2 0-58 16,9 0-62-16,-6 0-51 0,2 0 0 0,-2 0 0 16,1 0 0-16,-6 0 0 0,1 0 0 0,0 3 0 15,-3-2 0 1,-2-1-78-16,0 3 40 0,-6-1 48 0,1-2-659 0,0 1 323 16,-6 2 90-16,1-1-539 0,-4-1 368 15,1 3 175-15,-1-1 102 0</inkml:trace>
  <inkml:trace contextRef="#ctx0" brushRef="#br0" timeOffset="-161007.41">5678 15031 2466 0,'-9'13'0'0,"1"2"0"0,3-3 0 0,1-2 0 0,4-5 0 0,0 0 0 0,0 1 0 0,2-1 0 0,9 0 0 0,4-3 0 0,4 1 336 0,3-2-139 15,-1 2 335-15,0-1-247 0,4-2-170 0,-5 0-115 16,0 1 0-16,1-1 0 0,1 2 0 0,-5 0 0 15,1 0-66-15,-1 0 10 0,-2 2 47 0,-4-2-276 16,2 2 156-16,-4-3 84 0,3 3-790 0,-3-2 402 16,2 2 179-16,-3-4 98 0,-1 0-417 0</inkml:trace>
  <inkml:trace contextRef="#ctx0" brushRef="#br0" timeOffset="-160705.97">6369 14626 1933 0,'0'-3'0'0,"0"1"0"16,0 0 0-16,-3 2 0 0,-5 0 0 0,1 0 0 0,-4 0 0 0,1 10 0 0,-1 1 0 0,1 4 0 0,-3 3 138 0,3 2 307 0,-4 5-193 0,5 2-112 15,-3 3-51-15,5 5 339 0,2 0-195 0,-1 8-97 16,6-7-39-16,0 11-57 0,0-3-40 0,1-4 0 15,7-4 0-15,6 2 0 0,0-3 0 0,5 0 0 16,1-4 0-16,1 0 0 0,3-4 0 0,-1-2 0 16,2-2 0-16,-1-3 0 0,-2-4 0 0,1-1 0 15,-4-1 0-15,3-4 0 0,-3-3 0 0,0-2-302 16,-3-2-66-16,0-3 165 0,-2 0-517 0,0 0 341 16,1-11 161-16,-1-9 95 0,-4-3-247 0</inkml:trace>
  <inkml:trace contextRef="#ctx0" brushRef="#br0" timeOffset="-160517.95">6642 14965 2901 0,'-6'4'0'0,"4"-1"0"0,0 2 0 0,1-4 0 0,1 2 0 0,0-2 0 0,3-1 0 0,14 0 0 0,8 0 0 0,3 0 0 0,2 0 625 15,6 0-294-15,1-1-257 0,7-3-74 0,-3-4 0 16,-6 2 0-16,10-3 0 0,-8 2 0 0,1-1 0 15,-3 1 0-15,-2-1-302 0,-5 0 173 0,-1 3 79 16,-4 1 44-16,-5 1-906 0,-6 3 447 0,-3 0 160 16</inkml:trace>
  <inkml:trace contextRef="#ctx0" brushRef="#br0" timeOffset="-160164.5">6858 15097 2451 0,'-14'4'0'0,"7"2"0"0,4-4 0 0,-1-2 0 0,4 3 0 0,0-3 0 0,5 0 0 0,13 0 0 0,4 0 0 0,4 0 0 0,-3 0 298 16,7 1-134-16,-4 4-63 0,-6 0-32 0,1 1-35 15,-2 3 5-15,-4 1 8 0,-4 1-8 0,-5 2-154 16,-4 2 76-16,-2 2 39 0,0-1-55 0,-2 3 55 16,-18 3-8-16,0-6 130 0,-2 1-46 15,-1 0 0-15,-3-4-79 0,4-1 300 16,0-3-143-16,0 0-60 0,2-3-23 0,3-1-52 15,7-4-19-15,1 2 0 0,4 0 0 0,1-3 0 16,4 0 0-16,0 0 0 0,0 0 0 0,7 0 0 16,14 0 0-16,3 0 0 0,0 0 0 0,6 0 0 15,1 0 0-15,1 0 0 0,-1 0 0 0,1 0 0 16,-4 0 0-16,1 0 0 0,-3 0 0 0,-4 0 0 16,0 0 0-16,-4 0 0 0,0 0 0 0,-8 0 0 15,1 0-291-15,-2 0-81 16,-4 0 172-16,-3 0-473 0,0 0 318 0,-1 0 158 15,-1-3 80-15,0-10-428 0,0-2 258 0</inkml:trace>
  <inkml:trace contextRef="#ctx0" brushRef="#br0" timeOffset="-159965.52">6952 14466 2726 0,'-2'-4'0'0,"2"2"0"16,-2 0 0-16,2 2 0 0,0 0 0 0,0 0 0 0,0 0 0 0,0 8 0 0,2 7 0 0,2 4 0 0,3 1 178 0,-1 7-75 0,1 1 125 0,-1 1-95 0,-2 4-48 0,1-1-271 15,0 1 121-15,-2 2 47 0,0-2 27 0,1-1-540 16,2 2 284-16,1 0 142 0,-5 0-679 0,4-1 355 16,1-1 197-16</inkml:trace>
  <inkml:trace contextRef="#ctx0" brushRef="#br0" timeOffset="-159777.62">7522 15131 3100 0,'2'3'0'0,"0"5"0"0,0-1 0 0,-2 3 0 0,0 0 0 0,0 4 0 0,0-2 0 0,-2 3 0 16,-2-2 0-16,1 3 0 0,-3 1 225 0,3 0-94 0,-1 0-47 0,0 0-138 0,2 0 46 0,-6 0 10 15,5-2-556-15,-5 1 296 0,2-2 149 16,-9 1 72-16</inkml:trace>
  <inkml:trace contextRef="#ctx0" brushRef="#br0" timeOffset="-159222.78">8005 14909 2624 0,'-9'-5'0'0,"6"1"0"0,0 1 0 0,3 3 0 0,0-1 0 0,0 1 0 0,0 0 0 0,0 0 0 0,0 0 0 0,3 0 0 0,9 0 157 0,3 0-50 15,8 0 101-15,1 0-86 0,5 0-42 0,1 0 1 16,0 0 51-16,-3 0-38 0,6 0-9 0,-3 0-279 16,-3 0 116-16,-5 0 58 0,-2 0 28 15,0 1-457-15,-4 2 238 0,-2 1 56 0,-1-3 84 0,-3 1-612 16,2 0 313-16,-1 0 171 0,0-2-161 16</inkml:trace>
  <inkml:trace contextRef="#ctx0" brushRef="#br0" timeOffset="-159038.49">8733 14811 2854 0,'3'0'0'0,"8"3"0"0,2-1 0 0,3 1 0 0,3 1 0 0,1-2 0 0,4-2 0 0,8 0 0 0,4 0 0 0,0 0 0 0,7 0 113 0,-3-2 67 15,-9-1-62-15,5-2-45 0,-3-2-402 0,-3 1 183 16,-7 2 91-16,2 0-241 0,-7 3 176 0,-4-2 74 15,-3 2 42-15,-4 1-762 0,-4 0 376 0</inkml:trace>
  <inkml:trace contextRef="#ctx0" brushRef="#br0" timeOffset="-158672.9">8875 14965 2448 0,'-11'6'0'0,"2"1"0"0,2-3 0 0,2-2 0 0,5 1 0 0,0 2 0 0,0 0 0 0,12-1 0 0,2 2 0 16,6-1 0-16,0 1 142 0,2-1-52 0,1 1 113 0,-1 2-88 0,-1-1-39 16,0 1-79-16,-5-1 41 0,0 2 0 0,-9 1 9 15,0 1-205-15,-5 2 98 0,-2 1 48 0,0 3 26 16,-14 1-111-16,-5-1 77 0,-3-1 24 0,-7 4-12 16,3-5-20-16,-4 0 0 0,0 0-11 0,0-2 229 15,2-2-93-15,1-1-47 16,6-3 139-16,2-2-68 0,4 0-43 0,5-4 13 0,2 2 262 15,5-2-353-15,1-1 0 0,2 0 0 0,0 0 0 16,5 0 0-16,12 0 0 0,5 0 0 0,2 0 0 16,3 0 0-16,4 0 0 0,-1 0 0 0,3 0 0 15,1 0 0-15,1 2 0 0,-3-2 0 0,-5 2 0 16,7 0 0-16,-8 0 0 0,-6 0 0 0,1-1 0 16,-2 3 0-16,-8-3-144 15,3 2-43-15,-7-3 75 0,0 2-512 0,-3-2 293 16,-1 0 147-16,-2 0-445 0,-1 0 300 0,0 0 146 15,0-2 73-15</inkml:trace>
  <inkml:trace contextRef="#ctx0" brushRef="#br0" timeOffset="-158479.86">9114 14389 2725 0,'0'0'0'0,"0"5"0"0,0 7 0 0,0 1 0 0,0 2 0 0,0 3 0 0,0 3 0 0,0 2 0 0,0-1 0 16,0 7 0-16,0 2 152 0,0 2-214 0,2-1 50 0,-1-1 34 0,5 2-10 0,-1-1-536 15,2-3 280-15,-4 1 141 0,-1 3 70 16,0-2-261-16,0-2 160 0</inkml:trace>
  <inkml:trace contextRef="#ctx0" brushRef="#br0" timeOffset="-158292.28">9542 15139 2628 0,'0'5'0'0,"0"0"0"0,0 3 0 0,0-1 0 0,0 3 0 0,0 0 0 0,-2 5 0 0,-3-2 0 0,-4 4 0 0,2-3 0 0,0 5 121 0,0-2-42 15,-3-1 0-15,2 0-124 0,1-1 41 16,2-4 9-16,1-2-453 0,-1-1 242 0,2-2 122 15,1-3 61-15,2-1-725 0</inkml:trace>
  <inkml:trace contextRef="#ctx0" brushRef="#br0" timeOffset="-158100.16">9953 14886 2701 0,'28'0'0'0,"2"0"0"0,4 0 0 0,0-4 0 0,-2 3 0 0,1-1 0 0,6 2 0 0,0-2 0 0,4 1 0 0,0-2 0 0,0 1 145 0,-5 1-45 0,7-1-35 0,-11 0-1 15,1 0-355-15,-3 0 165 0,-3 1 81 0,-10-2 52 16,-3 3-590-16,-4 0 309 16,-5 0 156-16</inkml:trace>
  <inkml:trace contextRef="#ctx0" brushRef="#br0" timeOffset="-157759.52">10141 15046 1998 0,'0'0'0'0,"0"0"0"0,0 0 0 0,3-2 0 0,9 2 0 0,1 0 0 0,4 0 0 0,3 0 0 0,5 4 0 0,-6 6 0 0,-1 0 83 0,3 8 161 15,-7-3-104-15,-1 3-51 0,-4 1-88 0,-6 0 45 16,-1 3-10-16,-2 3 1 0,-3-3-94 0,-10 1 47 15,-6-2 23-15,2-5 14 0,-9 5 10 0,3-8-1 16,-1-3 1-16,5-3 86 0,-2-1-47 0,2-3 9 16,3 0-83-16,5-3 269 0,1 0-117 0,3 0-59 15,3 0 225-15,2 0-272 0,2 0-48 0,0 0 0 16,0 0 0-16,9 0 0 16,9 0 0-16,2 0 0 0,8 0 0 0,0 0 0 15,2 0 0-15,2 0 0 0,-2 0 0 0,-2 0 0 16,4 0 0-16,-3 0 0 0,-8 0 0 0,-1 0 0 15,-1 0 0-15,-7 0-58 0,1 0-110 0,-5 0-530 16,-2 0 330-16,-3 0 166 0,-1 0 83 0,1 0-478 16,-3-8 285-16,0-3 138 0</inkml:trace>
  <inkml:trace contextRef="#ctx0" brushRef="#br0" timeOffset="-157527.12">9955 14227 3031 0,'0'-26'0'0,"0"20"0"0,5 0 0 0,16-3 0 0,5 0 0 0,-1 1 0 0,5 3 0 0,4-1 0 0,3 2 0 0,6 3 1 0,8-1 169 0,0 0-2 0,-1 2-64 15,-2 0-34-15,-9 0 0 0,3 0-187 0,-8 0 72 16,-11 0 41-16,0 0-1 0,-9 0-398 0,-3 2 220 15,-6 4 118-15,-5-1-643 0,0 2 345 0,-7 1 124 16,-10 0 101-16,-10-1-388 0</inkml:trace>
  <inkml:trace contextRef="#ctx0" brushRef="#br0" timeOffset="-157204.29">10061 14168 2078 0,'-16'6'0'0,"8"8"0"0,0-1 0 0,4 2 0 0,-1 2 0 0,5 5 0 0,0 1 0 0,0-1 0 0,5 9 0 0,2-3 0 0,1 2 440 16,1 0-202-16,-1-2-101 0,-3-2-41 0,3 2 41 16,-5-5-50-16,1 0-26 0,-2-5 1 15,0-1-146-15,-2-4 70 0,0-4 20 0,0 1 0 16,0-6-140-16,-2-1 84 0,-6-3 44 16,-2 0-35-16,-2 0 22 0,0-3 26 0,0-7-124 0,-2-3 58 15,2 0-11-15,-2 0 24 0,3 2 64 16,-1 0-37-16,3 5-11 0,2-2 8 0,-1 5 256 0,0 0-120 15,3 2-40-15,-1 1-36 16,1 0 250-16,-1 7-129 0,1 5-46 0,0 1-29 16,1 2 38-16,-3 2-79 0,2 0-43 0,-1 2 0 15,3-2 0-15,-2-1 0 0,3 1-34 0,1-4-68 16,1-2 69-16,0-2 35 0,0 0-711 0,0-4 347 16,3-3 121-16,9-2 107 0,3 0-601 0,4-7 349 15</inkml:trace>
  <inkml:trace contextRef="#ctx0" brushRef="#br0" timeOffset="-156936.36">10171 14411 2106 0,'15'-3'0'0,"0"1"0"0,4-3 0 0,2 2 0 0,-3 1 0 0,3 2 0 0,2 0 0 0,-3 0 0 0,-1 2 0 0,-2 8 0 0,-4 3 148 0,-2 2-56 0,-5 1-28 0,-3 3 0 15,-3 2-7-15,0 3-21 0,-7-1 0 0,-8 0 0 16,-2-3-34-16,-1-1 0 15,1-4 43-15,-3 0 96 0,2-2-52 0,-1-3-27 0,6-5 224 16,3 1-125-16,3-5-53 0,3 2-41 16,-1-3 114-16,5 0-72 0,0 0-70 0,2 0-39 15,15 0 0-15,3 0 0 0,5 0 0 0,-1-3 0 16,3 2 0-16,-2-3 0 0,-2 2 0 0,7 1 0 16,-9-2-4-16,2 2-60 0,-1-1-675 0,-3-2 327 15,2 4 186-15,-5-4 76 0,2 3-535 16,-2-3 324-16,1-2 163 0</inkml:trace>
  <inkml:trace contextRef="#ctx0" brushRef="#br0" timeOffset="-156716.68">10811 14383 2552 0,'10'0'0'0,"3"3"0"0,0 5 0 0,3-2 0 0,0 4 0 0,-1 3 0 0,4 5 0 16,-2 3 0-16,-1 5 0 0,0 4 0 0,-2 4 221 0,0 7-92 0,-5-1 482 15,-2-3-278-15,-2 12-248 0,-3 0-85 0,-2 2 0 16,0 0 0-16,-8-1 0 0,-3-1 0 0,-5 0 0 16,0-1 0-16,-5 2 0 0,-1-2 0 0,-3 3 0 15,-3-2 0-15,-6 6 0 0,1-5-60 16,-1 3-19-16,1-10-914 0,-2-1 468 0,-1-10 248 16,1-5 121-16</inkml:trace>
  <inkml:trace contextRef="#ctx0" brushRef="#br0" timeOffset="-154031.68">2974 16532 75 0,'0'0'0'0,"0"0"0"0,0 0 0 0,-3 0 0 0,3 0 0 0,-1 0 0 0,1 0 0 0,-2 0 0 0,2 0 0 0,-2 0 0 0,1 0 16 0,-1 0-11 0,2 0 1 0,-2 0 0 16,0 0 26-16,1 0-25 0,1 0 0 16,-2 0 36-16,2 0 3 0,-3 0-35 0,1 0-1 15,0 0 68-15,1 0-32 0,-1 0 9 0,0 0 40 0,0 0-36 16,0 0 1-16,0 0 6 0,-1 0-1 15,1 0-21-15,-3 0 68 0,5 0-41 0,-5 0-1 0,1-2-33 0,1 0 79 16,-1-2-40-16,0 0 9 16,-1-2 64-16,0 1-55 0,5-2-29 0,-7-2 0 0,5-4 60 15,-1 2-34-15,1 1-9 0,0-2 134 16,1-2-166-16,1 3-13 16,0-7 1-16,0 2 37 0,0 1-9 0,0 0-28 0,0 1-1 15,0-3 36-15,1 3-36 0,1 2 10 16,3-2 24-16,-1 3 1 0,1 2-35 0,-5 1 0 0,5 0 27 15,-2 3 8-15,-1 1-34 0,1 0-35 16,0 0 31-16,-1 3 3 0,0-1 1 0,1 0 8 0,2 0-8 0,-3 1-32 16,3-1 31-16,-2 0 0 0,3 2 1 0,-2-2-28 15,1 2-18-15,0-2 44 16,-2 0-69-16,1 2 30 0,-2 0-11 0,-1 0 12 16,1-1-14-16,0 1 35 0,-1 0-45 15,2 0 41-15,-3 0-4 0,0 0 8 16,0 0-6-16,0 0 0 0,0 0-3 0,0 0 3 0,2 0-28 15,0 0 29-15,-1 0-5 0,1 0 1 0,3 0-27 16,0 0 26-16,0 0 0 16,0 0 1-16,5 0-2 0,-2 0 0 0,1 3 35 0,4 3-35 15,-5-3 3-15,3 6 32 0,1-1 0 16,-3 2-32-16,3-1 1 0,-1 3 43 0,-2-1-36 0,1 2 2 16,-1 1-6-16,0 4 11 0,1-2 7 15,-2 4-33-15,0 0 0 0,-1 0 0 16,0 1 0-16,-3 5 0 0,2-1 0 0,-3 1 0 0,-1-1 0 0,-1 5 0 15,-1-2 0-15,0 2 0 0,0 2 0 16,-5-2 0-16,-4-6 0 0,-3 9 0 16,0-5 0-16,-4 0 0 0,-2-4 0 0,2-1 0 0,0-6 0 0,-5 3 0 15,5-7 0-15,-1 1 0 16,1-7 0-16,2-1 0 0,-2-3 0 16,2-3 0-16,3 0 0 0,1 0 0 0,1-1 0 15,2-9-504-15,3-3 219 0,4-2 128 16,0-2 61-16,0-2 28 0,0-3-208 0,11 1 120 15,3 0 50-15,4-2-467 0,1 2 268 0,4-2 134 0,-3-1-407 16</inkml:trace>
  <inkml:trace contextRef="#ctx0" brushRef="#br0" timeOffset="-153754.39">3431 16286 1959 0,'0'-8'0'0,"0"2"0"0,0-5 0 16,-9 1 0-16,3 1 0 0,-1 3 0 0,-8-1 0 0,5 2 0 0,-3 1 0 0,1 2 0 0,-3 2 165 0,0 0-54 0,0 4 72 0,-1 7-73 0,0 4-36 16,2 6-1-16,0 1 224 0,3 4-120 15,1 3-75-15,3 4 184 16,3 3-125-16,3 1-61 0,1 1-22 0,0-3-23 0,1 0-55 16,6-1 0-16,7-1 0 0,0-3 0 0,3-1 0 15,0-3 0-15,1-1 0 0,4-5 0 0,-2 0 0 16,0-2 0-16,0-6 0 0,0 1 0 15,0-1 0-15,-2-4-356 0,2-3 39 0,-5-2 150 16,3-3-2-16,-2 0 69 0,2 0-480 0,-3-1 271 16,1-13-338-16,0 0 305 0,-3-4 143 15</inkml:trace>
  <inkml:trace contextRef="#ctx0" brushRef="#br0" timeOffset="-153556.72">3571 16449 2457 0,'-7'-4'0'0,"2"3"0"0,0 1 0 0,2 0 0 0,0 0 0 0,3 0 0 0,0 0 0 0,3 0 0 0,13 0 0 0,6 0 0 0,1 0 81 0,4 0 271 16,0 0-158-16,-2 0-78 0,-2 0-6 15,7 0-40-15,-10 0-1 0,3 0-32 16,-1 0-329-16,-5 0 165 0,1 0 91 0,-8 0 32 0,-1 0-470 16,0 0 243-16,-6 0 131 0,1 3-506 0,-4 2 275 15,0 2 152-15,0-3 71 16,-4 1-133-16,-4-1 102 0,-5-2 51 0</inkml:trace>
  <inkml:trace contextRef="#ctx0" brushRef="#br0" timeOffset="-153373.25">3691 16256 2107 0,'-2'-5'0'0,"2"4"0"0,-2 1 0 0,-1 0 0 0,3 0 0 0,-2 4 0 0,2 7 0 0,0 4 0 0,0 4 0 0,0 4 0 0,5-1 249 0,-1 7-111 0,2 2 278 16,-1 1-189-16,2 0-99 0,-2 2-36 0,1-2-9 0,-2 2-46 15,1-4 0-15,0-1 1 0,-1 1-348 16,-3-6 183-16,4 5 77 0,-2-7-217 0,0 1 153 0,-2-3 75 0,3 0-619 16,0-9 259-16,-1 0 174 15,3-5 94-15,0-6-373 0</inkml:trace>
  <inkml:trace contextRef="#ctx0" brushRef="#br0" timeOffset="-152985.18">3926 16317 1981 0,'9'-15'0'0,"5"4"0"0,-1 0 0 0,1 0 0 0,2 1 0 0,1-1 0 0,3 4 0 0,0 0 0 0,0 2 0 0,1 3 0 0,-2 2 80 0,2 0-78 16,-3 0 35-16,-2 7 10 0,0 7-10 0,-7 1 0 0,-4 3-74 16,0 3 37-16,-5 2 0 0,0-2 130 0,-7 5-52 15,-3-5 1-15,-6-2-42 0,2-3 187 16,-2 0-94-16,0-4-37 0,2 0-9 0,7-6 162 0,-2-1-104 15,6-1-53-15,-2-4 45 0,2 1-39 0,3-1-33 16,0 0-1-16,0 0-23 0,13 3-54 16,1-2 27-16,7 1-44 15,5 2 30-15,1 0 0 0,0 0 41 0,-2 1-89 16,2 2 45-16,-4 1 9 0,2 4-32 0,-8 3 28 16,4 4-5-16,-10-3-1 0,0 5 134 15,-6-1-126-15,-4 3-1 0,-1 3 0 0,0-3 0 0,-6 2 0 16,-9-5 0-16,0-1 0 0,-7 1 0 0,-1-4 0 15,1-1 0-15,-1-4 0 0,-2-1 0 0,2-2 0 16,-5-2 0-16,2-1 0 0,1 0 0 16,-1-1 0-16,4-3 0 0,-1-1-333 0,3 0-95 15,-4 0 199-15,5 0 78 0,0 0-289 0,4-1 192 16,0-6-610-16</inkml:trace>
  <inkml:trace contextRef="#ctx0" brushRef="#br0" timeOffset="-152450.75">3043 17106 2353 0,'-15'0'0'0,"5"0"0"0,-2 0 0 0,-1 0 0 0,6 0 0 0,2 0 0 0,0 0 0 0,3 0 0 0,-1 0 0 0,3 0 0 0,0 0 126 0,0 0-44 0,0 0 48 16,3 0-47-16,4 0-23 0,3-1 161 0,-1-2-97 15,2 2-43-15,-1-1 0 0,0 0 106 0,2 0-75 16,-2 2-28-16,3-2-10 0,-1 2 31 0,-2 0-77 0,4 0-28 15,0 0 0-15,2 0 0 0,0 0 0 16,3 0 0-16,6 0 0 0,-2 0 0 0,6 0 0 0,1 0 0 16,2 0 0-16,4 0 0 15,6 0 0-15,-4 0 0 0,3 0 0 16,2 0 0-16,11 0 0 0,-3 0 0 0,4 0 0 0,-1 0 0 16,3 0 0-16,8 0 0 0,-3 0 0 0,-2 0 0 15,0 0 0-15,3 0 0 16,-11 0 0-16,5 0 0 0,-6 0 0 0,-3 0 0 15,-11 0 0-15,-2 0 0 0,-5 0 0 0,-2 0 0 16,-9 2 0-16,-5 0 0 0,-2 0 0 0,-5 0 0 16,-5-1 0-16,1-1 0 0,0 0 0 0,-3 0 0 15,0 0 0-15,0 0 0 0,-6 0 0 0,-4 0 0 0,1 0 0 16,-5 0 0-16,1 3-740 0,0-2 338 0,-5 3 173 16,0 2 100-16,-1 3-630 0,-7 4 361 15,2 1 180-15</inkml:trace>
  <inkml:trace contextRef="#ctx0" brushRef="#br0" timeOffset="-152167.18">3491 17587 3172 0,'-17'0'0'0,"6"1"0"0,6 6 0 0,1-6 0 0,2 1 0 0,2-2 0 0,0 3 0 0,0 2 0 16,11-1 0-16,7-1 0 0,10 0 243 0,4 3-102 0,3-2-53 0,9 0 199 16,-3-1-287-16,-1-3 0 0,9 0 0 0,-5 0 0 0,2 0 0 0,-2 0 0 0,-2 0 0 15,-6 0 0-15,1-2 0 16,-2 1 0-16,-5-3 0 0,-4 2 0 0,-7 0 0 16,2 0 0-16,-3 1 0 0,-4-2 0 0,-5 3 0 15,-2 0-404-15,-3-1 33 0,-3 1 172 0,1 0 81 16,0 0-468-16,-2 0 274 0,0 0 138 0,-2 0-162 15,-12 0 154-15</inkml:trace>
  <inkml:trace contextRef="#ctx0" brushRef="#br0" timeOffset="-151774.65">3726 17767 2700 0,'-7'0'0'0,"2"2"0"0,3-2 0 0,-1 0 0 0,2 0 0 0,1 0 0 0,0 0 0 0,1 0 0 0,11 0 0 0,6 0 0 0,5 0 155 16,-3 0-58-16,5 4-31 0,-3-3-4 0,5 6-25 16,-8-1 0-16,3 0-41 0,-5 2-1 0,-3 1 42 15,-3 0-152-15,-4 3 72 0,-1 4 40 16,-4-4-1-16,-2 5 41 0,0 0-65 16,-10 0 38-16,-10 2-35 0,1-3 0 0,-2-1 96 15,-1-1-32-15,0-3-30 0,1-4 221 16,0 3-106-16,0-4-53 0,1-1-14 0,2-2 158 0,8 0-86 15,0-2-129-15,-1 1 0 0,5-2 0 16,5 2 0-16,-1-2 0 0,2 0 0 0,0 0 0 0,0 0 0 16,5 0 0-16,11 2 0 0,2 1 0 0,6-2 0 15,-2-1 0-15,8 5 0 0,-2-4 0 0,2 0 0 16,0-1 0-16,0 3 0 0,-6-3 0 16,7 1 0-16,-9 1 0 0,3-2 0 0,-7 2 0 0,0 0 0 15,-4-2 0-15,-3 2 0 16,-2-2-327-16,-4 0 81 0,3 2 105 15,-7-2 52-15,1 0-463 0,0 0 263 0,-2 0 125 0,0 0-374 16,0 0 250-16,-7 0 117 0,-6-2 71 0</inkml:trace>
  <inkml:trace contextRef="#ctx0" brushRef="#br0" timeOffset="-151565.5">3894 17197 3252 0,'-10'-5'0'0,"10"4"0"0,0 1 0 0,0 0 0 0,0 0 0 0,0 1 0 0,0 13 0 0,0 2 0 0,0 3 0 0,2 2 0 0,4 9 93 0,0-2-29 0,-2 2 1 16,-1 3-28-16,1-2-181 0,1 3 100 0,-3-2 36 16,3 0 0-16,-4-3-540 15,1 2 293-15,0 1 145 0,-2-6-630 0,0 5 316 16,0-4 194-16</inkml:trace>
  <inkml:trace contextRef="#ctx0" brushRef="#br0" timeOffset="-150700.18">5070 16783 1853 0,'-6'-6'0'0,"4"4"0"0,2 0 0 0,-2 2 0 0,2 0 0 0,0 0 0 0,0 0 0 0,0 0 0 0,0 0 0 0,8 0 0 0,7 0 186 0,2 2-65 0,5 3-46 16,1-5 310-16,2 0-174 16,1 0-87-16,1 0-43 0,-5 0 101 0,5 0-78 15,-1 0-33-15,-6-3-162 0,0-2 65 0,2 1 31 16,-6 1 9-16,-1 0-357 0,-4-1 190 0,0 3 95 16,-5-1 47-16,-2-1-685 0,-1 3 327 0,1 0 150 15,-2 0-148-15,-2 6 165 0</inkml:trace>
  <inkml:trace contextRef="#ctx0" brushRef="#br0" timeOffset="-150473.02">5228 17161 2845 0,'-5'4'0'0,"0"3"0"0,4 1 0 0,1-2 0 0,0-2 0 0,0 1 0 0,0 2 0 0,1-1 0 0,11 1 0 0,3-2 0 0,1 1 174 0,3 0 172 0,2-2-153 15,6 0-78-15,-5-1-29 0,4 1-48 0,-4-2 1 16,1 0-1-16,-1-1-254 16,-5 1 127-16,1 2 73 0,-4-4 23 0,0 3-443 15,-2-2 238-15,-1 1 106 0,-1 1 63 0,1-1-691 16,-3 2 346-16,5-2 167 0,-1 0-359 0,-3-2 264 16</inkml:trace>
  <inkml:trace contextRef="#ctx0" brushRef="#br0" timeOffset="-150180.15">5901 17018 2693 0,'0'-3'0'0,"1"0"0"0,10 0 0 0,0-1 0 0,6 1 0 0,-2 0 0 0,7 2 0 0,7-2 0 0,1 2 0 0,9-1 0 0,1 2 223 0,3-2-92 0,7 2 168 16,-1-2-136-16,4 2-62 0,2 0-31 0,3 0 39 15,-1-2-36-15,4 2-4 0,7 0-69 16,-6 0 0-16,0 0 0 0,-2 0 0 0,-6 0 0 0,4 0 0 16,0 0 0-16,-4 0 0 15,-3 0 0-15,-3 0 0 0,-1 0 0 0,-9 0 0 16,-3 0-101-16,-3 0-14 0,-9 0 27 0,0 0-209 16,-9 0 117-16,-5 0 65 0,0 0 27 0,-6 0-126 15,-1 0 88-15,-2-1 44 0,0 1 0 0,-2-2-352 16,-13-1 203-16,-2 0 96 0</inkml:trace>
  <inkml:trace contextRef="#ctx0" brushRef="#br0" timeOffset="-149901.56">6173 16179 2850 0,'0'-3'0'0,"0"3"0"0,0 0 0 0,1 0 0 0,7 0 0 0,1 0 0 0,3 7 0 0,2 0 0 0,2 0 0 0,0 1 0 0,-1 2 159 0,4 1-61 16,-2-1-20-16,0 4-30 0,0-1-9 15,-4 2-1-15,1 2-193 0,-5-2 96 0,-2-2 59 0,-2 2 14 16,1-1-426-16,-2 2 223 0,0-5 112 15,-1 1-593-15,-2-2 306 0,1-4 167 0,0 0 80 0,0-2-311 16</inkml:trace>
  <inkml:trace contextRef="#ctx0" brushRef="#br0" timeOffset="-149637.92">6542 16079 2273 0,'0'-4'0'0,"0"2"0"0,0 1 0 0,0 1 0 0,0 0 0 0,0 0 0 0,-1 3 0 0,-4 10 0 16,0 4 0-16,-1 6 0 0,0 3 312 0,-2 3-137 0,-2 4-68 0,-1 8 340 0,2-5-195 0,-3 11-112 16,-1-1-51-16,0 0 47 15,0 1-136-15,-3 4 0 0,2-2 0 0,-2 1 0 16,1-3 0-16,-2-1 0 0,5-3 0 0,0-10 0 16,1 1 0-16,5-4 0 0,-3-9 0 0,6 0 0 15,-4-6 0-15,6-4 0 0,-1-1 0 0,0-6 0 16,2 1 0-16,0-4 0 0,0-1-238 0,0 0 38 15,0 0 87-15,0 0-440 0,0 0 258 0,4-3 128 16,7-12-439-16,3 0 274 16,2-6 152-16,1-6 71 0</inkml:trace>
  <inkml:trace contextRef="#ctx0" brushRef="#br0" timeOffset="-149440.72">6627 16483 2789 0,'4'0'-2'0,"4"0"0"0,-3 1 2 0,2 2 0 0,3-2 0 0,1 1 0 0,4-2 0 15,4 0 0-15,1 0 0 0,6 0 0 0,-3 0 286 0,4 0-124 0,-1-2-20 0,-3 1-42 0,1-6-36 0,-2 2 0 16,-1 2-375-16,-3-1 174 0,-6 3 88 0,-1-3-213 16,-1 3 145-16,-5 1 77 0,-1 0 40 0,0 0-689 15,-2 0 264-15,1 0 185 0,-3 0 105 0</inkml:trace>
  <inkml:trace contextRef="#ctx0" brushRef="#br0" timeOffset="-149097.98">7036 16218 2037 0,'3'-2'0'0,"0"1"0"0,3 1 0 0,3-3 0 0,3 3 0 0,2 0 0 0,5-1 0 0,5 1 0 0,1 0 0 0,1 0 0 0,1 0 83 0,-5 4 141 0,7 5-98 0,-8 1-44 16,0 2 0-16,-6 1-16 0,0 3-1 0,-5 0-17 15,-3 3-10-15,-4 2-3 0,-3 3 3 0,0 2 0 16,-14 0 37-16,-2 3-9 0,-4-3-28 0,-1 0 0 16,1-1 51-16,-4-4-26 15,3-5 10-15,-6 3 44 0,7-9-40 0,-1 1 0 16,2-3-39-16,5-4 67 0,0 0-24 0,3-1-49 16,4-2-32-16,1-1 0 0,3 0 0 0,0 0 0 15,3 0 0-15,0 0 0 0,0 0 0 0,0 0 0 16,11 2 0-16,1 1 0 0,6-2 0 0,-1 1 0 15,8 2 0-15,-1-2 0 0,5-1 0 0,-5 1 0 16,0 0 0-16,5-1 0 16,-9-1 0-16,5 3 0 0,-2-3 0 0,-5 0 0 15,2 0-69-15,-6 2-232 0,-1-2 132 0,-3 1 65 16,-2 1-578-16,2 1 321 0,-5 1 153 0,-4 2-598 16</inkml:trace>
  <inkml:trace contextRef="#ctx0" brushRef="#br0" timeOffset="-148752.45">6189 17465 3355 0,'-7'0'0'0,"5"0"0"0,1 0 0 0,1 1 0 0,0-1 0 0,0 0 0 0,0 7 0 0,0-5 0 0,8 3 0 0,8 0 0 0,2 0 182 16,3-2-73-16,6 3 136 0,-4-5-205 0,-2 4-40 15,7-4 0-15,-8 1 0 0,1-2 0 0,-1 2 0 16,-2 2 0-16,-4-3 0 0,0 2 0 0,-3-1-12 15,-5 1-117-15,2-1 82 0,-3 0 42 0,2 0-690 16,-3 1 318-16,1 0 170 16,-2-2-407-16,3-1 289 0,-1 2 144 0,3-2 63 0,3 0-417 15</inkml:trace>
  <inkml:trace contextRef="#ctx0" brushRef="#br0" timeOffset="-148557.33">6744 17465 2609 0,'8'5'0'0,"10"-1"0"0,-7-3 0 15,5-1 0-15,-2 0 0 0,3 0 0 0,6 0 0 0,2 0 0 0,4 0 0 0,2-1 0 0,3 0 309 0,0-2-137 0,1 2 65 0,-2-2-100 0,2 2-50 16,-4-1-16-16,1 0-253 0,-4 2 100 0,-7 0 64 16,2 0 28-16,-7 0-476 15,-2 0 261-15,-4 0 116 0,0 0-271 0,-5 2 85 16,-5 4 130-16,0 4-20 0,0-1-430 0</inkml:trace>
  <inkml:trace contextRef="#ctx0" brushRef="#br0" timeOffset="-148171.87">6988 17615 1949 0,'-8'0'0'0,"2"0"0"0,4 0 0 0,2 0 0 0,-2 0 0 0,2 0 0 0,0 0 0 0,4 0 0 0,10 0 0 0,0-2 0 0,2 0 325 0,0 2-149 0,2 0-70 15,-1 0 156-15,-1 0-113 0,0 2-56 0,-4 5-19 16,1 3 46-16,-2 0-42 0,-5 3 0 0,-2 0-41 16,0 0 71-16,-4 1-26 0,0 2-9 0,0-1-7 15,-2-1 1-15,-7 2-30 0,-2-1-1 0,-3-3-21 16,1-1-15-16,-2-2 0 0,2-1 0 0,-2-3 0 16,3-1 0-16,-3-3 0 15,4 2 0-15,2-3 0 0,1 0 0 0,3 0 0 16,1 0 0-16,0 0 0 0,4 0 0 0,0 0 0 15,0 0 0-15,0 0 0 0,0 0 0 0,8 0 0 16,10 0 0-16,-3 0 0 0,6 0 0 0,3 0 0 16,1-3 0-16,-3 3 0 0,8 0 0 0,-5 0 0 15,1 0 0-15,-3 0 0 0,-1 0 0 0,0 0 0 16,-6 3 0-16,1-1 0 0,-4 1 0 0,-2-1 0 16,-3 2 0-16,-3-2-236 15,0-2-85-15,-4 2 143 0,1-2-458 0,0 0 299 16,-2 1 151-16,0-1 65 0,-2 0-406 0,-8 0 244 15,-1-3 124-15</inkml:trace>
  <inkml:trace contextRef="#ctx0" brushRef="#br0" timeOffset="-147959.75">7179 17151 2930 0,'-4'-11'0'0,"2"6"0"0,1-1 0 0,-3 2 0 0,4 2 0 0,-1-1 0 0,1 3 0 0,0 0 0 0,0 0 0 16,0 0 0-16,1 7 194 0,4 4-82 0,1 2 162 0,-1 4-118 0,0 2-60 0,1 6-30 16,-5-5-102-16,1 6 31 0,0 1 1 0,-2-3-147 15,0-3 93-15,0 1 48 16,0-1-476-16,0-1 257 0,0-3 100 0,0-3 78 0,0-3-657 0,0-4 336 16,0 0 159-16,4-2 92 0</inkml:trace>
  <inkml:trace contextRef="#ctx0" brushRef="#br0" timeOffset="-147734.22">7795 16943 3065 0,'2'0'0'0,"9"-2"0"0,1 1 0 0,0 1 0 0,2 0 0 0,-1 0 0 0,4 0 0 0,4 0 0 0,2 0 0 0,2 0 0 0,-2 0 193 0,2 0 138 0,-3 0-138 0,6 0-82 16,-7 0-73-16,3 0-38 0,-4 0 0 16,0 0 0-16,-8 0-176 0,2 0 93 0,-3 0 60 0,-4 0 30 15,-3 0-615-15,-1 0 270 0,-1 0 181 0,-2 0-79 16</inkml:trace>
  <inkml:trace contextRef="#ctx0" brushRef="#br0" timeOffset="-147559.93">7972 17114 2663 0,'0'3'0'0,"0"0"0"0,0-3 0 0,2 3 0 0,-2 1 0 16,1 0 0-16,5 0 0 0,1 1 0 0,3 1 0 0,3-1 0 0,1 0 109 0,-2 1 161 0,3-1-117 0,2-4-58 16,-1 1-201-16,-2-2 80 0,1 0 27 0,-1 0-1 15,-2 0-229-15,2 0 132 0,-3 0 67 0,-2-2-728 16,1-1 386-16,-3 0 105 0</inkml:trace>
  <inkml:trace contextRef="#ctx0" brushRef="#br0" timeOffset="-147117.18">8653 17040 1835 0,'-9'-4'0'0,"3"3"0"0,4-1 0 0,-2-1 0 0,4 3 0 0,-1 0 0 0,1 0 0 0,0-1 0 15,0 1 0-15,0 0 0 0,10 0 248 0,7 0-106 0,5 0-43 0,9 1 86 16,0 4-74-16,8-4-37 0,2 1 0 16,-3 0 38-16,15 1-42 0,-1-2-1 0,3 3-32 15,9-2 52-15,-2 2-26 0,-6-3 9 0,18 4-129 0,-6-4 47 16,4 1 23-16,1 0 1 0,3-2-46 15,2 0 44-15,1 0-9 0,-2 0-132 0,-1 0 78 0,-2 0 13 16,-1 0 27-16,-8 0-289 16,12 0 146-16,-10 0 42 0,-12 0 45 0,1 0-419 15,-8 0 225-15,-4 0 102 0,-5 0-445 0</inkml:trace>
  <inkml:trace contextRef="#ctx0" brushRef="#br0" timeOffset="-146530.4">8979 16261 2135 0,'-16'-13'0'0,"14"11"0"0,-1 0 0 0,3 0 0 0,-2 2 0 0,2 0 0 0,0 0 0 0,0 0 0 0,0-1 0 0,9 1 0 0,10 0 69 0,3 0 116 15,5 0-75-15,-3 0-27 16,8 0 29-16,-2 0-38 0,0 0 0 0,-2 1-37 0,-3 3-28 0,5 0 28 15,-8 2 0-15,1-1-71 16,-2 3 35-16,0-1 1 0,-5 1 44 0,-2 1-71 16,-1-1 32-16,-3-2-1 0,-1 3-19 0,-1-3-85 15,-4 1 41-15,0-2 32 0,-2 3-13 0,-2 1-19 16,0 1 15-16,-2 4-1 0,-11 2 167 0,-4 2-63 16,-4 3-33-16,-1 0 67 0,-4 3-40 0,-1 0-24 15,-3 1 20-15,2 0 16 0,0-1-16 0,1-2 0 16,4 3-4-16,0-4 6 0,7-5 31 0,2 1-50 15,3-4 68-15,4-1-33 16,0-4 0-16,7 2-32 0,0-4 33 0,0 2-33 16,0-1 0-16,2-1-25 0,7 1 25 0,5-1 0 15,2-1-37-15,3 1 0 0,6-2 0 0,-4-1 0 16,4 2 0-16,4-4 0 0,-7 1 0 0,7-2 0 16,-8 3 0-16,2-3 0 0,-2 0 0 0,0 0 0 15,-4 0-103-15,-4 0-116 0,-4 0 109 0,1 1-505 16,-5-1 289-16,0 0 145 0,-4 1 63 0,1-1-418 15,1 0 249-15,-3 0 126 16,0 0 61-16,-3 0-338 0</inkml:trace>
  <inkml:trace contextRef="#ctx0" brushRef="#br0" timeOffset="-146347.33">9095 16454 2247 0,'-8'0'0'0,"7"0"0"0,-1 2 0 0,0-2 0 0,0 0 0 0,2 0 0 0,0 0 0 0,4 0 0 0,12 3 0 0,3 0 0 0,6 2 363 16,1-3-163-16,3 4-81 0,2-1-42 0,-1 2-196 15,2-1 73-15,0 0 42 0,0 2-600 0,-5-1 320 16,-2 1 161-16,-4 2 88 0,2-2-300 0,-2 1 72 16</inkml:trace>
  <inkml:trace contextRef="#ctx0" brushRef="#br0" timeOffset="-146164.83">9638 16433 2187 0,'0'0'0'0,"0"0"0"0,0 0 0 0,2 0 0 0,7 0 0 0,4 0 0 0,4 0 0 0,5 0 0 0,3 0 0 0,-2 0 0 0,7 0 183 16,-3 0-73-16,2 0-79 0,-3 0 6 0,-1 0-1 15,-3 0 10-15,-2 0-378 0,0 0 185 0,-3 0 91 16,-6 0-174-16,0 0 134 0,-3 0 75 0,-3 0-50 15,-1 3-497-15,-1-1 259 0,-3 1 136 0</inkml:trace>
  <inkml:trace contextRef="#ctx0" brushRef="#br0" timeOffset="-145966.68">9864 16131 1899 0,'0'0'0'0,"0"0"0"0,0 3 0 0,0 12 0 0,0-3 0 0,0 6 0 0,0 4 0 0,0 3 0 0,1 3 0 16,0-1 0-16,1 8 136 0,-2-4-40 0,0 5-35 0,0-2 105 0,0 0-64 16,0 2-33-16,-2-4 0 0,0-7-186 0,-1 7 73 15,-1-9 40-15,4 0-380 0,-1-3 211 0,1-1 105 16,0-6 61-16,0 0-621 16,0-5 301-16,0-6 119 0</inkml:trace>
  <inkml:trace contextRef="#ctx0" brushRef="#br0" timeOffset="-145624.47">10176 16233 1787 0,'5'1'0'0,"-1"6"0"0,-3 2 0 0,-1 4 0 0,0 0 0 0,0 2 0 0,0 0 0 0,-6 2 0 0,-3 0 0 0,3 1 0 0,-1-1 127 15,0-4-49-15,2-3 112 0,0-1-77 0,3-1-37 16,0-4 53-16,0-1-37 0,2-2-33 0,0-1 1 15,0 0 50-15,0 0-36 0,2 0-1 0,7 0-27 16,5 0 40-16,2 0-24 0,3 0-1 0,6 0 14 16,0 0-1-16,-5 0-28 0,2 1-9 0,1 5 4 15,-3 0-4-15,1 3-1 0,-2 2-23 16,-8 1 9-16,0 0 15 0,-2 3-1 16,-6 3-28-16,-1-1 29 0,-2 2 0 0,-2 0 8 15,-12 3 15-15,0-3-1 0,-5 1-51 0,-1-1-8 16,-3 0 0-16,-4-2 0 0,1 0 0 0,-4-2 0 15,-2 0 0-15,2-2 0 0,0-2-246 0,5-4 37 16,-5 1 94-16,5-3 59 16,6-3-565-16,-2-2 292 0,4 0 146 0,2-4 64 0,6-18-550 0,3-12 317 15</inkml:trace>
  <inkml:trace contextRef="#ctx0" brushRef="#br0" timeOffset="-145480.58">10096 16200 2218 0,'11'-12'0'0,"6"3"0"0,0-1 0 0,0 2 0 0,-1 1 0 0,5 2 0 0,2 1 0 0,5 2 0 0,-4 0 0 0,4 2 0 0,-1 0 284 0,-1 0-123 16,-3 5-53-16,5 3 39 0,-8-1-54 0,1 2-29 15,1 4-554-15,-8-2 264 0,1 1 140 0,-6 4 57 16,-3 0-727-16</inkml:trace>
  <inkml:trace contextRef="#ctx0" brushRef="#br0" timeOffset="-144947.02">9199 17683 2857 0,'-11'0'0'0,"4"0"0"0,2 0 0 0,1 2 0 0,2-2 0 0,2 2 0 0,0-2 0 0,0 1 0 0,0 1 0 0,15 0 0 0,9-1 513 0,5-1-238 0,9 0-120 0,0 0-58 15,8 0-63-15,-5 0-34 0,12 0 0 0,-4-1 0 16,-3-1 0-16,2 0 0 0,-2 1 0 0,-9-1 0 16,5 0 0-16,-10 0 0 0,-2 2 0 0,-8 0 0 15,1 0 0-15,-4 0 0 0,-6 0 0 0,-1 0-185 16,-7 0 51-16,-1 0-10 16,-2 0-543-16,-2 0 315 0,0 2 173 0,0 3 81 15,-9 0-230-15,-5 2 156 0,-2 1 78 0</inkml:trace>
  <inkml:trace contextRef="#ctx0" brushRef="#br0" timeOffset="-144592.92">9448 17808 2357 0,'-12'0'0'0,"5"2"0"0,3-2 0 0,3 0 0 0,1 0 0 0,0 0 0 0,0 0 0 0,9 2 0 0,6 0 0 0,3 2 0 0,0 0 96 0,0 1 100 0,-1 5-71 16,1-3-48-16,-2 4-1 0,-4 1-67 0,-3 1 1 15,-4 0 26-15,-3 2-114 0,-2 0 53 0,0 2 31 16,-9-1 0-16,-8 6-20 0,4-9 25 0,-6 2 9 16,-6 1-32-16,5-3 0 0,3-5-19 0,-3 0 45 15,-1-1 124-15,4-4-63 16,0 2-30-16,3-4-1 0,4-1 294 0,0 0-150 16,2 0-67-16,5 0-6 0,1 0-115 0,2 0 0 15,-2 0 0-15,2 0 0 0,0 0 0 0,5 3 0 16,12 0 0-16,-2 0 0 0,4 0 0 0,2 1 0 15,3 1 0-15,4-1 0 0,-3 0 0 0,1 0 0 16,-1-1 0-16,0-1 0 0,-5-2 0 0,2 3 0 16,-2-3 0-16,-4 0 0 0,-2 0 0 0,-3 0-8 15,-2 0-364-15,-1 0 173 0,-4 0-491 0,-1-3 326 16,-1 0 164-16,0-2 82 16,-2-4-458-16,0-2 274 0</inkml:trace>
  <inkml:trace contextRef="#ctx0" brushRef="#br0" timeOffset="-144358.45">9301 17251 2462 0,'0'-10'0'0,"0"6"0"0,0 3 0 0,8-2 0 0,7 0 0 0,2-1 0 0,4 2 0 0,6 0 0 0,-2 0 0 0,6 1 0 0,2-1 280 15,3 2-112-15,-1 0-120 0,1 0-11 0,-2-2-1 16,-6 2-367-16,-5 0 184 0,-9 0 101 0,2 0 36 16,-7 0-225-16,-4 0 136 15,-3 0 67-15,-2 5-17 0,-2 3-519 0,-11 1 257 16,1 1 137-16,-7-3 69 0</inkml:trace>
  <inkml:trace contextRef="#ctx0" brushRef="#br0" timeOffset="-144033.42">9392 17247 2230 0,'-13'11'0'0,"1"6"0"0,4-2 0 0,0 3 0 0,-1 0 0 0,4 3 0 0,1 2 0 0,4 5 0 0,0-7 0 0,0 13 0 0,0-7 92 0,0 1 185 16,0-1-120-16,0-1-60 0,0-3-22 0,0-1 5 16,0-2 0-16,0-3-44 0,0-5-116 0,0-2 58 15,0-2 38-15,0-4-9 0,-2 0-120 0,-3-2 74 16,-4-2 39-16,-1 0-129 0,3 0 66 15,-4-6 41-15,1-5-30 0,1 0-85 16,-1-4 41-16,0-3 39 0,1 2-18 0,0-2 22 16,2 2-4-16,-1 0-1 0,0 5 79 0,1 4-28 15,0-1-4-15,-1 3-21 0,2 3 229 0,-1-1-107 16,2 3-43-16,-1 0 141 0,-2 0-81 0,2 7-32 16,1 1-31-16,-1 1 2 0,2 2 22 0,-4 0-41 15,5 0 46-15,1-1-319 0,0 1 134 0,2-1 69 16,0-3 33-16,0 0-272 15,0-1 124-15,4-4 36 0,8-2-539 0,0 0 313 16,-1-2 156-16</inkml:trace>
  <inkml:trace contextRef="#ctx0" brushRef="#br0" timeOffset="-143775.95">9411 17332 2318 0,'13'-8'0'0,"-1"2"0"0,2 1 0 0,2 0 0 0,-4-1 0 0,3 6 0 0,2 0 0 0,-1 0 0 0,4 0 0 0,-4 7 0 0,1 4 109 0,-4 4 154 0,-3 0-113 0,-1 4-57 16,-5 0-28-16,-2 2-26 0,-2-3-3 0,0 3 1 16,-8 0-38-16,-6-5 0 0,-2-1 38 0,-2 0 79 15,1-3-44-15,-1-4 0 0,2-2-35 0,4-3 150 16,1-2-76-16,4 1-28 0,2-2-9 0,3 0-40 16,0 0-34-16,2 0 0 0,0 0 0 0,4 0 0 15,12-2 0-15,7-2 0 0,1-1 0 16,5-1 0-16,4 1 0 0,3 0 0 0,2 0 0 0,-1 2 0 15,1-3 0-15,-3 2-428 16,-2 1-47-16,0 1 159 0,-1 0 144 0</inkml:trace>
  <inkml:trace contextRef="#ctx0" brushRef="#br0" timeOffset="-141269.68">12486 16480 2034 0,'-12'-6'0'0,"1"-5"0"15,-1 0 0-15,3-1 0 0,2-4 0 0,1 1 0 0,2-3 0 0,4-1 0 0,0-2 0 0,0-1 0 0,1-3 81 0,9 7 8 0,7-7-52 16,4 5 154-16,0 1-77 0,2 2 36 0,2 2-57 0,-2 5-19 0,5-1-10 16,-1 3-27-16,-7 5 37 0,2 0 0 15,1 2-23-15,-2 1-5 16,-3 0-10-16,3 15 1 0,-6 2-1 0,0 8-32 15,-6 2 8-15,1 7 59 0,-6-2-1 0,-2 4-33 0,-2 1 0 16,0 1 48-16,-4-1-15 0,-9-1-10 16,0 0-22-16,-4 0-1 0,-3-5 55 0,-1 0-92 0,-2-3 0 15,-6-6 0-15,3 1 0 0,-4-6 0 16,2-4 0-16,-1-6 0 0,4-1 0 16,-5-4 0-16,4-2 0 0,5 0 0 0,-2 0 0 0,3 0 0 15,2-5 0-15,6-3 0 0,2-2 0 0,4 5 0 16,2-3-171-16,3 3-17 15,1-3 52-15,1 3 60 0,15-1-482 0,6 0 261 0,6 1 130 16,4-1-185-16,3-1 149 0,9-5 87 0,-3-3 40 16</inkml:trace>
  <inkml:trace contextRef="#ctx0" brushRef="#br0" timeOffset="-141037.28">12936 16154 1977 0,'0'-13'0'0,"-4"3"0"0,-5 5 0 0,-1 1 0 0,-5 2 0 0,2 2 0 0,0 0 0 0,0 2 0 0,-4 17 0 0,1 3 0 0,2 5 90 0,-1 10 319 16,0 5-186-16,4 1-94 0,1 6 297 0,4-1-186 15,3 5-106-15,3-2-49 0,0-4 128 0,2-2-208 16,11-5-5-16,4-5 0 0,2-1 0 0,4-4 0 16,2-4 0-16,3-5 0 15,-1-2 0-15,1-5 0 0,0-5 0 0,1-4-166 0,-7-3-106 16,4-2 150-16,-3-2-742 0,-4-10 405 0,3-4 215 15,-3-6 104-15,-2 1-441 0,-2-4 272 0</inkml:trace>
  <inkml:trace contextRef="#ctx0" brushRef="#br0" timeOffset="-140862.12">13157 16447 2277 0,'-5'-6'0'0,"1"3"0"0,1 1 0 0,1-1 0 0,2 2 0 0,0-1 0 0,0 2 0 0,12-2 0 0,8 0 0 0,4-1 0 0,0 2 69 16,6-2 284-16,-5 1-149 0,6 0-88 0,-2 2-40 15,-3 0-51-15,-3 0 12 0,-3 0 0 16,-1 0-440-16,-3 0 215 0,-4 0 112 0,-1 4-216 16,-3 0-174-16,-4-1 237 0,0 3 16 15,-2-2-249-15,-2 1 212 0,0-1 108 0,-2-2 52 16,-10-2-75-16</inkml:trace>
  <inkml:trace contextRef="#ctx0" brushRef="#br0" timeOffset="-140696.15">13377 16306 1577 0,'-9'-19'0'0,"0"7"0"0,0 2 0 16,4 2 0-16,0 2 0 0,-1 3 0 0,4 1 0 0,-1 2 0 0,3 0 0 0,-2 10 0 0,2 6 92 0,0 7-28 0,0 4 334 0,0 2-181 0,0 7-90 0,-2 1 278 15,2 11-189-15,-2-9-90 0,2 2-45 0,0-5-150 16,0 3 53-16,0-3 36 0,0 0-443 0,0-4 230 16,0-5 115-16,0 1 57 0,2-10-541 0,3 2 234 15,3-4 162-15,1-8-239 0,1-4 184 0</inkml:trace>
  <inkml:trace contextRef="#ctx0" brushRef="#br0" timeOffset="-140320.98">13587 16197 1835 0,'12'-13'0'0,"1"4"0"0,4-3 0 0,0 3 0 0,2 0 0 0,1 1 0 0,1 5 0 0,0 0 0 0,1 3 0 0,-1 0 0 0,-2 9 83 0,-3 3-47 0,-2 6 1 0,-5 7-107 15,-5-2 54-15,-4 3 26 0,0 2 9 0,-11 1-21 16,-7-1 0-16,0 0 38 16,-5-4 66-16,1 1-33 0,1-8 10 0,-5 4-43 0,9-9 179 0,-2 0-89 15,10-6-45-15,-1-1 0 16,5-4 210-16,3 2-132 0,0-3-61 0,2 1-30 16,2 2 24-16,9 0-27 0,8 0 8 0,3-1 77 15,3 5-56-15,-1-2-29 0,5 5-44 0,-1 1-21 16,-2 2 0-16,0 4 0 0,-3 0 0 0,-2 3 0 15,-7 3 0-15,-2 1 0 0,-7-1 0 16,-3 5 0-16,-2-1 0 0,0-5 0 0,-11 3 0 0,-6-1 0 16,-4-2 0-16,-3 1 0 15,0-7 0-15,-1 1 0 0,-1-3 0 0,1-3 0 16,3-3 0-16,-6 1 0 0,3-1 0 0,1-3 0 16,-1 1 0-16,0-2 0 0,4-1-676 0,-8 0 287 15,8-3 177-15,0 0-595 0,1 0 386 0</inkml:trace>
  <inkml:trace contextRef="#ctx0" brushRef="#br0" timeOffset="-139773.42">12504 17058 2047 0,'-23'-4'0'0,"3"4"0"0,1 0 0 0,3 0 0 0,4 0 0 0,1 1 0 0,5 2 0 15,2-1 0-15,4-1 0 0,0 5 0 0,6 1 146 0,14 0 232 0,7-1-170 0,4 2-85 0,10-1-43 0,7-1 315 0,14-2-183 16,2-2-88-16,5-2 94 0,5 0-218 0,2 0 0 0,2 0 0 16,0-2 0-16,-4 0 0 15,-1 2 0-15,-2 0 0 0,-3 0 0 0,-12 7 0 16,4 3 0-16,-4-1 0 0,-1 2 0 0,-8 3 0 16,-2-1 0-16,-11-1 0 0,-2-3 0 0,-8-3 0 15,-3 1-37-15,-4-2-99 0,-8-1 54 16,-1-1-13-16,-4-3-164 0,-2 2 111 0,-2-2 55 15,0 2 27-15,-4 0-131 0,-12 2 71 0,2-1 48 16,-3 4-448-16,-3 0 243 0,-5 4 123 0</inkml:trace>
  <inkml:trace contextRef="#ctx0" brushRef="#br0" timeOffset="-139423.62">13217 17442 2516 0,'-7'0'0'0,"4"0"0"0,3 0 0 0,-2 0 0 0,2 0 0 0,-2 6 0 0,0 1 0 16,0 3 0-16,2 0 0 0,0 5 0 0,0 1 265 0,0 5-114 0,0 3-57 0,0 1 273 0,0 5-165 0,0 0-72 16,0 6-51-16,0 0 48 15,0 0-127-15,0 3 0 0,0 0 0 0,0-2 0 16,0 1 0-16,0 0 0 0,2-3 0 0,-2-1 0 15,2-1 0-15,-2 0 0 0,0-3 0 0,0-4 0 16,0-4 0-16,0 3 0 0,0-5 0 0,0-1 0 16,0-4 0-16,0-4 0 0,-2-1 0 0,0-4 0 15,-1-2 0-15,3-3 0 0,0-1 0 0,0 0 0 16,0 0 0-16,0 0 0 0,-1 0 0 16,1 0 0-16,-2 0 0 0,0 0 0 0,2-1 0 15,0-3 0-15,-2-2-138 0,2 2-67 0,0 0 88 16,0 1-618-16,0-1 348 0,2 0 175 0,3 2-648 15</inkml:trace>
  <inkml:trace contextRef="#ctx0" brushRef="#br0" timeOffset="-138877.18">14350 16947 2167 0,'-13'-3'0'0,"7"2"0"0,2 1 0 0,4 0 0 0,0 0 0 0,0 4 0 0,0 1 0 0,6 2 0 0,8-1 0 0,4 2 0 0,5-2 162 0,7 0-66 0,-2-5 272 16,4 1-165-16,0-2-82 0,-6 0-22 0,8 0-36 15,-6 0 1-15,-7 0-26 0,1 0-302 0,-1 0 152 16,-4 0 84-16,-2 0-225 16,-6 0 146-16,1 2 72 0,-3 3 37 0,-3 8-860 15,-4-1 388-15</inkml:trace>
  <inkml:trace contextRef="#ctx0" brushRef="#br0" timeOffset="-138697.78">14489 17337 2414 0,'-9'6'0'0,"0"6"0"0,3 0 0 0,2-5 0 0,0-1 0 0,4 1 0 0,0-4 0 0,0 2 0 0,8 1 0 0,7 1 0 0,2-5 439 0,1 4-200 0,3-2-92 15,0 3-40-15,-1-3-35 0,1 1 1 0,0-1-36 16,-1 0-178-16,-1 1 98 0,-1 0 36 0,0 0-561 16,-1-1 303-16,-1-1 151 0,5 0 76 0,0-2-795 15,3-1 402-15</inkml:trace>
  <inkml:trace contextRef="#ctx0" brushRef="#br0" timeOffset="-138412.25">15135 17191 2638 0,'0'-4'0'0,"0"3"0"0,0-2 0 0,4 1 0 0,7 1 0 0,2-4 0 0,4 2 0 0,6 1 0 0,4-1 0 0,8 1 0 0,8-2 278 0,4 2-120 0,4-1-61 0,5 2 274 15,8-2-171-15,-2 2-81 0,7-1-49 0,1 0-70 16,3 1 0-16,-9-1 0 0,15-1 0 0,-6 2 0 16,-4-1 0-16,0 2 0 0,-12-2 0 0,15 2 0 15,-10 0 0-15,-10-1 0 0,3 1 0 0,-6-3 0 16,-8 2 0-16,3-5 0 0,-7-2 0 0,-5-1 0 16,-6 2 0-16,-7-3 0 0,-4 0 0 15,-4 3 0-15,-5 0-211 0,-5 0-1 16,-1-2 88-16,0 2 43 0,-9 1-433 0,-5 3 242 15,-4-2 118-15,-3 4-573 0,0-3 344 0,-8 3 173 16</inkml:trace>
  <inkml:trace contextRef="#ctx0" brushRef="#br0" timeOffset="-138148.58">15250 16306 2996 0,'-2'-5'0'0,"2"3"0"0,0 2 0 0,0 0 0 0,5 0 0 0,4 5 0 0,0 4 0 0,2 5 0 0,4 1 0 0,1 1 0 0,2 5 115 0,0 1 237 0,1 1-157 16,0 4-79-16,0-1-43 0,-2 4 10 0,-3-3-82 15,0 0-1-15,-3 0-285 16,-2 0 124-16,-1-9 100 0,1 0 58 0,-1-2-600 15,-3-4 280-15,2-4 170 0,-4-2-24 16,1-2-262-16,1-4 191 0,1 0 110 0,1 0-345 0</inkml:trace>
  <inkml:trace contextRef="#ctx0" brushRef="#br0" timeOffset="-137928.22">15708 16220 2649 0,'0'-2'0'0,"0"2"0"0,0 0 0 0,0 4 0 0,-7 8 0 0,0 4 0 0,-4 6 0 0,2 3 0 0,-2 5 0 0,-2 7 0 0,2 1 593 0,-3 5-277 16,1 0-140-16,1 3-68 0,-2 8-19 0,-1-1-89 15,2-1 0-15,0-1 0 0,-3 0 0 0,4-5 0 16,3-6 0-16,-3 2 0 0,3-6 0 0,1 0 0 16,2-7 0-16,2-2 0 0,2-5 0 0,2-4 0 15,0-4-283-15,0-3-85 0,0-2 91 0,2-5 120 16,12-4-611-16,1 0 370 0,7-9 180 0</inkml:trace>
  <inkml:trace contextRef="#ctx0" brushRef="#br0" timeOffset="-137746.16">15807 16629 2860 0,'0'-5'0'0,"4"3"0"15,4-2 0-15,1-2 0 0,0 3 0 0,3-1 0 0,3 0 0 0,2 1 0 0,0 0 0 0,5-1 0 0,3 3 472 0,-5-1-217 0,3 0-108 0,1 2-55 0,-1 0-247 16,-1 0 91-16,-3 0 51 0,-1 0-601 16,-2 2 326-16,0 1 163 0,-6 0 91 0,1 1-316 15,-2-3 133-15,0-1 117 0</inkml:trace>
  <inkml:trace contextRef="#ctx0" brushRef="#br0" timeOffset="-137426.5">16221 16320 1954 0,'0'-3'0'0,"2"3"0"0,7 0 0 0,7 0 0 0,2 0 0 0,5 0 0 0,-1 0 0 0,7 0 0 0,-2 3 0 0,-1 6 0 0,1 4 264 0,-4 2-113 0,-7 1-47 16,1 9-38-16,-9 1-33 0,-5 2 5 0,-3 3 0 16,0 3-35-16,-12 1 9 0,-11 7 26 0,-4-6 0 15,-1 1-4-15,-2-3 4 16,-4-3 0-16,6-8 9 0,-6-1 74 0,6-2-42 0,3-5 1 15,5-7 143-15,-1 2-93 0,9-4-36 16,-2-2-10-16,7-1 140 0,3-3-224 0,2 0 0 16,2 0 0-16,0 2 0 0,2 0 0 0,9 2 0 15,6-1 0-15,6 0 0 0,2-2 0 0,2 3 0 16,3-2 0-16,2 1 0 0,3-3 0 0,-3 1 0 16,-2-1 0-16,-5 0 0 0,7 0 0 0,-6 0 0 15,-5 0-87-15,-1 0-126 0,-4 0-643 0,-2 0 399 16,-3 4 214-16,-4 1 103 0,-4 1-352 0</inkml:trace>
  <inkml:trace contextRef="#ctx0" brushRef="#br0" timeOffset="-137167.78">15467 17611 3720 0,'-5'0'0'0,"5"0"0"0,0 2 0 0,0 1 0 0,5 1 0 0,11 0 0 0,2 0 0 0,7-2 0 0,1-1 0 0,4-1 0 0,8 2 211 16,5-2-211-16,-3 0 0 0,-7 0 0 0,7 0 0 16,-5 0 0-16,0 0 0 0,-6 0 0 0,-6 0 0 15,-1 0 0-15,-2 0-16 0,-6 0-74 0,-3 0 59 16,-1 0-842-16,-4 0 426 0,-1 0 166 0,-1 0-202 15,-1 0 213-15</inkml:trace>
  <inkml:trace contextRef="#ctx0" brushRef="#br0" timeOffset="-136855.52">16146 17340 3175 0,'0'0'0'0,"0"0"0"0,0 0 0 0,0-3 0 0,0 1 0 0,-2 2 0 0,2 0 0 0,0 0 0 0,0 0 0 0,3 5 0 0,1 5 189 0,2 10 123 16,-4 2-128-16,2 5-113 0,-2 7-71 0,0-2 0 15,-1 3 0-15,-1 1 0 0,0 4 0 0,0 7 0 16,0-2 0-16,0 0 0 16,0 5 0-16,-1-4 0 0,-1-5 0 0,-2 7 0 0,4-12 0 15,0 1 0-15,0-4 0 0,0-4 0 0,0-6 0 16,0-5 0-16,0-3 0 0,0-4 0 0,0-5 0 15,0-2 0-15,0-1 0 0,0-3 0 0,0 0 0 16,0 0 0-16,0 0 0 0,0 0 0 0,0 0 0 16,0 0 0-16,0 0 0 0,0 0 0 0,0 0 0 15,0 0-526-15,0 0 62 0,0 2 217 0,0 1 105 16,0 10-432-16</inkml:trace>
  <inkml:trace contextRef="#ctx0" brushRef="#br0" timeOffset="-136223.83">17135 16877 2299 0,'-11'-5'0'0,"5"2"0"0,6 3 0 0,0 0 0 0,0 0 0 0,0 0 0 0,0 0 0 0,8 0 0 0,4 4 0 0,8 0 0 0,1 0 331 16,5-2-146-16,-2 2-74 0,4-3-37 0,-4-1 10 0,8 0-84 0,-3 2 37 16,-1-2 1-16,0 3-268 15,-1-2 134-15,-6 1 77 16,2 4-585-16,-4 0 315 0,-4-1 161 0,-1 6 12 16,-9 2-579-16</inkml:trace>
  <inkml:trace contextRef="#ctx0" brushRef="#br0" timeOffset="-136054.37">17276 17281 2511 0,'-11'7'0'0,"5"7"0"0,0-5 0 0,4-3 0 0,1-3 0 0,1 3 0 0,0-2 0 0,10-1 0 0,11 1 0 0,2-1 0 0,4-3 152 16,1 0-48-16,2 0-33 0,2 0 0 0,0 0-34 0,0 0-467 15,0 0 242-15,-4 0 109 16,0 0-605-16,-2 1 356 0,0-1 178 0,-7 0 89 0</inkml:trace>
  <inkml:trace contextRef="#ctx0" brushRef="#br0" timeOffset="-135798.72">17875 17097 3523 0,'6'-2'0'0,"5"0"0"16,2 0 0-16,8 2 0 0,3-1 0 0,6-2 0 0,13 2 0 0,7-1 0 0,6-1 0 0,13 2 0 0,-1 1 408 0,1-1-408 0,1 1 0 0,1 0 0 0,-7 0 0 16,14 0 0-16,-9 1 0 0,0 5 0 0,-2-1 0 15,-3 1 0-15,-7-2 0 0,3 0 0 0,-4-3 0 0,-3-1 0 16,-6 0 0-16,-10 0 0 0,3 0 0 0,-6 0 0 16,-6-4 0-16,-8-1 0 0,-2-1-548 0,-8 1 196 0,-4-1 149 15,-4-1-270-15,-2-1 218 16,0-2 109-16,-11-1-380 0,-7-3 244 0,2 0 113 15,-9-4 71-15</inkml:trace>
  <inkml:trace contextRef="#ctx0" brushRef="#br0" timeOffset="-135400.53">18112 16263 2989 0,'-34'-7'0'0,"15"5"0"0,8 2 0 0,9 0 0 0,0 0 0 0,2 0 0 0,0 0 0 0,8 0 0 0,14 0 0 0,14 0 0 0,5-3 37 0,6 2 233 0,4-1-117 0,1 0-37 15,-8 0-30-15,8 2-10 16,-14 0-39-16,-2 0 41 0,-6 6 0 0,-10 1-67 0,-3 3-11 0,-6 4 0 16,-4 2 0-16,-7 3 0 0,0 5 0 0,-14 3 0 0,-11 4 0 15,-3 1 0-15,-4 1 0 0,0 2 0 0,-2-1 0 16,4-6 0-16,-7 3 0 0,11-6 0 15,-4 0 0-15,3-3 0 16,2-4 0-16,9-2 0 0,-1-3 0 0,6-1 0 0,4-5 0 16,1 1 0-16,1-3 0 0,5 0 0 0,0 0 0 15,0 1 0-15,5 4 0 16,8-3 0-16,4 1 0 0,5 0 0 0,4-1 0 0,3 1 0 16,-1-4 0-16,4-1 0 0,-2-1 0 0,2 0 0 15,-2-2 0-15,-2 0 0 0,-1 0 0 0,-5 0 0 16,-3 0 0-16,0 0 0 0,-7 0 0 15,0 0-319-15,-4 0-182 0,-3 0 232 0,-3 0 116 16,2-2 49-16,-3-1-744 0,1-7 406 0</inkml:trace>
  <inkml:trace contextRef="#ctx0" brushRef="#br0" timeOffset="-135226.06">18285 16430 3696 0,'-17'0'0'0,"6"8"0"0,3 1 0 0,4-4 0 0,2-1 0 0,2 0 0 0,0 3 0 0,0 0 0 0,12-1 0 0,8 2 0 0,3-1 187 16,3 3-139-16,2-2-48 0,4-1 0 0,2 3-356 15,-2-6 86-15,2 5 154 0,-3-6-750 16,-1 1 451-16,1-2 227 0,-7-2 122 0,6 0-703 0,-5 0 361 16</inkml:trace>
  <inkml:trace contextRef="#ctx0" brushRef="#br0" timeOffset="-135044.58">18735 16452 2874 0,'-4'-7'0'0,"1"0"0"0,1 1 0 0,2 0 0 0,0 3 0 0,0-3 0 0,2 2 0 0,9-2 0 0,6 5 0 0,4-1 0 0,5 0 37 0,2 1 237 15,0-2-119-15,0 3 196 0,0 0-157 0,-3 0-148 16,5 0-46-16,-9 0-86 0,-1 3-17 16,-1 0 70-16,-2 0-572 0,-5 2 331 15,-3 0 151-15,-2 0 80 0,-2-3-707 0,-4 0 330 16,-1 0 191-16,0 0-92 0,0-2 146 0,-11 0 68 0,0 0 35 0</inkml:trace>
  <inkml:trace contextRef="#ctx0" brushRef="#br0" timeOffset="-134801.42">18940 16272 2112 0,'-5'-15'0'0,"-1"9"0"0,3 1 0 15,0 1 0-15,1 3 0 0,0 1 0 0,0 0 0 0,0 7 0 0,1 10 0 0,1 8 0 0,-2 1 104 0,2 2-39 0,-4 1 494 0,1 5-261 0,-3 0-130 31,0 0 89-31,-3 4-101 16,1-2-63 31,3-1-28-47,-1-1-364 0,0-4 169 16,4-2 84-16,2-5 51 0,0-2-657 0,0-4 345 15,2-7 172-15,6-2 73 0,5-8-429 0,3 0 147 31,2-8 157-31</inkml:trace>
  <inkml:trace contextRef="#ctx0" brushRef="#br0" timeOffset="-134559.28">19241 16224 2292 0,'5'-8'0'0,"-1"4"0"0,0 4 0 0,-3 0 0 0,-1 0 0 32,0 12 0-32,-3 5 0 0,-6 5 0 0,-3 1 0 0,-1-2 0 0,0 4 480 31,0 1-221-31,2-7-101 0,-3 2 106 0,5-2-113 0,0-4-56 0,3-7 19 0,2-1-38 15,2-3-34 1,0-3-42-16,2 1 0 0,0 0 0 0,0-2 0 0,10 0 0 0,5 0 0 0,4 0 0 0,-1 0 0 0,5 0 0 0,2 3 0 0,1 0 0 0,-6 3 0 0,8 1 0 0,-5 5 0 0,-6-4 0 0,2 6 0 0,-6-1 0 0,0 2 0 0,-6 0 0 0,-3 2 0 16,-2 0 0-16,-2-1 0 0,-2 4 0 15,-9-4 0-15,-8 5 0 0,-1-4 0 0,-3 0 0 0,-2 0 0 16,-1 0 0-16,-2-2 0 0,2 0 0 0,0-2 0 0,-1 0 0 16,-1 1 0-16,2-5-130 0,3-2-54 0,-1-1 80 15,3-5 22-15,6-1-705 0,2 0 374 16,4-8 189-16,7-18 83 0</inkml:trace>
  <inkml:trace contextRef="#ctx0" brushRef="#br0" timeOffset="-134407.87">19137 16238 3507 0,'6'-12'0'0,"5"4"0"0,0 1 0 15,1-3 0-15,1 4 0 0,2-1 0 0,2 3 0 0,7 0 0 0,3 4 0 0,3 0 0 0,-2 0 424 0,0 4-424 0,-2 6 0 0,2 2 0 0,-3 4 0 16,-4 0 0-16,0 5-729 0,-7 1 312 0,-5 1 228 0,0 4 113 0,-6-1-1795 15,-3 4 1806 1,0 5 41-16</inkml:trace>
  <inkml:trace contextRef="#ctx0" brushRef="#br0" timeOffset="-134151.92">18524 17374 3821 0,'-1'0'0'0,"1"0"0"0,0 0 0 0,8 0 0 0,5 0 0 0,8 0 0 0,5 0 0 0,4 0 0 0,4 0 0 0,7 0 0 0,4 0 110 0,-2 0-110 0,0 0 0 0,-9 0 0 16,2 0 0-16,-4 0 0 0,-10 0 0 0,1 0 0 0,-8 0 0 15,-4 0-87-15,-2 3 44 16,-5-3-500-16,-2 0 270 0,1 2 150 15,-3-2-513-15,-3 4 299 0,-8 1 140 0,-2-1 85 16,-2 2 37-16,-2-1-239 0,-4 0 139 0</inkml:trace>
  <inkml:trace contextRef="#ctx0" brushRef="#br0" timeOffset="-133822.72">18604 17363 2803 0,'-19'2'0'0,"4"3"0"0,2 2 0 0,3 0 0 0,1 2 0 0,2 6 0 0,3-3 0 0,1 12 0 0,3 2 0 0,0 4 0 0,0 5 184 0,0 2 307 0,0 7-232 16,3 2-111-16,1 0-102 16,-2-3-46-16,1 2 0 0,-1-10 0 0,0 3 0 0,0-4 0 15,-2-2 0-15,0-1 0 0,0-5 0 0,-6-5 0 0,-3-3 0 16,-3 0 0-16,2-7 0 0,-6-1 0 0,1-4 0 16,2-5 0-16,-2-1 0 0,0 0 0 0,0 0 0 15,1-7 0-15,0-5 0 16,-1-1-38-16,0-2 0 0,2-2-20 0,1 2-5 15,-1 1 36-15,3 0-9 0,-2 4 229 0,1 4-126 16,-1 0-67-16,1 3 0 16,-2 2 0-16,-1 1 0 0,2 0 0 0,-2 4 0 0,1 7 0 0,-2 2 0 0,-2 6 0 15,2-2 0-15,0 4 0 0,4-3 0 16,-2 1 0-16,5 0 0 0,1-1 0 16,5-1 0-16,2-4-763 0,0-1 317 0,2-3 204 15,11-5-590-15,8-4 397 0,-1 0 190 0,8 0 108 0</inkml:trace>
  <inkml:trace contextRef="#ctx0" brushRef="#br0" timeOffset="-133497.15">18668 17679 3063 0,'9'-17'0'0,"6"6"0"0,3-4 0 0,2 3 0 0,2 1 0 0,3 2 0 0,3 3 0 0,2 4 0 0,0 1 0 0,-6 1 0 0,6 0 77 0,-5 9 222 16,-4 7-131-16,-5 1-65 15,0 4 10-15,-11 0-28 0,1 8-62 0,-6-4-23 0,0 1 0 16,-8 5 0-16,-11-3 0 0,-3 1 0 0,-1-3 0 16,-1-5 0-16,-3 0 0 0,3-6 0 15,4-5 0-15,-3-1 0 0,4-3 0 0,2-2 0 16,2-4 0-16,6 1 0 0,2-1 0 0,3 0 0 16,0 0 0-16,2 0 0 0,2 0 0 0,0 0 0 15,0 0 0-15,4 0 0 0,9 0 0 0,4 5 0 16,1-1 0-16,5-1 0 0,2 3 0 0,-2-3 0 15,9 3 0-15,-2-2 0 0,-1-3 0 0,-1 3 0 16,-2 1 0-16,6-4 0 0,-5 1 0 0,-3 0 0 16,-1 2-85-16,-1 1-349 0,-3 2 188 15,0 6 110-15,-2 7-504 0</inkml:trace>
  <inkml:trace contextRef="#ctx0" brushRef="#br0" timeOffset="-133317.03">19636 18130 373 0,'-20'-21'0'0,"17"20"0"0,3 1 0 0,-2-3 1004 16,0 1-483-16,0 2-242 0,0-1-121 0,2 1 27 0,0 0-65 0</inkml:trace>
  <inkml:trace contextRef="#ctx0" brushRef="#br0" timeOffset="-132171.35">12580 18374 2135 0,'-11'-4'0'0,"2"3"0"0,2-2 0 0,-1 2 0 0,2-1 0 0,-1-1 0 0,2 3 0 0,-1-1 0 0,2 1 0 0,2 0 0 0,0 0 228 0,2 0-95 0,-2 0-47 0,2 0-16 16,0 0-9-16,0 0 313 0,0 0-169 0,0 0 192 16,0 0-179-16,0 0-194 0,0 0-24 15,6 0 0-15,5 0 0 0,4 0 0 0,8 1 0 16,3 2 0-16,6 0 0 16,11 0 0-16,3-2 0 0,4-1 0 0,13 0 0 0,-6 0 0 0,17 0 0 15,-5 0 0-15,0 0 0 0,1 2 0 0,-10 2 0 16,14 0 0-16,-23 1 0 0,4 1 0 0,-7 1 0 15,-6 1 0-15,-10 1 0 0,0-2 0 16,-7 1 0-16,-2-1 0 0,-7 1 0 16,-2-6 0-16,-7 2 0 0,-2-2 0 0,-1 0 0 0,-2-2 0 0,-2 0 0 15,0 0 0-15,0 0 0 16,0 0 0-16,0 0 0 0,0 0 0 0,0 0 0 16,-2 0 0-16,-2-2 0 0,3-2 0 0,-1 2 0 15,0 0 0-15,0 1 0 0,0-2 0 0,2 2 0 16,0 1 0-16,0 0 0 0,0 0 0 0,0 4 0 15,0 11-114-15</inkml:trace>
  <inkml:trace contextRef="#ctx0" brushRef="#br0" timeOffset="-131210.55">15393 18406 2266 0,'-7'-10'0'0,"5"2"0"0,-1 7 0 0,3-1 0 0,0 1 0 0,-2-2 0 0,2 3 0 0,0 0 0 0,0 0 0 0,8 0 0 0,9 0 553 16,4 0-248-16,11 0-139 0,9 3 302 0,6-3-295 0,13 0-173 15,8 0 0-15,4 0 0 0,4-4 0 16,-3-2 0-16,0 1 0 0,-5 1 0 15,-11 2 0-15,0 2 0 0,-4 0-47 0,-2 0-41 0,-6 0 63 16,-10 0 27-16,-1 2-89 0,-8-1-19 0,-3 2 50 16,-4-2-63-16,-8-1 41 0,-3 0 15 31,-3 0 44-31,-2 0-29 0,-1 0 10 0,-2-1-1 0,0-3 1 0,0-2-168 0,-5 2 84 0,-2 3-725 16,-2 1 409-16,0 0 200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28:02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10840 11784 1498 0,'0'0'0'0,"0"0"0"0,0 0 0 0,0 0 0 0,0 0 0 0,0 0 0 16,0 0 0-16,0 0 0 0,0 0 0 0,0 0 0 0,0 0 88 0,0 0 10 0,0 0 119 0,0 0-88 0,0 0-44 0,0 0 0 0,0 0 43 15,0 0-33-15,0 0-11 0,0 0 125 16,0 0-83-16,0 0-44 16,0 0 1-16,0 0 114 0,0 0-84 0,0 0-36 0,0 0 1 0,0 0 6 15,0 0 1-15,7 0-34 0,5 0-10 0,-3 0 62 16,0 2-32-16,3-2-47 0,-1 1-24 0,-2 2 0 15,1-1 0-15,-1-1 0 0,0 2 0 0,-1-2 0 16,0 1 0-16,-1 0 0 0,-1-1 0 16,-1-1 0-16,0 0 0 0,0 3 0 0,0-3 0 15,-1 2 0-15,0-2 0 0,-1 0 0 0,3 0 0 16,-3 0 0 0,4 0 0-16,-2 0 0 0,1 0 0 0,1 0 0 0,-1 0 0 0,4 0 0 15,-3 0 0-15,2 0 0 0,-2 0 0 0,5 0 0 16,-3 0 0-16,3 0 0 0,-3 0 0 15,0 0 0-15,5 0 0 0,-3 0 0 0,0 0 0 16,1 0 0-16,-1 0 0 0,-2 0 0 16,4 0 0-16,-2-2 0 0,0 2 0 0,3-3 0 15,-5 2 0-15,5 1 0 0,-3-2 0 16,0 0 0-16,1 2 0 0,0 0 0 0,-3-1 0 0,5 1 0 16,-3 0 0-16,1 0 0 0,-1 0 0 15,0 0 0-15,1 0 0 0,0 0 0 0,2 0 0 0,-3 0 0 16,3 0 0-16,0 0 0 0,1 0 0 0,0 0 0 15,-2 0 0-15,3 0 0 0,-2 0 0 16,2 0 0-16,-2 0 0 0,3 0 0 0,-2 0 0 0,1 0 0 16,-2 0 0-16,3 0 0 15,0 0 0-15,0 0 0 0,0 0 0 0,0 0 0 16,2 0 0-16,-3 0 0 0,4-3 0 0,-2 2 0 0,1 1 0 31,0-2 0-31,-1 2 0 0,1-3 0 0,0 3 0 0,2-1 0 0,-2-1 0 16,1 0 0-16,1 0 0 0,2 1 0 0,-2 1 0 15,4-3 0-15,0 2 0 0,-1 1 0 16,1-2 0-16,-2 0 0 0,-2 0 0 0,8 0 0 16,-5 0 0-16,1 1 0 0,0-3 0 0,0 2 0 15,-2 0 0-15,7-2 0 0,-4-1 0 16,1 2 0-16,1 0 0 0,-2 1 0 0,-2-2 0 0,6 1 0 0,-3-1 0 16,-1 2 0-16,1-2 0 0,1 2 0 15,0 0 0-15,0-1 0 0,0-1 0 16,0 2 0-16,0-2 0 0,0 3 0 15,-1-4 0-15,3 4 0 0,-2-3 0 0,0 2 0 16,1-1 0-16,-1-1 0 0,-2 2 0 0,6 1 0 0,-4-5 0 0,2 5 0 16,-2-1 0-16,0 0 0 15,-1 0 0-15,4 1 0 0,0-2 0 0,0 3 0 16,-1-1 0-16,2 1 0 0,0 0 0 0,0 0 0 0,0 0 0 16,2-2 0-16,-2 2 0 0,-2-2 0 0,2 2 0 15,2-1 0-15,-2 1 0 16,2-2 0-16,1-1 0 0,1 2 0 15,0-2 0-15,1 2 0 0,1-1 0 0,3-1 0 0,-2 1 0 16,-3 0 0-16,8-3 0 0,-9 2 0 0,3 0 0 16,1 0 0-16,5 0 0 0,-11-1 0 15,12 0 0-15,-5 3 0 0,1-3 0 16,2-1 0-16,-1 4 0 0,-3-4 0 0,12 4 0 0,-3-1 0 16,0 0 0-16,0-1 0 0,1 1 0 0,-8 0 0 0,14 0 0 15,-8 0 0-15,2 2 0 0,2-1 0 16,0 1 0-16,-1-3 0 0,4 3 0 15,3-1 0-15,-1-1 0 0,0 0 0 0,-1 2 0 16,-1-2 0-16,-1-1 0 0,1 2 0 16,-1 0 0-16,0-2 0 0,-3 1 0 0,3 1 0 0,3-1 0 0,-1 0 0 15,-3 2 0-15,1-3 0 0,0 2 0 0,-2-1 0 16,1 0 0-16,-1 0 0 0,1 2 0 0,-1-1 0 16,3-1 0-16,1 0 0 15,1-1 0-15,0 2 0 0,-1-1 0 16,-1 2 0-16,-1 0 0 0,1-2 0 15,-1 2 0-15,0-2 0 0,0 0 0 0,-2 2 0 0,6 0 0 0,1-1 0 16,-1 1 0 0,-1 0 0-16,-2 0 0 0,2-3 0 0,-1 1 0 0,-1 1 0 15,3-1 0-15,-1 0 0 0,5 1 0 16,1-2 0-16,0 0 0 0,-5 1 0 0,11-4 0 0,-8 0 0 16,1 2 0-16,0 2 0 0,1-3 0 15,-6 1 0-15,16 1 0 0,-6-1 0 0,1-1 0 0,1 2 0 16,-5-1 0-16,-4-1 0 0,14 1 0 15,-7 1 0-15,2-1 0 0,1 0 0 16,7-2 0-16,0 3 0 0,3-1 0 16,-2 1 0-16,0-2 0 0,2 0 0 0,0 1 0 0,11 0 0 0,-2 1 0 15,0-1 0-15,-10 0 0 0,17 1 0 0,-18-1 0 16,20-1 0-16,-8 2 0 0,7-1 0 16,2 3 0-16,-2-2 0 0,-12 2 0 0,23-5 0 15,-10 4 0-15,9-1 0 0,1-1 0 16,-1 0 0-16,-13 0 0 0,21 2 0 0,-6-1 0 15,2 0 0-15,0 0 0 0,-1 1 0 0,-1 0 0 0,0 0 0 16,4 0 0-16,15 0 0 0,-29 2 0 16,15 0 0-16,-2-2 0 15,-1 2 0-15,23 0 0 0,-29 0 0 0,15 0 0 0,-9 0 0 16,3 0 0-16,18 0 0 16,-10 0 0-16,1 4 0 0,-16-2 0 0,7 2 0 0,10-2 0 0,14 1 0 0,-13 0 0 15,-23-2 0-15,11 3 0 16,17-2 0-16,-23 0 0 0,11 2 0 0,-6-2 0 15,1 0 0-15,5-1 0 0,11 3 0 0,-30-4 0 16,12 3 0-16,-6-3 0 0,-9 4 0 0,7-1 0 16,-2-2 0-16,-17-1 0 0,19 2 0 0,-28-2 0 15,3 0 0-15,-3 2 0 16,-2 0 0-16,3-1 0 0,-9 4 0 0,-4-5 0 0,-9 1 0 16,0 2 0-16,-7-2 0 0,-6-1 0 15,-4 2 0-15,-3-2 0 0,-4 2 0 0,-1-2 0 0,-6 2 0 16,-1-2 0-16,0 0 0 0,-3 0 0 0,-4 0 0 15,-4 0 0-15,2 0 0 0,-4 0 0 0,-3 0 0 16,1 0 0-16,-5 0 0 0,1 0 0 0,0 0 0 16,-1 0 0-16,2 0 0 0,-3 0 0 0,0 0 0 15,0 0 0-15,2 0 0 0,-2 0 0 0,0-2 0 16,0-2 0-16,0 0 0 0,0-2 0 0,0 1 0 16,-5-1 0-16,-7 2 0 15,-5 1 0-15,-6 1 0 0,0 2 0 0,3 0-670 16,-6 4 234-16</inkml:trace>
  <inkml:trace contextRef="#ctx0" brushRef="#br0" timeOffset="20751.93">15682 3478 1498 0,'0'0'0'0,"0"0"0"0,0 0 0 0,0 0 0 0,0 0 0 0,0 0 0 0,0 0 0 0,0 0 0 0,0 0 0 0,0 0 0 0,0 0 54 0,0 0 0 16,0 0 13-16,0 0 3 0,0 0-16 0,0 0 0 15,0 0 46-15,0 0-47 0,0 0 15 0,0 0 42 16,0 0 1-16,0-2-58 0,1-2 1 0,3 0 10 16,3-1 3-16,-2-1-14 15,-1 2 1-15,1 1-22 0,1-1 22 0,-3 0-1 16,1 2 15-16,-1 1-62 0,0-1 48 0,1 0 0 15,-2-1-65-15,1 2 55 0,-1 0 21 0,2-2-59 16,-2 1 1-16,-1 1 24 0,1 1 10 0,-2 0-64 16,2 0 69-16,-2 0-12 0,0 0 2 0,0 0-69 15,2 0 1-15,1-3 56 0,0 3 12 0,1 0-47 16,1-1 35-16,1-1-4 0,-1 2-28 0,1-2 28 16,0 0 7-16,-2 2-23 0,0 0 15 0,-1-2-8 15,-1 2 7-15,0 0-41 16,0 0 4-16,-1 0 32 0,-1 0 1 0,0 0-42 15,0 0 0-15,0 0 40 0,0 0-1 0,0 0-46 16,0 0 0-16,0 0 26 0,0 0-2 0,0 0 7 16,0 0 4-16,0 0-7 0,0 0 9 0,0 0-9 15,0 0 4-15,0 0-43 0,0 0-1 0,0 0 43 16,0 0-1-16,0 0-132 0,0 0 61 0,0 0 23 16,0 0-10-16,0 0-287 15,0 0 139-15,0 0 82 0,0 0-477 0,0 0 263 16,-5 0 151-16</inkml:trace>
  <inkml:trace contextRef="#ctx0" brushRef="#br0" timeOffset="21530.23">16322 1609 821 0,'-1'-9'0'0,"-3"5"0"0,2 0 0 0,-2 2 0 0,3 1 0 0,1-1 0 0,-2 2 0 0,2 0 0 0,-3 0 0 0,1 0 0 0,-1 0 53 0,-3 0-35 16,-1 3-1-16,0 7 36 0,-2-1 12 16,0 2-78-16,0 3 60 0,-1 1 0 15,-1 1 0-15,-3 7-40 0,-2-1 49 0,-3 5-12 16,-3 5-25-16,-3 0 18 0,-1 4 3 0,-2 1-5 15,1-3-35-15,-6 11 34 0,1-4 3 0,-2 2-40 16,2 2-1-16,0-1 36 0,2-1 10 0,0 2-68 16,2-2 56-16,1 1-7 0,4-1 5 0,-4 0-42 15,-1 0 5-15,2 2 25 0,-5 0-19 0,1 1 19 16,2-2 3-16,-2-1-6 0,0 2-8 0,2-4 9 16,1 1 3-16,-1-3-41 15,4 1 38-15,0-2-3 0,3-6 5 0,-2 2-33 16,5-5 29-16,0 1-3 0,4-3 2 0,-2-5-18 15,5-1 19-15,1-2-3 0,0-3-29 0,0 2 26 16,3-2 3-16,-1-2-32 0,1-2 31 0,-1 2-3 16,1-3 1-16,-1 0-15 0,1-1 14 0,-1-1-4 15,3 1 5-15,-2-1-24 0,0-2 21 0,2-1-4 16,-1 0 3-16,1 0-11 0,1-3 11 0,0 1-4 16,3-2-34-16,-2 0 0 15,1-2 34-15,2 0-2 0,-2 0-83 0,2 0 37 16,0 0 0-16,0 0-62 0,0 0 48 0,0 0-19 15,0 1 43-15,0 1-375 0,0 2 170 0,8 0 96 16</inkml:trace>
  <inkml:trace contextRef="#ctx0" brushRef="#br0" timeOffset="22213">15066 3343 603 0,'0'-2'0'0,"-2"0"0"0,2 0 0 0,0 0 0 0,0 1 0 0,0-2 0 0,0 0 0 0,0 3 0 0,0-3 0 0,0 2 0 0,0-2 46 15,0 1-1-15,2 2 18 0,1-5-17 0,6 4 1 16,-2-3-1-16,2 2-41 0,2-2 51 0,1 2-11 15,0-1-1-15,2 1-42 0,-1 0 40 16,2 1 1-16,2-3 9 0,2 2-50 0,1-1 0 16,5 3 31-16,-1-3 5 0,4-1-42 0,2 0 40 15,4 0-12-15,2-2-27 0,8 1 28 16,-4-3 5-16,3 3-38 0,-3-1 42 0,11-3-12 16,-4 3 4-16,-1 1-52 0,0-1 49 0,-1 5-3 15,-8-4 8-15,12 3-43 0,-6 0 35 0,3 2-1 16,-2 0 1-16,5 0-36 0,3 0 38 15,-1-1-10-15,6-3-65 0,10-1 61 0,-6-3 4 0,0 0-52 16,-4-1 52-16,14 0-9 16,-3-1 5-16,2 0-41 0,1 2 39 0,4-2-6 15,2 0 5-15,2 0-23 0,-3-2 20 0,5 3-3 16,-4 1-37-16,2-1 37 0,-13 2 1 0,13-1-1 16,-11 2-1-16,-5-1-1 0,-8 2 2 0,2-2 33 15,0 4-33-15,-4-1-2 16,-2-1 2-16,-5-1 30 0,0 1-28 0,-11 0 0 0,3 1 0 0,-3-2 17 15,-5 3-16-15,-1-1 3 16,-6 1-2-16,-4-2-49 0,-1 1 47 0,-3 0 3 0,-4-1-43 0,-2 3-2 16,-3-3 39-16,0 4-140 15,-4-5 62-15,0 0 26 0,0-4 1 0,-2-1-154 16,0-4 88-16,0-5 29 0,0-7-8 0</inkml:trace>
  <inkml:trace contextRef="#ctx0" brushRef="#br0" timeOffset="22880">16181 1635 501 0,'0'-5'0'0,"0"1"0"0,0 3 0 0,0-2 0 0,0 1 0 0,0 1 0 0,0-1 0 0,0 0 0 0,0 0 0 0,5-1 0 0,2 0 44 0,0 0-9 0,4-3 55 16,3 3-51-16,2-3 1 0,2 2 0 0,3 0-37 0,4 1 35 15,1-1 1-15,3 0-1 0,1 0-47 0,2 2 45 0,1-2 10 16,3 3-9-16,2-1-61 16,7-2 57-16,-1 2 1 0,4-4-51 0,1 2 8 15,3 1 25-15,3-1-53 0,1 0 53 0,1-1 6 16,-1 1-9-16,2-2-29 0,6 3-8 0,-4-1 39 15,0 0-7-15,4 1-37 0,-4-1 36 0,-4 1 6 16,14-2-10-16,-8 1 4 0,0 1-2 0,-10-1 3 16,14 0-6-16,-12 0 4 0,4 3 0 0,1-4-3 15,-1 1-8-15,-1 2 11 0,-1-3-1 16,2 1-2-16,-2-1 3 0,-1-1-1 0,3 1 1 0,6-3 5 16,-10 1-4-16,16-3-2 0,-7 1 0 15,1-1-5-15,2 2 5 0,-4-4-1 16,-9 5-9-16,1-4 10 0,-1 2-1 0,-4 0 2 15,-2 2-22-15,-2-1 20 0,-6 2 1 0,8-3-21 16,-6 2 19-16,1-1-3 0,-1 1 2 16,0-1-9-16,-3 2 8 0,-4 1-2 0,0 0 2 0,-4-1-9 15,-8 4 8-15,1-2 0 0,-2 1 0 0,-5 2-38 16,-1 1 0-16,-4 0-97 0,-1 0 62 0,-2 0 25 16,-1 0-2-16,-2 0-161 15,1 5 90-15,-1 1 32 0,0 2 0 0,-1-3-50 16,-1 3 51-16,1-3 88 0</inkml:trace>
  <inkml:trace contextRef="#ctx0" brushRef="#br0" timeOffset="23272.52">19611 1288 438 0,'-4'0'0'0,"-2"0"0"0,0 3 0 0,3-3 0 0,-3 0 0 0,1 1 0 0,-1 1 0 0,0 1 0 0,-1 2 0 0,-1 2 0 0,-1 2 59 0,1 0-27 16,-1 2 9-16,-2 3 33 0,-1 3-38 0,-1 0 0 15,1 4 0-15,-4 0-18 0,3-1 27 0,-6 8-9 16,2-1 0-16,-1 0-38 0,-1 2 37 0,-6 7 2 16,5-9 4-16,-5 11-57 0,1-2 49 0,1-1-5 15,-3 3-33-15,0 0-3 0,3-5 36 0,-7 9-8 16,2-3 5-16,-2-1-5 0,2-1 4 0,-4 1-37 16,2 1 37-16,-1-2-2 15,0 4-6-15,-9 6 0 0,9-7 2 0,-5 4 6 16,0 1-39-16,-4-2 33 0,3 0 0 0,0 0-42 15,1-3 40-15,1-1 4 0,-2 1-7 0,3-3-4 16,-1 1 1-16,1-1 4 0,0 3-5 0,-1 0 12 16,1 1-11-16,2-3 2 0,-1 5-6 0,2-5-36 15,3 1 39-15,2-6 4 0,-3 5-42 0,8-9 38 16,-1 1-1-16,0-2-37 16,3-1-1-16,4-6 37 0,-2 3-8 0,2-1-52 15,3-7-4-15,1 3 56 0,0-4-8 0,3 0-36 16,-1-3-9-16,0 1 46 0,1-3-13 0,1-1-224 15,-4 2 98-15,-3-1 52 0</inkml:trace>
  <inkml:trace contextRef="#ctx0" brushRef="#br0" timeOffset="23961.3">14981 3418 417 0,'0'-7'0'0,"0"1"0"0,0 1 0 0,0 4 0 0,0-2 0 0,0 2 0 0,0 0 0 0,0 1 0 0,4-3 0 0,4 3 0 0,1 0 91 0,0 0-58 15,3 0 7-15,1 5-7 0,-2 4 32 16,2 2-30-16,3-2 0 0,-4 5 25 0,3 0-14 0,-1 4-9 16,0 4 0-16,2-3 26 0,-2 1-25 15,2 4 5-15,-2-6 6 0,7 6-16 0,-1-4 8 0,1 4 3 16,2-4-3-16,4 2-25 16,-1-3 34-16,2 3-13 0,4-1 0 0,-2 2 1 15,8 1 1-15,-5-1-13 0,-3-2 22 0,10 3-11 16,-3 0 0-16,1-2-59 0,1 3 58 0,1 0-3 15,-5-5 10-15,9 6-63 0,-5 2 53 0,0-3-5 16,1 0 4-16,0-1-54 0,-5-1 52 0,8 3-2 16,-1-1-18-16,-1-1 12 0,-2 1 3 0,1-1-24 15,-3-2 25-15,6 6-3 0,-1-3-2 0,-4 0-59 16,-3-2 59-16,2 4-4 0,-5-5 4 16,7 8-53-16,-6-3 45 0,-1 1 3 15,2 0-7-15,-4-1-61 0,-2 2 61 0,6 6 2 16,-7-9-36-16,1 2 33 0,-5 0-6 0,2-2-26 15,-4-2 28-15,-1 1 1 0,-1-4-7 0,-5-4-21 16,-1 0 19-16,-2-5 2 0,-3-2-4 0,-3-2-42 16,-1-3-3-16,0-1 45 0,-3-2-115 0,-1-2 55 15,0 0-14-15,0 0 65 16,0 0-119-16,0 0 54 0,0 0 16 0</inkml:trace>
  <inkml:trace contextRef="#ctx0" brushRef="#br0" timeOffset="23975.34">16921 4860 528 0</inkml:trace>
  <inkml:trace contextRef="#ctx0" brushRef="#br0" timeOffset="24612.62">18035 3146 776 0,'-4'0'0'0,"0"0"0"0,2-4 0 0,0 0 0 0,2-2 0 0,0 2 0 0,0-1 0 0,0-2 0 0,0 2 0 0,0-2 0 0,0-1 108 0,0 3-54 16,4 0 39-16,0 0-1 0,2 2-38 0,1-1 0 0,1 2 1 15,-1 1 0-15,3-2-1 0,1 3-66 0,3 0 66 16,-2 0 1-16,3 3-22 16,0 6-14-16,2 2 35 0,-2 2 0 0,2 2-71 15,0 3 59-15,-3-2 2 0,2 3 0 0,1 3-22 16,0-3 18-16,0 3-5 0,-2-3 15 0,6 4 2 15,-1-1-12-15,4 0 1 16,1 3-8-16,1-2 8 0,4 2 9 0,2 1-42 16,0-1 32-16,0-2-1 0,0 4 0 0,0-1-46 15,-2-1 8-15,5 3 32 0,1 0 2 0,0 0-52 16,0 0-1-16,0 1 40 0,-3-5-50 0,6 8-15 16,-3-6 60-16,2 1-9 0,-2 2-40 0,1 0 37 0,-5-3 13 15,9 6-61-15,-3-1-1 0,-2 0 40 16,-1-2 8-16,1 2-57 0,-4-3 0 0,5 6 39 0,-5-6 8 15,0-2-55-15,-2 0 1 16,-5-2 39-16,3 0-51 0,-5-2 52 0,-3-1 3 16,1-3-6-16,-8-3 47 0,4 2-42 0,-3-2-3 15,-5 1-11-15,0-5 15 0,-2 0-3 0,-1-1 2 16,0-4-95-16,-2 3 40 0,-1-4 6 0,-1-2 45 16,0 1-248-16,-2-2 116 0,0 0 46 0,0 0-10 15,-2 1-204-15</inkml:trace>
  <inkml:trace contextRef="#ctx0" brushRef="#br0" timeOffset="25257.21">16524 4777 971 0,'0'-9'0'0,"0"5"-4"0,0 0 1 0,2-1 1 0,5 0-2 0,4-1 0 0,3-2 2 0,0 2 0 0,9-1 1 0,1 1 0 0,5 3 73 0,1-1-18 0,2 0 14 0,3 2-1 15,3 0-13-15,6 0 0 0,-2 2 0 16,1 0-28-16,-6 0 40 0,10 0-14 0,-2 0-40 15,0 0 41-15,2 0 0 0,4 0 1 16,0 0-43-16,1 0-16 0,4 0 53 0,-1 0-9 16,11 0-48-16,-6 0-7 0,-7 0 64 0,14 0-21 15,-3-1-22-15,2-1 20 0,1 0 9 0,5-4-39 16,-10 2 8-16,20-1 15 0,-8-1-58 0,-1 1 57 16,-2 0 4-16,3 0-7 0,-1 1-38 0,4 1-3 15,1-3 45-15,14 0-7 16,-7 1-41-16,4-1 38 0,-9 2-1 0,22 0 4 0,-24 1-36 0,5 1 33 15,-2 0-9-15,-10 1 7 16,-16 1-73-16,-3 0 34 0,-14 0-19 0,-2 0 49 16,-4 1-4-16,-4 3 3 0,-6-1 45 0,1 1 0 15,-2 0-45-15,-5-1 1 0,3 1 77 0,-2-2-35 16,-4 2 3-16,2-2-28 0,-2 0-1 0,-2-2-5 16,-1 2 15-16,-2-2-37 0,-1 0 42 0,-2 0-14 15,1 0-176-15,-3 0 84 0,-1 0 36 0,-2 0 2 16,0 0-276-16</inkml:trace>
  <inkml:trace contextRef="#ctx0" brushRef="#br0" timeOffset="26105.35">15207 3193 391 0,'-4'0'0'0,"-2"0"0"0,0 0 0 0,3 0 0 0,-3-3 0 0,1 1-1 0,1 2 0 0,-2-1 0 0,2-1 1 0,0 1-1 0,1-2 30 15,1 0 1-15,-2 2 72 0,3 0-66 0,1-1 8 16,-2 0-9-16,2 0 41 0,0 0-37 16,0 1-1-16,0 1 0 0,0 0-9 0,0-3 10 0,3 1-1 15,10 2 18-15,1-1-131 0,4 1 52 0,1-2 9 16,8 0 2-16,-3 0 1 0,4 0 24 0,0 2-1 15,2 0 3-15,3 0 9 0,0 0-19 0,1 0 31 16,2 0-24-16,1 0 4 0,6 2-5 0,-7 0 18 16,11 2-9-16,-2-3-4 0,-2 1 35 0,2 2-32 15,0-2 7-15,5 0-4 0,2 0 0 16,10 1-1-16,-1-2-2 0,3-1 4 0,7 0-2 16,3 0 5-16,1 0-4 0,-1 0-30 15,0 0 28-15,0 0 1 0,-1 0-3 0,-11 0-23 16,14 0 23-16,-11 0 1 0,1 0-43 0,-4 0 40 15,0 0-2-15,-6 0 12 0,11 0-11 0,-5 0-1 16,2 0-4-16,-2 0-55 0,2 0 54 0,-6-1 3 16,13-4-3-16,-9-3-52 0,2 1 48 15,-2-1-3-15,0-2 3 0,-5 2-27 0,-1-2 26 0,-3 1-2 16,-8 1-3-16,-8 0 2 0,1 3 1 16,-8 0 18-16,2 0-20 0,-10 4-4 15,-1-3 3-15,-4 2 50 0,-6 0-48 0,-2 2 4 16,-1 0-3-16,-4 0 46 0,0 0 0 0,-2 0-37 15,-2 0-3-15,0 0 64 0,0 0-3 0,0 0-46 16,0 0-7-16,0 0 7 0,0 0 3 0,0 0 4 16,0 0-58-16,0 0 55 0,0 0-5 0,0 0-87 15,0 0 46-15,0 0-10 0,0 0 45 0,0 0-181 16,0 0 83-16,0 0 28 16,0 0 0-16,0 0-227 0,0 0 127 0,0 0 40 15</inkml:trace>
  <inkml:trace contextRef="#ctx0" brushRef="#br0" timeOffset="57924.67">2796 13756 1568 0,'-5'-17'0'0,"-1"6"0"15,1 1 0-15,1 5 0 0,3 3 0 0,-1-2 0 0,2 2 0 0,-2 0 0 0,2 0 0 0,0 2 0 0,0 0 72 0,0 0 1 0,0 0 91 0,0 0-60 0,0-1-20 16,0-1-10-16,0 0 213 0,0-4-122 0,0 3-61 16,0-1 246-16,0 1-143 15,0 2-87-15,0-1-38 0,0 0 145 0,0 2-92 16,0 0-46-16,0 0-63 0,0 0-26 0,0 0 0 15,0 0 0-15,0 0 0 0,0 0 0 0,0 0 0 16,0-2 0-16,0 2 0 0,0 0 0 0,2-1 0 16,3-1 0-16,2 0 0 0,4 0 0 0,-3 2 0 15,7-2 0-15,-6 2 0 0,-1 0 0 0,4 0 0 16,-2 0 0-16,2 0 0 16,-1 0 0-16,-1 4 0 0,-1 1 0 0,5 2 0 15,0 1 0-15,2 0 0 0,-2-3 0 0,-1 1 0 16,2-5 0-16,-3 4 0 0,6-5 0 0,-3 0 0 15,5 0 0-15,1 0 0 0,-3 0 0 0,5-5 0 16,-2 0 0-16,0 0 0 0,-2 1 0 0,3-2 0 16,-4 5 0-16,-1-3 0 0,3 1 0 0,-3 2 0 15,1-1 0-15,-1 0 0 0,1 0 0 0,-1 1 0 16,2-3 0-16,-2 2 0 16,2-2 0-16,-1 0 0 0,2 0 0 0,-2 1 0 15,3-1 0-15,0 0 0 0,-3 2 0 0,5-2 0 16,-2 2 0-16,0 1 0 0,-1-1 0 0,-2 0 0 15,4 2 0-15,-2 0 0 0,-2 0 0 0,1 0 0 16,2 0 0-16,-1 0 0 0,2 0 0 0,3 0 0 16,-3 0 0-16,3 0 0 0,3 2 0 0,-5-2 0 15,4 2 0-15,1 1 0 0,2 0 0 0,2-2 0 16,-2 1 0-16,3 0 0 16,-2 1 0-16,1 1 0 0,3-2 0 0,2 2 0 15,-3 0 0-15,4 0 0 0,0-2 0 0,2 2 0 16,-2-3 0-16,7 1 0 0,-7 0 0 0,3 0 0 15,-5-2 0-15,7 0 0 0,-6 0 0 0,0 0 0 16,1 0 0-16,9 1 0 0,-7-1 0 0,-4 3 0 16,6-3 0-16,-2 2 0 0,-2 1 0 0,7-1 0 15,-5 2 0-15,-1 0 0 0,-1-1 0 16,7 1 0-16,0-1 0 0,-2 2 0 0,2-4 0 0,5 1 0 16,-2-2 0-16,1 0 0 15,2 0 0-15,-5 0 0 0,3 0 0 0,-2 0 0 16,-2 0 0-16,6 0 0 0,-2 0 0 0,-1 0 0 15,-1 0 0-15,-1 0 0 0,3 0 0 0,1 0 0 16,1 0 0-16,-2 0 0 0,2 0 0 0,-1 0 0 16,2 0 0-16,-2-2 0 0,0 1 0 0,1-1 0 15,-2-1 0-15,1 0 0 0,3 1 0 0,0 0 0 16,-1 1 0-16,-1-1 0 16,1 0 0-16,-3 2 0 0,-3 0 0 0,7 0 0 15,-4 0 0-15,-3 0 0 0,1 0 0 0,0 0 0 16,1 0 0-16,4 0 0 0,-1 2 0 0,-1 0 0 15,3-1 0-15,-1-1 0 0,0 2 0 16,-1-2 0-16,2 0 0 0,-2 0 0 0,1 0 0 0,-1 0 0 16,3 0 0-16,1 0 0 0,-2 0 0 0,1 0 0 15,-2 0 0-15,1 0 0 0,0 0 0 0,0 0 0 16,0 0 0-16,-3 2 0 16,3 0 0-16,0-1 0 0,9 2 0 0,-9-1 0 15,2-1 0-15,1 1 0 0,0 0 0 0,0-2 0 16,1 2 0-16,7-2 0 0,-11 0 0 0,10 0 0 15,-2 0 0-15,-5 0 0 0,12 0 0 0,-14 0 0 16,12 0 0-16,-6 0 0 0,3-2 0 0,-9 0 0 16,6 0 0-16,4 1 0 0,-1-1 0 0,-1-1 0 15,0 2 0-15,-10-3 0 0,8 1 0 16,-1-1 0-16,-1 0 0 0,8-1 0 0,-14-2 0 16,7 2 0-16,8-2 0 0,-5-1 0 15,-2 0 0-15,-9 1 0 0,8-1 0 0,-4-1 0 16,2 0 0-16,-1 2 0 0,1-3 0 0,-2-1 0 15,1 2 0-15,3-1 0 0,-2-1 0 0,1 0 0 16,-1 1 0-16,-3-1 0 0,1 0 0 16,-3 1 0-16,1-2 0 0,1 1 0 0,-3 2 0 0,0 1 0 15,1-1 0-15,-1 0 0 0,-2 2 0 16,0-1 0-16,-3 2 0 0,0-1 0 16,1 1 0-16,-7 0 0 0,13 1 0 0,-3 0 0 15,-4-2 0-15,3 4 0 0,0-3 0 0,3 1 0 16,-2 1 0-16,-2-2 0 0,1 2 0 0,-2-2 0 15,2 1 0-15,-8-1 0 0,12-1 0 0,-6 0 0 16,0 1 0-16,4-3 0 0,-5 2 0 0,-4 2 0 16,10-1 0-16,-5 1 0 0,-4-1 0 0,1 3 0 15,-3-4 0-15,-4 5 0 0,9-3 0 0,-7 1 0 16,2 1 0-16,1-3 0 16,-1 3 0-16,-5-1 0 0,9-2 0 0,-4 2 0 15,0-1 0-15,1-1 0 0,-5 1 0 0,3 1 0 16,-3-1 0-16,9-4 0 0,-13 6 0 0,3-3 0 15,-1 1 0-15,1 1 0 0,0-2 0 0,0 0 0 16,-2 1 0-16,1 1 0 0,-1 0 0 0,1-1 0 16,3 1 0-16,-2 2 0 0,0-2 0 15,-2 3 0-15,-1-2 0 0,1 0 0 0,-2-1 0 0,-2 0 0 16,2 2 0-16,-4-2 0 16,-2 1 0-16,5-2 0 0,-3 4 0 0,0-2 0 15,-1-1 0-15,-2 2 0 0,0 0 0 0,3 0 0 16,0 0 0-16,-1 0 0 0,3 0 0 0,0 1 0 15,-2 1 0-15,4-1 0 0,-2 1 0 0,0 0 0 16,0 0 0-16,0 0 0 0,0 0 0 0,2 0 0 16,-2 0 0-16,2 0 0 0,0 0 0 0,0 0 0 15,-2 0 0-15,4 0 0 0,-4 0 0 16,2 0 0-16,0 0 0 0,1 0 0 16,-1 0 0-16,4 0 0 0,-4 0 0 0,1 0 0 15,1 0 0-15,1 0 0 0,-2 0 0 0,-1 0 0 16,2 0 0-16,0 0 0 0,-2 0 0 0,1 0 0 15,1 0 0-15,0 0 0 0,-2 0 0 0,1 0 0 16,6 0 0-16,-6 0 0 0,3 0 0 0,-1 0 0 16,1 0 0-16,0 0 0 0,-3 0 0 0,1 0 0 15,-2 0 0-15,1 0 0 16,-1 0 0-16,-2 0 0 0,2 0 0 0,-2 0 0 16,2 0 0-16,-2 0 0 0,0 0 0 0,0 0 0 15,-1 0 0-15,4 0 0 0,-3 0 0 0,2 0 0 16,0 0 0-16,0 0 0 0,-1 0 0 0,1 0 0 15,-2 0 0-15,2 0 0 0,-2 0 0 0,0 0 0 16,1 0 0-16,-1 0 0 0,0 0 0 0,-3 0 0 16,3 0 0-16,-2 0 0 0,2 0 0 0,-5 0 0 15,7 0 0-15,-4 2 0 32,4 2 0-1,-2 0 0 0,0 0 0-31,-3 0 0 16,4-1 0-16,-3 3 0 0,1-3 0 0,-3 3 0 0,-1-2 0 0,0 2 0 0,3-2 0 0,-1 1 0 0,-1 1 0 0,2-1 0 0,1 1 0 0,-5 0 0 15,10 1 0-15,-4-1 0 0,-2-1 0 0,1 2 0 0,4-1 0 0,-1 3 0 0,2-4 0 0,0 2 0 32,-1-2 0-32,-1 3 0 15,2-3 0-15,-2 0 0 16,0 4 0-16,0-3 0 0,0 1 0 0,1 1 0 0,-3-2 0 0,4-1 0 0,-2 1 0 0,2-1 0 0,0 2 0 0,-2 0 0 0,2 0 0 0,1 0 0 15,3 1 0-15,3-1 0 0,-8-1 0 0,6 4 0 16,-2-5 0-16,-1 3 0 0,-3-1 0 0,1 0 0 0,-2 2 0 0,0-2 0 0,0-2 0 0,-2 1 0 16,0 1 0-16,0-2 0 0,0 2 0 0,-2-1 0 0,1-3 0 0,-5 1 0 31,6 1 0-31,-1-1 0 0,-3-1 0 0,2 0 0 0,-2 1 0 0,-3-2 0 0,1 2 0 16,1-3 0-16,-2 1 0 0,-5-2 0 15,1 2 0-15,-3 0 0 0,2 0 0 0,-4-2 0 16,-2 0 0-16,-1 0 0 0,-2 0 0 0,-2 0 0 15,-2 0 0-15,-3 0 0 0,0 0 0 0,-2 0 0 16,0 0 0-16,-6-2 0 0,-18 0 0 0,-17 0 0 16</inkml:trace>
  <inkml:trace contextRef="#ctx0" brushRef="#br0" timeOffset="63048.65">4262 15423 1214 0,'-2'-7'0'0,"1"6"0"0,1 1 0 0,0 0 0 0,0 0 0 0,0 0 0 0,0 0 0 0,0 0 0 0,0 0 0 0,0 0 0 0,0 0 81 0,0 0 206 0,0 0-122 0,0 0-61 16,0 0-19-16,0 0 121 15,0 0-81-15,0 0-41 0,0 0 56 0,0 0-49 16,0 0 12-16,0-3-60 0,0 2 175 0,0-3-88 16,0 2-43-16,1-2 0 0,1 0 90 0,0 0-72 15,2 0-31-15,0-1 122 0,-2 0-77 0,3-2-109 16,0 0-10-16,0 0 0 0,1 0 0 0,1 1 0 15,0-2 0-15,-1 1 0 0,1 1 0 0,1 1 0 16,-1 1 0-16,-5 0 0 0,4 0 0 0,-2 1 0 16,1 0 0-16,1 0 0 0,1 0 0 0,-2 0 0 15,0-1 0-15,2 0 0 16,6-1 0-16,-5-3 0 0,3 2 0 0,0 2 0 16,-1-3 0-16,-1 2 0 0,3-3 0 0,-3 5 0 15,1-3 0-15,-1 3 0 0,-2 0 0 0,2 0 0 16,-1 0 0-16,0 2 0 0,1-2 0 0,1 2 0 15,-2 1 0-15,0-2 0 0,3 2 0 16,1 0 0-16,-1 0 0 0,1 0 0 0,1 0 0 0,-3 0 0 16,4 0 0-16,0 0 0 15,0 0 0-15,2-1 0 0,-2-1 0 0,4 0 0 16,-2 2 0-16,1-3 0 0,3 2 0 0,-3 1 0 16,1 0 0-16,0-2 0 15,-1 2 0-15,3 0 0 0,-1-2 0 0,2 2 0 16,0 0 0-16,1 0 0 0,1 0 0 0,1 0 0 15,-3 0 0-15,5 0 0 0,-3 0 0 0,0 0 0 0,3 0 0 0,-3 0 0 16,0 4 0-16,2 0 0 16,-2 0 0-16,-3-3 0 0,4 2 0 0,4 1 0 0,-5 1 0 0,2-1 0 15,1-3 0-15,-4 3 0 16,8 0 0-16,-3-3 0 0,-1 3 0 0,3-2 0 16,-3 2 0-16,-1-3 0 0,2 3 0 0,0-2 0 15,-1-2 0 1,0 2 0-16,2 1 0 0,-5-3 0 0,9 0 0 0,-4 0 0 0,2 0 0 0,-3 0 0 15,-2 0 0-15,2 0 0 16,3 0 0-16,-2 0 0 0,0 0 0 0,2 0 0 0,0 0 0 0,1 0 0 16,0 0 0-16,0 0 0 0,-1 0 0 15,0 0 0-15,2 0 0 0,-2 0 0 16,2 0 0-16,-1 0 0 0,1-3 0 0,3 3 0 16,0-2 0-16,-2 1 0 0,4 0 0 0,1-3 0 15,-2 3 0-15,7-1 0 16,-4 0 0-16,3 0 0 0,0 0 0 15,-1 0 0-15,-6 1 0 0,9-1 0 0,-7 0 0 0,7 0 0 16,-2 0 0-16,-2 1 0 0,4-2 0 0,-3 0 0 0,0 0 0 0,6-1 0 16,2 1 0-16,-6 0 0 15,3 1 0-15,-2-1 0 0,-6 2 0 0,10-1 0 16,-6 0 0-16,2 1 0 0,-2-1 0 0,3 0 0 16,-5 2 0-16,9-2 0 15,-4-1 0-15,2 2 0 0,2-1 0 0,-5 2 0 0,-2-3 0 0,8 2 0 31,-2 0 0-31,-2-2 0 0,2 1 0 0,0 0 0 0,1-1 0 0,0 0 0 0,2 0 0 0,0 0 0 16,1 0 0 0,0 0 0-16,1 0 0 0,-2 0 0 0,-1 0 0 0,3 1 0 15,0 0 0-15,2-3 0 16,0 3 0-16,-2-1 0 0,11-2 0 16,-2 1 0-16,0 0 0 0,-9-1 0 0,5 1 0 0,1-1 0 15,-1-1 0-15,-1 2 0 0,2-2 0 0,-3 2 0 0,1 0 0 0,8 2 0 16,-5-3 0-16,-7 2 0 15,6-2 0-15,-4 2 0 0,1 1 0 0,-1 0 0 0,0-1 0 0,-2-1 0 16,1 2 0-16,-2 0 0 0,3 0 0 16,2-2 0-16,-5 3 0 0,0 1 0 0,1 0 0 0,-3 0 0 15,1 0 0-15,-1 0 0 16,-2 0 0-16,1 0 0 0,-2 0 0 0,0 0 0 16,4 0 0-16,-3 0 0 0,2 0 0 0,-2 0 0 15,-1 1 0-15,-4 1 0 0,8 0 0 0,-3 0 0 16,2-2 0-16,1 2 0 0,-1 0 0 0,3-1 0 15,0 2 0-15,3-2 0 0,0 1 0 0,-2 0 0 16,1 0 0-16,0-1 0 0,1 1 0 0,0 3 0 16,8-4 0-16,-13 1 0 15,7 3 0-15,4-3 0 0,5 2 0 0,-5 0 0 16,-2 2 0-16,1-1 0 0,1 1 0 0,-8-1 0 16,16 1 0-16,-9 0 0 0,3-2 0 0,4-2 0 15,2 0 0-15,-10-1 0 0,15-1 0 16,-8 0 0-16,1 0 0 0,2 0 0 15,-3 0 0-15,-3-1 0 0,15-3 0 0,-8-2 0 16,-1 1 0-16,-1-1 0 0,-1 2 0 0,-6 0 0 0,13-3 0 31,-8 1 0-31,1-2 0 0,2 3 0 0,-2-2 0 0,-10-1 0 0,11-1 0 0,-7 1 0 0,0-1 0 16,0-1 0-16,-2 1 0 16,-5 2 0-16,14-4 0 0,-7-2 0 0,0 4 0 15,-11 2 0-15,6-2 0 0,-4 1 0 0,0 2 0 16,-2-1 0-16,-4 2 0 0,-2 1 0 0,-2-2 0 0,-6 1 0 15,9 0 0-15,-5 2 0 16,-4-1 0-16,1-1 0 0,-4 1 0 16,-2-2 0-16,-2 2 0 0,-1 0 0 0,-4 0 0 15,-2 1 0-15,0 0 0 0,-2 0 0 0,-3 1 0 0,1-1 0 16,-3 1 0-16,0 0 0 0,-3 0 0 16,0 1 0-16,-2 1 0 0,0-3 0 0,-1 1 0 15,-1 2 0-15,0-1 0 0,0 1 0 0,-2 0 0 16,-2 0 0-16,-1 0 0 0,2-3 0 0,-5 3 0 15,3 0 0-15,1 0 0 0,-4 0 0 0,1 0 0 16,2 0 0-16,-2 0 0 0,1 0 0 16,-1 0 0-16,0 0 0 0,2 0 0 0,-3 0 0 15,1 0 0-15,0 0 0 0,0 0 0 0,1 0 0 16,-3 0 0-16,2 0 0 0,-2 0 0 0,0 0 0 16,0 0 0-16,0 0 0 0,0 0 0 0,0 0 0 15,0 0 0-15,0 0 0 0,0 0 0 0,0 0 0 16,0 0 0-16,0 0 0 0,0 0 0 15,0-1 0-15,0-5 0 0,0-1 0 0,0 0 0 16,0-5-868-16,-2 3 793 0,-5-3 32 0,4 4 0 16,-3 4-646-16</inkml:trace>
  <inkml:trace contextRef="#ctx0" brushRef="#br0" timeOffset="67070.88">17961 15316 1747 0,'-5'-3'0'0,"1"1"0"0,2 0 0 0,1 0 0 0,1 0 0 0,0 2 0 0,-2 0 0 0,2 0 0 0,0 0 0 0,0 0 0 0,0 0 103 0,0 0 31 0,0 0-46 16,2 0 0-16,3 0 128 15,4 2-76-15,5 2-54 0,-3 0 0 0,4 0 67 16,0-2-56-16,2 3-27 0,0-1 10 0,2 0 19 15,1-1-29-15,3 1 1 0,-2 0 18 0,3-3 0 16,-2 2-36-16,4-1-11 0,1-1 20 0,-3 1-20 16,3 0 1-16,-2-2 52 0,-4 0-43 15,9 0-16-15,-5 0-36 0,3 0 0 0,-1 0 0 0,1 0 0 16,-4 0 0-16,7 2 0 16,-2 0 0-16,-1-2 0 0,2 0 0 0,0 0 0 0,2 0 0 15,2 0 0 1,2 1 0-16,0-1 0 0,1 0 0 0,4 0 0 0,-5 0 0 0,9 0 0 15,-4 0 0 1,3 0 0-16,1-3 0 0,0-1 0 0,-2 1 0 0,8-2 0 0,-3 0 0 16,5 1 0-16,-2 1 0 15,-1-1 0-15,0 0 0 0,0-1 0 0,1 4 0 0,-2 0 0 0,1-2 0 0,3 0 0 16,-2 1 0-16,-1-2 0 16,5 2 0-16,1 1 0 0,-1-2 0 0,2 0 0 15,-6-1 0-15,4 0 0 16,2 0 0-16,-1 1 0 0,1-3 0 0,-2 5 0 0,4-4 0 15,6 2 0-15,-3-1 0 0,-2 2 0 0,-5 1 0 16,3-2 0-16,1 1 0 0,-1 1 0 0,2 1 0 0,-2-1 0 16,-2 1 0-16,2 0 0 0,6 0 0 0,-4 0 0 15,-7 0 0-15,6 0 0 16,8 0 0-16,-12 0 0 0,3 0 0 0,9 0 0 16,-16 0 0-16,15 0 0 0,-4 0 0 0,-7 0 0 15,10 0 0-15,-13 0 0 0,8 0 0 0,7 2 0 16,-8 3 0-16,-4-4 0 0,12 1 0 15,-5-1 0-15,3 4 0 0,-1-4 0 0,-2 1 0 16,-7 1 0-16,16 0 0 0,-8-1 0 16,1 0 0-16,2-1 0 0,-1 3 0 0,-3-2 0 15,16 2 0-15,-11-3 0 0,1 4 0 0,1-4 0 16,-2 3 0-16,-7-2 0 0,16 4 0 0,-8-3 0 16,3 1 0-16,-1 2 0 15,-1-2 0-15,-9 2 0 0,15-1 0 0,-9-1 0 16,0 2 0-16,0-1 0 0,1 0 0 0,-7 0 0 0,17 4 0 0,-10-5 0 15,0 3 0-15,-2-1 0 0,1-1 0 16,-6 0 0-16,13 1 0 16,-7 2 0-16,4-2 0 0,-1-1 0 0,-1 1 0 0,-6-1 0 15,13 1 0-15,-9 0 0 0,3 0 0 0,-3-3 0 0,1 1 0 16,-3-1 0-16,15 3 0 0,-9-5 0 16,1 0 0-16,-1 1 0 0,-1 0 0 0,-7 1 0 0,13-1 0 15,-6 1 0 1,3-1 0-16,-2 1 0 0,1-1 0 0,-11-1 0 15,15 4 0-15,-7-2 0 0,-3 2 0 0,1-4 0 0,-6 3 0 0,16-3 0 16,-11 4 0-16,1-4 0 0,-2 3 0 16,-2-2 0-16,-6 2 0 0,10-2 0 15,-5 0 0-15,-1 2 0 0,3-3 0 0,-1 0 0 0,-9 2 0 16,7 1 0-16,-4-2 0 16,-5 1 0-16,5 0 0 0,-4 0 0 0,-1 0 0 15,0 1 0-15,-2 0 0 0,0 0 0 0,3-1 0 0,-3 1 0 16,-4 1 0-16,6 0 0 0,-4-1 0 0,-2-3 0 15,-2 4 0-15,0-2 0 0,-5 0 0 0,7 1 0 16,-3-1 0-16,-7 0 0 0,3-2 0 0,1 3 0 16,0-1 0-16,-1 0 0 0,-1 1 0 0,-2-2 0 15,0 0 0-15,-3 3 0 0,0-1 0 16,-2 0 0-16,1-1 0 0,-1 3 0 0,-1-2 0 0,1 0 0 16,0 0 0-16,-2 0 0 15,2-1 0-15,-2-1 0 0,0 2 0 0,2-2 0 16,-3-1 0-16,5 1 0 0,-3 0 0 0,-5 0 0 15,1 1 0-15,-2-3 0 0,0 1 0 0,-1 0 0 16,0 2 0-16,-2-3 0 0,-2 2 0 16,0-1 0-16,-2-1 0 0,0 3 0 0,-4-3 0 0,-1 1 0 15,-1-1 0-15,-1 0 0 16,1 0 0-16,-4 0 0 0,-2 0 0 0,-1 0 0 16,-1 0 0-16,0 0 0 0,-2 0 0 0,0 0 0 15,0 0 0-15,0 0 0 0,0 0 0 0,0 0 0 16,0 0 0-16,0 0 0 0,0-4 0 0,0-3 0 15,0-1 0-15,0 1 0 0,0 0 0 0,-4-1 0 16,-1 0 0-16,-3-1 0 0,-2 1 0 0,-2 3 0 16,-4 0 0-16,-8 1 0 0,-4 2 0 0,-9-1 0 15,-8 3-130-15,-8 0-140 0</inkml:trace>
  <inkml:trace contextRef="#ctx0" brushRef="#br0" timeOffset="89080.93">25559 12059 3276 0,'0'0'0'0,"-3"0"0"0,3 0 0 0,0 0 0 0,0 0 0 0,0 1 0 0,9 1 0 0,6 0 0 0,3-2 0 0,7 0 0 0,3 0 420 0,2 0-191 0,0 0-223 16,-5 0-6-16,3 0 0 0,-4 0 0 0,-1 0 0 16,-4 0-153-16,-5 0-58 0,-6 0 133 15,2 0-741-15,-7 1 429 0,-1 5 116 16,-2 6 139-16,0-3-666 0</inkml:trace>
  <inkml:trace contextRef="#ctx0" brushRef="#br0" timeOffset="89275.45">25529 12300 2906 0,'-17'12'0'0,"0"3"0"15,4-2 0-15,4-3 0 0,1 1 0 0,6-4 0 0,2 3 0 0,0-3 0 0,12-1 0 0,14-4 0 0,4-1 618 0,11-1-291 0,3 0-247 0,0 0-80 0,4-3 0 16,-7-5 0-16,10 1 0 16,-16-1 0-16,1 2 0 15,-4-1 0-15,-9 3 0 0,-1-1 0 0,-3 2 0 0,-8 2 0 16,-2-1-163-16,-3 0 52 0,-4 0-710 15,0 1 383-15,-2-2 204 0,0-2 98 0,0-1-553 0,-4-3 325 0</inkml:trace>
  <inkml:trace contextRef="#ctx0" brushRef="#br0" timeOffset="89539.64">25529 11775 3524 0,'-21'-23'0'0,"8"15"0"0,6 7 0 0,2 1 0 0,4-2 0 0,1 0 0 0,0-1 0 0,4 0 0 0,13-2 0 0,3 1 0 0,9 0 116 16,2 0-39-16,3 2 137 0,2-1-214 0,1 1 0 15,-3 0 0-15,2 2 0 0,-6 0 0 0,0 0 0 16,-2 0 0-16,-8 0 0 0,2 0 0 0,-4 0-342 15,0 4-6-15,-6 0 193 0,-2-1-22 0,1 1-379 16,-3 0 264-16,0-2 127 0</inkml:trace>
  <inkml:trace contextRef="#ctx0" brushRef="#br0" timeOffset="89730.95">26048 11769 3686 0,'0'0'0'0,"0"0"0"0,0 0 0 0,1 0 0 0,8 2 0 0,9 0 0 0,6-2 0 0,4 0 0 0,10 0 0 0,5 0 0 0,1 0 245 0,6-4-245 16,-4-1 0-16,-6-1 0 0,3 0 0 0,-3-2 0 15,-4 3 0-15,-5 1 0 0,-8 1-63 16,1-1-10-16,-6 2 51 0,-8 0-321 16,-2 0 190-16,-4 2 94 0,-4 0-956 0,0 0 480 15</inkml:trace>
  <inkml:trace contextRef="#ctx0" brushRef="#br0" timeOffset="90067.42">26126 11949 2854 0,'-16'10'0'0,"4"0"0"0,4 4 0 0,6-6 0 0,2-1 0 0,0 0 0 0,14-2 0 0,10-1 0 0,8-4 0 0,10 0 0 0,2 0 530 0,6-3-237 0,-1-6-133 15,1-2-99-15,-5-2-28 0,-5 3-33 0,-3-4 0 0,-3 4-66 16,-7 2-4-16,-7 1 54 15,-5 3-592-15,-3 0 323 0,-6 2 161 0,-1 0 89 16,-5 0-835-16,0 2 417 0,-8 0 209 0,-7 0 103 16,-4 2-267-16,-4 6 176 0,3 0 102 0,-3 1 48 15,1-2-7-15,-1 3 11 0,1-3 78 0,1 1 53 16,4 1-63-16,-1 1 0 0,4-1 366 16,1 3-198-16,2-1-98 0,-2 4-57 0,1-1 595 15,-2 7-295-15,5 0-61 0,-7 1-103 0,1 4 348 16,-2 1-216-16,0-1-122 0,0 1-57 0,0-4 139 15,2 1-97-15,6-5-49 0,-2-1-345 0,7-3 144 16,2-6 76-16,2 1 38 0,0-4-271 0,5-6 155 16,13 0 86-16,4-10-756 0,2-11 324 0,3-2 213 15,-1-2 108-15</inkml:trace>
  <inkml:trace contextRef="#ctx0" brushRef="#br0" timeOffset="90393.31">26408 12164 2053 0,'15'-14'0'0,"-8"7"0"0,1 3 0 0,-2 1 0 0,-2 2 0 0,-1 1 0 0,-1 0 0 0,0 13 0 0,-2 6 0 0,0 5 0 0,1 3 342 0,2 1-153 0,-1 4-76 15,5-2 527-15,3 0-293 16,1 0-160-16,2-5-127 0,6-3-60 0,3-3 0 16,3-3 0-1,-1-9-26-15,6-2-21 0,-2-5 42 0,-2 0-538 0,1-2 289 0,-4-14 146 16,-5 1 81-16,3-9-382 0,-4 2 88 0,-2-4 142 16,-4-4-366-16,0-4 255 0,-1-2-226 15,-3 1 244-15,-1 1 118 0,-4 2 52 16,2 8 85-16,-3-3-28 0,1 7 8 0,-2 2 901 15,0 10-868-15,0-2-1 0,0 2-31 0,0 5 318 16,0 0-155-16,2 2-82 0,2 1-31 0,5 0 672 16,1 0-313-16,-2 0-160 0,6 0-93 0,0 0-42 0,-2 4 440 15,4-1-241-15,-2 0-49 16,-1 2-111-16,3-4-117 0,-2-1 0 0,2 0-239 16,-3 0 53-16,0 0 111 0,-2 0-1394 15,3 0 1498-15,-4 0 7 0,3-1-11 0,-1-7 7 16,1-1-487-16,1-2 201 0,-2-5 113 0,4-4 52 15</inkml:trace>
  <inkml:trace contextRef="#ctx0" brushRef="#br0" timeOffset="90557.75">27238 11767 2424 0,'0'-11'0'0,"0"5"0"0,0 3 0 0,0 0 0 0,0 2 0 0,0 1 0 0,0 0 0 0,0 0 0 0,3 0 0 0,2 5 0 0,1 3 588 0,1 3-268 0,0 2-146 15,1 0-68-15,0 3 70 0,1-2-70 0,-1 1-69 16,0 2-37-16,0-1-280 0,0 0 102 0,-3 1 106 15,0 0 55-15,-4 0-700 0,1 2 385 0,-2-2 180 16,0 3 22-16,0 1-365 0,0-1 218 16,-7 7 120-16,-1-6 52 0</inkml:trace>
  <inkml:trace contextRef="#ctx0" brushRef="#br0" timeOffset="91205.79">27222 12284 2205 0,'-11'17'0'0,"-1"1"0"0,0-1 0 0,5-5 0 0,-1-1 0 0,5-4 0 0,-2-1 0 0,4-5 0 0,1 2 0 0,0-1 0 0,0-2 88 0,6 0-26 0,7-2 0 0,7-9 291 15,2-6-159-15,6-3-70 0,5-5 10 0,-1 0-49 16,2-6-25-16,1 0 1 0,1-5-16 16,0-5-110-16,3-8 51 0,-4 0 25 0,2-7-545 15,-2-6 285-15,0-6 152 0,-1-3 62 0,-4 2-439 16,-9 16 152-16,-5 14 147 0,-7 10-448 0,-6 9 285 16,1-3 155-16,-4 10 73 0,0 5 36 0,0 4 38 15,0 4 0-15,-5 0-10 0,-4 3 293 0,2 4-142 16,-1 3-70-16,5-2 390 0,0 6-231 0,1-4-124 15,2 5-41-15,0-1 458 16,0 2-194-16,0-1-128 0,0 0 24 0,0 0-68 16,2 0-46-16,1 1-1 0,0 0 8 0,5-2-22 15,-5 1-1-15,1-3-14 0,-1 3-122 0,1-4 57 16,-1-1 28-16,2-1-163 0,0-1 96 0,3-3 57 16,-3-2 14-16,5 0-368 0,0-3 149 0,0 0 103 15,2 0-165-15,-1-4 100 0,-2-5 71 0,-1-1 30 16,-3 3-331-16,2-3 181 15,-6 3 91-15,-1 1 36 0,0 4-142 0,0 1 117 16,-11-1 36-16,1 2 80 0,-3 0 0 0,1 0 0 16,-2 0 0-16,2 0 313 0,3 2-193 0,2 1-78 15,2-1 471-15,2 2-227 0,3-1-142 0,0 5 9 16,0 0 81-16,0-1-98 0,6 4-50 0,1 2-16 16,3 2 188-16,0 2-111 0,-3 4-55 0,0 4 31 15,-4-1-43-15,0 0 9 0,-3 9-52 0,0-5 34 16,-11 2 0-16,-6-1-34 0,0 0 0 0,-2-3 8 15,0-2-9-15,1-1 1 16,-2-4-38-16,8-4 1 0,-2-4 36 0,5-3 9 16,2-3-411-16,0-2 166 0,5-3 108 0,2 0-555 15,0-12 306-15,5-6 143 0,9-4 85 0,2 0-355 16,-2 0 216-16,-2 8 107 0,1-3 19 0,-3 2 50 16,-2 8-1-16,1-3 41 0,-4 6 434 0,1 2-217 15,-1 0-118-15,3 2-45 0,1 0 299 0,1 2-177 16,8 8-88-16,4 5 901 15,3 0-450-15,3 2-237 0,4 2-115 0,3 3 434 16,1 1-481-16,-6-4-104 0,5 1 0 0,-3 0 0 16,-2 4 0-16,0-2 0 15,0-3-302-15,-3 1-63 0,-2 1 209 0,3-4-500 0</inkml:trace>
  <inkml:trace contextRef="#ctx0" brushRef="#br0" timeOffset="91603.71">28742 11567 3170 0,'-5'-13'0'0,"5"12"0"0,0 1 0 0,5 0 0 0,13-2 0 16,5 0 0-16,4-3 0 0,3 0 0 0,6 0 1 0,4 1 2 0,14 0 393 0,-2 1-177 0,-1 1-89 0,-1 0-118 0,-7 2-12 0,-6 0 0 15,-2 0 0-15,-8 0 0 0,-1 0-444 0,-8 4 197 16,-6-1 142-16,-5 3-853 16,-2 1 470-16,-5 1 203 0,0-2 125 0,-19-5-480 0</inkml:trace>
  <inkml:trace contextRef="#ctx0" brushRef="#br0" timeOffset="92007.05">28846 11722 2462 0,'-13'0'0'0,"8"2"0"0,4 9 0 0,1-2 0 0,0-1 0 0,0 2 0 0,1-3 0 0,9 3 0 0,3-3 0 0,2 0 0 0,5 1 308 0,2-2-141 16,3-1-64-16,0-3-176 0,2-2 55 0,1 0 28 15,-3 0 8-15,7 0-569 0,-4-2 293 0,0-8 148 16,0 0-533-16,-1-2 326 0,-5 3 26 0,0 0 0 15,-1-1 128-15,-4 1 63 0,-6 2 32 0,1 4 89 16,-3 2-38-16,-6-2 9 0,-1 2-28 0,-2 1 368 16,0 0-184-16,-7 4-93 0,-9 8 470 0,-13 4-270 15,-5 4-41-15,-4 2-101 16,-3 2 286-16,-3-1-181 0,-4 2-82 0,1-1 68 16,-1-1-84-16,2-2-42 0,1-2 1 0,11-6 81 15,4-4-53-15,4 1-39 0,12-7-1 0,1 0 59 16,6 0-44-16,6-3-1 0,1 0 113 0,0 0-169 15,11 0-25-15,18 0 0 0,12-4 0 0,1-5 0 16,3 2 0-16,8-1 0 0,0 0 0 0,2 3 0 16,-4 1 0-16,-7 0 0 0,8 0 0 0,-16 2 0 15,1 1 0-15,-4-1 0 0,-10 2 0 0,-4 0 0 16,-6 0-147-16,-1 0-167 16,-7 0 144-16,-1 0 72 0,-4 0-485 0,0 0 264 15,-5 0 146-15,-11 0-438 0,0 0 287 0,-4 0 144 16,-2 0 71-16,4-11-365 0</inkml:trace>
  <inkml:trace contextRef="#ctx0" brushRef="#br0" timeOffset="92194.06">29076 11657 2874 0,'-10'-14'0'0,"3"11"0"0,0-2 0 0,3 4 0 0,3 1 0 0,-3 0 0 0,4 1 0 15,0 14 0-15,0 8 0 0,0 5 0 0,2 12 406 0,3-2-176 0,1 16 191 0,-1-4-421 0,-2 3 0 0,-3 2 0 16,0-2 0-16,0-8 0 0,0 7 0 0,0-7 0 15,0-2 0-15,0 5 0 0,0-4 0 0,0-4 0 16,0 1 0-16,0-7 0 0,0-10 0 0,0 1-637 16,0-12 134-16,0-4 171 0,6-9-601 0,7-2 448 15,4-18 224-15</inkml:trace>
  <inkml:trace contextRef="#ctx0" brushRef="#br0" timeOffset="92699.43">29533 11642 2589 0,'10'-19'0'0,"6"7"0"0,9 6 0 15,1-3 0-15,2 0 0 0,0 1 0 0,-5 3 0 0,0 0 0 0,-1 3 0 0,3-3 0 0,2 2 153 0,-5 1-58 0,-1-1 101 0,-6 3-71 16,-3 0-48-16,-1 0-101 0,-5 0 31 16,0 0-1-16,-4 0 30 0,-2 3 52 0,0 8-9 15,-15 4-43-15,-5 6 0 0,-7 5 152 0,-1 6-77 16,6 0-28-16,-8 10-33 0,7 1-50 0,1-2 0 15,5 3 0-15,5-2 0 0,3-6 0 0,0 5 0 16,3-3 0-16,3-5 0 16,1 2 0-16,2-8 0 0,0-2 0 0,0-2 0 0,0-5 0 0,0-4 0 15,0-5 0-15,0-3 0 16,0-5 0-16,0 1 0 0,0-2-52 0,0 0-79 0,0-7 33 16,0-10-209-16,0-4 126 0,0-7 78 15,2-4-110-15,4-8 89 0,2 3 43 0,1 4 1 16,1 0-33-16,5 0 44 0,-3 6-1 0,6 3 238 15,0 3-103-15,2 3-50 0,5 3-34 0,4 1 162 16,2 5-90-16,11 0-44 0,-2 5-16 0,3-1 417 16,-4 5-147-16,12 0-124 0,-16 0 133 0,5 0-161 15,-5 9-111-15,0 2 0 0,-10-1 0 0,3 6 0 16,-10-5 0-16,-2 6 0 16,-2 0 0-16,-5 2 0 0,-4 1 0 0,-3 2 0 15,-2 3 0-15,0 0 0 0,0 0 0 0,-9-1 0 16,-3 0 0-16,-1 3 0 0,3-1 0 0,-2-5 0 15,3-1 0-15,-2 1 0 0,0-2 0 0,-1-3 0 16,2-1 0-16,-1-2-464 0,2-4 61 0,-2 1 183 16,-6-3 84-16,4 1-570 15,-4-2 336-15,-5-6 167 0,1 0-174 0,-6 0 171 16</inkml:trace>
  <inkml:trace contextRef="#ctx0" brushRef="#br0" timeOffset="92889.95">29774 11917 2709 0,'-5'-5'0'0,"5"3"0"0,0 2 0 0,0 0 0 0,0 0 0 0,0 7 0 0,0 5 0 0,0 1 0 0,3 2 0 0,-1 4 0 0,0 1 352 0,0 3-158 0,-1-1-79 0,-1-1 68 15,0 2-73-15,0-4-28 16,0-3-9-16,0 0-513 0,0-4 238 0,0 0 119 16,0-5 60-16,0-3-594 0,-1 0 322 0,1-4 126 15,0 0-319-15,0 0 182 0,0-11 135 0,3-9-308 16,5-6 226-16,0-5 109 0,-1-3 53 0,3-2 34 15</inkml:trace>
  <inkml:trace contextRef="#ctx0" brushRef="#br0" timeOffset="93253.93">29892 11886 1937 0,'5'-8'0'0,"2"4"0"0,2 2 0 0,-4 2 0 0,3 0 0 0,-2 0 0 0,-4 6 0 0,1 3 0 0,-1 7 0 0,0-2 0 0,-2 5 63 0,0-1 310 0,0 4-168 16,-4-2-75-16,-4 1-52 0,1-3 77 0,-4 1-60 15,2-2-29-15,-1-1-41 0,-1-5 20 0,2 0-9 16,1-4 0-16,3 1-49 0,-3-4 25 0,8 0 0 15,-2-3 33-15,2 1-44 16,0-1-1-16,0 2 36 0,0 1-53 0,0-1 25 16,2 1-12-16,6 4-7 0,-3-2 85 0,0 3-28 15,3 0-10-15,-4 0-18 0,3 1 105 0,-3 3-51 16,-2-3-18-16,1 1 4 0,-1-2-18 0,-2 2-5 16,0 0 17-16,0 0-98 0,0-2 44 0,0-1 1 15,-2 1-51-15,-4 0 41 0,-6-2 23 16,2 1-12-16,-3-3-175 0,-1-1 74 15,-4 0 53-15,-2-2 25 0,-1-1-104 0,-2-1 40 16,2 3 33-16,-2-3 104 0,1 0-38 0,5 0-19 16,1 0-20-16,7 0 355 0,-3 0-166 0,7 0-69 15,3 0 21-15,0 0-114 0,2 0 0 0,0 4 0 16,2-1 0-16,12 1 0 0,5 1 0 0,4-1 0 16,6 2 0-16,2 0 0 0,1-2 0 15,1 1 0-15,4-1 0 0,-4-2 0 0,4-1 0 0,-6 1 0 16</inkml:trace>
  <inkml:trace contextRef="#ctx0" brushRef="#br0" timeOffset="93290.03">30080 12411 360 0,'30'8'0'0,"-1"3"0"0,1 2 973 0,3 1-487 0</inkml:trace>
  <inkml:trace contextRef="#ctx0" brushRef="#br0" timeOffset="93433.74">30850 12540 3320 0,'5'-24'0'0,"5"20"0"0,5 4 0 0,2-2 0 0,-12 1 0 0,-3-1 0 0,1 0 0 0,-2 1 0 0,-1-2 0 0,0 2 0 0,0 1-810 0</inkml:trace>
  <inkml:trace contextRef="#ctx0" brushRef="#br0" timeOffset="104333.12">24642 12962 1835 0,'-1'-2'0'0,"-5"-3"0"0,-1 4 0 0,0 0 0 0,-2-2 0 0,2 3 0 0,-2 0 0 0,-3 0 0 0,-1 0 0 0,-2 4 0 0,-3 9 214 15,-2 5-79-15,-1 6-55 0,1 0 1 16,1 0 186-16,1 3-116 0,-1-1-57 16,3 1 260-16,5 2-163 0,2-2-77 0,4 1-39 0,3-1 96 0,2 4-68 15,0-3-37-15,2 2-66 16,7-2 0-16,6-2 0 0,4 1 0 0,2-2 0 15,1-6 0-15,0 3 0 0,1-5 0 0,0-3 0 0,-3 0 0 16,-2-3 0-16,2-1-638 0,-3-3 297 0,-2-1 164 16,-2-6 10-16,-1 0-434 0,-1 0 283 0,0-4 131 15,-4-11-138-15,3-8 143 16,-3-3 74-16,-3-7 35 0</inkml:trace>
  <inkml:trace contextRef="#ctx0" brushRef="#br0" timeOffset="104558.99">24695 13176 2054 0,'-10'-15'0'0,"5"5"0"0,-3 3 0 0,3 0 0 0,0 6 0 0,3-1 0 0,2 0 0 0,0 2 0 0,0 0 1 0,3 0 0 0,12 0 257 0,0 5-110 0,6 8-56 16,3-4 399-16,-1 4-227 15,-2-2-105-15,5 6 182 0,-9-5-219 0,0 6-122 16,-4-3 0-16,-4 0 0 0,-3 0 0 0,-4 2 0 16,-2 2 0-16,-5 2 0 0,-11-2 0 0,-9 1 0 15,-1 0 0-15,-4 1 0 0,-2-3 0 0,-2 2 0 16,1-8 0-16,-1 1 0 0,2-6 0 0,4-4 0 15,7-3 0-15,1 0-56 0,4 0-574 0,7-9 297 16,7-12 139-16,2-12 83 0,13-7-644 0,21-10 359 16,6-2 180-16,5-1 89 15</inkml:trace>
  <inkml:trace contextRef="#ctx0" brushRef="#br0" timeOffset="104961.49">24952 12960 2850 0,'13'-7'0'0,"-1"4"0"0,-7 1 0 0,-1 2 0 0,-4 0 0 0,0 14 0 0,-7 8 0 0,-8 3 0 0,0 2 0 0,-2 3 0 0,0 1 385 15,-1 1-174-15,4 1 150 0,-2 0-237 0,4 0-124 16,4 1 0-16,3 0 0 0,5-4 0 0,0-4 0 16,0-1 0-16,9-9 0 15,7 1 0-15,9-5 0 0,-2-7 0 0,3-5-80 16,1 0 18-16,-1-7 49 0,-6-6-443 0,7-8 223 16,-8 0 42-16,-7 4 70 0,2 1 42 0,-7 0 0 15,-3 9 34-15,-2-2 106 0,0 3-48 0,-2 4-25 16,0 0 0-16,-6 2 407 0,-7 4-212 0,2 9-109 15,2 4 539-15,-2 2-569 0,6 2-44 0,1 1 0 16,3 4 0-16,1-1 0 0,1-3 0 0,11-3 0 16,6-2 0-1,2-6 0-15,6 1 0 0,0-7 0 0,0-5 0 0,-1 0 0 16,-4 0 0-16,-1-4 0 0,-3-9 0 16,-3-2 0-16,-2-1 0 0,-4-2 0 0,-3 0 0 0,-3-3 0 15,-2 0 0-15,0-1 0 0,0-2 0 16,-7 6 0-16,-4-1 0 0,-5 5 0 0,0 1 0 15,-2 5 0-15,2 2 0 0,-4 5 0 0,4-2 0 16,1 3 0-16,-2 0 0 0,4 6 0 0,2 4 0 0,3 1-726 16,4 0 284-1,4 0 193-15,0 3 112 0,0-1-560 0,10-4 331 0,10 2 165 16,4-5 82-16,5-4 32 0,2-2-373 0</inkml:trace>
  <inkml:trace contextRef="#ctx0" brushRef="#br0" timeOffset="105129.31">25499 13358 3026 0,'11'0'0'0,"-1"1"0"0,-1 4 0 16,-3 0 0-16,-1 3 0 0,-3 3 0 0,-2-2 0 0,0 6 0 0,0-2 0 0,-4 5 0 0,-3-2 211 15,-4 3 225-15,-4 3-190 0,3-1-234 0,-1-4-12 0,2 2 0 0,-2-4 0 0,2 0 0 0,5-6 0 32,0 1-153-32,3-4-66 0,1-5-672 0,0 1 463 0,2-2-1240 15,0-2 1537-15,9-16 51 0,4-9 1 0,-1-5-178 16</inkml:trace>
  <inkml:trace contextRef="#ctx0" brushRef="#br0" timeOffset="105273.26">25586 13130 3662 0,'1'-8'0'0,"5"7"0"0,-1-1 0 0,-1 1 0 0,0-2 0 0,0 3 0 0,2 0 0 0,1 0 0 0,2 6 0 0,1 5 0 0,1 3 128 0,-2 2 13 0,3 4-141 0,-3 0 0 15,3 3 0-15,1-5 0 0,-1 1 0 0,2-1 0 0,1 0-608 16,-4-5 309-16,7-2 164 15,0-1 85-15,2-5-838 0,5-5 431 0,-2 0 185 0</inkml:trace>
  <inkml:trace contextRef="#ctx0" brushRef="#br0" timeOffset="105462">26123 13000 3662 0,'3'-12'0'0,"-1"4"0"0,0 3 0 0,-2 3 0 0,0 2 0 0,-13 0 0 0,-6 17 0 0,1 7 0 0,-9 10 0 0,1 5 0 0,-8 14 230 0,6-5-191 0,-10 15-39 15,3-2 0-15,-4 2 0 0,0 2 0 0,3-1 0 16,5-9 0-16,-5 11 0 0,10-18 0 16,-1 5 0-16,4-6 0 0,9-11 0 0,3 0 0 0,5-11 0 15,4-4-1038-15,2-7 440 0,0-4 271 0,2-6-1084 16,12-4 1273-16,12-11 56 0</inkml:trace>
  <inkml:trace contextRef="#ctx0" brushRef="#br0" timeOffset="105726.72">26016 13515 3381 0,'5'-5'0'0,"-1"3"0"0,-2 0 0 0,-2 2 0 0,0 2 0 0,0 11 0 0,-6 2 0 0,1 2 0 0,0 2 0 0,5 0 0 0,0 2 104 0,0-3-33 16,0 0-72-16,5 0 1 0,7-4 46 0,4-2-10 0,2-4-243 16,3-7 121-16,4-1 61 0,-7 0 41 0,5-9-222 15,-4-8 122-15,-6 2 60 0,0-4-204 16,-4 0 239-16,-1-1 6 0,-6 0-59 0,-2-1 25 15,0 0-57-15,0 2 39 0,-8 2 150 16,-5 4-83-16,-4 2-32 0,-2 3 1 0,1 5 174 0,-5 2-95 16,1 1-29-16,5 0-207 0,-2 0 83 15,3 8 38-15,3 1 19 0,6 6-547 16,2-4 269-16,3 3 129 0,2-1 64 0,0 2-526 16,11-5 296-16,12-1 147 0,-2-9 74 0</inkml:trace>
  <inkml:trace contextRef="#ctx0" brushRef="#br0" timeOffset="105872.66">26436 13514 2425 0,'10'-3'0'0,"0"2"0"0,0 1 0 0,-4 0 0 0,-4 0 0 0,0 4 0 0,-2 5 0 0,0 4 0 0,-4 1 0 0,-7 2 0 0,-2 5 118 0,-3-1-41 0,3 1 443 16,-6 3-407-16,3-1-39 0,-2-2 0 16,6-4-37-16,-4-2-662 0,4-4 339 0,4-2 158 15,2-5 81-15,2 0-784 0,4-4 351 16</inkml:trace>
  <inkml:trace contextRef="#ctx0" brushRef="#br0" timeOffset="106167.09">26542 13172 3022 0,'4'-11'0'0,"6"7"0"16,2 1 0-16,4-4 0 0,2 2 0 0,3-1 0 0,-1 2 0 0,10 1 0 0,-4 1 0 0,6 0 0 0,0-1 146 0,2 2-46 0,-1-1-36 0,-2 1 100 15,-1 1-137-15,-12 0 10 0,1 0-1 0,-7 1 10 16,-3 10-10-16,-7 5 51 0,-2 6-25 0,-14 3-1 0,-14 9-18 16,-2-1-43-16,-5 3 0 0,-3 1 0 0,2 1 0 0,1 0 0 15,3-2 0-15,10-6 0 16,3-1 0-16,5-1 0 0,7-5 0 0,3 1 0 0,4-3 0 16,0-2 0-16,4-4 0 15,11-2 0-15,7-2 0 0,1-5 0 0,3-6 0 0,-3 0 0 16,6 0 0-16,-4-6 0 15,-6-4-189-15,0-1-188 0,-2 0 167 0,-6-2-259 0,-3 0 221 0,-3 0 106 0,-4-4-684 16,-1 0 394-16,-2-6 198 0</inkml:trace>
  <inkml:trace contextRef="#ctx0" brushRef="#br0" timeOffset="106554.03">26628 13373 3015 0,'-24'0'0'0,"6"0"0"0,5 0 0 0,-2 0 0 0,6 0 0 0,5 0 0 0,1 0 0 0,3 0 0 0,0 0 0 0,9 0 0 0,16 2 186 0,3 0-75 0,7 0 109 0,1-1-97 16,0 1-43-16,3-2 0 0,-1 0-625 0,-3 0 291 0,1 2 154 16,-3 0-695-16,-3 3 411 0,-1 1 206 15,-6 4-345-15,-2-1 243 0,-5 0 113 16,-3 1-146-16,-1 1 157 0,-7-2 78 0,-3-2 36 0,1 2 113 16,-3 0-80-16,0-2 8 0,0 6 520 15,0-5-278-15,-2 3-138 0,-1 0-70 0,1 5 704 16,0-1-370-16,2 1-108 0,0-1 158 15,0 2-189-15,6 0-97 0,5-2-37 0,1 1 252 16,1-1-155-16,4-2-77 0,1-4-39 0,-1-3-73 16,2-3 11-16,0-3-13 15,2 0-150-15,-3-2 64 0,-2-7 61 0,1-4 39 0,-6 0-231 16,-4-2 127-16,-4-4 63 0,-1 2-108 0,-2-2 55 16,0 2-2-16,-12 3 33 0,-4-1 72 0,-4 3-44 0,-5 0-15 0,6 9 218 15,-1-1-119-15,-1 3-44 16,4 1-7-16,6 0-1 0,2 0-38 0,2 0-12 15,-1 0 72-15,7 0-32 0,1 1-501 16,0 1 239-16,0 2 118 0,0 0-560 16,3-4 323-16,13 0 177 0</inkml:trace>
  <inkml:trace contextRef="#ctx0" brushRef="#br0" timeOffset="106730.13">27365 13095 2922 0,'2'-17'0'0,"6"11"0"0,5 5 0 0,5-1 0 0,-2 2 0 0,1 0 0 0,1 9 0 0,0 10 0 0,1 5 0 0,3 12 0 0,-7 3 69 0,0 5 754 0,-6 3-706 16,-3 0-117-16,-5 5 0 0,-1-1 0 15,-2 2 0-15,-16-2 0 0,-2-1 0 0,-3-1 0 16,-5-2 0-16,-1-2-275 0,-7 5 148 16,-3-5 82-16,6-3 50 0,-7 3-595 0,1-6 149 0</inkml:trace>
  <inkml:trace contextRef="#ctx0" brushRef="#br0" timeOffset="107138.03">28036 13100 2737 0,'-39'-13'0'0,"13"13"0"0,10 0 0 0,12 0 0 0,4 3 0 0,0-2 0 0,1 3 0 0,14 1 0 0,10-4 0 0,10 2 0 0,11-3 139 15,13 2 108-15,1-2-105 0,2 0-53 0,-7 0-64 16,5 0 11-16,-4 0 9 0,-5 0-8 0,-14 0-379 16,-2 0 190-16,-7 0 94 0,-6 0 47 0,-7 2-605 15,-4 2 312-15,-5 2 82 16,-6-3 104-16,0 3-489 0,-8-1 286 0,-11-3 133 15</inkml:trace>
  <inkml:trace contextRef="#ctx0" brushRef="#br0" timeOffset="107310.96">28404 12892 1858 0,'-7'-17'0'0,"2"8"0"0,-1 2 0 0,3 5 0 0,1 2 0 0,-5 0 0 0,2 9 0 0,-2 14 0 0,-4 2 0 0,-5 9 0 0,-2 0 162 0,-3 13-68 0,-5-1 425 16,-1 0-241-16,-6 1-121 0,-2 3-52 0,-10 4 119 15,5-8-93-15,0 0-48 0,5-7-202 0,1 4 77 16,7-7 49-16,-3 8-10 0,13-9-512 0,2 0 276 16,5-5 137-16,8-11-373 0,2-6 153 0,0-5 155 15</inkml:trace>
  <inkml:trace contextRef="#ctx0" brushRef="#br0" timeOffset="107568.83">28175 13420 2025 0,'5'-6'0'0,"2"4"0"0,0 2 0 0,-4 0 0 0,-2 0 0 0,-1 6 0 0,0 5 0 0,0 0 0 0,0 2 0 0,-6 3 0 16,1 0 203-16,-2 3-83 0,0-4-26 0,2 0-29 0,2-5 9 0,-2 1-37 15,0-5-215-15,5-2 107 0,-2-1 53 0,-1-3-99 16,2 0 86-16,1 0 28 0,0-2 1 0,0-5-3 16,0-2-29-16,6-3 24 0,9 0-79 15,2 1 199-15,3 0-89 0,3 0 1 0,4 3-62 16,-2 1 289-16,0 1-92 0,5-1-73 0,-2 3 8 15,0 0-30-15,-5 2 12 0,-1 0-285 0,-2 1 135 16,-2 1 52-16,-4 0 29 0,-4 0-547 0,0 0 253 16,-4 0 139-16,-4 0 25 15,0 0-203-15,-2 0 146 0,0 0 73 0</inkml:trace>
  <inkml:trace contextRef="#ctx0" brushRef="#br0" timeOffset="107775.84">28413 13319 1624 0,'-8'-5'0'0,"5"3"0"16,0 2 0-16,3 0 0 0,0 4 0 0,0 8 0 0,0-1 0 0,0 4 0 0,0 0 0 0,1 4 0 0,1 2 233 0,-2 0-98 0,0 1-40 0,0 1 287 15,0-5-173-15,0 0-86 0,0-3 48 0,-2-3-66 16,1-3-26-16,-1-3-9 0,2 0 1 0,0-4-35 16,0 0 0-16,0-2 0 0,2 0-50 0,12 0 21 15,0 0 0-15,5-4-207 0,0-4 119 0,3 1 58 16,1-1 11-16,5 1-528 0,-1-3 213 0,-2 1 149 15,3-1-452-15,2-5 297 0</inkml:trace>
  <inkml:trace contextRef="#ctx0" brushRef="#br0" timeOffset="108052.75">29105 12883 2412 0,'0'-16'0'0,"0"13"0"0,0 1 0 16,0 2 0-16,0 0 0 0,0 0 0 0,0 0 0 0,0 0 0 0,0 0 0 0,0 0 0 0,0 7 157 0,0 6-60 0,0 1-30 0,-2 2-233 0,-3 4 102 16,-7-4 59-16,1 3 17 15,-3-2-457-15,-4-4 233 0,-5 2 117 0,7-7 59 16,-5 0-261-16,4-3 89 0,2-3 86 0,4-2 199 16,1 0-56-16,5 0-29 0,1 0-10 0,4 0 143 0,0-2-81 15,2-5-41-15,13-1 273 16,9 2-150-16,2-1-16 0,6 2 34 0,1 1-38 15,3-1-22-15,-2 4-24 0,-3-1-262 0,-7-1 128 16,8 3 51-16,-11 0 30 0,-1 0-486 0,-3 0 239 16,-6 5 78-16,-4 2-179 0</inkml:trace>
  <inkml:trace contextRef="#ctx0" brushRef="#br0" timeOffset="108196.86">29071 13104 1444 0,'-10'2'0'0,"5"4"0"0,-3 3 0 0,3 2 0 0,0-1 0 0,-4 5 0 0,2-2 0 0,-2 4 0 0,-3-1 0 0,1 4 0 0,-1-2 323 0,2 3-144 0,0-3-70 16,0 0-253-16,3-4 85 0,4-2 49 0,3-3 22 15,0-3-545-15,0-4 275 0</inkml:trace>
  <inkml:trace contextRef="#ctx0" brushRef="#br0" timeOffset="108645.39">29166 13191 2309 0,'7'0'0'0,"6"0"0"16,-1 0 0-16,0 4 0 0,-1 3 0 0,-1 0 0 0,2 3 0 0,-4-1 0 0,4 3 0 0,-3 1 0 0,0-2 334 0,-1 4-140 0,-1-2-83 0,-3 0-38 0,0 0-129 15,-1-2 46-15,-2-1 32 0,0-2-519 0,-1-3 262 16,0 1 136-16,0-2 68 0,0-2-635 0,-7-1 256 16,-4-1 184-16,-1 0-199 0,3 0 213 0,-2-7 106 15,1-3 36-15,4-1 70 16,-2 2 0-16,-1-1 0 0,4 3 0 0,2 1 16 15,-2 1-32-15,0 3 16 0,0 2 421 0,3 0-247 16,-4 0-106-16,-1 13 18 0,0 2 496 0,-3 2-267 16,-1 4-130-16,-7 5 273 0,0-2-211 0,-1 1-105 15,-4 4-52-15,0-4 5 0,0 0-20 0,2-3-9 16,-1-1-30-16,7-6-385 0,-1 0 193 0,2-2 97 16,-2-2 56-16,0-4-286 0,6-3 163 15,-3-4 56-15,3 0-666 0,2 0 340 16,-1-8 185-16,6-10-124 0,1-6 162 0,2-2 86 15,0-1 37-15,0 5 50 0,2-1 0 0,1 2 0 16,4 7 0-16,0 0 252 0,-1 9-163 0,4-3-72 16,4 4 273-16,1 4-163 0,1 0-82 0,6 0 82 15,2 8 566-15,2 5-318 0,2 2-175 0,1 2 435 16,1 2-299-16,0-1-150 0,-2 1-75 0,2 0 113 16,0 0-99-16,-2-6-44 0,-2 0-63 15,-3-6-364-15,-4 5 160 0,0-4 121 16,-1-2-623-16,-2-5 363 0,-5-1 181 0,-1 0 33 15,4 0-408-15,-1 0 198 0</inkml:trace>
  <inkml:trace contextRef="#ctx0" brushRef="#br0" timeOffset="108935.03">29684 13000 2378 0,'2'-18'0'0,"0"9"0"0,-1 3 0 0,-1 3 0 0,0 1 0 0,0 0 0 0,0 2 0 0,-3 0 0 0,-6 2 0 0,-5 15 0 0,-2 0 522 15,-2 3-243-15,3-1-112 0,-5 7 52 0,8-7-92 16,-1 2-45-16,6-3 0 0,1-1-141 0,6-6 56 16,0 4 16-16,0-3-68 0,6-3 45 0,8-1 24 15,4-3 0-15,2-1-168 0,-1-1 91 0,-3 0 49 16,0-1-36-16,-7-1-68 0,3 2 8 0,-5-3 42 16,-4 6 181-16,-1-5-65 0,0 5-39 0,-2 1-1 15,0 2 293-15,-6 1-146 16,-4 3-53-16,0-2-100 0,2 4-2 0,1-2 0 15,2 0 0-15,3-1 0 0,-3 3 0 0,5-4 0 16,0 0 0-16,0-1-113 0,0 1 32 0,0 0 54 16,7-1-992-16,0-1 492 0,2 2 245 0</inkml:trace>
  <inkml:trace contextRef="#ctx0" brushRef="#br0" timeOffset="109063.2">29571 13615 2727 0,'-20'6'0'0,"2"3"0"0,11-2 0 0,-1-3 0 0,1-2 0 0,5-2 0 0,2 0 0 0,0 0 0 0,2 0 0 0,16 0 0 0,5-6 233 0,7-3-99 0,4-4-39 0,11-4-533 16,-3-4 238-16,6 1 118 0,-2-3 59 0,-1-1-369 15</inkml:trace>
  <inkml:trace contextRef="#ctx0" brushRef="#br0" timeOffset="109221.66">29929 13157 2691 0,'-2'-3'0'0,"2"0"0"0,0 3 0 0,5 0 0 0,6 0 0 0,1 0 0 15,4 0 0-15,2 0 0 0,10 0 0 0,0 0 0 0,4 0 259 0,0 0-111 0,-1 0-47 0,-1 0-520 0,-8 0 228 16,-2 0 114-16,-6 0 56 0,-6 8-863 16,-7-1 437-16</inkml:trace>
  <inkml:trace contextRef="#ctx0" brushRef="#br0" timeOffset="109366.71">29937 13294 1842 0,'-15'2'0'0,"9"2"0"0,3-1 0 0,3-1 0 0,0 0 0 0,9-2 0 0,6 0 0 0,10 0 0 0,-1 0 0 0,7-2 0 0,-1-3 75 0,5-1 302 0,0-1-170 0,-6 0-85 16,-1 2-284-16,-8 2 105 0,-5-1 56 0,0 2 14 16,-7-2-535-16,-5 2 280 0,-1-1 139 0,-2-1-440 15,0-2 195-15,-11-3 163 0</inkml:trace>
  <inkml:trace contextRef="#ctx0" brushRef="#br0" timeOffset="109663.47">30124 12901 2758 0,'-8'-6'0'0,"1"3"0"0,-4 3 0 0,6 13 0 0,-1 10 0 0,1 7 0 0,0 12 0 0,-1 4 0 0,3 9 0 0,2 9 0 0,1-14 294 0,0 8-129 0,0-2 540 0,4-1-696 15,7-2-9-15,1-5 0 0,3-1 0 0,-2-3 0 16,7-7 0-16,-8-10 0 0,4-5 0 15,5 1 0-15,-5-14 0 0,3-2 0 0,-1-5 0 0,-2-2 0 16,-4 0 0-16,0-9-555 16,-4-8 189-16,-3-8 162 0,-2 1-46 0,-3-2 106 15,0 6 45-15,-10-7 35 0,-8 6-115 0,-2 2 71 16,-3 5 35-16,-6 4 1 0,6 3 343 0,-12 3-150 16,-9 2-78-16,10 0 358 0,-1 2-218 0,2 0-91 15,4 0-68-15,1 2 438 0,5 4-213 0,4 0-106 16,8-1-53-16,-1 1-142 0,7-1 54 0,5-1-9 15,-2-3-582-15,2 2 313 0,5-3 157 0,15 0 77 16,6-13-926-16</inkml:trace>
  <inkml:trace contextRef="#ctx0" brushRef="#br0" timeOffset="109800.59">30281 12896 2618 0,'1'-14'0'0,"1"7"0"0,0 5 0 0,2 1 0 0,-2 1 0 0,0 0 0 0,-1 0 0 0,1 0 0 0,-2 5 0 0,0 10 0 0,0 0 153 0,0 8-263 0,0-5 83 16,0 9 27-16,0-5 0 16,0-1-330-16,3 1 184 0</inkml:trace>
  <inkml:trace contextRef="#ctx0" brushRef="#br0" timeOffset="110096.72">30732 12932 3623 0,'5'-2'0'0,"0"2"0"0,0 2 0 0,3 11 0 0,-3 2 0 0,0 9 0 0,0 3 0 0,2 7 0 0,-7 1 0 0,2 7 0 0,-2-2 308 0,0 1-308 0,0-6 0 0,0 2 0 15,-2-3 0-15,-3-2 0 0,2-8 0 0,-1-1 0 16,1-4 0-16,1-8 0 0,0 0 0 0,2-5 0 16,-1-2-66-16,-1-4 50 0,-4 0-1086 0,4-6 524 15,1-11 275-15,0-4-267 16,1 3 266-16,0-3 134 0,0-1 40 0,0 2 37 0,1 4 33 15,6 1-1-15,4 1 452 0,2 2-214 0,4 2-107 16,4 1-63-16,1 1 546 0,6 3-296 0,-1 1-55 16,6 2 198-16,-3 1-155 0,2-2-94 0,-2 3-63 15,0 0 92-15,-4 0-72 0,-4 0-35 0,-2 4-423 16,-2 4 203-16,-4 0 87 0,-4 2 49 16,-10 3-870-16</inkml:trace>
  <inkml:trace contextRef="#ctx0" brushRef="#br0" timeOffset="110262.92">30286 13557 3931 0,'0'-4'0'0,"8"2"0"0,23 2 0 0,4-1 0 0,7 1 0 0,6 0 0 0,9 0 0 0,10 0 0 0,6 0 0 0,5 1 0 0,15 5 0 0,-19-2 0 15,4-2 0-15,-1 0 0 0,1-2 0 0,-3 3 0 16,-1 5 0-16,-14 5 0 0,9 4-393 0,-24 5-75 15</inkml:trace>
  <inkml:trace contextRef="#ctx0" brushRef="#br0" timeOffset="110419.2">32060 13568 375 0,'-6'-28'0'0,"6"28"0"0,30 19 0 0,5-6 0 0,-11-11 0 0,-19 0 1310 0,-5 1-637 0,-2 5-310 0,-31 9-168 0</inkml:trace>
  <inkml:trace contextRef="#ctx0" brushRef="#br0" timeOffset="137196.1">14522 17538 1410 0,'-14'-15'0'0,"8"10"0"0,5 2 0 0,-1 2 0 0,2 1 0 0,0 0 0 0,0 0 0 0,0 0 0 0,0 0 0 0,0 0 0 0,0 0 46 0,0 0 247 0,0 0-124 16,0 0-49-16,0 0-43 0,0 0 205 0,0 0-118 15,0 0-59-15,0 0-29 0,0 0 85 0,0 0-62 16,0 0-1-16,0 0 91 0,0 0-72 0,0 0-34 16,0 0 11-16,0 0 40 0,0 0-43 15,0 0-1-15,0 0-57 0,0 0-33 0,0 0 0 16,0 0 0-16,0 0 0 0,0 0 0 0,0 0 0 16,2 0 0-16,-1 0 0 0,1 0 0 0,2 0 0 15,-2 0 0-15,1 0 0 16,1 0 0-16,2 0 0 0,-2 4 0 15,1-2 0-15,1 1 0 0,-2-1 0 0,1 2 0 16,1-3 0-16,0 1 0 16,1 1 0-16,2-2 0 0,0 1 0 0,0 0 0 0,-2-1 0 15,2-1 0-15,-1 4 0 0,3-2 0 0,-4 0 0 16,4 0 0-16,-1 1 0 0,1-1 0 16,1 1 0-16,-1 0 0 0,2 1 0 0,-1-3 0 0,0 4 0 15,2-1 0-15,-1 1 0 0,1 0 0 0,-2-3 0 16,3 2 0-16,-1 0 0 0,0 1 0 15,2-2 0-15,0-1 0 0,3 2 0 16,0-3 0-16,0 3 0 0,2-3 0 16,0 2 0-16,-1-2 0 0,2 3 0 0,-1-2 0 0,1 0 0 0,1 0 0 15,3 1 0-15,-6 1 0 16,1 1 0-16,2-4 0 0,-2 3 0 0,1 0 0 16,-1 0 0-16,2-1 0 0,-3 0 0 0,1 1 0 0,0 1 0 15,2-3 0-15,-3 2 0 0,1-1 0 0,0 1 0 16,0 0 0-16,0-1 0 0,2 0 0 0,-1 1 0 15,1 1 0-15,0-4 0 16,-2 4 0-16,0-4 0 0,2 1 0 0,4-1 0 0,-5 2 0 16,2-1 0-16,-1-2 0 0,5 1 0 15,-3-1 0-15,1 0 0 16,1 0 0-16,-4 0 0 0,0 0 0 0,3 0 0 0,-3 0 0 0,1 0 0 16,2 0 0-16,-5 0 0 0,2 0 0 0,2 2 0 15,0 1 0-15,0-2 0 0,-1 2 0 16,1 0 0-16,-3-1 0 0,6-1 0 0,-5 2 0 15,3-2 0-15,1 0 0 0,-1-1 0 0,-2 0 0 16,9 0 0-16,-8 0 0 0,4 0 0 0,-3 0 0 16,2 0 0-16,-3 0 0 0,5 0 0 0,-4 0 0 15,1 0 0-15,-2-1 0 0,2 0 0 0,-3-2 0 16,3 2 0-16,-4-1 0 16,-2-1 0-16,0 2 0 0,-3-1 0 0,-2 1 0 0,-2-2 0 15,-3 1 0-15,-2 1 0 16,-2-1 0-16,-1 2 0 0,-2 0 0 0,-2-3 0 0,0 3 0 15,0 0 0-15,-2 0 0 16,0 0 0-16,0 0 0 0,0 0 0 0,0-1 0 0,0-1 0 0,-2-2 0 16,-7-1 0-16,-5-2-1075 15,-1 2 892-15,-4 4 69 0,0 1 33 0,-6 0-2140 0</inkml:trace>
  <inkml:trace contextRef="#ctx0" brushRef="#br0" timeOffset="190873.77">24038 16347 2874 0,'-14'-13'0'0,"13"10"0"0,1 3 0 0,0 0 0 0,-2 0 0 0,2 0 0 0,-2 0 0 0,0 0 0 0,0 9 0 0,1 6 0 0,-1 0 151 0,0 6 112 16,0 1-119-16,-3 5-53 0,2 0-27 0,-1 0 23 16,-3 3-25-16,-2 1 10 0,-5 4-36 0,-4 4-37 15,-3 1 37-15,-2-2 1 0,-1 1-161 0,2-8 90 16,-7 7 30-16,7-10 1 0,-1-2-407 0,3-5 213 16,2-6 57-16,2-5-518 0,1-5 315 0,2-5 154 15,1-1 76-15,3-20-437 0,2-16 257 16</inkml:trace>
  <inkml:trace contextRef="#ctx0" brushRef="#br0" timeOffset="191073.76">23674 15940 2965 0,'5'-13'0'0,"2"11"0"0,1 2 0 0,4 0 0 0,-3 15 0 0,3 8 0 0,4 2 0 15,7 11 0-15,0 4 0 0,6 3 0 0,7 13 149 0,0-1-56 0,-2 3 518 0,4 3-498 16,-6-5-113-16,9 14 0 0,-6-8 0 0,-3 1 0 15,0-7 0-15,-4-9 0 0,2-1 0 0,-3-6 0 16,-4-7 0-16,0-3-130 0,-5-3-138 0,-4-6 152 16,-3-1-288-16,-1-8 84 0,-6-4 141 0,-1-4 72 15,-1-4-457-15,0 0 264 0,0-21 123 0</inkml:trace>
  <inkml:trace contextRef="#ctx0" brushRef="#br0" timeOffset="191230.18">24320 16215 3440 0,'0'0'0'0,"2"0"0"0,-1 0 0 0,3 0 0 0,1 1 0 0,5 5 0 0,5 1 0 0,3 2 0 0,5 3 0 0,4-3 0 0,-1 4 257 0,2-7-111 0,2 2-389 0,-1-3 135 16,-1 1 72-16,-2-2 36 0,-6-1-324 0,1 0 181 16,-8 2 98-16,3 3-875 0,-9 1 451 0</inkml:trace>
  <inkml:trace contextRef="#ctx0" brushRef="#br0" timeOffset="191397.29">24426 16528 3012 0,'-14'6'0'0,"1"3"0"0,7-3 0 0,2-3 0 0,2 0 0 0,2 3 0 0,0 2 0 0,6-2 0 0,9 3 0 0,3-2 0 0,2 1 203 15,6-2-84-15,-8-2-526 0,10-1 222 0,-5-3 120 16,5 0-308-16,-3 0 204 0,0-2 103 15,-2-6 51-15,0-4-745 0,-5 1 352 0</inkml:trace>
  <inkml:trace contextRef="#ctx0" brushRef="#br0" timeOffset="191668.77">24825 16388 2585 0,'0'-1'0'0,"0"0"0"0,0 1 0 0,0 0 0 0,-4 11 0 0,-1 5 0 0,1 4 0 0,2 6 0 0,2 2 0 0,0 2 0 0,7 3 181 0,6 1-63 0,6 0 275 16,2-2-179-16,5-3-88 0,2-7-173 15,2-6 42-15,2-4 9 0,3-9-163 16,0-3 97-16,1 0 50 0,-4-7 24 0,-4-12-55 16,-2-3 49-16,-6-5-9 0,-2-1 39 0,-6-2-109 15,-6-1 46-15,-4-3 112 0,-2-1-41 16,0-4-38-16,-13 1-16 0,-4-3-27 0,-2 0 125 16,-2 2-36-16,3 10-24 0,-5-1 14 0,2 8 110 15,3 8-50-15,-5 3-37 0,4 7-40 16,1 3 20-16,1 1-45 0,2 4 0 0,1 8-38 15,4 11 0-15,2-1 35 0,4 2 9 0,2 5-741 16,2 1 359-16,0 0 144 16,2 4-744-16</inkml:trace>
  <inkml:trace contextRef="#ctx0" brushRef="#br0" timeOffset="192156.37">25279 17197 3016 0,'-7'0'0'0,"5"1"0"0,-1 3 0 0,3-2 0 0,0-2 0 0,0 0 0 0,3 0 0 0,8-2 0 0,5-13 0 0,9-11 0 0,5-6 11 0,8-16 24 0,-7 5 9 0,10-12-9 16,-6 0-117-16,-1-4 58 0,-4 3 30 16,-4-6 0-16,-6 4 75 0,3-15-46 0,-7 7 1 15,-5 11-40-15,-3 1 39 0,-1 15 0 0,-5 8 302 0,0 2-270 0,-2 8-36 16,0 9 109-16,0 5-52 15,0 3-85-15,-2 4-3 0,-4 0 0 0,0 18 0 16,1 8 0-16,1 3 0 0,2 13 0 16,2-3 0-16,0 14 0 0,0-2 0 0,2-2 0 15,5-2 0-15,7-6 0 0,-3-9 0 16,6 0 0-16,-2-7 0 0,2-7 0 0,0-3 0 16,2-8 0-16,-3-1 0 0,1-6 0 0,0 0 0 15,0-9 0-15,-1-12 0 0,-1-4 0 16,1-5 0-16,-2-10 0 0,-2-2 0 0,-1-3 0 0,1-6-114 0,-1 1 9 0,-4 8 12 15,3 1 33-15,-4 6 1 0,-3 9 427 16,-1 2-305-16,0 13-63 0,-1 2 0 0,-1 1 0 16,0 7 0-1,0 1 0-15,0 0 0 0,0 12 0 0,0 9 0 0,0 7 0 16,0 2 0-16,0 4 0 0,0 2 0 0,0 1 0 16,0 1 0-16,0-2 0 0,6-3 0 15,0-4 0-15,0-6 0 0,1-3 0 0,-1-2 0 16,2 0-70-16,-3-6-61 0,-1-2 59 0,1-2-286 0,-1-3 161 0,2-2 73 15,2-1-579-15,1 0 334 16,2-2 167-16</inkml:trace>
  <inkml:trace contextRef="#ctx0" brushRef="#br0" timeOffset="192323.33">26203 16391 3874 0,'2'-10'0'0,"-2"4"0"0,0 4 0 0,0-1 0 0,0 1 0 0,0 1 0 0,0-2 0 0,4 3 0 0,3 0 0 0,3 0 0 0,3 0 35 0,1 3-655 16,2 2 617-16,1 0 0 0,0 1 39 0,0-1-362 16,0 4 176-16,0-4 93 0,-3 2 46 0,-3 3-791 15,-1 1 419-15,-4 3 218 0,-5 1-565 0</inkml:trace>
  <inkml:trace contextRef="#ctx0" brushRef="#br0" timeOffset="192488.58">26282 16612 2799 0,'-6'0'0'0,"5"0"0"0,-1 0 0 0,2 0 0 0,0 0 0 0,0 0 0 0,2 0 0 0,9 0 0 0,4 0 0 0,4 0 0 0,-2 0 108 0,2 0 16 15,1 0-44-15,-1 0-14 0,0 3-8 0,-1-2-520 16,0-1 249-16,-2 0 124 0,-2 0 62 0,-3 0-929 16,4 0 481-16,-5 0 239 0,2 0 34 15,-2-1-93-15,1-12 138 0</inkml:trace>
  <inkml:trace contextRef="#ctx0" brushRef="#br0" timeOffset="192666.52">26689 16222 3931 0,'7'-16'0'0,"-2"10"0"0,0 0 0 0,-1 3 0 0,-3 2 0 0,2 1 0 0,1 0 0 0,-3 15 0 0,4 9 0 0,-3 6 0 0,-1 6 0 0,-1 13 0 0,0-2 0 0,0 3-525 15,0 2 497-15,-1-1 40 0,-1 0-9 0,0-4 33 0,-2 1-823 16,0-1 411-16,0 2 206 0,-3-3 111 15,-4 7-300-15,-5 6 180 0,-2-1-13 0,-3 0 78 0,0-17-463 16</inkml:trace>
  <inkml:trace contextRef="#ctx0" brushRef="#br0" timeOffset="192926.81">25296 16898 3076 0,'-13'-19'3'0,"6"17"-3"0,1 2 0 0,2 0 1 0,-2 8 2 0,-1 3 0 0,-2 4-2 0,-3 0-1 0,0 2 1 0,2 3-1 0,-4 7-451 0,2 3 243 0,-4 4 131 0,-2 11 51 16,-1 0-992-16</inkml:trace>
  <inkml:trace contextRef="#ctx0" brushRef="#br0" timeOffset="194177.41">26403 16015 1911 0,'-7'-9'0'0,"2"5"0"0,2 3 0 0,-1 1 0 16,-1 0 0-16,3 11 0 0,-3 9 0 0,1 8 0 0,1 10 0 0,-1 9 0 0,-3 2 380 0,-1 5-172 0,-3 11-86 0,0-1-43 0,-3 6 120 16,0 3-85-16,1 2-40 0,3-3 1 15,-3-4-123-15,3-2 42 0,1-15 9 16,-1 1-222-16,2-4 127 0,-2-5 65 0,6-5 32 15,-2-2-122-15,3-12 59 0,1 0 39 0,0-6-404 16,2-9 199-16,0-2 61 0,0-3 64 0,0-4-306 16,2 0 189-16,9-14 90 0</inkml:trace>
  <inkml:trace contextRef="#ctx0" brushRef="#br0" timeOffset="194963.23">26722 16241 1220 0,'0'-7'0'0,"0"2"0"0,0 2 0 0,0-3 0 0,0 2 0 0,0 3 0 0,0-2 0 0,-4 2 0 0,0-1 0 0,1 2 0 0,0 0 135 0,0 0-49 0,-1 0-16 0,-1 6 61 16,1 3-48-16,-1 5-23 15,-1 2 0-15,1 2 184 0,2 5-95 0,-3 2-61 16,3 1 201-16,-2-2-126 0,2 7-63 0,-2 0-32 15,2 4 218-15,0 2-129 16,1 3-60-16,-2 0 136 0,2 1-98 0,-1 1-58 0,3-7-77 0,-2 10 0 16,2-4 0-16,0-1 0 0,0-6 0 0,0 0 0 15,2-2 0-15,5-2 0 0,2-3 0 0,3-2 0 16,1-2 0-16,1-5 0 0,2-2 0 16,1-3 0-16,-1-2 0 0,4-3 0 15,1-2 0-15,-3-3 0 0,3-3 0 0,2 0 0 16,0 0 0-16,-3-6 0 0,5-6 0 0,-3-5 0 15,1-1 0-15,0-4 0 0,0-2 0 0,-3-2 0 16,1-2 0-16,-2 1 0 0,-2-2 0 0,-2 3 0 16,-3 0 0-16,0-2 0 0,-1 2 0 0,-4 1 0 15,1-5 0-15,0 2 0 0,-4-1 0 0,-1 2 0 16,-1-2 0-16,0 3 0 0,-2-5 0 16,0 0 0-16,0 1 0 0,-2 0 0 0,-5 0 0 0,-1 2 0 15,1 0 0-15,-3 4 0 16,-1-1 0-16,2 6 0 0,-2-2 0 0,-1 3 0 15,-3 1 0-15,3 1 0 0,-4 3 0 0,-1 2 0 16,0 2 0-16,1 2 0 0,-1 1 0 16,1 1 0-16,0-1 0 0,0 2 0 0,-1 0 0 0,0 2 0 15,3 1 0-15,-3-2 0 0,4 3 0 16,-1 0 0-16,1 0 0 0,0 0 0 0,2 3 0 0,-2 4 0 16,0 0 0-16,3 2 0 0,1 1 0 15,-2-2 0-15,3 6 0 16,1-1 0-16,0 3 0 15,2 1 0-15,-1 1 0 0,3 2 0 0,-1 0 0 0,2 6 0 16,0-3 0-16,-1 3 0 0,1 1 0 0,-1 1 0 0,2 2 0 16,-3-2 0-16,1 2 0 0,2 1 0 0,-3 0 0 15,4 1 0-15,-1 1-791 0,1 2 314 16,0 0 220-16,0 6-392 0,3 2 307 0,6 4 143 0</inkml:trace>
  <inkml:trace contextRef="#ctx0" brushRef="#br0" timeOffset="195911.55">27578 16244 2121 0,'-13'-29'0'0,"9"15"0"0,4 13 0 0,0-2 0 0,0 3 0 0,8-2 0 0,8 2 0 0,5 0 0 0,5 0 0 0,6 0 0 0,1 6 193 16,5 4-78-16,-3 1 172 0,-1 1-130 0,-3 5-59 15,-2 4-31-15,-7 0 7 0,-8 3 1 0,-4 6-29 16,-8 2-8-16,-2 6 19 0,-7 1-20 0,-16 4 1 16,-5 1 30-16,-9 1 10 0,2-3-41 0,-2 2 94 15,-3-4-47-15,3-3-23 0,3-7 0 0,4-7-53 16,2-3-8-16,7-8 0 16,3-7 0-16,5-1 0 0,3-4 0 0,3 0 0 0,5-12 0 15,2-14 0-15,2-1 0 0,11-9-5 0,6-1-178 16,-3 9 83-16,5-6 52 0,-2 9-4 0,-2 6 96 15,0 2-45-15,-1 6-14 16,0 3 369-16,-2 4-348 0,2 4-6 0,-2 0 0 16,5 8 0-16,-1 7 0 0,0 3 0 0,1 7 0 15,4-1 0-15,-1 1 0 0,1 1 0 0,5-1 0 16,-4-3 0-16,2-3 0 0,1-4 0 0,-3-1 0 16,-3-5 0-16,0-3 0 0,-2-1 0 0,-1-3 0 15,-3-2 0-15,0 0 0 0,-4 0-485 0,1 0 65 16,-3-7 182-16,-1-7-440 0,-6-3 320 0,1-9 160 15,-3-4 81-15,0-11-243 0,0 1 152 16,-7-9 91-16,1 4 39 0,3 8-62 0,1-2 52 16,2 3 25-16,0 10 75 0,0 0-20 15,0 2 0-15,7 9-29 0,4 0 454 0,3 6-227 16,4-1-123-16,7 3-48 0,1 0 658 0,1 1-262 16,3 3-189-16,5-1 222 0,-1 2-196 0,-1 2-112 15,3 0-142-15,-1 0 1 0,0 0 38 0,-1 0 0 16,-8 0-253-16,1 0 122 0,-5 0 66 0,-3 0 32 15,-8 0-619-15,-4 0 270 0,-2 0 186 0,-4 0-562 16,-1 0 342-16</inkml:trace>
  <inkml:trace contextRef="#ctx0" brushRef="#br0" timeOffset="196203.54">28395 16038 2548 0,'-14'-14'0'0,"2"7"0"0,5 5 0 0,1 2 0 0,2 0 0 0,4 9 0 0,0 14 0 0,0 7 0 0,4 12 0 0,3 2 0 0,2 9 285 0,2 3-124 0,-1-1 70 16,-1 1-187-16,2-1-6 0,1-6-1 0,-3-2-212 16,0-5 106-16,-2-6 54 0,-4 3 35 0,-1-4-99 15,-2-4 54-15,0-4 31 0,-2-9 0 0,-8-3-175 16,-3-5 112-16,-1-9-20 0,-3-1 45 0,1 0-59 16,-5-15 35-16,4-6-25 0,2-4 123 15,0-1-40-15,3-3-1 0,5 2-27 0,1 6 272 16,2-2-119-16,2 2-69 0,2 4 163 15,0 3-105-15,0 2-22 0,2 0 110 0,5 4-84 16,3 2-31-16,2 0-289 0,3 3 118 0,-1-1 60 0,4 1 30 16,-3 2-659-16,7 1 335 15,2 0 150-15,1 0-1260 0,2-1 1338 0,3-8 26 0,0-1-1 0,3-4-558 16</inkml:trace>
  <inkml:trace contextRef="#ctx0" brushRef="#br0" timeOffset="196612.52">29015 15913 2244 0,'5'-9'0'0,"0"6"0"0,-1 1 0 0,-2 2 0 0,-2 0 0 0,0 0 0 0,0 13 0 0,0 4 0 0,-8 9 0 0,-4 0 0 0,-3 6 276 0,-3 0-119 16,-2-2-51-16,2 0-39 0,-4-1-60 0,2-8 31 0,2 0-1 16,-1-6 47-16,3-1 9 0,-1-7-56 15,10-1 1-15,0-4 276 0,3 0-139 0,2-2-68 0,-1 0 44 16,3 0-151-16,5 0 0 15,13 0 0-15,7-4 0 0,5-2 0 0,3-1 0 0,11-3 0 0,0 1 0 16,-3 2 0-16,-5 1 0 16,4 2 0-16,-7 0 0 0,-3 0 0 0,-6 3 0 15,-1 1 0-15,-6 0 0 0,-2 0-347 0,-8 0 140 0,0 1-620 16,-6 7 396-16,-1 3 196 0,0-1-143 0,-6 1 171 0,-10-1-261 16,-2 1 219-16,-4-4 107 15,-4-2 51-15,-6-5 28 0,2 0-99 16,-4 0 77-16,-1 0 46 0,-2 0 99 0,0 0-67 0,3 0 0 15,1 2 452 1,1 4-250-16,7 2-112 0,7-1-60 0,0 3 547 16,6 1-281-16,2 2-90 0,8 6 124 0,2 0-147 0,0 4-70 15,0 2 263-15,2 2-166 0,0 1-83 0,6-4-32 0,0 8-9 16,2-6-42-16,2 1-301 0,-4-3 150 16,4-5 76-16,-2 2 47 0,0-4-639 0,2-4 334 0,-1-3 167 15,-1-5 83-15</inkml:trace>
  <inkml:trace contextRef="#ctx0" brushRef="#br0" timeOffset="196770.51">29013 16406 2702 0,'0'-13'0'0,"-2"7"0"0,-1 2 0 0,3 2 0 0,-2 0 0 0,0 2 0 0,-1 0 0 0,2 0 0 0,1 0 0 0,0 9 0 0,0 5 69 16,0-1 35-16,0 2-23 0,0 0-11 0,4-1-32 0,3-1-430 15,2-5 214-15,2 5 117 16,1-7-613-16,-3-1 351 0,0-2 177 0,1 1 87 0,1-2 44 0,-2-2-535 15</inkml:trace>
  <inkml:trace contextRef="#ctx0" brushRef="#br0" timeOffset="197065.89">29203 16398 1570 0,'11'-11'0'0,"-4"3"0"0,5 2 0 0,-2 3 0 0,-4 1 0 0,1 1 0 0,0-2 0 0,-2 3 0 0,-1 0 0 0,2 0 0 0,-3 0 128 0,2 6 269 15,-2 1-180-15,-1 3-90 0,0 0-35 0,0 0 21 16,-1 0-38-16,-1-1 0 0,0 1-133 0,0 3 49 15,0-3 32-15,-5 0-10 0,-7 1-143 0,-2 3 83 16,-5-1 43-16,-2 0-1 0,-3 1-57 16,-6 4-1-16,-6 3 42 0,1-3 102 0,-1 3-38 0,-3 2-48 15,10-7 0-15,-4 5 264 0,8-6-122 0,5-1-47 16,7-1 159-16,3-5-106 0,1-1-44 16,6-4-35-16,3 2 21 0,0 0-23 15,0-3-1-15,12 0-43 0,4-2 29 0,9 0-10 16,2 0-2-16,3 0-61 0,6 0 31 0,-1-2-1 15,2 0 13-15,0-3-192 0,1 0 89 0,0 2 31 16,-1-1 39-16,1 1-531 0,-2 1 256 0,8 2 95 16,-2 0-154-16,0 0 157 0,6 0 78 0,2 0 38 15,2 5-444-15</inkml:trace>
  <inkml:trace contextRef="#ctx0" brushRef="#br0" timeOffset="197355.1">29691 16125 3931 0,'-5'-18'0'0,"5"15"0"0,0 3 0 0,8 0 0 0,12-2 0 0,5-2 0 0,5 1 0 16,5-3 0-16,7 1 0 0,19-2 0 0,-4-1 0 0,6 3 0 0,-1-3 0 0,-9 1 0 0,7 1 0 15,-3 1 0-15,-7-1 0 0,-4 3 0 0,-2 0 0 16,-9 1 0-16,-2 2-410 16,-1 0 67-16,-11 0 191 0,-2 8-905 0,-8 3 510 0</inkml:trace>
  <inkml:trace contextRef="#ctx0" brushRef="#br0" timeOffset="197545.62">30033 16160 2890 0,'-16'0'0'0,"8"3"0"0,3 10 0 0,4 5 0 0,1-1 0 0,-2 1 0 0,2 4 0 0,0 3 0 0,0 5 0 0,0 2 0 0,0 3 154 15,2 1 465-15,-1 2-351 0,1-1-268 0,1 1 0 16,-1 0 0-16,2 0 0 0,-2-3 0 0,-2-1 0 15,0-2-549-15,0-4 266 0,0-6 160 0,0-1-718 16,0-8 415-16,0-3 127 0,0-2 135 0,0-8-414 16</inkml:trace>
  <inkml:trace contextRef="#ctx0" brushRef="#br0" timeOffset="197740.53">30297 16154 3931 0,'0'-2'0'0,"0"0"0"0,0 2 0 0,0 0 0 0,0 11 0 0,0 11 0 0,0 4 0 0,0 3 0 0,0 11 0 0,0 2 0 0,0 5 0 0,0 3 0 0,0 0 0 0,3-8 0 15,1 12 0-15,3-8 0 0,0-1 0 0,2 0 0 16,-1-6 0-16,-2-5-108 0,-3 0-261 0,1-2 204 16,-3-8 101-16,2 1-481 0,0-7 129 0,-3-4 179 15,0-5 105-15</inkml:trace>
  <inkml:trace contextRef="#ctx0" brushRef="#br0" timeOffset="197980.34">30492 16588 2290 0,'22'-19'0'0,"-7"4"0"0,11 1 0 0,-6 2 0 0,-3 3 0 0,3 1 0 0,-5 4 0 0,3 2 0 0,-3 2 0 0,2 0 0 0,-4 14 491 0,-1 4-226 0,-7 5-114 15,-3 0 12-15,-2 6-67 0,0 1-29 0,-7 0-1 16,-11-3-98-16,-1-3 34 0,-4 0 10 0,3-3 26 15,3-6 22-15,-1-1-23 0,3-4 1 0,7-4 127 16,-1-2-143-16,4-1-22 0,5-3 0 0,0 0 0 16,0 0 0-16,2 0 0 0,16 0 0 0,4-7 0 15,7-2 0-15,-1 0 0 0,4 0-154 0,-1-2-177 16,2 4 153-16,-3 0 92 0,0 4-475 16,-5 2 261-16,-2 1 132 0,-1 0-531 15</inkml:trace>
  <inkml:trace contextRef="#ctx0" brushRef="#br0" timeOffset="198695.95">26879 16261 697 0,'0'-11'0'0,"0"2"0"0,0 1 0 16,0 1 0-16,0-1 0 0,-1 1 0 0,-1-2 0 0,-2 2 0 0,2 2 0 0,0-2 0 0,0 3 37 0,0-2 43 0,-1 2 9 0,1 0-52 0,-3 0 0 0,2 1 81 15,0 0-40-15,-1 2-1 16,1-1-31-16,-4 0 85 0,3 1-47 0,-2 1-24 16,1 0 71-16,0 0-47 0,-3 0-15 0,-1 0-9 15,0 3 41-15,-5 8-33 0,1 2 0 0,-4 6 30 16,0 6-22-16,-2 3-9 0,0 10-31 0,3 3 34 15,-6 7-1-15,5 13-32 0,-1-4 9 0,1 13 20 16,4-6 1-16,6 2-30 0,3-12-166 0,4 6 83 16,0 0 51-16,13 1-10 0,10-1-569 15,7-2 288-15,4 2 111 0,5-1-514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31:01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3401 8471 2911 0,'0'-7'-1'0,"3"1"1"0,-1-1 0 0,-2 3 0 0,3 0 0 0,-1 0 0 0,1-2 0 0,0 4 0 0,1-3 0 0,-3 3 0 0,3 0 241 0,1 1-99 0,-3-1-50 16,4 0 1-16,1-2 167 0,-1 2-97 0,5-2-133 15,-2 3-30-15,0-3 0 0,3 2 0 0,-1 0 0 16,-1 0 0-16,5 1 0 16,-5-1 0-16,4-1 0 0,-2 2 0 0,1-3 0 15,3 2 0-15,1-1 0 0,-2-2 0 0,1 2 0 16,1-1 0-16,0 2 0 0,3-1 0 0,-2-2 0 15,2 4 0-15,1-3 0 0,6 2 0 0,-2 1 0 16,-3-2 0-16,5 2 0 0,1 1 0 0,2-3 0 16,2 3 0-16,-3 0 0 0,-2 0 0 15,5 0 0-15,-7 0 0 0,4 0 0 0,1 0 0 0,0 0 0 16,0 0 0-16,0 0 0 16,0 0 0-16,2 0 0 0,-4 0 0 0,2 3 0 15,-4-2 0-15,6 2 0 0,-2-2 0 0,-2 1 0 16,2-1 0-16,-2 2 0 0,-1-3 0 0,3 1 0 15,-2 1 0-15,0-2 0 0,-5 3 0 0,-1-1 0 16,5-1 0-16,-2 1 0 0,-1-2 0 0,0 2 0 16,0 0 0-16,-1-2 0 0,3 2 0 0,1-1 0 15,-4 1 0-15,1 1 0 16,-4-3 0-16,5 1 0 0,-1-1 0 0,-2 2 0 0,1 0 0 16,3-2 0-16,2 0 0 0,-5 0 0 0,6 0 0 15,1 0 0-15,-2 0 0 0,2 0 0 0,0 0 0 16,1 0 0-16,1 0 0 0,2-2 0 15,0 0 0-15,0 1 0 0,0-4 0 0,0 4 0 0,-1-1 0 16,-1 0 0-16,0 0 0 16,2 2 0-16,0-2 0 0,-1 2 0 0,3 0 0 15,3-1 0-15,-2 1 0 0,0-2 0 0,6-1 0 16,-3 1 0-16,6 1 0 0,1-2 0 0,-2 0 0 16,1-1 0-16,-2 3 0 0,-6-2 0 0,9 0 0 15,-4 1 0-15,-1 1 0 0,1-1 0 0,-1-1 0 16,-7 3 0-16,10 0 0 0,-1 0 0 0,0 0 0 15,-1 0 0-15,4 0 0 16,-9 0 0-16,12 0 0 0,-8-1 0 16,3 1 0-16,-2-2 0 0,2 2 0 0,-3-2 0 15,6 2 0-15,-2-2 0 32,0 2 0-32,2 0 0 0,3 0 0 15,-9 0 0 1,11 0 0-16,-6 0 0 0,-2 0 0 0,0 0 0 15,2 0 0-15,-6 0 0 0,11 0 0 0,-5 0 0 16,-1 0 0-16,1 0 0 0,4 0 0 0,2 0 0 16,-3 0 0-16,1 0 0 0,-3 0 0 0,-1 0 0 0,3 0 0 0,-7 0 0 0,12 0 0 0,-6 0 0 0,2 0 0 15,2 0 0-15,1 0 0 16,2 0 0-16,-1 0 0 0,0 0 0 0,-2 0 0 0,-1 0 0 0,2 0 0 0,-1 0 0 0,-1 0 0 0,1 0 0 0,2 0 0 16,-2 0 0-16,5 0 0 0,-4 0 0 15,0 0 0 1,1-1 0-16,-2-2 0 0,1 2 0 0,0 1 0 0,2-2 0 0,-2-1 0 0,1 2 0 15,9-1 0-15,1-1 0 0,-5 2 0 16,11-1 0-16,-4-4 0 0,4 1 0 16,3-3 0-16,3 3 0 15,4-5 0-15,11 5 0 0,-21-3 0 0,8 0 0 0,-8 6 0 0,7-5 0 16,-1 4 0-16,0-1 0 0,3-2 0 0,14 2 0 16,-22 0 0-16,5 1 0 0,2-1 0 15,-1 2 0 1,2 0 0-16,0-1 0 0,14 0 0 0,-10 2 0 0,-10-1 0 0,6 0 0 15,12 1 0-15,-3-2 0 16,-1 1 0-16,6 1 0 0,-11-1 0 0,16 0 0 0,-8 0 0 0,2 0 0 16,1 2 0-16,4-1 0 0,-8 1 0 0,17 0 0 15,-11 0 0-15,2 0 0 0,-1 0 0 0,-1 0 0 16,7 0 0-16,-1 0 0 0,-6 0 0 16,3 0 0-16,0 0 0 0,4 0 0 0,-1 1 0 15,3 1 0-15,-3 0 0 0,-1 0 0 16,4 0 0-16,1-2 0 0,2 1 0 0,4-1 0 0,-2 2 0 15,1-2 0-15,-3 0 0 16,19 0 0-16,-15 0 0 0,22 0 0 0,-27 0 0 0,26 0 0 0,-13 0 0 16,11 0 0-1,-21 0 0-15,27 0 0 0,-30 0 0 0,26 0 0 0,-1 0 0 0,0 0 0 0,-24 0 0 16,30 0 0-16,-13 0 0 0,14 0 0 0,-13 0 0 16,-8 0 0-16,19 0 0 0,-4 0 0 15,5-2 0-15,8 1 0 0,-42-1 0 0,12 2 0 16,34-2 0-16,-15 2 0 15,-28-2 0-15,12 2 0 0,-1-2 0 0,40 2 0 0,-43-1 0 16,31-1 0-16,-46-1 0 0,38 1 0 16,-6 1 0-16,-10 0 0 0,22-2 0 0,-46 1 0 15,59 1 0-15,-15-2 0 0,-1 1 0 0,-49 0 0 16,13 0 0-16,56 0 0 0,-53 2 0 0,19-1 0 16,-29 1 0-16,-13 0 0 0,60 0 0 0,-22 0 0 0,-21 0 0 15,9 0 0-15,-35 0 0 16,25 0 0-16,41 0 0 0,-52 0 0 15,18 0 0-15,-7-2 0 0,-6 2 0 0,16 0 0 0,19-2 0 16,-25 0 0-16,-4 0 0 0,3 0 0 16,-24-1 0-16,37-1 0 0,5-2 0 0,-21 5 0 15,-2-5 0-15,-19 2 0 0,23 1 0 0,11-3 0 16,-6 0 0-16,0 0 0 0,-10 1 0 0,-17 1 0 0,20 0 0 16,5-2 0-16,14 3 0 0,-24-2 0 15,3 1 0-15,-21 1 0 0,9-4 0 16,19 1 0-16,11 1 0 0,-25 1 0 0,-12 1 0 15,8-3 0-15,-3 0 0 0,3 0 0 0,17 1 0 16,-7-1 0-16,-19 0 0 0,28 0 0 16,-15 0 0-16,-4 1 0 0,25 0 0 0,-10-1 0 0,-6 2 0 15,-3 1 0-15,2-1 0 0,-11 0 0 0,22 0 0 16,-9 2 0-16,-3 1 0 0,-18-2 0 0,10 3 0 16,-3-1 0-16,13 1 0 0,-6 0 0 0,-1 0 0 15,-16 0 0-15,9 0 0 0,-1 0 0 16,-2 0 0-16,1 0 0 0,13 0 0 0,-19 0 0 0,13 0 0 15,-6 0 0-15,-1 0 0 16,-1 0 0-16,-3 1 0 0,14 2 0 0,-21-3 0 16,5 1 0-16,3 1 0 0,-7 2 0 0,-5-2 0 15,1 0 0-15,-11 2 0 0,18-1 0 0,-4-1 0 16,-5 2 0-16,-2 0 0 0,9 0 0 0,-12 0 0 16,12 1 0-16,-5-1 0 0,-2 0 0 0,7 1 0 15,6-1 0-15,-14 2 0 0,9-3 0 0,5 3 0 16,-4-3 0-16,-6 2 0 0,5 0 0 15,-10-1 0-15,24 0 0 0,-14 2 0 16,-4-1 0-16,2 0 0 0,19-1 0 0,-24 2 0 16,10-1 0-16,0 1 0 0,-1 0 0 0,-3-1 0 15,-1 0 0-15,3 4 0 0,2-3 0 0,-7 1 0 16,2-1 0-16,-7 1 0 0,4 0 0 0,-8 1 0 16,2-1 0-16,-4 1 0 0,-2 1 0 0,-6-1 0 15,-4-2 0-15,-8 0 0 0,8 0 0 0,-11 0 0 16,2 0 0-16,-5-1 0 15,-2 1 0-15,-7-2 0 0,7 0 0 0,-7 0 0 0,-3-1 0 16,-1-1 0-16,-3 3 0 0,-1-4 0 16,-3 0 0-16,3-1 0 0,-7 3 0 0,5-3 0 15,-6 2 0-15,2-2 0 0,-1 0 0 0,0 0 0 16,-3 0 0-16,-2 0 0 0,2 0 0 0,-1 0 0 16,1 0 0-16,-3 0 0 0,2 0 0 0,0 0 0 15,-1 0 0-15,-1 0 0 0,-1-2 0 0,1-2 0 16,1 0 0-16,-3-2 0 0,0 1 0 0,0-3 0 15,-13 5 0-15,-9 0 0 16,-4 3 0-16,-11 0-163 0</inkml:trace>
  <inkml:trace contextRef="#ctx0" brushRef="#br0" timeOffset="29383.37">2835 7147 2259 0,'-20'-1'0'0,"3"1"0"0,4 0 0 0,-3 0 0 0,0 0 0 0,6 0 0 0,0 0 0 0,0 0 0 0,7 0 0 0,-1 0 0 0,4 0 355 0,0-3-149 16,0-2-90-16,0-2-39 0,12-3 96 0,5-3-68 0,1 1 4 15,4 0-41 1,-6 0 0-16,4-1-34 0,-5 2 3 0,3-1 0 16,-4 1 9-16,0 0-43 0,-3 1-1 0,-1 1 35 15,-5 0 24-15,1 2 0 0,-2 0-15 0,-3 3-15 0,1 1-31 0,0 2 0 16,-2-2 0-16,0 3 0 0,0 0 0 0,0 0 0 0,0 0 0 15,0 0 0-15,0 0 0 0,0 10 0 16,0 5 0 0,0 6 0-16,0 3 0 0,0 6 0 0,0 2 0 0,0 9 0 15,0-5 0-15,3 9 0 16,-1 0 0-16,5 1 0 0,0 4 0 0,-1-2 0 16,-1-4 0-16,1 10 0 0,-2-3 0 0,-2-2 0 0,-1 1 0 15,1-5 0-15,-2-4 0 0,0-1 0 16,0 1 0-16,0-6 0 0,-7-4 0 0,-1-2 0 0,-1-7 0 0,0-1 0 31,-3-3 0-31,3-4 0 0,0-5 0 0,2-1 0 0,-2-3 0 0,4-1 0 16,2-4 0-16,0 2 0 0,3-2 0 0,0 0 0 15,-2 0 0-15,2 0 0 0,0 0 0 0,8 0 0 16,6 0 0-16,7 0 0 0,0 0 0 16,7 0 0-16,-2 0 0 0,1 0 0 0,0 0 0 15,-2 0 0-15,-5 0 0 0,3 4 0 0,-2-3 0 0,-3 4 0 0,0 0 0 16,-2-1 0-16,-2-1 0 0,-2 3 0 15,2-2-199-15,-2-2-251 16,-2 0 207-16,0-2 103 0,2 0-522 16</inkml:trace>
  <inkml:trace contextRef="#ctx0" brushRef="#br0" timeOffset="29546.12">3274 7527 3931 0,'-13'-7'0'0,"9"4"0"0,1 1 0 0,0 1 0 0,3-2 0 0,0 2 0 0,0-1 0 0,0 0 0 0,0 2 0 0,0 0 0 0,0 0 0 0,0-2 0 16,0 2 0-16,0 0 0 0,0 0 0 15,0 0 0-15,3 0 0 0,4 0 0 0,3 0 0 0,1 6 0 16,0 4 0-16</inkml:trace>
  <inkml:trace contextRef="#ctx0" brushRef="#br0" timeOffset="35551.25">16572 9233 2883 0,'-23'-1'0'0,"7"1"0"0,7 0 0 15,2 0 0-15,4 0 0 0,3 0 0 0,0 0 0 0,0 0 0 0,5 0 0 0,22 1 0 0,8-1 136 0,7 0-49 16,3 0-26-16,8-3 346 0,-2-5-176 0,2-1-105 0,2-1-126 0,-2 1 0 0,-5 2 0 16,-3-3 0-16,-9 5 0 0,1-3 0 15,-3 4 0-15,-9 1 0 0,-3-1-61 0,-5 2-87 16,-5 0 100-16,-5 0-580 0,-3 2 262 0,-3 0 168 15,-1 0 63-15,0 0-233 0,-7 0 157 0,-8 2 92 16,-2 4 42-16,-2-1-409 0,1-1 226 0,-5 2 111 16,0 0-152-16,0-3 137 0,2 1 63 15,-2-2 33-15,2 1 127 0,1-1-48 0,2 2-32 16,3 0 438-16,-1 1-227 0,7-1-113 0,-3 2-56 16,5 2 566-16,1 1-235 0,1 3-170 0,3 0-19 15,0 5 151-15,-1 1-140 0,-2 3-68 0,0 2 444 16,-5 7-261-16,0 0-127 0,-2 2 93 15,-5 8-255-15,0-2 0 0,1-4 0 0,-5 8 0 0,0-4 0 16,1 0 0-16,0-3 0 0,1-5 0 16,3 2 0-16,-1-3 0 0,2-3 0 15,5-8-75-15,1 1-48 0,3-7 79 0,3-3-17 16,1-3-860-16,2-6 443 0,0 0-430 0</inkml:trace>
  <inkml:trace contextRef="#ctx0" brushRef="#br0" timeOffset="35727.87">16855 9472 3550 0,'4'-4'0'0,"1"2"0"0,-2 2 0 0,1 0 0 0,0 5 0 0,-1 9 0 0,3 9 0 0,1 2 0 0,-1 0 0 0,2 6 0 0,-3 2 381 0,1 2-381 16,-1 0 0-16,2 1 0 0,-4-3 0 0,3 1 0 16,-3-1 0-16,1-4 0 0,1-1 0 0,-1-5 0 15,1 0 0-15,-2-5-303 0,-1-5-32 16,1-3 182-16,-1-4-883 0,0-6 500 0,0 0 250 15</inkml:trace>
  <inkml:trace contextRef="#ctx0" brushRef="#br0" timeOffset="35882.98">17067 9555 3387 0,'6'-7'0'0,"2"4"0"0,-1 1 0 0,1 2 0 0,-3 0 0 0,0 5 0 0,2 5 0 0,0 4 0 0,-1 3 0 0,1 1 0 0,-2 1 197 0,2 4-71 16,-2-3-116-16,3 3 1 0,-3-4 25 0,3 0-252 15,0-3 126-15,-1-4 72 0,0-1 22 0,1-4-712 16,0-2 372-16,3-5 186 0,-1 0 93 0</inkml:trace>
  <inkml:trace contextRef="#ctx0" brushRef="#br0" timeOffset="36051.01">17393 9153 3156 0,'0'-11'0'0,"2"6"0"0,5-1 0 16,2 0 0-16,6 0 0 0,5-1 0 0,9 0 0 0,3-4 0 0,-1 4 0 0,6 0 0 0,0-1 378 0,-1 1-162 0,-1-2-95 0,1 1-111 0,-4 2-1 0,0 1 27 15,-10 3-31-15,3 0-458 0,-6 0 225 0,-6 2 132 16,-4 0 65-16,-5 2-823 0</inkml:trace>
  <inkml:trace contextRef="#ctx0" brushRef="#br0" timeOffset="36329.51">17488 9281 2391 0,'-22'16'0'0,"5"0"0"0,-2 4 0 0,6-5 0 0,0-2 0 0,4 1 0 0,5-1 0 0,2-6 0 0,2 3 0 0,0-5 0 0,0 2 98 16,4-7 66-16,8 0-64 0,8 0-32 0,0-9 0 0,4-4 9 15,3 0 10-15,1-2-51 0,0 2-20 16,0-1 20-16,2 3 1 0,-1 1-1 0,-7 8 63 15,2-2-35-15,-3 2-1 0,-2 2-1 16,-2 0 1-16,-2 0-27 0,-4 6 9 0,-2 3-53 16,-5 2 0-16,-1 2 44 0,0 0 0 15,-3 3-64-15,0 0 41 0,-6-1-10 0,-3 0-257 0,-2-3 121 16,-1-1 73-16,-1-2-495 0,0-1 253 0,-2-5 129 16,2 0 68-16,-2-3-483 0,2 0 276 0,-3 0 138 15,0-3 60-15</inkml:trace>
  <inkml:trace contextRef="#ctx0" brushRef="#br0" timeOffset="36472.78">17483 9238 2783 0,'-8'-6'0'0,"2"2"0"0,1 0 0 0,3 2 0 0,-2 2 0 0,4 0 0 0,0 0 0 0,0 6 0 0,2 4 0 0,5-1 0 0,1 4 320 0,0-1-141 0,1 4-63 0,-2-1-44 16,-1 1-124-16,2 2 45 0,-3-3-1 0,1 0-509 15,-2 0 286-15,-1-5 129 16,1 1 69-16,-1-4-751 0,0-4 391 0</inkml:trace>
  <inkml:trace contextRef="#ctx0" brushRef="#br0" timeOffset="36751.08">17630 9093 2095 0,'7'0'0'0,"-2"4"0"0,-3 7 0 0,0 0 0 0,0 4 0 0,-2 2 0 0,0 2 0 0,0-1 0 0,-7 7 0 0,-1 1 0 0,-2-3 48 15,-1 4-12-15,-1-1 0 0,0-2 0 0,-3-2-118 16,-2-1 59-16,4-4 39 0,-4-3-10 0,2 1 58 16,1-6 1-16,5-2-29 0,0-1 0 0,3-4 194 15,2 0-101-15,2 0-47 0,2-2 175 0,0 0-111 16,8 0-55-16,7 0 31 0,4 0-47 0,3 0 0 16,1-6-39-16,2 0-41 0,-5 2 0 15,2-1 50-15,-1-2-9 0,-2 3-281 0,-2-1 140 0,-8 3 70 16,3-2 36-16,-3 3-641 15,-4-1 258-15,-3 2 178 0,0 0-470 0,-2 0 319 16,0 0 159-16,-2 0-250 0</inkml:trace>
  <inkml:trace contextRef="#ctx0" brushRef="#br0" timeOffset="37266">17609 9424 1957 0,'-9'1'0'0,"2"3"0"0,0 6 0 0,0-1 0 0,-3 5 0 0,2 0 0 0,-1 3 0 0,2 0 0 0,-1 4 0 0,0-1 0 0,1 1 109 15,-2-3-40-15,1 3 54 0,0-3-43 0,1-2 0 16,2-1-44-16,3-6 155 0,0 3-82 0,0-1-36 16,2-3 177-16,0 2-106 0,2-3-46 0,11 2 136 15,4 0-99-15,3 1-49 0,3-1-25 0,0 0 15 16,-3 1-56-16,6 3-20 0,-3-2 0 0,0 3 0 16,-7-3 0-16,3 2 0 0,0 0 0 15,-4 0-254-15,-2-1 100 0,-1-3 95 0,-3-2-648 0,-4 1 339 16,1-4 141-16,-2-2-306 15,0-2 248-15,-2 0 125 0,0 0 62 0,-2-10-235 16,0-7 140-16,0 1 83 0,0-11 36 0,0 1-79 16,0-2 59-16,-4 1 40 0,0 5 9 0,0-1 15 15,0 4 30-15,0 2 0 16,-1 10 184-16,1 0-127 0,-1 1 373 0,-3 4-208 0,2 2-123 0,-3 0 5 16,-2 13-53-1,-1 3 310-15,-2 1-154 0,-5 8-90 0,0-2-42 0,-3 1 0 16,-3 2-39-16,-1-1-56 0,-1 1 37 15,-3-3-9-15,-2 0 28 0,0-3 0 0,0-1-182 16,2-3 91-16,-2-4 55 0,2-2 13 0,2-3-154 16,2-3 38-16,4-4 54 0,1 0-31 15,3 0 30-15,6-2 128 0,3-10-47 0,3-3-7 0,6-5-41 16,0-3 169-16,0 2-77 16,13-4-28-16,4-2 17 0,5 5-15 0,4-3 1 0,8-3 18 15,-4 7 7-15,12-5-30 16,-3 3-12-16,2 1-44 0,5 0 24 0,-1 0 1 0,-6 6-350 15,10-7 173 1,-4 6 91-16,0-1 36 0,-2 1-1036 0,3-1 1022 0,-7 2 7 0,5-5 4 0,-3 5-158 16,-11 0 80-16</inkml:trace>
  <inkml:trace contextRef="#ctx0" brushRef="#br0" timeOffset="37815.74">18091 9393 1517 0,'3'0'0'0,"-3"0"0"0,0 0 0 0,0 0 0 0,-3 0 0 0,-5 4 0 0,3-1 0 0,1 4 0 0,1-2 0 0,1 4 0 0,0 2 69 0,0-1 15 0,-1 2-16 0,3 0-8 15,-1 4-24-15,1-1-26 0,-2 1-60 16,-2-1 43-16,1 0 9 0,-1 3 0 0,-2-3 35 16,3 2-1-16,-1-4 0 0,0 2 43 15,2-6-34-15,0 3-28 0,2-1 11 0,0-2 9 16,0-2-11-16,0 2-2 0,6-5 7 0,2 2-29 16,1-2 0-16,0-1 30 0,-1 2-3 0,-2 1-35 15,-1-1 43-15,-3-1-3 0,0 1-4 0,-1-1-37 16,-1 2 33-16,0 1-10 0,0 1 14 0,-3-3 83 15,-3 1-44-15,3-2-4 0,1-3-40 0,0 1-74 16,2-2 45-16,0 0-2 0,0 0-252 16,9-11 132-16,6-6 68 0,2-3 29 15,2-5-166-15,-1-5 78 0,7-6 53 0,-2-1-267 0,0-7 148 16,2-4-14-16,2-5 73 0,3-5 48 0,0 3 374 16,-6 14-319-16,5-4-15 0,-5 5 1 15,-7 13 469-15,-2 6-230 0,-4 8-120 0,-4 0-51 16,2 6 853-16,-6 6-837 0,3 1-11 0,-5 0 10 15,1 16 169-15,0 5-91 0,-2 8-45 0,0 2-22 32,0 8 249-32,0 7-141 0,0-1-65 0,0 2-80 0,0 0-22 0,2-4 0 0,3-6 0 15,-1 2 0-15,4-4-155 0,-2-5-3 0,-1 1 96 0,-1-3 50 16,-1-7-477-16,1-5 248 16,-2-5 125-16,0-1-260 0,-1-8 170 0,-1-1 0 0,0-1 77 0,0-1 51 15,0-12 98 1,0-4-28-16,-1-4 1 0,-3-5-29 0,2 5 231 15,2-7-111-15,0 9-60 0,0-3-30 0,0 1 367 16,2 2-200-16,3 3-54 0,6 2-55 0,-1 3 228 16,4 1-122-16,-1 1-61 0,4 2-22 0,-2-1-55 15,2 5 16-15,0 0 0 0,-2 3-1 0,0 0 1 0,0 0-412 16,-2 5 202-16,-2 5 104 0,-5 5 54 0,-2 3-929 16</inkml:trace>
  <inkml:trace contextRef="#ctx0" brushRef="#br0" timeOffset="38008.83">18245 9856 3798 0,'-22'4'0'0,"-1"4"0"0,6-2 0 0,8-4 0 0,3 0 0 15,4-2 0-15,2 0 0 0,6 0 0 0,18 0 0 0,8-2 0 0,9-1 133 0,5-3-133 0,2 0 0 0,5 1 0 0,11-5 0 0,-6 1 0 0,-9 1 0 0,7 1 0 16,1-1 0-16,-6 2-48 15,-3-1 36-15,-3 1-824 0,-7 3 436 0,1-3 194 0,-1 1 120 16,-2-1-935-16,-6-4 493 0</inkml:trace>
  <inkml:trace contextRef="#ctx0" brushRef="#br0" timeOffset="38182.07">19019 9315 3597 0,'-1'-12'0'0,"1"1"0"0,1 0 0 0,18-6 0 0,7 3 0 16,10-4 0-16,7 4 0 0,6 2 0 0,13-6 0 0,-2 6 0 0,4-1 204 0,-2 3-74 0,-11 0-130 0,3 4 0 0,-2 1 0 0,-6 2 0 15,-9 1-1162-15,-3 0 1030 0,-8 2 93 16,-1 0 32-16,-9 0-516 0,-4 4 261 0,-6 4 130 16,-6 0 66-16</inkml:trace>
  <inkml:trace contextRef="#ctx0" brushRef="#br0" timeOffset="38359.9">19355 9183 3882 0,'-11'7'0'0,"5"5"0"16,-1 1 0-16,2 0 0 0,2 6 0 0,1 3 0 0,2 6 0 0,0 4 0 0,0 2 0 0,0 2 0 0,0 7 49 0,0-2-49 0,0-6 0 0,0 4 0 0,0-2 0 15,-4 1 0-15,1-4 0 0,1 0-34 0,-2-2-579 16,2-6 332-16,2-2 153 0,-1-3 81 15,1-8-907-15,0-1 463 0,0-9 218 0,0-3 110 0</inkml:trace>
  <inkml:trace contextRef="#ctx0" brushRef="#br0" timeOffset="38552.43">19494 9313 3931 0,'4'-10'0'0,"1"2"0"0,1 5 0 15,-2 3 0-15,0 0 0 0,0 0 0 0,-1 11 0 0,1 5 0 0,0 11 0 0,-1 2 0 0,1 4 0 0,-1 3 0 16,-2 7 0-16,-1-5 0 0,0 7 0 0,0-11 0 0,0 4 0 0,0-2 0 16,0-1 0-16,0-2-590 15,0 0 282-15,0-9 172 0,0-2 86 0,-1-3-946 16,-2-3 476-16,1-8 232 0,2-3 131 0</inkml:trace>
  <inkml:trace contextRef="#ctx0" brushRef="#br0" timeOffset="38810.53">19636 9594 3112 0,'5'-7'0'0,"8"-1"0"0,-1 3 0 0,0-1 0 0,1 2 0 0,3 3 0 0,0-1 0 0,3 2 0 0,2 0 0 0,-5 2 0 0,2 11 89 0,-4 0 88 16,-2 2-61-16,-3 3-45 0,-3 2 0 0,-4 0-36 0,-2 0-78 16,0 1 38-16,-2-2 10 0,-11 2 30 0,-1-6 39 15,-2-2 120-15,0 0-194 0,2-4 0 16,2-1 0-16,1-4 0 0,4-1 0 0,1 0 0 0,5-3 0 15,-4 0 0 1,5 0 0-16,0 0 0 0,0 0 0 0,8 0 0 16,5 0 0-16,2-3 0 0,2 2 0 0,2-5 0 15,-1 0 0-15,3 1 0 0,0-1 0 0,-3 1 0 0,3 1 0 16,-2 0-475-16,-2-2 51 0,0 2 194 0,0-1-1508 16,2-3 1688-16,-3-1 6 0</inkml:trace>
  <inkml:trace contextRef="#ctx0" brushRef="#br0" timeOffset="38998.05">20255 8969 3859 0,'0'-13'-2'0,"0"7"1"0,0 0 0 0,2 4 1 0,3-5 0 0,5 5 0 0,1 1 0 0,2-2 0 0,-2 1 0 0,1 2 0 0,1 0 76 0,-3 0-76 16,1 6 0-16,-4 4 0 0,-2 1 0 0,-1 2-463 15,-2 2 143-15,-2 2 174 0,0 0 91 0,0 2-1087 16</inkml:trace>
  <inkml:trace contextRef="#ctx0" brushRef="#br0" timeOffset="39130.11">20259 9200 2452 0,'-7'11'0'0,"2"-1"0"0,1-1 0 0,1 0 0 0,1-3 0 0,2 2 0 0,0 1 0 0,0-2 0 0,2 3 0 0,8-1 0 0,-1 3 121 0,0-1-384 15,2 0 158-15,-1 0 66 0,-1 0 36 16,-4 3-740-16,1 0 370 0,-1 4 185 0,-4 0 92 0</inkml:trace>
  <inkml:trace contextRef="#ctx0" brushRef="#br0" timeOffset="39531.28">20261 9662 2563 0,'-6'10'-1'0,"3"3"0"0,-4-6 0 0,3-1 0 0,3-3 0 0,-1-1 1 0,2-2 0 0,0 0-1 0,0 0 1 0,2-5-1 0,8-8-82 15,6-4 58-15,0-2 39 0,4-6-10 0,2 1-496 16,5-8 263-16,-2-2 132 0,-2-1 66 0,-2-1-249 16,6-10 146-16,-5-2 77 0,0-10 37 0,1 1 1 0,-2-3-434 15,-5 9 200-15,4 0 113 0,-6 5 53 0,-2 12 112 16,1 1-30-16,-1 4 542 0,-2 8-295 0,3 2 1165 16,3 3-1321-16,5 3-43 15,1 1 28-15,6 3 478 0,5 2-476 0,11 1-7 16,-3 2-31-16,4 3 0 0,-1 1-18 0,-11 0 19 15,3 3 7-15,-4 6-8 0,-6 5-227 16,-3-1 114-16,-10 1 56 0,-3 6-424 0,-6 0 249 16,-4 5 112-16,-7-3 60 0,-13-1-387 0,-6 0 151 15,-3-3 103-15,-4-3 136 0,-3-1-13 0,1-3 0 0,-2-4 95 16,0-2-47-16,-1 0-33 0,6-2 8 0,2 0 304 16,11-3-164-16,7 0-82 0,1 0-40 15,4 0 493-15,7 0-204 0,0 0-135 0,2 0-39 16,15 0 34-16,6 0-60 15,-1 0-21-15,6-3-9 0,0 0-278 0,-1 1 125 0,-6-2-1189 0,2 0 1285 16,-5 2 9-16,-4 0-381 16,-3 0 181-16,-4 1 47 0,-4 1 56 0,-3 0-435 15,0 0 231-15,-7 0 129 0</inkml:trace>
  <inkml:trace contextRef="#ctx0" brushRef="#br0" timeOffset="39738.85">20712 9033 2601 0,'-19'0'0'0,"1"0"0"0,6 0 0 0,1 2 0 0,-1 5 0 0,3 5 0 0,3 2 0 0,-2 10 0 0,4 3 0 0,4 5 0 0,-2 10 167 16,1-5-57-16,-1 15 388 0,-2-1-231 0,1 0-117 0,-3 2-57 0,-2-1-62 15,-1 1-17-15,2-5-14 0,-1 2 0 0,3-5-395 16,-2-6 166-16,4 0 131 0,1-5 76 0,0-9-336 0,2-1 197 16,0-10-595-16,0-3 348 0,0-8 186 0,2-3-238 15,5 0 217-15,5-17 103 0,-3-7 53 16,-2-4-104-16,3-6 93 0,-4-5 35 15,3-11 63-15</inkml:trace>
  <inkml:trace contextRef="#ctx0" brushRef="#br0" timeOffset="40214.71">20687 9385 2465 0,'11'-31'0'0,"6"-4"0"0,2 8 0 0,0 3 0 0,-3 6 0 0,7 0 0 0,-6 7 0 0,3 0 0 0,1 3 0 0,0 2 0 0,-4 3 134 0,0 0-230 16,-4 3 110-16,-1 0 21 0,-1 0 0 0,-4 4-920 15,-2 5 902-15,0 3 18 0,-5 1 0 0,0 4-248 16,0 0 124-16,-12 2 71 0,-3 3-15 0,0-1 28 0,-1-1-443 15,-2 2 207-15,2-4 103 0,0 1 42 0,-1 2 95 16,4-5-1-16,0 1-33 16,2 0 0-16,1-4 235 0,3-1 201 15,-1-1-213-15,4-2-112 0,1 0 455 16,1-6-481-16,2 0-2 0,0 0 6 16,0-2 51-16,0-1-35 0,0 0 0 0,2 0-35 0,5 0 163 15,8-7-74-15,0-2-48 0,8 0 0 0,0-1-41 0,1 2 92 16,5 2-46-16,1 0-14 0,1 5 46 15,1-1-39-15,-2 2 0 0,1 0-39 0,-3 0 0 16,-8 2-22-16,3 6-56 0,-2 2 39 0,-7 3 0 0,-3 2 39 0,-3-3-263 16,-6 3 130-1,-2 0 60-15,0 0 8 0,-10 0-332 0,-5-2 157 16,-2-2 91-16,-1-1 3 0,-1-2-199 16,1-3 138-16,-3-3 68 0,1 0 33 0,0-2-251 15,-1 0 134-15,4-4 81 0,1-9 36 16,-2-8-100-16,6-2 68 0,1-4 34 0,1-5-9 0,4-2 19 15,3 0 24-15,1 4 121 0,2 7-61 16,0-2-29-16,0 11 487 0,0 1-254 16,0 3-132-16,0 5-66 0,0 2 594 15,0 2-296-15,0 1-137 0,2 5-83 0,-1 11 256 16,1 6-165-16,0 1-83 0,0 7-40 0,-2 1 89 0,0 2-69 0,0 1-31 16,0-3-1-16,0-1-301 0,-2-3 136 15,-2-4 75-15,1-1 26 0,-1-3-716 16,1-3 374-16,-2-2-658 0,-1-7 473 0</inkml:trace>
  <inkml:trace contextRef="#ctx0" brushRef="#br0" timeOffset="40372.75">20744 9540 3073 0,'-3'-2'0'0,"1"1"0"0,2 1 0 0,0 0 0 0,0 0 0 0,0 0 0 0,0 0 0 15,0 0 0-15,0 0 0 0,0 0 0 0,2 0 89 0,3 5-18 0,0 1-530 0,-1-1 247 0,-1 0 124 0,1 1 61 0,-1 0-899 16,1-2 470-16</inkml:trace>
  <inkml:trace contextRef="#ctx0" brushRef="#br0" timeOffset="40495.99">20813 9572 2330 0,'0'0'0'0,"0"0"0"0,0 0 0 0,0 0 0 0,0 0 0 0,0 0 0 0,4 0 0 0,-1 0 0 0,3 0 0 0,1-2 0 0,-1 0 60 0,2 0-25 0,-1 0-667 16,-2 1 334-16,2 1 157 0</inkml:trace>
  <inkml:trace contextRef="#ctx0" brushRef="#br0" timeOffset="40870.68">21401 8967 3931 0,'0'0'0'0,"-2"0"0"0,2 0 0 0,-2 9 0 0,-3 1 0 0,-4 5 0 0,2 3 0 0,2 5 0 0,-3 6 0 0,2 2 0 0,-1 7 0 15,1 1 0-15,-3 14 0 0,2-6 0 0,-1 3 0 16,0 2 0-16,1-1 0 0,2-1 0 0,-2 1 0 0,5-6-162 15,1-6 93-15,1-1 52 0,0-7 26 0,0-7-1161 16,0-4 564-16,0-10 276 0</inkml:trace>
  <inkml:trace contextRef="#ctx0" brushRef="#br0" timeOffset="41191.65">21312 8937 3632 0,'0'-24'0'0,"0"5"0"0,2 4 0 0,15-2 0 0,0 2 0 0,2 0 0 0,7 4 0 0,15-3 0 0,7 3 0 0,2 2 0 0,5-1 0 16,12 3 35-16,-12 1 8 0,12 2-8 0,-16 1-24 15,4 0 24-15,-7 3 0 0,-10 0 0 0,2 0 9 0,-8 3-18 16,-11 6-26-16,0 2 0 16,-5 2 0-16,-5 4 0 0,-6 1 0 15,-3 6 0-15,-2-1 0 0,0 8 0 0,0 5 0 0,-5 1 0 16,-4 8 0-16,2-3 0 15,0 3 0-15,3 2 0 0,2 0 0 0,2-4 0 16,0 9 0-16,0-5 0 0,0 2 0 0,0-2 0 0,0-2 0 16,2-9 0-16,0 4 0 15,-2-5 0-15,0-5 0 0,0-5-96 0,0-4-1535 0,-7-3 1450 0,-2-7 77 0,-3-2-297 32,-1-4 184-32,-4-5 90 0,0 0 47 0,-4 0 14 0</inkml:trace>
  <inkml:trace contextRef="#ctx0" brushRef="#br0" timeOffset="41350.6">21780 8993 3881 0,'-9'-5'0'0,"7"3"0"0,2 2 0 0,0 0 0 0,-7 2 0 0,-3 13 0 0,-3 3 0 0,-3 3 0 0,-2 4 0 0,-8 10 0 0,-6 0 50 0,-4 2-50 15,-4 0 0-15,-1 2 0 0,-3-5 0 0,0 0-666 16,6 0 275-16,10-11 222 0,9-3 98 0,-1-2-420 0,4-2 255 0</inkml:trace>
  <inkml:trace contextRef="#ctx0" brushRef="#br0" timeOffset="41500.68">21363 9183 3295 0,'8'-6'0'0,"3"5"0"0,4 1 0 0,-4 0 0 0,-2 0 0 0,3 0 0 0,1 5 0 0,2 1 0 0,0 1 0 0,2 1 0 0,1 1 120 0,0 1-354 16,-2-3 135-16,3 1 66 0,-1-2 35 0,0-3-830 15,1-1 440-15,2-2 207 0,-1 0 108 16</inkml:trace>
  <inkml:trace contextRef="#ctx0" brushRef="#br0" timeOffset="41637.07">21792 9097 2573 0,'0'0'0'0,"0"0"0"0,-7 3 0 0,-4 9 0 0,0 1 0 0,-4 4 0 0,0 1 0 0,0 5 0 0,0-3 0 0,-4 7 0 0,0-3 88 0,1 1-26 0,-1-3 10 15,2-1-37-15,2-6 9 0,0 2-9 0,3-5-516 16,3-6 258-16,0 1 129 0,2-7 64 0,2 0-750 0</inkml:trace>
  <inkml:trace contextRef="#ctx0" brushRef="#br0" timeOffset="41758.1">21594 9147 2843 0,'2'-5'0'0,"0"3"0"0,-1 2 0 0,6 0 0 0,-4 5 0 0,7 8 0 0,-3 5 0 0,7 2 0 0,2 2 0 0,3 3 0 0,-1 1 126 31,5 2-69-31,3 1 1 0,3 5-23 0,-5-2-1317 16</inkml:trace>
  <inkml:trace contextRef="#ctx0" brushRef="#br0" timeOffset="41878.93">22071 9629 344 0,'10'-10'0'0,"12"4"0"0,5-3 1079 0,-7-5-566 0,-3 2-269 0,-2-2-139 0,-2 5-522 0</inkml:trace>
  <inkml:trace contextRef="#ctx0" brushRef="#br0" timeOffset="63797.34">24601 5817 2886 0,'-17'-18'0'0,"10"15"0"0,5 0 0 0,2 2 0 0,0-2 0 0,0 0 0 0,13-2 0 0,9-4 0 0,9 4 0 0,9-2 0 0,8-1 118 0,3 3 316 0,-1-3-199 0,5 5-91 16,-2-3-59-16,-1 2-56 0,-1 0-29 15,-4-2 0-15,-1 3 0 0,-8-3 0 16,2-1 0-16,-5 3 0 0,-3-2 0 16,-8 2 0-16,-1 0 0 0,-8 1 0 0,-2 1 0 0,-5 0 0 15,-4 0 0-15,-2 0 0 0,-2 2-632 0,-2 0 148 16,-15 8 228-16</inkml:trace>
  <inkml:trace contextRef="#ctx0" brushRef="#br0" timeOffset="64035.02">24795 5931 3690 0,'-20'9'0'0,"6"4"0"0,-3 2 0 0,5 1 0 0,3 0 0 0,0 7 0 16,8 1 0-16,1 0 0 0,0 5 0 0,0 1 0 0,5 1 241 0,2 0-241 0,0-2 0 0,-1 3 0 0,-1 0 0 0,0 1 0 15,-1-2 0-15,-2 1 0 0,-1-4 0 0,1-2 0 16,-2 5 0-16,0-11 0 0,0 1 0 0,0-4-578 15,0-6 242-15,0-3 31 16,0-5 143-16,0-3-545 0,0 0 336 0,0-7 168 31,4-17-388-31</inkml:trace>
  <inkml:trace contextRef="#ctx0" brushRef="#br0" timeOffset="64334.82">24772 6100 2707 0,'-10'-19'0'15,"2"3"0"-15,-3 1 0 0,6 4 0 0,1 2 0 0,4 0 0 0,0 2 0 0,2-3 0 0,16 1 0 0,6-1 0 0,3 0 245 0,5 1-105 0,3 0-52 0,1 1 178 16,-1 2-119-16,1 1-56 0,-3-1-28 0,-3 5 48 0,-1-3-38 0,-10 2-73 16,1 2 0-16,-5 0 0 0,-4 0 0 0,-2 0 0 15,0 3 0-15,-6 1 0 16,0 2 0-16,2 2 0 0,-4-1 0 0,1 0 0 16,0 4 0-16,0-1 0 0,0 5 0 0,-1 0 0 15,4 2 0-15,-1 4 0 0,1 5 0 0,1-4 0 16,-1 11 0-16,3-3 0 0,-2 0 0 0,0 0 0 15,0 2 0-15,0 0 0 0,-1-3 0 0,0 1 0 16,0-2 0-16,-3 1 0 0,-1-5 0 0,2 5 0 16,-1-9 0-16,-2 1 0 15,0-2 0-15,0-3 0 0,0-4 0 0,-2-1 0 0,-4-2 0 0,1-3 0 16,-5-2 0-16,1-3 0 16,-2-1-550-16,-3 0 181 0,2-2 167 0,-4-14 84 15,1-4-643-15,-2-7 362 0,-3-5 174 0</inkml:trace>
  <inkml:trace contextRef="#ctx0" brushRef="#br0" timeOffset="64507.55">24736 6193 2643 0,'-22'0'0'16,"7"0"0"-16,6 0 0 0,0 0 0 0,6 0 0 0,3 0 0 0,0 0 0 0,10-1 0 0,12-1 0 0,4 0 0 0,6-2 260 0,2 1-117 0,1-3-53 0,3 2 101 15,0-1-77-15,-4 0-40 0,-8 1 41 0,6 1-45 16,-11-1 1-16,-1 2-408 0,-3 0 186 0,-4 2 93 15,-3 0 56-15,-4 0-631 0,-3 0 331 0,-1 0 164 16,0 0-25-16,-2-1-514 0,0-5 313 0</inkml:trace>
  <inkml:trace contextRef="#ctx0" brushRef="#br0" timeOffset="64836.12">24950 5715 2139 0,'-12'-5'0'0,"0"5"0"0,3 0 0 0,1 0 0 0,1 8 0 0,2 8 0 0,4 2 0 0,1 11 0 0,0-1 0 0,0 5 0 0,0 10 348 0,4 0-157 0,-2-5-68 0,1 13-166 16,0-6 40-16,-3 0-1 0,0 0 40 0,-3-7-392 15,-8 8 192-15,-2-5 99 0,-4-2 51 16,0-6-444-16,-4-1 234 0,0-4 26 16,-2-5-17-16,0-5 90 0,-2-6 45 0,-1-4 22 15,1-7 161-15,5-1-79 0,-4 0-24 0,3 0 390 16,3-7-213-16,0-4-106 0,7 1-53 0,4 2 697 15,1 1-346-15,4 0-150 0,2-1 340 0,0 3-262 16,12 0-138-16,9 0-159 0,9 0 0 16,5 0 0-16,8 2 0 0,3 1 0 0,3 0 0 0,5 0 0 15,2 1 0-15,-2 1 0 0,-1 0 0 16,1 0 0-16,-1 0 0 0,1-3 0 16,-4 1 0-16,4 0 0 0,-4 1 0 0,-1-3-439 15,-1-2-35-15,-7 2 185 0,0-3-630 0,4-2 442 16</inkml:trace>
  <inkml:trace contextRef="#ctx0" brushRef="#br0" timeOffset="64997.12">25818 5440 2165 0,'-11'0'0'0,"2"0"0"0,1 0 0 0,0 2 0 0,3 4 0 0,0-1 0 0,1 3 0 0,0 1 0 0,0 0 0 0,4 5 0 0,-2 1 115 0,-1 0-31 15,2 4-510-15,-1-1 231 0,-1 1 115 0,-5 2-660 16</inkml:trace>
  <inkml:trace contextRef="#ctx0" brushRef="#br0" timeOffset="65713.86">25565 5809 2112 0,'-15'9'0'0,"0"4"0"0,-2-2 0 0,2-1 0 0,-2 1 0 0,4 0 0 0,2-1 0 0,5-2 0 0,-2-2 0 0,5 1 0 15,3 0 94-15,0-3-29 0,0-2 0 0,13-2-185 0,9 0 77 16,8-2 49-16,12-11-9 0,1-2-165 0,2-3 103 16,4 1 49-16,-2 0-72 0,-6 7 62 0,12-4 23 15,-12 4-47-15,-6 4 206 16,1 2-100-16,-4 1-31 0,-8 3-41 0,-1 0 155 16,-4 0-66-16,-6 0-37 0,-6 7 155 0,-1 0-82 15,-4 2-6-15,-2 5-38 0,0-4-154 0,-11 4 62 16,-6 1 31-16,0-2 1 0,-2 1-294 0,-1-3 155 15,1-2 61-15,-4-1-273 0,2-1 140 0,-2-2 91 16,1 1 0-16,-4-4 12 0,2 1 34 0,0 0 0 16,0 0 34-16,4 1 56 0,2 0-37 0,2-1 8 15,5 3 272-15,2-2-149 0,3-3-76 16,3 6 394-16,3-4-187 0,0 2-70 16,0 2-75-16,3-1 119 0,5-1-93 0,-1 0-45 15,2 1-14-15,-1 0-87 0,-2-1 28 0,-2 1 0 16,-3-3 27-16,1 3-110 0,-2 0 65 0,0-1 17 15,-5-1-173-15,-8 0 88 0,1 1 55 0,-3-2-66 16,-2 0 46-16,0 1-16 0,-1 2 23 0,2-2 224 16,2 1-98-16,2 1-58 0,1-2-3 15,4 1 248-15,-1-1-131 0,6 0-36 0,0-2-41 0,2 1 75 16,0 1-46-16,0-2-36 16,8 0-37-16,3-2 10 0,6 0 0 0,0 0-69 15,4 0 43-15,5 0-9 0,-6 0 35 0,3 0-74 16,-2 0 36-16,-1 0 1 0,0 0 46 0,-2 0-79 15,-6 4 29-15,0 5-9 0,-4 2-15 0,-4-1 14 16,-3 5-1-16,-1-2 13 0,0 2-4 0,0 0 11 16,-11-2 1-16,-4 0 5 0,-2-1-72 0,2-1 32 15,-5-4-1-15,3 1-67 16,-1-5 46-16,0 1 14 0,-1-4 2 0,1 0-63 16,1 0 40-16,3 0 7 0,-2-4 1 0,4-3 55 15,1-1-32-15,3 3-14 0,3 1 245 0,1-1-110 16,2 2-56-16,2 2-25 0,0-1 196 0,0-1-86 15,7 3-61-15,10 0 163 0,4 0-224 0,2 0 0 16,5 5 0-16,2 2 0 0,4-1 0 0,0-1 0 16,1 2 0-16,-2 0 0 0,2-2 0 0,-2 3 0 15,1-1 0-15,-4 1 0 0,-2-2 0 0,-7 1 0 16,0 1 0-16,-4-3-35 16,-6-1-125-16,-3 0-780 0,-3-3 452 0,-3 1 217 15,-2-1 122-15,0-1-523 0,-12 0 318 0,-2 0 159 16</inkml:trace>
  <inkml:trace contextRef="#ctx0" brushRef="#br0" timeOffset="65888.89">25865 6313 1617 0,'-30'-1'0'0,"3"1"0"16,7 0 0-16,2 0 0 0,3 0 0 0,5 4 0 0,5 3 0 0,1 1 0 0,4-1 0 0,0 2 0 0,0 0 80 0,4-2 224 0,5 3-139 0,-4-4-65 16,1 4 83-16,0-3-73 0,-2 0-38 0,-2-1 10 15,-1-2-164-15,-1 0 60 0,0 0 28 0,0-2-115 16,0-2 72-16,-3 0 46 0,-1 0-10 0,-2 0-297 15,0-6 110-15,6-5 101 0,0-4-30 0,0-3-351 16,1-5 221-16,8-2 106 0,9-8-227 0,2-7 167 16</inkml:trace>
  <inkml:trace contextRef="#ctx0" brushRef="#br0" timeOffset="66319.89">26100 5847 2012 0,'32'-26'0'0,"2"2"0"0,-6 5 0 0,6-4 0 0,-2 6 0 0,-2 1 0 0,-2 3 0 0,-8 4 0 0,1 2 0 0,-8 4 0 0,-1-1 182 0,-5 3-73 15,-3 1-36-15,-3 0 81 0,-1 0-50 0,-1 7-38 16,-18 6-1-16,-1 4 28 0,-1 0-29 16,-6 4 1-16,-1 3 93 0,-4 6-65 15,10-6-29-15,-3 6 0 0,5-1 132 0,3-1-81 0,6-4-30 0,3 0 84 16,4 2-169-16,3-4 0 16,1-4 0-16,0 2 0 0,0-6 0 0,5-2 0 15,3-1 0-15,-1-4-6 0,3-1-107 0,-5-2 74 16,2-2-173-16,-3-2 78 0,2 0 73 0,-4 0-28 15,2 0-269-15,-2-8 161 0,-1-2 72 0,-1-4 37 16,0-1 26-16,0-3-1 0,0 0 28 0,0-3 176 16,0-1-98-16,0-4-34 15,0 1-1-15,2 5 192 0,6-1-118 0,4 2-23 0,4 0 112 0,1 4-40 16,5 0-62-16,-4 6 41 16,4 3 77-16,0 1-75 0,1 3-29 0,0 2 94 15,-3 0-177-15,-1 0 0 0,-2 5 0 0,0 6 0 16,-4 2 0-16,0 4 0 0,-4 2 0 0,3 4 0 15,-5 0 0-15,-1 1 0 0,-1-1 0 0,-1 5 0 16,-1-1 0-16,2-2 0 0,-3-4 0 0,2 3 0 16,-3-4 0-16,1 1 0 0,-2-2 0 0,0-2 0 15,0-2 0-15,0-4-235 0,0-1-179 0,-3-1 193 16,-5-1 93-16,-2-5-645 16,-1 0 369-16,-2-3 175 0,-1 0-419 0,0 0 306 15</inkml:trace>
  <inkml:trace contextRef="#ctx0" brushRef="#br0" timeOffset="66481.27">26354 6034 2354 0,'-6'-11'0'0,"0"2"0"0,2 3 0 16,3 2 0-16,-3 2 0 0,2 2 0 0,-3 0 0 0,3 9 0 0,-2 4 0 0,1 4 0 0,-4 4 575 0,0 0-261 0,-2 5-144 0,-3-1 56 0,-1 1-96 0,2 0-47 16,-1-1-23-16,2-3-283 0,0 1 125 0,2-2 67 15,1-1 33-15,-1-4-721 0,3 0 377 0,1-7 198 16,0-1-800-16,2-5 455 15</inkml:trace>
  <inkml:trace contextRef="#ctx0" brushRef="#br0" timeOffset="66606.17">26234 6257 2459 0,'5'-4'0'0,"-1"3"0"0,-1-1 0 0,1 2 0 0,-1 0 0 0,2 2 0 0,-2 7 0 0,2 2 0 0,2 1 0 0,0 1 0 0,-1 2 413 0,2-2-180 0,-1 2-103 0,-2 1-321 15,2-4 114-15,2 1 56 0,-5-1 28 0,5-5-313 16,-1 1 166-16,5-5 89 0,1-3 42 0,2 0-733 15</inkml:trace>
  <inkml:trace contextRef="#ctx0" brushRef="#br0" timeOffset="67036.97">26972 5620 2847 0,'7'-9'0'0,"-5"9"0"0,-2 0 0 0,0 9 0 0,-7 5 0 0,-13 4 0 0,2 3 0 0,-4 2 0 0,-1 1 0 0,-2 4 0 0,-3 5 333 0,6-7-149 0,-3 2-73 16,4-2-39-16,9-8-17 0,0 3-10 0,4-5-9 16,6-5 0-16,2 0-128 15,0-3 64-15,4-5 32 0,15-2-119 0,4-1 71 0,1 3 40 16,1-3-24-16,3 0 25 0,-3 4-1 0,-1-1-30 16,4 5 202-16,-10 2-97 0,2 3-33 0,-6 1-20 15,-5 5 153-15,-2 6-77 16,-2 1-94-16,-5 2 0 0,0 3 0 0,-5-2 0 0,-11 1 0 15,-2 0 0-15,-5-1 0 0,0-2 0 16,-3-2 0-16,0 0 0 0,2-4 0 0,0-3 0 16,-3-1 0-16,0-6 0 0,3-4 0 0,4-6-27 15,-3-1-445-15,4 0 196 0,1-8 125 0,3-7 57 16,5-3-64-16,1-2 60 0,5 0 32 0,4 1-3 16,0 3 33-16,0 0 0 0,0 3 335 0,4 4-167 15,7 3-84-15,2 3-51 16,2 0 479-16,2 1-245 0,1 2-58 0,3 0-81 15,2 0-57-15,-3 2-35 0,1 4 0 0,-2 0 0 16,0 1 0-16,-2 1 0 0,-2-1 0 0,2-1-29 16,-3 0-37-16,2-1 50 0,-2-1-982 0,0-2 487 15,1-2 212-15,-2 0 122 0</inkml:trace>
  <inkml:trace contextRef="#ctx0" brushRef="#br0" timeOffset="67382.89">27247 5553 3642 0,'0'0'0'0,"0"12"0"0,0 7 0 0,0 6 0 0,0 1 0 0,0 9 0 0,-1 8 0 0,-1-6 0 16,-1 17 0-16,-2-1 0 0,1 2 155 0,1 1-21 0,-4-3-134 0,6-8 0 0,0 7 0 16,1-7 0-16,0-8 0 0,0 4 0 0,0-5 0 15,0-3 0-15,2-3 0 16,3-7 0-16,-1-3-587 0,-1-7 134 0,4-5 239 15,-2-6-57-15,4-2-523 0,0-3 379 0,1-19 190 16,-2-3-105-16,1-8 146 0,-2-2 66 0,2-1 45 16,-4 5-78-16,0 7 75 0,-1-2 36 0,-2 5 40 0,-1 9 160 15,1-2-115-15,0 5-41 16,-2 4 680-16,0 4-359 0,1-1-181 0,-1 2 743 16,4 0-431-16,-3 11-209 0,2 2-106 0,4 2 264 15,-6 0-184-15,3 2-84 0,0 2-62 0,-3-2-75 16,1 2 0-16,0 0 0 0,-1-3 0 0,2 0 0 15,0-1 0-15,-3-4 0 0,2-3-540 0,3 1 153 16,-2-3 211-16,3-6-849 0,1 0 498 0</inkml:trace>
  <inkml:trace contextRef="#ctx0" brushRef="#br0" timeOffset="67567.92">27567 5745 3300 0,'-2'-6'0'0,"2"1"0"0,0-1 0 0,13-2 0 0,4 3 0 0,10-1 0 0,-1 0 0 0,6 3 0 0,3 1 0 0,2-3 0 0,8 2 199 0,-12 1-73 0,5 0-173 0,-1 2 41 16,-5 0 1-16,0 0-594 0,-9 0 317 0,-2 0 169 16,-4 0 69-16,-4 4-792 0,-4-1 419 0</inkml:trace>
  <inkml:trace contextRef="#ctx0" brushRef="#br0" timeOffset="67878.78">27917 5418 2215 0,'-7'-4'0'0,"2"2"0"0,0 2 0 0,3 0 0 0,-1 6 0 0,2 7 0 0,1 2 0 0,0 4 0 0,0 0 0 0,0 7 0 0,0 0 265 0,-6 4-115 0,0 1-150 15,-4-2 45-15,-2 5-9 0,-3-2-1 0,-2-2-407 16,-4 2 203-16,-1-4 103 0,-6-1 59 0,0-4-245 15,-2 0 143-15,4-6-1 16,-3-5-3-16,7-4-32 0,1-5 45 0,2-1 136 0,7-2 164 0,-1 0-118 16,8 0-59-16,2 0 507 0,3 0-273 0,0 0-85 15,12 0-83-15,12-2 385 16,13 2-219-16,2 0-110 0,-1 0-46 0,15 0 154 16,0 0-240-16,0 0-13 0,-2 2 0 0,0 1 0 15,-12 1 0-15,12 0 0 0,-17 0 0 0,2 2 0 16,-3-1 0-16,-6-1-199 0,-5 1-76 0,0 1 136 15,-6-2 84-15,-2-3-899 0,-5 2 459 0,-4-3 230 16,-3 0 105-16</inkml:trace>
  <inkml:trace contextRef="#ctx0" brushRef="#br0" timeOffset="68045.23">28230 5609 2680 0,'-17'11'0'0,"-2"7"0"0,-2-2 0 0,-5 7 0 0,-7 5 0 0,-3 5 0 0,-12 10 0 0,0-3 0 16,-10 7 0-16,-14 8 0 0,2-5 118 0,7-2 329 0,-18 8-210 0,23-11-101 0,2 0-50 16,19-7-111-16,-1 3 30 0,16-5 9 0,1-1 22 15,4-3-640-15,12-8 321 0,5-4 159 16,0-7 80-16,14-8-900 0</inkml:trace>
  <inkml:trace contextRef="#ctx0" brushRef="#br0" timeOffset="68320.72">27786 6233 2836 0,'1'0'0'0,"2"0"0"0,-3 0 0 0,0 0 0 0,-11 8 0 0,-3 1 0 0,0 0 0 0,-2 2 0 0,3 3 0 0,1-1 0 0,-2 0 183 15,3 0-74-15,-1 2-36 16,0-6 160-16,3 0-99 0,7 0-40 0,0-3-33 0,2 1-52 16,0-2 27-16,4 0-1 0,12-4 1 0,7-1-67 15,7 0 29-15,1 0 0 0,3 0-31 16,2 0 34-16,0 0 0 0,0 0-64 0,-2 0 15 15,-4 0 32-15,-11 0-15 0,1 4-19 0,-4 1 14 16,-9 0 0-16,-2 1 11 0,-3 2-107 0,-2 1 54 16,-14 0 31-16,-7-1-132 0,-6-1 68 0,-3 2 30 15,-2-4 24-15,1-1-220 0,-1-2 121 0,3-2 59 16,4 0-322-16,-5 0 196 0,3 0 94 0,6-10 46 16,0-7-224-16,3-3 136 0,4-7 59 0</inkml:trace>
  <inkml:trace contextRef="#ctx0" brushRef="#br0" timeOffset="68428">27632 6274 2412 0,'2'-18'0'0,"7"4"0"0,0 5 0 0,3 2 0 0,2 2 0 0,0 4 0 0,8-1 0 0,4 2 0 0,-1 0 0 0,8 0 0 0,-1 0 496 0,0 0-222 0,4 0-123 0,-4 0-58 15,3 0-41-15,-1 0-16 0,-1 0-1 0,-1 0-667 16,1-2 329-16,0-2 170 0</inkml:trace>
  <inkml:trace contextRef="#ctx0" brushRef="#br0" timeOffset="68756.22">28630 5491 3548 0,'0'0'0'0,"0"9"0"0,0 9 0 0,0-2 0 0,0-1 0 0,-1 4 0 0,-4-1 0 0,-1 1 0 0,3 0 0 0,-1 4 0 0,-1 0 171 0,0-1-68 16,4-1-34-16,-1-3-29 0,2 1-552 0,0-2 254 15,0-3 147-15,0-6 73 0,0 0-716 0,2-2 404 16,4-6 188-16,-1 0 99 0,2 0-574 0,-3-7 302 16,4-7 149-16,-2-1 87 0,-4 2 35 0,5-2 1 15,-2 6 208-15,0-1-90 0,3-1-46 0,4 2-31 16,4 7 536-16,0-3-274 0,10 4-138 16,6-1-69-16,6 2 669 0,2 0-324 15,3 0-176-15,1 0-84 0,-8 0 218 0,2 3-151 16,-2 4-75-16,-10-2-336 0,-1 3 126 0,-5-1 68 15,-7 3-324-15,-6 1 196 0,-7 2 97 0,-1 3 58 16,-24 2-835-16,-9 1 416 0,-3-3 124 0</inkml:trace>
  <inkml:trace contextRef="#ctx0" brushRef="#br0" timeOffset="69069.06">28532 5932 1901 0,'-22'2'0'0,"5"2"0"0,2-4 0 0,7 0 0 0,6 2 0 0,2 0 0 0,15-1 0 0,12 4 0 0,5-3 0 15,2 3 0-15,3 0 240 0,0 3-111 0,11-3-42 0,-14 1 210 0,1 1-131 0,-5-2-56 0,-4 0 12 16,-3 1-43-16,-6 0-1 16,-7 0-42-16,-3-3-419 0,-4 3 217 0,-3-1 97 0,-2 1-278 0,-14-1 192 15,-4-1 94-15,-2 0 49 0,0-4-719 16,-7 2 352-16,2-2 172 0,1 0 86 0,-8 0-203 0,3-6 161 16,-1 1 78-16,2 1 43 0,-2-2 42 15,2 2 0-15,0 3 0 0,3 1 287 0,4 0-188 16,0 0-63-16,7 7 580 0,-2 6-277 15,6 9-174-15,1 2 0 0,8 3 246 0,-1 3-193 16,3 6-91-16,1 2-46 0,0-1 534 0,0-1-290 16,0-2-136-16,0-1 27 0,1 2-174 0,3-4-42 15,1-1 0-15,0-3-245 0,1-4 38 16,1-5 117-16,-4-3-732 0,3-6 428 0,0-1 215 0,2-8 4 16,1 0-334-16,-2-4 242 15</inkml:trace>
  <inkml:trace contextRef="#ctx0" brushRef="#br0" timeOffset="69229.48">28505 6109 2426 0,'5'-12'0'0,"5"5"0"0,8 3 0 0,-1 1 0 0,1 1 0 0,3 0 0 0,5 0 0 16,1 2 0-16,1 0 0 0,2 0 0 0,0 0 496 0,-2 0-230 0,-5 2-115 16,1 2-58-16,-1-2-235 0,-5 2 98 0,-1-1 35 15,-5-1-624-15,-4 0 335 0,-1-2 166 0,-6 0 93 16,1 0-639-16,-2 0 251 0,0 0 200 0,-10-4 75 15</inkml:trace>
  <inkml:trace contextRef="#ctx0" brushRef="#br0" timeOffset="69342.78">28801 6024 1674 0,'-15'-4'0'0,"1"1"0"0,4 1 0 0,1 2 0 0,-2 0 0 0,4 0 0 0,0 8 0 0,0 3 0 0,5-2 0 0,-3 4 0 0,3 1 75 16,-2 1 270-16,1 0-146 0,-1 0-86 0,-1 0-43 0,0 0 0 0,3 0-35 15,-2 0 0-15,1 0-450 0,3-2 221 16,-2 0 114-16</inkml:trace>
  <inkml:trace contextRef="#ctx0" brushRef="#br0" timeOffset="69676.86">28611 6325 2585 0,'-21'13'0'0,"7"-1"0"0,-4 6 0 0,3-5 0 0,0 2 0 0,3 0 0 0,4 0 0 0,2 0 0 0,6-2 0 0,0 3 0 0,0-3 301 16,10-5-137-16,6 1-38 0,11 0-46 0,3-3-22 15,3-3-158-15,8 1 76 0,3-4 26 0,1 2 0 16,0 0-413-16,-5 0 223 0,-3-1 112 0,1 4 65 16,-5-4-433-16,-3 2 223 0,-8-3-1 0,-2 0 94 15,-4 0-123-15,-4 0 100 0,-5 0 62 0,-3 0-25 16,-3-4 39-16,-1-8 0 0,-1 1 40 0,-11-3 22 16,-6-2 9-16,2 1-31 0,-2-2 114 15,0 0-57-15,3 3-29 0,-4 2-9 16,-1 1 192-16,2 1-105 0,1 4-11 0,2 2-40 15,4 2 412-15,2 0-200 0,-2 2-67 0,4 0 296 16,2 0-213-16,2 7-106 0,-1 0-45 0,2 3 258 16,2 1-161-16,0 0-78 0,0 0 39 0,0 0-60 15,0 0-21-15,2 3-9 0,5-3-483 0,3 0 226 16,5-1 114-16,7-2 57 0</inkml:trace>
  <inkml:trace contextRef="#ctx0" brushRef="#br0" timeOffset="69830.98">29218 6434 3655 0,'-5'-4'0'0,"2"2"0"0,1 0 0 0,2 2 0 0,-2 0 0 0,-1 0 0 0,3 6 0 0,0 1 0 0,-2 4 0 0,2 3 0 0,0-1 136 16,0 1-36-16,0 2-60 0,0-5-40 16,0 0 0-16,0-1-459 0,2-3 178 0,8-1 158 0,-2-6 79 15</inkml:trace>
  <inkml:trace contextRef="#ctx0" brushRef="#br0" timeOffset="70041.42">29618 5774 3931 0,'15'-4'0'0,"17"1"0"0,1 3 0 0,6 0 0 0,-2 0 0 0,3 0 0 0,8 0 0 0,1 0 0 0,13 4 0 16,1-3 0-16,2 3 0 0,-4-2 0 0,19 1 0 0,-13-3 0 0,-2 1 0 0,-12 1 0 0,4 0 0 0,-14-2 0 16,2 2-1562-16,-12-2 1416 15,-1 1 91-15,-9-1 45 0,-9 0-46 0,-9 0-770 16,-5-1 400-16,-11-6 195 0</inkml:trace>
  <inkml:trace contextRef="#ctx0" brushRef="#br0" timeOffset="70223.62">30084 5707 3596 0,'-20'13'0'0,"8"8"0"0,-1 5 0 0,8 0 0 0,0 2 0 0,2 6 0 0,-1 9 0 0,-1 2 0 0,-1-2 0 0,3 5 0 0,1-5 323 0,0-7-311 0,1 5-12 0,-1-3 0 16,-2-3 0-16,3-1 0 0,-1-2 0 16,0-7 0-16,-1 4 0 0,1-8 0 0,2 0 0 0,0-4-1578 15,0-6 1503-15,0-4 63 16,0-1-26-16,7-6 25 0,3 0-121 0,6-9-336 0,2-9 217 0</inkml:trace>
  <inkml:trace contextRef="#ctx0" brushRef="#br0" timeOffset="70402.87">30290 5850 3362 0,'0'-3'0'0,"0"3"0"0,2 0 0 0,0 5 0 0,-1 10 0 0,1 3 0 0,-2 7 0 0,0 5 0 0,0 3 0 0,0 8 0 0,0 4 272 0,0-4-118 16,-5 4-11-16,-1-4-143 0,2-6 0 0,1 7 0 0,-2-5 0 15,3 1 0-15,2-1 0 0,0-3 0 0,0 0 0 16,0-7 0-16,0 3 0 16,0-2 0-16,0-10-117 0,0-1 63 0,2-8-1097 15,6-3 550-15</inkml:trace>
  <inkml:trace contextRef="#ctx0" brushRef="#br0" timeOffset="70679.1">30598 6199 3857 0,'23'0'0'0,"-2"0"0"0,14 1 0 0,-7 6 0 0,1-3 0 0,-8 1 0 16,-6 2 0-16,3 3 0 0,-4 1 0 0,-4 1 0 0,-2 2 36 0,-8 4-2 0,0-2-38 0,-13 5 0 16,-9-3 16-16,2-1-12 0,-11 4 0 0,4-6-31 0,7-2-18 0,3-1 42 0,-6-3 0 0,11-4 50 15,-6 1-85-15,8-6 37 16,1 2 1-16,7-2 39 0,-2 0 32 15,4 0-67-15,0 0 0 0,0 0 0 0,8 0 0 0,13-2 0 16,-2 0 0-16,11 1 0 0,2 1 0 0,11 0 0 16,2 0 0-16,2 0 0 15,4 0 0-15,-1 0 0 0,2 1 0 0,-4 5 0 16,7-1 0-16,-1 4-765 0,-3-2 170 0,6 0 272 0</inkml:trace>
  <inkml:trace contextRef="#ctx0" brushRef="#br0" timeOffset="70836.98">31776 6483 3931 0,'0'0'0'0,"2"-4"0"0,19 4 0 0,-5 0 0 0,-3 0 0 0,-3 0 0 0,-2 0 0 0,-1 0 0 0,-2 0 0 0,1 0 0 0,0 0 0 16,-5 0 0-16,1 0 0 0,1 4 0 0,-3-3-315 15,0 1-3-15,0 2 185 0,-6-4 80 0</inkml:trace>
  <inkml:trace contextRef="#ctx0" brushRef="#br0" timeOffset="101125.28">2886 8471 1668 0,'-4'-1'0'0,"0"-3"0"16,2 2 0-16,1-4 0 0,-1 2 0 0,-1 1 0 0,1-1 0 0,0 3 0 0,2-2 0 0,0-1 0 0,0 1 130 0,0 0-32 0,0 1 81 0,0-1-68 16,0 1-33-16,0 0 0 0,-3 0 108 0,3 1-59 0,0 1-47 15,0-2 155-15,0 2-95 0,0 0-48 0,0 0 270 16,0 0-260-16,0 0-58 0,0 0 1 0,0 0 18 15,0 0-19-15,0 0 1 0,0 0-21 16,0 0-24-16,0 0 0 0,0 0 0 0,0 0 0 16,0 0 0-16,0 0 0 0,0 0 0 15,0 0 0-15,3 0 0 0,-3 0 0 0,7 0 0 16,-2 0 0-16,1 0 0 0,1 0 0 16,2 0 0-16,3 0 0 0,-3 0 0 0,5 0 0 15,-1 0 0-15,2 0 0 0,-2 0 0 0,2-2 0 16,0 0 0-16,0 0 0 0,-3 0 0 15,4 0 0-15,-4 0 0 0,5-1 0 0,-5 1 0 16,2 0 0-16,0-2 0 0,0 3 0 0,0-4 0 0,2 4 0 16,0-3 0-16,2-1 0 0,-1 0 0 0,1 2 0 15,-1-1 0-15,3 1 0 16,-4-2 0-16,1 3 0 0,-4 1 0 0,2-2 0 0,-5 2 0 0,2-1 0 16,-2 1 0-16,-3 1 0 15,1 0 0-15,-3-3 0 0,-2 3 0 0,-1 0 0 16,-1 0 0-16,1 0 0 0,0 0 0 0,-2 0 0 15,0 0 0-15,0 0 0 0,0 0 0 0,0 0 0 16,0 0 0-16,0 0 0 0,0 0 0 0,0-1 0 16,0 1 0-16,-2-3 0 0,-6 3 0 0,-4 0 0 15,0 0 0-15,-3 0 0 0,-1 0 0 16,-6 0 0-16,-3 3 0 0,2 2 0 0,-4 2 0 0,-3 3 0 16,0-1 0-16,0 3 0 0,-1 1 0 0,-4-2 0 15,3 0 0-15,2 1 0 0,-2-1 0 0,4 0 0 16,0-3 0-16,5-2 0 0,4 3 0 0,-1-3 0 15,4-3 0-15,4 3 0 0,3-5 0 0,0 1 0 16,2-2 0-16,3 2 0 0,1-2 0 0,3 2 0 16,-2-2 0-16,2 0 0 0,0 0 0 0,0 0 0 15,0 0 0-15,0 0 0 16,0 0 0-16,0 0 0 0,7 0 0 0,6 0 0 16,-1 0 0-1,2 0 0-15,2 0 0 0,1-4 0 0,3-1 0 0,1-1 0 16,6-1 0-16,-3-2 0 0,2 3 0 0,2-2 0 0,1 3 0 0,1-1 0 15,-2-2 0 1,0 2 0-16,0 4 0 0,-1-3 0 0,-6 1 0 16,2 3 0-16,-2-3 0 0,-2 2 0 0,-1 0 0 15,-5 0 0-15,-1 2 0 0,-2-2 0 0,-2 2 0 16,-1 0 0-16,-2 0 0 0,-2 0 0 0,-1 0 0 0,-1 0 0 16,-1 0 0-16,0 0 0 0,0 0 0 15,0 0 0-15,0-2 0 0,0 2 0 0,-3-1 0 0,-7-1 0 16,-3 2 0-16,-2 0 0 0,0 0 0 0,-7 0 0 15,-1 0 0-15,-2 0 0 0,-3 2 0 16,1 3 0-16,-3 1 0 0,0 1 0 16,2 0 0-16,0-2 0 0,9 1 0 0,-4-1 0 0,1-1 0 15,4-1 0-15,3 1 0 16,5 0 0-16,1 0 0 0,1-2 0 0,5-2 0 16,-2 0 0-16,5 0 0 0,-2 0 0 0,2 0 0 15,0 0 0-15,0 0 0 0,0 0 0 0,0 2 0 0,0 0 0 16,2 2 0-16,5 1 0 15,4-4 0-15,4 4 0 0,2-4 0 0,1 1 0 16,4-2 0-16,3 0 0 0,1 0 0 0,-5 0 0 0,7 0 0 16,-2 0 0-16,1-2 0 0,-2-1 0 15,-6-1 0-15,4 0 0 0,-5 3 0 16,-1-4 0-16,-1 2 0 0,-7 1 0 0,-1 0 0 16,-2 0 0-16,-2 1 0 0,-1-2 0 0,-1 2 0 15,-2 1 0-15,0 0 0 0,0 0 0 0,0 0 0 16,0-3 0-16,0 2 0 0,0 1 0 15,0 0 0-15,0-2 0 0,-2 0 0 0,-1 0 0 0,1 1 0 0,0-2 0 16,-1 2 0-16</inkml:trace>
  <inkml:trace contextRef="#ctx0" brushRef="#br0" timeOffset="101185.16">3303 8433 448 0,'0'-1'0'16,"0"-3"0"-16,0 2 0 0,6 0 0 0,6 2 1003 0,1 0-524 0,4 0-262 0</inkml:trace>
  <inkml:trace contextRef="#ctx0" brushRef="#br0" timeOffset="102200.69">16916 8045 1217 0,'-4'-3'0'0,"0"-1"0"0,1-1 0 0,1 4 0 0,0-1 0 0,0-1 0 0,2 2 0 0,0-1 0 0,0 2 0 0,0 0 0 0,0 0 48 16,0 0 64-16,0 0-12 0,0 0-53 0,0 0 0 0,0 0 47 16,0 0-1-16,0 0-34 0,0 0-12 0,0 0 136 15,0 0-67-15,0 0-35 0,0 0 0 0,0 0 113 16,0 0-79-16,0 0-34 0,0 0-41 0,0 0 8 16,0 0-1-16,0 0 100 0,0 0-55 0</inkml:trace>
  <inkml:trace contextRef="#ctx0" brushRef="#br0" timeOffset="102525.32">16903 8021 3798 0,'9'0'0'0,"3"0"0"0,2 0 0 0,1 0 0 0,4 0 0 0,0 0 0 0,1 1 0 0,3 3 0 0,3 2 0 0,0-2 0 0,-1-1 48 0,1 1-40 16,-2 0 38-16,-1-2-52 0,2 2-8 0,-5-3 52 15,-1 3-25-15,-2-2-13 0,-4 0 0 0,-2 0 0 16,-1 1 0-16,-5-2 0 0,-1 1 0 0,0-2 0 16,-3 0 0-16,1 0 0 0,-2 0 0 0,0 0 0 15,0 0 0-15,0 0 0 16,0 0 0-16,0 0 0 0,0 0 0 0,-3-3 0 15,-3-4 0-15,-3 1 0 0,-5 1 0 0,0-1 0 16,-5 2 0-16,-6 3 0 0,-1-1 0 0,-2 2 0 16,-5 0 0-16,6 0 0 0,-1 0 0 0,5 0 0 15,0 2 0-15,3-1 0 0,1 2 0 0,4-2 0 16,4-1 0-16,4 0 0 0,0 2 0 0,5-2 0 16,-1 0 0-16,1 0 0 0,2 0 0 0,0 0 0 15,0 0 0-15,0 0 0 16,0 0 0-16,2 2 0 0,6 0 0 0,1-2 0 15,4 2 0-15,2 0 0 0,1-2 0 0,9 0 0 16,1 0 0-16,5 0 0 0,6 0-106 16,5 0-821-16,4 0 428 0,7 5 232 0,13 5 109 0</inkml:trace>
  <inkml:trace contextRef="#ctx0" brushRef="#br0" timeOffset="118295.18">22587 8760 2358 0,'0'-16'0'0,"5"-3"0"16,2 4 0-16,2 0 0 0,5 2 0 0,-5 5 0 0,0 1 0 0,3 3 0 0,1 2 0 0,-4 2 0 0,3 0 175 0,-1 6-59 0,-2 10 221 0,1 7-150 0,-3 5-74 0,-5 4-39 15,0 12 217-15,-2-5-117 16,0 13-73-16,-9 1-96 0,-7 0-5 0,2 0 0 16,-4-1 0-16,2-1 0 0,-2-3 0 0,1-1 0 15,4-4 0-15,1-1 0 0,2-9 0 0,1 3 0 0,-1-4 0 16,5-4 0-16,-1-3 0 0,0-4 0 15,2-1 0-15,1-7 0 0,1 0-32 16,0-3-35-16,0-5-233 0,1-1 114 0,1-2 75 16,0-2-91-16,0 0 86 0,0 0 40 0,0-4-318 15,0-11 179-15,0-8 88 0,9-2 36 0,10-8-536 16,-1-4 295-16</inkml:trace>
  <inkml:trace contextRef="#ctx0" brushRef="#br0" timeOffset="118577.31">23003 8620 3391 0,'0'-12'0'0,"0"8"0"0,0 1 0 0,-2 1 0 0,-3 2 0 0,-2 0 0 0,0 0 0 0,3 11 0 0,-1 4 0 0,1 6 0 0,1 4 107 16,-1-3-26-16,-1 12 234 0,2-1-278 0,-1 0-37 15,0 4 0-15,-1 5 0 0,1-3 0 0,-3 6 0 16,1-4 0-16,-2 1 0 0,1-1 0 0,0-2 0 15,0-3 0-15,0 3 0 16,0-1 0-16,-1-2 0 0,0-1-157 0,-1-1 9 16,4 0 73-16,-3-5-320 0,3-1 178 0,-2-8 91 15,4 0 44-15,1-6-205 16,0-1 130-16,2-5 60 0,0-3 29 0,0-3-302 0,0-2 167 16,0 0 73-16,4-5-268 0,6-11 181 15,3-5 90-15,-1 0 45 0</inkml:trace>
  <inkml:trace contextRef="#ctx0" brushRef="#br0" timeOffset="118806.43">23290 8644 2660 0,'4'-7'0'0,"-1"1"0"0,0 2 0 0,-1 2 0 0,-2 2 0 0,0 0 0 0,0 4 0 15,0 10 0-15,-5 3 0 0,2 5 0 0,-3 4 522 0,2 3-242 0,-1 2-121 0,0 3-61 0,-1 9 77 0,0-7-138 16,0 7-37-16,1-2-3 0,-3-1-55 0,0 1 47 0,1-2 24 16,0-3-186-16,-2 7 101 15,0-7 54-15,-2 2 28 0,2-1-609 0,-1 1 211 0,-2-3 182 16,1 2-467-16,-5 3 318 0,3-8 159 0,-6 1-360 0</inkml:trace>
  <inkml:trace contextRef="#ctx0" brushRef="#br0" timeOffset="119011.62">22381 9856 3551 0,'-21'0'0'0,"9"0"0"0,0 5 0 0,4-1 0 0,5-1 0 0,1-3 0 0,2 0 0 0,0 0 0 0,0 3 0 0,4 0 0 0,8 1-133 0,4 0 85 0,-2-3 43 0,6 3-1 0,-3-1-1197 15,-1 2 1246-15,2-1-6 0,-4-2 0 0,2 2-421 16,-4-3 196 0,1 3 98-16,-1-2-368 0</inkml:trace>
  <inkml:trace contextRef="#ctx0" brushRef="#br0" timeOffset="119177">22734 9795 3117 0,'0'0'0'0,"0"0"0"0,0 0 0 0,0 0 0 0,0 0 0 0,0 0 0 0,0 0 0 0,2 0 0 0,5 0 0 0,1 4 0 0,1 0 71 0,2 0-1005 16,1 1 886-16,-1 1 42 0,3 0 0 0,-1-1-361 15,-1 3 196-15,2-5 102 0,1 3 51 16</inkml:trace>
  <inkml:trace contextRef="#ctx0" brushRef="#br0" timeOffset="119327.27">23136 9852 3931 0,'5'2'0'0,"0"0"0"0,0-2 0 0,-1 1 0 0,0 3 0 0,1-2 0 0,-1 2 0 0,1 0 0 0,3 1 0 0,2 2 0 0,-3-3 0 32,3 6 0-32,-3-4 0 0,2 3 0 0,-1-2-2025 0,0 3 2056 0,-3-1 5 0,1 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33:31.3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3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1:36:00.853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17233 7157 2377 0,'-13'-1'0'0,"3"1"0"0,1 0 0 0,3 0 0 0,2-3 0 0,1 3 0 0,1-1 0 0,0 1 0 0,2 0 0 0,0 0 0 0,0-3 207 0,0 1-89 0,7-2-42 0,7-3 88 16,2 2-64-16,5-2-32 0,0-1 78 0,1 0-60 16,5 1-25-16,-1 1 36 0,0 0-31 0,-1-1 0 15,-3 3-21-15,8 0 26 0,-4 0-35 0,3 1-1 16,-3 1 1-16,-1 0-30 16,-3 0 39-16,0 0-20 0,1 0-25 0,-4 1 0 15,-1 1 0-15,0 0 0 0,-4 0-75 0,2 0 29 16,-7 0 23-16,2 0-236 0,-3 0 119 0,-2 0 69 15,-1 0 10-15,-3 0-140 0,0 0 63 0,0 0 53 16,-2 0 12-16,0 0-338 0,0 0 192 0,0 0 92 16,-4 0 45-16,-7 0-426 0</inkml:trace>
  <inkml:trace contextRef="#ctx0" brushRef="#br0" timeOffset="191.54">17363 7215 2896 0,'-12'13'0'0,"4"0"0"0,3 0 0 0,0-2 0 0,3-1 0 0,0 0 0 0,2-4 0 0,0 4 0 0,0 0 0 0,4-3 0 0,6 1 115 0,2-5-39 0,-1 3-1 0,2 0-185 16,3-4 72-16,-2 1 46 0,0 0-489 0,0-3 258 16,2 0 129-16,0 0-584 15,2 0 337-15,-2-3 168 0,1-7-15 0,-2-2-249 16</inkml:trace>
  <inkml:trace contextRef="#ctx0" brushRef="#br0" timeOffset="500.74">17719 7177 1618 0,'12'-2'0'0,"-3"2"0"0,-2 0 0 0,-1 0 0 0,-5 0 0 0,2 0 0 0,-3 8 0 0,0 2 0 0,0 1 0 0,-8 2 0 0,-5 3 130 0,-4 2-48 0,-1 1-22 0,-3-1-11 15,-4 2-13-15,0 0 8 0,0-2-77 0,-3 0 34 16,-2-2 0-16,-2-1 60 0,0-1-25 0,2-5 8 15,-2 0-8-15,4 0 132 0,-1-3-66 0,8-2-33 16,0 0 0-16,7-2 190 0,1 0-116 0,3-2-53 16,5 0-28-16,3 0 196 0,2 0-112 0,0 0-46 15,5 0-36-15,16 0 26 0,6 0-28 16,1-2 1-16,8-4-42 0,4 0-21 0,4 1 0 0,-1 1 0 16,-2-2 0-16,1 2 0 15,-6 1 0-15,1 1 0 0,-3 0 0 0,-2 0 0 16,-4 0 0-16,-7 2-345 0,-1 0 118 0,-3 0 74 15,-6 0-204-15,1 0 153 0,-5 2 84 0,-3 0-365 16,-2-2 215-16,-1 2 122 0,-1-2 56 0,0 0-358 16,0 0 207-16,-10 0 104 0</inkml:trace>
  <inkml:trace contextRef="#ctx0" brushRef="#br0" timeOffset="701.44">17590 7174 3096 0,'-11'9'0'0,"1"5"0"0,2 1 0 0,-1 1 0 0,4 5 0 0,-1 4 0 0,3-3 0 0,3 8 0 0,0-2 0 0,0 2 0 0,0 2 164 0,3 4-64 0,3-2 112 0,-1 1-93 15,2 1-41-15,1-2-4 0,2-1-1 16,-3 0-58-16,0-8-15 16,5 6-274-16,-5-5 122 0,1-2 94 0,-1-3 47 0,1-2-576 0,-2-2 207 15,-1-4 190-15,-1-6-475 0,1-1 316 16,1-3 156-16,0-3 79 0</inkml:trace>
  <inkml:trace contextRef="#ctx0" brushRef="#br0" timeOffset="1212.97">17899 7074 1901 0,'16'-13'0'0,"0"3"0"0,2-3 0 0,-4 4 0 0,2 0 0 0,-2 1 0 0,2 3 0 0,-2 1 0 0,2 2 0 0,-3 1 0 0,-3 1 85 0,2 0 27 0,-3 0-38 16,-1 7 1-16,-5 4 5 0,-2 4-44 0,-1 3 0 16,0 3-1-16,0 6 174 0,-12 1-86 0,2 4 80 0,-4 2-87 0,1-3-41 15,2 3 0-15,-1-1-39 0,3 2 196 16,2-4-89-16,0 0-59 16,6-7 9-16,1 0-29 0,0 1-20 0,0-4-171 15,0-1 79-15,0-2 38 0,4-4-582 16,2-1 621-16,-3-3 7 0,1-1-1 0,-2-3-159 0,1-2 37 15,-1-2 46-15,-2-2-32 0,2 0-97 0,-2 0 61 0,0-12 28 16,0-3 45-16,0-4 0 0,2-5 1 16,-2-2-1-16,2 0 1 15,0-5 62-15,0 1-27 0,6 0 0 0,-1 4 129 0,4 0-82 16,4 1-29-16,0 7 189 16,8-3-98-16,0 5-56 0,1 0-9 0,4 5 78 0,1 2-37 15,3 1-5-15,-3 4 118 0,4 2-81 0,-4 2-41 16,-1 0 1-16,-2 0-42 0,-3 7 81 0,4 9-116 15,-5 0 0-15,-3 3 0 0,-2 3 0 16,-3 0 0-16,-2-1 0 0,1 8 0 16,-4-5 0-16,-1 5 0 0,0-3 0 0,-5 0 0 15,1-3 0-15,0 7 0 0,-3-9 0 0,1 3 0 16,0-1 0-16,0-3 0 0,-2 1 0 0,0-2 0 16,0-2-351-16,0-2 43 0,0-1 133 0,0-6-848 15,-7 2 903-15,-1-5 47 16,-1 1 0-16,-3-5-769 0,0-1 759 0,-4 0 23 0,2 0-8 0,-6-7-167 15,2-9 99-15</inkml:trace>
  <inkml:trace contextRef="#ctx0" brushRef="#br0" timeOffset="1394.6">18189 7270 2534 0,'-8'-5'0'0,"2"5"0"0,3 0 0 0,-1 0 0 15,2 0 0-15,2 14 0 0,0-2 0 0,0 5 0 0,0 3 0 0,0 1 0 0,4-2 418 0,3 7-191 0,-1-6-87 0,0 2-173 0,1 5 35 0,-3-8-1 0,2 3-930 0,-3-1 929 0,1-3 44 0,-1-3-8 16,2 1 0 0,-3-4-606-16,0-5 297 0,0-2 88 0,-1-1-188 0,1-4 173 0,0 0 82 15,0-6 41-15,0-11-269 0</inkml:trace>
  <inkml:trace contextRef="#ctx0" brushRef="#br0" timeOffset="1850.3">18273 7307 1900 0,'2'-9'0'0,"2"2"0"0,-2 6 0 0,2-1 0 16,0 2 0-16,-1 0 0 0,1 2 0 0,-1 7 0 0,3 5 0 0,0 1 0 0,0 2 397 0,-1 2-181 0,-1-1-90 0,0 1-57 0,-1 1-24 0,-1-1-10 0,2 0 1 0,-2-2-356 15,0 0 178-15,0-2 88 16,-2-2-171 0,0-2 126-16,0-2 67 0,0 1 34 0,0-4-506 0,-2-2 239 0,-4-4 87 15,-1 0-72-15,-1 0 106 0,1-3 55 16,-1-8 54-16,0 0 0 0,1-1-10 0,-2-2 10 0,1 3 186 15,2-2-93-15,1 7-47 0,-1-2-23 0,3 3 309 16,-1 1-162-16,4 2-63 16,-2 0 120-16,2 2-67 0,0 0-57 0,0 0 32 0,2 0 53 15,7 0-59-15,-1 6-29 0,1 0-71 0,1-1 51 0,1 2-9 16,-6-4-1-16,3 6-184 0,0-3 92 16,-3 1 46-16,-1 0-417 0,-2-1 442 15,-1 4 14-15,-1-3-34 0,0 2 21 0,0 0-130 16,-3-4 48-16,-6 4 6 0,0-3 0 0,-3 1-15 0,1-1 78 15,-3 0-9-15,5-1-38 16,-6 1 195-16,3-3-92 0,2 3-41 0,-1-2-25 0,4-1 329 16,2 2-161-16,1-4-49 15,2 1 222-15,0 0-144 0,2-1-78 0,0 1-37 0,0 1 76 16,8-3-62-16,4 0-26 0,6 0 0 0,-1 0 1 16,3 0 0-16,1 0-18 0,2-3-66 15,5-4 29-15,-4 0-1 0,0-1-311 0,1 1 169 16,-2 1 89-16,5-1-560 0,-2-3 297 0,0 3 113 15,0-5 84-15,3 1 19 16</inkml:trace>
  <inkml:trace contextRef="#ctx0" brushRef="#br0" timeOffset="2017">18739 7091 2660 0,'0'-2'0'0,"-2"-1"0"0,2 3 0 0,0 0 0 16,0 0 0-16,12 0 0 0,4 0 0 0,7 0 0 0,2 0 0 0,1-1 0 0,-4 1 136 0,8 0-55 0,-4 0-226 0,-3 0 90 0,0 0 46 0,-3 0 22 0,-1 0-564 16,-3 0 289-16,-7 6 148 0,-4 2-687 15</inkml:trace>
  <inkml:trace contextRef="#ctx0" brushRef="#br0" timeOffset="2287.01">18752 7263 1636 0,'-11'8'0'0,"3"0"0"0,3-1 0 0,3-2 0 0,0 0 0 0,2-3 0 0,0-1 0 0,0-1 0 0,4 0 0 0,7 0 0 0,2 0 196 0,2 0-81 15,2-3-44-15,2-3 9 0,5-1-44 0,1 2 12 16,-1-2-12-16,1 4-1 0,-5 0 1 0,3 2-10 31,0 0 9-31,-5 1 1 0,-1 0 0 0,-1 0-66 0,-5 7 33 0,-4-2 10 0,-2 5 22 16,-1-1-73-16,-2 0 22 0,-2 2 0 0,0-1 23 0,-8-1-195 15,-4 1 96 1,-2-4 49-16,-1-1 11 16,0 0-312-16,-1-3 146 0,0-2 56 0,0 0-208 0,0 0 158 15,3-4 77-15,3-8 40 0,-2-4 1 0,1-5-173 16,-3-8 110-16,5-1 44 0,-2-12 35 0</inkml:trace>
  <inkml:trace contextRef="#ctx0" brushRef="#br0" timeOffset="2475.17">18801 6945 2546 0,'-2'-29'0'0,"0"4"0"0,2 13 0 0,0-3 0 0,0 10 0 0,0 0 0 0,0 5 0 0,0 0 0 0,2 16 0 0,8 8 0 0,-1 4 105 0,2 11 452 0,1 4-261 16,-1 9-130-16,-2 3-57 0,1 11 43 0,-3-4-152 0,-1-2 0 15,-3-7 0-15,1 5 0 0,1-3 0 16,-4-3 0-16,1-1 0 0,-2-4 0 0,0-2-413 16,0-2 141-16,0-7 163 0,0-1 68 0,-2-6-688 15,-4-8 347-15,0-5 174 0,3-6 85 0,-1-8-188 16,-1-2 142-16,3-2 67 0,-2-24-323 15,4-5 194-15,-3-11 99 0,-2 2 38 0</inkml:trace>
  <inkml:trace contextRef="#ctx0" brushRef="#br0" timeOffset="2576.44">18850 7525 2234 0,'0'-23'0'0,"-2"12"0"0,-3 0 0 0,-3 7 0 0,0 3 0 0,-3 1 0 0,-4 3 0 0,-2 12 0 0,0 2 0 16,-1 2 0-16,-1 1 89 0,4-3 68 0,-4 6-66 0,6-6-234 0,1-1 89 15,3 0-1242-15,6-7 1325 0,1-2 16 0,2-1-10 0,0-6-628 16,3 0 293-16</inkml:trace>
  <inkml:trace contextRef="#ctx0" brushRef="#br0" timeOffset="2704.81">18873 7496 2698 0,'14'-1'0'0,"4"1"0"15,-6 0 0-15,6 4 0 0,-4 5 0 0,4 0 0 0,-2 3 0 0,3-1 0 0,-2 0 0 0,3 2 0 0,0-1 84 0,1-2-24 0,-3 0 1 0,3 1-552 0,-1-1 272 0,-1-5 123 0,0 0 66 16,1-4-341-16,-1-1 203 0</inkml:trace>
  <inkml:trace contextRef="#ctx0" brushRef="#br0" timeOffset="3168.4">19423 6936 2471 0,'0'-1'0'0,"2"1"0"0,0 0 0 0,0 0 0 0,-1 0 0 0,1 0 0 0,-2 10 0 0,0 1 0 0,0 4 0 0,0 4 0 0,-9 3 36 0,-3 2-56 16,-2 3 38-16,-4-1-10 0,0 2-106 0,-3 1 67 0,2-3 34 15,3-1-1-15,2-7-40 0,3 1 33 0,2-4-1 0,7-4-219 16,0-1 243-16,2-2 16 0,0-3-59 0,4-2-199 16,9-3 209-16,4 0 2 15,1 0-20-15,3 0-25 0,2 0-7 0,-3-1 39 16,1-1 84-16,0 0-42 0,-5 2-2 15,-4 0-48-15,-3 0 242 0,0 5-110 0,-5 5-53 0,-2 5 301 16,-2 2-162-16,0 0-66 0,-7 2-50 0,-6 5 224 16,1-8-128-16,-1 4-64 0,2 1 169 15,1-5-191-15,1-1-43 0,6-5 1 0,1 3-26 16,2-4 25-16,0 0 1 0,0-2 9 0,2-2-143 16,8-2 66-16,4-1 34 0,1 0-155 15,2-2 94-15,-1 0 56 0,0 0 15 16,-7 0-86-16,4 2 46 0,-5 0 1 0,1-1 0 0,-5 5 97 15,-2 0-37-15,-1-1-16 0,-1 7-29 0,-3-3 97 16,-10 3-47-16,-3 1-22 0,0-2 2 0,-7 4 64 16,2-4-37-16,3-3 5 0,-3 1-334 15,0 0 153-15,1-6 68 0,1-1 42 0,0-2-632 16,4 0 303-16,3-2 157 0,3-14 70 16,6-11-583-16,3-14 335 0</inkml:trace>
  <inkml:trace contextRef="#ctx0" brushRef="#br0" timeOffset="3452.65">19956 6922 1773 0,'11'-2'0'0,"-1"2"0"0,-6 0 0 0,-4 4 0 0,0 7 0 0,-17 6 0 0,-2-1 0 0,-3 4 0 0,-1-1 0 0,0 1 0 0,1 4-2 0,-1-3 0 0,1 2 38 0,0-1-521 15,-5 1 235-15,1-1 120 0,-1 1-271 16,1-2 183-16,5-3 91 0,5-4 45 0,2 1 90 15,3-4-18-15,6 0 1 0,1-1 356 0,2-5-191 0,2 1-95 16,0-3-58-16,11 1 278 0,8-4-158 16,5 0-37-16,4 0 508 0,4 0-273 0,4-4-134 15,5-5-80-15,2-2 137 0,3 0-104 0,-2-3-52 16,0 5-26-16,-10 2-78 0,3-1 22 0,-3 2 0 16,-9 3 29-16,-1-1-539 0,-6 2 270 0,-4 0 144 15,-3 2-290-15,-4 0 124 16,-5 0 128-16,-2 0-59 0</inkml:trace>
  <inkml:trace contextRef="#ctx0" brushRef="#br0" timeOffset="3640.38">19995 7127 2801 0,'-5'0'0'0,"0"0"0"0,1 0 0 0,0 0 0 0,2 2 0 0,2 7 0 0,0 2 0 0,0 7 0 0,0 4 0 0,2 2 0 0,4 4 654 15,1 5-300-15,-2 1-232 0,1 4-122 0,-1 0 0 16,-4-1 0-16,1 1 0 0,-2-2 0 0,0 1 0 15,0-5 0-15,0-1 0 0,0-4 0 0,-2 0 0 16,-1-6 0-16,-4-3 0 0,2-2-623 16,-1-6 242-16,3-2 80 0,-1-6-580 15,-1-2 414-15,2-2 221 0,1-17 104 0</inkml:trace>
  <inkml:trace contextRef="#ctx0" brushRef="#br0" timeOffset="3786.28">19979 7375 3286 0,'0'-7'0'0,"0"6"0"16,0 1 0-16,-4 0 0 0,-7 5 0 0,-2 9 0 0,-1 1 0 0,1 0 0 0,-2 4 0 0,-2 5 0 0,0-1 188 0,3-1-77 0,0 1-37 0,5-7-420 0,0 5 200 0,1-4 86 15,2-2 48-15,4-4-392 0,2-1 220 16,0-3-792-16,0-7 481 16</inkml:trace>
  <inkml:trace contextRef="#ctx0" brushRef="#br0" timeOffset="3932.23">20050 7391 3304 0,'9'-1'0'0,"1"1"0"0,-1 0 0 0,0 0 0 0,-3 1 0 0,2 9 0 0,-2-1 0 0,-3-1 0 0,3 3 0 0,-3 0 0 0,1 1 67 0,2-1-479 16,-4 1 223-16,0-4 122 0,2 4 46 0,-1-5-854 16,-1-1 430-16,0-3 215 0,0-3 108 15</inkml:trace>
  <inkml:trace contextRef="#ctx0" brushRef="#br0" timeOffset="4323.12">20231 7061 2680 0,'0'0'0'0,"0"0"0"0,0 0 0 0,0 0 0 0,0 2 0 0,0 2 0 0,0-1 0 0,0-1 0 0,0 2 0 0,0-2 0 0,0 2 61 0,1-2 0 0,1-2-299 16,0 1 137-16,0-1 68 0,0 0 43 0,-2 0-282 15,0-1 150-15,0-9 75 0,0-5 38 0,0 1-70 16,1-6 49-16,1-1 63 0,5-3-95 0,2 1 269 16,2 1-124-16,4 1-54 0,-2 6-41 0,6-1 8 0,3 1 194 15,-1 6-96-15,4 3-21 0,-4 4 17 0,6 0-36 16,-3 2-20-16,-3 0 5 16,0 4-3-16,-4 8-56 0,-3 2 36 0,-5 3-8 15,-4 3-21-15,-5 5 24 16,0-2 0-16,-7 3 24 0,-11-4-22 0,-2 2-85 0,-4-3 28 0,-1-2 29 15,1-4-8-15,-1-2 186 0,5-6-76 16,-1 0 183-16,0-1-115 0,6-3 318 16,5-3-409-16,1 0-17 0,4 0-47 0,1 0 0 15,4 0 0-15,0 0 0 0,0 0 0 0,11 0 0 16,6-2 0-16,1-5 0 0,2 5 0 0,1-3-33 16,0 2-127-16,-1-1 98 0,3 1 58 0,-4 1-740 15,-3-1 332-15,1 3 189 0,-4 0 87 0,-4 0-729 0</inkml:trace>
  <inkml:trace contextRef="#ctx0" brushRef="#br0" timeOffset="4490.78">20300 7301 3700 0,'-7'2'0'0,"1"2"0"0,4-3 0 0,2-1 0 0,0 0 0 0,0 0 0 0,8 0 0 0,6 0 0 0,3 0 0 0,3 0 0 16,0-1 35-16,1 1-174 0,0 0 83 15,0 0 46-15,-1 0 22 0,-4 0-742 0,-1 0 383 16,-4 0 199-16,1 4 88 0,-4 2-845 16,-5-1 434-16,-1 1 218 0</inkml:trace>
  <inkml:trace contextRef="#ctx0" brushRef="#br0" timeOffset="4649.26">20360 7410 2514 0,'-13'4'0'0,"3"0"0"0,5-1 0 0,1-3 0 0,2 3 0 0,2-3 0 0,0 0 0 0,2 0 0 0,7 0 0 0,5 0 0 0,0 1 220 15,2 1-83-15,0 0-56 0,2-2-22 16,-2 2-139-16,1-1 57 0,-4 2 30 16,-1-3-524-16,-3 1-1053 0,-2 1 1480 15,0 0 37-15,-4-2 0 0,-1 0 37 0,0 0-314 16</inkml:trace>
  <inkml:trace contextRef="#ctx0" brushRef="#br0" timeOffset="4883.91">20475 7349 1961 0,'-7'0'0'0,"2"0"0"0,-1 0 0 0,3 0 0 0,1 5 0 0,0 2 0 0,2 0 0 0,0 5 0 0,0-1 0 0,0 5 0 0,0-2 44 0,0 3-9 0,0 1-36 15,0-2-1-15,0 2 37 0,-2-2 1 0,-5-1-93 16,-3-2 43-16,1 0 24 0,-2-3 0 0,-1-3 66 16,-1 1-40-16,4-4 8 0,-4-1-8 0,4-1 206 15,1 0 582-15,5 1-745 0,-2-3-44 0,3 0 10 0,2 0 288 16,0 0-289-16,0 0-9 0,5 0 1 15,6 3-27-15,5-3-9 0,1 2 0 16,4-2 0-16,-1 2-87 0,3-2-41 0,5 2 81 16,-7 1 51-16,5-1-10 0,-1 2-777 15,-4-1 397-15,3 3 124 0</inkml:trace>
  <inkml:trace contextRef="#ctx0" brushRef="#br0" timeOffset="5043.85">21017 7146 3260 0,'-7'-10'0'0,"7"7"0"0,0 1 0 0,2 0 0 0,-2 0 0 0,1 2 0 0,1 0 0 16,5 0 0-16,0 0 0 0,-2 2 0 0,1 9 35 0,-1 1-1075 0,2 3 495 0,-2 0 259 0</inkml:trace>
  <inkml:trace contextRef="#ctx0" brushRef="#br0" timeOffset="5185.58">21070 7375 3931 0,'-7'7'0'0,"1"5"0"0,4-3 0 0,2-3 0 0,-1-3 0 0,1-1 0 0,0 0 0 0,0-2 0 0,0 2 0 0,3 0 0 0,4-1 0 0,1 2 0 16,-1-3 0-16,1 0-566 0,0 1 214 0,-3-1 193 15,0 0 97-15</inkml:trace>
  <inkml:trace contextRef="#ctx0" brushRef="#br0" timeOffset="12927.37">21645 7298 2257 0,'0'0'0'0,"0"0"0"0,0 0 0 0,0 0 0 0,0 0 0 0,0 0 0 0,0 0 0 0,0 0 0 0,0 0 0 0,0 0 0 0,0 0 127 0,0 1-44 16,0 7 176-16,0 3-110 16,0 3-56-16,0 3-18 0,-4-1 185 0,-1 9-111 15,-5-1-56-15,1 2 96 0,0 2-81 0,-1 0-25 16,-1 3-77-16,0-2-6 0,1-2 0 0,-1 3 0 0,0 2 0 15,-1-2 0-15,-1-3 0 0,1 0 0 0,0-3 0 16,1-6 0-16,-3 1 0 0,5-5 0 0,-3 1-2 16,1-9-72-16,2 0 11 0,2-2-298 15,-3-4 146-15,1 0 71 16,1 0 54-16,3-6-366 0,-2-7 209 0,4-10 104 0,3-2 44 0,0-8-479 16,0-8 270-16,0-1 135 0</inkml:trace>
  <inkml:trace contextRef="#ctx0" brushRef="#br0" timeOffset="13193.65">21449 6854 2818 0,'0'-11'0'0,"0"6"0"0,0 0 0 0,0 2 0 0,0 1 0 0,0 2 0 0,0 0 0 0,0 0 0 0,0 6 0 0,0 7 0 0,3 4 191 0,2 5-77 0,1 5 460 15,3 5-340-15,5 8-234 0,-4-4 0 0,5 17 0 16,2 0 0-16,2-1 0 0,3 10 0 0,-1-5 0 15,-2-9 0-15,3 5 0 0,1 0 0 0,2-3 0 16,-3-1 0-16,0-2 0 0,-1-6 0 0,4 6 0 16,-4-5 0-16,-5-5 0 0,0-4 0 0,-2 0 0 15,-3-7 0-15,1 3 0 0,-5-9 0 0,-3-1 0 16,0-6 0-16,-3-4 0 0,1-2 0 0,0-4 0 16,-2-2 0-16,0-1 0 0,0 0 0 0,0 0 0 15,0 0 0-15</inkml:trace>
  <inkml:trace contextRef="#ctx0" brushRef="#br0" timeOffset="13209.69">21868 7957 379 0,'-2'-3'0'0,"-1"2"0"15</inkml:trace>
  <inkml:trace contextRef="#ctx0" brushRef="#br0" timeOffset="13250.8">21852 7942 379 0,'-3'0'0'0,"1"0"1253"0,2 0-627 0,-2 0-312 0,2 0-158 0,0 0-1148 0,-1 0 477 0</inkml:trace>
  <inkml:trace contextRef="#ctx0" brushRef="#br0" timeOffset="13696.61">22229 7110 2773 0,'-7'-11'0'0,"-1"5"0"0,0 2 0 0,1-1 0 0,-5 2 0 0,3 0 0 0,-2 3 0 0,-1 0 0 0,0 3 0 0,1 9 0 0,-5 9 111 0,5 3 298 0,1 2-184 0,3 7-84 0,0 3-57 0,3 9 104 15,4-5-188-15,0 3 0 16,0 3 0-16,0-5 0 0,11 10 0 0,3-7 0 16,0-1 0-16,3-1 0 0,2-2 0 0,-2-9 0 15,4 3 0-15,-1-2 0 0,-3-5 0 0,0 0 0 16,0-7 0-16,-4-2 0 0,-1-3 0 0,-1-2-26 16,-2-3-199-16,-1-4 102 0,-1-3-32 0,-1-1-405 15,-1-2 260-15,2 0 132 0,0-5-476 0,2-10 303 16</inkml:trace>
  <inkml:trace contextRef="#ctx0" brushRef="#br0" timeOffset="13832.98">22334 7401 375 0,'-16'-11'0'0,"4"5"0"0,4 2 0 0,3-1 791 0,3-5-377 0,2 2-188 15,0 2-85-15</inkml:trace>
  <inkml:trace contextRef="#ctx0" brushRef="#br0" timeOffset="14026.52">22421 7298 3843 0,'31'-4'0'0,"3"1"0"0,-4 3 0 0,0 0 0 0,-5 3 0 0,-4 9 0 0,-3 0 0 0,-4 5 0 16,-5 2 0-16,-4 6 0 0,-5-1 34 0,0-2-45 0,-3 9-1 0,-10-5 1 16,-4 0 0-16,-3-2 34 0,0 0 1 0,1-10-35 15,-5 5 74-15,2-4-63 0,3-6 0 0,-2 2 0 16,2-3 0-16,2-2 0 0,3-3 0 0,2 1 0 15,4-2 0-15,3-2 0 0,1 2 0 0,3-2 0 16,1 0 0-16,0 0 0 0,0 3 0 16,10-1 0-16,6 1 0 0,0-2 0 0,5 3 0 0,-1-2 0 15,1 2 0-15,2 0 0 0,0-1 0 16,-1-1 0-16</inkml:trace>
  <inkml:trace contextRef="#ctx0" brushRef="#br0" timeOffset="14097.82">22631 7688 1927 0,'16'2'0'0,"2"-2"0"0,-4 2 0 0,0 0 0 0,-3-2 0 0,1 2 0 0,-1-2 0 0,-2 0 0 0,1 0 0 0,-3 0 0 0,0-8-159 0,-1-8 61 0,-2-4-595 0</inkml:trace>
  <inkml:trace contextRef="#ctx0" brushRef="#br0" timeOffset="14344.19">22739 7440 2460 0,'-7'-13'0'0,"2"4"0"0,1-2 0 0,0 1 0 0,4 3 0 0,0-1 0 0,0 3 0 0,4-1 0 0,7 2 0 0,5 2 0 0,0 1 183 0,1 1-72 0,1 0 465 0,2 3-268 16,-3 7-127-16,-1 4-76 0,0 2-98 0,-2 4-7 15,-3 3 0-15,-2-1 0 0,-6 1 0 0,-1 7 0 16,-2-2 0-16,0 0 0 0,-5 0 0 0,-7 2 0 16,-3-2 0-16,0-1 0 0,-4-2 0 0,0-2 0 15,-4-4 0-15,2-2 0 16,0-3 0-16,-6-2 0 0,1-2 0 0,6-4 0 16,-1-2 0-16,0-4 0 0,8 0 0 15,-1 0 0-15,5 0 0 0,4 0-302 0,3-10-79 16,2-1 172-16,2-6-274 0,12-6 227 0,7-1 109 0,6-8 55 15,1 0-583-15,4-2 319 0</inkml:trace>
  <inkml:trace contextRef="#ctx0" brushRef="#br0" timeOffset="14553.1">22967 7395 2232 0,'15'-16'0'0,"-3"4"0"0,-7 2 0 0,1 5 0 0,-5 2 0 0,-1 0 0 0,0 2 0 15,0 1 0-15,-5 0 0 0,-7 0 0 0,-1 11 85 0,1 4 700 0,-6 4-374 0,6 1-186 0,-2 5-32 16,3 3-193-16,4 0 0 0,2 2 0 15,5 2 0-15,0 1 0 0,0 0 0 0,8 0 0 16,5-4 0-16,3-1 0 0,2-2 0 0,1-2 0 16,-1-5 0-16,7 4 0 0,-2-8 0 15,-2-2 0-15,-1-3 0 0,1-3 0 0,-2-3 0 0,-1-4 0 16,1 0-120-16,-1 0-677 0,1-1 380 16,-1-9 190-16,0-2 85 0,1-7-597 0,-1-1 351 15</inkml:trace>
  <inkml:trace contextRef="#ctx0" brushRef="#br0" timeOffset="14728.08">23277 7527 3529 0,'-17'-3'0'0,"2"0"0"0,3 2 0 0,0-2 0 0,3 3 0 0,2 0 0 0,3 0 0 0,3 0 0 0,1 0 0 0,0 0 0 0,13 0 360 0,4 0-318 0,2 0-42 16,7 0 0-16,-6 0 0 0,9 0 0 15,-3 0 0-15,0 0 0 0,1 0 0 0,-6 0 0 0,-1 3 0 16,1-2 0-16,0-1 0 0,-5 3 0 0,2-3 0 15,-4 0-934-15,2 0 410 0,-2 0 235 0,0 0-242 16,-1 0-75-16</inkml:trace>
  <inkml:trace contextRef="#ctx0" brushRef="#br0" timeOffset="14910.08">23653 7354 3597 0,'-2'-2'0'0,"0"1"0"0,-2 1 0 0,1 0 0 0,-1 0 0 0,1 0 0 0,3 0 0 0,0 0 0 0,0 0 0 15,4 5 0-15,6 4 334 0,1 3-334 0,3 1 0 0,-2 0 0 0,4 2 0 16,-2-1 0-16,0 2 0 0,1-1 0 16,-3 0 0-16,2-2 0 0,-4 0 0 15,1 0 0-15,-2-3 0 0,-2-3 0 0,1-1-915 16,0-3 382-16,-1 0 236 0,2-3-229 0,0 0 244 0</inkml:trace>
  <inkml:trace contextRef="#ctx0" brushRef="#br0" timeOffset="15145.73">23975 7239 3095 0,'0'-6'0'0,"0"1"0"0,-2-1 0 0,0 5 0 0,1-2 0 0,-1 2 0 0,0-1 0 16,2 2 0-16,-2 0 0 0,2 0 0 0,0 9 450 0,-3 6-206 0,-1 9-102 0,-1-1-142 0,-4 8 0 0,0 3 0 16,-3 9 0-16,0 1 0 0,-1 3 0 0,-3 6 0 15,2 11 0-15,-2-9 0 0,0 14 0 16,-1-3 0-16,0-1 0 0,0-2 0 0,0 0 0 15,4-8 0-15,-2 1 0 0,0 0 0 16,2-2 0-16,-1-1 0 0,3-4 0 0,2-9 0 16,-1-1 0-16,1-3 0 0,2-6 0 0,0-9 0 15,1 1 0-15,0-6 0 0,2-4 0 0,0-5 0 16</inkml:trace>
  <inkml:trace contextRef="#ctx0" brushRef="#br0" timeOffset="15216.72">23602 8554 365 0,'-4'0'0'0,"0"0"1980"0,1 0-990 0,1 0-495 0,-4 0-1403 0,3 0 436 0,-4 0 209 0</inkml:trace>
  <inkml:trace contextRef="#ctx0" brushRef="#br0" timeOffset="15946.92">24175 7549 2371 0,'-25'0'0'0,"4"0"0"0,1 0 0 0,3 0 0 0,2 0 0 0,4 0 0 0,5-2 0 0,1 2 0 0,3-1 0 0,2-2 0 0,2 1 174 0,13-3 369 0,5 0-244 15,8-2-135-15,2-2-63 16</inkml:trace>
  <inkml:trace contextRef="#ctx0" brushRef="#br0" timeOffset="16039.61">24435 7478 1815 0,'9'2'0'0,"-2"0"0"0,-3 1 0 0,-1 2 0 0,-2-4 0 0,2 3 0 0,-3-3 0 0,0 4 0 16,0-5 0-16,0 0 0 0,0 0-438 0,2 0 201 0</inkml:trace>
  <inkml:trace contextRef="#ctx0" brushRef="#br0" timeOffset="16143.89">24474 7281 3338 0,'-4'-3'0'0,"-2"0"0"0,1 2 0 0,2-2 0 0,2 2 0 0,1-1 0 0,0-1 0 0,1 2 0 0,17 0 0 0,4-2 0 0,4 3 362 0</inkml:trace>
  <inkml:trace contextRef="#ctx0" brushRef="#br0" timeOffset="16320.13">24752 7368 3931 0,'2'27'0'0,"-2"-1"0"0,-2 3 0 0,-16 1 0 0,-3 0 0 0,0 0 0 0,-4-2 0 0,-3-1 0 0,-2-1 0 0,0-4 0 0,-2 2 0 0,2-6 0 0,1 0 0 16,0-2 0-16,5-3 0 0,8-2 0 0,-1-1 0 15,8-4 0-15,3-2 0 0,1 1 0 0,5-4 0 16,0 4 0-16,0-2 0 0,9 3 0 0,8-5 0 16,4 3 0-16,5 0 0 0,-4-1 0 0,8 1 0 15,-1-2 0-15,-3-2 0 0,0 2 0 0</inkml:trace>
  <inkml:trace contextRef="#ctx0" brushRef="#br0" timeOffset="16392.29">24701 7810 1446 0,'21'0'0'0,"0"0"0"0,0 0 0 0,0 0 0 0,2 0 0 0,-5-2 0 0,3-3 0 0,-2-3 0 0,2-4 0 0,0-8 0 0</inkml:trace>
  <inkml:trace contextRef="#ctx0" brushRef="#br0" timeOffset="16487.82">24934 7270 376 0,'-8'-2'0'0,"4"-1"0"0,-1 3 0 0,5-1 595 0,0 0-279 0,0-2-130 0,5-1 674 0</inkml:trace>
  <inkml:trace contextRef="#ctx0" brushRef="#br0" timeOffset="16738.3">25303 7251 3931 0,'0'3'0'0,"0"3"0"0,0 2 0 0,0 2 0 0,-4-2 0 0,-1 5 0 0,-2 2 0 0,1 3 0 0,-3 4 0 0,-1 1 0 0,-2 3 0 16,-1 3 0-16,-1 4 0 0,-5 8 0 0,1-1 0 15,-3 0 0-15,0 4 0 0,-1 0 0 0,1-7 0 16,-6 8 0-16,11-13 0 0,-5 1 0 0,1-2 0 16,10-11 0-16,-3 1 0 0,5-5 0 0,2-5 0 15,3-2 0-15,1-3 0 0,2-1 0 0,0-2 0 16,0 0 0-16,5-2 0 15,11-1 0-15,0 0 0 0,5 0 0 0,2 0 0 0,4 0 0 16,0-1 0-16,1-3 0 0</inkml:trace>
  <inkml:trace contextRef="#ctx0" brushRef="#br0" timeOffset="16818.22">25358 7889 371 0,'8'0'0'0,"-4"-3"0"0,-1 2 0 0,-1 0 1396 0,0-6-712 0,-2-1-370 0,0-4-171 0,0-5-937 0</inkml:trace>
  <inkml:trace contextRef="#ctx0" brushRef="#br0" timeOffset="16915.89">24904 7496 370 0,'-8'3'0'0,"4"2"0"0,4-1 0 0</inkml:trace>
  <inkml:trace contextRef="#ctx0" brushRef="#br0" timeOffset="17010.75">25470 7632 370 0,'33'7'0'0,"-9"-1"0"0,1-2 0 0,-5 1 0 0</inkml:trace>
  <inkml:trace contextRef="#ctx0" brushRef="#br0" timeOffset="18686.39">24429 7336 1051 0,'-1'-1'0'0,"-2"-1"0"0,-3 1 0 0,4-3 0 0,-1 2 0 0,1-2 0 0,0 2 0 0,0-1 0 0,-1 0 0 0,2 2 0 0,1-4 68 0,-2 4-31 0,2-3 126 0,-3 2-54 16,3 0-40-16,-1 1-1 0,1-1 173 0,-2-4-102 15,0 2-52-15,2 3 233 0,0-3-146 0,-1 1-69 16,1 0-34-16,-2-2 135 0,2 3-85 0,0-2-33 15,-2 3 273-15,2-4-163 0,-2 1-80 16,2 3-41-16,0-1-17 0,0 0-60 0,0 2 0 16,0-2 0-16,0 0 0 0,0 0 0 0,0 0 0 15,0-1 0-15,2 0 0 0,3 1 0 0,0-3 0 16,0 3 0-16,-1 0 0 0,2 0 0 0,-5 1 0 16,3-2 0-16,0 2 0 0,-2-1 0 0,-1 2 0 15,1 0 0-15,2 0 0 16,-2 0 0-16,2 0 0 0,0 0 0 0,0 0 0 15,1 0 0-15,0 0 0 0,3 0 0 0,0 0 0 16,1 2 0-16,-2 2 0 0,1-1 0 0,0 1 0 16,-1 1 0-16,0-3 0 0,1 4 0 0,-2-2 0 15,1 2 0-15,-1-3 0 0,1 3 0 0,-1-1 0 16,2 0 0-16,-3 0 0 0,3-1 0 0,-3 2 0 16,3-1 0-16,-2 1 0 0,-2-1 0 15,3 2 0-15,-4-1 0 0,3 2 0 0,-3-2 0 0,2 1 0 16,-3 1 0-16,1 1 0 15,-1-2 0-15,0 1 0 0,2 0 0 0,-2 1 0 16,-1-2 0-16,1 1 0 0,0 0 0 0,0-3 0 16,-1 3 0-16,1-1 0 0,1-2 0 0,-3 3 0 15,0 0 0-15,0-2 0 0,0 1 0 0,0 0 0 16,0 3 0-16,0-3 0 0,0 1 0 0,-6 1 0 16,-1 0 0-16,1 1 0 0,-3 0 0 15,-1 0 0-15,-1 2 0 0,0-3 0 16,-1 3 0-16,-1 0 0 0,0-2 0 0,-2 1 0 15,0 1 0-15,-2-1 0 0,0 2 0 0,-3 1 0 16,3-1 0-16,-3-2 0 0,2 0 0 0,0 0 0 16,4-3 0-16,-1 0 0 0,4-1 0 0,2-4 0 15,-1 1 0-15,2-2 0 0,1 1 0 0,4-2 0 16,-1-1 0-16,2 0 0 0,-1 0 0 0,1 0 0 16,2 0 0-16,0 0 0 0,0 0 0 0,0 0 0 15,0 0 0-15,0 0 0 16,0 0 0-16,0 0 0 0,0 0 0 0,0 0 0 15,0 0 0-15,0 0 0 0,0 0 0 0,0 0 0 16,0 0 0-16,0 3 0 0,5-3 0 0,2 1 0 16,2-1 0-16,2 2 0 0,3-1 0 0,-1 4 0 15,4-3 0-15,0-1 0 0,4 3 0 0,0-1 0 16,3-1 0-16,-2 0 0 0,6 1 0 0,0-2 0 16,1-1 0-16,1 2 0 0,-2-2 0 0,-3 0 0 15,5 3 0-15,-6-2 0 16,-2 1 0-16,1-1 0 0,-4 1 0 0,-6 1 0 15,0 0 0-15,-1-1 0 16,-5 0 0-16,-3 0 0 0,-1-1 0 0,-1 1 0 0,0-2 0 0,0 3 0 16,-2-3 0-16,0 0 0 0,0 0 0 0,0 0 0 15,0 0 0-15,0 0 0 0,0 0 0 0,0 0 0 16,0 0 0-16,0 0 0 0,0 0 0 0,0 0 0 16,-2-3 0-16,0 1 0 0,2 1 0 0,0-1 0 15,0-5-1092-15</inkml:trace>
  <inkml:trace contextRef="#ctx0" brushRef="#br0" timeOffset="19527.36">24924 7281 2133 0,'-4'-2'0'0,"1"-2"0"0,-3 0 0 0,3 3 0 0,-1-1 0 0,-3-1 0 0,4 2 0 0,1 0 0 0,0-2 0 0,-1 3 0 0,3 0 261 15,0 0-112-15,0 0 184 16,0 0-147-16,0 0-76 0,0 0-27 0,0 0 392 0,0 0-274 0,7 0-201 16,7 0 0-16,0 0 0 15,3 0 0-15,2 0 0 0,7-2 0 0,-1 0 0 16,-1-1 0-16,-1-1 0 0,7-2 0 0,-4 2 0 15,2 0 0-15,0 3 0 0,-1-3 0 0,-3 2 0 16,1 0 0-16,-2 0 0 0,0 0 0 0,-2 2 0 16,-4 0 0-16,0 0 0 0,-6 0 0 0,1 0 0 15,-5 0 0-15,0 0 0 0,-3 0 0 0,-2 0 0 16,0 0 0-16,-1 0 0 0,-1 0 0 0,0 0 0 16,0 0 0-16,0 0 0 0,0 0 0 0,0 2 0 15,0 2 0-15,0 1 0 16,-3 1 0-16,-3 0 0 0,1 3 0 0,-1 1 0 15,1 1 0-15,-3 2 0 0,0 0 0 0,-1 3 0 16,-3 3 0-16,2 2 0 0,-3 1 0 0,-1 2 0 16,-2 0 0-16,-2 3 0 0,-3 2 0 0,1 2 0 15,-2-2 0-15,-3 7 0 0,3-2 0 0,1-6 0 16,1 5 0-16,1-4 0 0,3 0 0 0,0-5 0 16,2 0 0-16,4-3 0 15,-1-2 0-15,2-3 0 0,2 0 0 0,0-3 0 16,0-4 0-16,4 1 0 0,-1-5 0 0,0 1 0 15,3-2 0-15,-1-2 0 0,0-1 0 0,2-1 0 16,0 2 0-16,0-2 0 0,0 0 0 0,0 0 0 16,0 0 0-16,0 2 0 0,2 0 0 0,7-1 0 15,5 4 0-15,3-5 0 0,7 1 0 0,-3-1 0 16,7 0 0-16,-2 0 0 0,2 0 0 0,0-1 0 16,-2-1 0-16,-1-2 0 15,-1 0 0-15,1 2 0 0,-3-1 0 0,-3 0 0 16,0 2 0-16,-2-1 0 0,-4 1 0 0,-4-2 0 15,-1 3 0-15,-5 0 0 0,1 0 0 0,-2-3 0 16,0 3 0-16,-2 0 0 0,0 0 0 0,0 0 0 16,0-1 0-16,0 0 0 0,-6-1 0 0,1 0 0 15,-3-1 0-15,-1 2 0 16,-1-3 0-16,1-3 0 0,2-2-839 0</inkml:trace>
  <inkml:trace contextRef="#ctx0" brushRef="#br0" timeOffset="19841.21">25032 7511 3661 0,'-16'-3'0'0,"3"-1"0"0,0 1 0 16,3-2 0-16,0 4 0 0,5-1 0 0,4 0 0 0,-4 2 0 0,5 0 0 0,0 0 0 0,0 0 270 0,0 0-270 0,6 0 0 15,6 5 0-15,1 3 0 0,4-2 0 0,6 1 0 16,-2 1 0-16,11-2 0 0,1-3 0 0,1 1 0 15,2-2 0-15,-2 1 0 0,3 1 0 0,-6-2 0 16,1 2 0-16,-2 1 0 0,-1-1 0 0,-6 2 0 16,-4 0 0-16,0-1 0 0,-1 2 0 0,-6-4 0 15,-2-1 0-15,-2 0 0 0,-3 0 0 0,-1-2 0 16,-2 0 0-16,0 0 0 0,-2 0 0 0,0 0 0 16,0 0 0-16,0 0 0 15,0 0 0-15,0-2 0 0,-2-5 0 0,0 2 0 16,0 0 0-16,0-1 0 0,2-2-1054 0,0 3 506 15,0-5 255-15,0-1-298 0</inkml:trace>
  <inkml:trace contextRef="#ctx0" brushRef="#br0" timeOffset="20435.87">24023 7543 1214 0,'-6'0'0'0,"1"0"0"0,-2 0 0 0,3 0 0 0,1 0 0 0,1-2 0 0,0 2 0 0,2-1 0 0,0 1 0 0,0-2 0 0,0 0 76 0,0 0 156 0,0 0-98 0,0 1-48 15,0-1-25-15,0 0 126 0,2 2-80 0,0 0-35 16,0 0 361-16,-1 0-199 16,3 0-98-16,3 0 448 0,-2 0-279 0,4 0-235 0,3 2-70 0,3 3 0 15,-2-1 0-15,11-1 0 16,2 2 0-16,2-5 0 0,6 0 0 0,0 0 0 15,2 0 0-15,-3 0 0 0,2-3 0 0,-5-2 0 16,-3-1 0-16,-6 5 0 0,0-5 0 0,-7 5 0 16,-3-2 0-16,-4 2 0 0,-3-2 0 0,-2 1 0 15,0 2 0-15,-2 0 0 0,0 0 0 0,0 0 0 16,-2 0 0-16,-4 0 0 0,1 0 0 0,-2 0 0 16,1 0 0-16,5 0 0 15,1 2-364-15,0 6 17 0,0-1 145 0</inkml:trace>
  <inkml:trace contextRef="#ctx0" brushRef="#br0" timeOffset="21091.79">25670 7547 3219 0,'-12'-4'0'0,"2"-1"0"0,-1-2 0 0,4 0 0 0,2 0 0 0,1 1 0 0,1 1 0 0,3-2 0 0,0-1 0 0,5 0 0 0,9 0 127 0,6 0 412 0,6-2-493 0,2 3-46 16,2 2 0-16,2-2 0 0,2 1 0 0,-3 3 0 15,4 1 0-15,-3 0 0 0,-1 1 0 0,0 1 0 16,-3 0 0-16,-4 0 0 0,-2 0 0 16,-1 0 0-16,-3 0 0 0,-8 0 0 15,2 3 0-15,-6-1 0 0,-3 0 0 0,-1-2 0 0,0 1 0 16,-2-1-764-16,0 0 315 0,-2 0 199 0,-5 0-242 15,-6 0 228-15</inkml:trace>
  <inkml:trace contextRef="#ctx0" brushRef="#br0" timeOffset="21315.44">25926 7212 3310 0,'-16'-6'0'0,"3"4"0"0,0-2 0 0,0 2 0 0,4 1 0 0,3-1 0 0,0 2 0 0,2 0 0 0,2 2 0 0,2 13 0 0,0 3 161 0,0 6 299 0,0 3-460 15,0 5 0-15,2 1 0 16,2 3 0-16,-2 2 0 0,-1-2 0 0,2 1 0 16,-1-1 0-16,0-3 0 0,0 0 0 0,0-7 0 15,-1 5 0-15,1-9 0 0,-1 0 0 16,-1-4 0-16,3-3 0 0,-1-5 0 0,-2-1 0 0,3-4 0 16,1-4-57-16,2-1 4 0,2 0-867 0,1-6 433 15,2-10 231-15,2-5-505 0,2-4 364 0</inkml:trace>
  <inkml:trace contextRef="#ctx0" brushRef="#br0" timeOffset="21542.03">26177 7230 3517 0,'4'-9'0'0,"1"1"0"0,-1 4 0 0,-2 1 0 0,0 1 0 0,-2 0 0 0,0 2 0 0,0 0 0 0,2 0 0 0,0 11 0 0,0 4 276 15,-1 8-138-15,-1-3-138 0,0 12 0 0,0-2 0 0,0 4 0 0,0 0 0 16,0-3 0-16,0 4 0 0,0-1 0 0,0-3 0 15,0-1 0-15,0-1 0 0,0-1 0 0,2-8 0 16,0 3 0-16,-1-4 0 16,4-4 0-16,-3-7 0 0,-2 2 0 0,3-4 0 15,-1-4 0-15,0 0 0 0,-2-2-62 0,0 0 3 16,0 0-813-16,0-2 409 0,0-11 218 0,0-6-478 16,2-4 344-16</inkml:trace>
  <inkml:trace contextRef="#ctx0" brushRef="#br0" timeOffset="21808.31">26320 7117 3727 0,'4'-13'0'0,"1"2"0"0,1-1 0 0,-1 3 0 0,3 0 0 0,3 3 0 0,2 2 0 0,3 3 0 0,-1 1 0 0,7 0 0 0,1 13 134 16,-5 4-64-16,2 5-70 0,0 8 0 0,-2 6 0 0,-3 0 0 15,0 11 0-15,-5-2 0 0,-1 3 0 0,-6 3 0 16,0 0 0-16,-3-8 0 0,0 12 0 0,-7-3 0 0,-9-1 0 15,-1 2 0-15,-3-4 0 0,1-8 0 0,-7 6 0 16,3-9 0-16,2-6 0 16,-1-1 0-16,-2-7 0 0,3-5 0 0,-4-1 0 15,4-6 0-15,0-4 0 0,3-2 0 0,1-1 0 16,6-4 0-16,0-1 0 0,2 0 0 0,2 0 0 16,6-3-842-16,1-8 325 0,0-6 232 0,8-8 129 15</inkml:trace>
  <inkml:trace contextRef="#ctx0" brushRef="#br0" timeOffset="22008.58">26667 7475 3931 0,'4'-7'0'0,"1"4"0"0,3-3 0 0,0 1 0 0,3-1 0 0,5 3 0 0,9-4 0 0,2 4 0 0,8 0 0 0,10 2 0 0,-2-1 0 0,3 0 0 0,0 2 0 0,0 0 0 16,-11 0 0-16,5 0 0 0,-5 0 0 15,-3 0 0-15,-4 0 0 0,-8 4 0 16,0-3-32-16,-10 3-173 0,-3-2 120 0,-4 0-377 16,-3-2 91-16,0 0 169 0,-7 0 41 0,-6 0-588 15,0 0 357-15</inkml:trace>
  <inkml:trace contextRef="#ctx0" brushRef="#br0" timeOffset="22189.05">27103 7074 3788 0,'-13'-9'0'0,"4"5"0"0,1 0 0 0,-1 3 0 0,2-2 0 0,0 3 0 0,1 0 0 0,3 14 0 0,1 10 0 0,0 2 0 0,-1 9 143 0,3 2-143 0,-2 12 0 0,2-2 0 15,-2 3 0-15,-1-3 0 0,3 2 0 0,0-9 0 16,0 9 0-16,0-7 0 0,0-8 0 0,0 3 0 16,0 0 0-16,0-5 0 0,0-2 0 15,0-4 0-15,0-4-337 0,0-1-59 0</inkml:trace>
  <inkml:trace contextRef="#ctx0" brushRef="#br0" timeOffset="23187.2">26949 8242 1891 0,'-5'9'0'0,"3"5"0"0,2-2 0 0,0-2 0 0,0-1 0 0,0 1 0 0,0-2 0 0,1-1 0 0,7 1 0 0,2-2 0 0,3-4 92 0,1-1 359 0,2-1-207 15,1 0-96-15,5-1-60 0,-1-12 120 0,-1-5-86 16,0-3-44-16,3-5 203 16,-1-2-113-16,1-8-71 0,-2 2-34 0,0-1-63 15,-3-3 0-15,0 1 0 0,-4 1 0 0,2-9 0 0,-2 2 0 16,-1-2 0-16,-1-4 0 16,2-1 0-16,-3-13 0 0,-1 5 0 0,3-4 0 15,-3 0 0-15,1-4 0 0,-1 8 0 0,3-11 0 16,-5 15 0-16,1 4-103 0,-3 11 40 0,-1 1 11 15,-3 14-4-15,2 0 204 0,-2 10-80 0,-1 1-46 16,-1 6 1-16,0 6-10 0,0-2-13 0,0 3 0 16,1 0 0-16,-1 6 0 0,0 12 0 0,0 9 0 15,0 3 0-15,0 11 0 0,0 4 0 0,0 0 0 16,0 1 0-16,0 0 0 16,0-10 0-16,0 3 0 0,3-3 0 0,5-2 0 15,-1-4 0-15,3-9 0 0,1-1 0 0,0-5 0 16,-1-4 0-16,1-5 0 0,0-3 0 0,0-3 0 15,2 0 0-15,2-14 0 0,-1-7 0 0,-1-3 0 16,-1-3 0-16,1-3 0 0,-3-2 0 0,2-1 0 16,-1-9 0-16,-2 0 0 0,0 2 0 0,-2-2 0 15,-5 10 0-15,3 0 0 0,-3 12 0 0,0 0 0 16,-2 8 0-16,0 3 0 16,0 4 0-16,0 2 0 0,0 3 0 0,-2 0 0 15,-5 11 0-15,0 11 0 0,1-1 0 0,3 10 0 16,-1 2 0-16,4 2 0 0,0 2 0 0,0-1 0 15,0 1 0-15,2 1 0 0,8-2 0 0,1-2 0 16,1-1 0-16,3-4 0 0,-1 0 0 0,2-3 0 16,-1-3 0-16,3-5 0 0,-6-3 0 15,6 1 0-15,-1-7 0 0,0-2 0 16,1-3 0-16,-3-2 0 0,3-2 0 0,1 0-212 16,-3 0-195-16,1 0 190 0,1-6-713 0,4-4 447 15,-3-7 224-15,0-4 112 0</inkml:trace>
  <inkml:trace contextRef="#ctx0" brushRef="#br0" timeOffset="23406">28222 7134 3530 0,'-4'-10'0'0,"-4"0"0"0,-2 0 0 0,2 5 0 0,-5 2 0 0,2 2 0 0,-2 1 0 0,2 0 0 0,2 13 0 0,-6 6 0 0,7 3 204 15,1 6-84-15,-1 7-43 0,3 0-77 0,2 9 0 16,1-2 0-16,2 2 0 0,0-1 0 0,0-7 0 15,0 4 0-15,2 0 0 0,6-2 0 0,5-5 0 16,0-2 0-16,-1-5 0 0,3 0 0 0,3-7 0 16,-3-6-238-16,4-2 112 0,-1-2-17 15,2-8-335-15,0-1 225 0,-1 0 109 16,2 0-611-16,-4-1 360 0,3-9 179 0</inkml:trace>
  <inkml:trace contextRef="#ctx0" brushRef="#br0" timeOffset="23679.12">28367 7307 2920 0,'-14'-8'0'0,"1"3"0"0,6-1 0 16,0 1 0-16,2 0 0 0,-1 2 0 0,6 2 0 0,0-2 0 0,0 2 0 0,11 1 0 0,3 0 192 0,4 4-79 0,-1 5 362 16,5 6-244-16,-6-2-231 0,1 8 0 0,-4-2 0 15,-3 2 0-15,-3 1 0 0,-2 5 0 0,-2-2 0 16,-3 1 0-16,0 1 0 0,-5-1 0 0,-10 0 0 0,-3-1 0 15,-1-1 0-15,-4-2 0 16,-2-3 0-16,2 0 0 0,0-5 0 0,-2 0 0 16,1-5 0-16,1 1 0 0,2-6 0 0,0 2 0 15,1-4 0-15,4-2 0 0,-2 0 0 0,9 0 0 16,-4 0 0-16,9 0-181 0,0 0-188 0,4-2 167 16,0-8-599-16,6-1 383 0,18-4 191 0,2-4 86 15</inkml:trace>
  <inkml:trace contextRef="#ctx0" brushRef="#br0" timeOffset="23920.43">28659 7200 3286 0,'1'-7'0'0,"-1"3"0"0,0-2 0 0,-8 5 0 15,-1-2 0-15,-5 3 0 0,-2 0 0 0,3 4 0 0,-2 10 0 0,-2 6 0 0,2 4 406 0,2 6-190 0,3 2-193 0,0 10-23 0,6-8 0 16,1 5 0-16,3 0 0 0,0 0 0 0,3-1 0 15,6-2 0-15,8-2 0 0,-2-5 0 16,1-2 0-16,3-2 0 0,0-7 0 0,0-2 0 16,-1-6 0-16,4-1 0 0,-7-5 0 0,7-3 0 15,-3-1-3-15,-2 0-763 0,2 0 365 0,-3-4 183 16,-1-3 82-16,0-3-488 16,-2-1 294-16,-1-4 147 0,1-4 74 0</inkml:trace>
  <inkml:trace contextRef="#ctx0" brushRef="#br0" timeOffset="24107">28828 7496 2570 0,'-12'-6'0'0,"1"-1"0"0,-1 2 0 0,5-1 0 0,-1 5 0 0,3-2 0 0,3 2 0 0,2-1 0 0,0 2 0 0,0 0 0 0,13 0 115 15,6 0 288-15,5 0-183 0,2 0-93 0,-1 0 113 16,5 0-107-16,-2 0-49 16,-1 0-45-16,-2 0-39 0,-2 0 0 0,0 2 0 15,-1 2 0-15,-3-3-240 0,-3 2 87 0,-1-2 94 16,0-1-587-16,-6 2 331 0,-1-2 68 0,-3 0 114 15,0 0-470-15,-2 0 284 0,-3 0 141 0,0-2 62 16,0-9-280-16</inkml:trace>
  <inkml:trace contextRef="#ctx0" brushRef="#br0" timeOffset="24303.99">29061 7253 2384 0,'-11'-8'0'0,"2"2"0"0,-1 1 0 0,1 4 0 0,0-2 0 0,2 3 0 0,1 0 0 0,-1 0 0 0,4 13 0 0,3 8 0 0,0 3 266 0,0 6-106 0,0 3-66 0,0 4 209 15,0 6-134-15,0-2-66 0,0 1 349 0,0-5-452 16,0 8 0-16,0-9 0 0,0 2 0 0,0-4 0 16,-2 1 0-16,1-11 0 0,1 3 0 0,-2-7 0 15,2-3 0-15,0-8-270 0,0 1-11 16,0-6 106-16,0 0 94 0,0-4-410 16,0 0 195-16,3-2 131 0,8-10-453 0,-2-4 282 15,1-10 155-15</inkml:trace>
  <inkml:trace contextRef="#ctx0" brushRef="#br0" timeOffset="24476.44">29163 7336 3103 0,'3'-7'0'0,"4"6"0"0,-2 1 0 0,0 0 0 0,0 0 0 0,1 0 0 0,1 0 0 0,5 4 0 0,-1 3 0 0,1 5 0 0,1-2 224 16,1 4-94-16,0-1 225 0,-2 3-236 0,1 1-119 15,-1 2 0-15,-1 0 0 0,-3-2-79 0,3 2 44 16,-2-4-285-16,-2 2 173 0,2-4 92 0,-2-2 45 15,-2 0-764-15,2-3 266 0,4-2 237 0,-4-4-489 16</inkml:trace>
  <inkml:trace contextRef="#ctx0" brushRef="#br0" timeOffset="24728.91">29564 7179 2651 0,'0'-11'0'0,"0"4"0"0,0 3 0 0,0 0 0 0,0 3 0 0,0 1 0 0,-2 0 0 0,-4 7 0 0,-2 16 0 0,-4 2 0 0,2 9 780 0,-7 10-377 16,1 4-306-16,-4 3-97 16,-2 1 0-16,0 11 0 0,2-9 0 0,-4 12 0 0,2-4 0 0,0 0 0 15,2-2 0-15,1 0 0 0,3-11 0 0,-2 3 0 16,6-5 0-16,-1-4 0 16,3-7 0-16,1-2 0 0,3-8 0 0,1-1 0 15,-2-5 0-15,4-7 0 0,3-1 0 0,0-5-86 16,0-3-50-16,0 0-318 0,0-4 209 0,3 0 104 15,7-2 53-15,0-7-557 0,7-11 295 0,3-3 162 16</inkml:trace>
  <inkml:trace contextRef="#ctx0" brushRef="#br0" timeOffset="24934.42">29576 7525 3594 0,'-2'-5'0'0,"1"0"0"0,1 0 0 0,0-3 0 0,0 2 0 0,13 0 0 0,13 1 0 0,9 0 0 0,4 1 0 0,12-1 0 0,-5 1 337 16,3 2-337-16,-4 0 0 0,2 0 0 0,-7 2 0 16,-1 0 0-16,-1 0 0 0,-2 0 0 0,-6 0 0 15,-8 6 0-15,1-1 0 0,-5 1-223 0,-9-2-54 16,1 0 157-16,-7 3 78 16,-1-4-774-16,-2 3 381 0,0-2 204 0,-3-2-369 15,-11-2 282-15,7 0 141 0</inkml:trace>
  <inkml:trace contextRef="#ctx0" brushRef="#br0" timeOffset="25139.9">29999 7245 2570 0,'-12'0'0'0,"7"0"0"0,-6 0 0 0,4 2 0 0,0 7 0 0,2 3 0 0,-1 5 0 0,1 5 0 0,3 4 0 0,0 6 0 0,-1 2 683 0,3 3-324 0,-2 3-162 15,2 5-80-15,-5-4-112 0,2-5-5 16,1 5 0-16,-2-1 0 0,2-5 0 15,0-1 0-15,1-2 0 0,1-8 0 0,0 1-158 16,0-2 70-16,0-6 62 0,0-4-299 0,0-3 126 16,1-6-57-16,6 1-457 0,1-5 338 0,7 0 170 15,5-12 85-15,-2-6-398 0</inkml:trace>
  <inkml:trace contextRef="#ctx0" brushRef="#br0" timeOffset="25404.51">30352 7308 2321 0,'3'0'0'0,"-1"0"0"0,-2 0 0 0,0 3 0 0,-2 6 0 0,-12 0 0 0,-2 5 0 0,0 2 0 0,-5 5 0 0,0-2 0 0,1 2 108 15,-1 1 206-15,2-5-131 0,-1 4-77 16,5-8 26-16,0 2-48 0,4-3-24 0,2-5-1 0,1-2 75 16,3-1-54-16,3-2 1 0,2 0 55 0,0-2-50 15,0 1-39-15,0-1-47 0,7 0 0 0,10 0 0 16,6 0 0-16,-1 0 0 15,1 0 0-15,3 0 0 0,6 0 0 0,-4 0 0 16,-3 0 0-16,2 0 0 0,-7 0 0 0,4 0-89 16,-5 2-48-16,-5 2 74 0,-1 0-599 0,-3-2 313 15,-3 1 156-15,1-3 70 0,-6 1-473 0,1-1 280 16,0 0 140-16,-3 0 70 0</inkml:trace>
  <inkml:trace contextRef="#ctx0" brushRef="#br0" timeOffset="25575.18">30396 7279 2814 0,'-9'4'0'0,"1"4"0"0,1 4 0 0,1 2 0 0,-3 2 0 0,1 7 0 0,1 1 0 0,2 6 0 16,0 2 0-16,0 4 0 0,0 0 353 0,1-1-158 0,0 2 72 0,1-1-115 0,1-1-59 16,2-2-36-16,0-3-162 0,0-2 62 0,0-7 39 0,0 2 0 15,2-5-578-15,3-1 318 0,1-8 145 16,4-1-811-16,2-3 458 0</inkml:trace>
  <inkml:trace contextRef="#ctx0" brushRef="#br0" timeOffset="25883.46">30649 7307 2047 0,'14'-6'0'0,"4"4"0"0,1-3 0 0,-2-1 0 0,3 4 0 0,3 1 0 0,4 1 0 0,-9 0 0 0,4 0 0 0,-2 5 0 0,-5 8 349 0,0 1-161 0,-7 2-76 0,-1 7 81 16,-7 1-78-16,0 3-39 0,-7 1 8 0,-13 5 69 16,-5 0-58-16,-3 0-30 0,-1-1 190 0,1 0-109 15,3-3-93-15,0 1-53 0,4-5 0 0,2 0 0 16,10-4 0-16,0-3 0 0,4-1 0 0,3 0 0 16,2-4 0-16,0-2 0 0,2-1 0 0,12 0 0 15,5-5 0-15,1 1 0 0,4-2 0 16,3-4 0-16,-1 0 0 0,1 0 0 15,-6 0 0-15,1 0 0 0,1 0 0 0,-6 0-67 16,0 0-52-16,-8 0 24 0,1-3-300 0,-3 2 183 16,-5-3 89-16,0-2-533 0,-2 0 311 0,0-6 154 15,0-2 69-15</inkml:trace>
  <inkml:trace contextRef="#ctx0" brushRef="#br0" timeOffset="26054.5">30633 7529 2809 0,'-12'-4'0'0,"3"3"0"0,4 1 0 0,2-3 0 0,3 3 0 0,0 0 0 0,3 0 0 0,14 0 0 0,6 0 0 0,2 6 0 15,1-1 183-15,1 3 78 0,6-2-104 0,-1 1-65 0,2-2-28 0,-1 1-97 16,-2 0 34-16,-4 0 0 0,0-3 44 0,1 4-600 16,-8-2 295-16,7 0 148 15,-11 1-858-15</inkml:trace>
  <inkml:trace contextRef="#ctx0" brushRef="#br0" timeOffset="26243.84">31117 7609 2363 0,'0'0'0'0,"0"0"0"0,11 0 0 0,3 0 0 0,4 0 0 0,-1 0 0 0,9 0 0 0,-1 0 0 0,0 0 0 0,5 0 0 0,-2 0 734 0,-7 0-348 16,2 0-176-16,-2 0-47 0,-2 0-88 15,3 0-75-15,-4 0 0 0,-5 0-320 0,2 0 94 16,-5 0 130-16,0 0-690 0,-2 0 407 0,-3 0 207 0,0 0 33 16</inkml:trace>
  <inkml:trace contextRef="#ctx0" brushRef="#br0" timeOffset="26571.34">31477 7410 2294 0,'0'-6'0'0,"0"5"0"0,11-3 0 0,2 0 0 0,4 3 0 0,3 1 0 0,3 0 0 0,2 0 0 16,-3 5 0-16,5 8 0 0,-2 0 122 0,-4 4 458 0,-2 2-272 0,-6 3-136 0,-3-3-59 15,-5 10 208-15,-5-4-300 0,0 0-21 16,-5 1 0-16,-15 0 0 0,-2-1 0 0,-6-1 0 16,-4-2 0-16,2 0 0 0,-1-3 0 0,2-5 0 15,6-2 0-15,0-3 0 0,4-1 0 0,3-3 0 16,8-3 0-16,1 1 0 0,3-2 0 0,0-1 0 15,4 0 0-15,0 0 0 0,0 0 0 16,15 0 0-16,6 0 0 0,4 0 0 0,4 0 0 16,-1 0 0-16,2 0 0 0,-5 0 0 0,8 0 0 15,-5 0 0-15,-6 0 0 0,0 0 0 0,0 0 0 16,-3 0 0 0,-7 0 0-16,1 0 0 0,-4 0 0 0,-4 0-80 0,0 0-762 0,-2-1 394 15,5-2 211-15,-1-2 100 0,1-5-602 16</inkml:trace>
  <inkml:trace contextRef="#ctx0" brushRef="#br0" timeOffset="26812.77">31938 7278 3044 0,'10'-3'0'0,"10"2"0"0,1 1 0 0,2 0 0 0,0 0 0 0,0 5 0 0,5 7 0 0,-3 8 0 0,-5 2 0 0,-3 6 0 0,-7 5 736 0,-5 2-585 0,-2 12-151 15,-3 1 0-15,-8-2 0 0,-9-1 0 0,-6 2 0 16,-6-2 0-16,0-1 0 0,0-5 0 0,-1-2 0 16,2-3 0-16,0 0 0 0,3-8 0 0,1-1 0 15,-1-3 0-15,9-7 0 0,-3 0 0 0,3-4 0 16,6-5 0-16,-5 0 0 0,6-3 0 0,1-3 0 16,3 0 0-16,-3 0 0 0,8-5 0 0,0-10-582 15,4-8 69-15,12-7 239 0</inkml:trace>
  <inkml:trace contextRef="#ctx0" brushRef="#br0" timeOffset="27002.64">32179 7506 3126 0,'17'-4'-13'0,"10"3"4"0,1 1 3 0,-1 0 2 0,-1 0 1 0,-1 0 2 0,5 0 0 0,0 1 0 0,2 5 1 0,1 1-5 0,-5-1 833 0,-7 0-808 16,2-1-20-16,-2 3 0 0,-5-2 0 15,-2-1 0-15,-5 2 0 0,-1-1 0 0,-1 2 0 16,-4-1 0-16,0 0-653 0,-3 2 226 0,0 0 233 0,-5-2 57 16,-4 3-487-16,-3 1 290 0</inkml:trace>
  <inkml:trace contextRef="#ctx0" brushRef="#br0" timeOffset="27160.88">32329 7719 2516 0,'-20'5'0'0,"10"0"-1"0,1 1-1 0,4-2 0 0,3 0 0 0,2-1 0 0,0 2 0 0,7-2 0 0,11 2 1 0,5 1 0 0,-3-2 160 0,10 1 609 16,-3-4-365-16,1 1-303 0,0-2-100 0,1 1 0 16,-5-1 0-16,8 0 0 15,-5 2 0-15,1-2 0 0,-1 0-284 0,-2 3 154 16,0-3-785-16,-2 0 471 0,2 0 106 0,-5 0 163 16</inkml:trace>
  <inkml:trace contextRef="#ctx0" brushRef="#br0" timeOffset="27518.3">32963 7622 2847 0,'0'-3'0'0,"0"1"0"0,0 0 0 0,0 0 0 0,0 2 0 0,0 0 0 0,-4 2 0 0,-3 10 0 0,-1 2 0 0,0 7 0 0,1 2 884 0,2 3-684 16,0 1-200-16,2-2 0 0,3 0 0 0,0 6 0 15,0-6 0-15,3-2 0 0,9-1 0 0,4-3 0 16,0-2 0-16,8-2 0 0,-2-4 0 0,6-5 0 15,0-3 0-15,-4-3 0 0,6 0 0 0,-5 0 0 16,0-3 0-16,-5-8 0 0,-2 0 0 0,-1-4 0 16,-7-4 0-16,0 0 0 0,-5-7 0 15,-5 1 0-15,0-3 0 0,-5-4 0 16,-10-1 0-16,-5-6 0 0,3 12 0 0,-6-4 0 16,-2 3 0-16,0 4 0 0,3 3 0 0,-3 4 0 15,-1 4 0-15,1 4 0 0,4 1 0 0,-2 4 0 16,0 2 0-16,2 2 0 0,0 0 0 0,3 0 0 15,1 10 0-15,2 3 0 0,0 2 0 16,0 2 0-16,7 2 0 0,-1 1 0 0,3 3 0 0,1-1 0 16,3 6 0-16,2-6 0 0,0 3 0 0,0 0 0 15,9-1 0-15,1-1 0 16</inkml:trace>
  <inkml:trace contextRef="#ctx0" brushRef="#br0" timeOffset="32937.46">18011 8289 802 0,'-2'-9'0'0,"-2"0"0"0,-1 2 0 0,4-3 0 0,-3 2 0 0,2-2 0 0,0-1 0 0,-1 4 0 0,1-1 0 0,-2 1 0 0,2-1 41 0,-1 3 61 0,-1 1-30 16,0-1-1-16,0 0 65 0,0 4-53 0,-1-3 0 15,1 2-42-15,1 1 114 0,-3-2-57 0,3 1-18 16,-4 2-11-16,-2 0 125 0,0 0-76 0,-5 0-39 16,0 5 10-16,-6 5 127 0,2 4-87 0,-3 1-45 15,0 2 59-15,1 1-51 0,-1 5-16 16,0 1 198-16,5 2-116 0,-1 5-59 0,4-3-30 0,3 2 209 16,4 2-278-16,3 0 0 15,3 1 0-15,0 1 0 0,0 0 0 0,2-4 0 0,5 2 0 16,3-2 0-16,1 1 0 0,2-3 0 15,2-3 0-15,0-2 0 0,0-2 0 0,4 0 0 0,1-5 0 16,-1 0 0-16,1-4 0 0,1-2 0 16,0-3 0-16,-2-1 0 0,-2-1 0 0,-1-2 0 15,-7-1 0-15,0-2 0 0,-2 0 0 0,-3 0 0 16,-2 0 0-16,0 0 0 16,-2 0 0-16,0 0 0 0,0 0 0 0,0 0-336 15,0 0 96-15,0 0 99 0,2 0 51 0,5 0-893 0</inkml:trace>
  <inkml:trace contextRef="#ctx0" brushRef="#br0" timeOffset="33535.11">18023 8582 2163 0,'-11'-5'0'0,"2"-3"0"0,-1 1 0 0,5-1 0 0,-1-1 0 0,4-1 0 0,2-3 0 0,0 2 0 0,2-4 0 0,13 0 0 0,4 0 275 0,2 2-108 0,4-2-68 0,4 1 233 15,-1 5-146-15,-2 1-73 0,-3 7-36 0,0-1 191 16,-3 2-118-16,-1 0-56 0,-1 2-87 0,-6 7-7 15,-3 2 0-15,-1 5 0 0,-2-1 0 0,-4 4 0 0,-2 1 0 16,0 4 0-16,0-1 0 0,-12-3 0 16,-3 7 0-16,-2-4 0 0,1-1 0 0,-3-3 0 15,2-4 0-15,-4-1 0 0,2-2 0 0,3-3 0 16,-2-1 0-16,6-5 0 0,0 2 0 0,4-5 0 16,3 1 0-16,1-1 0 0,3 0 0 0,1 0 0 15,0 0 0-15,0 0 0 0,0 0 0 0,3 0 0 16,10 0 0-16,6 0 0 0,4-1 0 0,-5-1 0 15,5-2 0-15,3-2 0 0,-5 2 0 0,3 0 0 16,-1 1 0-16,0-1 0 16,-2 3 0-16,-1-2 0 0,0 1 0 0,-1 2 0 15,2 0 0-15,0 0-225 0,-1 0 95 0,4 0-863 16,3-2 477-16,-3-5 238 0,3-4 118 0</inkml:trace>
  <inkml:trace contextRef="#ctx0" brushRef="#br0" timeOffset="33718.25">18647 8470 3118 0,'-2'-8'0'0,"-4"3"0"0,1 1 0 0,-2 0 0 0,1 2 0 0,0 1 0 0,0 1 0 0,3 0 0 0,-3 7 0 0,1 8 0 0,-1 2 216 0,-4 5-88 0,3 3 341 15,-2 3-469-15,-3 0 0 0,1 2 0 0,0 0 0 16,-3 0 0-16,4 0 0 0,-4 1 0 0,1-4 0 16,0 0 0-16,0-1 0 0,2-3 0 0,-1-5 0 15,-1-1 0-15,4-4-715 0,1-3 278 0,2-4 130 16,3-5 134-16,-1-1-504 0,4-1 309 0,0-18 168 15,0-8-334-15</inkml:trace>
  <inkml:trace contextRef="#ctx0" brushRef="#br0" timeOffset="33926.83">18412 8132 3879 0,'2'-19'0'0,"0"7"0"0,0 5 0 0,0 1 0 0,1 4 0 0,1 2 0 0,6 4 0 0,1 15 0 0,6 8 0 0,2 12 0 0,2 4 52 16,3 13-52-16,0 1 0 0,-3-5 0 0,5 18 0 15,-1-8 0-15,1-2 0 16,0-4 0-16,0 0 0 0,-1-4 0 0,7 7 0 16,-8-12 0-16,3 2 0 0,-3-4 0 0,-2-2 0 15,-4-7 0-15,-4-3 0 0,0-2 0 16,-5-8 0-16,-2-3 0 0,0-2 0 0,-4-3-525 16,-1 1-34-16,-2-2 259 0,0 4 131 0</inkml:trace>
  <inkml:trace contextRef="#ctx0" brushRef="#br0" timeOffset="34719.37">18953 8449 2282 0,'-6'-2'0'0,"5"2"-2"0,-1 0-3 0,0 0 0 0,2 0 1 0,0 0 0 0,0 0 2 0,0 0 0 0,2 0 0 0,9 0 2 0,8 0 115 0,4 0 421 16,1 0-247-16,6-4-124 0,4-1 323 0,2-5-406 0,-1 3-82 0,-1-1 0 15,0 1 0-15,-3 1 0 0,-2 1 0 16,-5 3 0-16,-1-2 0 0,-3 2 0 16,-3 0 0-16,-6 2 0 0,-2 0 0 0,-4 0 0 0,-1 0 0 15,-2 0-183-15,-2 0-258 0,0 2 212 0,-4 1-541 16,-6 0 363-16,1-1 173 0,0-2 100 15,-3 0-218-15</inkml:trace>
  <inkml:trace contextRef="#ctx0" brushRef="#br0" timeOffset="34887.83">19199 8150 2302 0,'-11'0'0'0,"0"2"0"0,3 9 0 0,1 2 0 0,1 3 0 15,2 4 0-15,3 4 0 0,1 4 0 0,0 1 0 0,0 2 0 0,0 2 79 0,1 0 466 0,1 1-253 0,0 0-125 0,2 0 110 0,-1-2-108 16,1-2-69-16,1-2-375 16,-2 3 157-16,1-4 80 0,1 0 39 0,-1-1-705 0,3 6 368 0,-1-3 188 15,0 2 78-15,1 1-494 0</inkml:trace>
  <inkml:trace contextRef="#ctx0" brushRef="#br0" timeOffset="35453.57">19220 9333 2829 0,'0'2'0'0,"0"3"0"0,0-1 0 0,0-2 0 16,0-2 0-16,2 0 0 0,10 0 0 0,4-3 0 0,3-11 0 0,3-4 0 0,1-5 161 0,3-1-61 0,-1-4-31 0,1-2-58 0,0-6 28 0,-7 6 9 0,5-8-9 15,-4 3-35-15,-4-5 1 0,1 1 33 16,-2-3-44-16,0-4 9 0,-4-1 36 0,2-6-64 0,-1-2 32 15,-1 2-4-15,-2 0-1 0,-3 11-102 16,-2-1 55-16,0 9 16 0,-2 10 1 0,-2 0 107 0,0 13-35 16,0-1 0-16,0 5-37 0,0 4 126 0,-4 3-60 15,-3 0-24-15,2 7 219 0,0 11-198 16,-1 8-70-16,2 3 0 16,3 0 0-16,1 5 0 0,0-2 0 0,0 2 0 15,0 0 0-15,5-4 0 0,2 0 0 0,2-4 0 16,0-1 0-16,0-7 0 0,0-1 0 0,3-2 0 15,-1-5 0-15,-2-3 0 0,1-3 0 0,3-4 0 16,-2 0 0-16,2-2 0 0,0-9 0 0,2-10 0 16,-4 2 0-16,5-7 0 0,-3 1 0 0,0-3 0 15,-4 0 0-15,2-2 0 16,-1-1 0-16,-1-2 0 0,-1 1 0 0,-3 2 0 0,-1 9 0 16,-1 1 0-16,-2 9 0 0,1 0 0 15,-2 3 0-15,0 3 0 0,0 4 0 0,0 1 0 16,-2 5 0-16,-6 9 0 0,3 7 0 0,1 1 0 15,0 2 0-15,3 3 0 0,1-3 0 0,0 8 0 16,0-5 0-16,0-2 0 0,5-5 0 0,4 2 0 16,3-3 0-16,1-2 0 0,1-2 0 0,-2-2 0 15,1-4 0-15,-1 1 0 0,-3-5 0 0,2 3 0 16,-1-4 0-16,-1-2 0 16,0 2 0-16,-1-4 0 0,0 0-70 0,-1 0-127 15,0 0 79-15,2 0-589 0,0 0 334 0,1-4 167 16,2-7-476-16,1-7 327 0,0-2 158 0,-3-7-140 0</inkml:trace>
  <inkml:trace contextRef="#ctx0" brushRef="#br0" timeOffset="35995.15">20161 8178 2902 0,'0'-4'0'0,"0"-1"0"0,0 4 0 0,0-6 0 0,0 3 0 0,-1 3 0 0,1-1 0 0,0 0 0 15,1 2 0-15,10 0 0 0,2 0 294 0,2 0-133 0,2 5-61 0,0 6-30 0,1 2 334 0,0 5-404 0,-5-1 0 0,4 7 0 16,-2 1 0-16,-2 2 0 0,1 2 0 15,-3 3 0-15,-2 2 0 0,-4 1 0 0,-3 9 0 16,0 0 0-16,-2-2 0 0,0 3 0 0,-4-3 0 0,-8 11 0 16,-1-5 0-16,-3-1 0 15,-1 2 0-15,1-3 0 0,-2-6 0 0,-4 7 0 0,1-9 0 16,4-8 0-16,-3 0 0 0,1-5 0 16,4-9 0-16,0-2 0 0,4-2 0 0,1-4 0 15,1-3 0-15,1-1 0 0,3-4 0 0,1 0 0 16,1 0 0-16,-2 0 0 0,3 0 0 15,0 0 0-15,1-4 0 0,1-1 0 0,0-3 0 16,0 3 0-16,0-3 0 0,0 1-368 0,1-1 114 16,5 2 112-16,4-1-938 0</inkml:trace>
  <inkml:trace contextRef="#ctx0" brushRef="#br0" timeOffset="36811.61">20390 8592 2358 0,'-7'0'0'0,"0"-6"0"0,0-2 0 16,5 1 0-16,-1-8 0 0,3 1 0 0,0-2 0 0,0-3 0 0,10-3 0 0,1 1 0 0,3-4 168 0,3 5-63 0,0-3-33 0,2 4 217 0,-2 5-124 0,0-2-53 0,2 6-41 0,-1 2 105 16,1 3-68-16,2 1-34 0,-1 4 159 0,1 0-233 15,4 1 0-15,-2 13 0 16,-2 2 0-16,2 3 0 0,-2 4 0 0,-1 3 0 16,1 1 0-16,-3 3 0 0,-2 1 0 15,-4 1 0-15,-3 1 0 0,-4 2 0 0,-3 1 0 0,-2 1 0 0,0 4 0 0,-5-8 0 16,-11 3 0-16,0-1 0 15,-2-3 0-15,-3-2 0 0,-4-6 0 0,-1-2 0 16,-1-3 0-16,-1-6 0 0,1-3 0 0,-1-3 0 16,3-3 0-16,-2-2 0 0,6-2 0 0,0 0 0 15,5 0 0-15,0 0 0 0,7-2 0 0,2-5 0 16,2 0 0-16,2 0 0 0,3 0 0 0,0-3 0 16,10 1-492-16,10-4 55 0,5 0 198 0,5 1-694 15,2-2 452-15</inkml:trace>
  <inkml:trace contextRef="#ctx0" brushRef="#br0" timeOffset="37087.82">21147 8375 2517 0,'0'-18'0'0,"-6"3"0"0,-3 2 0 16,-2-1 0-16,-3 3 0 0,2 2 0 0,-1 1 0 0,-1 5 0 0,0 1 0 0,0 2 0 0,-3 0 179 0,0 7-71 0,1 8-23 0,-3 6 372 15,1 4-208-15,4 5-105 0,0-1-52 0,1 5 8 16,6 2-100-16,2 0 0 0,3-1 0 0,2 3 0 16,0-4 0-16,0 4 0 0,5-5 0 0,6 1 0 15,5-1 0-15,0-4 0 0,3-1 0 16,-1 0 0-16,3-5 0 0,2-3 0 0,2-1 0 0,-2-2 0 16,4-2 0-16,-3-4 0 0,-1-3 0 0,5 1 0 15,-6-5 0-15,1 0 0 0,-2 0 0 0,-3-1 0 16,1-1-1001-16,1 0 415 15,-4 0 273-15</inkml:trace>
  <inkml:trace contextRef="#ctx0" brushRef="#br0" timeOffset="38440.08">21516 8689 3540 0,'-16'-2'0'0,"5"2"0"0,1 0 0 0,5 0 0 0,1 0 0 0,2 0 0 0,2 0 0 0,0 0 0 15,0 0 0-15,18 0 0 0,5 0 193 0,9 0-77 0,3 0-34 0,8-4-82 0,-2-1 0 16,2 1 0-16,0 1 0 0,-2-1 0 0,-6 2 0 16,2 0 0-16,-3 2 0 0,-6 0 0 15,-3 0 0-15,-5 0 0 0,-3 0 0 16,-4 0 0-16,-6 0-221 0,0 0-131 0,-6 0 89 16,1 0 113-16,-2 0-487 0,0 0 304 0,-10 0 148 15,-3 0-128-15,1 0 137 0,-2 0 70 0,-2-2-389 0</inkml:trace>
  <inkml:trace contextRef="#ctx0" brushRef="#br0" timeOffset="38646.98">21782 8320 2591 0,'-13'-12'0'0,"1"8"0"0,1 2 0 0,2 0 0 0,-3 2 0 0,3 0 0 15,4 9 0-15,1 11 0 0,4 5 0 0,0 6 0 0,0 10 124 0,0 3 627 0,0 1-357 0,4 2-323 0,1-5-71 0,2 14 0 16,0-8 0-16,-2-2 0 0,1 2 0 0,-1-3 0 15,2-5 0-15,0 0 0 0,0-2 0 0,-1-4 0 16,-1-4 0-16,0-2 0 0,-1-9 0 0,1-1 0 16,-3-4 0-16,-1-3-572 15,1-3 94-15,0-4 220 0,0-3 101 0,1-1-529 16,5 0 325-16,2 0 161 0</inkml:trace>
  <inkml:trace contextRef="#ctx0" brushRef="#br0" timeOffset="38910.68">22297 8396 3682 0,'-13'-3'0'0,"1"0"0"0,1 3 0 0,-4 0 0 15,0 0 0-15,-2 14 0 0,0 1 0 0,2 8 0 0,0 5 0 0,3 1 0 0,3 7 246 0,2 7-243 0,5-3-3 0,2-2 0 0,0 8 0 0,0-3 0 16,7-1 0-16,6-1 0 0,3-1 0 15,-2-8 0-15,4 1 0 0,1-3 0 0,-1-3 0 16,1-3 0-16,-1-5 0 0,0-6 0 0,-1 1 0 0,-1-7 0 16,2-2 0-16,-4-3 0 15,0-2 0-15,-3 0 0 0,2 0-611 16,-3 0 171-16,1 0 201 0,-2-3 101 0,-1-8-308 0,1-3 194 0</inkml:trace>
  <inkml:trace contextRef="#ctx0" brushRef="#br0" timeOffset="39089.71">22411 8753 3249 0,'-10'-2'0'0,"3"2"0"0,2-2 0 0,-1 2 0 0,4-2 0 0,1 2 0 0,1 0 0 0,1 0 0 0,10 0 0 0,7 0 0 0,0 2 682 0,3 2-682 0,-2 3 0 0,1-1 0 16,1 0 0-16,0-1 0 0,-3 1 0 0,-1 0 0 15,0-1 0-15,-2-1 0 0,0 0 0 0,2-2-319 16,-2 0 118-16,0-2 128 15,0 0 51-15,4 0-1115 0</inkml:trace>
  <inkml:trace contextRef="#ctx0" brushRef="#br0" timeOffset="39285.83">22888 8671 3066 0,'0'-2'0'0,"0"0"0"0,0 0 0 0,-4 2 0 0,1 0 0 0,-1 0 0 0,-1 9 0 0,3 6 0 0,-3 4 0 0,0 5 0 0,1 1 850 16,-1 3-835-16,-1 2-15 0,-1 2 0 0,-1 0 0 15,-1 0 0-15,-1 0 0 0,0 0 0 0,0-2 0 16,-1-2 0-16,1-4 0 0,-3 2 0 0,4-7 0 16,-3 0 0-16,3-3 0 0,1-8 0 0,0 2-2 15,3-5-123-15,-1-2-897 0,1-3 492 0,1 0 246 16,1-3 123-16,1-12-472 0,0-13 302 0</inkml:trace>
  <inkml:trace contextRef="#ctx0" brushRef="#br0" timeOffset="39479.28">22789 8338 3931 0,'2'-6'0'0,"-1"3"0"0,1 1 0 0,0 0 0 0,3 2 0 0,4 0 0 0,0 4 0 0,3 14 0 0,2 7 0 0,1 7 0 0,4 10 0 0,-1 0 0 0,1 7 0 16,0 4 0-16,3 9 0 15,-4-10 0-15,3 16 0 0,-5-4 0 0,3-3 0 16,-1 0 0-16,0-11 0 0,1 5 0 0,-1-4 0 15,1-5 0-15,-2-3 0 0,2-3 0 0,-5-5 0 16,4 0-822-16</inkml:trace>
  <inkml:trace contextRef="#ctx0" brushRef="#br0" timeOffset="40670.37">23265 8739 3088 0,'-2'0'0'0,"-1"0"0"0,3 0 0 0,0 0 0 0,0 0 0 0,0 0 0 0,0 0 0 0,0 0 0 0,8 1 0 0,7-1 0 0,7 2 348 0,3 0-155 15,2-2 109-15,3 0-302 0,0 0 0 0,1 0 0 16,2 0 0-16,2 0 0 0,-1 0 0 0,-1 0 0 16,-3 0 0-16,1 0 0 0,-8 0 0 0,0 0 0 15,-4 0 0-15,-6 0 0 0,-1 1 0 0,-7 3-697 16,-3 0 162-16,0 0 248 0,-2 2-493 16,0-3 362-16,-16-1 195 0</inkml:trace>
  <inkml:trace contextRef="#ctx0" brushRef="#br0" timeOffset="40841.65">23516 8529 2795 0,'-17'-10'0'0,"-1"6"0"0,6 2 0 0,-6 2 0 0,9 0 0 0,-2 0 0 0,-1 0 0 0,7 11 0 0,1 4 0 0,4 8 0 16,0-1 195-16,0 4-79 0,0 3 416 0,6 1-247 0,2 1-277 16,1 3-8-16,2 2 0 0,3-2 0 0,-2 0 0 15,2-1 0-15,-2 2-149 16,2-4 73-16,-3-1-771 0,0 2 443 0,-3-2 220 15,-2 1 63-15,-2-2-788 0</inkml:trace>
  <inkml:trace contextRef="#ctx0" brushRef="#br0" timeOffset="41355.96">23405 9521 2876 0,'-9'17'0'0,"2"-4"0"0,5-3 0 0,-1-7 0 0,3 1 0 0,0-2 0 0,2-2 0 0,11 0 0 0,7-4 0 15,3-13 0-15,4-3 153 0,4-9-5 0,-2 3-46 0,6-11-37 0,-3-1-66 16,0-1 39-16,-2-2-1 0,0 1 0 0,-3-6-24 16,-3 1-8-16,1-5 32 15,-5-1 0-15,3-11-46 0,-9 8 9 0,5-17 37 0,-3 5 1 16,-3 2-151-16,-4 15 71 0,-1 0 0 0,-4 16-14 16,-3 4 21-16,-1 5 1 0,0 9 122 0,0 4-42 15,0 3-7-15,0 6-36 0,-3 2 297 0,-5 0-140 16,2 13-156-16,1 10-4 0,1 1 0 0,2 6 0 15,2 4 0-15,0 2 0 0,0 8 0 16,0-9 0-16,0 2 0 0,2-3 0 0,5-2 0 16,2-6 0-16,1-7 0 15,1 0 0-15,0-6 0 0,-1-6 0 0,3-2 0 0,1-5 0 16,-2 0 0-16,1-5 0 0,3-11 0 0,-6-2 0 16,8-7 0-16,-7-2 0 0,1-1 0 0,-3-4 0 15,2 0 0-15,-1-3 0 0,-1-1 0 0,0 2 0 16,-3 2 0-16,2 2 0 0,-3 9 0 0,-3 6 0 15,0 2 0-15,-1 3 0 0,-1 7 0 0,0 1 0 16,0 0 0-16,0 2 0 16,0 7 0-16,0 13 0 0,-1 2 0 0,-1 4 0 15,0 6 0-15,2 2 0 0,0 0 0 0,0 2 0 16,0-1 0-16,2-3 0 0,7-3 0 0,-2-4 0 16,5 4 0-16,-1-11 0 0,1 1 0 0,-1-3 0 15,0-3 0-15,-1-6 0 0,3 2 0 0,-6-5 0 16,5 0 0-16,-3-2-154 0,0-2-14 15,1 0-691-15,-1 0 415 0,0 0 204 0,2-4-470 0,1-9 337 16,-3-7 168-16</inkml:trace>
  <inkml:trace contextRef="#ctx0" brushRef="#br0" timeOffset="41630.85">24382 8554 2773 0,'2'-19'0'0,"-2"6"0"0,0 1 0 0,0-2 0 0,0 3 0 0,0 2 0 0,0 1 0 15,0 2 0-15,1 1 0 0,3 1 0 0,1 2 214 0,3 0-88 0,0 2-44 16,1 0 544-16,0 4-516 0,1 9-110 0,-1 2 0 0,0 7 0 16,1 1 0-16,-2 5 0 0,-1 2 0 0,-2 4 0 0,1 0 0 15,-4 3 0-15,0 1 0 16,-2 5 0-16,0-2 0 0,0-5 0 0,-8 9 0 16,1-11 0-16,-4 3 0 0,0-3 0 0,1-4 0 15,-1-6 0-15,-1-1 0 0,1-3 0 0,1-2 0 16,-2-8 0-16,-1 2 0 0,-1-4 0 0,0-1 0 15,0-1 0-15,-1-3 0 0,0-1 0 0,2 1 0 16,4-3-312-16,-3 0-106 16,5 0 190-16,1 0 96 0,2-3-289 0,4-4 193 15,0-6 85-15</inkml:trace>
  <inkml:trace contextRef="#ctx0" brushRef="#br0" timeOffset="41874.58">24714 8610 3931 0,'-2'-7'0'0,"-2"3"0"0,2 0 0 0,0 1 0 0,2 1 0 0,0 0 0 16,0 2 0-16,0 0 0 0,2 0 0 0,6 5 0 0,7 6 0 0,-1 3 0 0,2 1 0 0,-1 2 0 0,2 0 0 0,0-1 0 15,-2 1 0-15,-2 1 0 0,-2-2 0 0,-2 1 0 16,-1-2 0-16,0 0 0 0,-5-3 0 15,1 1 0-15,0-2 0 0,-2-2 0 0,0-1-380 0,-2 0-164 16,3-5 258-16,-3 1 125 16,2-2-632-16,0-2 378 0,1 0 189 0</inkml:trace>
  <inkml:trace contextRef="#ctx0" brushRef="#br0" timeOffset="42274.3">25060 8385 3019 0,'3'-11'0'0,"1"2"0"0,-2-2 0 0,0 4 0 0,-1 2 0 0,-1 3 0 0,0 0 0 0,0 1 0 0,0-1 0 0,0 2 0 0,0 0 234 16,0 5-99-16,0 6 408 0,0 3-543 0,0 4 0 15,-5 5 0-15,-2 3 0 0,-3 0 0 16,2 3 0-16,-1 1 0 0,0 1 0 0,1 2 0 0,-1 0 0 16,-2 3 0-16,1-1 0 15,-1 5 0-15,-2 7 0 0,0-4 0 0,-2 4 0 16,-2 2 0-16,0 0 0 0,2-2 0 0,-3 2 0 15,2 0 0-15,-1-1 0 0,2-3 0 0,-2 2 0 16,2 0 0-16,0-2 0 0,2 2 0 0,-3-2 0 16,4 0 0-16,1-1 0 0,1-9 0 0,-1 2 0 15,4-3 0-15,-2-3 0 0,2-7 0 0,3-2 0 16,-1-1 0-16,1-4 0 16,1-4 0-16,-1 0 0 0,2-3 0 0,-1-1 0 15,3-3 0-15,-2 1 0 0,2-3 0 0,0 0 0 0,0-1 0 16,0 0 0-16,-1-2 0 0,1-1 0 15,0 0 0-15,0 0 0 0,0 0 0 0,0 0 0 16,0 0 0-16,0 0 0 0,0 0 0 0,0 0 0 16,0 0 0-16,0 0 0 0,0 0 0 0,0 0 0 15,0 0 0-15,0 0-827 0,0 0 183 0,0-1 294 16</inkml:trace>
  <inkml:trace contextRef="#ctx0" brushRef="#br0" timeOffset="43400.02">25340 8806 2747 0,'-7'-2'0'0,"3"0"0"0,3 0 0 0,-1 0 0 0,2 2 0 0,0-2 0 0,0 0 0 0,2 1 0 0,13-5 0 0,8-2 0 0,4 1 320 0,6-1-146 0,6-3 389 15,0 3-436-15,2 0-127 0,1-2 0 0,-6 4 0 16,3 0 0-16,-2 1 0 0,-2 1 0 0,-5 2 0 15,-6 0 0-15,-1 2 0 0,-4 0 0 0,-5 0 0 16,-5 0 0-16,0 0 0 0,-4 2 0 0,-1 2 0 16,-2 0 0-16,-2-1-567 0,0 2 113 0,0-1 209 15,0-3 103-15,0 1-592 0,-2-2 353 0,-2 0 171 16</inkml:trace>
  <inkml:trace contextRef="#ctx0" brushRef="#br0" timeOffset="43622.55">25685 8402 3200 0,'-15'-4'0'0,"0"2"0"0,4 2 0 0,-3 0 0 0,7 0 0 0,0 0 0 0,3 4 0 0,2 11 0 0,2 8 0 0,0 3 0 0,0 6 209 16,0 11-86-16,0 0 276 0,0 2-399 0,0 6 0 0,0 0 0 16,0-1 0-16,0 3 0 0,0-4 0 15,0-1 0-15,0-2 0 0,0-9 0 0,0 2 0 16,0-1 0-16,0-6 0 0,0-2 0 0,0-7 0 15,0-3 0-15,0-1 0 0,2-4 0 0,-1-5-132 16,3-1-304-16,2-3 194 16,1-2 93-16,7-3-619 0,0-1 365 0,6-1 183 0</inkml:trace>
  <inkml:trace contextRef="#ctx0" brushRef="#br0" timeOffset="43883.48">26303 8524 3334 0,'-13'-11'0'0,"-1"5"0"0,2 3 0 0,-4 2 0 0,-1 1 0 0,-1 0 0 0,-1 7 0 0,-2 9 0 0,0 6 0 0,3 7 0 0,-1 8 597 0,4 1-597 16,5 3 0-16,7 3 0 0,3 0 0 0,0-4 0 16,0 10 0-16,6-6 0 0,9-5 0 0,-2-5 0 15,6-1 0-15,1-3 0 0,-1-4 0 16,2-4 0-16,-8-4 0 0,5-3 0 0,-1-2 0 15,-1-3 0-15,-4-5 0 0,2-1 0 16,-3 0 0-16,-2-4 0 0,1 0 0 0,1 0-237 16,0 0 39-16,1 0-623 0,0-4 391 0,4-5 197 0,0-4 97 15</inkml:trace>
  <inkml:trace contextRef="#ctx0" brushRef="#br0" timeOffset="44086.31">26459 8862 3931 0,'-17'-4'0'0,"1"3"0"0,8-3 0 0,-4 0 0 0,4 2 0 0,5 0 0 0,3 0 0 0,0 1 0 0,3-1 0 0,15 2 0 0,4 0 0 0,4 0 0 0,-4 0 0 15,8 0 0-15,-1 0 0 0,-1 0 0 0,-2 0 0 16,1 0 0-16,-8 3 0 0,2-1 0 0,-3 2 0 16,1 0 0-16,-4 0 0 15,-2-1 0-15,-4 1 0 0,3-2 0 0,-3 1-944 16,-2 0 413-16,4 0 246 0,-1-3 124 0,0 0-307 15,-1 0 219-15</inkml:trace>
  <inkml:trace contextRef="#ctx0" brushRef="#br0" timeOffset="44598">26883 8671 2678 0,'0'-8'0'0,"0"3"0"0,0-3 0 0,0 1 0 0,0 3 0 0,0-2 0 0,0 2 0 0,9 2 0 0,8 0 0 0,2 2 0 0,6 0 658 0,-1 0-309 16,3 10-156-16,1 1-140 0,-3 3-53 0,-5 0 0 15,2 5 0-15,-5 2 0 0,0-1 0 0,-6 3 0 16,-1-1 0-16,-8-1 0 0,-2 7 0 0,0-3 0 16,-4 1 0-16,-14 1 0 0,-2-1 0 0,0-4 0 15,-3-1 0-15,-2-3 0 0,3-1 0 0,0-3 0 16,1-5 0-16,0 0 0 16,3-1 0-16,0-2 0 0,7-2 0 0,0-3 0 15,3 1 0-15,5-2 0 0,1 0 0 0,0 0 0 16,-1 0 0-16,3 2 0 0,0 0 0 0,8 2 0 15,6-3 0-15,-1 3 0 0,4 0 0 0,0-2 0 16,2-1 0-16,0 1 0 0,3-2 0 0,-3 0 0 16,-1 0 0-16,1 0 0 0,-1 0 0 0,-2 0 0 15,1 0 0-15,0 0 0 0,0-2-348 0,1 1-140 16,3-5 216-16,2-2 121 0,-1 0-319 16,1-6 215-16,1-3 107 0,3-4-527 15,-2-1 309-15,-3-1 169 0,2 2 80 0,-5-1-124 16,-7 5 121-16,1-1 37 0,-6 1 83 0,-2 2 225 15,-2 4-150-15,0-1-57 0,-1 3-27 0,-2 3 708 16,0 2-377-16,0 3-176 0,0-2 868 0,0 3-488 16,0 0-244-16,0 8-123 0,0 7 200 0,-8 6-244 15,1 0-115-15,-1 4 0 0,-2 2 0 16,0 1 0-16,-2-4 0 0,-1 7 0 0,1-5 0 0,-1-2 0 16,1-4 0-16,-2 2 0 15,3-6 0-15,-3 1 0 0,2-4 0 0,1-1 0 16,3-5 0-16,0-1 0 0,3-2-530 0,1-4 227 15,1 0 132-15,3 0-605 0,0-8 369 0,0-11 185 16</inkml:trace>
  <inkml:trace contextRef="#ctx0" brushRef="#br0" timeOffset="44874.75">27395 8527 3814 0,'3'-8'0'0,"1"2"0"0,0-3 0 0,-3 6 0 0,1-1 0 0,0 3 0 0,-1-1 0 0,5 2 0 0,0 0 0 0,4 7 0 0,-2 7 117 0,2 6-117 0,2 2 0 16,-4 7 0-16,2 1 0 0,2 4 0 0,-4-1 0 16,4 5 0-16,0 1 0 0,1 3 0 0,0-4 0 15,0-1 0-15,0-3 0 0,1 1 0 0,3 0 0 16,1-4 0-16,-1-1 0 16,1-4 0-16,0-1 0 0,-2-3 0 0,0-5 0 15,-2-2 0-15,2-2 0 0,-3-3 0 0,-3-1 0 16,-1-5 0-16,-2 1 0 0,-2 0 0 0,-1-4 0 0,-2 1 0 15,1 2 0-15,-1-4 0 16,-2 2 0-16,0-1 0 0,0 3-59 0,0-1-364 16,0-2 192-16,-2 1 98 0,-1-2-980 0</inkml:trace>
  <inkml:trace contextRef="#ctx0" brushRef="#br0" timeOffset="45404.58">27839 8794 2693 0,'-5'-5'0'0,"3"3"0"0,2 0 0 0,0 2 0 0,0 0 0 0,0-2 0 0,13 2 0 0,11-2 0 0,5 0 0 0,3 0 0 0,5 1 373 0,2-3-168 0,1 2-74 16,-1 2 398-16,-1 0-529 0,-4 0 0 0,-1 0 0 15,-1 0 0-15,-7 4 0 16,5 1 0-16,-9 1 0 0,-2-1 0 0,1-1 0 0,-5 2 0 16,-4-4 0-16,-2 2-272 0,0-3 145 15,-7 2 82-15,3-3-884 0,-3 0 446 0,-2 0 213 16,0 0 121-16,0-3-230 0</inkml:trace>
  <inkml:trace contextRef="#ctx0" brushRef="#br0" timeOffset="45616.43">28233 8451 3221 0,'-9'0'0'0,"2"3"0"0,-1 4 0 0,4 0 0 0,1 2 0 0,3 8 0 0,0 4 0 0,0 7 0 0,0 11 0 0,0-3 0 0,0 15 446 0,0 0-204 0,0 1-220 0,0 1-22 16,0-1 0-16,-2-7 0 0,-4 9 0 15,2-9 0-15,1-9 0 0,3 1 0 0,0 0 0 0,0-5 0 16,0-5 0-16,0-6 0 0,0 0 0 0,0-3 0 15,3-8 0-15,5-1-861 16,-1 0 315-16,6-9 253 0,1 0 128 0,6-3-531 16,1-18 319-16</inkml:trace>
  <inkml:trace contextRef="#ctx0" brushRef="#br0" timeOffset="45899.25">28724 8554 2774 0,'11'-9'0'0,"-3"3"0"0,2 2 0 0,-9 2 0 0,1 2 0 0,-2 0 0 0,0 2 0 0,0 13 0 0,-13 4 0 0,0 4 0 0,-5-1 296 0,-1 4-129 16,-1 1-55-16,-3-1 169 0,3-1-121 0,-2-3-61 15,2-2-57-15,5-4-42 0,0-2 0 0,4-2 0 16,4-4 0-16,2-3 0 0,0-1 0 0,5-2 0 16,0-1 0-16,0 2 0 0,2-2 0 0,9 3 0 15,11-2 0-15,0 0 0 16,-1 0 0-16,9 0 0 0,2 0 0 0,-2-2 0 0,0 0 0 15,0 0 0-15,-4 0 0 0,4 2 0 0,-11-1 0 16,4-1 0-16,-1 2 0 0,-6 0 0 0,-2 0-154 16,-1 0-256-16,-4 0 187 0,-3-1 92 0,0 2-632 15,-2-2 362-15,-4-1 172 0,3 0 101 0,-3 0-240 16</inkml:trace>
  <inkml:trace contextRef="#ctx0" brushRef="#br0" timeOffset="46063.73">28851 8563 2589 0,'-13'-11'0'0,"3"4"0"0,0 4 0 0,2 0 0 0,1 1 0 0,2 0 0 0,0 2 0 0,3 0 0 0,-1 13 0 0,1 10 0 0,-1 1 285 0,-2 6-124 0,-1 3-52 0,2 2 221 0,-1 3-147 16,0 1-72-16,1-2-37 0,1 1-341 16,0 2 161-16,0-3 68 0,3-1-291 0,0-1 183 15,0 1 93-15,0-2-876 0,-2 0 465 0</inkml:trace>
  <inkml:trace contextRef="#ctx0" brushRef="#br0" timeOffset="46619.5">28598 9472 2902 0,'-4'11'0'0,"2"-1"0"0,-2-4 0 0,4 0 0 0,0-3 0 0,0-1 0 0,0 1 0 0,2-3 0 0,9 0 0 0,6 0 0 0,3 0 120 0,5-10 252 0,3-8-158 0,2-1-93 16,5-7-121-16,-5 3 38 0,-2-1-1 0,3-2 1 15,-3-1-45-15,-1 0 18 0,1-5-1 0,-1 2-57 16,-4-4 43-16,5-2-1 0,-3-5 53 0,5-5-134 16,-5-2 63-16,0-3-27 0,-1 0 36 15,-1 2-177-15,-8 14 68 0,-2-3 56 0,-4 12 142 16,-3 2-46-16,-4 5-1 0,1 6-44 16,-3 4 365-16,0 3-177 0,0 2-172 0,0 3 0 15,0 1 0-15,-8 0 0 0,4 14 0 0,-4 9 0 16,3 3 0-16,0 4 0 0,2 4 0 0,3 1 0 15,0 1 0-15,0-2 0 0,0-4 0 0,0-2 0 16,3-7 0-16,5-1 0 0,3-4 0 0,0-6 0 16,1 0 0-16,3-5 0 0,0-5 0 0,2 0 0 15,-1 0 0-15,7-12 0 0,-2-1 0 0,-2-4 0 16,0 0 0-16,-1 0 0 16,3-7 0-16,-3-1 0 0,0-3 0 0,-3-1 0 15,3-4 0-15,-3-1 0 0,0 4 0 0,-5 0 0 16,0 10-36-16,-3-1-9 0,-2 4 7 0,-4 6-9 15,1 3 9-15,1 2 157 0,-3 5-78 0,0-1-40 16,0 2 0-16,0 0 41 0,0 0-42 0,0 9 0 16,0 5 0-16,0 3 0 0,0 3 0 0,0 0 0 15,0 7 0-15,0-3 0 16,0-3 0-16,0 1 0 0,0 2 0 0,2-2 0 16,0-2 0-16,-1-1 0 0,3-3 0 0,0 2 0 15,0-5 0-15,-2 0 0 0,4-2 0 0,-4-1 0 16,6-3 0-16,-2 0-20 0,6 2-146 0,-5-6-665 15,6 1 402-15,-1-3 196 0,0-1 97 0,4 0-545 16,-2 0 322-16,4-5 151 0,-4-14 90 0,-3-4-276 16</inkml:trace>
  <inkml:trace contextRef="#ctx0" brushRef="#br0" timeOffset="46912.33">29944 8468 3399 0,'4'-10'0'0,"4"3"0"0,-2-1 0 0,1 1 0 0,-2 2 0 0,6 2 0 0,0 1 0 0,1 2 0 0,4 0 0 16,-1 6 0-16,5 8 355 0,-2 4-178 0,-2 3-177 0,0 5 0 0,-3 0 0 15,-4 4 0-15,2 0 0 0,-7 4 0 0,-3 2 0 0,-1-1 0 16,0 7 0-16,-10-7 0 16,-10 11 0-16,2-7 0 0,-6 0 0 0,-1 0 0 15,1-5 0-15,4-3 0 0,-1-3 0 0,0-2 0 16,1-5 0-16,2-3 0 0,3-3 0 0,-2-1 0 15,4-5 0-15,-1 0 0 0,-2-3 0 0,7-1 0 16,-1 0 0-16,-1-4 0 0,6 1 0 0,-2-2 0 16,4 0 0-16,-2 0 0 0,3 0 0 0,2 0 0 15,0 0-326-15,0-2-63 0,0-4 175 0,2-3-548 16,6 2 352-16,4-3 191 16</inkml:trace>
  <inkml:trace contextRef="#ctx0" brushRef="#br0" timeOffset="47339.09">30362 8554 3203 0,'-2'-11'0'0,"-1"7"0"0,3 0 0 0,0-4 0 0,0 3 0 0,0 0 0 0,7-1 0 0,3-2 0 0,8 4 0 0,5-1 0 0,-4 3 178 0,9-2 61 0,-1 3-100 0,1 1-50 16,0 0-26-16,-1 0-43 0,-7 0-20 0,0 3 0 15,1 4 0-15,-5 3 0 0,-5 3 0 16,-1 0 0-16,-6 4 0 0,-3 2 0 16,-1 7 0-16,-1-1 0 0,-17 3 0 0,-5 6 0 15,0-4 0-15,-10 7 0 0,3-1 0 0,0-2 0 16,2 0 0-16,6-6 0 0,2 1 0 0,0-2 0 15,6-3 0-15,5-3 0 0,1 0 0 0,6-5 0 16,0 0 0-16,2-1 0 0,0-2 0 0,2-4 0 16,6 1 0-16,7 0 0 0,-1-5 0 15,2-2 0-15,4 2 0 0,2-4 0 0,-1 1 0 0,1-2 0 16,-2 0 0-16,2 0 0 16,-4 0 0-16,2 0 0 0,-6 0 0 0,-3 0 0 15,3 0 0-15,-8 2 0 0,0-2 0 0,-1 0 0 16,-1 0-668-16,-1 0 165 0,-1-2 236 0,0-9-645 15,0-6 437-15</inkml:trace>
  <inkml:trace contextRef="#ctx0" brushRef="#br0" timeOffset="47516.97">30352 8744 3038 0,'-11'0'0'0,"5"0"0"0,3 1 0 0,3 1 0 0,0 0 0 0,0 2 0 0,10 3 0 0,15 1 0 0,4 3 0 0,7 3 0 0,1-3 509 0,6-2-236 0,-5 3-162 0,-1-3-111 16,10 2 0-16,-7-3 0 0,-7-1 0 0,5-1 0 16,0-1 0-16,-4 1-486 0,-1-1 61 0,-3 1 231 15,-2 0 116-15,-9-5-1071 0</inkml:trace>
  <inkml:trace contextRef="#ctx0" brushRef="#br0" timeOffset="58584.33">31005 8714 2635 0,'7'-2'0'0,"-2"0"0"0,3-2 0 0,7 0 0 0,-1 1 0 0,4 1 0 0,-5-2 0 0,5 3 0 0,2-2 0 0,-3 1 0 0,3 0 76 0,-3 0 53 0,4 2-35 0,-3-1-9 16,-1 1-59-16,0-2 14 0,-2 2-1 0,1-2 1 16,-7 2-130-16,3-2 60 0,-3 2 34 0,0 0 1 15,-6 0-399-15,1 0 213 0,-1 0 55 0,-1 0-563 16,0 0 325-16,-2 0 162 0,0 0 82 15</inkml:trace>
  <inkml:trace contextRef="#ctx0" brushRef="#br0" timeOffset="58831.92">31212 8443 1760 0,'-9'-5'0'0,"1"0"0"0,5 4 0 0,-1 0 0 0,1 1 0 0,-2 0 0 0,2 0 0 0,-1 1 0 0,1 14 0 0,1 2 0 0,2 7 85 0,0 1 370 0,0 4-208 15,0 4-93-15,0 2 218 16,0 9-166-16,0-3-83 0,0 1-42 0,0-2 76 16,2-6-48-16,1 6-40 0,1-4-55 0,-4-3 0 15,3-3 26-15,0-1-1 0,-3-9-172 0,0 0 82 16,0-2 45-16,0-5 0 0,0-2-259 0,0-5 99 16,0-1 99-16,0-3-507 0,0 0 267 0,0-2 131 15,2 0 68-15,3 0-382 0,3-2 216 0,4-7 122 16,1-2-314-16,1-3 213 15</inkml:trace>
  <inkml:trace contextRef="#ctx0" brushRef="#br0" timeOffset="59425.63">31563 8470 1764 0,'0'0'0'0,"-2"-2"0"0,-3 2 0 15,-1 0 0-15,-1 0 0 0,-3 0 0 0,0 4 0 0,-6 11 0 0,2 1 0 0,-1 5 0 0,5 2 135 0,-3 2 322 0,6 4-199 0,2 1-113 0,2 2-53 0,1 0 278 16,2-2-166-16,0 2-81 15,0-2-31-15,0 0 65 0,4-4-57 0,2 2-66 16,3-4-34-16,-1-2 0 0,0-2 0 0,-1-1 0 16,1 0 0-16,-1-2 0 0,-1-2-9 0,0-4-428 15,-3-2 242-15,4 1 49 0,-1-3 80 0,-1-3-626 16,-2-1 326-16,4-3 163 0,0 0 71 0,3 0-166 16,1-1 128-16,0-9 65 0,-2-5-327 0</inkml:trace>
  <inkml:trace contextRef="#ctx0" brushRef="#br0" timeOffset="59633.68">31760 8699 2038 0,'3'-12'0'0,"-1"8"0"0,4 1 0 0,-4 1 0 0,-2 0 0 0,0 2 0 0,0 0 0 0,0 6 0 0,-10 7 0 0,3 10 0 0,-1-1 176 0,-7 4-69 0,3 2 442 0,-6 4-259 16,1 0-125-16,-2 2 204 0,0 0-165 15,-1 0-171-15,-3-2-33 0,3-3 0 16,-2 0 0-16,2-3 0 0,0 0 0 0,-2-6 0 15,6-2 0-15,1-3 0 0,0-2-217 0,5-5 49 0,3-3 104 16,2-3-10-16,-1-2-612 0,6 0 304 0,0 0 171 16,0-9-319-16,8-12 244 0,5-3 123 0,5-8 52 15</inkml:trace>
  <inkml:trace contextRef="#ctx0" brushRef="#br0" timeOffset="59855.68">31705 8432 2587 0,'6'-4'0'0,"-1"4"0"0,0 0 0 0,1 4 0 16,-3 6 0-16,0 6 0 0,-1 8 0 0,6 7 0 0,-3 8 0 0,0 1 0 0,2 5 408 0,-2 0-184 0,6 0-92 0,-6-2 398 15,4 12-480-15,2-9-50 0,-2 1 0 16,-1-4 0-16,2-1 0 0,-2-6 0 0,2 1 0 16,-1-3 0-16,-1-4 0 0,-1-2 0 0,-4-8 0 15,0-1 0-15,-1-5 0 0,3-5 0 0,-3-3 0 16,0-3 0-16,-2 0 0 0,0-3-129 0,1 0-285 15,2 0 186-15,2 0 94 0,2-9-511 0,1-3 302 16,1-6 142-16</inkml:trace>
  <inkml:trace contextRef="#ctx0" brushRef="#br0" timeOffset="60051.73">31973 8887 2771 0,'-5'-5'0'0,"5"4"0"0,0-3 0 0,0-1 0 0,7 2 0 0,7 0 0 0,0 1 0 0,7 0 0 0,4 2 0 0,-8 0 0 0,6 0 352 0,1 0-160 16,-6 0-76-16,2 0-38 0,-2 2 125 0,-3 2-81 0,-3-3-31 0,1 2-348 15,-4 0 148-15,-1-1 75 16,-2 0 38-16,-2 0-643 0,-2-1 349 0,-1-1 161 16,-1 0 85-16,0 0-821 0,2 0 413 15,-2-1 205-15</inkml:trace>
  <inkml:trace contextRef="#ctx0" brushRef="#br0" timeOffset="60360.21">32223 8699 2017 0,'0'-7'0'0,"2"2"0"0,1 3 0 0,5 0 0 0,-3 1 0 0,2-1 0 0,3 2 0 0,0 0 0 0,5 2 0 0,1 8 0 0,-2 2 185 0,2 4-77 0,0 3 316 16,-2 2-192-16,-4 0-96 0,-1 4-48 0,-3-5 129 0,-1 11-94 15,-3-6-41-15,-2 3 0 16,-4-1-99-16,-12-1 29 0,-5-1 10 0,0-1-110 15,-7-1 64-15,5-4 33 0,-2-2-1 0,0-5-56 16,6-2 55-16,1-1-15 0,1-3 0 0,6 0 12 16,1-5-19-16,5 1-1 0,1-2 198 0,3 0-92 15,1 0-40-15,0 0 13 0,3 0-49 0,14 0-14 16,4-2 0-16,3 1 0 0,2-5 0 0,1 0 0 16,2-2 0-16,1 3 0 0,0-1 0 0,1 0 0 15,-1 1 0-15,0 1 0 0,-5-1 0 16,-3 3 0-16,1-2 0 0,-5 3 0 15,-3-1 0-15,-5-1 0 0,-1 3-362 0,-3 0-113 16,-4 0 206-16,-1 0-651 0,-1 3 440 0</inkml:trace>
  <inkml:trace contextRef="#ctx0" brushRef="#br0" timeOffset="60885.68">32223 9390 2870 0,'-5'18'0'0,"3"-1"0"0,2-3 0 0,0-6 0 0,0-1 0 0,0-1 0 0,7-3 0 0,2 0 0 0,3-3 0 0,2 0 0 0,4 0 199 0,2-6-83 0,0-6-39 16,2-4 147-16,1-3-82 0,0 1-56 0,1-2 1 15,-1-1-113-15,-2-1 33 0,0-3 0 0,2 0-106 16,-2 0 65-16,1-6 37 0,2-5-1 16,-1-1-175-16,0-6 107 0,2-2 17 0,5-13-201 15,-8 12 86-15,-1-4 73 0,-9 11-7 0,3 3 12 16,-10 11 3-16,-1 1 10 0,-3 9 347 0,-1 3-154 15,0 3-78-15,0 5-38 0,0 2 386 0,-7 2-195 16,-1 8-63-16,-5 13-60 0,3 1 102 0,-2 7-174 16,2 0 0-16,0 5 0 0,3 0 0 0,-1 2 0 15,5-2 0-15,3-5 0 16,0-4 0-16,0 0 0 0,0-3 0 0,3-3 0 16,7-4 0-16,-1-4 0 0,-3-4 0 0,9-1 0 15,-7-4 0-15,4-2 0 0,3 0 0 0,-3-4 0 16,4-8 0-16,1-8 0 0,-4 2 0 0,-1-4 0 15,3 1 0-15,-3-4 0 0,0-1 0 16,-1-3 0-16,-1 3-57 0,-3 8-46 0,-1-1 32 0,-4 6-1 16,-1 1 120-16,1 3-40 15,-2 5 1-15,0 1-49 0,0 2 318 0,0 1-278 16,0 0 0-16,0 6 0 0,0 7 0 0,0 4 0 16,0 0 0-16,0 2 0 0,0 1 0 0,0 1 0 15,0-2 0-15,2-3 0 0,0 2 0 0,1-1 0 16,2-6 0-16,-3 0 0 0,1 0 0 0,1-4 0 15,-3-1-10-15,1-1-400 0,1-2 175 0,-2-1-496 16,-1-2 345-16,2 0 173 0,-2 0 87 0,2 0-432 16,1-2 249-16,2-9 140 15,-1-4 64-15,-1-2-143 0</inkml:trace>
  <inkml:trace contextRef="#ctx0" brushRef="#br0" timeOffset="61100.7">33019 8699 2348 0,'2'-21'0'0,"-1"8"0"0,5 0 0 0,-2 4 0 0,1 5 0 0,-3 2 0 16,5 2 0-16,-2 0 0 0,3 11 0 0,2 10 0 0,-2 3 182 0,1 7-71 0,2 5 422 0,-4 6-247 0,-2-4-113 16,0 9-71-16,-3-2 94 15,-2-5-196-15,0-4 0 0,-2 7 0 0,-12-9 0 16,-5 6 0-16,-4-7 0 0,4-4 0 0,-8-1 0 16,-3-4 0-16,2 1 0 0,-2-7 0 0,2-3 0 15,3-2 0-15,4-6 0 0,-2-2 0 0,2-3 0 16,4 0 0-16,1-2-156 0,5 0-225 0,0 0 139 15,6-2 101-15,3-11-541 0,2-9 327 0,2-1 157 16</inkml:trace>
  <inkml:trace contextRef="#ctx0" brushRef="#br0" timeOffset="61254.58">33051 8917 3006 0,'11'-6'0'0,"6"1"0"0,1-6 0 0,-3 4 0 0,3 0 0 0,-4 1 0 0,2 2 0 0,3 1 0 0,-1 1 0 0,2 2 0 0,-5 0 114 15,2 0 101-15,-2 0-78 0,-1 2-53 0,-2 2-238 16,-1 5 97-16,-2-2 48 0,-4 0 0 0,-3 1-656 16,1 4 347-16,-3-1 178 0</inkml:trace>
  <inkml:trace contextRef="#ctx0" brushRef="#br0" timeOffset="61407.01">33104 9094 2622 0,'-9'5'0'0,"3"4"0"0,6-2 0 0,0-1 0 0,0-2 0 0,0-2 0 0,6-2 0 0,8 0 0 0,2 0 0 0,1 2 0 0,3-2 205 0,3 0 129 0,-4 0-137 0,4 0-84 16,0 0-36-16,-1 0-136 0,0 0 49 0,-4 0 0 15,-5 0 60-15,4 0-631 16,-7 0 310-16,0 0 156 0,0 0-771 0</inkml:trace>
  <inkml:trace contextRef="#ctx0" brushRef="#br0" timeOffset="61743.42">33519 8979 2388 0,'3'0'0'0,"2"0"0"0,-4 0 0 0,-1 0 0 0,0 0 0 0,-1 7 0 0,-9 4 0 0,3 2 0 0,1 2 0 0,0 4 0 16,3 0 320-16,-3 0-140 0,6 1-60 0,0 0 171 0,0 1-126 0,0-1-63 15,6-4 263-15,6 1-365 0,3-3 0 0,3-2 0 16,0-2 0-16,3-3 0 0,-3-3 0 0,10-2 0 0,0-2 0 15,-9 0 0 1,8 0 0-16,-2-3 0 0,-9-7 0 0,4-1 0 0,-5 0 0 0,0-3 0 16,0-1 0-16,-7-3 0 15,-1-2 0-15,-2-1 0 0,-1-2 0 0,0-5 0 16,-2 1-174-16,-2-1 61 0,-2 2 37 0,-11 1-28 16,3 8 21-16,-5-2 11 0,0 7 32 0,-6 1 242 15,5 5-122-15,-3 1-59 0,0 5-41 0,-1 0 319 16,-3 0-219-16,3 15-80 0,8-3 0 0,-4 5 0 15,2 2 0-15,1 2 0 0,-2 3 0 0,6-2 0 16,-2 1 0-16,3-3 0 0,-1 6-546 0,-1 2 71 16</inkml:trace>
  <inkml:trace contextRef="#ctx0" brushRef="#br0" timeOffset="64679.68">18414 9679 3292 0,'-2'-1'0'0,"1"-2"0"0,1 0 0 0,0-1 0 0,0 0 0 0,3-2 0 0,8 3 0 0,5-3 0 0,0 4 0 0,5-1 0 0,6 1 232 0,1 0-96 0,0-1-49 0,2 2 97 15,0-1-184-15,2 0 0 16,2 2 0-16,1-2 0 0,-3 2 0 0,-4 0 0 16,6 0 0-16,-7-1 0 0,-5-2 0 0,0 1 0 15,-1 0 0-15,-3 1 0 0,-6-1 0 0,-3 0 0 16,-1-2-145-16,-2 2-253 0,-2 1 109 0,-2-2-221 16,-1 2 235-16,1-5 119 0,0-4 57 0,0-2-623 15</inkml:trace>
  <inkml:trace contextRef="#ctx0" brushRef="#br0" timeOffset="64887.51">18921 9408 2205 0,'-2'-5'0'0,"-2"1"0"0,4 2 0 0,-1-2 0 0,1 3 0 0,0-1 0 0,0 2 0 0,7 0 0 0,10 0 0 0,4 0 0 0,3 7 146 0,1 1-53 0,1 4 318 16,0 0-191-16,-1 1-90 0,-1 1-46 0,-7-4 170 0,0 6-108 15,-2-3-44-15,-6 0 16 0,-3 1-96 0,-4 2-22 16,-2-1 0-16,0 2 0 0,-2 0 0 0,-15 3 0 15,0 2 0-15,-3-4 0 16,-5 1 0-16,1 0 0 0,4-4-339 0,-9 5 107 16,5-5 69-16,1 2-683 0,-2-2 403 0,3 0 202 15,1-2 92-15,-7 4-517 0</inkml:trace>
  <inkml:trace contextRef="#ctx0" brushRef="#br0" timeOffset="65289.2">18696 9893 2054 0,'-6'0'0'0,"5"4"0"0,-3 0 0 0,2 1 0 0,-1 4 0 0,3 2 0 16,0 5 0-16,0 3 0 0,0 5 0 0,0-3 0 0,1 9 77 0,3-3 454 0,0 2-246 0,-3-1-124 0,1 2-61 15,0-7 299-15,0 3-185 0,-2-3-104 0,0-5-110 16,0-3 0-16,0-3 0 0,0-5 0 0,0-3 0 16,0-1 0-16,0-3 0 0,0 0 0 0,0 0 0 15,0-3 0-15,0-10 0 0,2-4 0 0,1-6 0 16,6-1 0-16,-2 2 0 0,4-9 0 15,2 7 0-15,-2-2 0 0,0 7 0 16,1 0 0-16,-1 2 0 0,0 2 0 0,1 6 0 16,-5 1 0-16,0 3 0 0,1 3 0 0,-2 0 0 15,0 2 0-15,-3 0 0 0,3 0 0 0,-3 5 0 16,1 7 0-16,1 3 0 0,-4 2 0 0,3 1 0 16,0 1 0-16,-1 1 0 0,1 4 0 0,1-2 0 15,1 5 0-15,2-7 0 0,-1 7 0 0,2-9 0 16,2 3 0-16,-1-1 0 0,1-1 0 0,1-4 0 15,-1 2 0-15,2-4 0 0,-1-2 0 0,1-2 0 16,-2-2 0-16,0-2 0 16,2-2 0-16,1-3 0 0,0 0 0 0,2 0 0 15,0 0 0-15,3-5 0 0,4-6 0 0,-3-3 0 16,5-2-913-16,1-5 345 0,6-5 269 0,0-9 129 16</inkml:trace>
  <inkml:trace contextRef="#ctx0" brushRef="#br0" timeOffset="65479.71">19491 9797 3192 0,'0'0'0'0,"0"0"0"0,-2 0 0 0,0 0 0 0,0 0 0 0,2 0 0 0,0 0 0 0,0 0 0 0,9 0 0 0,9 0 0 0,0 0 574 16,1 0-409-16,1 0-165 0,1 0 0 0,0 0 0 15,-1 0 0-15,1 0 0 0,0 0 0 0,-5 0 0 16,-2 0 0-16,0 0 0 15,-3 0-259-15,-2 0-111 0,-2 0 204 0,-3 4-482 0,-3 3 233 16,1 3 193-16</inkml:trace>
  <inkml:trace contextRef="#ctx0" brushRef="#br0" timeOffset="65665.8">19530 10049 3813 0,'-9'8'0'0,"1"-3"0"0,0-1 0 0,6-2 0 0,-1-1-1 0,3 1 1 0,0 0 0 0,0 3 0 0,12-2 0 0,4 1 0 0,9-3 119 0,-4 1-119 16,9 0 0-16,-3-2 0 0,-1 0 0 0,3 0 0 16,-3 0 0-16,-3 0 0 0,0 0 0 0,-2-2 0 15,-1 0 0-15,-4 1 0 0,1-2 0 0,-6 3-83 16,1 0-322-16,1 0 121 0,-4 0 144 16</inkml:trace>
  <inkml:trace contextRef="#ctx0" brushRef="#br0" timeOffset="66379.83">20469 9542 1892 0,'-10'-11'0'0,"1"5"0"0,2-1 0 0,-3-1 0 0,1 3 0 0,-2 0 0 0,-1 4 0 0,-1 1 0 0,1 0 0 0,-4 14 0 0,0 7 438 0,-2 8-201 0,-1 8-99 15,5 5-51-15,-2 4 297 0,5 3-164 0,4 4-97 16,5 0-42-16,2-3 250 16,0-1-331-16,7-8 0 0,14 6 0 0,1-8 0 15,3-5 0-15,-1-8 0 0,3 1 0 0,-1-4 0 16,1-3 0-16,-4-3 0 0,0-4 0 0,-2-3 0 15,-3-1 0-15,0-5 0 0,-4-1 0 0,0-3-132 16,-5 0 57-16,0 0-766 0,1 0 402 0,-1-1 191 16,-2-9 110-16,4-3-247 0,-4-2 174 15</inkml:trace>
  <inkml:trace contextRef="#ctx0" brushRef="#br0" timeOffset="66723.08">20642 9792 2263 0,'0'-11'0'0,"0"3"0"0,0 0 0 0,0 3 0 0,0-3 0 0,0 1 0 0,5 1 0 0,11 2 0 0,5 1 0 0,0 1 0 0,8 2 260 0,-1 0-112 0,0 0-55 15,-1 0 251-15,-1 10-154 0,-6 0-66 0,1 3 63 16,-4 0-74-16,-4 4-38 0,-6 1 0 0,-3 0-16 16,-4 5-59-16,0 1 0 0,-7-1 0 0,-11 1 0 15,-3-2 0-15,-4 3 0 0,-2-5 0 16,1-2 0-16,1 0 0 0,-2-4 0 15,6-7 0-15,-2 3 0 0,3-5 0 0,5-1 0 16,4-2 0-16,4-2 0 0,0 0 0 0,5 0 0 16,1 0 0-16,1 0 0 0,0 0 0 0,1 0 0 15,15 0 0-15,0 1 0 0,3-1 0 0,2 2 0 16,5-2 0-16,0 2 0 0,-1 0 0 0,1-2 0 16,-5 0 0-16,3 0 0 0,-3 0 0 15,0 0 0-15,-3 0 0 0,1 0 0 0,-1 0 0 0,-2 3 0 16,1-2 0-16,-2 1-115 0,2-1-138 15,0 3 98-15,4-2-736 0,3-2 426 0,3 0 214 16</inkml:trace>
  <inkml:trace contextRef="#ctx0" brushRef="#br0" timeOffset="66931.92">21353 9887 3334 0,'0'-2'0'0,"0"2"0"0,0 0 0 0,-7 0 0 0,2 0 0 0,-5 5 0 0,4 8 0 0,-1-1 0 0,0 4 0 0,1 2 0 0,-4 1 317 0,1 5-145 0,-2-3-67 16,-1 2-102-16,-1-1-3 0,1 1 0 0,-2-6 0 16,1 2 0-16,-4-1 0 0,2-1 0 0,-2-2 0 15,1-1 0-15,-2-3-90 0,4-4 19 0,0 1-603 16,5-7 343-16,0 1 59 0,1-2-342 0,4 0 279 16,0-2 153-16,4-9 73 0,0-12-332 0,2-3 202 15,9-11 100-15</inkml:trace>
  <inkml:trace contextRef="#ctx0" brushRef="#br0" timeOffset="67166.6">21218 9503 2744 0,'4'-20'0'0,"-2"8"0"0,2 4 0 0,-3 2 0 0,1 3 0 0,3 1 0 0,-2 2 0 0,3 0 0 0,1 4 0 0,2 11 0 0,3 7 113 0,1 3 261 0,1 2-159 16,0 11-93-16,2 0 241 0,0 1-363 15,1 4 0-15,0 0 0 0,-2-3 0 0,3 11 0 16,0-6 0-16,-4-1 0 0,2 0 0 0,-2-1 0 15,-2-5 0-15,1 7 0 0,-2-12 0 0,-1 1 0 16,1-4 0-16,-4-5 0 0,3 0 0 16,-2-5 0-16,-3-3 0 0,0-8 0 0,2 1 0 15,-2-4-579-15,1-3 186 0,-1-1 178 0,3-2 88 16,2 0-570-16,-1-7 330 0,0-9 156 0,5-6 91 16</inkml:trace>
  <inkml:trace contextRef="#ctx0" brushRef="#br0" timeOffset="67365.89">21690 9885 2869 0,'-6'-3'0'0,"3"1"0"0,-1 0 0 0,2 0 0 0,2 0 0 0,0 1 0 0,4-1 0 0,10 2 0 0,7 0 0 0,4 0 0 0,3 0 208 0,0 0-86 0,2 0-33 0,1 0 275 16,-1 2-164-16,-5-1-121 0,3 1-79 0,-7 0 0 15,2 0 0-15,-5 0 0 0,0-2-310 0,-7 1 124 16,-1-1 111-16,-5 2 57 0,-1-2-659 15,-2 0 340-15,-2 0 59 0,0 0-328 16,0 0 285-16,-4 0 142 0,-3 0-145 0,-5-9 149 16</inkml:trace>
  <inkml:trace contextRef="#ctx0" brushRef="#br0" timeOffset="67546.81">21925 9610 2147 0,'-9'-10'0'0,"0"6"0"0,4 2 0 0,-2 1 0 0,1 1 0 0,-1 0 0 0,2 0 0 0,0 3 0 0,3 8 0 0,2 8 0 0,0 2 180 0,0 4-76 0,0 3 497 0,0 4-281 16,0-1-142-16,2 3-71 0,0 2 187 0,-1-1-294 16,6 2 0-16,-3-4 0 0,-1 3 0 0,1-2 0 15,-1 4-286-15,-1-5 7 0,0 1 157 0,0 1 80 16,0-1-351-16,0 2 127 0,-2 0 134 0,0 7-85 16,1-6-527-16,-1-1 353 0</inkml:trace>
  <inkml:trace contextRef="#ctx0" brushRef="#br0" timeOffset="68065.2">21916 10734 2473 0,'1'17'-2'0,"1"-6"0"0,0-3 0 0,-2-4 0 0,0-2 0 0,2 0 0 0,0-2 1 0,0 0-1 0,5-8 1 0,5-5 0 0,2-6 106 16,2-1 223-16,0-2-145 0,3-6-64 0,1 1-21 0,3-4-30 16,4-4 0-16,-5 1-31 0,2-2-33 0,-3 2 9 15,5-11 24-15,-1 0 0 0,0-4-72 16,0-10 35-16,0-4 1 0,-1-7-122 0,1-2 73 15,-2 0 23-15,-5 8 28 0,-4 17-169 0,-3 8 83 16,-6 7 12-16,1 2 311 0,-3 7-126 16,0 10-59-16,-1 5-32 0,-2 5 368 0,0 1-291 15,0 0-100-15,0 2 0 0,-2 10 0 0,-6 12 0 16,0 5 0-16,1 5 0 0,2 4 0 0,-2 9 0 16,5-5 0-16,2 2 0 0,0-8 0 0,0 3 0 15,7-3 0-15,2-2 0 0,0-6 0 0,0-5 0 16,3 0 0-16,-3-5 0 0,2-5 0 0,-1-1 0 15,3-4 0-15,1-4 0 16,-2-2 0-16,6 0 0 0,2-8 0 0,1-7 0 16,-2-5 0-16,1 0 0 0,-1-4 0 0,-1-2 0 0,1-5 0 15,-3 0 0-15,-2-6 0 0,-3 2 0 0,1-2-34 16,-5 3-74-16,-1 4 40 16,-2 9 0-16,-3-1 180 0,1 5-74 0,-2 7-38 15,0 2 128-15,0 2-128 0,0 4 0 0,0 0 0 16,0 2 0-16,0 0 0 0,0 2 0 0,0 13 0 15,0 6 0-15,0 1 0 0,0 6 0 0,0 4 0 16,3 4 0-16,2-1 0 0,1 3 0 0,3-2 0 16,0-2 0-16,3-1 0 0,-1-3 0 15,1-4 0-15,-1 1 0 0,-2-8 0 0,1 0 0 0,-1-3 0 16,-2-3 0-16,2-3 0 16,-2-3 0-16,-2 1 0 0,1-4 0 0,1-3-250 15,0 1-222-15,3-2 217 0,3 0 109 0</inkml:trace>
  <inkml:trace contextRef="#ctx0" brushRef="#br0" timeOffset="68620.92">23228 10255 2151 0,'-2'-5'0'0,"2"3"0"0,0 0 0 0,0 2 0 0,0 0 0 0,6 0 0 0,2 0 0 0,3 0 0 0,0 6 0 0,1 3 0 0,-3 0 72 0,-2 4 278 16,-2 1-146-16,0 1-87 0,-3 2 187 0,-2 0-133 16,0 1-66-16,-10-1-33 0,-5 0 89 0,-4 6-66 15,-1-4-28-15,-1-1-69 0,-2-1 41 0,0-2-14 16,7-4-25-16,-5-4-44 0,7 2 11 15,2-8 36-15,1 1-1 0,3-2-508 0,3 0 215 16,5 0 149-16,0-3-659 0,2-10 382 0,12-6 190 16,6 0 95-16</inkml:trace>
  <inkml:trace contextRef="#ctx0" brushRef="#br0" timeOffset="68811.03">23488 10163 2801 0,'0'0'0'0,"0"0"0"0,0 0 0 0,0 0 0 0,0 0 0 0,0 0 0 0,0 0 0 0,2 0 0 0,10 0 0 0,2 0 0 0,2 0 124 16,3 0 206-16,0 0-136 0,2 0-83 0,1 0 163 15,-2 0-177-15,0 0-97 0,1 0 0 0,-5 0 0 16,0 0-89-16,-2 0 61 0,0 0-578 16,-3 0 323-16,-2 2 170 0,4 0 70 0,-2-2-812 0,3 0 372 15,2 0 222-15</inkml:trace>
  <inkml:trace contextRef="#ctx0" brushRef="#br0" timeOffset="69032.89">24203 10006 2555 0,'0'0'0'0,"2"0"0"15,-2 0 0-15,0 1 0 0,0 7 0 0,0 3 0 0,-2 5 0 0,-3-1 0 0,-4 6 0 0,0 2 0 0,-2 2 202 0,-2 1 457 0,0 3-310 0,-3-3-183 16,0 2-166-16,-1-2 0 0,0-2 0 15,2-1 0-15,0-2 0 0,2-4 0 0,-2 1 0 16,-1-3 0-16,2-1 0 0,0-6 0 0,1 1 0 16,4-6 0-16,2 1-184 0,-1-4 3 15,2 0 106-15,3 0-789 0,1-2 413 0,2-12 197 0,0-6 112 0,9-6-488 16,8-8 296-16</inkml:trace>
  <inkml:trace contextRef="#ctx0" brushRef="#br0" timeOffset="69265.78">24107 9790 2642 0,'0'-19'0'0,"0"8"0"0,0 1 0 0,0 3 0 0,0 4 0 0,0 2 0 0,0 1 0 15,0 0 0-15,7 0 0 0,5 9 0 0,3 6 180 0,0 6 453 0,4 3-298 0,4 8-194 0,-9 2-141 16,9 11 0-16,-7 4 0 0,2 2 0 0,-4 3 0 16,0 2 0-16,-3-1 0 0,-1-2 0 0,-1-1 0 15,-2-3 0-15,2-6 0 0,0-7 0 0,0 1 0 16,0-5 0-16,1-3 0 0,-1-9 0 0,1-3 0 15,-1-4 0-15,2-3 0 0,-2-6 0 0,1-3 0 16,-1-1 0-16,0 0-446 0,1-5 183 0,0-7 117 16,-3-2 54-16,2-6-667 0,-1-4 360 0,1-2 180 15,-1-7 81-15</inkml:trace>
  <inkml:trace contextRef="#ctx0" brushRef="#br0" timeOffset="69454.3">24547 10143 2326 0,'-5'-4'0'0,"2"0"0"0,2 2 0 0,1-3 0 0,0 1 0 16,0-2 0-16,7 3 0 0,7-1 0 0,6 0 0 0,6 3 0 0,-3-2 289 0,7 3-130 0,0 0 229 0,-4 0-175 0,4 0-88 0,0 0-12 15,-8 0-29-15,3 0-8 0,-4 3-38 16,-3-2-300-16,-3 3 150 0,-3 0 75 16,-2-2 47-16,-2-1-526 0,-4 1 270 0,0 1 140 15,-2-3-61-15,0 0-543 0,-2 0 326 0,0 0 178 16,0-8-266-16,0-4 217 0</inkml:trace>
  <inkml:trace contextRef="#ctx0" brushRef="#br0" timeOffset="69614.73">24872 9925 1788 0,'-12'-15'0'0,"1"6"0"0,-1 1 0 0,1 2 0 0,-1 2 0 0,2 3 0 0,2 1 0 0,1 0 0 0,3 0 0 0,-1 3 0 0,5 11 484 16,0 2-214-16,0 3-120 0,0 8-57 0,0-3 376 15,0 6-216-15,2 1-107 0,0-2-45 0,-1 2 76 16,1-2-177-16,2 1 0 0,-3-2 0 0,3 1-4 15,-2-5 4-15,2 4-8 0,-2-3-683 0,-1 1 365 16,4 2 182-16,-3 0-894 0,2 4 505 0</inkml:trace>
  <inkml:trace contextRef="#ctx0" brushRef="#br0" timeOffset="70154.78">24847 10849 2678 0,'-1'15'-1'0,"-1"-4"0"0,0-4-1 0,0-3 1 0,2-1 0 0,-3-3 0 0,3 0 0 0,0 0 0 0,0-3 0 0,9-4 1 0,5-10 277 0,5 1-120 16,2-5 32-16,1-2-67 0,3-3-47 0,5-7 0 16,-4 3 22-16,3-3-29 0,-3-4-1 0,-1-3-45 15,-1-5-9-15,3-2 24 16,-1-10 0-16,1-1-91 0,-2-6 46 0,-3-3 9 16,-1-4 36-16,-2 3-151 0,-3 4 75 0,-4 17-5 15,-5 8 9-15,1 5 0 0,-3 2-1 0,-3 7 11 16,0 8 280-16,-2 9-131 0,0 2-124 0,0 2 0 15,0 2 0-15,0 2 0 0,0 0 0 0,0 12 0 16,-4 10 0-16,1 4 0 0,-3 6 0 0,2 9 0 16,1 1 0-16,0 1 0 0,3-2 0 0,0-5 0 15,0 2 0-15,3-5 0 16,2-3 0-16,3-7 0 0,1-3 0 0,3-2 0 16,-3-5 0-16,2-2 0 0,-1-6 0 0,-1-1 0 15,3-4 0-15,2 0 0 0,1 0 0 0,0-6 0 16,2-8 0-16,1-4 0 0,0 1 0 0,-5 1 0 15,6-8 0-15,-4-3 0 0,0-1 0 0,-4-2 0 16,2-2 0-16,-4 2 0 0,-1 3 0 0,-4 7 0 16,-1-1 0-16,-1 4 0 0,-2 6 0 15,0 1 0-15,0 3 0 0,0 3 0 0,0 1 0 0,-3 1 0 16,-1 2 0-16,2 0 0 16,-2 2 0-16,3 9 0 0,1 4 0 0,0 4 0 15,0 2 0-15,0 5 0 0,0-1 0 0,0 2 0 16,2-3 0-16,5 3 0 0,0-6 0 0,3 1 0 15,-4-1 0-15,3-1 0 0,-2-2 0 0,1-4 0 16,-2 2 0-16,1-4 0 0,-2 1 0 0,0-7 0 16,2 3 0-16,-1-1 0 0,-1-1 0 15,1-1 0-15,0 0-5 0,7 0-132 16,-4-1 39-16,4 0-946 0,2-1 493 0</inkml:trace>
  <inkml:trace contextRef="#ctx0" brushRef="#br0" timeOffset="70391.17">26004 10323 3503 0,'2'5'0'0,"2"-1"0"0,0 0 0 0,0 0 0 0,-1 3 0 0,1 1 0 0,-1-1 0 0,1 5 0 0,-2-1 0 0,0 2 0 0,0 0 428 16,-2 2-428-16,0 2 0 0,-4 0 0 0,-9 2 0 0,-2 1 0 16,-2-2 0-16,0 2 0 0,-4 1-70 15,3 3-30-15,-5 4 68 0</inkml:trace>
  <inkml:trace contextRef="#ctx0" brushRef="#br0" timeOffset="71187.12">26680 10057 2024 0,'-7'-2'0'0,"0"0"0"0,3 2 0 0,0 0 0 0,4 0 0 0,0 0 0 0,0 0 0 0,0 0 0 0,6 0 0 0,10 0 0 0,3 0 464 16,8 0-218-16,-1 0-103 0,1 0 212 0,-2 0-158 16,-2 0-80-16,1 0-30 0,-1 0 57 0,-5 0-53 15,2 0-28-15,-8 0-63 0,0-2 0 0,-1 0 0 16,-4 0 0-16,0 1-237 0,-1-2 61 0,-1 2 107 16,0 1-848-16,-1 0 409 0,1 0 247 0,4 0 69 15</inkml:trace>
  <inkml:trace contextRef="#ctx0" brushRef="#br0" timeOffset="71532.07">27057 9835 2655 0,'-6'-6'0'0,"3"5"0"0,1-3 0 0,2 2 0 0,0-1 0 0,0 2 0 0,8-1 0 0,9 2 0 0,4 0 0 0,-1 6 0 0,6 7 166 0,-1 0-64 15,-2 4 250-15,-1 1-157 0,-3 5-78 0,-5-3-31 16,0 7 17-16,-7-1-33 0,-3 1 0 0,-4-1-69 15,0 2-1-15,-5 0 14 0,-12 1-14 0,-6 0 0 16,-5 4 0-16,-1-5 0 0,3-6 0 16,-4 3 0-16,-1-4 0 0,0 0 0 0,1-4 0 0,4 0 0 15,2-4 0-15,7-3 0 16,-1-2 0-16,9-5 0 0,1 1 0 0,6-1 0 16,-1-3 0-16,3 3 0 0,0-1 0 0,4 0 0 15,11 1 0-15,4-1 0 0,6 0 0 0,-2-2 0 16,6 1 0-16,1-1 0 0,0 0 0 0,2 0 0 15,1 0 0-15,0 0 0 0,2 0 0 0,0-1 0 16,-5-3 0-16,3-1 0 0,-3-1 0 0,-3 2 0 16,3-1 0-16,-5 0-365 15,-4 2-53-15,2 1 190 0,0-2 96 0,-1-3-655 0,4 1 379 16,-1-3 185-16,0-6-194 0</inkml:trace>
  <inkml:trace contextRef="#ctx0" brushRef="#br0" timeOffset="71719.28">27751 10143 2082 0,'0'-8'0'0,"0"2"0"0,0 3 0 0,0 1 0 0,0 1 0 0,0-2 0 0,0 3 0 0,-4 0 0 0,-1 0 0 0,-2 9 0 0,1 5 84 0,-2 1 419 0,-3 8-233 15,-3-3-115-15,0 4 350 0,-6 1-233 0,2-1-212 16,-4 1-60-16,4-1 0 0,-1-1 0 0,1-3 0 16,3-5 0-16,0 2 0 0,0-2 0 0,0-2 0 15,2-1-594-15,3-4 314 0,3-5 168 0,-1 0-378 16,5-3 234-16,-1 0 70 0,4 0 74 0,0-6-432 15,0-10 244-15,5-9 136 0</inkml:trace>
  <inkml:trace contextRef="#ctx0" brushRef="#br0" timeOffset="71922.78">27669 9748 2710 0,'5'-13'0'0,"-1"4"0"0,0 7 0 0,-1 0 0 0,1 2 0 0,-1 4 0 0,1 9 0 0,4 6 0 0,3 9 0 0,0 8 0 0,1 2 127 0,1 3 534 0,-2 3-312 15,4 5-265-15,-2 0-84 0,2 0 0 0,-3-2 0 16,3-2 0-16,-2-4 0 0,-1-5 0 16,0 2 0-16,1-5 0 0,0-3 0 0,-1-3 0 15,-2-6 0-15,3-5 0 0,1 0 0 16,0-6-12-16,-1-2-93 0,1-5-889 0,3-3 469 16,1 0 238-16,-2 0-497 0,3-6 372 0</inkml:trace>
  <inkml:trace contextRef="#ctx0" brushRef="#br0" timeOffset="72086.56">28096 10113 2797 0,'-4'-6'0'0,"1"5"0"0,3-4 0 0,0 2 0 0,0-2 0 0,1 0 0 0,14-1 0 0,7 3 0 0,4 2 0 0,4-2 0 0,0 1 164 0,4 0-63 16,-2 0-22-16,1 1 92 0,-1-1-66 0,-1-1-34 15,-2 3-381-15,0 0 175 0,-9 0 95 0,2 0-629 16,-4 0 353-16,-3 0 177 0,-5 0 52 0,-3 0-694 15</inkml:trace>
  <inkml:trace contextRef="#ctx0" brushRef="#br0" timeOffset="72287.82">28392 9793 2298 0,'-15'-3'0'0,"8"1"0"0,-1 2 0 0,-1 0 0 0,1 5 0 0,5 13 0 0,3 4 0 0,0 8 0 0,0 12 0 0,0-2 0 0,0 7 676 0,2-5-310 15,-1 12-168-15,-1-7 187 0,0-3-377 0,0-7-8 16,0 1 0-16,0-3 0 0,-1-1 0 0,-3-6 0 16,3-5 0-16,-1-1-341 15,2-3 91-15,-2-8 153 0,2 1-325 0,0-4 230 0,0-5 6 16,0-1 95-16,5-2-726 0,8-2 381 16</inkml:trace>
  <inkml:trace contextRef="#ctx0" brushRef="#br0" timeOffset="72564.57">28726 9889 2489 0,'9'-6'0'0,"-2"6"0"0,-4 0 0 0,0 0 0 0,-3 4 0 0,-3 6 0 0,-7 3 0 0,-6 6 0 0,-2-3 0 0,-1 3 0 0,-2 0 304 0,3-2-124 0,-5 2-76 16,3-2 282-16,3-6-175 0,2 2-86 0,5-4 7 15,3 0-132-15,2-5 0 16,2 2 0-16,3-1 0 0,0 2 0 0,3-1 0 15,9-1 0-15,11 1 0 0,4-3 0 0,6 1 0 16,6 0 0-16,2-3 0 0,-8-1 0 0,6 0 0 16,-4 0 0-16,0 0 0 0,-3 0 0 0,-11 0 0 15,7 0 0-15,-9 0 0 16,1 0 0-16,-4 0 0 0,-6 0 0 0,-1 0 0 0,-4 0-374 0,1 0-44 16,-6 0 190-16,0-1 96 0,0-7-576 15,0-4 325-15,0-3 177 0,0-7-463 0</inkml:trace>
  <inkml:trace contextRef="#ctx0" brushRef="#br0" timeOffset="72717.98">28946 9805 2632 0,'-14'-8'0'0,"5"6"0"0,0 2 0 0,-3 0 0 0,3 0 0 0,-1 2 0 0,5 9 0 0,2 5 0 0,-2 3 0 0,3 6 0 0,-1 2 610 0,1 4-292 0,-3 1-140 16,2 4 15-16,-2 2-193 0,1-2 0 15,-2-1 0-15,1 1 0 0,3-2 0 16,-3 1 0-16,2 0 0 0,-1-3-781 0,3 3 416 15,-5 2 196-15,0 5 104 0,-1-9-1055 0</inkml:trace>
  <inkml:trace contextRef="#ctx0" brushRef="#br0" timeOffset="73194.84">28682 10858 3134 0,'-7'15'-2'0,"3"-2"0"0,3-3 0 0,-1-6 0 0,2-3 1 0,0-1-1 0,0 0 1 0,0-1 0 0,10-13 1 0,10-3-1 0,1-3 135 0,5-8 369 15,4 0-329-15,-2 2-174 0,14-12 0 0,-9 0 0 0,3-1 0 0,-2-5 0 16,8-6 0-16,-9 5 0 0,12-14 0 0,-7 1 0 16,-1-4 0-16,1-4 0 0,-5-3 0 0,-7 10 0 15,-1 1 0-15,-9 10 0 0,-6 12 0 0,-5 10 0 16,-1-1 0-16,-2 11 0 0,-2 2 0 0,0 5 0 16,-2 6 0-16,-5 1 0 0,-2 2 0 0,-3 4 0 15,1 14 0-15,1 6 0 16,2 5 0-16,0 3 0 0,2 9 0 0,1 3 0 15,5-9 0-15,0 4 0 0,0-3 0 0,0-4 0 16,0-9 0-16,5 2 0 0,4-3 0 0,2-6 0 16,1-5 0-16,1-5 0 0,-1-4 0 0,6-2 0 15,-1 0 0-15,1-6 0 0,3-9 0 0,-2-1 0 16,-1-4 0-16,4-5 0 0,-3 2 0 0,-4-5 0 16,3-3 0-16,-3-1 0 15,0-1 0-15,-2 1 0 0,-3 2 0 0,-5 9 0 16,-1 1 0-16,-3 10 0 0,1 1 0 0,1 3 0 15,-3 4 0-15,0 0 0 0,0 2 0 0,0 0 0 16,0 13 0-16,0 2 0 0,0 6 0 0,0 4 0 16,0 0 0-16,0 0 0 0,2-2 0 0,0 1 0 15,1 0 0-15,3-4 0 0,0 2 0 0,0-5 0 16,3-4-252-16,0-1-76 0,1-2 146 0,3-4-275 16,0 0 210-16,0-3 105 0,0-1 43 15,-1 0-597-15,3-2 330 0,2 0 164 16,-5-4 83-16</inkml:trace>
  <inkml:trace contextRef="#ctx0" brushRef="#br0" timeOffset="73389.36">29804 10037 2586 0,'10'-33'0'0,"2"5"0"0,-1 1 0 0,1 3 0 0,0 5 0 0,-1 0 0 0,-2 6 0 0,6 2 0 0,2 4 0 0,-3 3 0 0,5 4 225 0,-1 0-99 0,4 8 628 0,-5 10-514 16,2 9-240-16,-5 2 0 0,0 9 0 0,-5 7 0 15,-5-2 0-15,-3 3 0 16,-1-2 0-16,0 3 0 0,-14-7 0 0,-9 6 0 15,-3-6 0-15,-6-5 0 0,-3 0 0 0,4-9 0 16,-10 3 0-16,3-6 0 0,0-4 0 0,0-2 0 16,-1-1 0-16,7-4 0 0,-5 2-81 0,5-1-315 15,8 1 168-15</inkml:trace>
  <inkml:trace contextRef="#ctx0" brushRef="#br0" timeOffset="73578.45">30212 10753 3931 0,'2'0'0'15,"10"0"0"-15,4 0 0 0,-6 4 0 0,-6-3 0 0,-1 2 0 0,-2-3 0 0,-1 0 0 0,0 0 0 0,0 0 0 0,0 0 0 0,0 0 0 0,0 0 0 0,-8-3 0 16,-2 2 0-16,2-1 0 0,0 2 0 0</inkml:trace>
  <inkml:trace contextRef="#ctx0" brushRef="#br0" timeOffset="80303.11">18339 10920 3201 0,'0'0'0'0,"0"0"0"0,-2 0 0 0,2 0 0 0,0 0 0 0,2 0 0 0,9 0 0 0,2 0 0 0,5 0 0 0,0 0 0 16,6 0 126-16,3 0-44 0,-1 0 85 0,3 0-65 0,1 0-22 15,-2 0 93-15,2 0-173 0,2 0 0 0,-2 0 0 16,2 3 0-16,0-3 0 0,-2 0 0 0,0 0 0 16,0 0 0-16,-4 0 0 0,-4 0 0 0,1 0 0 15,0 0 0-15,-7-3 0 16,0 1 0-16,-5-4-386 0,-4 5 25 0,1-3 164 16,-4 1-254-16,-1-4 207 0,-1 2 103 0,0-1 51 0,-2-4-647 15</inkml:trace>
  <inkml:trace contextRef="#ctx0" brushRef="#br0" timeOffset="80529.34">18884 10712 2257 0,'-2'-6'0'0,"0"3"0"0,2-3 0 0,0 2 0 0,0-2 0 0,0 5 0 0,5-2 0 0,9 1 0 16,1 2 0-16,2 0 0 0,-1 5 422 0,0 5-192 0,0 2-96 0,2 1 199 0,-4 0-138 15,0 2-83-15,-3 1 136 0,-2-2-248 0,-1 3 0 16,-4-2 0-16,-2 0 0 15,-2 2 0-15,0 0 0 0,-2-1 0 0,-10 4 0 16,-3 1 0-16,3-7 0 0,-8 5 0 0,7-4 0 16,-4 2 0-16,2-2 0 0,-2-2-902 0,0 2 410 15,3-1 228-15,-6 2-500 0,2-3 363 0,-3 2 182 16,0-4 90-16</inkml:trace>
  <inkml:trace contextRef="#ctx0" brushRef="#br0" timeOffset="80943.48">18607 11185 2076 0,'-7'0'0'0,"2"0"0"0,1 0 0 0,0 0 0 0,2 0 0 0,2 2 0 0,0 5 0 0,0 4 0 0,0 3 0 0,0 1 0 0,0 4 287 0,2 1-124 0,0 3-54 15,0-1 303-15,0 8-186 0,-2-3-95 0,0-1-47 16,0 2 169-16,-6-5-99 0,-2 1-118 0,-1 3-36 16,2-9 0-16,-3 3 0 0,2-6 0 15,3-5 0-15,1-3 0 0,1-2 0 0,1-2 0 0,0-2 0 16,2-1 0-16,0 0 0 15,0-4 0-15,2-11 0 0,7-3 0 0,4-2 0 16,0-2 0-16,-2 4 0 0,9-9 0 0,-6 3 0 16,3 1 0-16,-2 3 0 0,-1 3 0 0,-2-1 0 15,0 5 0-15,-1 2 0 0,-3 4 0 0,-1-1 0 16,-3 5 0-16,0 2 0 0,-2-2 0 0,0 3 0 16,1 0 0-16,-1 0 0 0,0 3 0 0,2 5 0 15,-3 3 0-15,1 4 0 0,0 2 0 0,0 4 0 16,0 0 0-16,0 1 0 0,0 1 0 0,-2 6 0 15,2-1 0-15,0-3 0 16,0-2 0-16,0 5 0 0,-1-8 0 0,5 1 0 16,-1 0 0-16,4-4 0 0,0-2 0 0,0-2 0 15,2-4 0-15,1-3 0 0,0-2 0 0,4-4 0 16,-3 0 0-16,4 0 0 0,-3-2 0 0,2-8 0 16,-2 2 0-16,2 0 0 0,-1-2-322 0,0 1 112 15,0-1 85-15,0-1-460 0,0 0 273 16</inkml:trace>
  <inkml:trace contextRef="#ctx0" brushRef="#br0" timeOffset="81175.67">19121 11433 3093 0,'0'0'0'0,"-2"0"0"0,0 0-1 0,-2 0 0 0,2 2 0 0,0 4 0 0,0 1 1 0,2 4 0 0,0 2 0 0,0 2 0 0,0 2 221 16,0 2-92-16,0 2 363 0,0 2-492 0,0-1 0 15,0 4 0-15,0-6 0 0,0 4 0 0,0 0 0 16,2-2 0-16,-2-3 0 0,0 0 0 0,0-2 0 16,2-2 0-16,-2-6 0 0,0 3 0 0,0-6 0 15,0 1 0-15,0-4 0 0,0-1 0 0,2-2 0 16,0 0-223-16,0 0-2 0,3 0-567 0,3-2 377 16,-1-5 189-16,3-6 93 0,1-4-622 0</inkml:trace>
  <inkml:trace contextRef="#ctx0" brushRef="#br0" timeOffset="81402.42">19443 11174 3742 0,'0'-6'0'0,"0"5"0"0,0-4 0 15,0 1 0-15,0 3 0 0,7-3 0 0,2 2 0 0,3 0 0 0,2 0 0 0,4 1 0 0,3 1 189 0,0-2-189 0,-1 2 0 0,3 0 0 0,0 0 0 0,-3 0 0 16,1 0 0-16,0 0 0 0,-3 0 0 0,1 0 0 16,-4 0 0-16,0 0 0 0,-4 0 0 0,1 0 0 15,-5 0-387-15,1 0-93 0,-5 0 156 0,4 0 135 16,-5 7-781-16</inkml:trace>
  <inkml:trace contextRef="#ctx0" brushRef="#br0" timeOffset="81605.98">19522 11420 3481 0,'-3'3'0'0,"3"3"0"0,0-2 0 0,0-2 0 0,0 0 0 0,7-2 0 0,6 1 0 0,4 2 0 0,4-1 0 0,6 1 0 0,-4 0 270 0,2 1-117 16,-2 0-126-16,1 0-27 0,-2 0 0 0,-1-1 0 15,0 1 0-15,-5 0 0 0,0-2 0 0,-3-2 0 16,-1 0 0-16,-3 0 0 15,-2 0-43-15,-3 0-230 0,-1 0 155 0,1 0 17 0,-1 0-581 16,-3 0 312-16</inkml:trace>
  <inkml:trace contextRef="#ctx0" brushRef="#br0" timeOffset="83043.69">20461 10992 1832 0,'0'-6'0'0,"0"0"0"0,-2-1 0 0,2 1 0 0,-3 1 0 0,1-1 0 0,0 2 0 0,-2 0 0 0,3 2 0 0,-3 0 0 0,0 2 140 16,1 0-51-16,-2 0-27 0,0 0 67 0,-1 0-46 15,1 4-15-15,-3 4 151 0,0 0-91 0,-1 1-45 16,0 2-1-16,-3 2 184 0,-1 4-119 0,-1 2-55 16,-2 3-28-16,4 1 207 0,-4 3-117 0,3 6-132 15,-2 10-22-15,4-3 0 0,4 2 0 0,2 2 0 16,5-7 0-16,0 3 0 0,0-1 0 0,12-4 0 16,4-2 0-16,3-3 0 0,6-6 0 15,0-1 0-15,0 0 0 0,0-5 0 16,1-3 0-16,-1-2 0 0,-7-2 0 0,5-1 0 15,-6-4 0-15,-2 1 0 0,-3-2 0 0,-3-3 0 16,-4 2 0-16,-1-1 0 0,-2-2 0 0,-1 0 0 16,-1 0 0-16,0 0 0 0,0 0 0 0,0 0-32 15,-1 0-110-15,-5 0 52 0,2 0 27 0,1 0-489 16,1 0 258-16,2 0 119 0,0 0 74 0,0 0-632 16,0 0 348-16</inkml:trace>
  <inkml:trace contextRef="#ctx0" brushRef="#br0" timeOffset="83338.25">20817 11012 3416 0,'-6'0'0'0,"2"0"0"0,-2 0 0 0,2 4 0 0,1 4 0 0,1 3 0 0,-2 3 0 0,2 8 0 0,2 4 0 0,0 3 0 0,0 12 128 0,0-1 259 0,0 2-387 0,0 3 0 16,0-2 0-16,0-5 0 0,0 3 0 0,2-2 0 16,0-1 0-16,2-5 0 0,-1-5 0 0,-1-3 0 15,3 0 0-15,-3-4 0 0,-1-4 0 0,1-5 0 16,-2-1 0-16,0-3 0 0,0-2 0 16,0-3 0-16,0 0 0 0,0-3 0 0,0 0 0 0,0 0 0 15,-2 0 0-15,1 0 0 0,-1 0 0 16,2 0-357-16,0-2-54 0,0 1 192 0,2-8-718 15,5 1 449-15</inkml:trace>
  <inkml:trace contextRef="#ctx0" brushRef="#br0" timeOffset="83569.83">21119 11446 3421 0,'0'2'0'0,"2"-2"0"0,-2 4 0 0,0-1 0 0,0 6 0 0,2-2 0 0,0 2 0 0,-1 4 0 0,-1 0 0 0,2 4 0 0,-2-1 133 0,0 4 244 16,0-1-377-16,0-1 0 0,-3 1 0 16,-5-2 0-16,0-2 0 0,-1 0 0 0,0-4 0 15,0 1 0-15,-3-5 0 0,1-1 0 0,-1 0 0 16,-1-5 0-16,4 1 0 0,-4-2 0 0,3 0 0 16,1 0 0-16,1 0 0 0,3 0-523 0,3-3 69 15,0-5 213-15,2-3-257 0,0-1 230 0,7-1 115 16</inkml:trace>
  <inkml:trace contextRef="#ctx0" brushRef="#br0" timeOffset="83779.31">21286 11326 3633 0,'2'0'0'0,"0"0"0"0,-1 0 0 0,-1 0 0 0,0 0 0 0,2 0 0 0,3 0 0 0,4-2 0 0,2 2 0 0,4 0 0 0,2 0 298 0,2 0-298 15,5 0 0-15,0 0 0 0,3 0 0 16,-5 0 0-16,3 0 0 0,-2 0 0 0,-1 0 0 16,-1 0 0-16,-4 0 0 0,-3 0 0 0,-3 0 0 15,1 0 0-15,-3 0 0 0,-1 0-85 0,-3 0 58 16,2 0-1025-16,0 0 513 0,2 0 250 0</inkml:trace>
  <inkml:trace contextRef="#ctx0" brushRef="#br0" timeOffset="84208.82">21825 11076 2665 0,'0'-9'0'0,"0"6"0"0,2-4 0 0,4 2 0 0,1 1 0 0,2-1 0 0,7 3 0 0,5 0 0 0,2 0 0 0,5 0 0 0,3 2 82 0,0 0 451 0,0 0-247 0,0 6-125 16,-2 2-62-16,-5 4 6 15,-1 0-105-15,-5 1 0 0,-2 2 0 0,-5-1 0 16,-6 3 0-16,-2 0 0 0,-3 2 0 0,-6 4 0 15,-11-4 0-15,-2-1 0 0,-6 0 0 0,7-4 0 16,-10 2 0-16,9-6 0 0,-3 0 0 0,5-2 0 16,6-5 0-16,-1 1 0 0,6-4 0 0,3 0 0 15,1 0 0-15,2 0 0 0,0 0 0 16,4 0 0-16,10 0 0 0,5 0 0 0,6 0 0 0,-2 0 0 16,2 0 0-16,-4 0 0 0,9 0 0 0,-5 3 0 15,-6 3 0-15,-1 3 0 0,0 4 0 0,-6 1 0 16,-1 2 0-16,-4 2 0 15,-4 0 0-15,-1 2 0 0,-2-2 0 0,0 3 0 16,-12-1 0-16,-1-3 0 0,-6 2 0 0,1-3 0 16,1-4 0-16,-5 4 0 0,-1-7 0 0,0 0 0 15,-1-3 0-15,5-3 0 0,-5-1 0 0,1-2 0 16,5 0 0-16,-1 0 0 0,1 0 0 0,6 0 0 16,3-2 0-16,-2-5 0 0,6-1 0 15,1 1 0-15,4-1 0 0,0 3-741 0,0-5 174 16,9 5 270-16,9-1 129 0,-2-2-380 15</inkml:trace>
  <inkml:trace contextRef="#ctx0" brushRef="#br0" timeOffset="84418.9">22564 11356 3662 0,'9'0'-2'0,"-2"1"-1"0,-2 2 0 0,-1 1 0 0,-1 1 1 0,-1 1-1 0,0 3 1 0,-2 3 0 0,0 0 1 0,0 3 0 0,0 0 141 0,-7 2 11 0,-2 0-151 0,-2-2 0 16,2 2 0-16,-5-3 0 0,2-2 0 0,-4 0 0 16,3-1 0-16,-2-3 0 0,0-2 0 0,1-1 0 15,5-3 0-15,-2 0 0 0,3-2 0 0,3 0 0 16,1 0-178-16,2-2-228 0,2-5 91 0,0-7-785 16</inkml:trace>
  <inkml:trace contextRef="#ctx0" brushRef="#br0" timeOffset="84665.22">22826 11134 3534 0,'0'-4'-2'0,"0"3"2"0,0-2 0 0,0 2 0 0,2 1 0 0,0 0 0 0,-1 1 0 0,1 11 0 0,3 5 0 0,-1 6 0 0,-1-3 399 16,-1 10-399-16,2-2 0 0,-3 5 0 0,3-2 0 15,-2-1 0-15,0-4 0 0,0 6 0 0,-1-5 0 16,1-5 0-16,1 1 0 0,-3-5 0 0,0-1 0 16,0-6 0-16,0 1 0 0,0-4 0 0,0-3 0 15,0-2 0-15,-5 0-99 16,4-3-277-16,-3 0 165 0,2 0 87 0,0-3-709 0,2-7 398 16,0-5 190-16</inkml:trace>
  <inkml:trace contextRef="#ctx0" brushRef="#br0" timeOffset="84921.17">23005 10971 3481 0,'9'-7'0'0,"6"5"0"0,3-2 0 0,2 2 0 0,1 0 0 0,2 2 0 0,2 0 0 0,1 2 0 0,-1 11 0 0,1 4 0 0,-4 4 438 0,-1 5-426 0,-3 2-12 0,-4 5 0 15,0 9 0-15,-7 0 0 0,-5-6 0 0,0 11 0 16,-2-3 0-16,0-1 0 0,-8-1 0 0,-7-3 0 15,0-4 0-15,-6 5 0 0,2-10 0 16,-3 3 0-16,0-6 0 0,-3-1 0 16,0-3 0-16,2-4 0 0,-2-2 0 0,2-5 0 15,2-4 0-15,1 0 0 0,-1-1 0 0,5-5 0 16,2-2 0-16,3 2 0 0,-1-2 0 0,5 0-441 16,2 0-104-16,5 0 259 0</inkml:trace>
  <inkml:trace contextRef="#ctx0" brushRef="#br0" timeOffset="85096.57">23520 11694 3931 0,'0'-2'0'0,"0"2"0"0,0 0 0 0,0 0 0 0,0 0 0 0,0 0 0 0,0 0 0 0,0 0 0 0,0 2 0 0,0 0 0 0,0 0 0 15,-4 1 0-15,-2 0-615 0,2 2 125 0</inkml:trace>
  <inkml:trace contextRef="#ctx0" brushRef="#br0" timeOffset="88905.28">25120 11275 3068 0,'-4'-6'0'0,"0"1"0"0,4-1 0 0,0 1 0 0,0 1 0 31,0-5 0-31,12 3 0 0,6-2 0 0,6 1 0 0,5-1 0 0,2 2 145 0,3 1-54 0,2 1 137 0,4 2-87 0,6 1-56 0,-6-1 88 16,5 2-173 0,-4 0 0-16,-5 0 0 0,2 0 0 0,-7 0 0 0,0 0 0 0,-10 2 0 0,3 1-62 15,-5-1-108-15,-5-2 113 0,-2 0 42 0,-1 0-817 0,-4 0 403 0,-1 0 172 0,0-2-206 0,-4-5 204 0,0-3 115 0,0-2-410 16</inkml:trace>
  <inkml:trace contextRef="#ctx0" brushRef="#br0" timeOffset="89450.63">25702 11044 2283 0,'-8'-13'0'0,"3"7"0"0,-1-1 0 0,1 1 0 0,3 1 0 0,2 1 0 0,0 2 0 0,0 0 0 0,2 0 0 0,10 2 0 0,6 0 89 0,-1 0-26 16,1 2 362-16,-1 9-199 0,4 1-95 0,-6 5-46 16,-3-1 219-16,2 2-133 0,-4 2-58 0,-4 2-72 15,-1 1-41-15,-4-1 0 0,-1 1 0 0,0-1-35 16,-3-1-14-16,-8 4 38 0,-3-5 24 0,1-2-145 16,-2-2 85-16,-1-1 41 0,-2 0-491 0,0-2 247 15,-1-4 46-15,1 1 87 0,0-1-356 0,-3-3 218 16,3-1 100-16,-1 0 64 15,0-1-289-15,-2-3 172 0,3 1 86 0,-2 0-51 16,0-2 73-16,3 2 32 0,-1 0-1 0,1 1 297 16,2 1-133-16,2 0-75 15,3 0 218-15,3 2-138 0,0-1-68 0,4 2-34 0,1 3 573 0,2 1-197 16,0 1-173-16,0 3-77 0,2 2 245 0,6 1-166 16,-2 3-84-16,-1-2 328 0,-2 2-210 0,1 1-164 15,-3 0-73-15,-1 1 0 0,0-4 0 0,0-1 0 16,0 1 0-16,-6-4 0 0,-1-2 0 0,1-2 0 15,0-3 0-15,2-2 0 16,0-4 0-16,2 0 0 0,1 0 0 0,1-2 0 16,0 0 0-16,0-4 0 0,0-9 0 0,9-6 0 15,5-2 0-15,2 0 0 0,1-1 0 0,1-2 0 16,2 1 0-16,0 2 0 0,-1 1 0 0,-4 3 0 16,2 2 0-16,-3 3 0 0,-4 4 0 0,-1 3 0 15,0 4 0-15,-2-2 0 0,-2 3 0 0,1 0 0 16,0 11 0-16,0 7 0 0,-4 0 0 0,3 9 0 15,-1-1 0-15,-1 3 0 0,1 3 0 0,0 3 0 16,2-5 0-16,-2 2 0 16,5-4 0-16,-2-6 0 0,3 2 0 0,-1-4 0 15,0-1 0-15,-1-4 0 0,0-4 0 0,-3-4 0 16,1-1 0-16,-1-2 0 0,1-4 0 0,0 0 0 16,0 0 0-16,0 0 0 0,4 0 0 0,-2-3-297 15,3-4 113-15,0-2 59 0,3 0-777 0,0-3 423 16,2-1 226-16</inkml:trace>
  <inkml:trace contextRef="#ctx0" brushRef="#br0" timeOffset="89663.89">26018 11579 3510 0,'-4'-3'0'0,"0"1"0"0,0 0 0 0,0-1 0 0,2 3 0 0,0-1 0 0,1 1 0 0,1 0 0 0,0 0 0 0,0 0 0 0,0 4 421 0,1 3-421 0,5 3 0 15,0-1 0-15,-2 0 0 0,3 3 0 16,-5-2 0-16,3-1 0 0,-1 0 0 0,-2 1 0 16,0-3 0-16,0-2 0 0,0 1 0 0,-1-2 0 15,2-1 0-15,-3-2-29 0,2 1-416 0,0-2 216 16,1 0-707-16,4 0 450 16,1-6 225-16</inkml:trace>
  <inkml:trace contextRef="#ctx0" brushRef="#br0" timeOffset="89863.47">26283 11243 3140 0,'0'0'0'0,"0"0"0"0,0 0 0 0,3-2 0 0,1 1 0 0,5-3 0 0,5 0 0 0,6 2 0 0,3-2 0 0,5 3 0 0,2-1 451 15,2 0-212-15,0 0-138 0,2 0-101 0,-1 0 0 0,1 1 0 0,-2 1 0 16,-2 0 0-16,-2 0 0 0,-8 0 0 0,2 0 0 15,0 0 0-15,-5 0 0 0,-4 0-840 0,-2 0 321 16,1 0 257-16,-4 0 35 0,2 0-291 0</inkml:trace>
  <inkml:trace contextRef="#ctx0" brushRef="#br0" timeOffset="90421.32">26763 11048 2504 0,'-4'-7'0'0,"3"3"0"0,1 2 0 0,0 0 0 0,0-2 0 0,1 3 0 0,11-2 0 0,6 3 0 0,3 0 0 0,5 0 0 0,-1 6 187 16,-2 4 352-16,5 1-251 0,-6 1-116 0,5 3-73 16,-4 0 43-16,-5-1-142 0,-4 3 0 0,0 0 0 15,-5-1 0-15,-5 4 0 16,-4-4 0-16,0 5 0 0,-9-2 0 0,-9 0 0 0,2-3 0 0,-10 4-4 16,1-4-215-16,0-1 128 15,-1 0-752-15,0-2 403 0,-4 1 193 0,2-4 109 16,-2 0-413-16,0 0 257 0,0-5 128 0,-2-1-154 15,7 0 132-15,-8 1 80 0,13-3 36 0,-2 2 56 16,3-2-20-16,4 0-1 0,6 1-9 0,-1 0 371 16,2 2-180-16,5 1-91 0,-1 3-46 0,1 4 524 15,3 1-202-15,0 6-168 16,0 5 598-16,0-1-362 0,0 2-181 0,0 4 403 0,0-8-355 16,0 8-265-16,-5-1 0 0,2-1 0 15,-1-7 0-15,1 1 0 0,-1-1 0 0,-2-5 0 16,4-4 0-16,-1-2 0 0,3-5 0 0,-2-2 0 15,2-3 0-15,0 0 0 0,0 0 0 0,0-5 0 16,2-11 0-16,7-5 0 0,3 2 0 0,2-8 0 16,2 2 0-16,2-3 0 0,3 2 0 0,0 1 0 15,-3 5 0-15,3-2 0 0,-4 8 0 0,-2 2 0 16,-7 4 0-16,3 3 0 16,-4 0 0-16,0 4 0 0,-2 1 0 0,0 1 0 15,-3 13 0-15,-1 2 0 0,-1 8 0 0,3-2 0 16,-3 5 0-16,2-4 0 0,0 6 0 0,1-5 0 15,3 8 0-15,0-6 0 0,3-1 0 0,-1-4 0 16,0 0 0-16,2-5 0 0,0 1 0 0,-2-4 0 16,2-4 0-16,0-3 0 0,0-1 0 0,0-2 0 15,0-3 0-15,-1 0 0 0,-1 0 0 0,5 0-309 16,-3 0-195-16,4-2 224 16,0-5 127-16,0-5-743 0,4-5 429 0</inkml:trace>
  <inkml:trace contextRef="#ctx0" brushRef="#br0" timeOffset="90607.01">27078 11664 3300 0,'-1'-7'0'0,"-2"4"0"0,2 2 0 0,-1-2 0 0,0 2 0 0,2 1 0 0,0 0 0 0,0 4 0 0,0 8 0 0,0 5 0 0,0 0 496 0,0 2-361 0,0 4-135 0,0 0 0 16,0 0 0-16,0 0 0 0,0 0 0 0,0-3 0 15,0-2 0-15,0-2 0 0,0-2 0 0,0-3 0 16,0-4 0-16,0 0 0 0,0-3-139 0,0-1-241 15,0 0 200-15,0-1-15 0,4-2-371 0,2 0 264 16,5 0 133-16</inkml:trace>
  <inkml:trace contextRef="#ctx0" brushRef="#br0" timeOffset="90789.66">27298 11452 3347 0,'1'-4'0'0,"6"-1"0"0,4 0 0 0,1 0 0 0,4 1 0 0,1-2 0 0,2 5 0 0,4-1 0 0,1 0 0 0,2 0 0 0,-1 2 584 0,-2 0-584 0,6 0 0 0,-3 0 0 16,-1 0 0-16,-5 0 0 0,3 4 0 0,-4-2 0 15,-2 4 0-15,-4-3 0 16,-2 1 0-16,-4 2-642 0,-2 1 206 0,-3 0 231 16,-2 2-75-16</inkml:trace>
  <inkml:trace contextRef="#ctx0" brushRef="#br0" timeOffset="90958.12">27381 11634 3163 0,'-22'8'0'0,"10"-1"0"0,2-2 0 0,7 0 0 0,2-5 0 0,1 1 0 0,1 1 0 0,14-2 0 0,10 2 0 0,3-2 0 0,4 0 141 0,1 0 484 16,2 0-623-16,2 0-2 0,-4 0 0 0,-1 0 0 16,-2 0 0-16,-7 0 0 0,0 0 0 15,-4 0 0-15,-1 0 0 0,-6 0 0 16,-1 0-706-16,-2 0 330 0,-3 4 207 0,1-3-827 15,1 1 484-15</inkml:trace>
  <inkml:trace contextRef="#ctx0" brushRef="#br0" timeOffset="91371.99">28108 11429 3483 0,'0'0'0'0,"0"-1"0"0,0-1 0 0,0-1 0 0,-2 3 0 0,1 0 0 0,-4 0 0 0,2 0 0 0,0 3 0 0,1 9 0 0,0 3 355 0,1 5-262 16,1 8-93-16,0-6 0 0,0 8 0 0,0 0 0 16,8-2 0-16,7 3 0 0,-2-5 0 0,7 0 0 15,2-2 0-15,1-1 0 0,4-4 0 0,-1-3 0 16,1-5 0-16,3-1 0 0,0-6 0 0,2-3 0 16,-1-1 0-16,-1 0 0 0,0-1 0 0,-1-8 0 15,-5-3 0-15,-2-1 0 0,-4 0 0 16,-2-2 0-16,-2 0 0 0,-5-4 0 0,-4-1 0 15,-1-1 0-15,-2-5 0 0,-2-2 0 16,0 0 0-16,-4-3 0 0,-7-1 0 0,-4 0 0 16,-3 0 0-16,0 5 0 0,-2 0 0 0,-5 2 0 15,0 6 0-15,-1 3 0 0,0 1 0 0,-1 7 0 16,4 4 0-16,-2 1 0 0,2 3 0 0,-3 0 0 16,4 0 0-16,0 11 0 0,4 2 0 0,-2 8 0 15,3-1 0-15,2 3 0 0,0 1 0 0,5 5 0 16,1-5 0-16,0 9 0 15,7-6 0-15,-3 4 0 0,4-4 0 0,1 2 0 16,0-5 0-16,0 5 0 0,0 0 0 0,1-5 0 16,6 1 0-16,2 0 0 0</inkml:trace>
  <inkml:trace contextRef="#ctx0" brushRef="#br0" timeOffset="93858.35">18478 12417 2076 0,'-9'-3'0'0,"-5"-6"0"0,9 4 0 0,-1-2 0 0,3 1 0 0,3-2 0 0,0-1 0 0,2-2 0 0,5 2 0 0,4-3 0 0,2 4 97 0,2-1-20 0,2 0-10 0,-2 5 109 0,2-1-69 16,1 3-35-16,-2 1 1 0,1 1 117 15,0 0-81-15,0 1-35 0,-1 8 65 0,2 2-50 16,-2 3-25-16,1 1 8 0,-2 1 7 0,-1 3 0 0,-2 0-41 16,-2 1 0-16,0 0 43 15,-3 2-43-15,-4 1 1 0,-1 3-1 0,-2-8-19 16,0 4-19-16,-3 5 0 0,-10 0 0 0,-4 0 0 16,-3-1 0-16,-3 2 0 0,-2-4 0 0,-1-1 0 15,-1-2 0-15,1 0 0 0,0-6 0 0,2-1 0 16,5-7 0-16,-2 2 0 0,4-4 0 0,8-4 0 15,1 1 0-15,1-2 0 0,5 0 0 16,0 0 0-16,2 0 0 0,0 0 0 0,2 0 0 16,13 0 0-16,2-2 0 0,2 1 0 15,4-4 0-15,-2 4 0 0,2-4 0 0,2 4 0 16,0 1 0-16,-4 0 0 0,0 0 0 0,0 0 0 16,-2 0 0-16,-4 0 0 0,0 0 0 0,-2 4 0 15,-2-1 0-15,0 2 0 0,-1-2 0 0,-1-2 0 16,2 4 0-16,-1-4 0 0,3 1 0 0,-2-2-844 15,3 0 365-15,0 0 221 0,4 0 110 0,-2-6-621 16,1-11 370-16</inkml:trace>
  <inkml:trace contextRef="#ctx0" brushRef="#br0" timeOffset="94051.27">19090 12524 2714 0,'4'-4'0'0,"-2"2"0"0,-2 0 0 0,0 1 0 0,0 1 0 0,0 0 0 0,0 0 0 0,0 10 0 0,0 5 0 0,0 7 0 0,0 0 214 15,0 3-89-15,-6 2 384 0,-1 2-236 0,-3 3-177 16,1-4-96-16,-2 2 0 0,-1-2 0 0,1 0 0 16,0-1 0-16,1-7 0 15,-1 4 0-15,1-6 0 0,-2-2 0 0,1-2-371 16,3-7 132-16,-2 1 132 0,3-5-694 0,0-3 374 16,3 0 194-16,1 0 97 0,0-9-206 0,3-14 156 15</inkml:trace>
  <inkml:trace contextRef="#ctx0" brushRef="#br0" timeOffset="94269.87">19050 12184 3064 0,'1'-7'0'0,"1"1"0"0,0 2 0 0,0 4 0 0,-2 0 0 0,2 12 0 0,-1 6 0 0,7 11 0 0,1 2 0 0,1 9 0 0,1 1 758 0,2 6-649 0,0 0-109 0,2 4 0 15,2-2 0-15,0-1 0 0,0 1 0 0,-2-1 0 16,-2-8 0-16,4 8 0 0,-4-5 0 0,0-4 0 15,-1-3 0-15,-1-1 0 0,-2-3 0 0,1-2 0 16,-3-10 0-16,2 1 0 0,-1-6 0 0,2-5 0 16,-3-2-355-16,4-5 117 15,-1-3-636-15,1 0 418 0,1-2 209 0,-3-8-498 16</inkml:trace>
  <inkml:trace contextRef="#ctx0" brushRef="#br0" timeOffset="94460.39">19425 12628 2967 0,'0'-2'0'0,"0"2"0"0,0-2 0 0,0-1 0 0,2 2 0 0,9-3 0 0,6 0 0 0,5-2 0 0,1 3 0 0,7 0 0 0,0-1 351 0,-2 1-157 0,2 1-77 0,-2 2 185 16,-5 0-302-16,-1 0 0 0,-1 0 0 0,0 0 0 16,-6 5 0-16,-4-1 0 0,0-1-235 0,-3 0-22 15,-3 0 147-15,0 0-695 0,-3-1 328 0,-1-2 225 16,-1 0 73-16,0 0-183 0,0 0 161 0,0 0 82 15</inkml:trace>
  <inkml:trace contextRef="#ctx0" brushRef="#br0" timeOffset="94629.39">19678 12330 1821 0,'-12'-18'0'0,"-2"10"0"0,5 4 0 0,-3-2 0 0,3 5 0 0,2 1 0 0,-1 0 0 0,5 8 0 0,-2 8 0 0,5 10 0 0,0 3 648 0,0 3-305 0,0 3-153 0,0 1 426 16,0 4-303-16,6 5-313 0,0-4 0 0,-1-7 0 15,3 3 0-15,-1-1 0 0,1-1 0 0,1 0-346 16,-3-2 69-16,-1 3 158 0,-1 0 78 0,0 0-350 16,-2 9 208-16,0-6-55 0</inkml:trace>
  <inkml:trace contextRef="#ctx0" brushRef="#br0" timeOffset="95177.82">19687 13333 2630 0,'0'8'0'0,"0"-1"0"0,0-4 0 0,0-2 0 0,0-1 0 0,0 0 0 0,0 0 0 0,6-5 0 0,4-9 0 0,4-3 0 0,0-3 111 0,3-3 170 0,0-3-121 16,1-2-51-16,-1 0-41 0,3-4 64 15,-2-2-47-15,3-6 1 0,-3 3-48 0,-3 1 61 16,6-11-35-16,-4 1 0 0,-2-1-60 0,0-7-4 16,-1 1 0-16,-3-4 0 15,-2 3 0-15,-2 5 0 0,-2 13 0 0,-4 2 0 0,1 9 0 0,-2 4 0 16,0 3 0-16,0 7 0 0,0 5 0 0,0 3 0 15,-2 2 0-15,-1 1 0 0,-2 0 0 0,1 7 0 16,1 13 0-16,1 4 0 16,2 7 0-16,0 2 0 0,0 3 0 0,0-2 0 15,2 3 0-15,3-1 0 0,7-4 0 0,1-5 0 16,2 0 0-16,2-4 0 0,-4-8 0 0,6 0 0 16,-2-4 0-16,1-5 0 15,1-4 0-15,1-2 0 0,-2 0 0 0,1-2 0 0,-3-14 0 0,3-2 0 16,-1-1 0-16,-2-4 0 0,0 0 0 0,-2-6 0 15,-1-1 0-15,1-2 0 0,-3-9 0 0,0 1 0 16,-1 2 0-16,-3 5 0 16,-4 7 0-16,1-3 0 0,-2 6 0 0,1 6 0 15,-3 7 0-15,0 1 0 0,0 3 0 0,0 4 0 16,0 0 0-16,0 2 0 0,-3 0 0 0,-1 10 0 16,1 9 0-16,3 5 0 0,0 2 0 0,0 6 0 15,0 2 0-15,0 2 0 0,7 1 0 0,5-2 0 16,0 1 0-16,2-1 0 0,1-2 0 0,2-3 0 15,-2-7 0-15,2 4 0 0,-1-4 0 0,-2-4 0 16,1-4 0-16,-2 0 0 16,-2-4 0-16,-2-4 0 0,1 0 0 0,-2-5 0 15,-3 1 0-15,-1-1 0 0,-2-2 0 0,-1 0 0 16,1 0 0-16,-2 0 0 0,0 0 0 0,0 0 0 16,0-2 0-16,0-3-857 0,0 1 248 0,0 1 286 15</inkml:trace>
  <inkml:trace contextRef="#ctx0" brushRef="#br0" timeOffset="96683.27">20971 12611 2859 0,'-10'0'0'0,"2"0"0"0,3 0 0 0,-2-2 0 0,3-1 0 0,2 2 0 0,0 1 0 0,0 0 0 0,2 0 0 0,0 0 0 0,0 0 178 0,0 0-70 0,10 0 442 16,4 0-314-16,2 0-236 16,0 0 0-16,1 0 0 0,2 0 0 0,1 0 0 15,1 0 0-15,0 0 0 0,6 0 0 0,-5 0 0 16,6 4 0-16,-3-2 0 0,6-1 0 0,0-1 0 16,0 2 0-16,3-2 0 0,0 0 0 0,-2 0 0 15,0 0 0-15,-4 0 0 0,0 0 0 0,-9 0 0 16,1 0 0-16,-6 0 0 0,-5 0 0 0,-2 0 0 15,-3 0 0-15,-1 0 0 0,-3 0 0 0,0 0 0 16,0 0 0-16,0-2 0 16,-7 1 0-16,0-4 0 0,0 4 0 0,0-3 0 15,0 3 0-15,0-3 0 0,3 1 0 0,1 1 0 16,1 1 0-16,2 1 0 0,0 0 0 0,0 0 0 16,0 0 0-16,0 0-354 0,3 0-244 0,5 1 285 15,4 4 137-15</inkml:trace>
  <inkml:trace contextRef="#ctx0" brushRef="#br0" timeOffset="97512.18">21840 12336 2643 0,'-15'-4'0'0,"2"0"0"0,2 1 0 0,0-1 0 0,3-2 0 0,4 3 0 0,0-1 0 0,4 0 0 0,0 0 0 0,4-3 0 0,17 1 171 0,2 1-67 15,2 0 165-15,7 0-115 0,0 4-59 0,1-1 45 16,1-1-56-16,-4 3-1 0,0 0-45 0,-3 6-47 15,-6 2 0-15,2 3 56 16,-5 1-9-16,-2 0-41 0,-4 1 1 0,-3 2 40 16,-6 3-4-16,-1-1-18 0,-2-1-16 0,0 4 0 15,-9 0 0-15,-8 0 0 0,-1-1 0 0,0-3 0 16,-7 0 0-16,3-3 0 0,0-2 0 0,3-3 0 16,-2-1 0-16,2-1 0 0,4-2 0 0,6-3 0 15,0-1 0-15,4 0 0 0,1 4 0 0,3-4 0 16,1 0 0-16,0 0 0 0,12 0 0 0,4 0 0 15,7 0 0-15,-2 1 0 0,7 4 0 0,-3 1 0 16,2 2 0-16,-1 1 0 0,-5 0 0 0,1 5 0 16,-3 1 0-16,-3 1 0 15,-3 1 0-15,-4 2 0 0,-6 3 0 0,-1-5 0 16,-2 6 0-16,0-1 0 0,-9-1 0 0,-6-1 0 16,0-2 0-16,-8 2 0 0,3-3 0 0,-5 0 0 15,3-2 0-15,-5-4 0 0,7-2 0 0,-8 3 0 16,7-6 0-16,-2-1 0 0,3 1 0 0,-1-5 0 15,5 2 0-15,-2-3 0 0,8 0 0 0,-1 0 0 16,4 0 0-16,4-9 0 0,3-1 0 16,0-5-80-16,9-2-370 0,12-2 207 15,0 0 102-15,4-5-917 0</inkml:trace>
  <inkml:trace contextRef="#ctx0" brushRef="#br0" timeOffset="97760.45">22543 12199 3931 0,'-13'-3'0'0,"1"3"0"0,1 0 0 0,-4 0 0 0,0 6 0 0,-1 8 0 0,2 3 0 0,-2 7 0 0,2 5 0 0,-2 8 0 0,7 5 0 0,0 1 0 0,6 3 0 0,1 4 0 16,2-10 0-16,0 16 0 0,2-12 0 0,8-3 0 15,3-5 0-15,3 0 0 0,0-5 0 0,1-2 0 16,3-5 0-16,-2-3 0 0,-3-4 0 15,2-1 0-15,-2-7 0 0,0-1 0 0,0-4 0 0,-2-4 0 16,-1 0 0-16,1 0 0 16,-4 0-26-16,4-2-138 0,-2-5 41 0,0-2-715 15,3-5 401-15,2-4 198 0</inkml:trace>
  <inkml:trace contextRef="#ctx0" brushRef="#br0" timeOffset="97945.19">22704 12562 3475 0,'-13'-3'0'0,"6"-2"0"0,-3 1 0 0,3 1 0 0,1 0 0 0,4 2 0 0,2-3 0 0,0 2 0 0,0 0 0 0,9 0 0 0,7 2 456 0,-2 0-456 0,4 0 0 15,0 0 0-15,-1 0 0 0,2 0 0 0,-2 0 0 16,-3 4 0-16,2-1 0 0,-2 1 0 0,0 0 0 16,1 1 0-16,-3-4 0 0,-3 0 0 0,2 4 0 15,-3-5-1061-15,3 2 506 0,0-2 245 0,2 0-571 16</inkml:trace>
  <inkml:trace contextRef="#ctx0" brushRef="#br0" timeOffset="98143.9">23187 12430 3192 0,'4'0'0'0,"-1"0"0"0,-1 4 0 0,-2 1 0 0,0 7 0 0,0-1-2 0,0 2 0 0,-2 4 1 0,-3 1-1 0,-3 7 1 0,-2-1 269 0,1-3-106 0,-5 8 155 16,0-3-317-16,-2 0 0 0,-2 0 0 0,-1 1 0 0,-1-4 0 15,-1 1 0-15,-3 0 0 0,0-3 0 16,-1 0 0-16,1-5 0 0,5-2 0 0,2-4 0 16,2 0 0-16,7-5 0 15,1-3-767-15,2-2 240 0,1 0 235 0,4-1-217 0,0-16 236 0</inkml:trace>
  <inkml:trace contextRef="#ctx0" brushRef="#br0" timeOffset="98363.08">23067 12128 3164 0,'5'-14'0'0,"2"5"0"0,2 5 0 0,-4 2 0 0,2 1 0 0,1 1 0 0,0 3 0 0,1 14 0 0,2 8 0 0,-4 3 0 0,5 12 767 16,-5 3-767-16,1 4 0 0,0 3 0 0,1 4 0 0,0 0 0 16,0-3 0-16,3-1 0 0,-1-1 0 0,1-4 0 15,-1-5 0-15,0-5 0 0,-1 1 0 0,-1-5 0 16,-2-3 0-16,0-4 0 0,2 0 0 0,-4-7 0 15,1-2 0-15,-1-7 0 0,0 2 0 0,2-4-974 16,-2-2 389-16,1-3 264 0,-1-1 145 0</inkml:trace>
  <inkml:trace contextRef="#ctx0" brushRef="#br0" timeOffset="98552.09">23394 12646 3535 0,'-8'-7'0'0,"2"1"0"0,2-1 0 0,3 1 0 0,1-2 0 0,0 1 0 0,1-1 0 0,17 1 0 0,0 2 0 16,7 4 0-16,1-1 396 0,2 0-396 0,2 2 0 0,2 0 0 0,-2 0 0 16,0 0 0-16,-4 0 0 0,-5 4 0 0,2-3 0 15,-4 5 0-15,-3-1 0 0,-7-4-275 16,0 3 138-16,-4-2-381 0,-3 0 127 0,-2-1 189 0,0 2 15 16,-4-3-652-16,-9 0 400 15</inkml:trace>
  <inkml:trace contextRef="#ctx0" brushRef="#br0" timeOffset="98729.07">23619 12312 3197 0,'-9'-8'0'0,"4"5"0"0,0 2 0 0,1 1 0 0,-1 0 0 0,3 1 0 0,2 13 0 0,0 9 0 0,0 4 0 0,0 4 0 0,0 12 141 0,0 1 271 0,0 1-231 0,0 2-181 15,0-8-119-15,0 12-13 0,0-8 84 0,0 0 43 16,0-1-845-16,0-2 444 0,0 0 231 0,0 5 101 15,0 1-435-15,-4-1 121 0,-3 3 175 0,-1-1 88 16,4-9-332-16</inkml:trace>
  <inkml:trace contextRef="#ctx0" brushRef="#br0" timeOffset="99197.93">23536 13324 2026 0,'-4'24'-1'0,"-3"5"0"0,3-11 1 0,-1 3-1 0,0-7 1 0,2-1 0 0,1-4-1 0,2-6 1 0,-2 1 0 0,2-4 0 0,0 0 121 0,2-6-41 15,8-10 490-15,5-9-270 0,2-1-132 0,1-4 329 16,5-8-324-16,1-1-173 0,-2-2 0 0,5-2 0 15,-3-6 0-15,5-10 0 0,-3 1 0 0,-1-2 0 16,-4 3 0-16,6-12 0 0,-4 9 0 0,-6 11 0 16,-2 0 0-16,-6 14 0 0,-1 5 0 0,-3 0 0 15,-1 5 0-15,-2 8 0 0,0 6 0 0,-2 3 0 16,0 7 0-16,0-2 0 16,0 2 0-16,0 1 0 0,0 13 0 0,-2 12 0 15,-2 3 0-15,1 6 0 0,-1 8 0 0,2-2 0 16,2-4 0-16,0 4 0 0,0-5 0 0,0-4 0 15,4-2 0-15,3-6 0 0,2-5 0 0,3-2 0 16,-4-5 0-16,9-3 0 0,-4-8 0 0,4 0 0 16,1 0 0-16,3-14 0 0,-5-3 0 0,5-7 0 15,-3-1 0-15,0-1 0 0,-1-3 0 0,-1-2 0 16,0-1 0-16,0-9 0 0,-2 4 0 16,-5 4 0-16,0 0 0 0,-3 7 0 15,-3 3 0-15,0 9 0 0,-3 1 0 0,0 3 0 16,0 5 0-16,0 3 0 0,0 2 0 0,-4 0 0 15,0 14 0-15,2 8 0 0,2 3 0 0,0 5 0 16,0 3 0-16,0 3 0 0,0 0 0 0,6 0 0 16,4-3 0-16,1-2 0 0,-1-4 0 0,2-2 0 15,-4-4 0-15,3-3 0 0,0-1 0 16,-5-6 0-16,1 1 0 0,-3-4 0 0,-1-3 0 16,-1 1 0-16,1-3 0 0,-2 1-869 15,-1-2 373-15,0-2 230 0,0 2 113 0,3-2-691 16</inkml:trace>
  <inkml:trace contextRef="#ctx0" brushRef="#br0" timeOffset="99385.17">24458 12444 3863 0,'8'-8'0'0,"3"2"0"0,0 3 0 0,1 0 0 0,-1 3 0 0,5 0 0 0,2 14 0 0,1 7 0 0,1 7 0 0,1 5 0 0,-5 6 68 0,0 2-68 0,-7 3 0 16,-4 3 0-16,-2-6 0 0,-3 14 0 0,-3-9 0 15,-11 5 0-15,-7-1 0 0,-3 0 0 0,-4-5 0 16,0-2 0-16,-4-3 0 0,2-5 0 0,-2-4 0 16,-2-6 0-16,4-1 0 0,-12-3 0 0,5-1 0 15</inkml:trace>
  <inkml:trace contextRef="#ctx0" brushRef="#br0" timeOffset="100312.95">24932 12708 2283 0,'-8'-14'0'0,"4"10"0"0,1 1 0 0,3 1 0 0,0 1 0 0,0 1 0 0,0 0 0 0,11 0 0 0,11 0 0 0,3 0 0 0,5 0 322 0,2 0-146 0,3 0 316 16,0-2-227-16,2 2-114 0,1-2-56 0,-4 2 52 16,-1 0-147-16,-3 0 0 15,-1 0 0-15,-8 0 0 0,2 0 0 0,-2 0 0 0,-4 0 0 16,-5 0 0-16,-2 0-8 0,-1 0 16 16,-2 0-623-16,-2 0 222 0,-1 0 193 0,-2-3-539 15,-1-5 351-15,1-2 175 0,-2 1 79 0</inkml:trace>
  <inkml:trace contextRef="#ctx0" brushRef="#br0" timeOffset="100570.2">25264 12297 2938 0,'-14'-3'0'0,"4"3"0"0,-2 0 0 0,1 0 0 0,0 10 0 0,3 5 0 0,3 6 0 0,1 5 0 0,2 4 0 0,2 8 0 0,0 3 237 0,0 4 519 0,0 0-756 0,0 4 0 15,2-8 0-15,4 12 0 0,-1-8 0 0,1 0 0 16,0-4 0-16,-2 2 0 0,-1-9 0 0,1 4 0 16,-1-2 0-16,-1-2 0 0,0-4 0 0,-2-4 0 15,0-5 0-15,0-3 0 0,0-3 0 16,0-3 0-16,0-4 0 0,0-3-102 16,0-3-39-16,0-2-436 0,0 0 270 0,0 0 135 15,0 0-410-15,2-7 271 0,8-10 128 0,6-1 78 16,4-1-451-16</inkml:trace>
  <inkml:trace contextRef="#ctx0" brushRef="#br0" timeOffset="100851.68">25998 12414 2845 0,'-12'-10'0'0,"-2"8"0"0,-1 2 0 0,0 0 0 0,-1 0 0 0,-2 7 0 0,0 8 0 0,-1 5 0 0,0 7 0 0,2 2 0 0,0 4 130 0,2 7 453 16,6-2-272-16,1 2-249 0,6-6-62 0,2 6 0 15,0-3 0-15,2 1 0 0,8-5 0 0,5 1 0 16,2-1 0-16,3-5 0 0,-1-1 0 0,4-3 0 16,-3-3 0-16,1 0 0 0,2-3 0 0,-7-6 0 15,5-1 0-15,-2-1 0 16,-2-4 0-16,2-4 0 0,-5-2-748 0,2 0 278 15,-2 0 206-15,2-3 119 0,-5-8-269 0,2-1 188 0,-2-3 94 16</inkml:trace>
  <inkml:trace contextRef="#ctx0" brushRef="#br0" timeOffset="101029.67">26151 12708 2960 0,'-10'0'0'0,"3"0"0"0,-4 0 0 0,5 0 0 0,2 0 0 0,1 0 0 0,1 0 0 0,2 0 0 0,0-2 0 0,14 0 0 0,7 0 142 15,6 1 458-15,-1-3-371 0,0 0-229 0,0 2 0 16,1 1 0-16,-6-2 0 0,9 1 0 0,-10 2 0 16,2-1 0-16,1 1 0 0,0-2-263 0,-3 0 85 15,-1 0 103-15,2 1 56 0,-4-2-1022 0,4 0 503 16,-5-6 248-16</inkml:trace>
  <inkml:trace contextRef="#ctx0" brushRef="#br0" timeOffset="101359.57">26572 12487 2229 0,'-10'-14'0'0,"2"7"0"0,0 1 0 0,5 0 0 0,-2 3 0 0,3 2 0 0,2-2 0 0,0 0 0 0,0 3 0 0,9 0 0 0,6 0 562 0,1 9-253 0,4 2-140 15,0 4-66-15,-2 4 319 16,-4 1-285-16,0 5-137 0,-5-3 0 0,0 6 0 16,-5-1 0-16,-4 1 0 0,0-2 0 0,0 1 0 15,-11-1 0-15,-6-2 0 0,-5 1 0 0,1-5 0 16,-2 1 0-16,-1-5 0 0,3-2 0 0,-5 1 0 15,7-5 0-15,-3 0 0 0,3-5 0 0,2 0 0 16,4-1 0-16,0 0 0 0,5-3 0 0,2 2 0 16,4-3 0-16,0 0 0 0,2 0 0 0,0 1 0 15,2 1 0-15,14 0 0 16,2-1 0-16,1-1 0 0,2 2 0 0,5-2 0 16,0 0 0-16,-1 0 0 0,3 0 0 0,-3 0 0 15,-3 0 0-15,2 0 0 0,2 0 0 0,-1-2 0 16,0-1 0-16,-1-3 0 0,-4 1-132 0,1-1 43 15,2 0-438-15,-6 1 245 0,5-1 122 0,-5-1-640 16,4-2 371-16,0-5 201 0</inkml:trace>
  <inkml:trace contextRef="#ctx0" brushRef="#br0" timeOffset="101553.59">27066 12657 2493 0,'1'-11'0'0,"1"4"0"0,0 0 0 0,0 1 0 0,-1 0 0 0,-1 4 0 0,0 0 0 0,0 0 0 0,3 2 0 0,-2 0 0 0,0 4 206 15,1 10 459-15,-2 0-319 0,0 6-155 0,0 5-161 0,-7-1-30 0,-3 3 0 16,-4-2 0-16,-2 4 0 0,0-1 0 0,-2-1 0 16,1-1 0-16,0-2 0 0,2-6 0 0,0 3 0 15,0-3 0-15,0-3 0 16,1-4 0-16,4-4 0 0,0-1-921 0,2-3 440 16,1-3 222-16,3 0 111 0,4 0-537 0,0-12 315 15</inkml:trace>
  <inkml:trace contextRef="#ctx0" brushRef="#br0" timeOffset="101752.09">27011 12332 3031 0,'3'-11'0'0,"1"2"0"0,2 9 0 0,-3-2 0 0,4 2 0 0,-2 5 0 0,4 15 0 0,3 7 0 0,-1 5 0 0,2 8 0 0,0 1 831 0,-1 4-762 0,1-3-69 15,2 10 0-15,-2-5 0 0,1-4 0 0,2-1 0 16,-3-9 0-16,2 5 0 0,-1-4 0 0,0-3 0 15,0-4 0-15,-3-3 0 0,0-4 0 0,2-4 0 16,-2-3 0-16,3-4-95 0,-1 0-50 0,0-6-508 16,2-3 308-16,-1 0 145 0</inkml:trace>
  <inkml:trace contextRef="#ctx0" brushRef="#br0" timeOffset="101930.19">27441 12662 3009 0,'0'-8'0'0,"0"2"0"0,-4 2 0 0,3-1 0 0,-1-1 0 16,2 2 0-16,0-4 0 0,2 3 0 0,10 1 0 0,11 3 0 0,0-1 649 0,2 2-376 0,0 0-273 0,-2 0 0 15,7 0 0-15,-2 0 0 0,-3 0 0 0,-1 3 0 16,-4 1 0-16,1-2-33 0,-1 1-362 0,-4 0 215 16,-2-1 109-16,-5 0 54 0,-2-1-935 0,-2-1 453 15,-1 0 231-15</inkml:trace>
  <inkml:trace contextRef="#ctx0" brushRef="#br0" timeOffset="102112">27742 12400 2996 0,'-15'-15'0'0,"5"9"0"0,1 0 0 0,-3 3 0 0,5 1 0 0,0 2 0 0,0 0 0 0,7 11 0 0,0 12 0 0,0 2 0 0,0 7 234 16,0 9 467-16,0-2-701 0,0-1 0 0,0 11 0 15,0-6 0-15,0-2 0 0,0-5 0 16,0 0 0-16,0-1 0 0,0-4 0 0,0 0 0 0,0-5 0 15,-1 1 0-15,0-6 0 0,-3-3-50 0,4-4-941 16,0 1 480-16,0-4 218 0,0-2 128 0</inkml:trace>
  <inkml:trace contextRef="#ctx0" brushRef="#br0" timeOffset="102438.28">28220 12330 3278 0,'0'-11'0'0,"2"11"0"0,-2 0 0 0,0 0 0 0,0 4 0 0,0 9 0 0,-9 2 0 0,-4 4 0 0,-2 2 0 0,-3 5 0 0,-4 1 343 0,0 4-157 0,2-2-62 0,-1-5-124 16,3 1 0-16,4-7 0 0,-2-1 0 0,4-2 0 15,3-4 0-15,2-4 0 0,2 1 0 0,3-5 0 16,0-2 0-16,2 1 0 0,0-2 0 0,0 1 0 15,2-1 0-15,10 3 0 0,2-2 0 0,4 1 0 16,3 0 0-16,2 0 0 0,4 0 0 0,-5 0 0 16,7-2 0-16,-9 0 0 0,2 1 0 0,1-1 0 15,-5 3 0-15,2-2 0 0,-6-1 0 0,0 2 0 16,-5 0 0-16,0-2 0 16,-2 0-481-16,-2 0-28 0,-1 0 240 0,1 0 117 15,-1 0-620-15,-3-4 368 0,3-9 183 0</inkml:trace>
  <inkml:trace contextRef="#ctx0" brushRef="#br0" timeOffset="102562.62">28333 12460 2193 0,'-12'-13'0'0,"0"7"0"0,-1 3 0 0,3 1 0 0,-3 0 0 0,3 2 0 0,1 0 0 0,0 5 0 0,4 7 0 0,3 3 0 0,-1 6 465 0,1 2-214 0,2 2-108 0,-1 4-52 16,1 3-12-16,-2 0 10 0,2 1-52 0,0-1-738 15,0 2 369-15,0 0 185 0,0-1-348 0</inkml:trace>
  <inkml:trace contextRef="#ctx0" brushRef="#br0" timeOffset="103052.12">28066 13339 2973 0,'-7'17'0'0,"3"-5"0"0,1-5 0 0,1-2 0 0,0-3 0 0,2-2 0 0,0 0 0 0,0-2 0 0,7-10 0 0,11-9 0 0,3 0 292 15,4-4-128-15,5-7 25 0,0 1-76 0,-4-1-29 16,9-9-9-16,-5-2-65 0,0 1 21 0,0-5-31 15,3-9 0-15,-6 7 0 16,6-13 0-16,-4 4 0 0,-1-3 0 0,-8 15 0 0,-2-4 0 16,-4 17 0-16,-4-1 0 0,-5 14 0 0,-4 0 0 15,2 9 0-15,-3 2 0 0,0 5 0 0,0 2 0 16,0 2 0-16,-5 2 0 0,-3 17 0 0,5 6 0 16,-4 2 0-16,4 8 0 0,1 5 0 0,2-4 0 15,0 2 0-15,0-5 0 0,7 2 0 0,5-8 0 16,3-3 0-16,0 0 0 0,0-11 0 0,1 0 0 15,1-6 0-15,1-5 0 16,-2-2 0-16,1 0 0 0,1-2 0 0,-6-9 0 16,2-4 0-16,1-2 0 0,-2-5 0 0,2 0 0 15,-5-4 0-15,0 5 0 0,2-11 0 0,-4 1 0 16,2 2 0-16,-4 0 0 0,-2 7 0 0,-2 3 0 16,-1 5 0-16,-1 1 0 0,0 5 0 0,0 5 0 15,0 0 0-15,0 1 0 0,0 2 0 0,0 0 0 16,0 7 0-16,0 6 0 15,2 6 0-15,0 1 0 0,4 6 0 0,-4 2 0 16,5-3 0-16,-1-4 0 0,-1 4 0 0,2-4 0 16,0-3 0-16,1-3 0 0,-1-1 0 0,-1-8 0 15,-1 4 0-15,-1-4 0 0,1 0 0 0,-3-1 0 16,2-3-32-16,0 1-958 0,0-1 477 0,-2-2 229 16,5 0 128-16,-2 0-302 0,7-2 211 0</inkml:trace>
  <inkml:trace contextRef="#ctx0" brushRef="#br0" timeOffset="103273.73">29086 12515 3238 0,'8'-17'0'0,"1"4"0"0,1 1 0 0,5 1 0 0,-5 2 0 0,5 3 0 0,0 3 0 0,3 3 0 0,-1 0 0 0,5 15 0 0,-4 3 109 16,-2 6 475-16,2 3-584 0,-6 5 0 0,1 1 0 16,-1 10 0-16,-10-8 0 0,0 2 0 0,-2 1 0 15,0-1 0-15,-9-2 0 0,-7 0 0 0,-7 2 0 16,-3-5 0-16,-2-4 0 15,2-3 0-15,-10 3 0 0,6-10 0 0,-5 0 0 16,-2-3 0-16,3-4 0 0,3 1 0 0,6-7 0 16,4 0 0-16,5-2 0 0,5-3 0 0,2 0-70 15,4 0-324-15,5-13 182 0,0-9 88 0,16-7-933 16</inkml:trace>
  <inkml:trace contextRef="#ctx0" brushRef="#br0" timeOffset="103454.74">29445 12597 3931 0,'21'-7'0'0,"-4"1"0"0,4 1 0 0,-2-1 0 0,-6 0 0 0,7 3 0 0,2 1 0 0,-1 0 0 0,6 2 0 0,-6 0 0 0,9 0 0 16,-11 0 0-16,4 0 0 0,0 4 0 0,-4-1 0 0,-1 3 0 0,2 0 0 16,-8-1 0-16,-2 1 0 0,0 0 0 0,-7 1 0 15,0 1 0-15,-3 1-694 0,0 3 79 0,-11 0 159 16,-11-1-597-16,-4 0 508 0</inkml:trace>
  <inkml:trace contextRef="#ctx0" brushRef="#br0" timeOffset="103605.7">29554 12803 3163 0,'-18'8'0'0,"8"-2"0"0,-2 0 0 0,7-2 0 0,-1-2 0 0,4-1 0 0,2 1 0 0,0-1 0 0,2 1 0 0,6 2 0 0,7-2 260 0,2 2-111 0,4-1-57 0,-1 0 175 15,2-1-267-15,8-2 0 0,-3 0 0 0,1 0 0 16,0 0-2-16,-5 0-69 15,4 0-740-15,1 0 424 0,-11 0 211 0,12 0 107 16,-16 0-876-16,10 0 445 0</inkml:trace>
  <inkml:trace contextRef="#ctx0" brushRef="#br0" timeOffset="103967.78">30177 12678 2799 0,'4'-7'0'0,"-3"2"0"0,-1 1 0 0,0 1 0 0,0-1 0 0,0 3 0 0,-5-2 0 0,0 3 0 0,0 0 0 0,-3 4 0 0,3 10 222 0,2 1-93 0,-1 7-46 0,4 2 615 16,0 3-698-16,0-2 0 0,0 4 0 0,0-1 0 16,2 2 0-16,8-3 0 0,7-4 0 0,-2-3 0 15,6 3 0-15,7-8 0 0,-3-4 0 0,5-6 0 16,0-5 0-16,0 0 0 0,2 0 0 16,-4-3 0-16,-6-10 0 0,2 0 0 0,-3-4 0 0,-4 2 0 15,-1-7 0-15,-2 2 0 16,-1-1 0-16,-5-3 0 0,-1-3 0 0,-3 0 0 15,-3-6 0-15,-1 4 0 0,0-6 0 0,0 3 0 16,-7 2 0-16,-6 1 0 0,-2 5 0 0,-2 0 0 16,-2 4 0-16,-3 7 0 0,0 0 0 0,4 5 0 15,-4 3 0-15,0 3 0 0,1 2 0 0,-1 0 0 16,2 0 0-16,2 6 0 0,0 6 0 0,-1 5 0 16,4 2 0-16,3 4 0 0,-2 2 0 0,5-5 0 15,-2 10 0-15,1-4 0 0,3 2 0 16,0-3 0-16,2 1 0 0,0-1 0 15,0 2 0-15,-3 2 0 0,0 1 0 0</inkml:trace>
  <inkml:trace contextRef="#ctx0" brushRef="#br0" timeOffset="111889.8">21737 13840 421 0,'0'-11'0'0,"0"0"0"0,2 0 931 0,11-1-444 0,6 1-212 0,0 0 30 0,5 2-131 0</inkml:trace>
  <inkml:trace contextRef="#ctx0" brushRef="#br0" timeOffset="112213.96">21893 13745 3751 0,'23'-2'0'0,"7"-2"0"0,-5 2 0 0,2 2 0 0,-6 0 0 0,1 0 0 0,-2 0 0 0,-2 8 0 0,-6-1 0 0,0 3 0 0,-4 1 60 0,-5 0-18 0,-1 2 11 0,-2 3-28 15,0-2-25-15,-2 5 0 0,-9-2 0 0,-6 4 0 0,2-7 0 16,-2 3 0-16,-4-2 0 0,3-1 0 16,-1-1 0-16,2-4 0 0,4-3 0 0,0 1 0 0,4 0 0 15,1-7 0-15,4 5 0 0,2-4 0 16,2 3 0-16,0 0 0 0,2 3 0 16,14 1 0-16,5-1 0 0,6 3 0 0,3-1 0 15,2 1 0-15,0 2 0 0,1-4 0 0,1 7 0 16,-4-4 0-16,-7 3 0 0,0-2 0 0,-7 6 0 15,0-1 0-15,-7-1 0 0,-6 5 0 0,-1-2 0 16,-2 0 0-16,-5 5 0 0,-12-1 0 0,-4-1 0 16,-3-1 0-16,-4-2 0 0,-1-2 0 0,-1-2 0 15,3-3 0-15,-1-2 0 0,7-2 0 16,-4-2 0-16,4-2 0 0,5-3 0 16,2-1 0-16,3 0 0 0,2 0 0 0,5 0 0 15,3-1 0-15,1-7 0 0,0-4 0 0,12-3 0 16,6-1-503-16,3-2-80 0,4-2 275 0,5-1 132 15,6-3-361-15</inkml:trace>
  <inkml:trace contextRef="#ctx0" brushRef="#br0" timeOffset="112433.78">22654 14022 3773 0,'0'0'0'0,"0"4"0"0,-5 6 0 0,0-1 0 0,-3 3 0 0,1 2 0 0,-5 3 0 0,0 8 0 0,-4-1 0 0,2 2 0 0,-1 0 158 0,-2 3-158 0,1-1 0 0,2-1 0 16,1-2 0-16,-1 0 0 0,1-3 0 0,0-4 0 16,0 0 0-16,-1-1 0 0,0-4 0 0,-2-1 0 15,2-3 0-15,-2-4 0 0,3-2 0 16,2-2-8-16,0-1-808 0,1 0 388 16,3-7 194-16,5-8 97 0,1-8-442 0,1-7 274 15,0-9 132-15,1-6-368 0</inkml:trace>
  <inkml:trace contextRef="#ctx0" brushRef="#br0" timeOffset="112657.9">22403 13794 2656 0,'3'-26'0'16,"-1"10"0"-16,0 5 0 0,-1-1 0 0,1 3 0 0,0 3 0 0,0 3 0 0,0 0 0 0,5 2 0 0,2 1 0 0,5 1 130 0,0 13 532 16,2 7-311-16,0 4-219 0,5 10-132 0,0 2 0 0,-1 5 0 0,7 5 0 15,-1 0 0-15,6 9 0 0,-2-2 0 0,2-1 0 16,-2-6 0-16,6 13 0 0,-3-9 0 0,-6-6 0 15,1 2 0-15,-2-2 0 0,-5-9 0 0,4 5 0 16,-7-11 0-16,-2-2 0 0,-2-2 0 0,-5-5 0 16,1-4 0-16,-4-2 0 0,-4-5 0 0,-1-3 0 15,1-2 0-15,-2-1 0 0,0-2-325 0,-3-2-226 16,-5 0 256-16</inkml:trace>
  <inkml:trace contextRef="#ctx0" brushRef="#br0" timeOffset="115932.37">23260 14064 2422 0,'-9'-7'0'0,"1"1"0"0,3-2 0 0,-3 2 0 0,4 1 0 0,2 3 0 0,0 1 0 0,2-2 0 0,0 2 0 0,0 1 0 0,0 0 234 0,4 0-97 0,10 0 297 15,-1 0-197-15,4 0-89 0,7 5 146 0,0 1-269 16,4-1-25-16,2 2 0 0,2-1 0 0,0 0 0 16,2 0 0-16,0-2 0 0,-1-1 0 0,2 1 0 15,-6-1 0-15,-4-3 0 0,-2 0 0 0,-2 0 0 16,-9 0 0-16,-1 0 0 0,-2 0 0 0,-4 0 0 16,-3 0 0-16,0 0 0 0,-2 0 0 0,0 0 0 15,0 0 0-15,0-1 0 16,0-1 0-16,0 1 0 0,0-2 0 0,0 1 0 15,-2 1 0-15,2-1 0 0,0 0 0 0,0 2 0 16,0 0 0-16,0 0 0 0,0 0 0 0,0 0 0 0,0 0 0 16,0 0 0-16,0 0 0 15,0 0 0-15,0 0 0 0,2 0 0 0,-1 0 0 16,3 0 0-16,0 0-299 0,-2 2 110 0,-1-2 74 16,2 2 28-16,-1-1-562 0,0-1 305 0,-2 0 152 15,0 2-523-15</inkml:trace>
  <inkml:trace contextRef="#ctx0" brushRef="#br0" timeOffset="116251.85">23576 13777 2390 0,'-10'-12'0'0,"5"9"0"16,1 0 0-16,0 2 0 0,-1 1 0 0,0 0 0 0,2 0 0 0,1 4 0 0,0 11 0 0,0 3 0 0,0 9 528 0,2-1-244 0,0 6-122 0,0 3 311 0,0 7-379 15,2-8-94-15,4 11 0 0,2-2 0 16,-1-2 0-16,-1 2 0 0,-1-2 0 0,-1-5 0 16,2 0 0-16,-4 0 0 0,0-6 0 0,0-2 0 15,-2-5 0-15,0-1 0 0,0-3 0 0,0-2 0 16,0-8 0-16,-2 1 0 0,-2-3 0 0,1-3 0 15,3-4 0-15,-2 1 0 0,2-1-222 0,0 0 14 16,0-1 83-16,5-9-289 0,8-6 192 0,0-5 91 16,2-5-598-16,1-10 345 15</inkml:trace>
  <inkml:trace contextRef="#ctx0" brushRef="#br0" timeOffset="116615.4">23773 13986 2590 0,'7'-14'0'0,"5"5"0"0,-1-1 0 0,2 1 0 0,2-1 0 0,3 5 0 0,2-1 0 0,6 4 0 0,-1 0 0 0,-2 2 0 0,4 0 314 0,-6 6-127 0,5 9 285 16,-5 2-217-16,-3 3-142 0,-2 1-113 0,-3 3 0 15,-6-1 0-15,-3 8 0 0,0-4 0 0,-4 0 0 16,0 1 0-16,-10 0 0 0,-6 0 0 0,-3-2 0 16,-4-1 0-16,-1-3 0 0,-1-4 0 15,-1 0 0-15,1-5 0 0,4-1 0 0,0-5 0 16,0 1 0-16,3-5 0 0,7 1 0 15,0 0 0-15,3-2 0 0,6-2 0 0,1 1 0 16,1-1 0-16,0 4 0 0,0 1 0 0,6 2 0 16,5 0 0-16,3 1 0 0,2-1 0 0,0-1 0 15,4 2 0-15,-1-3 0 0,1 1 0 0,-1-5 0 16,0 3 0-16,1-4 0 0,-1 0 0 16,-1 0 0-16,0 0 0 0,-1 0 0 15,-1 0 0-15,0-2 0 0,-4 0 0 0,-2-2 0 0,2 1 0 16,-4 0 0-16,2-2 0 0,-2 4 0 15,-1-1 0-15,1-2 0 0,-3 1 0 0,1 2-236 16,2 0-2-16,-3-2-875 0,3 3 542 0,-5 0 265 16</inkml:trace>
  <inkml:trace contextRef="#ctx0" brushRef="#br0" timeOffset="117211.26">23973 14794 3008 0,'-5'6'0'0,"1"2"0"0,2-1 0 0,2-3 0 0,0 0 0 0,0-2 0 0,2-1 0 0,7-1 0 0,7 0 0 0,-2 0 0 0,6 0 206 15,-1-7 219-15,5-7-198 0,2-2-162 0,2-3-65 16,0-3 0-16,2-1 0 0,-1-4 0 0,-1 2 0 16,-2-4 0-16,0 1 0 0,-2-2 0 0,-1-3 0 15,-2 0 0-15,-1-8 0 0,1-1 0 0,-2-1 0 16,0-6 0-16,0-3 0 0,-2-2 0 0,-2 1 0 15,-3 6 0-15,-5 11 0 0,0 1 0 0,-5 10 0 16,0 3 0-16,-2 8 0 0,0 3 0 0,0 6 0 16,0 0 0-16,-2 5 0 15,-4 0 0-15,-1 9 0 0,-1 10 0 0,2 7 0 16,1 5 0-16,1 5 0 0,3 9 0 0,-1-3 0 16,2 1 0-16,0 2 0 0,0-4 0 0,2-5 0 15,3 1 0-15,6-2 0 0,3-8 0 0,0 1 0 16,0-13 0-16,0 2 0 0,4-5 0 0,0-5 0 15,0-3 0-15,4-4 0 0,-2 0 0 0,1-2 0 16,2-15 0-16,-3 0 0 0,3-2 0 0,-2-5 0 16,-3-2 0-16,3-2 0 15,-2-3 0-15,-2-6 0 0,2-3 0 0,-1-3 0 16,-3 0 0-16,-2 8 0 0,0-3 0 0,-7 13 0 16,0 1 0-16,-3 9 0 0,-1 1 0 0,-2 3 0 15,0 4 0-15,0 5 0 0,0 0 0 0,0 2 0 16,-2 0 0-16,-3 13 0 0,-1 6 0 15,5 5 0-15,-3 7 0 0,4 3 0 0,0 8 0 0,0-6 0 16,0 10 0-16,0-12 0 0,5 5 0 0,6-4 0 16,1-3 0-16,-1-6 0 0,5 3 0 15,-5-10 0-15,5-1 0 0,-2-3 0 16,-2-3 0-16,2-4 0 0,-3-1 0 0,2-4 0 16,-3-1 0-16,1-2 0 0,-2 0 0 0,1 0 0 15,-1 0 0-15,2 0 0 0,-1-2-841 0,1-8 328 16,3-4 238-16,1-9 108 0,7-7-375 0,-4-11 252 15</inkml:trace>
  <inkml:trace contextRef="#ctx0" brushRef="#br0" timeOffset="117408.04">25285 14113 3030 0,'-7'-6'0'0,"3"2"0"0,-3 2 0 0,6 1 0 0,-1-2 0 0,2 2 0 0,0 0 0 0,2-4 0 0,8 3 0 0,4 2 0 15,4 0 147-15,0 0 567 0,3 0-674 0,2 0-40 0,3 2 0 0,-2 3 0 0,-4-3 0 0,5 1 0 16,-2 0 0-16,-1-1 0 0,-3 1 0 0,-3 2 0 16,-4-2 0-16,-1 1 0 15,-3 2 0-15,-2 0-760 0,-5 1 158 0,2 2 282 16,-3-1 131-16,-3 1-620 0,-10-1 385 0</inkml:trace>
  <inkml:trace contextRef="#ctx0" brushRef="#br0" timeOffset="117608.03">25363 14287 2758 0,'-18'6'0'0,"2"1"0"0,7-2 0 0,0 2 0 0,4-5 0 0,2-1 0 0,3 2 0 0,0-3 0 0,8 0 0 0,10 0 0 0,9 0 131 15,1 0 601-15,0 0-422 0,0 0-310 0,1 0 0 16,-6 0 0-16,1-3 0 0,-2 2 0 0,-1-1 0 16,-2 0 0-16,-4 2 0 0,-2 0 0 0,-2 0 0 15,-1 0 0-15,-3 0 0 0,-1 0-435 0,0 0 64 16,-4 0 63-16,3 0 148 0,-1 0-641 0,3 0 381 15,3 0 191-15,-1-5-336 0,3-5 253 0,6-7 141 16,-1 2 72-16</inkml:trace>
  <inkml:trace contextRef="#ctx0" brushRef="#br0" timeOffset="117951.98">25852 14156 2470 0,'6'-13'0'0,"-2"6"0"0,-2-1 0 0,-1 2 0 0,-1 2 0 0,0 1 0 0,0 1 0 0,0 0 0 0,0 2 0 0,0 0 0 0,0 0 125 0,0 0 589 0,0 9-338 0,0 3-159 16,0 1-188-16,2 2-29 0,-1 2 0 0,7 1 0 15,4 1 0-15,3 0 0 0,3 1 0 0,3-3 0 16,4-1 0-16,1-5 0 0,4-3 0 0,2 1 0 16,0-8 0-16,-1-1 0 15,0 0 0-15,1-1 0 0,-4-9 0 0,-6-1 0 16,5-6 0-16,-7 0 0 0,-6 2 0 0,0-5 0 16,-2 0 0-16,-4-2 0 0,-5-2 0 0,-1-2 0 15,-2-1 0-15,0-2 0 0,0-2 0 0,-5 0 0 16,-3-3 0-16,-5 4 0 0,0-1 0 0,-3 5 0 15,-2 3 0-15,-1 8 0 0,-7 3 0 0,-5 6 0 16,-6 6 0-16,-2 0 0 0,-7 8 0 0,11 4 0 16,-3 7 0-16,7 1 0 15,6 3 0-15,4-1 0 0,6 3 0 0,10-2 0 16,-1 4 0-16,6-2 0 0,0 0 0 0,0-4 0 16,0 3 0-16,4-3 0 0,3 0 0 0,-1 0 0 15,-1-1 0-15,3 0-186 0,-2-1-787 0,-2 1 458 16,-1 2 243-16,3 0 116 0</inkml:trace>
  <inkml:trace contextRef="#ctx0" brushRef="#br0" timeOffset="119518.82">27852 14507 1613 0,'0'15'0'0,"0"0"0"0,0 0 0 0,0 1 0 0,6-3 0 0,1-1 0 0,3 2 0 0,1-2 0 0,1 0 0 16,-1-4 0-16,0-1 344 0,2-5-153 0,0 4-75 0,1-5-30 0,0-1 224 16,2 0-136-16,0 0-67 0,1-3-35 0,3-12 182 15,1-4-97-15,0-4-65 0,6-7 60 0,-3-2-56 16,2-1-29-16,2-7 0 0,-1-1-83 15,-1-2 22-15,-1 0 1 0,-1-4 29 0,-4 0-36 16,-2-3 0-16,3 0 0 0,-7 1 0 0,2-1 0 16,-5 1 0-16,-3 4 0 15,0 9-105-15,-3 1 28 0,-5 3 42 0,3 11 16 0,-3 0 18 0,0 9-15 16,0 2 12-16,0 5 230 0,0 4-195 0,0-1-31 16,-3 2 0-16,-2 8 0 15,-1 11 0-15,1 8 0 0,1 1 0 0,1 9 0 16,1-2 0-16,2 5 0 0,0 7 0 0,0-12 0 15,2 10 0-15,5-11 0 0,4 3 0 0,1-3 0 16,2-2 0-16,0-9 0 0,1 0 0 0,0-5 0 16,0-6 0-16,2-3 0 0,-2-4 0 0,0-5 0 15,0 0 0-15,2-1 0 0,1-19 0 0,-2 2 0 16,0-7 0-16,0-1 0 16,0-2 0-16,0-4 0 0,-4-1 0 0,4-3 0 0,-4-4 0 0,-1 5 0 15,1-10 0-15,-5 11 0 16,1-2 0-16,-3 2 0 0,-4 11 0 0,1 0 0 15,-2 7 0-15,0 5 0 0,0 3 0 0,0 2 0 16,0 3 0-16,-5 3 0 0,-1 0 0 0,-1 0 0 16,4 11 0-16,-2 5 0 0,1 4 0 0,-1 4 0 15,5 1 0-15,-2 4 0 0,2 1 0 0,0 3 0 16,0-9 0-16,0 12 0 0,2-4 0 16,1 2 0-16,5-2 0 0,-2-4 0 0,1-2 0 15,4 4 0-15,-5-9 0 0,0 1 0 16,1-1 0-16,2-4 0 0,-3-4 0 0,-1-3 0 15,1 1 0-15,-2-3 0 0,4-3 0 0,-3 1 0 16,2-3 0-16,1-1 0 0,-1 0 0 0,1 0-301 16,2-2 74-16,2 0-337 0,-1 0 253 0,4-6 141 15,3-11 65-15,0-5-743 0</inkml:trace>
  <inkml:trace contextRef="#ctx0" brushRef="#br0" timeOffset="119694.5">29047 13929 3269 0,'-4'-4'0'0,"2"2"0"0,2 0 0 0,0 0 0 0,0 1 0 15,0-3 0-15,11 1 0 0,5 2 0 0,-1 1 0 0,7 0 0 0,-3 0 240 0,-1 0-106 0,3 0 154 0,-1 1-288 0,-5 3 0 0,3 2 0 16,-1-2 0-16,-4 1 0 16,0 1 0-16,-4-2 0 0,1 2 0 0,-2-1 0 15,-5 3 0-15,-1-1-699 0,0 1 259 0,-2 4 226 16,0-2-744-16</inkml:trace>
  <inkml:trace contextRef="#ctx0" brushRef="#br0" timeOffset="119937.87">29143 14158 2706 0,'-12'7'0'0,"4"1"0"0,-3-2 0 0,5-3 0 0,3-2 0 0,1 4 0 0,2-2 0 0,0 1 0 0,0-1 0 0,7 2 0 0,9-1 131 15,1 0 526-15,2-1-309 0,2 1-259 0,-1-1-89 16,0 0 0-16,2 0 0 0,-4 0 0 0,0 0 0 15,-1 1 0-15,-2-2 0 0,-1-1 0 0,-2 2 0 16,-3-2 0-16,0 1 0 0,-4-2 0 0,2 2 0 16,-5-2 0-16,3 0 0 0,-3 0 0 0,0 0 0 15,-2 0 0-15,0 0-155 0,0 0-99 0,0 0 98 16,0 0 63-16,0 0-76 0,0 0 65 0,0 0 33 16,0 0-346-16,0 0 179 15,0 0 105-15,1 0 47 0,3 0-504 0</inkml:trace>
  <inkml:trace contextRef="#ctx0" brushRef="#br0" timeOffset="120203.48">29778 14092 3737 0,'0'-2'0'0,"0"0"0"0,1 1 0 0,3 0 0 0,2-3 0 0,4 2 0 0,-3 1 0 0,8-1 0 0,1 2 0 0,-4 0 0 0,12 0 194 0,-11 0-194 0,14 0 0 16,-13 3 0-16,15 4 0 0,-11-4 0 0,5 2 0 15,0-3 0-15,-4 1 0 0,3-2 0 0,-3-1 0 16,-1 0 0-16,-2 0 0 0,-1 0 0 0,-4 0 0 16,-2 0 0-16,1-1 0 15,3-4 0-15,-4-2 0 0,1 5-53 0,-1-7-628 16,3 3 312-16,0-1 170 0,1-5 81 0</inkml:trace>
  <inkml:trace contextRef="#ctx0" brushRef="#br0" timeOffset="120420.04">30572 13986 3779 0,'-2'-6'0'0,"2"6"0"0,0 0 0 0,0 0 0 0,2 0 0 0,8 0 0 0,4 0 0 0,2 0 0 0,9-1 0 0,3 1 0 0,5 0 152 0,1 0-152 0,3-2 0 16,1 2 0-16,8 0 0 0,-9 0 0 0,0 0 0 15,-2 0 0-15,-2 0 0 0,-8 0 0 0,2 0 0 16,-4 2 0-16,-8 5 0 0,-5-2 0 16,-3 4-1052-16,-6 0 424 0</inkml:trace>
  <inkml:trace contextRef="#ctx0" brushRef="#br0" timeOffset="120768.37">30663 14177 3008 0,'0'-4'0'0,"0"2"0"0,0 0 0 0,0 1 0 0,11-2 0 0,2 1 0 0,7 1 0 0,5-1 0 0,0 2 0 0,-5 0 0 0,10 0 129 15,-2 5 228-15,-4 7-160 0,-5-1-79 0,0 2-13 16,-4 2-88-16,-7-1-17 0,-3 4 0 0,-5-1 0 15,0 2 0-15,-17-1 0 0,-8-1 0 0,-5 3 0 16,1-6 0-16,-3-1 0 0,2-2 0 0,3-2 0 16,-3 1 0-16,11-5 0 0,-2 0 0 0,10-3 0 15,2 0 0-15,4-1 0 0,0-1 0 0,5 0 0 16,0 0 0-16,2 0 0 0,13 0 0 0,7 0 0 16,6 0 0-16,-2 0 0 15,4 0 0-15,2 3 0 0,2-3 0 0,-1 1 0 16,0 0 0-16,-3 2 0 0,-2-1 0 0,-3 0 0 15,-4 1 0-15,-2 0 0 0,-5 0 0 0,-3-1 0 16,-4 0 0-16,-3-1 0 0,-3 2 0 0,1-3 0 16,-2 1-770-16,0-1 354 0,0 0 189 0,0 0 95 15,-2-1-529-15,-1-7 303 0</inkml:trace>
  <inkml:trace contextRef="#ctx0" brushRef="#br0" timeOffset="121154.74">30690 13450 2600 0,'-3'-34'0'0,"3"21"0"0,3 5 0 0,9 1 0 0,2-4 0 0,4 2 0 0,1 3 0 0,0 2 0 0,4 2 0 0,0 2 0 0,-1 0 274 0,7 0-122 0,-13 8 7 15,1 5-61-15,-4 1-29 0,-3 2-1 0,-8 2-70 16,-2 2 15-16,0 3 0 0,-14-4 25 0,-7 2-35 15,-1-3-1-15,2-4 46 0,-6 3 23 0,9-8 0 16,-2 1-33-16,8-3 0 0,1-1 140 16,5-3-178-16,1 1 0 0,4 0 0 0,0 0 0 15,7-1 0-15,15 3 0 0,6 2 0 0,2-1 0 16,3 2 0-16,1 2 0 0,-3 3 0 0,1-1 0 16,-4 2 0-16,-11-2 0 0,1 4 0 0,-7-2 0 15,-5 1 0-15,-4-2 0 0,-2 1 0 0,-2-1 0 16,-15 1 0-16,-6-5 0 0,-2 0 0 15,-3-2 0-15,-2 0 0 0,0-5 0 0,0-1 0 0,3 0 0 16,6-1 0-16,-3-1 0 16,7 0 0-16,4 0 0 0,5 0 0 0,4 0 0 15,1 0 0-15,3 0 0 0,0 0-104 0,9 0-33 16,10-1-840-16,5-1 469 0</inkml:trace>
  <inkml:trace contextRef="#ctx0" brushRef="#br0" timeOffset="121489.62">31553 13833 3734 0,'0'-4'0'0,"0"2"0"0,2 2 0 0,-1 0 0 0,1 0 0 0,-2 0 0 0,0 0 0 0,0 0 0 0,0 3 0 0,0 10 0 0,-11 1 144 0,-6 7-91 0,-5-1-53 16,2 5 0-16,-3 2 0 0,-4-3 0 0,1 0 0 16,-3 3 0-16,1-4 0 0,0 0 0 0,0 1 0 15,1-4 0-15,3-3 0 0,4-6 0 0,-1 2 0 16,6-4-66-16,0-3-281 0,3-3 169 0,4-3-6 15,-2 0-203-15,5 0 175 16,5-3 86-16,0-12-521 0,0-4 295 0,5-7 161 16</inkml:trace>
  <inkml:trace contextRef="#ctx0" brushRef="#br0" timeOffset="121697.18">31365 13480 3228 0,'8'-27'0'0,"-5"13"0"0,1 4 0 16,1 1 0-16,-2 1 0 0,-1 6 0 0,2 1 0 0,-1 1 0 0,6 5 0 0,0 16 0 0,-1 3 249 0,2 4 205 0,2 11-454 0,-2 0 0 0,5 11 0 0,-2-3 0 16,2 4 0-16,0-2 0 0,2 3 0 0,0-1 0 15,-1-6 0-15,-1 0 0 0,-2 0 0 0,3-2 0 16,-3 1 0-16,-2-9 0 16,1 3 0-16,1-3 0 0,-2-1 0 0,1-2 0 15,-1-3 0-15,-3-7 0 0,5 5 0 0,-3-5-489 16,2-2-195-16</inkml:trace>
  <inkml:trace contextRef="#ctx0" brushRef="#br0" timeOffset="121858.61">32103 14345 3931 0,'0'-12'0'0,"8"10"0"0,-1-2 0 0,0-3 0 0,-6 2 0 0,1 2 0 0,1-1 0 0,-3 1 0 0,0 2 0 0,0-1 0 0,0 2 0 0,0 0 0 0,0 0 0 16,0 0 0-16,0 12-334 0</inkml:trace>
  <inkml:trace contextRef="#ctx0" brushRef="#br0" timeOffset="132324.04">21333 14951 381 0,'4'-17'0'0,"-2"4"0"0</inkml:trace>
  <inkml:trace contextRef="#ctx0" brushRef="#br0" timeOffset="132486.54">21063 15880 381 0,'11'-28'0'0</inkml:trace>
  <inkml:trace contextRef="#ctx1" brushRef="#br0">26293 18051 0,'0'0'0,"0"0"16,0 0-1,0 0-15,0 0 16</inkml:trace>
  <inkml:trace contextRef="#ctx0" brushRef="#br0" timeOffset="149781.37">19554 15393 2940 0,'-7'-6'-2'0,"-1"3"1"0,4 0-1 0,1-1 1 0,3 2-2 0,0-1 1 0,0-3 1 0,11 5 1 0,9-3 0 0,11-1 0 0,0 0 280 0,5 0-120 0,10 0-60 0,-5 3 363 15,-6-1-463-15,14-3 0 16,-8 4 0-16,3 0 0 0,-3-3 0 0,-7 4 0 15,3-3 0-15,-3 3 0 0,-4-1 0 0,-2 0 0 16,-5 2 0-16,0 0 0 0,-5-2 0 0,-1 2 0 16,-6 0 0-16,-1 0 0 0,-2 0 0 0,-5 0 0 15,-1 0-408-15,0 0 118 16,-2 0 125-16,0 0-675 0,0 0 401 0,-11 0 199 0</inkml:trace>
  <inkml:trace contextRef="#ctx0" brushRef="#br0" timeOffset="150134.84">19871 15482 2989 0,'-21'6'-3'0,"1"0"0"0,3 2 1 0,6-3 0 0,2-4 1 0,6-1 0 0,-2 1 0 0,5-1 1 0,3 0 0 0,13 0 0 0,7 0 279 0,1 0-120 16,7-1-61-16,-1 0-29 0,0-2 248 0,-5 3-284 0,5 0-33 16,-9 3 0-16,0 6 0 15,-6 2 0-15,-6 4 0 0,-3 0 0 0,-4 10 0 16,-2-2 0-16,-8 4 0 0,-9-1 0 0,-4 0 0 0,-3 1 0 15,0-2 0-15,-2-5 0 0,-1-1 0 16,3-4 0-16,6-5 0 0,0-4 0 16,7 0 0-16,-1-2 0 0,7-2 0 15,1-2 0-15,2 0 0 0,2 0 0 0,0 0 0 16,2 0 0-16,11 0 0 0,6 0 0 0,4 0 0 0,3 0 0 16,5 0 0-16,-4-2 0 0,6 2 0 0,-4-1 0 15,-3 1 0-15,6 0 0 0,-11 0 0 16,2 0 0-16,-3 0 0 0,-3 1 0 0,-4 5 0 15,1-2 0-15,-5 1 0 0,-4-2 0 16,2 1 0-16,-4-2-94 0,-1 0-108 0,0-2 71 0,-2 0-756 16,0 0 424-16,0 0 212 15,0-11 105-15</inkml:trace>
  <inkml:trace contextRef="#ctx0" brushRef="#br0" timeOffset="150322.51">20093 14804 3590 0,'-11'-4'0'0,"4"4"0"0,-1 4 0 0,-2 11 0 0,1 2 0 0,0 3 0 0,1 5 0 0,1 3 0 0,1 2 0 0,1 6 0 0,1 5 233 16,-1 1-125-16,2-1-108 0,1-1 0 0,2-4-50 0,0 4-49 16,0 0 68-16,0-5-245 0,0 1 156 15,0-2 79-15,0-8 48 0,0-1-629 0,0-5 205 16,8-5 204-16,3-7-560 0</inkml:trace>
  <inkml:trace contextRef="#ctx0" brushRef="#br0" timeOffset="150549.94">20395 15134 3508 0,'16'-1'0'0,"0"1"0"0,2 0 0 0,-2 4 0 0,3 7 0 0,2 4 0 0,1 4 0 0,-1 4 0 0,0 4 0 0,-5 2 0 0,0 0 200 0,-3 2-81 16,-6 2-15-16,-1 0-104 0,-4 3 0 0,-2-1 0 15,-2-2 0-15,-13 1 0 0,-3-2 0 0,-3-2 0 16,-4-2 0-16,-1-2 0 16,-3-3 0-16,3-6 0 0,0 0 0 0,7-6 0 0,-5-4 0 15,6-3 0-15,2-4 0 0,7 0 0 16,0 0-283-16,6-9-155 0,3-12 205 0,6-5-233 0,16-6 215 16,6-3 106-16,6-5-604 0</inkml:trace>
  <inkml:trace contextRef="#ctx0" brushRef="#br0" timeOffset="150756.51">20826 15137 3464 0,'7'-10'0'0,"-1"4"0"0,-4 1 0 0,-2 1 0 0,0 1 0 0,-2 3 0 0,-11 0 0 0,2 3 0 0,0 8 0 0,-1 3 0 0,-1 6 242 0,1 0-93 0,1 11-73 16,4-1-76-16,-1 3 0 0,4 3 0 0,4 2 0 0,0-1 0 15,0 1 0-15,7-2 0 0,7-3 0 16,2-3 0-16,2-1 0 0,3-3 0 0,-1-6 0 0,3-1 0 15,1-3 0-15,-3-6 0 16,1-2 0-16,1 0 0 0,0-5 0 0,0-3 0 16,-3 0 0-16,2 0 0 0,-1 0-264 0,1 0-262 15,3-2 249-15</inkml:trace>
  <inkml:trace contextRef="#ctx0" brushRef="#br0" timeOffset="153841.47">21455 15369 3084 0,'-6'-4'0'0,"2"0"0"0,3 3 0 0,-1-1 0 0,0 0 0 0,2 0 0 0,0 0 0 0,0 2 0 0,0-1 0 0,7-4 0 0,11 0 106 0,-1-2 309 0,5 3-179 0,4-2-146 16,1 1-90-16,-1 1 0 0,0-2 0 0,-4 2 0 16,1 0 0-16,0 3 0 0,-2-1 0 15,-5 2 0-15,2 0 0 0,-6 0 0 0,-1 0 0 16,3 0 0-16,-5 0 0 0,0 0 0 16,-1 0 0-16,0 0 0 0,-3 0 0 0,1 0 0 15,-3 0 0-15,4 0 0 0,-4 0 0 0,1 0 0 16,1 0-266-16,1 0-236 0,1 0 233 0,3 2 115 15,-1-1-620-15,5 2 367 0</inkml:trace>
  <inkml:trace contextRef="#ctx0" brushRef="#br0" timeOffset="154071.71">22180 15265 3931 0,'0'-1'0'0,"0"1"0"0,0 0 0 0,0 0 0 0,0 0 0 0,5 0 0 0,7 0 0 0,3 0 0 0,4 0 0 0,6 1 0 0,0-1 0 0,5 0 0 0,3 0 0 0,1 0 0 16,-1 0 0-16,-1 0 0 0,2 0 0 0,-4 0 0 15,-3 0 0-15,1 3 0 0,-8-1 0 16,1-1 0-16,-5-1 0 0,0 5 0 16,-7-4 0-16,1 1 0 0,-5 0-594 0,-1 1 95 15,-2 1 230-15,-2 2-261 0,0 1 246 0,-8 3 123 16</inkml:trace>
  <inkml:trace contextRef="#ctx0" brushRef="#br0" timeOffset="154424.23">22284 15420 3072 0,'-19'3'0'0,"8"3"0"0,-1-2 0 0,6-3 0 0,1 2 0 0,5-3 0 16,0 3 0-16,2 0 0 0,14 0 0 0,7 1 0 0,0 0 190 0,0 0-66 0,7 3 100 0,-5 1-93 0,-6 1-47 0,2 0-126 15,-4 2 40-15,-2 0 9 0,-8 3 32 0,-1 1-50 16,-6 2 25-16,0-1 0 0,-7 6 24 0,-11-3-19 16,-5 4-10-16,-2-4 12 15,-3 0-21-15,-2-1 0 0,0-2 0 0,7-2 0 16,-7-2 0-16,10-3 0 0,1-1 0 0,4-2 0 16,5-1 0-16,3-4 0 0,3 2 0 15,2 0 0-15,2-3 0 0,0 3 0 0,9-2 0 16,9 2 0-16,5-3 0 15,4 0 0-15,3 0 0 0,5 0 0 0,2 0 0 0,-2 0 0 16,1 0 0-16,-2 0 0 0,-3 0 0 0,0 0 0 0,-9 0 0 16,0 0 0-16,-1 0 0 0,-3 2 0 0,-6 1 0 15,-1-1 0-15,-1-1 0 16,-3 2 0-16,-1-2 0 0,-2-1 0 0,-3 0-333 0,1 0-90 0,1 0 192 16,-3 0-524-16,0-4 363 0,0-8 177 0</inkml:trace>
  <inkml:trace contextRef="#ctx0" brushRef="#br0" timeOffset="154789.14">22369 14808 2262 0,'-9'-27'0'0,"8"20"0"0,1 5 0 0,0 2 0 0,0 0 0 0,0 0 0 0,0 0 0 0,0 0 0 0,7 0 0 0,-2 3 0 15,4 8 112-15,-6-1 10 0,1 5-33 0,-2 0-10 0,-1 2-42 0,-1-2 71 16,0 3-36-16,-3-6 0 0,-4 1-26 0,-4-1 222 16,6-5-116-16,0 0-58 0,-1-2 66 0,4-1-61 15,0-3-22-15,2 1-9 0,0 0-54 0,2 2-14 16,11-1 0-16,6 0 0 0,-1 2 0 16,3 1 0-16,0 1 0 0,-1 1 0 15,1 1 0-15,-3 2 0 0,-2-1 0 0,-4 3 0 16,-1 0 0-16,-6 0 0 0,-3-1 0 0,-2 1 0 15,0 2 0-15,-2 0 0 0,-9 0 0 0,-6-4 0 16,-3 4 0-16,-1-6 0 16,2-1 0-16,-8 1 0 0,2-3 0 0,0-3 0 0,6-1 0 15,-4 1 0-15,3-3 0 0,1 0 0 0,3 0-61 16,2-8-100-16,7-9-714 0,1-7 420 0,6-7 199 16</inkml:trace>
  <inkml:trace contextRef="#ctx0" brushRef="#br0" timeOffset="154952.04">22445 14744 3396 0,'4'0'0'0,"1"0"0"0,4 0 0 0,0 0 0 0,0 1 0 0,2 2 0 16,4-1 0-16,3 2 0 0,1-1 0 0,2 3 0 0,6-1 272 0,-5 2-118 0,2 4-58 0,-1-3-369 0,2 6 151 0,-3-2 79 0,-1 4 40 0,-2-1-823 15,-3 0 432-15,0 1 223 0,-2 3 100 0</inkml:trace>
  <inkml:trace contextRef="#ctx0" brushRef="#br0" timeOffset="155132.76">22892 15055 3124 0,'-6'6'0'0,"3"1"0"0,1 1 0 0,0-2 0 0,0-1 0 0,2 1 0 0,0 0 0 0,2-1 0 0,5 3 0 16,9-1 0-16,-2 3 257 0,4-1-114 0,-2 2 264 0,3 0-407 0,-2 1 0 0,0 0 0 0,-3 3 0 0,0-2 0 15,-1 0 0-15,-1 0 0 16,-3-4-129-16,0 2 19 0,1-1-732 0,-1 1 378 16,-2-2 236-16,2-3-15 0,3 0-208 0,-1-6 207 15</inkml:trace>
  <inkml:trace contextRef="#ctx0" brushRef="#br0" timeOffset="155522.46">23394 14948 3153 0,'0'-1'0'0,"0"-1"0"0,0 2 0 0,0-2 0 0,0 2 0 0,-2-2 0 0,2 2 0 0,-3 0 0 0,3 0 0 0,-3 0 0 0,-1 10 140 0,0 2 335 0,-3 6-312 0,0 1-163 16,-4 2 0-16,1 4 0 0,-1 2 0 0,-3 1 0 0,1 2 0 0,-2-1 0 16,0 4 0-1,2-1 0-15,-2 1 0 0,0 3 0 0,2 0 0 0,-3 3 0 0,5-1 0 16,-1 1 0-16,0-2 0 15,3-1 0-15,-2 2 0 0,1-2 0 0,1 0 0 16,0-3 0-16,-2 0 0 0,2 0 0 0,0-3 0 16,-3 2 0-16,3-4 0 0,0 0 0 0,-1-2 0 15,1 1 0-15,2-4 0 0,-1-3 0 0,3 1 0 16,-1-5 0-16,2-4 0 0,0 1 0 0,2-4 0 16,1-3 0-16,1-1 0 0,-2-3 0 0,2 1 0 15,0-2 0-15,0-1 0 0,0 0 0 16,0 0 0-16,0 0 0 0,0 0 0 0,0 0 0 0,0 0 0 15,0 0 0-15,0 0 0 16,0 0 0-16,0 0 0 0,-2 0 0 0,0 0 0 16,0 0 0-16,-1 2 0 0,1 0 0 0,-3-2 0 15,0 0 0-15,1 0-56 0,1 0-983 0,-3 0 501 16</inkml:trace>
  <inkml:trace contextRef="#ctx0" brushRef="#br0" timeOffset="157697.84">23750 15402 2143 0,'-7'-1'0'0,"0"0"0"0,1-2 0 0,2 3 0 0,2-2 0 0,-2 0 0 15,4 2 0-15,0 0 0 0,0 0 0 0,2 0 0 0,10 0 107 0,0 0-35 0,4 0 166 0,0 0-105 0,4 0-48 0,0 0-24 16,4 4 301-16,-5 0-163 0,8-3-71 0,-2 4-51 16,2-4 215-16,-3 3-258 0,5-1-34 15,-5-2 0-15,-1-1 0 0,3 0 0 16,2 0 0-16,-2 2 0 0,-5-2 0 0,4 0 0 15,-5 0 0-15,-1 0 0 0,-3 0 0 0,-6 0 0 16,1 0 0-16,-5 0 0 0,-3 0 0 0,2 0 0 16,-4 0 0-16,-1 0 0 0,0 0 0 15,0 0 0-15,0 0 0 0,0 0 0 0,0 0 0 0,0 0 0 16,0 0 0-16,0 0 0 0,0 0 0 0,0 0 0 16,0 0 0-16,3 0 0 0,0 0 0 0,6 0 0 15,0 0 0-15,5 0-606 0,1 0 99 16,2 0 235-16</inkml:trace>
  <inkml:trace contextRef="#ctx0" brushRef="#br0" timeOffset="171126.91">24853 15320 1990 0,'2'-5'0'0,"0"-6"0"0,5 1 0 0,-1-1 0 15,1-2 0-15,1-1 0 0,-1 1 0 0,-2-1 0 0,2-2 0 0,-3 3 0 0,-1-3 72 0,-1 6 45 0,-2-4-44 0,0 2 0 0,0 1 85 16,-2 1-60-16,-7 1-30 0,-3-1 9 0,1 4 24 16,-4 1-32-16,-2-1 0 0,-3 4-32 0,3 0 79 15,-6 2-30-15,-2 0-9 16,5 0-40-16,-4 4 131 0,5 6-65 0,-4 2-23 15,5 2 35-15,-1-2-39 0,4 6-5 0,3-1-71 16,2-1 0-16,6 4 0 0,2 0 0 0,2 0 0 16,0 6 0-16,2-7 0 0,10 5 0 0,4 0 0 15,2-4 0-15,3 3 0 0,2-2 0 0,-1-1 0 16,2 0 0-16,1 1 0 0,0 0 0 16,-5-2 0-16,1 2 0 0,-4-1 0 15,-3 3 0-15,-4-5 0 0,-1 5 0 0,-3-2 0 16,-4 1 0-16,-2 5 0 0,0-9 0 0,-2 3 0 15,-12 3 0-15,-2-5 0 0,-3 2 0 0,-1-5 0 16,-3 0 0-16,2-3 0 0,-7-2 0 0,6-3 0 16,1-4 0-16,0-4 0 0,1 0 0 0,1 0 0 15,3-8 0-15,2-9 0 0,5-1 0 0,0-6 0 16,6 3 0-16,3-2 0 0,0-5 0 0,6-1 0 16,11 1 0-16,5-5 0 0,3 2 0 0,0 1 0 15,12-7 0-15,-3 1 0 16,1 3 0-16,1 1 0 0,-4-1 0 0,-8 5 0 15,1 0 0-15,-5 4 0 0,-3-1 0 0,-4 2 0 16,-5 3 0-16,0 0 0 16,-8-1 0-16,3-1 0 0,-3-1 0 0,0 3 0 0,-5 2 0 0,-7 1 0 15,-1 0 0-15,-4 4 0 16,0 4 0-16,-5 2 0 0,1 3 0 0,-1 2 0 0,-6 2 0 0,3 0 0 16,6 0 0-16,-1 2 0 15,0 5 0-15,2 3 0 0,6 1 0 0,0-2 0 0,3 2 0 0,4 3 0 16,3-1 0-16,2-3 0 15,0 6 0-15,2-3 0 0,7-2-72 0,8-1-841 16,8 0 443-16,-4-5 206 0,9 1 119 0,-3-3 54 16,5-3 26-16</inkml:trace>
  <inkml:trace contextRef="#ctx0" brushRef="#br0" timeOffset="171533.83">25264 15054 3172 0,'2'0'0'0,"-1"0"0"0,2-2 0 0,-1-2 0 0,0 0 0 0,2 0 0 0,3 0 0 0,4-3 0 0,6 4 0 0,6-3 0 0,-1 1 318 0,4-2-141 16,4 1-69-16,-2 4 48 0,-1-3-156 0,7 3 0 15,-6 1 0-15,-2-2 0 0,-3 3 0 0,1 0 0 16,-3 0 0-16,-2 0 0 0,-3 0 0 0,-2 6 0 16,-5-1 0-16,-2 2 0 0,1-2 0 15,-4 3 0-15,-2 3 0 0,-2 1 0 16,0 3 0-16,-5 3 0 0,-7-1 0 0,-5 8 0 15,-5-1 0-15,1 2 0 0,-8 6 0 0,1 0 0 16,3-2 0-16,-8 6 0 0,3 0 0 0,4-5 0 16,3-4 0-16,2 1 0 0,9-5 0 0,-4-1 0 15,7-4 0-15,2 0 0 0,2-3 0 0,5-4 0 16,0 0 0-16,0-1 0 0,0-1 0 0,7-2 0 16,3 1 0-16,3-1 0 0,4-2 0 0,3 0 0 15,0 0 0-15,4 1 0 16,-3-4 0-16,2 0 0 0,-3 1 0 0,1-1 0 15,-2 1 0-15,0-2 0 0,-4 2 0 0,-2 0 0 16,-3-2 0-16,1 4 0 0,-2-1 0 0,-2-1 0 16,-1-1 0-16,-2 3 0 0,0-1 0 0,-2-2-89 15,-2-2-338-15,3 2 195 0,-3-2-794 0,0 0 485 16,0-4 256-16,0-16-258 0</inkml:trace>
  <inkml:trace contextRef="#ctx0" brushRef="#br0" timeOffset="171737.51">25317 15328 3451 0,'-25'-13'0'0,"7"3"0"0,-1 5 0 0,8-1 0 0,-1-2 0 0,6 5 0 0,3 1 0 0,3-2 0 0,0 3 0 16,14 1 0-16,11 0 155 0,5 0 170 0,11 0-325 0,-1 5 0 0,5 2 0 0,-3 0 0 15,8 5 0-15,-8-3 0 0,-7 1 0 0,3 1 0 16,-3-2 0-16,-8 1 0 0,3-1 0 0,-9 1 0 15,-4-3 0-15,1 0 0 0,-5-1-4 0,-3 0-190 16,-3 1 98-16,-3 1-1079 0,-3-4 569 0</inkml:trace>
  <inkml:trace contextRef="#ctx0" brushRef="#br0" timeOffset="177242.86">26599 14918 3490 0,'-13'0'0'0,"3"0"0"0,6 3 0 0,-2 8 0 0,0 2 0 0,0 2 0 0,3 6 0 0,-2 5 0 0,2 3 0 0,2 1 0 0,-2 12 275 0,2-1-109 0,1-1-166 16,0 9 0-16,0-3 0 0,0 0 0 16,0 1 0-16,0-2 0 0,0-8 0 0,0 5 0 15,0-5 0-15,0-1 0 0,0-5 0 0,0-4 0 16,0-4 0-16,0-3 0 0,0-5 0 0,0-5 0 15,0-4-92-15,0-1-644 0,0-3 338 0,0-2 185 16,0 0 87-16,0-13-484 0,7-8 285 0,4-3 144 16</inkml:trace>
  <inkml:trace contextRef="#ctx0" brushRef="#br0" timeOffset="177601.58">26322 15294 2308 0,'-17'-6'0'0,"2"2"0"0,1 3 0 0,3-1 0 0,-2 0 0 16,4 0 0-16,2 2 0 0,2 0 0 0,2 0 0 0,3 0 0 0,0 0 738 0,2 2-349 0,11 5-176 0,8 2-87 0,-2 0 31 16,10 0-157-16,1-2 0 15,0 1 0-15,4 0 0 0,-2-3 0 0,4-1 0 16,-4 0 0-16,1-1 0 0,0 1 0 0,-3-4 0 16,-3 2 0-16,-5-2 0 0,2 0 0 0,-5 0 0 15,-2 0 0-15,-1 0 0 0,-5 0 0 0,-3 0 0 16,4 0 0-16,-5 0 0 0,-1 0-343 0,2 0-165 15,-1-2 235-15,1-2-296 0,4-2 270 0,1-1 131 16</inkml:trace>
  <inkml:trace contextRef="#ctx0" brushRef="#br0" timeOffset="177941.54">27124 15063 3283 0,'0'-5'0'0,"0"2"0"0,0 2 0 16,0-1 0-16,0 0 0 0,0 0 0 0,0 2 0 0,0 0 0 0,0 0 0 0,-2 7 0 0,-4 9 226 0,-2 2 196 16,-3 5-422-16,-2 3 0 0,-4 2 0 0,-2 3 0 0,-5 4 0 0,0-3 0 0,-2-1 0 15,5-2 0-15,-6 1 0 16,3-3 0-16,4-3 0 0,2-7 0 0,3-2 0 16,8-6 0-16,-1-1 0 0,4-4 0 0,3-3 0 15,1 1 0-15,0 0 0 0,0-2 0 0,15 0 0 16,5 0 0-16,5 0 0 0,3 0 0 0,2 0 0 15,4 0 0-15,1 0 0 0,3 0 0 0,-2 0 0 16,1 0 0-16,0 0 0 0,-2 0 0 0,2 0 0 16,-7 0 0-16,-2 0 0 0,-5 0 0 0,-3 0 0 15,-1 2 0-15,-3-1 0 0,-7 1 0 0,-1 2 0 16,-2-3 0-16,-3 0 0 16,-1-1 0-16,0 0 0 0,0 0 0 0,-2 0-272 15,0 0-30-15,0 0 132 0,-2-11 56 0,-5-9-790 16</inkml:trace>
  <inkml:trace contextRef="#ctx0" brushRef="#br0" timeOffset="178155.04">27259 15118 3071 0,'-12'-2'0'0,"7"-1"0"0,-3 3 0 0,3 0 0 0,-2 0 0 0,1 5 0 0,2 4 0 0,0 6 0 0,0 6 0 15,2 6 0-15,-1 3 860 0,3 6-860 0,-2 8 0 0,-1 1 0 0,2 3 0 0,-2 2 0 16,-1-2 0-16,0 0 0 0,1 2 0 0,0-5 0 15,1-7 0-15,2 1 0 0,-2-1 0 0,2-6 0 16,0 2 0-16,0-7 0 0,0-4 0 0,0-5 0 16,0-2 0-16,0-8 0 0,0 1 0 0,0-6-75 15,2-3-416-15,10 0 232 0,1-13 110 0,5-11-748 16,6-12 430-16</inkml:trace>
  <inkml:trace contextRef="#ctx0" brushRef="#br0" timeOffset="178355.69">27529 15279 3931 0,'6'-9'0'0,"3"1"0"0,2 0 0 0,-1-1 0 0,-1 3 0 0,4 1 0 0,6 1 0 0,2 3 0 0,2-2 0 0,5 3 0 0,-2 0 0 16,2 0 0-16,0 0 0 0,2 6 0 0,-3 0 0 16,3-1 0-16,0 1 0 0,-2 0 0 0,-8 0 0 15,2-2 0-15,-2 2 0 0,-4 0 0 0,-2-2 0 16,-7 1 0-16,2-1 0 0,-7 1-26 0,1 1-492 15,-3 0 245-15,0 0 113 16,0 2-411-16,-7 1 266 0,-11-2 133 0</inkml:trace>
  <inkml:trace contextRef="#ctx0" brushRef="#br0" timeOffset="178543.21">27749 15494 3931 0,'-5'8'0'0,"-1"-3"0"0,3-3 0 0,0-2 0 0,3 3 0 0,0-3 0 0,0 1 0 0,3-1 0 0,11 0 0 0,2 0 0 0,5 0 0 16,0 0 0-16,6 0 0 0,-7 0 0 0,3 0 0 16,-1-1 0-16,-1-2 0 0,1 3 0 0,-1 0 0 15,-2 0-203-15,1 0 27 0,0 0 108 0,1 0 52 16,3 0-994-16,3 0 459 0,2-2 247 0,1-11-458 16,0 0 362-16</inkml:trace>
  <inkml:trace contextRef="#ctx0" brushRef="#br0" timeOffset="178925.93">28381 15352 2776 0,'0'-7'0'0,"0"1"0"0,0 3 0 0,0-3 0 0,0 0 0 0,-4 3 0 0,1 2 0 15,3 0 0-15,-2 1 0 0,2 0 0 0,0 0 692 0,0 1-332 0,-2 13-257 0,2 3-103 0,0 1 0 0,0 6 0 16,0-1 0-16,2 5 0 16,3-6 0-16,8 3 0 0,-1-4 0 0,4-2 0 15,0-4 0-15,5 2 0 0,0-5 0 0,1-3 0 16,-2-3 0-16,8-2 0 0,-8-4 0 0,2 0 0 15,1 0 0-15,2-4 0 0,-6-9 0 0,3-1 0 16,-8-1 0-16,7-6 0 0,-5-2 0 0,-4 1 0 16,1-4 0-16,-3-3 0 15,-2 2 0-15,-6-7 0 0,3 5 0 0,-2-1 0 0,-3 2 0 16,0 3 0-16,-3 3 0 0,-8 2 0 16,0 1 0-16,-7 3 0 0,1 5 0 0,-3 4 0 15,-3 2 0-15,-3 2 0 0,-1 3 0 0,0 0 0 16,-3 4 0-16,0 7 0 0,2 2 0 0,0 5 0 15,3-2 0-15,3 3 0 0,5 3 0 0,1-3 0 16,6 0 0-16,-1 8 0 0,4-5 0 0,3 2 0 16,4 3 0-16,0-1 0 0,0-1 0 0,0 6 0 15,0-3 0-15,4 1 0 0,5 0 0 0,-2 0 0 16,-2-5-31-16,4 10-144 16,0-2-653-16,3-6 395 15</inkml:trace>
  <inkml:trace contextRef="#ctx0" brushRef="#br0" timeOffset="186420.33">21271 16440 2252 0,'-3'-8'0'15,"1"0"0"-15,2 1 0 0,0-1 0 0,0 0 0 0,7 1 0 0,4 0 0 0,5 1 0 0,2 2 0 0,3 2 0 0,0 0 160 0,2 2-52 0,4 0 206 0,-3 6-138 0,3 6-70 16,-2 1-33-16,-4 2 210 0,0-1-113 0,4 5-70 15,-4-2-31-15,-3 2 51 16,-1 0-120-16,0-1 0 0,-5 1 0 0,0 0 0 16,-2 2 0-16,0 0 0 0,-3-1 0 15,-3 3 0-15,-3-2 0 0,1 0 0 16,-2-4 0-16,0 5 0 0,-2-2 0 0,-9 3 0 0,-2-7 0 16,-7 6 0-16,-1-4 0 0,-4 1 0 0,-1 1 0 15,-3-4 0-15,1-1 0 0,-2 0 0 16,3-2 0-16,-1-4 0 0,1 0 0 0,6-3 0 0,0-1 0 15,5-2 0-15,0-2 0 0,7-1 0 0,2 0 0 16,1 0 0-16,3 0 0 0,3-1 0 0,0-7 0 16,0-1 0-16,7-2-166 0,4-2-28 0,4 0-269 15,0-1 217-15,2 3 104 0,0 0 52 16,0 1-559-16,1 0 305 0,1 2 143 0,1-2-338 16,1-1 251-16</inkml:trace>
  <inkml:trace contextRef="#ctx0" brushRef="#br0" timeOffset="186691.13">21829 16452 1962 0,'7'-19'0'0,"-3"8"0"0,0-4 0 0,-3 1 0 0,-1 2 0 0,0 3 0 0,0 1 0 0,-1 2 0 0,-7 3 0 0,-1 0 0 0,-3 3 425 0,1 0-194 0,-3 0-96 0,-2 10 99 15,2 5-89-15,-4 9-58 0,4-1 302 0,0 4-176 16,1 2-103-16,3 2-110 0,5 2 0 15,0 2 0-15,5-2 0 0,0 0 0 0,0 1 0 16,0-7 0-16,5-2 0 0,9 2 0 0,-2-4 0 16,4-2 0-16,0-3 0 0,3 0 0 0,0-5 0 15,3 3 0-15,-1-6 0 0,-2 0 0 16,3-1 0-16,1-1 0 0,-3-4 0 16,3-4 0-16,2 0-32 0,-1 0-66 0,-2 0-674 15,5-9 366-15,-5-2 175 0,7-4 101 0,-3-1-676 0</inkml:trace>
  <inkml:trace contextRef="#ctx0" brushRef="#br0" timeOffset="186864.6">22148 16651 2961 0,'-7'0'0'0,"1"0"0"0,3 0 0 0,-2 0 0 0,3 0 0 0,2 0 0 0,0 0 0 0,2 0 0 0,10 0 0 0,4 0 0 0,3 0 119 0,2 0 427 0,-2 0-259 0,3 0-269 16,-1 3-18-16,1-3 0 0,-1 2 0 0,2-1 0 15,0 1-324-15,-3 0 84 0,1 0 140 0,0-2 68 0,-1 0-705 16,3 0 318-16,-2 0 93 0,2 0-162 0</inkml:trace>
  <inkml:trace contextRef="#ctx0" brushRef="#br0" timeOffset="187200.51">22778 16379 2743 0,'0'-2'0'0,"2"2"0"0,-1 0 0 0,-1 0 0 0,0 0 0 0,0 6 0 0,0 4 0 0,-1 3 0 0,-6 3 0 0,-2 0 0 0,2 2 192 0,-4 1-77 0,1 0 275 16,-1 0-176-16,0-4-87 0,1 0 23 0,1-3-150 15,3-4 0-15,3-1 0 16,-2-2 0-16,3-4 0 0,2 2 0 0,0-2 0 0,0-1 0 0,5 3 0 16,8-3 0-16,1 1 0 0,5 1 0 0,2 2 0 15,4 0 0-15,-1 1 0 0,0 2 0 0,-5 2 0 16,1 0 0-16,1 3 0 0,-3 2 0 0,-4 1 0 15,0 1 0-15,-5 4 0 16,-3-1 0-16,-3-1 0 0,-1 5 0 0,-2-4 0 16,0 7 0-16,-11-6 0 0,-3 1 0 0,-6 1 0 15,1 2 0-15,-4-6 0 0,2 1 0 0,-2-5 0 16,2 0 0-16,-7-2 0 0,6 1 0 0,-3-4 0 16,4-3 0-16,0-3 0 0,1-3 0 0,3 0 0 15,4-2-130-15,1-17-55 0,9-12 60 16,3-10-436-16,1-15 251 0</inkml:trace>
  <inkml:trace contextRef="#ctx0" brushRef="#br0" timeOffset="187342.27">22849 16462 3624 0,'5'-2'0'0,"3"1"0"0,0-2 0 0,-3 3 0 0,3 0 0 0,2 0 0 0,4 0 0 0,1 0 0 0,4 6 0 0,2 1 0 0,3 1 138 15,-5-1-51-15,5 3-550 0,-2 1 250 0,-1 1 135 16,4-1 53-16,-2 2-842 0,-3-5 437 0,2-2 218 15,-3 0 108-15</inkml:trace>
  <inkml:trace contextRef="#ctx0" brushRef="#br0" timeOffset="187509.72">23281 16541 3270 0,'0'-4'0'0,"0"1"0"0,0 1 0 0,0 0 0 0,0 0 0 0,0-1 0 0,0 3 0 0,0 0 0 0,2 0 0 0,7 0 0 0,-1 5 208 15,3 5 177-15,-2 0-317 0,1 3-68 0,1 3 0 16,-2-1 0-16,3 1 0 0,-1-1 0 15,-2-2-378-15,5 0 99 16,-2 1 167-16,2-5 71 16,-1-2-728-16,0-1 388 0,2-2-338 0,0-4 340 0,0 0-298 15,0 0 572-15,2-12 43 0,-2-10 33 0</inkml:trace>
  <inkml:trace contextRef="#ctx0" brushRef="#br0" timeOffset="187723.39">23628 16423 2123 0,'7'-32'0'0,"0"11"0"0,-2 0 0 0,1 4 0 0,-3 8 0 0,-1-1 0 0,0 4 0 0,0 5 0 0,0-1 0 0,-2 2 0 0,0 0 761 0,0 13-361 0,0 8-181 0,-4 8-81 0,-9 6 152 0,-2 3-290 16,-2 6 0-16,-2 4 0 16,-1 3 0-16,-1 2 0 15,-2 1 0-15,2 0 0 0,1-3 0 16,-1-1 0-16,2-2 0 0,3-7 0 0,-3 5 0 16,4-2 0-16,1-5 0 0,5-5 0 0,0 0 0 15,2-9 0-15,1 0 0 0,2-5 0 0,4-9 0 0,-2-1 0 16,2-2 0-16,0-6 0 0,0-2-598 0,3 0 126 15,13-8 217-15,-1-10-634 16,6-11 416-16</inkml:trace>
  <inkml:trace contextRef="#ctx0" brushRef="#br0" timeOffset="187904.37">23681 16712 3873 0,'5'-6'0'0,"3"4"0"0,2-1 0 0,-1-1 0 0,0 0 0 0,3 1 0 0,0 0 0 0,4 2 0 0,2-1 0 0,5 2 0 0,2 0 58 0,-2 0-58 0,4 0 0 15,-4 0 0-15,7 3 0 0,-4 1 0 0,-1 0 0 16,-6 2 0-16,3-3 0 16,-3 3 0-16,-3 0 0 0,0-2 0 0,-4-1 0 15,-2 1-981-15,0-2 475 0,0-2 152 0,1 0 163 16,3 0-533-16,-1-9 344 0</inkml:trace>
  <inkml:trace contextRef="#ctx0" brushRef="#br0" timeOffset="188098.45">24295 16445 3577 0,'4'-4'0'0,"-1"3"0"0,1-1 0 0,0 2 0 0,-3 0 0 0,1 3 0 0,1 10 0 0,-3 5 0 0,0 4 0 0,0 9 0 0,0 2 157 0,0 3 40 15,-6 5-197-15,0-4 0 0,-1-2 0 0,0 5 0 16,0-1 0-16,0-2 0 0,2 1 0 0,-3-1 0 16,5-3 0-16,-1-3 0 0,2 0 0 0,-1-5-64 15,3-10-55-15,0-1-786 0,3-6 377 0,8-6 250 16,5-3 120-16,5-5-444 0,2-17 282 0,4-12 141 15,-6-6 61-15,8-20-231 16</inkml:trace>
  <inkml:trace contextRef="#ctx0" brushRef="#br0" timeOffset="188401.61">24846 16236 3446 0,'5'-9'0'0,"-1"8"0"0,-4 1 0 16,0 0 0-16,-9 15 0 0,-11 5 0 0,-8 10 0 0,0 6 0 0,-4 9 0 0,-2 13 0 0,6-1 175 0,1 5 135 0,4-1-310 15,6 1 0-15,6-11 0 0,5 1 0 0,6-4 0 16,0-10 0-16,2-3 0 0,9-3 0 0,8-8 0 16,1-6 0-16,5-5 0 0,1-8 0 0,4-5 0 15,0 0 0-15,0-3 0 0,-1-14 0 0,-3-2 0 16,-4-4 0-16,-3-1 0 0,-4-3 0 0,-3-1 0 16,-5 0 0-16,-5 0 0 0,-2 2 0 0,0 7 0 15,-2-2 0-15,-11 3 0 0,-8 6 0 0,-4 4 0 16,-4 5 0-16,0 3 0 0,-3 0 0 15,8 0 0-15,-8 11 0 0,12-2 0 16,-1 7 0-16,3-1 0 0,6 2 0 0,1 1 0 16,4 0 0-16,5 1 0 0,2 0 0 0,0-4-876 15,2 1 353-15,14-6 233 0,7-5 131 0,0-5-696 16,12-10 409-16</inkml:trace>
  <inkml:trace contextRef="#ctx0" brushRef="#br0" timeOffset="188694.84">25099 16467 3417 0,'17'-18'0'0,"5"5"0"0,-1 0 0 0,2 2 0 0,-3 0 0 0,4 3 0 0,7 1 0 0,0 2 0 0,10 1 0 0,0 2 0 0,-1 2 322 15,-5 0-142-15,3 0-168 0,-1 6-12 0,-5 7 0 16,-6 2 0-16,-6 4 0 0,-6 0 0 0,-8 8 0 16,-6-2 0-16,0 4 0 0,-16 4 0 0,-10 1 0 15,-8 1 0-15,-4 2 0 0,-1-3 0 0,2-4 0 16,9-4 0-16,-1 0 0 0,10-5 0 0,0 1 0 15,8-3 0-15,6-3 0 16,3-4 0-16,2 2 0 0,0-3 0 0,13-1 0 16,4-1 0-16,9-2 0 0,-1-3 0 0,1-2 0 15,5-2 0-15,2 0 0 0,-3 0 0 0,-2 0 0 16,-4 0 0-16,-4 0 0 0,-1 0 0 0,-5-2 0 16,-3 0 0-16,-6 0 0 0,-2 1 0 0,-3-3-964 15,0-2 420-15,-22 1 257 0,-3-10 125 0</inkml:trace>
  <inkml:trace contextRef="#ctx0" brushRef="#br0" timeOffset="188850.56">25136 16729 3931 0,'-9'-2'0'0,"6"0"0"0,3-1 0 0,0-5 0 0,5 0 0 0,18 1 0 0,3 1 0 15,8 0 0-15,4 5 0 0,4-1 0 0,4 2 0 0,0 0 0 0,-4 0 0 0,10 0 0 0,-7 2 0 0,-3 3 0 16,3 3 0-16,-2 0-509 15,-7 1 88-15,3 0 225 0,3 1 117 0,-1-7-513 16</inkml:trace>
  <inkml:trace contextRef="#ctx0" brushRef="#br0" timeOffset="189168.26">25865 16755 3192 0,'-3'-28'0'0,"3"15"0"0,0 11 0 0,18-4 0 0,7-3 0 0,5-2 0 0,5 1 0 0,6 3 0 0,6-3 0 0,10 1 0 0,1 3 102 16,-1 3 333-16,-4 0-233 0,-1 1-202 0,-8 2 0 16,-5 0 0-16,-4 0 0 0,-7 0 0 0,-7 6-156 15,-2 0-40-15,-6 0 117 0,-5 1 58 0,-5-1-768 16,-2 1 398-16,-1 0 79 0,-4 2-460 0,-10-6 368 16,-1-3 183-16</inkml:trace>
  <inkml:trace contextRef="#ctx0" brushRef="#br0" timeOffset="189330.29">26329 16422 3275 0,'-7'-13'0'0,"2"8"0"0,0 3 0 0,3 1 0 0,-2 1 0 0,1 0 0 0,-1 5 0 0,1 15 0 0,1 5 0 0,0 4 0 0,-2 11 142 0,-1-6 200 0,2 13-170 16,1-4-172-16,0-1 0 0,2-1-76 0,0 0-43 0,0-5 87 15,0 3-647-15,0-1 358 0,2-4 179 16,6-5 90-16,5-3-773 0,1-6 339 0</inkml:trace>
  <inkml:trace contextRef="#ctx0" brushRef="#br0" timeOffset="189820.25">26983 16502 2935 0,'21'-42'0'0,"-9"10"0"0,-2 6 0 0,-2-1 0 0,-6 1 0 0,-2 6 0 0,0 1 0 0,-6 6 0 0,-6 3 0 0,-2 3 0 0,-2 5 206 15,-2 0 227-15,-3 2-198 0,2 0-113 0,2 10-122 16,2 5 0-16,0 7 0 0,8 1 0 0,1 3 0 16,6 3 0-16,0 2 0 0,0 0 0 0,6 4 0 15,9-3 0-15,2-1 0 0,1 2 0 0,5-3 0 16,2-3 0-16,-3 1 0 0,2-5 0 16,-3 2 0-16,0-3 0 0,-5 2 0 0,-4-4 0 15,-3 0 0-15,-1-1 0 0,-7-3 0 0,-1 3 0 16,0-3 0-16,-5-1 0 0,-14 2 0 0,-1-2 0 15,-7-4 0-15,-1 0 0 0,-2-4 0 0,5-1 0 16,-5-3 0-16,8-3 0 0,-2 0 0 16,0 0 0-16,6-9 0 0,1-7 0 0,4-4 0 0,7-4 0 15,5 2 0-15,1-4 0 16,0-1 0-16,9 1 0 16,12-2 0-16,7-4 0 0,2 4 0 0,4-1 0 0,1-2 0 0,-1 5 0 15,6-8 0-15,-4 4 0 0,-5 0 0 16,-8 4 0-16,-1-1 0 0,-7 4 0 0,0-3 0 0,-7 5 0 15,-6 1 0-15,0 0 0 0,-2 2 0 0,-5 3 0 16,-15-2 0-16,-1 6 0 0,-1 2 0 0,-2 3 0 16,-2 2 0-16,1 3 0 0,-7 1 0 15,6 0 0-15,4 1 0 0,4 7 0 0,3 3 0 0,4 3 0 16,6 0 0-16,1 3 0 16,4 2 0-16,0 4-48 0,6-3-124 0,11 3 75 15,5 0-813-15,2-3 437 0,3 0 217 0,6 0 110 16</inkml:trace>
  <inkml:trace contextRef="#ctx0" brushRef="#br0" timeOffset="189993.03">27419 16522 3931 0,'9'-9'0'0,"-1"3"0"0,3-3 0 0,-1-1 0 0,-1 1 0 0,3-1 0 0,6 1 0 0,2 1 0 0,6 1 0 0,1 3 0 0,3 1 0 0,2-2 0 0,1 4 0 16,0-1 0-16,2 2 0 0,1 0 0 0,-2 0 0 15,-2 0 0-15,-4 3 0 0,-6 4-87 0,-1 2-295 16,-4 1 209-16,-4 3 106 0,-9 3-687 0,-4 1 365 16</inkml:trace>
  <inkml:trace contextRef="#ctx0" brushRef="#br0" timeOffset="190134.2">27618 16744 2595 0,'-9'3'0'0,"6"7"0"0,3-2 0 0,0-5 0 0,9-1 0 0,8 0 0 0,8-2 0 0,-2 0 0 0,1 0 0 0,7 3 0 0,-1-1 266 0,5 1-114 0,-1 0-58 0,-3 1-28 16,3 0-618-16,-3 2 289 15,-1 1 151-15,-7 1-847 0</inkml:trace>
  <inkml:trace contextRef="#ctx0" brushRef="#br0" timeOffset="190462.93">28358 16622 2926 0,'-11'-17'0'0,"4"13"0"0,2 4 0 0,0 0 0 0,3 0 0 0,-4 0 0 0,-1 8 0 0,6 3 0 0,1 5 0 0,0 5 0 0,0 3 195 0,0 2-70 16,7 2 358-16,2-2-281 0,6 0-202 0,5-3 0 16,1-3 0-16,1-5 0 0,5-2 0 0,6-3 0 15,4-6 0-15,-2-4 0 0,6 0 0 0,-7-3 0 16,1-9 0-16,-1-5 0 0,-4-3 0 0,-6 1 0 15,-2-5 0-15,-9 4 0 0,2-10-189 0,-8 4 7 16,-5-6 74-16,-1-2 19 0,-1 0 26 0,-3-2-9 16,-14-4 36-16,-5 8 41 0,-8 2 0 15,-5 7-42-15,-6 5 238 0,-6 3-124 16,-13 6-51-16,0 8-1 0,-1 1 137 0,11 0-57 16,0 1-53-16,10 10 12 0,3 3-10 0,2 3-54 15,10 3 0-15,5 3 0 0,4 5 0 0,5 1 0 16,3 1 0-16,5 6-445 0,3 8 79 15,0-1 158-15</inkml:trace>
  <inkml:trace contextRef="#ctx0" brushRef="#br0" timeOffset="190624.91">28941 16888 2007 0,'5'-50'0'0,"2"40"0"0,10 8 0 0,-2-4 0 0,-13 1 0 0,-2 0 0 0,-2 1 0 0,-15 4 0 0,-3 0 0 0,2 9 0 0</inkml:trace>
  <inkml:trace contextRef="#ctx1" brushRef="#br1" timeOffset="50475.44">24846 7838 0,'0'0'15,"0"0"1,0 0-16</inkml:trace>
  <inkml:trace contextRef="#ctx0" brushRef="#br1" timeOffset="200468.52">14596 903 2622 0,'0'-6'0'0,"0"5"0"0,0-1 0 0,0 2 0 0,0 0 0 0,0 0 0 0,0 0 0 0,0 0 0 0,0 0 0 0,2 0 0 0,5 2 162 0,5 4-62 0,-3-2 130 16,0 2-87-16,5-3-57 0,-3 2-24 0,0-1 2 16,1-1-26-16,-3 0 0 0,2 0 9 0,-1 1-148 15,-3 0 70-15,-1-3 34 0,-1 3-356 0,-1 0 196 16,-1-1 107-16,-2 3-673 0,1 2 306 0,-2-1 190 15,0 4 95-15</inkml:trace>
  <inkml:trace contextRef="#ctx0" brushRef="#br1" timeOffset="200621.92">14625 1081 2822 0,'0'4'0'0,"0"2"0"0,-2-1 0 0,0 2 0 0,0-4 0 0,2 1 0 0,0 0 0 0,0-1 0 0,0 1 0 0,2-1 0 0,7 3 146 15,0-6-55-15,3 4-26 0,-1 1-171 0,0 0 81 0,1 0 27 16,-1 3 0-16,-2 1-571 0,1 2 303 0,-3 1 153 16,0 0-712-16</inkml:trace>
  <inkml:trace contextRef="#ctx0" brushRef="#br1" timeOffset="200777.34">14685 1358 2588 0,'-8'9'0'0,"0"-2"0"0,1 3 0 0,3-5 0 0,-1-2 0 0,3 2 0 0,2-5 0 0,0 0 0 0,0 0 0 0,2 0 0 0,11 0 246 0,2 0 56 0,1-8-136 0,4-3-64 16,2-2-33-16,-2-1-98 0,0-2 34 16,-4 1 9-16,3 1 24 0,-3-4-514 15,0 3 257-15,1-1 128 0,-2 0 65 16,0-1-832-16,2-3 424 0</inkml:trace>
  <inkml:trace contextRef="#ctx0" brushRef="#br1" timeOffset="200956.37">14904 902 2884 0,'-5'0'0'0,"-1"0"0"0,5 0 0 0,-2 1 0 0,3-1 0 0,3 0 0 0,11 0 0 0,7 0 0 0,3 0 0 0,0-1 0 0,-1-2 475 16,7 1-223-16,-1-1-107 0,-3 1-76 16,-1 0-1-16,-5 0-410 0,2 2 200 0,-1 0 85 15,-4 0 47-15,0 0-593 0,-4 0 318 0,-1 0 160 16,-3 0 87-16,-2 0-732 0,-1 0 366 15,-3 0 183-15</inkml:trace>
  <inkml:trace contextRef="#ctx0" brushRef="#br1" timeOffset="201444.57">15141 688 2042 0,'-8'-3'0'0,"1"2"0"0,3 1 0 0,0 0 0 0,3 0 0 0,1 1 0 0,0 9 0 0,0 0 0 0,0 2 0 0,0 3 0 0,0 2 145 16,1 8-53-16,-1-3-28 0,0 4 1 0,0 1-48 15,-3 2 30-15,-9 2-9 0,-3-3-1 0,0 0-7 16,-1-3 8-16,-4 1-1 0,4-5 109 0,-5 1-60 16,6-7-23-16,0 1 165 15,0-3-95-15,7-6-48 0,1 0-14 0,1-3 142 16,5-1-88-16,-1-1-43 0,2-2-35 0,0 4-47 16,7-4 0-16,6 0 0 0,6 0 0 0,0 0 0 15,1 0 0-15,3-4 0 0,-2 1 0 0,-1 0-14 16,-1-3 11-16,-2 0-269 0,-2 1 127 0,-6 1 78 15,1 1 0-15,-3-1-199 0,-3 3 97 0,0 1 65 16,-3 0 34-16,1 0-11 0,-2 0-9 0,0 5 52 16,-3 7 1-16,-6 1 135 0,-2 1-67 0,-5 6-35 15,3-4 297-15,-4 5-159 16,1 0-62-16,-2 0 326 0,7-4-170 0,-2 2-104 16,4-4-75-16,0 0-49 0,0-3 0 0,6-2 0 15,-1-1 0-15,4-3 0 0,0-1 0 0,0 1 0 16,0-1 0-16,0-1 0 0,7-3 0 0,3 0 0 15,3 2 0-15,3-3 0 0,-2 0 0 0,4 0 0 16,0 0 0-16,-1 0 0 0,-1-3 0 0,2 1 0 16,-4-3 0-16,2 1 0 0,-7 0 0 0,2 2 0 15,-3 1 0-15,-1-2 0 16,-3 2 0-16,-2 1 0 0,0 0-126 0,-1-2-1 16,-1 2-323-16,0 0 206 0,0 0 103 0,0 0-460 15,0 0 281-15,0 0 132 0,0-2 80 0,0-11-551 16</inkml:trace>
  <inkml:trace contextRef="#ctx0" brushRef="#br1" timeOffset="201642.61">15308 1084 3237 0,'2'-3'0'0,"0"3"0"0,-2 0 0 0,0 0 0 0,1-1 0 0,3 1 0 0,4-2 0 0,3 0 0 0,2-4 0 0,3 2 0 0,3-2 311 0,-1 1-127 0,1-1 15 0,1 1-199 16,-1 0 0-16,0 1 0 0,-2 0 0 0,0 3 0 15,-2-5 0-15,-3 6 0 0,-2-2 0 0,0 2 0 16,0 0 0-16,-5 0-403 0,1 0 174 0,-3 0 71 16,-1 0 87-16,0 0-735 0,0 0 385 0,1 0 182 15,-1 0-496-15</inkml:trace>
  <inkml:trace contextRef="#ctx0" brushRef="#br1" timeOffset="201945.98">15481 1265 2977 0,'-14'5'0'0,"5"-1"0"0,0 0 0 0,1 0 0 0,3-1 0 0,3-3 0 0,0 0 0 0,2 0 0 0,0 0 0 0,2 0 0 0,7 0 375 0,8 0-174 0,1 0 177 0,2 0-378 16,-1 0 0-16,2 0 0 15,-1-3 0-15,-1 2 0 0,-1-2 0 0,1 2 0 16,-1-2 0-16,-4 3 0 0,-1 0 0 0,1 0 0 16,-5 0-153-16,1 0 57 0,-1 0 25 0,-4 0-785 15,1 0 400-15,-3 0 215 0,-1 0-488 0,0 0 347 16</inkml:trace>
  <inkml:trace contextRef="#ctx0" brushRef="#br1" timeOffset="202430.29">15937 973 3740 0,'0'0'0'0,"0"0"0"0,0 0 0 0,0 1 0 0,0-1 0 0,0 0 0 0,0 0 0 0,0 3 0 0,0-2 0 0,4 1 0 0,6 1 191 0,-1-2-191 16,1 0 0-16,-1 4 0 0,0-3-39 0,-2 3 7 16,1 2 35-16,0 1-838 0,-5 4 437 0,1 1 226 15</inkml:trace>
  <inkml:trace contextRef="#ctx0" brushRef="#br1" timeOffset="202576.69">15986 1287 3931 0,'0'7'0'0,"0"5"0"0,-2-1 0 0,0-2 0 0,-1-4 0 0,1 2 0 0,2-3 0 0,0 2 0 0,0-3 0 0,0-1 0 0,0 4 0 0,2-2 0 0,3 0 0 15,1-2 0-15,1 3 0 0,-1-1 0 0,0 1 0 16,-1 0-220-16,3 4 112 0</inkml:trace>
  <inkml:trace contextRef="#ctx0" brushRef="#br1" timeOffset="204185.45">17049 791 2081 0,'-2'-8'0'0,"-2"2"0"0,0 3 0 0,-1-3 0 0,-1 3 0 0,-1-2 0 0,0 4 0 0,2-1 0 0,-2 0 0 0,1 2 0 0,-1 0 95 0,-3 2 331 0,3 12-194 0,-4 7-97 15,1 3-48-15,1 5 325 0,0 0-192 0,2 6-90 0,0-2-17 16,4 3-113-16,1-2 0 0,2-2 0 16,0-2 0-16,0 1 0 0,7-4 0 0,5-2 0 0,2-1 0 15,2-5 0-15,4 2 0 16,1-5 0-16,0-1 0 0,-3-4 0 0,3-1 0 0,1-5-88 16,-2-2-266-16,3-3 96 0,-2 0 116 15,4-4-708-15,-5-10 405 0,-1-3 194 0</inkml:trace>
  <inkml:trace contextRef="#ctx0" brushRef="#br1" timeOffset="204502.87">17223 897 2746 0,'-9'-13'0'0,"2"6"0"0,1 1 0 0,0 1 0 0,4-1 0 0,2 0 0 0,0 1 0 0,2 1 0 0,10-1 0 0,6 1 0 0,3 2 77 0,4 2 282 0,-5 0-161 0,2 0-79 15,1 2-31-15,-4 7 50 0,0 3-50 0,-6 2-25 16,-2 3-8-1,-5 4-139-15,-5 0 67 0,-1 2-102 0,0 1 78 0,-3 0 40 16,-10-1 0-16,-4 1 7 0,0-7 35 0,-7 3-4 16,-1-2-70-16,2-6 245 0,-1 3-212 0,5-10 0 15,-1 5 0-15,3-4 0 0,7 0 0 0,1-4 0 16,4-1 0-16,1 1 0 0,2-2 0 0,2 0 0 16,0 0 0-16,2 0 0 0,9 0 0 0,4 0 0 15,4 0 0-15,1 0 0 16,3 0 0-16,-1 0 0 0,1 0 0 0,-2 0 0 15,-1 0 0-15,1 0 0 0,-2 0 0 0,-1 0 0 16,1 0 0-16,0 0-112 0,-2 0-92 0,2 0-777 0,-1 0 471 0,1-3 236 16,0-3 118-16</inkml:trace>
  <inkml:trace contextRef="#ctx0" brushRef="#br1" timeOffset="204734.47">17580 918 3590 0,'-5'-6'0'0,"1"3"0"0,2 0 0 0,0-1 0 0,2 1 0 0,0 0 0 0,4-3 0 0,13 4 0 0,4-2 0 0,0 4 0 0,0 0 182 0,0 0-63 0,2 0-79 0,-1 8-40 16,-3 3 0-16,-2 3 0 0,-2-1 0 0,-4 4 0 15,-6 3 0-15,-2 1 0 0,-3 3 0 16,0 1 0-16,-4-3 0 0,-9-1 0 0,-6 4 0 16,1-7 0-16,-5-2 0 0,2-2 0 0,3-5 0 15,-3 3 0-15,-2-5 0 0,5-3 0 0,-1 0 0 16,4-2 0-16,5-2-7 0,3 0-335 0,3 0-421 15,4-4 361-15,0-9 182 0,9-6 91 16,12-4-634-16,2 1 368 0</inkml:trace>
  <inkml:trace contextRef="#ctx0" brushRef="#br1" timeOffset="204918.98">17890 858 3108 0,'15'-16'0'0,"-9"11"0"0,0 0 0 0,-4-1 0 0,-2 2 0 0,0 3 0 0,-12 1 0 0,1 0 0 0,-2 3 0 0,-3 10 0 0,-2 4 424 0,5 0-184 15,-4 6-106-15,3 0-109 0,4 2-25 0,2 0 0 16,4 0 0-16,4-1 0 0,0 6 0 0,0-3 0 16,6-4 0-16,7 1 0 0,4-3 0 0,-2-2 0 15,9 2 0-15,-3-5 0 0,1 0 0 0,-1-3 0 16,0-2 0-16,-1-3 0 0,3-1 0 0,0-1-704 16,3-2 84-16,0-4 287 0</inkml:trace>
  <inkml:trace contextRef="#ctx0" brushRef="#br1" timeOffset="206093.84">18042 988 3303 0,'-9'-5'0'0,"7"2"0"0,2 3 0 0,0 0 0 0,0-2 0 0,0 1 0 0,10-2 0 0,6 0 0 0,5-1 0 0,5 2 0 0,5 0 188 0,-1 1-76 16,0-2 216-16,-6 3-328 0,10 0 0 0,-6 0 0 15,1 0 0-15,-6 0 0 0,-2 4-49 0,2 0-163 16,-5 2 120-16,1-1 64 0,-2 1-356 0,-4-2 191 0,0 0 112 15,-3-1-107-15,-1 1-741 0</inkml:trace>
  <inkml:trace contextRef="#ctx0" brushRef="#br1" timeOffset="206287.84">18538 747 3931 0,'-5'0'0'0,"1"4"0"0,-1-2 0 0,4 0 0 0,-1 0 0 0,2 1 0 0,0 3 0 0,0-1 0 0,8 1 0 0,3 4 0 0,2-2 0 0,0 0 0 0,2 2 0 16,2 1 0-16,-2 1 0 0,2-3 0 0,0 3 0 16,-2-2 0-16,3 1 0 15,-4 1 0-15,3-3-119 0,-2 1-187 0,-2-1 167 16,0-1-900-16,0-3 501 0,1-1 249 0</inkml:trace>
  <inkml:trace contextRef="#ctx0" brushRef="#br1" timeOffset="206488.03">18906 681 3484 0,'2'-5'0'0,"0"2"0"0,-2 0 0 0,0 2 0 0,0 1 0 0,0 0 0 0,0 0 0 0,0 0 0 0,0 0 0 0,0 9 0 0,0 8 402 0,-4 8-357 0,-5 2-45 0,-3 9 0 16,-6 11 0-16,-3 11 0 0,-3 0 0 0,-5 8 0 15,-1 6 0-15,0 3 0 16,2 3 0-16,0 0 0 0,2-1 0 0,2-2 0 15,3-4 0-15,6-9 0 0,-2 9 0 0,6-16 0 16,-1 0 0-16,1-1-11 0,2-4-787 0,-1 0 371 0</inkml:trace>
  <inkml:trace contextRef="#ctx0" brushRef="#br1" timeOffset="207203.47">19400 992 2436 0,'-21'-4'0'0,"1"1"0"0,3 2 0 0,2 1 0 0,2-1 0 0,5 1 0 0,3 0 0 0,0 0 0 0,0 0 0 0,5 0 0 0,0 0 246 15,0 0-104-15,12 0-52 0,2 0 189 0,7 0-111 0,0 0-70 0,1 0-30 0,1 0 8 16,0 0 0-16,0 0-38 0,-2-3 9 0,-1 1-186 16,1 2 89-16,-5-1 43 0,1 1-548 0,-6-3 306 15,7 2 122-15,-6-1-735 0,3-4 408 0,-1-1 209 16,-2-4 103-16</inkml:trace>
  <inkml:trace contextRef="#ctx0" brushRef="#br1" timeOffset="207502.28">19654 791 2299 0,'0'-10'0'0,"0"3"0"0,0 4 0 0,0-2 0 0,0 1 0 0,0-1 0 0,1-1 0 0,15 0 0 0,6 1 0 0,1 0 0 0,5 4 101 0,0 1 389 0,2 0-226 0,-5 0-104 15,5 7-65-15,-5 5 79 0,-7 0-69 0,1 2-23 16,-5 2 0-16,-3 2-35 0,-8 6-15 0,-3 1-68 15,0 3 34-15,-15 6 0 0,-8-5 40 0,1 1-36 16,-10 5-5-16,4-5 6 16,1-5-3-16,-3 1 0 0,2-4 0 0,0-3 0 15,3-2 0-15,7-4 0 0,1 0 0 0,8-5 0 16,0-2 0-16,2-2 0 0,5 1 0 0,2-4 0 16,0 4 0-16,0-4 0 0,10 2 0 0,7 2 0 15,2-4 0-15,5 1 0 0,0-2 0 0,3 0 0 16,-3 0 0-16,-1 0 0 0,2 0 0 0,2 0 0 15,-6 0 0-15,5-3 0 0,-3-2 0 16,-1 1 0-16,6-4 0 0,-1-4-760 16,-1 1 250-16,2-4 236 0,1-2 119 0</inkml:trace>
  <inkml:trace contextRef="#ctx0" brushRef="#br1" timeOffset="207834.69">20197 717 2888 0,'-9'-2'0'0,"2"1"0"0,4-1 0 0,-1 2 0 0,2 0 0 0,2 0 0 0,0 0 0 0,2 0 0 0,14 0 0 0,5 0 0 0,4 0 412 0,0 0-188 16,-1 0-92-16,-4 0 9 0,5 0-57 15,0 2-34-15,-3-1-50 0,-5 4 0 0,0-1 0 16,-6 1 0-16,0 0 0 0,-3 2 0 16,-2 1 0-16,-3 2 0 0,-1 1 0 0,-2 0 0 0,0 4 0 15,-11 4 0-15,-4 2 0 0,-2 1 0 0,-2 1 0 16,-2 4 0-16,-1-4 0 0,1 3 0 0,2 0 0 15,3-5 0-15,0 2 0 16,5-4 0-16,2 0 0 0,1-3 0 0,4-1 0 0,2-1 0 0,2-1 0 16,0-6 0-16,0 3 0 15,2-5 0-15,5 1 0 0,4 0 0 0,-4-4 0 16,4-1 0-16,3-1 0 0,-2 0 0 0,2 0 0 16,-3 0 0-16,3 0 0 0,-3 0 0 0,1-3 0 15,0-3 0-15,-1 0 0 0,0 0 0 0,-1-3-651 16,1 2 209-16,-2-4 206 0,3 0 100 0</inkml:trace>
  <inkml:trace contextRef="#ctx0" brushRef="#br1" timeOffset="207994.63">20291 809 3325 0,'-23'6'0'0,"2"1"0"0,6-1 0 0,4-2 0 0,3 1 0 0,3-2 0 0,1-2 0 0,4 0 0 0,0 2 0 0,2 1 0 16,9 1 177-16,6-1-60 0,2 1 76 0,1-1-77 0,7 2-113 15,-3-1-3-15,1 1-1 0,-3 0-46 0,1 0 37 16,1 0 24-16,-1 0-756 16,4-2 390-16,-7 1 204 0</inkml:trace>
  <inkml:trace contextRef="#ctx0" brushRef="#br1" timeOffset="208176.13">20627 892 3200 0,'0'4'0'0,"0"-1"0"0,-2 1 0 0,2-1 0 0,0-1 0 0,0-1 0 0,0-1 0 0,9 3 0 0,9-3 0 0,3 5 0 0,6-5 297 0,1 1-129 16,2-1-66-16,2 0 1 0,0 0-42 0,0 0-61 15,-2 0-108-15,-2 0 38 0,-5 0 53 0,2 2-581 16,-7 0 313-16,-1 0 161 0,-8-2 81 0,0 2-745 16,-5-2 322-16,-1 0 204 0,-1 0 117 0</inkml:trace>
  <inkml:trace contextRef="#ctx0" brushRef="#br1" timeOffset="208353.61">20895 741 2424 0,'-13'-7'0'0,"0"5"0"0,5 0 0 0,-1 2 0 0,2 0 0 0,1 0 0 0,3 4 0 0,-2 7 0 0,5 3 0 0,0 3 0 0,0 2 623 16,0 5-297-16,0 2-144 0,2 2 194 0,1 1-376 16,-1 0 0-16,-1 3 0 0,-1-3 0 0,2 3 0 15,-2-1 0-15,0-1 0 0,0-1 0 0,0-8 0 16,0 4-5-16,0-4-719 0,0-2 381 0,2-4 102 15,2-6 123-15,1-1-754 16,1-4 420-16</inkml:trace>
  <inkml:trace contextRef="#ctx0" brushRef="#br1" timeOffset="208553.69">21123 830 3353 0,'2'0'0'0,"-2"0"0"0,0 0 0 0,0 2 0 0,0 6 0 0,0-2 0 0,0 5 0 0,0-1 0 0,0 5 0 0,0 2 0 0,0 2 578 0,1 2-578 0,1 2 0 16,0-1 0-16,0 4 0 0,0-1 0 0,-1-5 0 15,1 5 0-15,0-2 0 0,0-3 0 0,1 1 0 16,-3-3-714-16,0-3 374 0,0-1 188 0,0-5-419 16,0 0 257-16,0-3 144 0,0-5 66 0</inkml:trace>
  <inkml:trace contextRef="#ctx0" brushRef="#br1" timeOffset="208786.87">21273 688 3436 0,'7'-3'0'0,"6"2"0"0,-1 1 0 0,1-3 0 0,2 3 0 0,2 0 0 0,4 0 0 16,3 4 0-16,3 10 0 0,-2 2 0 0,3 3 136 15,-1 6-50-15,1 7 187 0,-7-4-273 0,-1 11 0 0,-6-5 0 0,-3 9 0 16,-8-1 0-16,-3 0 0 16,0 4 0-16,-9-1 0 0,-5-6 0 0,-11 8 0 0,0-6 0 0,-1-1 0 15,-2-5 0-15,0-1 0 0,-1-6 0 0,-6 5-112 16,1-7-17-16,0-1-408 0,4-7 250 0</inkml:trace>
  <inkml:trace contextRef="#ctx0" brushRef="#br1" timeOffset="209702.51">21866 1022 1804 0,'-7'-9'0'0,"4"4"0"0,1 4 0 0,2-2 0 0,0 3 0 0,0 0 0 0,11 0 0 0,6 0 0 0,7 0 0 0,6 0 0 0,2 0 566 0,1 0-265 15,4 3-131-15,-2-2 235 0,1-1-189 16,-2 2-88-16,-1-2-83 0,-1 0-7 0,-4 0 10 16,4 0-10-16,-5 0-373 0,-6 0 187 0,-1 0 93 0,-3 0 46 0,-6 2-630 15,-2-2 285-15,-2 0 185 0,-4 0-17 0,-1 0-274 16,-2 0 211-16</inkml:trace>
  <inkml:trace contextRef="#ctx0" brushRef="#br1" timeOffset="209919.72">22178 705 3612 0,'-16'5'0'0,"0"5"0"0,3 0 0 0,3 0 0 0,1 3 0 0,2 2 0 0,0 2 0 0,2 5 0 0,3 5 0 0,2-3 0 0,0 10 319 0,0-2-319 0,0 2 0 0,0 0 0 16,2 4 0-16,1-2 0 0,4 3 0 0,-1-4 0 16,1 1 0-16,0-3 0 0,3-1 0 0,-2-6 0 15,1 4 0-15,-4-7-154 0,3-1-139 0,-2-1 81 16,-3-3 110-16,3-4-682 0,-2-2 378 0,2-5 184 16,-1-2 92-16,5-5-512 0</inkml:trace>
  <inkml:trace contextRef="#ctx0" brushRef="#br1" timeOffset="210131.74">22495 866 3727 0,'0'0'0'0,"7"0"0"0,4-3 0 0,1 2 0 0,4-1 0 0,5 2 0 0,2-2 0 0,2 2 0 0,3 0 0 0,6 0 0 0,0 0 204 0,1 0-204 0,2 0 0 16,-4 0 0-16,-1 0 0 15,2 0 0-15,-4 0 0 0,-2 0 0 0,-8 0 0 16,3 0-134-16,-5 4 4 0,-8 0 82 0,0-1-781 16,-4 1 417-16,-2-3 75 0,-3 3 138 0,-1-4-510 15</inkml:trace>
  <inkml:trace contextRef="#ctx0" brushRef="#br1" timeOffset="210354.84">22918 606 3315 0,'-11'0'0'0,"1"0"0"0,1 0 0 0,0 6 0 0,0 6 0 0,-1 8 0 0,2 6 0 0,1 6 0 0,-3 10 0 0,-1 1 0 0,-2 6 422 15,2-1-228-15,2 1-194 0,1 1 0 0,5-3 0 16,3-8 0-16,0 9 0 0,0-14 0 0,3 0 0 16,10-4 0-16,2-4 0 0,0-5 0 0,8-1 0 15,-7-6 0-15,11-3 0 0,-8-6 0 0,9-5-428 16,-5 0 0-16,4 0 200 0,-2-6 78 15,-1-8-245-15,-1-1 177 0,2 0 89 16,-2-5 35-16</inkml:trace>
  <inkml:trace contextRef="#ctx0" brushRef="#br1" timeOffset="210602.56">23562 595 3118 0,'-11'-1'0'0,"1"1"0"0,0 0 0 0,-1 0 0 16,-1 0 0-16,-3 9 0 0,-2 6 0 0,0 6 0 0,0 5 0 0,-3 8 0 0,1 2 94 0,2 0 580 0,0 12-629 0,5-5-45 0,3 1 0 0,4 0 0 16,5 1 0-16,0-5 0 0,0 9 0 0,5-9 0 15,11 0 0-15,2-3 0 0,-1-6 0 0,3 0 0 16,5-2 0-16,1-3 0 15,0-6 0-15,5 0-5 0,1-4-107 0,0-2-501 16,1-3 282-16</inkml:trace>
  <inkml:trace contextRef="#ctx0" brushRef="#br1" timeOffset="211478.96">23602 977 1933 0,'0'-20'0'0,"0"2"0"0,0 6 0 16,8 3 0-16,5 0 0 0,6-1 0 0,1 3 0 0,3 3 0 0,7 3 0 0,1 1 0 0,0 0 227 0,-1 1-94 0,-2 10 156 0,-5 2-117 16,-3 1-72-16,-1 2 81 0,-6 1-72 15,-3 2-35-15,-7 4-1 0,-2-2 43 0,-1 1-44 16,0 3 1-16,-8-3-36 0,-7-1 26 0,-5-1 1 16,4-3-17-16,-9 3-10 0,4-6-14 0,0-2 14 15,1-6 0-15,-1 2-165 0,1-4 91 16,3-4 33-16,3 0-437 0,0 0 207 0,7 0 120 0,-1-1 25 15,6-11-571-15,2-3 315 0,4-6 155 0,21-4 76 16,5-6-518-16</inkml:trace>
  <inkml:trace contextRef="#ctx0" brushRef="#br1" timeOffset="211667.47">24056 813 2528 0,'4'-13'0'0,"-2"5"0"0,-2 5 0 0,0-1 0 0,-4 2 0 0,-9 2 0 0,0 0 0 0,0 0 0 0,-1 9 0 0,0 11 0 0,1 2 334 0,-1 2-148 0,4 5-75 0,6 1 413 15,0-6-276 1,4 12-248-16,0-9 0 0,2 4 0 0,11-3 0 0,4-1 0 0,3-3 0 16,5-4 0-16,-1 1 0 0,3-5 0 15,-1 0 0-15,0-6-83 0,-4-1 5 0,3-2 53 16,0-4-803-16,-4-3 395 0,4 0 198 0,-4 0-192 16,1-1 186-16,-5-5 107 0</inkml:trace>
  <inkml:trace contextRef="#ctx0" brushRef="#br1" timeOffset="211837.7">24329 931 2658 0,'-11'0'0'0,"6"0"0"0,2 0 0 0,-1 0 0 0,4 0 0 0,-2 0 0 0,2 0 0 0,0 0 0 0,12 2 0 0,6 0 0 0,5 0 411 0,-2 0-178 16,5 0-103-16,-5-1-46 0,3 1-128 0,-1 0 40 15,5-1 0-15,-10 4-452 0,3-4 241 16,-1 3 127-16,0-2 62 0,-3 2-279 0,-4-2 172 15,-3-2 94-15,1 2-784 0</inkml:trace>
  <inkml:trace contextRef="#ctx0" brushRef="#br1" timeOffset="212036.25">24545 688 2812 0,'-11'0'0'0,"3"0"0"0,0 7 0 0,3 6 0 0,-1 5 0 0,3 7 0 0,-1 3 0 0,1 5 0 0,0 1 0 0,-1 7 0 0,-1 3 376 0,1-1-170 0,0-4-84 0,1-3 147 16,-1 5-123-16,0-5-146 0,2 0 0 16,0-2 0-16,-1-4 0 0,3-1 0 15,0-7-268-15,0 1 76 0,0-5 111 0,0-3 58 16,0-7-758-16,5-3 400 0,5-5 60 0,2 0-449 16</inkml:trace>
  <inkml:trace contextRef="#ctx0" brushRef="#br1" timeOffset="212195.75">24656 892 2687 0,'0'-5'0'0,"0"2"0"0,0 3 0 0,2 0 0 0,2 0 0 0,3 4 0 0,2 4 0 0,3-1 0 0,2 2 0 0,2 1 0 0,-2 3 182 16,4-2-73-16,-2 2-36 0,1 2 21 0,0 1-34 16,0-2 1-16,-4 1-24 0,2 1-503 0,-2-3 251 15,1-2 136-15,-1-4-625 0,-3 1 371 16,1-6 62-16</inkml:trace>
  <inkml:trace contextRef="#ctx0" brushRef="#br1" timeOffset="212381.64">25060 753 3124 0,'2'-14'0'0,"-1"5"0"0,-1 3 0 0,0 5 0 0,0-1 0 0,0 2 0 0,0 0 0 0,0 0 0 0,-1 14 0 0,-11 10 0 0,-1 4 129 15,-4 6 549-15,-9 12-678 0,-6 13 0 0,-1-2 0 16,-2 6 0-16,-4 6 0 0,-2 3 0 0,-1-1 0 15,2 1 0-15,3-3 0 0,2-1 0 16,3-5 0-16,4-6 0 0,-4 8 0 0,5-7-29 0,3-1-303 16,3-10 185-16,2 2-21 0</inkml:trace>
  <inkml:trace contextRef="#ctx0" brushRef="#br1" timeOffset="213248.68">25228 1074 2638 0,'-14'-9'0'0,"6"4"0"0,6 4 0 15,2 1 0-15,0 0 0 0,0 0 0 0,0 0 0 0,6 0 0 0,12 0 0 0,7 0 0 0,7 0 277 0,7 0-120 0,0 0-60 0,-4 1 103 0,4-1-82 16,-2 3-31-16,-1-1-10 0,-4-2-287 15,-4 4 124-15,-5-3 61 0,0 3 31 0,-7-2-226 0,0 0 124 16,-6 0 66-16,-3-1-688 0,2-1 362 16,-5 0 70-16,-4 0-389 0</inkml:trace>
  <inkml:trace contextRef="#ctx0" brushRef="#br1" timeOffset="213454.75">25556 766 2938 0,'-8'-1'0'0,"0"1"0"0,1 0 0 16,1 0 0-16,-1 9 0 0,-1 4 0 0,1 6 0 0,5 7 0 0,0 2 0 0,0 2 0 0,0 4 208 0,0 1-86 0,0 3 447 0,1 0-475 15,1 1-94-15,-2 1 0 0,0-3 0 0,2 3 0 16,0-5 0-16,0-1 0 0,0-2 0 0,0-2 0 16,0-1-408-16,4-9 108 0,1-2 164 0,3 0 86 15,5-9-807-15,0-3 410 0,4-6 206 0,0 0 93 16,9-15-352-16,-4-9 233 0</inkml:trace>
  <inkml:trace contextRef="#ctx0" brushRef="#br1" timeOffset="213732.54">25991 785 1999 0,'9'-6'0'0,"-2"6"0"0,-4 0 0 0,-3 8 0 0,0 2 0 0,0 8 0 0,-13 1 0 0,-3-1 0 0,0 4 0 0,-7 0 0 0,1 0 440 0,-3 1-192 16,3-2-110-16,-1-3-51 0,1-1 183 0,5-4-117 15,0-1-58-15,7-4-20 0,1-3 129 0,4-1-83 16,1-3-42-16,4 1-57 0,0-2-22 0,0 4 0 16,2-2 0-16,12-1 0 0,9 4 0 0,0-4 0 15,2-1 0-15,6 3 0 16,0-3 0-16,4 0 0 0,-1 0 0 0,0 0 0 16,-3 0 0-16,-4 0 0 0,7 0 0 0,-8 0 0 15,-6 0 0-15,3 0-279 0,-4 1-90 0,-4 0 141 16,0 2 101-16,-7-1-511 0,2-1 301 0,-4 2 150 15,-2-3-174-15,-2 0 153 0,0 0 90 0,-2 0 41 16,0-9-332-16</inkml:trace>
  <inkml:trace contextRef="#ctx0" brushRef="#br1" timeOffset="213890.37">26173 857 1913 0,'-12'-8'0'0,"2"4"0"0,-1 1 0 0,1 3 0 0,-2 0 0 0,4 4 0 0,-2 8 0 16,3 3 0-16,2 4 0 0,0 4 0 0,2 3 98 0,-1 2 481 0,-1 2-271 0,0 2-136 0,1 0 224 15,-1 0-170-15,1-1-100 0,-1 2-295 16,1-3 103-16,4-3 51 0,0-3 26 0,0-2-267 16,0-2 142-16,0-2 75 0,5-6 38 15,6-4-735-15,5-4 272 0,-2-4 222 0</inkml:trace>
  <inkml:trace contextRef="#ctx0" brushRef="#br1" timeOffset="214208.55">26349 783 2073 0,'16'-13'0'0,"-2"5"0"0,7 5 0 0,2 1 0 0,0-2 0 0,3 2 0 0,2 0 0 0,2 2 0 0,2 0 0 0,0 0 0 0,-3 0 400 0,-1 2-186 16,-4 6-89-16,-2 1-44 0,-3 2 21 0,-4 2-32 0,-6 2 9 16,-5 4-32-16,-4 6-10 0,0 1-1 15,-15 3 1-15,-9 4 53 0,-1-5-17 0,-10 9-10 16,3-2 127-16,-2-1-77 0,1-1-38 0,6 0-49 15,4-8-26-15,3 2 0 0,4-6 0 0,4-1 0 16,2-1 0-16,8-5 0 0,2-2 0 0,0 2 0 16,2-5 0-16,10-2 0 0,4-2 0 15,3 0 0-15,2-4 0 0,7-1 0 0,-4 0 0 16,1 0 0-16,-1 0 0 0,-3-1 0 0,-1-4 0 16,1 2 0-16,-6 0 0 0,-3-1 0 0,-2-1-612 15,-2 4 205-15,-4-1 176 16,0-1 102-16,-4-1-302 0,0-2 197 0,0-2 99 15</inkml:trace>
  <inkml:trace contextRef="#ctx0" brushRef="#br1" timeOffset="214363.54">26346 1030 3008 0,'-22'-6'0'0,"-1"4"0"0,10-2 0 0,0 2 0 0,4-1 0 0,7 2 0 0,2-1 0 0,0 2 0 0,7 0 0 0,18 0 0 0,3 2 320 0,4 2-142 0,10 2-71 0,2-1 211 15,-6-1-318-15,13 4 0 0,-6-3 0 0,2 0-61 16,-1 1 14-16,-1-1-410 0,-5 1 255 0,6 4 115 16</inkml:trace>
  <inkml:trace contextRef="#ctx0" brushRef="#br1" timeOffset="-214140.06">26896 1159 2290 0,'2'-19'0'0,"0"3"0"0,4 9 0 0,2 0 0 0,4 0 0 0,4-1 0 0,-2 1 0 0,4-1 0 0,5 2 0 0,1 1 0 0,1 1 95 15,7-1 224-15,-6 3-141 0,1-1-71 0,-1 3-107 16,-4 0 36-16,1 0 10 0,-1 0-10 0,-2 0-424 15,-2 4 212-15,0 2 106 0,-2-1-281 16,-2 1 186-16,-3-2 93 0</inkml:trace>
  <inkml:trace contextRef="#ctx0" brushRef="#br1" timeOffset="-213784.55">27349 873 2930 0,'0'-4'0'0,"0"2"0"0,0 1 0 0,0-2 0 0,2 2 0 0,9-1 0 0,6 0 0 16,6 2 0-16,2 0 0 0,-3 0 0 0,6 8 158 0,-3 3-61 0,-1-1 112 0,2 5-90 0,-6 0-42 15,-5-1 0-15,0 2-39 0,-3 6-1 0,-4-1 9 16,-8 1-10-16,0 5-82 0,0-6 41 0,-13 7 0 16,-6-4-18-16,-4-2 39 0,-2 1-9 0,-1-3 116 15,0-2-83-15,0-6-40 16,1 2 0-16,4-7 0 0,-2 1 0 0,5-3 0 15,3 0 0-15,4-2 0 0,2-1 0 0,4-2 0 0,2 1 0 16,2-1 0-16,1 0 0 16,0 3 0-16,7 2 0 0,9-3 0 0,7 1 0 15,2 2 0-15,-1-4 0 0,5 1 0 0,-2-1 0 16,-2 2 0-16,8-3 0 0,-3 0 0 0,-3 0 0 16,1 0 0-16,-5 1 0 0,0-1 0 0,-4 0 0 15,1 0 0-15,-5 3 0 0,2-3 0 0,-4 0-674 16,0 0 143-16,-4 0 252 0,-1-3-614 15,3-5 428-15</inkml:trace>
  <inkml:trace contextRef="#ctx0" brushRef="#br1" timeOffset="-213543.34">27830 796 3070 0,'0'-9'0'0,"0"1"0"0,0 5 0 0,2 1 0 0,8-1 0 0,6 2 0 0,3 1 0 0,4 0 0 15,5 1 0-15,-1 11 0 0,0 2 239 0,2 4-106 0,-8 3 356 0,2 3-489 0,-2 3 0 0,-5 3 0 0,-2 0 0 0,-5 7 0 16,-4-5 0-16,-2 1 0 16,-3 3 0-16,0 2 0 0,-9 1 0 0,-9-4 0 15,-5 0 0-15,3-9 0 0,-6 4 0 0,0-3 0 16,-3-5 0-16,-1-1 0 0,0-6 0 16,0-2 0-16,2-2 0 0,6-7 0 0,-1-1 0 0,4-3 0 15,4 0 0 1,8-1-790-16,4-10 345 0,3-10 195 0,3-12-596 0,19-3 404 0</inkml:trace>
  <inkml:trace contextRef="#ctx0" brushRef="#br1" timeOffset="-213402.97">28085 969 2751 0,'25'-12'0'0,"-5"2"0"15,3 7 0-15,-3-2 0 0,1 1 0 0,0 2 0 0,3 0 0 0,3 1 0 0,3 1 0 0,2 0 0 0,2 0 739 0,-1 0-343 0,1 0-351 0,-5 0-45 0,1 0 0 0,-1 0 0 0,-8 5 0 16,1 1-327-16,-5 0-61 0,-4 4 212 15,-5-4 107-15,0 5-481 0,-8 0 293 0</inkml:trace>
  <inkml:trace contextRef="#ctx0" brushRef="#br1" timeOffset="-213249.06">28250 1147 2443 0,'-22'6'0'0,"3"1"0"0,10-1 0 0,-1-2 0 0,7-3 0 0,3 2 0 0,0 0 0 0,3 3 0 0,10-2 0 0,11 4 0 0,-4-6 628 0,1 2-286 16,7 2-158-16,-2-4-74 0,-1 2-97 0,3-2-1 15,1 2 25-15,1-4-670 0,-1 0 330 0,1 0 170 16,2 0 84-16,1 0-769 16,1 0 348-16,-4-7 131 0</inkml:trace>
  <inkml:trace contextRef="#ctx0" brushRef="#br1" timeOffset="-212974.31">28805 1063 2418 0,'0'-8'0'15,"0"4"0"-15,0 2 0 0,-2 1 0 0,-6 1 0 0,1 0 0 0,3 0 0 0,3 0 0 0,1 10 0 0,0 2 0 0,0 2 130 0,3 3-46 0,8-1 610 0,6 2-333 16,2 0-163-16,3-1-152 0,1-2-46 0,4-3 0 0,0 0 0 0,3-5 0 16,0-2 0-16,1-4 0 15,2-1 0-15,-6 0 0 0,-2 0 0 0,3-9 0 16,-4-4 0-16,-8 0 0 0,-2-4 0 0,-1-2 0 16,-6 0 0-16,-3-5 0 0,-4 0 0 0,0-2 0 15,-1-2 0-15,-16 1-33 0,-3 2-69 0,-2 0 85 16,-6 7-20-16,-2 1 1 0,-5 7-1 0,3 1 299 15,-4 7-262-15,6 2 0 0,3 0 0 16,7 0 0-16,-3 11 0 0,5 1 0 0,0 5 0 0,4 4 0 16,4 1 0-16,0 5 0 15,5-1 0-15,3 6 0 0,0 2 0 0,2 8-268 16,0 0-189-16</inkml:trace>
  <inkml:trace contextRef="#ctx0" brushRef="#br1" timeOffset="-212826.54">29413 1610 350 0,'0'-8'0'0,"10"8"0"0,12 0 1243 0,-16-2-607 0,-6 0-301 0,0 2-151 0,0 0-593 0,0 0 186 0,0 0 86 0</inkml:trace>
  <inkml:trace contextRef="#ctx0" brushRef="#br1" timeOffset="-212141.51">19381 1619 3010 0,'-9'-10'2'0,"7"6"-1"0,2 3 0 0,0 1 0 0,0 0 0 0,0 0 0 0,0 0 0 0,0 0-1 0,0 0 1 0,8 0 0 16,3 0 418-16,4 0-195 0,1 0-95 0,-2 3-46 0,3 3-98 15,-2 0 26-15,-1 1 8 0,-3 1 16 0,-2-1-203 16,-4 1 102-16,2 1 51 0,-4 0-578 15,-1 1 323-15,-2 1 148 0,0 1 79 0,-2-2-843 16,-10 1 426-16</inkml:trace>
  <inkml:trace contextRef="#ctx0" brushRef="#br1" timeOffset="-211421.83">19306 1799 2277 0,'-10'3'0'0,"-2"5"0"0,3 2 0 0,3-3 0 0,0 3 0 0,2-1 0 0,2 0 0 0,0 3 0 0,2-1 0 0,0 2 0 0,0 0 458 0,0 0-211 0,2 0-97 15,2 1-61-15,2-1-76 0,-2 0 0 0,0-3 22 16,-3-1 1-16,3-4-188 0,-2 0 90 0,0-2 48 16,-1-1-496-16,-1-2 273 0,0 0 136 0,0 0-350 15,0-5 215-15,0-5 88 0,-3-3 56 16,-1-3 85-16,2-3-10 0,2 3-18 0,0-3-1 0,0 1 259 16,2 0-129-16,9 1-65 15,8 1 109-15,4-1-82 0,4 4-45 0,3 1 371 16,2 3-182-16,1 1-43 0,1 3-52 0,-2 3 142 15,-2 2-106-15,-2 0-53 0,-8 0-26 0,1 0 83 16,-2 7-46-16,-4 2-36 0,-4 2 0 0,-3-5-103 16,-1 4 37-16,-3-2 1 0,-2 1-231 0,-2-2 130 15,0-1 69-15,0 2-138 0,-4-5 99 0,-5 2 10 16,-1-1 41-16,-1-1-353 0,-2 0 171 16,0 0 80-16,0-3 44 0,-1 0-158 0,3 1 93 0,-1-1 58 15,1 0 27-15,2 0 13 16,2 0 12-16,-1 0-1 0,1 0 222 0,-1 0-106 15,3 6-58-15,-5-1 127 0,1 5-92 0,0-1-46 16,-1 4-32-16,-1 2 358 0,0 2-165 0,-3 3-28 16,-1 0-59-16,5-4 103 0,-4 4-67 15,1-4-47-15,1-2 0 0,3-2-72 0,5-4 0 0,1-3 33 16,-1 0 10-16,4-4-148 0,0-1 69 0,4 0 35 16,10 0-184-16,7-6 87 15,0-3 63-15,5 0-42 0,-2-1 39 0,-4 4-14 16,2 4 1-16,-2-3 104 0,0 3-39 0,-4 2-28 15,-2 0-9-15,-5 4 214 0,-2 4-100 0,-1 3-41 16,-4 2 245-16,-2 3-126 0,0-2-73 0,-3 3-2 16,-11 0 62-16,-2 2-62 0,0-4-21 0,-5 2-81 15,5-6 42-15,-4 0-1 0,0 1 1 0,1-4-185 16,0-3 102-16,3 1 36 0,-2-5 23 0,2 1-256 16,1-2 133-16,0 0 31 0,1 0-10 15,3-2-15-15,4-5 7 0,-1-1 33 16,2 1 238-16,5-1-109 0,1 2-52 0,0-1 198 15,0 1-102-15,0 3-60 0,10-4 4 0,6 5 280 16,9-1-332-16,1 1 0 0,4 2 0 0,4 0 0 16,0 0 0-16,3 0 0 0,-2 6 0 0,1 2 0 15,-1 0 0-15,-3 0 0 16,-1 2 0-16,0 1 0 0,-6-1 0 0,-2-3 0 0,-2 2-148 16,-3-2 38-16,-4 0 10 0,-3-1-380 15,-4-1 226-15,-1-3 109 0,-4 1 55 0,0 0-627 16,-2-1 340-16,0-2 163 0</inkml:trace>
  <inkml:trace contextRef="#ctx0" brushRef="#br1" timeOffset="-211205.25">19526 2273 1960 0,'-17'3'0'0,"4"3"0"0,6 0 0 0,1-1 0 0,3 0 0 0,3-2 0 0,0 0 0 0,3 3 0 0,10-3 0 0,4 1 0 0,2 0 137 0,0 0 89 0,-3-1-96 0,3 1-47 16,-4 1-23-16,-3 0-140 0,0 1 53 0,-3 1 31 15,-4 2 0-15,-3 3-58 0,-2-1 45 0,0 0 31 16,-2 1-129-16,-12-2 71 0,2 2 36 0,-4-3 0 16,0-1-88-16,-2-2 47 0,6-2-24 0,-2-4-13 15,5 0 16-15,0 0 0 0,2 0 27 0,0-4-248 16,7-12 129-16,0-6 60 0,0-5 31 16,10-10-171-16</inkml:trace>
  <inkml:trace contextRef="#ctx0" brushRef="#br1" timeOffset="-210807.72">19857 1781 2478 0,'5'-12'0'0,"3"1"0"0,-3 4 0 0,2-3 0 0,-4 2 0 0,3 5 0 0,-3-3 0 0,3 3 0 0,-1 2 0 0,3-1 0 0,-2 2 102 0,1 0 72 0,-1 0-70 0,1 9-34 16,-2 6 9-16,-2 8-38 15,-1-1-6-15,-2 7 1 0,0 1-1 0,-4 2 99 16,-8 3-41-16,-2 0-33 0,-2-2 0 0,2-4 47 15,2-2-36-15,3-8 69 0,0 0-44 0,1-4-80 16,4-4-16-16,0-3 0 0,2-5-17 0,2 0 20 16,0-2 9-16,0-1-197 0,0 0 110 0,0 0 44 15,0-4 31-15,0-7-229 0,0-1 113 0,0-4 19 16,2-1 43-16,2 0-5 0,2-3 0 0,2-1 11 16,1 3 64-16,3-3-22 15,2 0 1-15,3 4 183 0,2 2-101 0,3 1-31 16,1 5-37-16,7 0 243 0,-4 5-120 0,-2 2-32 15,3 2-40-15,-6 0 36 0,2 0-96 0,-3 10 0 16,1 1 0-16,-7 4 0 0,2 0 0 0,-5 4 0 16,-4 0 0-16,-1 0 0 0,-4 1 0 0,0-2 0 15,-2 3 0-15,0-1 0 0,-2-2 0 0,-6-1 0 16,1-1 0-16,-1-2 0 16,1-3 0-16,-3 0-750 0,3-1 321 0,-2 0 201 15,0-5-578-15,-2-1 385 0,1-4 193 0</inkml:trace>
  <inkml:trace contextRef="#ctx0" brushRef="#br1" timeOffset="-210654.3">20024 2045 2769 0,'-8'-6'0'0,"3"2"0"0,1 3 0 0,-2 1 0 0,2 0 0 0,-1 0 0 0,1 5 0 0,2 7 0 0,1 1 0 0,-1 3 0 0,0 2 169 0,-2 2 142 16,1 3-137-16,-2-1-60 0,0 5-44 0,-1-3 29 0,1 0-32 0,-1-3 0 15,3 2-32-15,-4-4-504 16,3-1 248-16,1-5 129 0,1-3-747 0,0 0 430 15,2-7 102-15,0-3 138 0</inkml:trace>
  <inkml:trace contextRef="#ctx0" brushRef="#br1" timeOffset="-210503.35">19964 2231 2475 0,'1'-8'0'0,"1"1"0"0,-2 5 0 0,0 0 0 0,0 0 0 0,0 2 0 0,2 0 0 0,0 0 0 0,1 7 0 0,0 3 0 0,3 4 112 0,-3-3 304 0,3 1-191 0,-3 4-85 16,1-1-57-16,1 0-73 0,-3 0 1 0,1-1 24 15,1-1 1-15,1-5-473 0,-1 2 232 0,3-4 121 16,1-4-624-16,1-2 372 0,2 0 80 0,3 0-444 16</inkml:trace>
  <inkml:trace contextRef="#ctx0" brushRef="#br1" timeOffset="-210080.53">20521 1727 2810 0,'2'-1'0'0,"0"1"0"0,-2 0 0 0,-2 7 0 0,-11 6 0 0,-6 6 0 0,3-2 0 0,-2 2 0 0,2 0 0 0,2-4 0 0,0 3 181 0,0-3-74 15,3-1 260-15,6-5-166 0,1-2-82 0,2-2-34 0,2-2-24 0,0 1-61 16,2-2 0-16,7-1 0 0,9-1 0 0,0 0 0 16,3 0 0-16,2 2 0 15,-2 0 0-15,0 4 0 0,0-1 0 0,-1 5 0 16,-2 3 0-16,-4 2 0 0,0 6 0 0,-7-1 0 15,-3 3 0-15,-2 6 0 0,-2-3 0 0,0-1 0 16,-2 3 0-16,-9-1 0 0,-5-1 0 0,0 0 0 16,-1-2 0-16,0-2 0 0,-2-3 0 0,5-6 0 15,-4-1 0-15,1-2 0 0,1-2 0 0,0-5-5 16,3-3-289-16,-1 0 107 0,0 0 67 16,3-1-263-16,1-11 174 0,1 0 87 15,4-8 43-15,1 4-68 0,0-3 46 0,4 2 38 16,0 2-1-16,0 3 283 0,0 3-127 0,0 2-64 15,0 1-40-15,4 2 471 0,3 2-247 0,4 1-87 16,1 1 173-16,1 0-69 0,0 0-105 0,0 0-124 16,3 1 0-16,-2 5 0 0,2 0 0 0,-4 1 0 15,3 0 0-15,-1 1-7 0,-2-2 0 0,2 0-828 16,-1-2 423-16,1-3 137 16,-2-1 128-16,-1 0-702 0</inkml:trace>
  <inkml:trace contextRef="#ctx0" brushRef="#br1" timeOffset="-209838.57">20807 1685 2975 0,'4'-12'0'0,"-2"4"0"0,2 3 0 0,-3 3 0 0,-1 0 0 0,2 2 0 0,-2 2 0 0,2 13 0 0,0 6 0 0,-2 6 0 0,0 11 136 0,0 4 544 15,0 5-540-15,0 3-140 0,0 0 0 0,0 0 0 16,0-2 0-16,-2 0 0 0,2-4 0 0,0 0 0 15,0-9 0-15,0 5 0 0,0-4 0 0,0-1 0 16,0-4 0-16,0-5 0 0,0-2 0 0,0-5 0 16,0-3 0-16,0-5-364 0,0-4-88 0,0-1 200 15,0-4 112-15,0-2-702 0,0 0 403 0,0-15 201 16</inkml:trace>
  <inkml:trace contextRef="#ctx0" brushRef="#br1" timeOffset="-209680.14">20850 2094 3338 0,'2'-9'0'0,"0"4"0"0,0 5 0 0,0-3 0 0,-2 3 0 0,1 0 0 0,1 0 0 0,3 0 0 0,0 5 0 0,3 5 0 0,-1 1 337 0,0 2-151 0,3 1-116 15,-3 2-70-15,1 1 0 0,-3 1 0 0,3-1 0 0,-2-1 0 16,1 1 0-16,-1-2 0 16,2-2 0-16,-1-4-363 0,0-1 42 0,4-4 178 15,-1-2-878-15,3-2 484 0,3 0 255 0</inkml:trace>
  <inkml:trace contextRef="#ctx0" brushRef="#br1" timeOffset="-209491.37">21192 1778 3102 0,'0'-1'0'0,"0"-1"0"0,0 0 0 0,0 0 0 0,0 0 0 0,7 0 0 0,9-2 0 0,7 0 0 0,2-2 0 0,3 4 0 0,2-3 117 0,2 4 153 16,0-3-117-16,0 1-59 0,-2 2-127 0,-5-1 43 15,5 2-9-15,-7 0 34 0,-2 0-512 0,-3 0 256 16,-3 0 128-16,-4 0-652 0,-3 0 375 0,-3 0 190 16,-2 0-28-16,-1 0-374 0,-2-2 274 0</inkml:trace>
  <inkml:trace contextRef="#ctx0" brushRef="#br1" timeOffset="-209194.5">21461 1521 1711 0,'-4'-6'0'0,"1"3"0"0,1 1 0 0,2 0 0 0,-3 2 0 0,3 0 0 0,0 0 0 0,0 9 0 0,0 4 0 0,3 4 0 0,-1 5 66 0,-2 1 84 16,0 4-57-16,0 0-29 0,0 7 9 0,-10-5-185 15,-3 0 73-15,-5 2 38 0,2-1-1 0,-3-2-135 16,-4-3 95-16,-1-3 35 0,2-1-44 16,-1-4 16-16,5-4 25 0,-1-3-28 15,8 0 134-15,-3-2-75 0,5-2 0 0,3-5 385 16,5 2-195-16,-1-2-82 0,2 1-48 0,0 1 287 15,9-2-167-15,12-1-83 0,2 0-41 0,6 0 216 16,1 0-120-16,3 0-120 0,3-4-53 0,1-2 0 16,-2 1 0-16,-1-1 0 0,-6 2 0 15,6 0 0-15,-6 2-15 0,-8 1-273 0,3-2 161 0,-2 3 81 16,-3 0 50-16,-1-2-892 16,-4 2 427-16,-1-1 212 0,-3-1 107 0,0-2-523 15</inkml:trace>
  <inkml:trace contextRef="#ctx0" brushRef="#br1" timeOffset="-208732.5">21836 1555 2789 0,'0'14'0'0,"0"4"0"0,-9 2 0 0,-10 5 0 0,-6 5 0 0,-6 6 0 0,-1 1 0 0,-4 1 0 0,1 1 0 0,-5 1 0 0,-2-1 87 0,-4 5 363 0,7-9-207 0,-5 2-104 16,1 0-51-16,3-4 18 0,3-3-77 0,3-2-29 15,9-7-284-15,7-2 108 0,3-4 105 0,6-4 63 16,3-4-707-16,6-1 374 0,0-4 75 0,6-2-451 16,15 0 341-16,2-8 161 0,6-7 94 0,-1 0-117 15,0 0 102-15,2 0 50 0,0 0 25 0,-5 3-21 16,-1 1 44-16,-2 2 38 16,-4 2 0-16,-2 2 44 0,-4 2-35 0,-5 2-54 15,-1-2 474-15,-3 3-245 0,-1 0-110 0,-2 3 248 16,0 8 211-16,-4 0-240 0,-5 2-133 0,0 0 198 15,-3 2-161-15,5-1-81 0,0-1-40 0,1-5 420 16,5 2-235-16,-1-1-112 0,2 1-58 0,0-2 93 16,0 2-184-16,2-5 0 0,8 2 0 0,3-1 0 15,3-1 0-15,0 1 0 0,0-2 0 16,3 1 0-16,-5 0 0 0,4 0 0 16,-6 0 0-16,1 1 0 0,-5 0 0 0,1 2 0 15,-3-1-4-15,-2 0-50 0,-3 1-49 0,-1 4-128 16,0-4 91-16,-7 2 43 0,-6-1-36 0,-2-1 49 15,-2-2 24-15,-2 1-192 0,0-3 108 0,-1-3 45 16,1 2 37-16,1-3-360 0,-3 0 193 0,3 0 97 16,2-6 49-16,2-8-202 0,2-7 129 0,4-4 61 15,5-4 29-15</inkml:trace>
  <inkml:trace contextRef="#ctx0" brushRef="#br1" timeOffset="-208624.2">21427 2176 2392 0,'7'-16'0'0,"-1"7"0"0,1-4 0 0,1 6 0 0,2 2 0 0,-3-1 0 0,3 2 0 0,1 3 0 0,0-4 0 0,4 4 0 0,2-1 277 0,2 1-121 15,2-2-60-15,-1 1 102 0,3 1-73 0,-2-3-48 16,7 2-223-16,-6 0 90 0,2 0 46 0,3-2 23 16,-3 0-795-16</inkml:trace>
  <inkml:trace contextRef="#ctx0" brushRef="#br1" timeOffset="-207976.47">22238 1485 3220 0,'0'3'0'0,"0"-3"0"0,0 6 0 0,-2 1 0 0,-1 2 0 0,-1 2 0 0,1 2 0 0,-4 0 0 0,2 4 0 16,-1 0 0-16,-1 2 114 0,1-2-112 0,3 0 1 0,-4 0 33 0,6-6 8 0,-1 0-364 15,0-1 178-15,2-2 89 0,-2-5 44 0,2-1-369 16,0 0 203-16,0-2 94 0,0 0-99 0,4 0-5 15,4-4 76-15,1-4 51 0,0 2 14 0,5-4 8 16,-3 0 1-16,5 1 199 0,0 2-100 0,0 0-49 16,1 2-35-16,1 1 304 0,-2 2-153 0,1 1-27 15,0 1-55-15,-3 0 128 0,-4 0-67 0,0 0-27 16,-2 0-350-16,-3 5 159 16,-3 5 72-16,-2 1 35 0,0 0-309 0,-7 3 142 15,-9 1 90-15,-3 0-507 0,1-1 275 0,-3-1 137 16,1-1 60-16,-10 1-119 0,3-2 98 0,-1 1 50 15,-2-4 24-15,0 1 85 0,5-3-39 0,1 0 342 16,4 0-182-16,6-5-90 0,3 4-46 0,6-5-23 16,0 1 227-16,3-1-80 0,2 2-78 0,2-2 455 15,14 0-238-15,1 0-110 0,7 0-68 0,0 0 241 16,1 0-150-16,1 0-76 16,-6 0-37-16,3 0 106 0,0 2-76 0,-5 1-34 15,-2-2-153-15,-6 3 60 0,1-2 30 0,-4 1-227 16,-2 1 124-16,-3 0 66 0,0 1 33 0,-2 1-690 15,0 2 342-15,-7-2 91 0,-6 1 82 0,-3-2-311 16,2-1 225-16,-5-1 112 0,-2-3 55 0,1 0-62 16,-3 0 82-16,0 0 35 0,0 0 37 0,3 0 0 15,1-1 0-15,5-1 383 0,-2 1-226 16,5 1-97-16,1 0-48 0,1 0 253 16,4 1-69-16,-1 11-100 0,4 2 71 0,0 9 326 15,1 5-229-15,1 2-114 0,0 6 424 0,0-1-261 16,-2 5-143-16,2 4-67 0,-2-9 261 0,2 2-200 15,-3-1-164-15,3-3-36 16,0-4-45-16,0-1 58 0,0-5 29 0,0-5-287 0,0-1 159 0,0-5 87 16,0-5 31-16,0-3-762 15,3-4 290-15,2 0 228 0,3-7 55 0,-5-11-443 0</inkml:trace>
  <inkml:trace contextRef="#ctx0" brushRef="#br1" timeOffset="-207685.68">22090 2077 2107 0,'1'-21'0'0,"8"4"0"0,-2 4 0 0,2 1 0 0,2 3 0 0,3 2 0 0,0 1 0 0,5 1 0 0,1-1 0 0,0 3 0 16,1 1 262-16,1-3-113 0,-3 4 4 0,2 0-63 0,-4-2-28 0,-1 1 1 0,-2 1-414 15,-3-2 193-15,0 3 106 16,-4-1 39-16,0 1-260 0,-4-2 155 0,-1 0 76 16,-2 0 39-16,0-2-625 0,-5-1 269 0,-6-4 162 15,1 0-116-15,-1 0 139 0,-1 0 60 0,-1-1 37 16,-1 3 63-16,3 1 14 0,4 3 0 0,-3 1 223 15,3 0-155-15,1 2-48 0,3 0-27 0,-1 0 371 16,2 4-167-16,2 5-109 0,0 4 21 0,0 2 170 16,0 1-121-16,0 4-62 0,0-1 103 0,0-1-81 15,0 3-33-15,0-2-8 0,0 0-183 16,0-3 71-16,0-1 35 0,0 1-395 16,0-7 224-16,2 2 99 0,-2-3 54 0,0-1-517 15,2-3 253-15,0-3 109 0</inkml:trace>
  <inkml:trace contextRef="#ctx0" brushRef="#br1" timeOffset="-207395.02">22249 2133 1533 0,'-11'0'0'0,"0"0"0"0,-1 2 0 0,0 5 0 0,-1 3 0 0,1 1 0 0,1 2 0 0,4 1 0 0,0-2 0 0,4 3 0 0,1-1 79 0,2 1 227 0,0-2-136 16,0 1-67-16,0-1 33 0,2-1-50 16,3 0-17-16,4-3-58 0,1 0 24 0,3 0 0 15,3-4 1-15,0-3-301 0,3-2 159 0,6 0 67 16,-2 0 37-16,0 0-453 0,2-5 233 0,-4-2 53 15,2 0 76-15,-1 1-252 0,-3-3 155 0,-3 2 77 16,0-1-54-16,-4 1 66 0,-3-1 24 0,-4 1-2 16,-1-2 0-16,-3 2 43 0,-1-1 1 0,0 1 177 15,-1 0-102-15,-8-1-34 16,-3 1 1-16,1 1 231 0,0 2-137 0,-1 0-32 16,1 2-52-16,-3 0 408 0,5 2-199 0,0 0 173 15,-1 0-181-15,5 0-92 0,-3 0-36 16,5 2-32-16,1 4 69 0,0 0-45 0,2 1-24 0,0 1-250 15,0-1 110-15,0 1 58 0,7-1 30 0,6-4-593 16</inkml:trace>
  <inkml:trace contextRef="#ctx0" brushRef="#br1" timeOffset="-207272.69">22691 2156 2566 0,'7'4'0'0,"3"-1"0"0,0 1 0 0,-5 0 0 0,1-2 0 0,-3 0 0 0,3 1 0 0,-1 2 0 0,5 2 0 0,1 1 0 0,1 0 164 0,-3 2-246 0,4 1 59 0</inkml:trace>
  <inkml:trace contextRef="#ctx0" brushRef="#br1" timeOffset="-206079.4">23397 1775 1724 0,'-8'-2'0'0,"3"-2"0"0,-1 2 0 0,3 2 0 0,-1-2 0 0,4 2 0 0,-2 0 0 0,0 0 0 0,2 0 0 0,0 0 0 0,2 0 90 0,11 0-27 0,8 0 298 15,7 0-167-15,2-2-79 0,5 1 375 0,1-4-227 16,3 0-114-16,2-1-47 0,-4 1 245 0,2 1-314 15,-1 0-33-15,-5 1 0 16,2 0 0-16,-5 2 0 0,-3-1 0 0,-6-1 0 16,2 3 0-16,-2 0 0 0,-6 0 0 0,0 0 0 15,-7 0 0-15,2 0 0 0,-4 0-345 0,-3 0 57 16,-1 0 61-16,1 0 48 0,-1 0-417 0,-2 0 280 16,0 0 140-16,0 0-474 0</inkml:trace>
  <inkml:trace contextRef="#ctx0" brushRef="#br1" timeOffset="-205829.11">23632 1718 2857 0,'-19'0'0'15,"2"3"0"-15,3 3 0 0,2-2 0 0,3-2 0 0,-1 3 0 0,5 2 0 0,-3 0 0 0,6 4 0 0,2 7 0 0,0 0 145 0,0 6 601 0,0 1-563 0,0 3-183 16,0 2 0-16,0-1 0 0,2 5 0 0,0-4 0 15,-1 1 0-15,1-1 0 0,1 0 0 0,-1 0 0 16,0-5 0-16,-2 6 0 0,0-5 0 0,0-1 0 16,0-3 0-16,0 2 0 0,0-5 0 0,0-4 0 15,0 1 0-15,0-6 0 0,0 1 0 0,0-3-890 16,0-5 409-16,0 1 227 0,0-4 110 16,0 0-620-16,7-7 364 0</inkml:trace>
  <inkml:trace contextRef="#ctx0" brushRef="#br1" timeOffset="-205640.51">23757 1842 3470 0,'5'-5'0'0,"-1"3"0"0,-1 0 0 0,-1 2 0 0,0 0 0 0,0 0 0 0,0 4 0 0,-1 8 0 0,2 2 0 0,3 5 0 0,1 5 461 0,-3 0-461 0,-1 5 0 16,-1-1 0-16,0-2 0 0,0 7 0 0,-2-2 0 15,0-1 0-15,0-2 0 0,0 2 0 16,0-4 0-16,0 5 0 0,0-9 0 0,-4 2 0 15,0-4 0-15,1-4-750 0,1-5 146 16,2-1 269-16,-2-5 149 0</inkml:trace>
  <inkml:trace contextRef="#ctx0" brushRef="#br1" timeOffset="-205389.41">23923 2051 2385 0,'15'-6'0'0,"6"5"0"0,0-2 0 0,-1 3 0 0,6 0 0 0,-1 0 0 0,0 0 0 0,-1 0 0 0,-8 8 0 0,5 2 0 0,-4 2 110 0,-3 2 292 0,-4 1-182 16,-4 0-93-16,-4 3 58 0,-2 1-65 0,0 0-47 0,-15 1 150 0,0-3-137 15,-2-3-86-15,-2-1 0 16,3-2 0-16,0-1 0 0,7-7 0 0,0 2 0 0,3-2 0 16,2-2 0-16,2-1 0 0,2 0 0 15,0 0 0-15,2 0 0 0,17 0 0 0,15 0 0 0,5 0 0 16,10-1 0-16,13-9 0 0,0 1 0 15,4-1 0-15,2 3 0 0,-3 2 0 0,18-1-282 16,-5 3 124-16,3 3 47 0</inkml:trace>
  <inkml:trace contextRef="#ctx0" brushRef="#br1" timeOffset="-204640.78">25384 3885 2658 0,'-14'-13'0'0,"2"4"0"0,1 0 0 0,2 1 0 0,0 1 0 0,4 3 0 0,1 0 0 0,3 0 0 0,1 1 0 15,0 0 0-15,13 0 163 0,9-1-64 0,12 1 95 0,11-2-84 16,4-1-37-16,14 1 300 0,-1 1-168 0,7-2-149 0,-7 3-56 16,22-5 0-16,8 3 0 0,1-2 0 0,4-1 0 15,-5 0 0-15,22 1 0 16,-5-1 0-16,3 1 0 0,21-1 0 0,-11 3 0 15,-10 3 0-15,31-4 0 0,-4 2 0 0,5 1 0 16,1-1 0-16,4-1 0 0,7-1 0 0,3-2 0 0,-2 1 0 16,3-1 0-16,24-1 0 15,-35 2 0-15,11-3 0 0,5 1 0 0,21-1 0 16,-40 0 0-16,13 3 0 0,-2-2 0 0,-1 0 0 16,-12 5 0-16,-6-2 0 0,-5 0 0 0,-1 3 0 15,-6 0 0-15,-20 0 0 0,8 1 0 0,-5 0 0 16,2 2 0-16,-2 0 0 0,-10 0 0 0,-12 0 0 15,16 0 0-15,-27 0 0 0,18 0 0 0,-21 4 0 16,6 0 0-16,-14 0 0 0,8-1 0 0,-8 1 0 16,-12 0 0-16,1 0 0 0,-6-2 0 0,-8 4 0 15,6-5 0-15,-11 1 0 16,1-1 0-16,-5 2 0 0,-3-2 0 0,-6-1 0 16,-2 2 0-16,-5-2 0 0,-5 0 0 0,0 0 0 15,-3 0 0-15,-6 0 0 0,1 0 0 0,0 0 0 16,-2 0 0-16,0 0 0 0,0 0 0 0,-9 0 0 15,-6 2 0-15,-6 0-540 0,-3 3 208 0,-6 1 148 16,-3-2 74-16</inkml:trace>
  <inkml:trace contextRef="#ctx0" brushRef="#br1" timeOffset="-203801.62">3363 5548 2820 0,'-29'-8'0'0,"14"4"0"0,0 2 0 0,7 0 0 0,-2 1 0 0,3-2 0 0,4 2 0 0,3 1 0 0,-2 0 0 0,2 0 0 0,0 0 155 0,8 0-59 0,14 0-28 0,5 0 235 16,11 0-132-16,-1 5-57 0,18 1-43 0,8-2 62 16,3 0-133-16,11-2 0 0,15-2 0 0,-6 0 0 15,31 0 0-15,16-5 0 0,4-2 0 0,8-6 0 16,10 0 0-16,5-2 0 0,28-4 0 0,-21 2 0 15,-21 0 0-15,14 2 0 0,-9 2 0 16,-29 3 0-16,4 3 0 0,-14 3 0 0,-5 3 0 0,-15 1 0 16,-19 0 0-16,-6 0 0 15,-7 1 0-15,-10 5 0 0,-16-3 0 0,-8-1 0 16,-8 1 0-16,-7-1 0 16,-6-1 0-16,-3-1 0 0,-2 0 0 0,-2 0 0 0,-11 0 0 0,-5 0 0 15,-4 0 0-15,2 0 0 0,3 0 0 16,9 0 0-16</inkml:trace>
  <inkml:trace contextRef="#ctx0" brushRef="#br1" timeOffset="-203277.75">5230 3746 2864 0,'-27'-18'0'0,"9"4"0"0,10 13 0 0,6-1 0 0,2 2 0 0,0 0 0 0,0-2 0 0,5 0 0 0,20 0 0 0,10-4 0 0,11 0 103 0,16-3 300 0,4-2-183 0,1 0-91 16,-7-1 18-16,14 0-82 0,-11 1-65 0,-12 0 0 16,2 1 0-16,-7 0-15 0,-8 5 22 0,0-1-381 15,-6 2 206-15,-10 1 103 0,-1 2 51 0,-9 1-807 16,-2 0 393-16,-8 0 163 0,-2 4 114 0,0 3-442 15,-15 5 278-15,-2-5 129 0</inkml:trace>
  <inkml:trace contextRef="#ctx0" brushRef="#br1" timeOffset="-203112.02">5721 3618 2535 0,'-23'0'0'0,"5"0"0"0,6 0 0 0,-4 3 0 0,7 4 0 0,-1 3 0 0,5 2 0 0,1 6 0 0,1 1 0 0,3 7 0 0,0 0 156 0,0 4 158 0,0 1-139 0,0 1-69 16,0 2-25-16,0 0-9 0,0 1 201 0,0 0-118 15,0-3-91-15,0 2-64 16,0-8-177-16,1 8 52 0,1-6 82 0,0-4-653 16,0-3 366-16,3-6 184 0,1-4-761 0,3-6 439 0,6-5 216 15</inkml:trace>
  <inkml:trace contextRef="#ctx0" brushRef="#br1" timeOffset="-202956.6">5806 3734 2583 0,'0'-3'0'0,"0"3"0"0,2 0 0 0,2 0 0 0,0 10 0 16,1 2 0-16,0 2 0 0,2 3 0 0,1 4 0 0,-3 4 0 0,0-1 85 0,-1-2 344 0,-1 9-201 0,-1-2-95 0,2-1-295 15,0-1 100-15,0-1 50 0,0-4 34 0,-1 1-655 16,3-1 336-16,-1-1 167 0,1-4 84 0,0-2-824 16</inkml:trace>
  <inkml:trace contextRef="#ctx0" brushRef="#br1" timeOffset="-202693.88">6056 3935 1796 0,'15'-8'0'0,"5"2"0"0,-3 1 0 16,6 0 0-16,-2 1 0 0,-3 3 0 0,1 0 0 0,1 1 0 0,-8 0 0 0,1 0 0 0,-1 8 70 0,-5 4 312 0,-3 1-163 0,-3 2-96 0,-1 3 212 15,0 2-148-15,0-2-76 0,-10 5 265 0,-1-6-160 0,-5 1-100 16,5-3-116-1,-3-1 0-15,5-5 0 0,2-1 0 0,0-3 0 0,2-1 0 0,3-2 0 16,2-2 0-16,0 0 0 0,0 0 0 16,0 0 0-16,0 0 0 0,4 0 0 0,13 0 0 0,0 0 0 15,7 0 0-15,-3 0 0 0,9 0 0 0,0 0 0 16,1 0-58 0,2-2-108-16,3-1 74 0,1 2-13 0,9 1-989 0,-2 0 528 15</inkml:trace>
  <inkml:trace contextRef="#ctx0" brushRef="#br1" timeOffset="-202538.46">6995 4062 3931 0,'-6'-6'0'0,"4"4"0"0,2 0 0 0,-3 2 0 0,1-3 0 0,2 0 0 0,0 2 0 0,0-1 0 0,0 2 0 0,0-1 0 0,0-4 0 0,0 2 0 16,7 0 0-16,8 0-477 0,8 2 12 0</inkml:trace>
  <inkml:trace contextRef="#ctx1" brushRef="#br1" timeOffset="77975.89">32390 9583 0,'-14'-71'0</inkml:trace>
  <inkml:trace contextRef="#ctx0" brushRef="#br1" timeOffset="-201501.84">25356 1640 2518 0,'-9'-6'0'0,"3"4"0"0,3 0 0 0,3 2 0 0,-2 0 0 0,2 0 0 0,0 4 0 0,0 3 0 0,0 4 0 0,0 1 0 0,2 4 97 0,3-2 168 15,2 1-115-15,1 0-48 0,2 2-39 0,-3-1-100 0,0-4 35 0,-1 2 1 16,-3 1 36-16,-1-6-150 0,1 0 70 15,-1 0 40-15,-2-1-491 0,0-3 237 0,0 1 143 0,0-4-592 16,-7-2 342-16,2 0 165 16</inkml:trace>
  <inkml:trace contextRef="#ctx0" brushRef="#br1" timeOffset="-201271.72">25358 1514 1800 0,'0'-17'0'0,"0"5"0"0,2 1 0 0,4 1 0 0,5 4 0 0,3 0 0 0,4 2 0 0,3 2 0 0,2 0 0 0,2 2 0 0,0 0 123 0,-6 0 169 0,4 0-119 16,0 8-74-16,-4-1 69 0,-2 3-66 0,0-1-34 16,-4 2 1-16,-3 1 205 15,-1-1-124-15,-2 3-57 0,-2-1-29 0,0 5 250 16,-1-1-172-16,-2 1-142 0,0 3 0 0,-2 0 0 16,0 0 0-16,0 1 0 0,3-1 0 0,-1 1 0 15,0-1 0-15,0 0-156 0,1-2-105 0,-1-2 148 16,1-1 74-16,1 0-437 0,-1-4 166 15,-1-2 138-15,0 1 69 0,-2-1-605 0,0-1 336 0</inkml:trace>
  <inkml:trace contextRef="#ctx0" brushRef="#br1" timeOffset="-200954.84">25432 1746 2307 0,'-20'-8'0'0,"6"3"0"0,0 2 0 0,7-1 0 0,-2-1 0 0,3 4 0 0,2-1 0 0,4 0 0 0,0 1 0 0,5-2 0 0,12 1 215 0,5 1-81 0,4-1 31 16,-1 1-65-16,2-2-32 0,-2 1-1 0,-3 2-163 16,1 0 74-16,-3 0 25 15,-2 0-1-15,-2 0-479 0,-3 0 256 0,-2 0 128 16,-2 5-643-16,-2-2 359 0,-3 0 147 0,-4 1 97 16,0 1-207-16,0 1 154 0,-4 0 89 0,-10-1 44 15,1-1 53-15,0 2 0 0,-3-2 0 0,0 1 73 16,1 0-80-16,2 0 9 0,4-1-37 0,-1 0 476 15,3-1-238-15,3 1-120 0,0-3 568 0,4 3-313 16,0 1-151-16,0-2 88 16,2 1-120-16,8-1-60 0,1 2-21 0,4-4-37 15,0 1-2-15,0 0 0 0,-2-2 0 0,2 2-387 16,-5 0 202-16,1-2 89 0,-1 4 48 0,-1-2-261 16,-7 1 116-16</inkml:trace>
  <inkml:trace contextRef="#ctx0" brushRef="#br1" timeOffset="-200536.16">25276 1999 1541 0,'-18'3'0'0,"10"-1"0"0,2-1 0 0,4-1 0 0,2 0 0 0,0 0 0 0,13 0 0 0,11-1 0 0,3-1 0 0,0-1 0 0,6 0 146 0,-1 1-47 0,2 0-36 15,-4 2 0-15,0-2-81 0,-8 2 26 0,2-1 0 16,-3 1 36-16,-4 0-127 0,-6 0 58 0,0 0 31 15,-3 0-315-15,-4 0 130 0,-2 0 96 0,-2 0-328 16,0 0 190-16,0 0 85 16,-2 0 51-16,-6 0 26 0,3 0 23 0,-5 0 1 15,3 0 0-15,-1 0 113 0,1 0-57 0,1 0-37 16,3 0 116-16,-1 0-68 0,0 0-34 0,1 0 325 16,2 0-165-16,1 7-39 0,0 1-56 0,-2 2 292 15,2 2-159-15,-2-1-81 0,-3 3-40 0,3-1 194 16,-4 0-121-16,-3 2-57 0,-1-1-27 0,-1 0 166 15,0-3-98-15,0-1-39 0,5-3 79 0,-1 0-68 16,3-5-34-16,2 1-1 0,-1-3 5 0,3 0 8 16,0 0-47-16,14 0-26 15,5-9 0-15,0-1 26 0,3-1 0 0,-4-1-102 16,5 1 46-16,-3 2 29 0,-1 0-1 0,-1 0-304 16,-3 2 158-16,-7 4 48 0,1-2-411 0,-4 4 218 15,-2-1 125-15,-3 2 61 0,0 0-178 0,0 0 111 16,-12 0 69-16,-1 3-374 0,-4 3 218 0,-2-4 108 15</inkml:trace>
  <inkml:trace contextRef="#ctx0" brushRef="#br1" timeOffset="-200295.86">25435 2082 1422 0,'-13'0'0'0,"3"0"0"0,3 3 0 0,-5-3 0 0,3 1 0 15,2 3 0-15,-2 0 0 0,1 0 0 0,0 1 0 0,1 1 0 0,2 1 99 0,-2-2-33 0,2 1 20 16,1 2-26-16,0-2 9 0,3-1-88 0,-1 0 27 0,0 0 0 0,2-1 27 15,0 1 59-15,0-1-21 16,0 2-9-16,4 1 89 0,5 1-59 0,3 0-30 0,2 2 1 0,3-1 357 16,5 5-198-16,1-1-94 15,3-1-47-15,2 0 415 0,1 0-365 0,3 1-133 16,-2-2 0-16,2 0 0 0,-2 1 0 0,0-2 0 16,-5-2 0-16,7 0 0 0,-4-1 0 0,-2 0 0 15,0-2 0-15,0-4 0 16,-1-1 0-16,2 0-827 0,0 0 233 0</inkml:trace>
  <inkml:trace contextRef="#ctx0" brushRef="#br1" timeOffset="-200022.07">25981 1610 2774 0,'0'-21'0'0,"10"10"0"0,6 2 0 0,4-1 0 0,-1-2 0 0,-2 3 0 0,5 4 0 0,-3 2 0 0,-2-2 0 0,0 3 0 0,-2 2 111 0,0 0 197 0,-6 0-136 16,-3 2-60-16,1 8-43 0,-5 6 99 0,-2 3-67 15,-2 3-33-15,-13 6-20 0,-7 4-48 0,-1 7 0 16,-5-3 0-16,0 4 0 0,-2 0 0 0,0-3 0 16,5-3 0-16,-3 5 0 15,5-11 0-15,3 3 0 0,3-3 0 0,6-7 0 0,-1 0 0 16,5-2 0-16,3-4 0 0,2-5-23 0,2 0-82 15,0-4-950-15,0-5 501 0,11-1 263 0,8-1 129 16</inkml:trace>
  <inkml:trace contextRef="#ctx0" brushRef="#br1" timeOffset="-199841.58">26123 1833 3107 0,'7'-2'0'0,"-3"2"0"0,0 0 0 0,-2 0 0 0,-1 0 0 0,1 2 0 0,0 5 0 0,-2 5 0 0,0-1 0 0,0 2 0 0,0 2 214 0,0 0 89 15,0-2-126-15,0 1-75 16,-2 2-74-16,-1-2-100 0,3-6 33 0,-2 2 37 0,2-2-713 0,0-3 371 16,0-1 189-16,0-4 95 0,0 0-799 0,0 0 417 15,5-2 168-15,3-7 124 0,-3-4-264 0,3-4 194 16</inkml:trace>
  <inkml:trace contextRef="#ctx0" brushRef="#br1" timeOffset="-199734.91">26209 1895 1571 0,'9'-12'0'0,"-1"3"0"0,1 2 0 0,-1 0 0 0,1 5 0 0,-1-1 0 0,1 1 0 0,2 2 0 0,1 0 0 0,-1 0 0 0,3 0 138 0,-2 0-56 0,-1 6 324 16,-2-2-186-16,1 3-92 0,-3-1-46 0,-1 1-63 0,-2 2-9 16,-3 2 25-16,-1-1-215 0,0 2 108 15,0 1 53-15,-11 0-710 0</inkml:trace>
  <inkml:trace contextRef="#ctx0" brushRef="#br1" timeOffset="-199420.04">26088 2146 1995 0,'-1'9'0'0,"-1"-1"0"0,0 0 0 0,0-1 0 0,1 1 0 0,1 1 0 0,0-2 0 0,0 1 0 0,0-1 0 0,0-1 0 0,0 2 289 0,0-4-131 0,0-2-62 16,0-1-95-16,0-1 35 16,0 0-1-16,0 0 8 0,0 0-43 0,0 0-1 0,0-6 36 15,1-3-81-15,6 0 40 0,9-1 9 0,1 1 32 16,2 0-79-16,1 1 1 0,6 1 32 0,-6 5 56 15,4 0-3-15,-1 2-53 0,-1 0 18 0,-3 0 91 16,-3 2-42-16,-2 7-9 0,-3 3 56 16,-4-1-33-16,-3 2 0 0,-4 0-23 0,0 1-5 0,0 1 7 15,-13-3-14-15,-2 2 0 16,-4-3-56-16,0 0 28 0,0-3 1 0,1-3-160 0,-2-1 85 16,3 0 36-16,1-4 26 0,1 0-419 15,0 0 205-15,6 0 72 0,-2-2-368 0,5-8 240 16,2-5 120-16,4-9 60 0</inkml:trace>
  <inkml:trace contextRef="#ctx0" brushRef="#br1" timeOffset="-199276.99">26618 1646 2630 0,'16'-6'0'0,"-4"0"0"0,1 4 0 16,1 0 0-16,-3 2 0 0,-3 0 0 0,-1 0 0 0,0 0 0 0,-2 0 0 0,2 5 0 0,-3 4 326 0,0-1-146 0,-3 4-207 0,-1 0 31 15,0 3 8-15,0 1-785 0,0 1 403 0,0 1 203 0</inkml:trace>
  <inkml:trace contextRef="#ctx0" brushRef="#br1" timeOffset="-199133.58">26598 1912 2335 0,'-6'5'0'0,"2"1"0"0,4 1 0 0,-2-4 0 0,2 2 0 0,0-2 0 0,0 4 0 0,2-4 0 0,8 3 0 0,1 1 0 0,-4-1 141 15,5 2-57-15,-3-1-25 0,-1 0 1 0,-2 5-409 16,1-6 193-16,-3 4 104 0,-2 2-809 0</inkml:trace>
  <inkml:trace contextRef="#ctx0" brushRef="#br1" timeOffset="-198986.25">26564 2248 1855 0,'-13'9'0'0,"5"-2"0"0,1-1 0 0,1-2 0 0,4-2 0 0,0-2 0 0,0 0 0 0,2 0 0 0,0 0 0 0,6-3 0 0,7-7 79 0,0-1-6 0,3 0 0 16,-2-3-29-16,4-1-395 0,1-2 193 16,1 0 97-16,-4 1 48 0,1-5-290 0,-5 0 166 0,1-7 75 15</inkml:trace>
  <inkml:trace contextRef="#ctx0" brushRef="#br1" timeOffset="-198835.98">26763 1825 2382 0,'3'-17'0'0,"1"7"0"0,5-2 0 0,-2 4 0 0,4-1 0 0,0 3 0 0,4 1 0 0,4-1 0 0,7 0 0 0,2 1 0 0,4 1 285 0,4 2-126 0,0-2-61 16,0 3 286-16,1-2-178 0,-3 2-86 0,-2 1-42 16,-2 0-170-16,-2 0 64 0,-5 0 40 15,-2 0-8-15,-5 1-658 0,-1 3 344 0,-7 0 173 0,-3-1-322 16,-3 1 140-16</inkml:trace>
  <inkml:trace contextRef="#ctx0" brushRef="#br1" timeOffset="-198659.45">27050 1534 2523 0,'-9'1'0'0,"4"3"0"0,1 4 0 0,-1 0 0 0,2 3 0 0,0 3 0 0,2 1 0 0,-1 0 0 0,2 7 0 0,-2-2 0 0,0 1 116 16,1 2 351-16,-1-3-216 0,0 1-108 0,2 0-346 15,-2-2 115-15,2-4 62 0,0 0-284 0,0-5 173 16,0 3 86-16,0-6 51 0,0-2-687 15,2-1 267-15,2-4 210 0</inkml:trace>
  <inkml:trace contextRef="#ctx0" brushRef="#br1" timeOffset="-198400.93">27169 1570 1405 0,'5'-7'0'0,"1"3"0"0,1 2 0 0,-1 2 0 0,0 0 0 0,-3 7 0 0,-1 7 0 0,0 3 0 0,-2 5 0 0,0 2 0 0,-9 0 236 0,-6 3-105 0,-4-1-48 15,0-2 33-15,-1-1-40 0,-1-1-1 0,2-7-31 16,-5 5 16-16,7-9-1 0,0-2-24 16,5-3 0-16,2-1 84 0,2-3-34 0,3 1-8 0,4-3-42 15,-1 0 119-15,2 0-60 16,0 0-29-16,0 0 106 0,12 0-72 0,8 0-32 0,1 0 55 0,2 0-43 16,3 0-1-16,-4 0-34 15,8 0-247-15,-5 0 119 0,-5 0 59 0,4 0 31 16,-6 0-239-16,-5 0 130 0,0 1 63 0,-4 4-16 15,-4-1-750-15,-2 4 385 0,-3-1 193 0</inkml:trace>
  <inkml:trace contextRef="#ctx0" brushRef="#br1" timeOffset="-198116.82">26912 2041 1985 0,'-16'11'0'0,"4"4"0"0,6-2 0 0,0-4 0 0,0 0 0 0,1 0 0 0,3-4 0 0,2 3 0 0,0-2 0 0,0-2 0 0,0-1 141 0,0-1-54 0,0-2 99 0,0 2-80 16,0-2-35-16,2 0-1 0,15 0-46 0,3-2 11 16,6-2 9-16,6-2-36 0,8-3 27 15,3 2 1-15,-1-1-80 0,4 5 40 0,-4 1 8 0,9 0 31 16,-14 2-107-16,0 0 53 16,-2 0-10-16,-5 4 25 0,-6 4-129 0,-5 1 67 15,-5 1 20-15,-6-2 21 0,-2 1-56 0,-6 4 35 16,0-5-7-16,-14 2-68 0,-4-1 37 0,-1-3 28 15,-2-1-109-15,0 0 65 0,1-5 24 0,-3 0 8 16,1 0-187-16,2 0 110 0,-1 0 55 0,2-7 28 16,1-3-306-16,4-2 171 0,3-5 81 0</inkml:trace>
  <inkml:trace contextRef="#ctx0" brushRef="#br1" timeOffset="-197985.47">27107 1976 2395 0,'-8'-6'0'0,"3"0"0"0,1 5 0 0,1 1 0 0,-5 0 0 0,2 1 0 0,-1 11 0 0,-2 2 0 0,2 3 0 0,0 2 0 0,-2 1 222 0,1 1-93 16,-2 1-39-16,1-2 10 0,2 1-33 0,-2-3 0 0,4-3-379 0,0 0 174 16,3-5 95-16,2 0 35 15,0-4-696-15,0-2 369 0</inkml:trace>
  <inkml:trace contextRef="#ctx0" brushRef="#br1" timeOffset="-197864.13">27057 2125 1592 0,'0'-4'0'0,"0"4"0"16,0 0 0-16,0 0 0 0,0 0 0 0,0 0 0 0,0 0 0 0,3 0 0 0,-3 0 0 0,2 0 0 0,0 0 76 0,0 0-76 0,-1 4 9 0,1-3 26 0,2 0-542 0,2-1 265 0</inkml:trace>
  <inkml:trace contextRef="#ctx0" brushRef="#br1" timeOffset="-197654.02">27202 1996 1541 0,'0'2'0'0,"-3"4"0"0,-2-1 0 0,-2 3 0 0,-1 1 0 0,-2 2 0 0,2 1 0 0,-1-1 0 0,-1 2 0 0,2 0 0 0,1-1 294 0,2-3-129 15,-1 2-65-15,2-3-165 0,1-3 50 0,2-1 34 0,1-1-9 0,0-3-242 16,0 3 134-16,0-3 67 0,0 0-142 0,0 0 101 16,6 0 43-16,4 0-22 15,0 0 8-15,2 0-43 0,1 0 30 0,2 1-31 16,2 3 202-16,0 1-83 0,-1 0-34 0,4-1-77 15,-3-1 26-15,2 1 27 0</inkml:trace>
  <inkml:trace contextRef="#ctx0" brushRef="#br1" timeOffset="-196899.19">27712 1837 1740 0,'-2'0'0'0,"2"0"0"0,0 0 0 0,0 3 0 0,0 1 0 0,0 0 0 0,0 0 0 0,0 2 0 0,0 0 0 0,0 0 0 0,0 0 64 0,0 1-286 0,0-2 137 16,0-2 56-16,-5-2 32 0,-1 2-331 0,-1-3 169 16,2 0 87-16,0 0 39 0,1 0-106 0,-1-3 66 15,0-6 32-15,3-1-37 0,2 0-8 0,0-4 51 16,0 0 0-16,2 1 131 0,8-2-65 0,3 0-33 15,4 1 244-15,4 1-128 0,2 5-31 16,4-1-44-16,1 3 240 0,0 2-125 0,-1 3-36 16,6 1-45-16,-4 0 33 0,-6 0-36 0,-1 0 0 15,-3 8-69-15,-3 0 8 0,-2 4 25 0,-7 0 1 16,-3-2-86-16,-3 2 43 0,-1 1 0 0,-1 0-54 16,-17 2 44-16,-3 0 5 0,-4-2 0 0,-1-1-32 15,-1-3 28-15,3 0-8 0,-4 3-1 0,7-7 99 16,-1 3-35-16,7-3-6 0,5-1 55 0,3-3-33 15,3 1-24-15,2 1 23 16,2-3 110-16,0 1-52 0,0 1-41 0,11-2 12 16,6 0-47-16,0 0 8 0,4 0-8 0,-2 0-69 15,1 0 35-15,-1 3 8 0,-2-3 26 0,-2 1-229 16,-6 2 110-16,-1 0 38 0,-2-1 33 0,-4 4-198 16,-2-1 103-16,0 5 23 0,-5-3 22 0,-6 2-4 15,-3 0 0-15,1 2 157 0,1-1-57 0,1-2-45 16,1 1 0-16,3-1 192 0,0-2-99 0,5-1-35 15,-1 1-28-15,2-3 109 16,1 2-59-16,0-4-2 0,0 3-42 0,0 1 22 16,1-5-20-16,4 5 28 0,2-4-80 0,0 3 31 15,1-2-1-15,-2 2-203 0,-1 0 104 0,-1-1 36 16,-2 1 33-16,-1-1-407 0,-1 2 203 0,0 0 73 16,0 1 66-16,-10-2-215 0,0-1 135 0,-3-1 69 15,1 0-23-15,-3-2 37 0,0 0 31 0,-3 0 0 16,3 0 59-16,-2 0 0 0,-3 0-45 0,0 0 248 15,1 0-120-15,1 0-60 16,-1 0-30-16,3 0 430 0,-2 4-162 0,2 1-129 16,6 1 23-16,-1-1 258 0,5 3-190 0,0-2-95 15,2 1 159-15,3 3-131 0,1-3-62 0,0 4-30 16,1-1 42-16,19 4-37 0,2-6 10 0,8 2-12 16,13-1-34-16,8-3 0 0,13 1 0 0,-1-1-43 15,-3-2 9-15,19 4 34 0,-8-4 0 0,1-1-93 16,-2 3 46-16,-3-3 24 0,-9 0 8 0,13 3-551 15,-16-2 232-15,5 0 144 16</inkml:trace>
  <inkml:trace contextRef="#ctx0" brushRef="#br1" timeOffset="-196723.04">29061 2323 343 0,'-2'0'0'0,"2"0"1970"0,0 0-985 0,0 0-492 0,0 0-353 0,0 0-140 16,0 0 0-16,-14 0 0 0,-11-2-681 0</inkml:trace>
  <inkml:trace contextRef="#ctx1" brushRef="#br0" timeOffset="86976.31">25952 13384 0</inkml:trace>
  <inkml:trace contextRef="#ctx1" brushRef="#br0" timeOffset="87873.17">26194 14122 0,'-72'-185'16</inkml:trace>
  <inkml:trace contextRef="#ctx0" brushRef="#br0" timeOffset="-191803.86">15848 7118 2968 0,'0'-4'0'0,"-2"1"0"0,2 2 0 0,0 1 0 0,0 0 0 0,0 0 0 0,0 0 0 0,2 6 0 0,7 2 0 0,3 1 0 0,2-1 85 0,1 3 399 0,0-2-223 15,0-2-128-15,-2 2-133 0,0-1 0 0,0 2 0 16,-3-3 0-16,-3 0 0 0,1 1 0 0,-5 1 0 0,2 3 0 16,-3 1 0-1,-2-1-559-15,0 0 220 0,0 3-405 0,0-2 357 0,-2 2 125 16</inkml:trace>
  <inkml:trace contextRef="#ctx0" brushRef="#br0" timeOffset="-191644.42">15879 7365 2917 0,'-8'6'0'0,"3"0"0"0,1-3 0 0,0-1 0 0,3 0 0 0,-1-2 0 0,2 2 0 0,0 2 0 0,0 0 0 0,2 1 0 0,7 0 121 0,3 3 184 15,-3 0-124-15,3 1-511 16,2 0 185-16,-1 3 92 0,-2-1 46 0,1 3-809 15,-3 1 418-15,-2 1 212 0,0 2 105 0,-4 1-392 16</inkml:trace>
  <inkml:trace contextRef="#ctx0" brushRef="#br0" timeOffset="-191497.36">15933 7713 2636 0,'-11'13'0'0,"0"3"0"0,1-5 0 0,3-5 0 0,0 3 0 0,1-3 0 0,3-5 0 0,-2 1 0 0,5-1 0 16,0-1-1-16,0 0 136 0,0 0-54 0,8 0 426 0,7-7-235 0,4-5-116 0,-1-1-11 0,0 0-145 15,6-3 0-15,-2-2 0 0,1 1-128 0,-2 3 69 16,3-1 48-16,-4 1-773 0,5-1 406 0,-2 0 209 16,0 1 29-16,-3-2-791 0</inkml:trace>
  <inkml:trace contextRef="#ctx0" brushRef="#br0" timeOffset="-191309.22">16218 7264 2986 0,'-18'0'0'0,"9"0"0"0,-1 0 0 0,3-1 0 0,0-4 0 0,5 3 0 0,2-3 0 0,0-1 0 0,3 0 0 16,15 1 0-16,3-1 220 0,2 2 355 0,4 1-425 0,-1-1-150 0,2 2 0 0,-6 2 0 15,8 0 0-15,-5 0 0 0,-2 0 0 0,-2 2-281 16,-1 3 21-16,-3-1 159 0,-1 0 65 0,-2 1-743 16,-5-2 322-16,-1-2 223 0,-3 1-250 0,1 0 213 15</inkml:trace>
  <inkml:trace contextRef="#ctx0" brushRef="#br0" timeOffset="-190641.25">16337 6954 1884 0,'-4'13'0'0,"2"5"0"0,1-2 0 0,-1 1 0 0,-2 7 0 0,1-3 0 0,-3 9 0 0,2-2 0 0,-4 3 0 0,-1-1 0 0,0-3 162 0,-3-2-51 0,-4 5-42 15,0-8 1-15,0-1 38 0,-2-2-34 0,4-2-1 16,-3-4-24-16,4-2 187 0,4-3-98 0,1-1-49 16,2-3-26-16,2 0 242 0,4-3-123 0,0 2-77 15,2-2-33-15,9-1 69 0,7 0-141 0,4 0 0 16,-2 0 0-16,9 0 0 0,-1 0 0 0,0-1 0 16,0-2 0-16,-1 0 0 0,-4 1 0 0,-2 0 0 15,2 0-39-15,-5 0-47 16,-4 2 62-16,-3 0-815 0,1 0 391 0,-7 0 209 15,-1 0 100-15,-2 0-452 0,0 0 275 0,-2 0 139 16,0 0-212-16,0 0 179 0,-2 0 86 0,-5 0 12 16,-3-1 36-16,2-1 1 0,-1-3 28 0,-2 4 116 15,1-2-74-15,1 2 1 0,0 1-35 0,2 0 381 16,-2 0-209-16,2 5-81 0,0 7-45 0,1 1 414 16,0 2-210-16,-1 4 120 15,-1 2-137-15,-1 2-82 0,-3 1-37 16,2 1 17-16,-6 0-27 0,0 0 1 0,-2-6-18 0,0 3 27 0,3-7 0 15,0-2-36 1,1-3 0-16,5-5 193 0,0-1-87 0,4-2-58 0,0-2 0 0,3 0 278 16,2 0-163-16,0 0-82 0,4 0-31 15,11-2 117-15,3-2-206 0,5-1 0 0,2-1 0 0,0 2 0 16,7 0 0-16,-2 0 0 0,-2 2 0 0,0 1 0 16,-1-1 0-16,-7 2 0 0,1 0 0 15,0 0-15-15,-7 0-11 0,-3 0-867 0,1 0 416 16,-3 0 208-16,-2 0-406 0,-2 0 318 0,-3 0 159 15,0 0-167-15,-2 0 163 0,0-2 72 16,0-7 51-16,0 1 3 0,-2 1-1 0,-3-2 39 16,0 0-1-16,-1 4 339 0,1 0-180 0,1 1-80 15,0 2-39-15,3 0 608 0,-1 0-277 0,2 2 472 16,0 0-387-16,0 4-189 0,0 7-95 0,2 4 365 16,1 4-230-16,3 1-105 0,-1 2-160 15,1 0-3-15,-1 2 0 0,2 2 0 16,-4-4 0-16,3-2 0 0,-1-3 0 0,2-1 0 15,-3-4 0-15,2-3-520 0,2-1 224 0,-1-6-735 16,0-2 486-16,3 0 253 0</inkml:trace>
  <inkml:trace contextRef="#ctx0" brushRef="#br0" timeOffset="-190480.68">16623 7409 3393 0,'-7'-10'0'0,"2"5"0"0,2 1 0 0,1-2 0 0,0 4 0 0,2-1 0 0,0-1 0 0,7 0 0 0,7 1 0 0,2 2 0 0,2-1 129 0,-4 2 151 16,4 0-151-16,1 0-129 0,-3 0 0 0,0 2 0 16,-2 3 0-16,0 0 0 0,0 2-731 0,-3-1 382 15,1-2 193-15,1-1-800 0</inkml:trace>
  <inkml:trace contextRef="#ctx0" brushRef="#br0" timeOffset="-190347.13">16916 7218 2296 0,'-6'-5'0'0,"4"4"0"0,-1-2 0 0,1 1 0 0,0 2 0 0,2 0 0 0,0 0 0 0,0 0 0 15,2 0 0-15,7 6 0 0,0 3 70 0,-1 7 0 0,0-1-32 0,1 3-672 0,-2 2 336 0</inkml:trace>
  <inkml:trace contextRef="#ctx0" brushRef="#br0" timeOffset="-190215.78">16966 7546 3612 0,'-5'15'0'0,"-3"2"0"0,2-4 0 0,1-4 0 0,-2 2 0 0,3-1 0 0,2-1-3 0,1-1 0 0,1-1 0 0,0 2 1 0,0-1 170 0,0-2-66 0,1 0-42 15,5-1-60-15,1 1 0 0,2-3 0 0,3 3-624 16,-3-1 192-16</inkml:trace>
  <inkml:trace contextRef="#ctx0" brushRef="#br0" timeOffset="-175174.47">2403 9054 2584 0,'-15'-10'0'0,"5"8"0"0,7 2 0 0,-1 0 0 0,4 0 0 0,0 0 0 0,0 0 0 0,0 0 0 0,4 0 0 0,16 0 0 0,2 0 108 0,6 0-34 16,2 0 225-16,2-2-135 0,4 1-62 16,-3-5-31-16,0 2 52 0,-1 0-42 0,0 0 10 0,-2-1-77 15,-2 3-1-15,-9-2 27 0,4 2-240 16,-5 1 120-16,-6 1 70 0,0 0 20 0,-4 0-1 16,-3 0-546-16,-4 0 274 0,1 0 80 0,0 0-537 15,-2 0 345-15,0 0 168 0,-2 0-331 0,-5 0 249 0</inkml:trace>
  <inkml:trace contextRef="#ctx0" brushRef="#br0" timeOffset="-174992.15">2634 8744 2338 0,'-9'-2'0'0,"4"2"0"0,-2 0 0 0,5 2 0 0,-1 5 0 0,1 5 0 0,2 1 0 0,0 1 0 0,0 6 0 15,5 0 0-15,4 4 116 0,-1 1-38 0,2-1-1 16,-2 5 61-16,-1-1-49 0,0 0 10 0,-1 2-343 0,-1-2 142 0,0 2 71 15,-3-1 35-15,0-2-536 16,-2-2 295-16,0 5 134 0,0-2 47 0,-7-7-533 16,-5 5 252-16,1-4 148 0,-7-5-47 0,-5 1 103 15</inkml:trace>
  <inkml:trace contextRef="#ctx0" brushRef="#br0" timeOffset="-174798.58">2463 9361 1755 0,'-25'0'0'0,"4"0"0"0,2 0 0 16,-3 0 0-16,7 0 0 0,-3 0 0 0,8 0 0 0,-1 2 0 0,4 2 0 0,3 0 0 0,4 0 454 0,0 2-211 0,0-2-103 15,12 3 132-15,13-4-117 0,3 1-57 16,8-4-20-16,10 0-9 0,1 0 346 0,3-4-188 0,3-7-202 16,-1-1-25-16,1 0 0 0,-2 0 0 15,-7 3 0-15,-7 5 0 0,2-2 0 0,-4 5 0 0,-8-3 0 16,-2 2 0-16,-3 2-22 16,-6 0-315-16,-7 0 187 0,-3 0 20 0,-2 0 72 0,-2 0-91 15,-2 0-566-15,-2 6 337 0,-10 1 167 0,-3-2-404 16,-3 3 278-16</inkml:trace>
  <inkml:trace contextRef="#ctx0" brushRef="#br0" timeOffset="-174614.25">2581 9372 2529 0,'-15'7'0'0,"2"-1"0"0,4 4 0 0,0 2 0 0,-3 0 0 0,3 4 0 0,-5 3 0 0,5 1 0 0,-7 6 0 0,4 3 0 0,-6 0 392 0,1 3-177 0,-3 0-78 16,-5 6-54-16,7-8-12 15,-2 2-1-15,-3 2-31 0,4-6-238 0,4-5 129 0,0-1 49 16,0-3 30-16,5-4-525 0,0-2 277 0,4-6 139 16,2-5-677-16,3 0 381 0,1-2 150 15,0 0 104-15</inkml:trace>
  <inkml:trace contextRef="#ctx0" brushRef="#br0" timeOffset="-174448.92">2376 9658 2478 0,'4'0'0'0,"1"0"0"0,3 0 0 0,-6 11 0 0,3 2 0 0,-2 3 0 0,0 1 0 0,-1 3 0 0,2 3 0 0,-1 5 0 0,-1 0 444 0,2 1-202 0,-2 1-102 0,-2 0-50 16,0 1 34-16,0-1-47 0,0 0-1 0,0 1-280 15,-2-3 121-15,-2-2 61 0,2-5 40 0,-1-1-527 16,1-1 273-16,0-8 138 16,0 0 68-16,2-5-689 0,0-4 276 0,0-2 207 0</inkml:trace>
  <inkml:trace contextRef="#ctx0" brushRef="#br0" timeOffset="-174144.2">2590 9519 2734 0,'10'-1'0'0,"-1"1"0"0,2 0 0 0,-5 0 0 0,0 1 0 0,0 8 0 0,-3-3 0 0,2 3 0 0,-1 3 0 0,1-1 0 0,-2 2 158 0,-1 1-60 0,-1 0-29 15,1 3-1-15,-2-1-429 0,0 1 210 0,0-3 90 16,-2 0 49-16,-4-1-496 0,-6-1 269 15,1-2 134-15,-3-2 75 0,-1-3-365 16,-3-1 179-16,6-1 88 0,-1-3 79 0,2 0 1 16,2 0 9-16,4 0 317 0,-2 0-158 0,7 0-80 15,-3 0-39-15,3 0 504 0,0 0-260 0,0 0-55 16,8-1-93-16,5-1 273 0,4 0-165 0,3 0-74 16,1 1-51-16,1-1 151 0,2 0-96 0,-3 0-48 15,1 0-65-15,-2 0 27 0,0 2-11 0,-7 0-216 16,-1 0 109-16,-1 0 54 0,-4 0 26 0,0 0-695 15,-5 8 348-15,1 1 109 16,-3 2 111-16</inkml:trace>
  <inkml:trace contextRef="#ctx0" brushRef="#br0" timeOffset="-173977.48">2574 9895 2843 0,'-9'8'0'0,"2"-3"0"0,2 0 0 0,3-3 0 0,-1 1 0 0,3-2 0 0,0-1 0 0,0 2 0 0,1-2 0 0,13 0 0 0,1 0 193 0,2 0-68 0,-3 0-48 0,3 0-72 16,-2 0 1-16,2 0 33 0,-4 0-1 0,-1 0-524 16,-4 0 257-16,2 0 134 0,-5 0 66 0,-3 0-743 15,-1 5 299-15,-1 3 218 0,0 1-258 0</inkml:trace>
  <inkml:trace contextRef="#ctx0" brushRef="#br0" timeOffset="-173813.9">2641 9987 1720 0,'-21'5'-1'0,"5"1"1"0,2-2-1 0,0 0 1 0,3-2 0 0,4 1 0 0,-2-1 0 0,4-2 0 0,4 2 0 0,1-2 0 0,-3 0 257 0,3 0-99 0,0 2 184 0,3-2-152 16,5 0-76-16,6 0 86 0,-1 0-81 0,-1 0-30 16,2 0-10-16,2 0-253 0,-4 0 107 0,4 0 53 15,-6 0 26-15,3 0-494 0,-4 0 256 0,-1 0 132 16,-3 0 35-16,3 0-317 0,-3 0 99 0,-3-2 127 16,-1 0-329-16,1-5 221 0,-2-3 109 0,0 1-107 15</inkml:trace>
  <inkml:trace contextRef="#ctx0" brushRef="#br0" timeOffset="-173578.59">2648 9889 1530 0,'-12'-7'0'0,"4"3"0"0,3 0 0 0,-3 3 0 0,4-1 0 0,2 2 0 0,1 0 0 0,1 0 0 0,0 11 0 0,0 2 0 0,1 4 321 15,5 0-132-15,2 3-79 0,-1 7-36 0,-3-1 144 16,3-2-90-16,-7 3-45 0,2-7 11 0,-2 3-53 16,0-2-2-16,0-1 0 0,-2-5-1 0,-3 0 32 15,-3-6 9-15,0 1-40 0,1-4 160 0,0-1-81 16,1-3-39-16,2 0 171 15,1-2-96-15,0 0-115 0,3 0-39 0,0 0 0 16,0 0 0-16,0 0 0 0,6-4 0 0,7-5 0 16,3 0 0-16,0-1 0 0,1-1 0 0,3-1-106 15,-2 1-61-15,2 0 61 0,0 0-296 0,-3 1 146 16,1-1 116-16,-4-2-579 0,4 2 330 0,-6-4 180 16,2-1 85-16</inkml:trace>
  <inkml:trace contextRef="#ctx0" brushRef="#br0" timeOffset="-173225.44">2852 9147 3067 0,'0'-2'0'15,"0"2"0"-15,0 6 0 0,-1 11 0 0,-2 8 0 0,0 3 0 0,3 8 0 0,0 10 0 0,0 5 0 0,0 13 0 0,3-4 334 0,7-4-138 0,0 14 103 0,4-8-264 16,0-2-35-16,1-7 0 0,0 3 0 0,-1-4 0 15,4-1 0-15,0-4 0 0,0-6 0 0,-1-7 0 16,0-1 0-16,3-3 0 0,-2-7 0 0,-5-8 0 16,1-2 0-16,-1-5-178 0,-3-6-64 0,-1-2 25 15,3 0-49-15,-5-13 111 0,2-10 56 0,-3-2-41 16,-3-10 50-16,1-2 16 0,-3-7 10 0,1 11-9 16,-2-1-1-16,0 9 36 0,0 0 0 0,0 11 247 15,0 1-119-15,-3 4-64 16,-4 5-32-16,1 2 560 0,-4 2-279 0,-2 0-80 15,-5 15 189-15,4 4-363 0,-5 4-21 0,-2 4 0 16,0 3 0-16,0 2 0 0,-3 6 0 0,2-12 0 16,1 4 0-16,-1-3 0 0,6-7 0 0,0-3-452 15,5-8 138-15,3-1 98 0,2-8-762 0,5 0 470 16</inkml:trace>
  <inkml:trace contextRef="#ctx0" brushRef="#br0" timeOffset="-173073.37">3090 9071 3931 0,'9'-11'0'0,"1"1"0"0,-3 6 0 0,0 4 0 0,-1 0 0 0,-1 0 0 0,0 4 0 0,-1 6 0 0,-1 6 0 0,4 7 0 0,-5 0 0 16,-2 8 0-16,4 1 0 0,-1 1 0 0,6 11 0 0,3 0-449 16,2-2-148-16,8 2 318 0</inkml:trace>
  <inkml:trace contextRef="#ctx1" brushRef="#br0" timeOffset="107473.03">19911 10803 0,'0'0'0,"0"0"16</inkml:trace>
  <inkml:trace contextRef="#ctx0" brushRef="#br0" timeOffset="-172183.59">14788 6826 3730 0,'15'-29'0'0,"-2"5"0"0,-2 10 0 0,4 1 0 0,0 1 0 0,8 5 0 0,3 1 0 0,4 3 0 0,11 3 0 0,-5 3 0 0,13 16 201 0,-8 3-201 15,1 6 0-15,-7 6 0 0,-4 6 0 0,-5 5 0 16,-8 2 0-16,-6 6 0 0,-7 1 0 0,-3 1 0 16,-2 2 0-16,-3-2 0 0,-16-4 0 0,-1-3 0 15,-3-5 0-15,-4-5 0 0,-3-6 0 0,4-3 0 16,-12-4 0-16,5-4 0 0,1-4 0 0,-6-4 0 16,-4 1 0-16,11-3 0 0,-7 3 0 0,3-5 0 15,-1-2-251-15,8-3 87 0</inkml:trace>
  <inkml:trace contextRef="#ctx0" brushRef="#br0" timeOffset="-171765.39">14771 7035 3931 0,'0'-23'0'0,"0"6"0"0,-2 2 0 0,1 2 0 0,-4 2 0 0,3 4 0 0,0 1 0 0,2 2 0 0,-1 1 0 0,1 3 0 0,0 0 0 0,0 13 0 0,0 12 0 16,0 5 0-16,0 11 0 0,0-2 0 0,0 6 0 16,-2-6 0-16,0 11 0 0,-2-3 0 0,2-4 0 15,1 0 0-15,-1-8 0 16,-2 3 0-16,1-3 0 0,-2-1 0 0,1-3 0 0,-1-6 0 15,1-4 0-15,-1 0 0 0,-3-5-587 0,2 1-38 16,-1 0 293-16</inkml:trace>
  <inkml:trace contextRef="#ctx0" brushRef="#br0" timeOffset="-170607.8">1160 9531 1837 0,'-20'-13'4'0,"5"5"-1"0,-1 3 0 0,2-3 0 0,0 0-1 0,2-1 1 0,-1 1 0 0,2-1-1 0,3 2 3 0,2-1-1 0,4 2 448 0,2-1-208 0,0-3-101 16,0 3-49-16,10-3 142 0,10-1-97 0,2 4-38 15,6-1-12-15,0 1 116 0,0 3-83 0,2 2 94 16,0 2-195 0,-5 0-21-16,2 2 0 0,-3 8 0 0,-3 2 0 0,-7 3 0 0,2 2 0 15,-6 6 0 1,-3 3 0-16,-4 3 0 0,-3-1 0 0,0 4 0 0,-8-2 0 15,-9 1 0-15,-3 2 0 0,-5-4 0 0,-3 0 0 16,-2-5 0-16,-3-3 0 0,3-5 0 0,-5 0 0 16,3-5 0-16,4-3 0 0,7-3 0 0,-2-3 0 15,5 2 0-15,1-4 0 0,9 0 0 16,3 0 0-16,3 0 0 0,1 0 0 0,1 0 0 0,0 0 0 16,3 0 0-16,17 0 0 15,3-3 0-15,1 2 0 0,6-5 0 0,6 2 0 16,-3 1 0-16,2-1 0 0,2 0 0 0,-5 0 0 15,-7 3 0-15,8-3 0 0,-5 2 0 0,-9 2 0 0,4 0 0 16,-3 0 0-16,-3 0 0 0,1 0 0 16,-4 0-370-16,2 0 120 0,-1 0 106 0,2 0-825 15,1-5 454-15,2-9-341 0</inkml:trace>
  <inkml:trace contextRef="#ctx0" brushRef="#br0" timeOffset="-170393.02">1528 9242 3906 0,'-6'-10'0'0,"6"4"0"0,0 4 0 0,0 0 0 0,3 1 0 0,12 1 0 0,5 0 0 0,7 0 0 0,1 15 0 0,9 7 0 0,-4 7 25 0,-3-1-25 0,2 15 0 15,-4-2 0-15,-9 7 0 0,0 4 0 16,-10 0 0-16,-2 1 0 0,-7 1 0 0,0 1 0 0,-5-1 0 16,-11-3 0-16,-2-1 0 15,-5 0 0-15,3-4 0 0,-7-3 0 16,0-3 0-16,-1-5 0 0,3-6 0 0,-3-1 0 0,-2-4-50 15,2-1-427-15,1-4 219 0,-3-2 110 16,0 0 55-16</inkml:trace>
  <inkml:trace contextRef="#ctx0" brushRef="#br0" timeOffset="-169274.73">3682 9262 2195 0,'-3'-9'0'0,"-2"-2"0"0,2 7 0 15,-1 2 0-15,4-1 0 0,-1 2 0 0,1 1 0 0,0 0 0 0,0 1 0 0,0 13 0 0,1 1 362 0,6 2-162 0,1 1-80 0,1 2-40 0,2 0 55 16,-1 3-39-16,-1-2-9 0,2-3-48 16,-4 2-27-16,4-2-1 0,-4-1 28 0,-2-6-331 0,1-2 161 0,-3-1 85 15,0-5 43-15,0 1-589 16,-1-4 300-16,-2 0 71 0,0-2-206 0,0-9 193 15,0-5 98-15,-8-7-60 16,-1-1 79-16,-2 3 29 0,-1-10 9 0,-1 5 77 0,-1-2-37 0,1 3 0 16,1 1 0-16,-1 8 159 15,5-2-74-15,1 7-43 0,0 0 0 0,3 3 379 0,4 1-210 0,0-1-43 16,2 1-70-16,15 1 387 16,5-2-204-16,6 3-101 0,-1-1 106 0,6 4-109 0,-1 0-49 0,-1 1 17 15,-1 1-34-15,-3 0 1 16,-8 0-25-16,4 3-5 0,-8 5-4 0,-2 2 0 15,-5 1 0-15,-4 2-97 0,-4 2 58 0,0 5-9 16,-12 1 48-16,-6 2-65 16,-5-1 32-16,-1 1-11 0,-4-1 35 0,-1-1-6 0,-1 0-28 0,4-6 124 15,1 0-49-15,8-7-6 0,-3 0-37 0,10-1 82 16,-1-3-31-16,4-3-1 16,5-1-8-16,1 2 127 0,1-2-160 0,0 0-37 15,0 0 0-15,6 0 0 0,9 0 0 0,0 0 0 16,4-2 0-16,1-3 0 0,-2 1 0 0,2-2 0 15,-5 1 0-15,1 0 0 0,-5 4 0 0,-1-1 0 16,-3 0 0-16,-3-1 0 0,-1 2 0 0,-1 1 0 16,0 0 0-16,-2 0 0 0,0 0 0 0,0 4-13 15,0 5-52-15,0 3 77 0,-5 1-45 0,-1 2 13 16,0 1-28-16,0 1 184 0,1 3-105 0,1-3-31 16,-1 3 0-16,3-4 0 15,-1 2 0-15,3-4 0 0,-4 0 0 0,4-5 0 16,0 2 0-16,0-1 0 0,0-4 0 0,0-2 0 15,0-1 0-15,0-1 0 0,0-2 0 0,0 0 0 16,0 0 0-16,0 0 0 0,0 0 0 0,0 0 0 16,0 0 0-16,0 0 0 0,0 0 0 0,0 0 0 15,4-2 0-15,4-3 0 0,1-5 0 0,5 0 0 16,-3-1 0-16,1 2 0 0,-1 1 0 0,-2 3 0 16,-1-1 0-16,-1 2 0 15,-1 3 0-15,-3-1 0 0,1 2 0 0,-2 0-49 16,1 5-65-16,-3 8-749 0,0-1 411 0,0 1 207 15,-7 0 103-15,0-5-286 0,-2 1 199 0,-5-3 95 16</inkml:trace>
  <inkml:trace contextRef="#ctx0" brushRef="#br0" timeOffset="-169023.25">3666 9600 1865 0,'-9'4'0'0,"0"-2"0"0,3 5 0 0,3-1 0 0,1 1 0 0,2 3 0 0,0 1 0 0,0 4 0 0,0 1 0 0,2 4 0 0,3 4 228 0,1 0-94 0,-2 3-48 0,-1-1 308 15,-1 0-178-15,-2-5-78 0,0 4-55 0,0-3 205 16,0-3-125-16,-7 0-62 0,-1-5-30 0,3-4 93 16,0-1-164-16,-2-3 0 0,4-2 0 0,-1-2 0 15,2 0 0-15,2-2 0 0,-2 0 0 16,2 0 0-16,0-2 0 0,6-10 0 0,8 1 0 0,2-2 0 16,4-1 0-16,2 0 0 15,1 1 0-15,-2-1 0 0,3 2 0 0,-2 2 0 16,6-3 0-16,-1 0 0 0,-3 1-783 0,5 1 349 15,1-2 198-15,2 0-269 0,6-6 238 0,2 0 114 16</inkml:trace>
  <inkml:trace contextRef="#ctx0" brushRef="#br0" timeOffset="-168814.9">4254 9242 3126 0,'-20'3'0'0,"5"-3"0"0,3 6 0 0,1-6 0 0,0 2 0 0,4-1 0 0,4-1 0 0,-1 0 0 0,2 0 0 0,2 0 0 0,0 0 354 0,11 0-158 16,3 0 59-16,7 0-255 0,1 0 0 0,0 0 0 16,1-1 0-16,-3-1 0 0,2-4 0 0,-3 3 0 15,0 0 0-15,-1 0 0 0,-1-1 0 0,-5 2 0 16,1 0-96-16,-3 0-21 0,0 0 88 0,0 0-888 16,-2 2 438-16,1 0 221 15,-4 0-531-15</inkml:trace>
  <inkml:trace contextRef="#ctx0" brushRef="#br0" timeOffset="-168467">4294 9388 2882 0,'-17'11'0'0,"2"0"0"0,2-2 0 0,2-3 0 0,3-2 0 0,2-1 0 0,1-2 0 0,3-1 0 0,2 2 0 0,0-2 0 0,0 2 305 0,9-2-123 16,7 2-76-16,1-2-34 0,1 1 205 0,0-1-170 0,1 2-107 15,-3 3 0-15,-1-4 0 16,-4 3 0-16,0 0 0 0,-3 2 0 0,-3 0-94 15,-3 2-41-15,-2 1 82 0,0 3-373 0,-2-1 219 16,-9 0 27-16,-2-1-49 0,-1 1 71 0,-3-2 65 16,4-1 26-16,-5-1-66 0,3-1 46 0,0-2 1 15,5-2 37-15,0 0 63 0,0-1-27 0,2-1 0 16,6 2 209-16,-3-2-117 0,3 0-69 0,2 0-20 16,0 0 351-16,0 0-173 0,0 2-45 0,0 0 102 15,2 0-69-15,5 0-64 16,4-1-26-16,-1 2 85 0,2-2-56 0,-3-1-28 15,2 0 10-15,-1 2 61 0,-1-2-103 0,0 0-153 16,-1 0 52-16,-3 0 52 0,3 3 37 0,-1-3-11 16,-5 0-642-16,0 1 320 0,2 1 119 0,-2 2-612 15,0-3 373-15,0 2 200 0,-2-3 95 0,0 0-371 16</inkml:trace>
  <inkml:trace contextRef="#ctx0" brushRef="#br0" timeOffset="-168143.1">4234 9366 2287 0,'-12'-18'0'0,"2"7"0"0,0 2 0 0,2-1 0 0,1 3 0 0,2 2 0 0,1 2 0 0,1 1 0 0,3 1 0 0,0 1 0 0,0 3 135 0,0 12 258 15,0 10-182-15,0 3-86 0,0 6-43 0,0 9 0 16,-9-2 130-16,5-2-77 0,-8 7-53 16,3-13 0-16,0 4 23 0,-1-3-105 15,0-6 0-15,0-4 0 16,2-2 0-16,-2-3 0 0,2-4 0 0,2-4 0 0,3-1 0 15,0-3 0-15,1-5 0 0,2 1 0 16,0 0 0-16,0-1 0 0,0-1 0 0,0 3 0 0,7-2 0 16,6 0 0-16,4 2 0 15,2-2 0-15,4-1 0 0,0 2 0 0,5 0 0 0,-3-3 0 0,2 2 0 0,-1-2 0 16,-6 0 0-16,4 0 0 16,-1 0 0-16,-4 0 0 0,0 0 0 0,-2 0 0 15,0 0 0-15,-6 0 0 0,4 0 0 0,-1 0-153 16,-3 0 40-16,-2 0-671 0,4 0 372 0,-2 0-470 15,3 0 426-15,1 0 209 0</inkml:trace>
  <inkml:trace contextRef="#ctx0" brushRef="#br0" timeOffset="-167913.47">4652 9337 3251 0,'-2'-5'0'0,"-1"-1"0"16,1 2 0-16,2 1 0 0,-3 1 0 0,3-2 0 0,0 1 0 0,0-1 0 0,0 1 0 0,3 1 0 0,9-2 470 0,1-1-260 0,4 0-210 0,1 0 0 0,1-2 0 15,4 1 0-15,0 3 0 16,2-3 0-16,-6 0 0 0,4 3 0 0,0-1 0 0,-5 0 0 16,-1 0 0-16,1 3-96 15,-8 1-223-15,-1 0 179 0,1 0 18 0,-4 0 66 0,-1 0-870 16,-3 1 445-16,0 5 220 0,1 0-428 15,-3-3 315-15</inkml:trace>
  <inkml:trace contextRef="#ctx0" brushRef="#br0" timeOffset="-167559.66">4823 8967 2684 0,'-13'-19'0'0,"4"6"0"0,3 4 0 0,1 1 0 0,-1 5 0 0,2 1 0 0,2 0 0 0,2 2 0 0,0 0 0 0,0 4 0 0,2 13 172 16,8 5-67-16,-2 6-33 0,-1 9 516 0,0 5-278 0,-2 7-310 15,-3-1 0-15,2 7 0 0,-2-2 0 16,-1 5 0-16,-1 0 0 0,0 0 0 0,0-1 0 0,0-1 0 0,-3 1 0 16,-3-5 0-16,-2 1 0 15,2-10 0-15,-1 7 0 0,4-14 0 0,0 0 0 0,-3-6 0 16,2-9-21-16,2-5-488 0,-1-5 241 16,3-1-446-16,-2-10 339 0,0 0 167 0,1-11-219 15,1-14 184-15,0-12 107 0,-2-4 49 16,0-8-213-16,2-6 131 0,0-1 65 0,0 11-11 0,0 0 43 15,0 5 0 1,0 7 33-16,0 10 171 0,0 0-86 0,-1 10 525 0,-4 3-300 16,2 4-154-16,3 2-79 0,-5 2-29 0,-2 2 571 0,-1 0-250 0,-1 7-145 15,-4 4 66-15,3 6-106 0,-8 3-53 16,6-3-17-16,-3 6-302 0,5-5 134 16,-2 0 65-16,2 1-272 15,4-4 169-15,1-6 95 0,3 3-696 0,2-4 375 0,0-7 127 0</inkml:trace>
  <inkml:trace contextRef="#ctx0" brushRef="#br0" timeOffset="-167390.69">4858 9444 2960 0,'7'0'0'0,"0"0"0"0,4 0 0 0,-4 4 0 0,0 2 0 0,0 2 0 0,2 1 0 0,-4 0 0 0,0 0 0 0,4 5 0 0,-4-2 515 15,0 2-524-15,1 0 19 0,-2 1 0 0,-1 1 29 0,2-1-719 16,-2-4 359-16,2-1 189 0,0-1 81 0,2-4-369 15,0 0 228-15,3-4 114 0,1-1 58 0</inkml:trace>
  <inkml:trace contextRef="#ctx0" brushRef="#br0" timeOffset="-166942">5098 9366 3158 0,'2'-12'0'0,"1"8"0"0,-2 0 0 0,-1 2 0 0,2 2 0 0,0 0 0 0,0 2 0 0,1 10 0 0,2 5 0 0,2 5 0 0,-5 2 119 0,1 5 500 15,0 3-584-15,-3-1-35 0,0 5 0 0,0-2 0 0,0-2 0 16,0 0 0-16,0-1 0 0,0-3 0 0,-3-4 0 16,0-6 0-16,3 1 0 0,-2-5 0 0,-1-5-237 15,1-4 64-15,2-3 106 0,-2 0 52 0,1-2-906 16,-3-2 431-16,2-13 231 16,-1-11-231-16,1-4 226 0,-1-11 112 0,-2-4-146 15,-1-8 134-15,0-13-177 0,0 1 295 16,1-6 32-16,-2 3 14 0,4 8 0 0,3-1 86 15,0 8-81-15,0 16-1 0,0-1-42 16,5 7 252-16,3 8-136 0,0 4-54 0,6 5-31 16,-1 2 633-16,4 4-310 0,1 1-83 0,4 1 224 0,2 4-214 0,-6-1 506 15,5 2-701-15,2-2-9 0,-2 3-1 0,-4 0 170 16,4 0-89-16,-4 0-41 16,0 4 1-16,-4 3 41 0,2 3-41 0,-6 2 10 15,1 4-50-15,-4 1-34 0,-2 7-5 0,-3 3 0 16,0 4 0-16,0 1 0 0,-3 2 0 0,0 9 0 0,0 3 0 15,0-4 0-15,2 2 0 16,-1-5 0-16,1 11 0 0,1-5 0 0,1-2 0 0,1-3 0 16,2 2 0-16,-4-7 0 0,2 3 0 0,-2-3 0 15,0-2 0-15,-1-3 0 0,-2-7 0 0,0-1-313 16,0-6-140-16,0-2 208 16,0-3-498-16,-3-1 350 0,-8-3 176 0,0-3 80 15,-1-2 52-15,-4-2-428 0</inkml:trace>
  <inkml:trace contextRef="#ctx0" brushRef="#br0" timeOffset="-166772.78">5171 9503 3052 0,'-16'-16'0'0,"4"5"0"0,3 1 0 0,2 4 0 0,0-4 0 0,4 2 0 0,1 3 0 0,2-3 0 0,0 3 0 16,2-2 0-16,11 0 220 0,4 2-90 0,2 0-47 0,2 2 1 0,2-1-36 0,0 3 134 15,0-1-73-15,1 0-86 0,-2 2-23 0,1 0-171 16,-2 0 36-16,-4 2-725 0,0 5 449 0,-2 3 225 15,-4 0-774-15,-2 1 452 16</inkml:trace>
  <inkml:trace contextRef="#ctx0" brushRef="#br0" timeOffset="-166622.35">5298 9543 2595 0,'-15'5'0'0,"7"-2"0"0,-2 1 0 0,3-4 0 0,2 2 0 0,2-2 0 0,1 0 0 0,2 0 0 0,0 0 0 0,5 0 0 0,5 0 38 15,3 0 1-15,4 0-155 0,-4 0 78 0,1 0 47 0,1 0-9 0,-4 6-620 16,1-1 325-16,-4 3 163 0,-2 1 81 0</inkml:trace>
  <inkml:trace contextRef="#ctx0" brushRef="#br0" timeOffset="-166466.95">5308 9717 2723 0,'-15'11'0'0,"0"0"0"15,2-2 0-15,1 1 0 0,-1-5 0 0,3-1 0 0,3 0 0 0,2-2 0 0,2-2 0 0,3 2 0 0,-3-2 108 0,3 0 214 0,0 0-142 0,3 0-71 0,6 0-26 0,4 0 113 16,0 0-79-16,2 0-39 0,3 0-63 0,-1 0-15 0,-1-2 0 16,1-4-19-16,0 2 23 0,-1 1-620 15,1-1 327-15,-2-2 164 16,1 1-804-16,0-3 450 0,2-1-279 0</inkml:trace>
  <inkml:trace contextRef="#ctx0" brushRef="#br0" timeOffset="-166008.9">5754 8920 2856 0,'5'-9'0'0,"1"5"0"0,-3 0 0 0,-1 2 0 0,1 1 0 0,-3 1 0 0,0 0 0 0,0 0 0 0,0 10 0 0,0 4 0 0,-10 6 113 0,-1 7 217 0,-3-3-146 15,2 2-72-15,0 1-209 0,2-8 68 0,-1 6 43 16,1-5-10-16,1-3 35 0,4-6-407 15,-1-2 203-15,6-3 101 0,-2-4 61 0,-1-1-356 0,1-1 184 0,0 0-18 16,2-1 113-16,0-7 13 0,0-1-9 16,0-2 205-16,4-1-84 15,1 3-42-15,5 0 341 0,0 2-186 0,0-3-106 0,3 2 364 16,3 1-201-16,-2 0-59 0,4-2-61 16,1 4 96-16,-1-2-68 0,-1 1-95 0,0 0-28 0,-1 3-47 15,-4-2-20-15,-1 4 52 0,1-1-271 16,-3 2 158-16,-1 0 82 0,-2 0-761 15,-3 0 400-15,-1 2 156 0,-2 5 104 0,0 3 32 0,0-1 38 0,-10 1-428 16,-1-1 233-16,0 0 117 16,-3 2-57-16,0-1 91 0,0-3 42 0,1 1 0 0,2-2 320 15,1-1-139-15,2 1-80 0,1-2-25 0,2 1 246 16,2-1-140-16,-2 0 507 0,5 1-310 0,0 1-46 16,0 1 170-1,0 1-193-15,2-2-96 0,6 1 9 0,2 0-53 0,-3-1-17 16,4 3-10-16,-3-2-465 0,-1-2 219 0,2 1 111 15,-1-3-1119-15,1-1 1103 0,2-2 56 0,-1 0-14 16,1 0 26-16,3 0-71 0,1-13 33 0</inkml:trace>
  <inkml:trace contextRef="#ctx0" brushRef="#br0" timeOffset="-165633.04">6119 8834 1863 0,'7'-8'0'0,"-2"3"0"0,0 3 0 0,-3 0 0 0,0 2 0 0,1 0 0 0,-3 0 0 0,0 13 0 0,-10 2 0 0,-1 6 0 0,-5 1 471 16,1 3-216-16,-3-3 60 0,-1 3-139 0,2-3-68 0,0-3-26 16,0-1-83-16,2 0 39 0,5-5 1 0,3-3-151 15,-2-3 138-15,3-2 22 0,4-3-10 0,1-2-37 16,1 2 0-16,0-2 37 0,0 0-24 16,1 0 34-16,13-2-10 0,1-4 59 15,3-1-66-15,3 0-2 0,3-3-18 0,-1 3-21 16,5-3 32-16,-4 1 1 0,-7 1 3 0,4 1-537 15,-1 1 501-15,-3 1 26 0,-3 1-3 0,-5 2-269 16,0 0 119-16,-3 0 66 0,-1 1 12 0,-4 1-457 0,1 0 244 0,-2 0 116 16,0 0 59-16,-3 0 30 0,-8 0-144 15,2 0 76-15,-3 0 54 0,1 0 84 16,1 1 0-16,-2 1-42 0,4 0 1 0,-1 0 348 16,2 0 586-16,2 0-879 0,0-1-20 15,5 5 0-15,0 2 102 0,0 1 0 0,0 2-38 16,3 1-1-16,4 0-77 0,2 2 28 0,-2 1 0 15,3-1 36-15,-2 4-467 0,-3-1 229 16,-1-1 115-16,-1 2 57 0,-3-2-701 0,0 3 309 0,0-4 191 16</inkml:trace>
  <inkml:trace contextRef="#ctx0" brushRef="#br0" timeOffset="-165436.53">5754 9348 2031 0,'-12'0'0'0,"3"0"0"0,4 0 0 0,1 0 0 0,4 0 0 0,0-2 0 0,7-1 0 0,10-3 0 0,8 2 0 0,-3 0 0 0,8-3 195 0,0 2-78 0,0-2-39 0,4-2 114 0,-4 2-77 0,-3 1-29 15,-2 0-258-15,-2 3 104 0,-4-1 54 0,-1 0-570 16,-8 2 311-16,-1 2 165 16,0 0 39-16,-7 0-564 0,-1 0 289 0,-1-1 153 0,0-1-4 15</inkml:trace>
  <inkml:trace contextRef="#ctx0" brushRef="#br0" timeOffset="-165214.93">5973 9155 1153 0,'-9'-4'0'0,"1"2"0"0,2 2 0 0,5 0 0 0,-2 0 0 0,3 4 0 0,0 3 0 0,0 5 0 16,0-1 0-16,0 0 0 0,0 2 82 0,0 1-1 0,-3-2 139 0,1 5-96 0,-7-5-42 0,1-2-1 0,-1 2 114 15,2-2-78-15,0-3 131 0,-1-1-109 16,3 0-51-16,0-4-24 0,3 0-1 0,0-1 79 15,1-1-43-15,1 1-35 0,0-1 13 0,1 3-39 0,10-1 1 0,5 0 45 16,-2 0 10-16,7-1-55 0,-6 3-1 0,7-2-267 16,-4 0 134-16,0 0 67 15,0-1-731-15,-4 2 379 0,2 0 190 16,-5 1 61-16,-4 4-643 0,-1 1 367 0</inkml:trace>
  <inkml:trace contextRef="#ctx0" brushRef="#br0" timeOffset="-164802.03">5812 9500 2291 0,'-14'0'0'0,"5"0"0"0,2 3 0 0,3-3 0 0,4 0 0 0,0 0 0 0,0 0 0 0,8 0 0 16,9 0 0-16,1 0 0 0,2-3 89 0,3 0 142 0,-2-1-87 0,7-2-58 16,-7 2-315-16,1 3 133 0,0-3-1039 0,-6 2 1077 15,-3 0 46-15,-2 0-5 0,-1 1-794 16,-5-2 742-16,-1 3 1 0,-2-2 23 0,-2 2-60 15,0-1 39-15,-2-1-1 0,-7-1 29 0,1-3 13 16,2-1 25-16,1 0 0 0,-3 0 0 0,3 3 148 16,1 0-112-16,0 0-38 0,2 2 1 0,0 1 399 15,1 1-201-15,1 0-115 0,0 6 20 0,0 7 290 16,0 4-167-16,0 5-84 0,3 7-56 0,3 0 107 16,0 5-77-16,-3 0-38 0,2 1 0 0,-4 0 189 15,1 0-119-15,-2 1 21 0,0-4-64 0,0-2-68 16,-6-2-3-16,-1-4 15 0,-5 2-10 0,1-6-3 15,-2-2 4-15,1-3 0 0,-2-6-1 16,0-1 124-16,0-4-122 0,2-4-2 0,-1 0 0 16,3 0 27-16,-1-4 0 0,4-9-18 0,0-1-8 0,2-2-27 15,2-4 26-15,3 3 1 0,0-4-1 0,0 2-84 16,6 0 37-16,5 2 0 16,5 1 47-16,6-4-322 0,-2 7 144 15,1 2 84-15,5 0 14 0,2 3-730 16,0 5 362-16,0 1 185 0</inkml:trace>
  <inkml:trace contextRef="#ctx0" brushRef="#br0" timeOffset="-164643.56">6651 9857 3674 0,'0'-3'0'0,"0"1"0"0,0 0 0 0,0 0 0 0,0 2 0 0,0 0 0 0,0 0 0 0,0-2 0 16,0 2 0-16,0 0 0 0,0 0-46 0</inkml:trace>
  <inkml:trace contextRef="#ctx0" brushRef="#br0" timeOffset="-155146.35">7196 9279 1641 0,'-1'-11'0'0,"1"1"0"0,-2 3 0 16,-1-1 0-16,3 1 0 0,0-1 0 0,0 2 0 0,-1 1 0 0,1 1 0 0,0 2 0 0,0 1 192 0,0 1-77 0,0-3-39 0,0 3-1 0,0 0 153 15,0 0-86-15,0 0-58 0,0 6-23 0,0 9 139 16,0 8-81-16,-5 4-41 0,-2 6 224 0,-3 11-137 15,-5 6-64-15,1 2-32 16,-5 10 146-16,7-11-147 0,-5 5-68 0,5 0 0 16,-2-1 0-16,3-2 0 0,0-4 0 0,-1-5 0 15,6-4 0-15,-1-1 0 0,0-3 0 0,4-2 0 16,-2-6 0-16,2-6 0 0,1-1 0 0,0-1 0 16,2-8 0-16,-1-1 0 0,1-3-205 0,0-4-36 15,0-4 71-15,0 3-362 0,0-3 247 0,0 0 124 16,0-3 63-16,0-18-196 0,3-8 134 15,10-8 61-15,1-4 31 0,-2-10-431 0,5-13 231 0</inkml:trace>
  <inkml:trace contextRef="#ctx0" brushRef="#br0" timeOffset="-154924.75">7164 9372 2214 0,'3'-26'0'0,"-2"4"0"0,1 5 0 0,-2 4 0 0,0 3 0 0,0 7 0 0,0 1 0 0,0 1 0 0,0 1 0 0,2 0 0 0,1 9 323 0,8 10-143 0,1 4-72 16,4 11 502-16,-5 2-277 0,6 15-170 0,-1 9-163 15,-2-4 0-15,-1 4 0 16,-1-7 0-16,3 5 0 0,0-3 0 0,-2-4 0 16,4-4 0-16,-4-1 0 0,2-1 0 0,-5-7 0 15,5 5 0-15,-7-12 0 0,1 2 0 0,-4-3 0 16,-1-7 0-16,0-1 0 0,-3-5 0 0,-1-7-463 16,0-1 53-16,-5-3 186 0,-8-6 94 0,0 0-547 15,-4-3 324-15,-2-12 159 0,-1-9 78 0</inkml:trace>
  <inkml:trace contextRef="#ctx0" brushRef="#br0" timeOffset="-154778.85">7062 9816 3041 0,'-28'-8'0'0,"6"5"0"0,-1 3 0 0,4 0 0 0,8 0 0 0,0 0 0 0,5 0 0 0,3 0 0 0,3 0 0 0,0 0 0 0,3 2 298 0,12-1-130 16,8 5-66-16,1-4 85 0,4 0-75 15,2-1-89-15,2-1-23 0,3 3-344 0,-1-3 123 0,-1 0 129 16,-1 0 64-16,-2 0-761 0,2 0 408 15,-2-3 97-15,-2-4 140 0</inkml:trace>
  <inkml:trace contextRef="#ctx0" brushRef="#br0" timeOffset="-154541.06">7505 9649 3600 0,'0'-5'0'0,"0"3"0"0,0 0 0 0,0-2 0 0,0 0 0 0,1-2 0 0,12 4 0 0,3 0 0 0,9 1 0 0,-1 1 0 0,7 0 227 0,-1 8-123 0,0 3-104 0,0 6 0 0,0-2 0 15,-4 3 0-15,-1 3 0 0,-3 0 0 0,-9-3 0 16,0 8 0-16,-6-1 0 0,-5 2 0 0,-2 1 0 16,-9-2 0-16,-7 2 0 0,-5-2 0 0,-6-1 0 15,1-5 0-15,-4 1 0 16,-2-2 0-16,-2-4 0 0,-1-4 0 0,1 0 0 0,2-1 0 16,7-5 0-16,5 0 0 15,5-4 0-15,4-1 0 0,5 0-282 0,6 0 83 0,0-13 81 16,10-7-794-16,12-7 428 0,12-7 229 0</inkml:trace>
  <inkml:trace contextRef="#ctx0" brushRef="#br0" timeOffset="-154348.98">7861 9611 3432 0,'13'-18'0'0,"-7"8"0"0,-1 3 0 0,-3 1 0 0,-2 2 0 0,0 2 0 0,0 2 0 0,-7 0 0 0,-2 0 0 0,-1 12 0 0,-1 2 499 0,2 6-499 0,0-1 0 15,2 7 0-15,5-2 0 0,2 4 0 0,0 2 0 16,0-2 0-16,7 0 0 15,7 1 0-15,1-1 0 0,2-4 0 0,-1 1 0 0,0-6 0 0,0-1 0 16,2 1-1-16,-2-6-82 16,-2 0-20-16,0-4-892 0,-2-1 484 0,3-6 238 15,-3-2 117-15,0 0-295 0,-1 0 207 16</inkml:trace>
  <inkml:trace contextRef="#ctx0" brushRef="#br0" timeOffset="-154175.45">8036 9748 3230 0,'-10'-8'0'0,"4"5"0"0,1 1 0 0,1 0 0 0,0 1 0 0,2 1 0 0,1 0 0 0,1 0 0 0,0 0 0 0,12 0 0 0,6 0 122 0,6 0-42 0,-5 0 406 0,9 0-473 0,0 0-13 15,2 0 0-15,0 0 0 0,-2 0 0 0,-3 0-111 16,0 0-130-16,-1 0 140 16,-2 0 68-16,-3 0-693 0,-2 0 321 0,-5 0 206 15,-3 0-26-15,-4 0-171 0,-1 0 180 0,-2-2 90 0,-2-4-350 16</inkml:trace>
  <inkml:trace contextRef="#ctx0" brushRef="#br0" timeOffset="-154004.93">8246 9518 3100 0,'-15'-10'0'0,"4"7"0"0,2-2 0 0,0 4 0 0,2 1 0 0,3 0 0 0,1 4 0 0,1 11 0 0,2 5 0 0,0 5 0 0,2 5 407 0,1 1-185 0,6 7-92 0,-4 0-58 15,2 7-72-15,-3-11 0 0,1 3 0 0,-1 8 0 16,-2-11 0-16,2 2 0 0,-3 0 0 0,2-3 0 15,-2-1 0-15,2-4-106 0,-1 0-125 0,-1-9 144 16,1-2 57-16,2-6-1085 0,1-2 540 0,4-9 268 16</inkml:trace>
  <inkml:trace contextRef="#ctx0" brushRef="#br0" timeOffset="-153486.28">8510 9521 3931 0,'7'0'0'0,"-2"7"0"0,-1 7 0 0,-2 5 0 0,0 5 0 0,-1 2 0 0,1 5 0 0,2-2 0 16,-2 7 0-16,-1 2 0 0,-1-2 0 0,0 1 0 0,0-1 0 0,2-7 0 0,0 1 0 15,3-1 0-15,-2-9 0 0,3-3 0 0,-4-6 0 0,-1 1-50 16,1-6-280-16,0-3 184 16,-2-1 92-16,0-2-743 0,0 0 371 0,-11-13-63 15,-1-8 226-15,3-7 113 0,-2-4 57 0,-2-11 28 0,2-2-92 16,2-4 65-16,0 0 28 0,4 10-1 0,3 2 152 15,0 2-62-15,2 12-40 16,0 0 183-16,0 4-102 0,2 5-51 0,7 4-27 16,7 2 555-16,2 2-283 0,5 2-57 0,1 2 345 15,3 2-256-15,5 0-127 0,-2 0-65 0,-6 0 298 0,11 0-185 0,-10 9-88 16,-6 2-65 0,0-1-60-16,-5 4 0 0,-1 1 0 0,-8 0 0 0,-4 2 0 0,-1 3 0 15,0 3 0-15,-9-4 0 0,-3-4 0 16,-3 4 0-16,-3-2 0 0,6-4 0 0,-3-3 0 15,6-4 0-15,4 0 0 0,-1-2 0 0,6-2 0 16,-3 0 0-16,3 1 0 0,0 1 0 0,8 4 0 16,4-1 0-16,3 3 0 0,2 3 0 15,2 1 0-15,-5 0 0 0,5 3 0 0,1 1 0 16,-9-1 0-16,1 6 0 16,-3-6 0-16,-4 5 0 0,-3-1 0 0,0 0 0 0,-2 1 0 15,-2 1 0-15,-14-2 0 0,2-5 0 0,-7 3 0 16,-2-2 0-16,2-6 0 0,-4 0 0 0,0-3 0 15,2-2 0-15,-4-3 0 0,6-3 0 0,0 0 0 16,1 0 0-16,4 0 0 16,2-11-143-16,4-11-286 0,6-13 196 0,4-9 98 15,7-12-992-15,12 1 545 0</inkml:trace>
  <inkml:trace contextRef="#ctx0" brushRef="#br0" timeOffset="-153343.89">8864 9615 3196 0,'25'-9'0'0,"-1"7"0"0,-4 2 0 0,3 0 0 0,-7 0 0 0,3 3 0 0,-1 9 0 0,0 1 0 16,1 4 0-16,-2 0 0 0,4 5 281 0,-1 0 173 0,-3-2-454 0,0 2 0 0,-2 1 0 0,-1-6 0 16,0 2 0-16,-3-2 0 0,1-2 0 0,-3-2 0 15,-2-6 0-15,3-2 0 0,-2 0-775 16,3-5 264-16,0 0 238 0</inkml:trace>
  <inkml:trace contextRef="#ctx0" brushRef="#br0" timeOffset="-153140.33">9354 9408 3831 0,'0'-1'0'0,"0"1"0"0,0 0 0 0,0 6 0 0,0 18 0 0,-2 2 0 0,-6 11 0 0,3 5 0 0,-6 6 0 0,0 13 0 0,-1-9 100 0,-2 14-100 16,-1-4 0-16,-4 4 0 0,0 4 0 0,-2 3 0 16,-1-2 0-16,3-1 0 0,-1-5 0 0,8-11 0 15,2 2 0-15,-1-5 0 0,4-9 0 16,-1 1 0-16,5-9 0 0,-2-10 0 15,1-5 0-15,3-9-743 0,1-3 84 0,0-5 316 16,0-2 153-16,0-17-673 0</inkml:trace>
  <inkml:trace contextRef="#ctx0" brushRef="#br0" timeOffset="-152984.91">9352 9861 3514 0,'11'-9'0'0,"9"0"0"0,-2 1 0 0,1-2 0 0,4 3 0 0,0 0 0 0,4 1 0 0,6 0 0 0,9 0 0 0,-6 1 0 0,9 3 226 16,-10 0-95-16,5 0-71 0,-2 1-60 0,-5-1 0 0,-1 2 0 0,-2 0-65 0,-9 0-191 16,-1 0 147-16,-2 0 72 15,-9 0-832-15,-1 0 461 0,-4 0 145 0</inkml:trace>
  <inkml:trace contextRef="#ctx0" brushRef="#br0" timeOffset="-152800.4">9719 9495 3245 0,'0'0'0'0,"0"0"0"0,0 11 0 0,-3 2 0 0,3 6 0 0,-2 7 0 0,0 3 0 0,1 4 0 0,-3 9 0 0,1 0 0 0,-5-4 156 0,1 11 374 0,-3-3-530 16,1-2 0-16,0 1 0 0,2 1 0 0,2-9 0 16,1 1 0-16,4-3 0 0,0-3-415 0,0-9 23 15,0-3 214-15,7-7-863 0,9-7 440 0,3-6 282 16</inkml:trace>
  <inkml:trace contextRef="#ctx0" brushRef="#br0" timeOffset="-152593.84">10293 9522 3679 0,'0'-9'0'0,"0"2"0"0,-9 4 0 0,-10 3 0 0,-8 0 0 0,2 7 0 0,-3 12 0 0,-1 3 0 0,-3 10 0 0,8 0 0 0,3 6 252 16,6-1-252-16,5 3 0 0,7-5 0 0,3 11 0 15,0-7 0-15,10-2 0 0,4-6 0 0,9 0 0 16,2-2 0-16,5-3 0 0,3-7 0 0,1-2 0 16,2-8 0-16,-3-1 0 15,1-5 0-15,0-3 0 0,-2 0 0 0,-2-2-1021 0,-2-9 464 16,-2-4 260-16</inkml:trace>
  <inkml:trace contextRef="#ctx0" brushRef="#br0" timeOffset="-152299.22">10451 9545 3441 0,'0'0'0'0,"0"0"0"0,3 0 0 0,9 0 0 0,3 0 0 0,4-2 0 0,7-3 0 0,1 1 0 0,3 3 0 0,0-1 0 0,0 2 113 0,2 0 116 0,-4 0-101 16,-2 0-108-16,-7 3-20 0,2 8 0 0,-9 2 0 15,-4 5 0-15,-6 6 0 0,-2 5 0 16,-13 6 0-16,-10-1 0 0,-3 0 0 0,0-3 0 0,-9 9 0 15,5-6 0-15,7-8 0 0,-2 1 0 0,6-2 0 16,8-8 0-16,0 2 0 0,6-3 0 0,4-4 0 16,1-1 0-16,0-1 0 0,12-3 0 0,6-1 0 15,6-4 0-15,3-2 0 16,1 0 0-16,2 0 0 0,2 0 0 0,-2-2 0 16,0-4 0-16,-2 3 0 0,-6 1 0 0,-1 0 0 15,-5 0-271-15,-4 0-28 0,-2 2 132 16,-7 0 63-16,-3 0-814 0</inkml:trace>
  <inkml:trace contextRef="#ctx0" brushRef="#br0" timeOffset="-152139.78">10477 9733 3439 0,'-5'0'0'0,"5"0"0"0,0 0 0 0,1 0 0 0,8 0 0 0,5 0 0 16,2 0 0-16,4 2 0 0,4 2 0 0,1 0 0 0,2 1 379 0,1 1-266 0,-1-2-113 15,5 1 0-15,-4 1-16 0,2 0-1 0,-2-2-415 0,1-2 234 16,-5-2 127-16</inkml:trace>
  <inkml:trace contextRef="#ctx0" brushRef="#br0" timeOffset="-151986.52">10945 9715 3931 0,'6'0'0'0,"16"-2"0"0,4-4 0 0,1 0 0 0,1 0 0 0,-2 5 0 0,6-1 0 0,0-2 0 0,5 2 0 0,6-2 0 0,-8 0 0 0,2 1 0 16,-5 0-76-16,2 3 44 0,-6 0 34 0,-3 0-821 16,-5 0 427-16,-5 0 215 0,-6 0 115 15,-1 0-454-15,-8 0 262 0</inkml:trace>
  <inkml:trace contextRef="#ctx0" brushRef="#br0" timeOffset="-151813.65">11259 9440 3714 0,'-5'0'0'15,"4"0"0"-15,1 2 0 0,0 12 0 0,0 2 0 0,1 11 0 0,4 3 0 0,2 7 0 0,-3 3 0 0,0-2 0 0,-3 8 217 0,1-3-217 0,0-7 0 0,-2 3 0 0,2 1 0 0,0-5 0 16,1 0 0-16,2-4-430 16,0 3 102-16,1-6 182 0,1-7 91 0,0 0 54 0,3-5-367 15,3-6 202-15</inkml:trace>
  <inkml:trace contextRef="#ctx0" brushRef="#br0" timeOffset="-151608.98">11654 9478 3931 0,'12'0'0'0,"5"0"0"0,-5 15 0 0,-3 5 0 0,-4 9 0 0,1 12 0 0,-2 5 0 0,0 6 0 0,-2 4 0 0,-2-1 0 0,0-1 0 0,0 1 0 0,0-5 0 16,0-11 0-16,0 11 0 0,0-17 0 0,0 1 0 15,2-9 0-15,1-3 0 16,3-7 0-16,-1 2-125 0,-1-9 40 0,-1-1 61 0,0-5-1080 16,-1-2 517-16,0-4 266 0,-2-19-391 15,0-10 339-15</inkml:trace>
  <inkml:trace contextRef="#ctx0" brushRef="#br0" timeOffset="-151384.65">11698 9525 3721 0,'9'-20'0'0,"7"5"0"0,2 5 0 0,1 1 0 0,4 3 0 0,1 4 0 0,6 2 0 0,0 0 0 0,4 9 0 0,0 9 0 0,5 10 210 0,-3-3-210 16,-2 6 0-16,-2 2 0 0,-6 4 0 0,-5-2 0 15,1 8 0-15,-9-4 0 0,-5 3 0 0,-6-1 0 16,-2-2 0-16,-10 12 0 0,-12-4 0 0,-7-2 0 0,-4 2 0 16,-8 3 0-16,2-15 0 15,-2 1 0-15,-1-5 0 0,0-6 0 0,6-8 0 0,1-4 0 16,8-6 0-16,-1-4 0 0,6-3 0 0,5 0 0 15,4-3 0-15,5-17 0 0,8-7-714 16,0-12 244-16,15-14 217 0</inkml:trace>
  <inkml:trace contextRef="#ctx0" brushRef="#br0" timeOffset="-151246.75">12311 9660 3931 0,'20'2'0'0,"6"2"0"0,-7-4 0 16,-1 0 0-16,2 0 0 0,-1 0 0 0,3 0 0 0,4 2 0 0,4-1 0 0,2 5 0 0,2-3 0 0,2-2 0 0,0 1 0 0,-1-1 0 0,-3 3 0 0,-2 2 0 16,-7 0-567-16,-5-1 268 0,-6 9 162 0</inkml:trace>
  <inkml:trace contextRef="#ctx0" brushRef="#br0" timeOffset="-151090.08">12397 9970 3931 0,'-21'4'0'0,"12"1"0"0,1 1 0 0,4-2 0 0,4-4 0 0,0 0 0 0,8 0 0 0,11 1 0 0,9 1 0 0,-2 2 0 0,6-2 0 0,-2 0 0 0,4-2 0 16,3 0 0-16,-1 2 0 15,2 0 0-15,0-2 0 0,-3 0 0 0,1 0-31 16,-3 0-1058-16,1 0 558 0,0-2 283 0,-6-6-459 0</inkml:trace>
  <inkml:trace contextRef="#ctx0" brushRef="#br0" timeOffset="-150785.52">13152 9694 3139 0,'2'-6'-1'0,"1"4"-1"0,1 1 1 0,-2 1 0 0,0 0 1 0,0 0 0 0,4 10-1 0,-1 6 1 0,4 6 0 0,3 3 0 0,-1-1 289 0,-2 1 220 0,5 3-509 0,-1-2 0 16,4 0 0-16,1 2 0 0,1-3 0 16,6-3 0-16,0 1 0 0,2-6 0 0,1-4 0 0,2-3 0 15,0-5 0-15,0-5 0 0,-5 0 0 0,5 0 0 16,-5-5 0-16,-7-5 0 0,1-5 0 0,-2-4 0 15,-6-1 0-15,-5-9 0 0,-4 2 0 0,-2-5 0 16,0-2 0-16,-13-2 0 0,-1-2 0 16,-4 3 0-16,-1 3-65 0,-4 2-58 0,1 4 49 15,-1 5 208-15,1 7-93 16,-5 0-38-16,9 6 81 0,-5 1-84 0,4 5 0 16,1 2 0-16,0 0 0 0,4 0 0 0,0 9 0 15,5 5 0-15,0 2 0 0,1 3 0 0,2 5 0 16,4 4 0-16,2 1 0 0,0 2 0 0,0 5-646 15,0 7 36-15</inkml:trace>
  <inkml:trace contextRef="#ctx0" brushRef="#br0" timeOffset="-150640.05">13548 10123 340 0,'0'-15'0'0,"2"10"0"0,9-6 1431 16,-9 0-715-16,-2 3-358 0,0 6-1085 0</inkml:trace>
  <inkml:trace contextRef="#ctx0" brushRef="#br0" timeOffset="-141614.72">3738 10533 1736 0,'0'-5'0'0,"0"1"0"0,0 3 0 0,0-4 0 0,0 2 0 0,0 1 0 0,0 0 0 0,0 2 0 0,0 0 0 0,0 0 0 0,1 2 75 0,4 11-34 0,1 4 557 16,1 5-279-16,-2 5-140 0,1-1 71 15,0 4-95-15,0 2-62 0,-2 1-27 0,-1 0 214 16,1 0-141-16,-3 2-139 0,1-2 0 0,0-1 0 16,0-3 0-16,1 2 0 0,-3-5 0 0,3-3 0 0,0 1 0 15,-3-3-123-15,0 0 70 16,0-8 46-16,0-2 1 0,0-3-234 0,0-3 133 15,0-3-4-15,0-2-410 0,0 0 240 0,0-4 121 16,0-14 59-16,0-5 21 0,0-9-279 16,0-2 160-16,0-9-51 0,-3 0 105 0,-5-4 52 15,1 5 17-15,-2-10 95 0,-3 9-29 0,3 9-1 16,0-1-29-16,-3 4 439 0,5 11-230 0,0-3-99 16,2 6 255-16,3 6-177 0,2-1-89 0,0 1 27 0,2 1 477 15,11 2-261-15,10 0-131 0,6 1-65 16,2 1 214-16,8 2-129 0,4 2-146 15,-3 2-45-15,-1 0 0 0,-5 0 0 16,2 6 0-16,-3 7 0 0,-3 0 0 0,-5 6 0 16,-6 0 0-16,-6 3 0 0,-4 3 0 0,-7-1 0 0,-2 6 0 15,0 0 0-15,-11-1 0 0,-7-2 0 16,-3-2 0-16,-2-2 0 0,-2-1 0 0,3-5 0 16,-6-3 0-16,8-3 0 0,-3-6 0 0,4 1 0 0,3-5 0 15,9-1 0-15,-2 0 0 16,6 0 0-16,1 0 0 0,2 0 0 0,0 0 0 15,9 0 0-15,16-1 0 0,3-3 0 16,2 1 0-16,6 0 0 0,1 3 0 0,0 0 0 0,2 0 0 16,-8 0 0-16,-1 11 0 0,-8 1 0 0,-1 4 0 15,-7-1 0-15,-3 5 0 16,-6-2 0-16,-3 1 0 0,-2 0 0 0,0 5 0 0,-15-5 0 0,-2 2 0 16,-4-4 0-16,-4 0 0 15,-5-1 0-15,2-2 0 0,-2-3 0 0,-2-2 0 0,7-4 0 16,-1-1 0-16,3-2 0 0,0-2 0 15,3 0 0-15,2 0 0 16,2-6 0-16,4-5 0 0,5-5 0 0,5-2 0 0,2-8-109 16,7 0-92-16,16-10 80 0,7 3-1038 0,8-4 550 0</inkml:trace>
  <inkml:trace contextRef="#ctx0" brushRef="#br0" timeOffset="-141450.09">4335 10712 3724 0,'8'0'0'0,"1"0"0"0,-4 0 0 0,-2 0 0 0,2 0 0 0,-3 6 0 0,-2-3 0 16,2 2 0-16,2 1 0 0,2 4 0 0,1-3 207 0,4 2-207 0,-1 3 0 0,-1 1 0 0,5 0 0 16,-4 2 0-16,5 2 0 0,-5 1 0 0,4-4 0 0,-3 2 0 0,1 0-355 15,1-3-50-15,-1-1 222 0,1-3-371 16,0-6 116-16,3 1-375 16,0-4 386-16,4-2 193 0</inkml:trace>
  <inkml:trace contextRef="#ctx0" brushRef="#br0" timeOffset="-141247.53">4710 10552 2237 0,'-3'-23'-1'0,"1"11"1"0,-5 0 0 0,-1 6 0 0,5 1 0 0,-2 3 0 0,0 2 0 0,3 0 0 0,-3 7 0 0,0 7 0 0,2 10 816 0,-2 6-388 0,0 11-194 0,-2 3-17 0,-4 7-217 0,-1 11 0 16,-2-2 0-16,0 1 0 16,0-1 0-16,-2 1 0 0,2-4 0 0,-4 11 0 15,1-6 0-15,-1 0 0 0,3-1 0 0,2-13 0 16,4-3 0-16,-2 10 0 0,2-16 0 15,6-4 0-15,1-7 0 0,2-4 0 0,0-4 0 0,0-6 0 16,4-5-806-16,9-5 213 16,4-4 277-16,7-13 137 0</inkml:trace>
  <inkml:trace contextRef="#ctx0" brushRef="#br0" timeOffset="-141082.56">4773 10901 3496 0,'2'-9'0'0,"1"6"0"0,1-1 0 0,4 1 0 0,-3 1 0 0,5 1 0 0,3-2 0 0,9 2 0 0,1-1 0 0,4 2 0 0,3 0 144 16,0 0 147-16,3 0-291 0,-1 0 0 0,0 0 0 16,-1 0 0-16,1 0 0 0,-2 2 0 15,-2-1 0-15,-2-1-247 0,-5 3 140 0,-1-3 69 0,-2 0-782 16,-6 1 424-16,-1-1 61 16,-3 0-480-16</inkml:trace>
  <inkml:trace contextRef="#ctx0" brushRef="#br0" timeOffset="-140896.55">5134 10643 2821 0,'-17'-8'0'0,"4"6"0"0,3 0 0 0,1 0 0 0,2 2 0 0,2 0 0 0,2 2 0 0,1 10 0 0,2 3 0 0,0 8 0 0,0 0 476 16,0 9-223-16,0 0-107 0,2 4-53 0,1 2 49 16,-1 0-142-16,-1 0 0 0,1-2 0 0,0 0 0 15,-1-2 0-15,-1 0 0 0,0-1 0 0,0 1 0 16,0-4 0-16,0 0 0 0,2 0-156 0,-2-4-231 15,2-6 108-15,-1 2-373 0,1-4 312 0,8-4 150 16</inkml:trace>
  <inkml:trace contextRef="#ctx0" brushRef="#br0" timeOffset="-140393.65">5419 10686 3510 0,'-5'-5'0'0,"5"5"0"0,0 0 0 0,0 0 0 0,0 0 0 0,0 0 0 0,0 12 0 0,1 3 0 0,5 6 0 0,1 1 0 0,3 5 98 0,0 2 225 0,-2 4-323 0,1 0 0 16,-3-1 0-16,-1 2 0 0,-2-2 0 0,1-2 0 15,-2-2 0-15,1 0 0 0,-3-7 0 0,2 0 0 16,-2-5-270-16,0-5 153 0,0 1 68 0,0-6-809 15,0-3 401-15,0-3 215 0,0 0 103 0,-7-1-186 16,0-16 145-16,-1-9 71 0,0-6-315 16,-3-11 199-16,3-7 93 0,-5-11-85 0,3 1 105 15,0 8 37-15,-2-2 75 0,0 7 71 16,0 14-72-16,3-1 0 0,1 9-36 0,3 3 625 16,3 5-325-16,2 2-145 0,0 3-77 0,2 4 516 15,11 1-265-15,9 2-98 0,6 2 399 0,3 0-282 0,3 3-137 16,6 0-69-16,-2 6 340 15,2 11-227-15,-5 0-218 0,3 6 0 0,-6 6 0 16,-4 3 0-16,-1 4 0 0,-7 0 0 0,-7-3 0 16,-2 7 0-16,-5 5 0 0,-6-6 0 0,0 5 0 15,-15-1 0-15,0-7 0 0,-13 9 0 0,1-8 0 16,-1-1 0-16,-4-3 0 0,-1-5 0 0,3-5 0 16,-4 0 0-16,1-6 0 15,3-2 0-15,0-7 0 0,8 0 0 0,1-6 0 0,3-2 0 16,4 0 0-16,6-3-255 0,3-22 75 0,5-8 59 15,0-10-403-15,17-14 249 16,11 1-736-16,9-2 486 0</inkml:trace>
  <inkml:trace contextRef="#ctx0" brushRef="#br0" timeOffset="-140269.65">5740 10726 2600 0,'23'-10'0'0,"0"4"0"0,-1 2 0 0,-2-1 0 0,-1 3 0 0,2-1 0 0,-1 0 0 0,3 3 0 0,4 0 0 0,1 0 0 15,2 0 334-15,0 0-149 0,-6 0 31 16,10 0-93-16,-3 0-44 0,-6 0 1 15,1 0-711-15,-6 3 343 0,1 4 158 0,-5-2-876 0,-5 5 509 16</inkml:trace>
  <inkml:trace contextRef="#ctx0" brushRef="#br0" timeOffset="-140106.18">5986 10943 3306 0,'-20'7'0'0,"4"5"0"0,7-5 0 0,-3-1 0 0,6-3 0 0,2-1 0 0,3-2 0 0,1 0 0 0,1 0 0 0,11 2 0 0,6 2 208 0,6-2 163 0,1-2-325 15,-3 2-46-15,8-2 0 0,-4 0 0 0,1 0 0 16,-1 0 0-16,-5 0 0 0,3 0-281 0,-2 0-41 16,-2 0 179-16,-2 0-820 0,-1 0 478 0,1 0 155 15</inkml:trace>
  <inkml:trace contextRef="#ctx0" brushRef="#br0" timeOffset="-139682.41">6524 10652 3118 0,'-8'-4'0'0,"0"0"0"0,1 1 0 0,1 1 0 0,1-2 0 0,1 2 0 0,4 0 0 0,-1 0 0 0,1 2 0 0,0 0 0 0,0 0 772 0,0 0-731 0,0 0-41 0,0 0 0 16,0 0 0-16,0 0 0 0,0 0 0 0,1 0 0 16,-1 0 0-16,0 0 0 15,3 0 0-15,-3 0 0 0,0 0 0 0,0 6 0 16,-3 5 0-16,-2 1 0 0,-3 6 0 0,-1 5 0 15,1-3 0-15,0 10 0 0,3-1 0 0,3 3 0 16,2 0 0-16,0 1 0 0,0 0 0 0,3 2 0 0,9-3 0 16,3-4 0-16,4 0 0 15,2-4 0-15,1-5 0 0,2 0 0 0,1-4 0 0,1-5 0 16,0-5 0-16,-3-3 0 0,5-2 0 16,-4 0 0-16,-1-2 0 0,-6-11 0 0,2-6 0 15,-6 2 0-15,3-5 0 0,-8-2 0 0,-2-5 0 16,-3-3 0-16,-3-7 0 15,0 3 0-15,-7-10 0 0,-7-2 0 0,-4 1 0 16,-5 0 0-16,-3 8 0 0,2 9 0 0,-12-2 0 16,6 12 0-16,-4 6 0 0,0 7 0 0,2 3 0 0,11 4 0 15,0 0 0-15,0 2 0 0,7 9 0 16,1 4 0-16,6 4 0 0,3 1 0 0,4 7 0 16,0-3 0-16,0 3 0 0,4-1-24 0,11 3-108 15,0 0 37-15,5 3-1007 0,-1-2 532 0</inkml:trace>
  <inkml:trace contextRef="#ctx0" brushRef="#br0" timeOffset="-138989.15">7977 10681 3398 0,'-5'-8'0'0,"-1"8"0"0,5 0 0 0,1 0 0 0,0 0 0 0,0 3 0 0,0 2 0 0,0 5 0 0,0 0 0 0,3 1 0 0,6 2 361 0,2 2-189 0,6 3-172 0,0 2 0 16,2-4 0-16,0 4 0 0,-2-6 0 0,4 4 0 15,-5-4 0-15,1-1 0 0,1-1 0 0,-4-3-588 16,-3-2 307-16,5-1 151 0,-9-1 83 0,2-2-811 16,-1-3 409-16,-1 0 205 0,2 0-106 15,-3-11 160-15,2-13 75 0,1-5 38 0,0-11-229 16,2-1 138-16,-1 1 79 0,-2-7 50 15,-1 12 39-15,-1-5 0 0,-2 7 0 0,-2 10 104 16,1 0-102-16,-2 9-15 0,-1 0 507 0,0 9-266 16,0 1-133-16,0 2 15 0,0 2 568 0,0 10-325 15,0 13-156-15,0 6-79 0,0 12 249 0,-4 7-163 16,-5 8-72-16,-3 12-52 0,-3-2 580 0,-2 4-538 16,-4 2-122-16,1-1 0 0,-3 0 0 0,2 1 0 15,2-5 0-15,-3-1 0 16,3-4 0-16,3-9 0 0,-2-1 0 0,4-3 0 15,2-13 0-15,1-1 0 0,6-4 0 0,1-10 0 16,0-5 0-16,4-6 0 0,0-3 0 0,0-3-313 16,0-4 39-16,12-4-658 0,6-24 452 15,2-10 220-15</inkml:trace>
  <inkml:trace contextRef="#ctx0" brushRef="#br0" timeOffset="-138829.22">8378 10905 3595 0,'3'-11'0'0,"1"3"0"0,-1 7 0 0,5-4 0 16,-6 4 0-16,8-3 0 0,4 0 0 0,2 1 0 0,6-1 0 0,5 2 0 0,2-2 250 0,-3 3-164 0,4-3-86 0,-3 2 0 0,6-2 0 15,-4 3 0-15,-3-2 0 0,-5 3 0 0,-1 0 0 0,-2 0-107 16,-4 3-259-16,-6 5 202 0,-4 6 102 0,-2 0-1075 16,-2 8 559-16</inkml:trace>
  <inkml:trace contextRef="#ctx0" brushRef="#br0" timeOffset="-138672.78">8509 11115 3276 0,'-17'8'0'0,"0"3"0"0,2-3 0 0,3-3 0 0,3-1 0 0,6-2 0 0,-1-2 0 0,4 4 0 0,0-1 0 0,2 2 0 0,11 0 205 0,4-1-83 0,1 1 206 0,5 1-328 16,0-2 0-16,0 1 0 0,-2-1 0 0,2 0 0 16,0-1 0-16,-3 2 0 0,0-1 0 15,-2-1 0-15,0 1 0 0,2 0-736 0,-1-1 201 16,1-1 274-16</inkml:trace>
  <inkml:trace contextRef="#ctx0" brushRef="#br0" timeOffset="-138487.04">9029 11031 3931 0,'-9'0'0'0,"5"0"0"0,1 0 0 0,-1 2 0 0,-1-2 0 0,5 0 0 0,0 0 0 0,2 0 0 0,10 0 0 0,4 2 0 0,6 2 0 0,4-2 0 0,0 1 0 0,1-1 0 15,3 0 0-15,-5-1 0 0,5 2 0 0,0-3 0 16,-1 0 0-16,-3 0 0 0,0 0 0 0,-6 0 0 16,0 0 0-16,-1 0-200 0,-3 2 13 0,0 1 107 15,-2 1-1106-15</inkml:trace>
  <inkml:trace contextRef="#ctx0" brushRef="#br0" timeOffset="-138287.92">9687 10950 3931 0,'4'6'0'0,"3"2"0"0,2-3 0 0,6-3 0 0,0 0 0 0,4-2 0 0,8 0 0 0,5 0 0 0,7 2 0 0,1-2 0 0,3 0 0 0,-6 0 0 0,11 0 0 16,-4 0 0-16,-8-2 0 0,5-2 0 0,-1 0 0 16,-5 1 0-16,-1-3 0 0,-2 2 0 15,-9 2 0-15,-3 0 0 0,-7 0-117 16,-4 2-334-16,-3 0 97 0,-4 0-379 0,-2 4 347 15</inkml:trace>
  <inkml:trace contextRef="#ctx0" brushRef="#br0" timeOffset="-138100.25">9891 11174 3878 0,'0'15'0'0,"0"1"0"0,0 2 0 0,0 0 0 0,0 5 0 0,0 4 0 0,0-1 0 0,0 4 0 0,0 2 0 0,0-3-1 0,0 1 55 0,0 3-54 15,0-6 0-15,0-2 0 0,0-1 0 0,0-2 0 0,0-2 0 16,0-5 0-16,0-4 0 0,0-3-3 16,0-2-431-16,0-3 236 0,0-3 117 0,0 0 58 15,3-2-1028-15,-2-14 497 0</inkml:trace>
  <inkml:trace contextRef="#ctx0" brushRef="#br0" timeOffset="-137697.62">9878 11232 2804 0,'0'-13'0'0,"0"4"0"0,0 1 0 0,2-1 0 0,4-4 0 0,3 5 0 0,3-4 0 0,4 3 0 0,5-2 0 0,4 1 0 0,-4 5 380 0,9 1-176 0,-1 2-83 0,-3 1 301 15,1 1-422-15,-3 0 0 0,-6 7 0 0,2 4 0 16,-4 4 0-16,-4 2 0 0,-5 0 0 16,-5 3 0-16,-2 3 0 0,0 3 0 0,-11-1 0 0,-8 0 0 15,-1-3 0-15,-5 2 0 16,4-7 0-16,-7 2 0 0,2-4 0 0,0-6 0 15,5-3 0-15,0-2 0 0,3-2 0 0,4-2 0 16,3 0 0-16,1 0 0 0,5 0 0 0,3-2 0 16,2-4 0-16,0-1 0 0,10-1 0 0,10 1 0 15,6-1 0-15,5 4 0 0,0 0 0 0,3 3 0 16,0 1 0-16,1 0 0 0,1 7 0 16,-5 7 0-16,-4 0 0 0,-2 4 0 15,-4 0 0-15,-5 3 0 0,-6-5 0 0,-2 4 0 0,-7-2 0 16,-1 3 0-16,0-4 0 0,-16 3 0 0,-5-5 0 15,-4 1 0-15,-5-3 0 0,-2-2 0 0,-1-2 0 16,-3-2 0-16,-9-3 0 0,7 1 0 0,-8-4 0 16,4-1 0-16,1 0 0 0,7 0 0 0,2-3 0 15,6-10 0-15,-2-2 0 0,7-4 0 0,8-6 0 16,6-1-318-16,6-7 104 0,1 0 73 0,1-11-471 16,13 2 286-16</inkml:trace>
  <inkml:trace contextRef="#ctx0" brushRef="#br0" timeOffset="-137241.99">10041 10454 3428 0,'-7'-6'0'0,"4"4"0"0,-1-1 0 0,4 3 0 0,-2-1 0 0,2 1 0 0,0 0 0 0,0 6 0 0,4 4 0 0,5 5 0 0,0 4 229 0,1 4-101 0,-1-3 18 0,-2 5-146 16,-1 1 0-16,-3 0 0 0,-1-3 0 0,1 0 0 16,-1 0 0-16,0-1-168 0,-2-6-89 0,0-5 146 15,0-1 84-15,0-3-804 0,0-5 402 0,0-2 177 16,0 0-119-16,0 0 167 0,0-9 75 0,-2-8 50 16,-3-5-319-16,3-3 181 0,-1-5 90 0,-1-4 45 15,0-2-66-15,1-9 79 16,-1 13 37-16,1-5 49 0,-1 5-34 0,1 9 17 15,0 1 0-15,3 3 412 0,0 4-244 0,0 4-102 16,1 3 295-16,9 4-111 0,5-1-123 0,8 3 58 16,3 2 443-16,6 0-296 0,2 0-147 0,1 9-65 15,1 7 515-15,-2 2-298 0,-4 4-212 0,-4 5-125 16,-5 2 0-16,-6 2 0 0,-5 1 0 0,-8 1 0 16,-2 4 0-16,-2-4 0 15,-19 7 0-15,-2-12 0 0,-13 8 0 0,-1-8 0 16,-2-3 0-16,-3-5 0 0,10-5 0 0,-4-4 0 15,3-1 0-15,3-6 0 0,5-4 0 0,0 0 0 16,7 0 0-16,5 0 0 0,2-10 0 0,7-1 0 16,4-4-5-16,0-6-66 0,13-1-1235 15</inkml:trace>
  <inkml:trace contextRef="#ctx0" brushRef="#br0" timeOffset="-133871.56">8926 11891 2277 0,'-16'-11'0'0,"4"7"0"0,-2 2 0 0,3 0 0 0,2 1 0 0,0-3 0 0,2 3 0 0,2 1 0 0,1 0 0 0,3 0 0 0,-1 0 231 0,2 0-97 15,0 0-38-15,0 0 202 0,0 0-131 0,0 0-64 16,2 0 206-16,5 0-136 0,1 1-58 16,3 4-87-16,0-5-28 0,1 2 0 0,2-2 0 15,-1 2 0-15,4-2 0 0,4 0 0 0,6 2 0 16,-2-2 0-16,7 0 0 0,6 0 0 15,4 0 0-15,2-2 0 0,9-3 0 0,10-5 0 0,-2 1 0 16,-1 1 0-16,16-3 0 0,-5 1 0 0,5 4 0 0,-2-1 0 16,-1 4 0-16,-9 1 0 15,12 2 0-15,-11 0 0 0,-5 0 0 0,-10 2 0 0,7 7 0 16,-6 1 0-16,-3-1 0 0,-4-1 0 16,-8-2 0-16,-3 2 0 0,-8-1 0 0,-2-4 0 15,-7 1 0-15,-4-3 0 16,-3 1 0-16,-4-2 0 0,-3 0 0 0,0 0 0 0,-2 0 0 15,0 0 0-15,0-3 0 0,0-7 0 16,-2 2 0-16,-1-1 0 0,-1 0 0 0,-1 2 0 16,3 1 0-16,-3 1 0 0,5 5-1251 0</inkml:trace>
  <inkml:trace contextRef="#ctx0" brushRef="#br0" timeOffset="-131498.45">12621 10665 1604 0,'-16'-8'0'0,"3"5"0"0,-2-2 0 0,2 4 0 0,0-3 0 0,0 3 0 0,0-3 0 0,-1 2 0 0,5-2 0 0,0 2 0 0,5 0 37 0</inkml:trace>
  <inkml:trace contextRef="#ctx0" brushRef="#br0" timeOffset="-131177.8">12477 10622 3330 0,'0'0'0'0,"14"0"0"0,1 0 0 0,7 0 0 15,1 0 0-15,6-3 0 0,4 2 0 0,1-5 0 0,-2 1 0 0,0 1 0 0,-6 0 67 0,8 2-30 0,-8 1 0 16,-6-2-35-16,1 3 0 0,0 0 35 0,-6 0 10 15,-2 0-81-15,-5 6 35 0,1 2 1 0,-5 1 35 16,-3 6 0-16,-1 2 10 0,0 3-74 0,-7 5 28 0,-10 3-4 16,-3 8 32-1,-5 0-18-15,1-4 13 0,-10 11 42 0,2-4-1 0,0-2-46 0,-4 1 7 16,3-2-2-16,3-6 3 0,-4 8-7 0,9-12-20 0,1 0 0 16,1-4 0-16,10-4 0 0,4-5 0 0,-1-4 0 15,6 1 0-15,4-5 0 0,0 1 0 16,0-1 0-16,8 1 0 0,9-4 0 15,2 2 0-15,7-2 0 0,2-1 0 16,4 1 0-16,2-2 0 0,4 0 0 0,-3 0 0 0,3 0 0 16,-3 0 0-16,-3 0 0 0,-5 0 0 15,-1 0 0-15,-1 0 0 0,-5 0 0 0,-3 0 0 16,-6 0 0-16,-1 0 0 0,-3 0 0 0,-1 0 0 16,-4 0-136-16,-1 0-294 0,-1 0 196 0,0 0 90 15,0 0 57-15,0-3 26 16,0-7-627-16,0-1 325 0</inkml:trace>
  <inkml:trace contextRef="#ctx0" brushRef="#br0" timeOffset="-130966.23">12628 10875 3053 0,'-23'4'0'0,"7"3"0"0,-2-1 0 0,9-2 0 0,2-3 0 16,0 2 0-16,6-2 0 0,1-1 0 0,4 3 0 0,13-2 0 0,7 2 600 15,5 0-322-15,1 1-278 0,0-2 0 0,-2 4 0 0,2-6 0 0,-8 3 0 16,8 0 0-16,-7 3 0 16,0 0 0-16,-4-1 0 0,2 3 0 0,-3-2-143 0,-2 1 38 0,0-3-816 15,-2 1 383 1,0-1 256-16,1 0-537 0,0-4 382 0</inkml:trace>
  <inkml:trace contextRef="#ctx0" brushRef="#br0" timeOffset="-130791.75">13175 10753 3318 0,'-4'-2'0'0,"0"0"0"0,0 2 0 0,4-2 0 0,0 1 0 0,0-2 0 0,4 0 0 0,11-1 0 0,-1 0 0 0,6 2 0 0,-1 1 319 16,1-2-146-16,1 2-67 0,0-1-91 0,-3 0-15 16,1 2 0-16,-3 0-176 0,0 0-32 0,-3 0 124 15,-3 0 60-15,1 2-757 0,-6 4 409 0,1 1 109 16,-2 3 132-16,-4 1-678 0</inkml:trace>
  <inkml:trace contextRef="#ctx0" brushRef="#br0" timeOffset="-130600.23">13208 10962 2848 0,'-9'5'0'0,"1"1"0"0,1-3 0 16,3-1 0-16,0-2 0 0,4 0 0 0,0 2 0 0,0-2 0 0,8 2 0 0,9 0 0 0,1 0 505 0,9 0-234 0,-3-2-117 0,-3 0-59 0,3 2-37 15,-1-2-58-15,0 0 0 16,-5 0 0-16,-1 0 0 0,-2 0 0 0,-2 0 0 16,-4 0-249-16,-1 0-1 0,0 0 144 0,-3 0 71 15,-3 0-369-15,0 0 113 0,0 0 133 0,0 0-678 16</inkml:trace>
  <inkml:trace contextRef="#ctx0" brushRef="#br0" timeOffset="-129208.47">13781 10793 1388 0,'-8'-4'0'0,"3"0"0"0,-1 0 0 0,3 1 0 0,-1-1 0 0,2 0 0 0,-2 1 0 0,4 1 0 0,0-1 0 0,0 2 0 15,0-3 172-15,0 0-67 0,4 0-34 0,5 1 247 0,-1-1-145 0,5 0-68 0,0 0 271 0,0 0-170 16,2 0-84-16,0 3-33 0,2-1 237 0,2 0-144 16,1 2-72-16,1 0 49 0,6 0-130 15,-5 0-29-15,6 0 0 0,-2 0 0 0,-1 0 0 16,1 0 0-16,1 0 0 0,-5 0 0 0,1 0 0 15,-3 0 0-15,-1 0 0 0,-4 0 0 16,-4-2 0-16,1 1 0 0,-7-1-56 0,-1-1 9 16,-2 3-15-16,-2-1-36 0,0-1 23 15,0-2 20-15,0 1-7 0,-7-1-112 0,-1 2 68 16,0-2 35-16,4 2 0 0,1 0-483 0,3 2 264 16,0 0 126-16</inkml:trace>
  <inkml:trace contextRef="#ctx0" brushRef="#br0" timeOffset="-128933.73">14667 10681 2988 0,'-20'0'0'0,"7"0"0"0,5 0 0 0,7 0 0 0,-1 0 0 0,2 0 0 0,0 0 0 0,0 0 0 0,0 2 0 0,9 1 0 0,12 2 540 15,3 1-251-15,2-4-175 0,4 2-114 0,2-1 0 16,3 1 0-16,-2-2 0 0,3-1 0 16,-3 2 0-16,1-3 0 0,-2 0 0 15,-2 0 0-15,0 0 0 0,0 0 0 0,-1 0 0 16,-3 0 0-16,-6 0 0 0,3 0 0 0,-4-3 0 16,-3 2-254-16,-2-1 40 0,-5 0-555 0,-2 2 357 15,-3 0 193-15,-2 0 90 0,-2 0-622 0</inkml:trace>
  <inkml:trace contextRef="#ctx0" brushRef="#br0" timeOffset="-128517.58">15016 10971 1266 0,'0'-6'0'0,"0"1"0"0,-3-3 0 0,3 0 0 0,-4-1 0 0,0 2 0 0,-3-1 0 0,-2 0 0 0,-3 3 0 0,1-1 0 0,-6 2 331 0,-1 3-147 0,-7 1-74 0,-1 0 282 16,-3 0-169-16,-1 5-98 0,-2 9-44 0,1-1 158 15,-1 5-102-15,0 3-49 0,2 2 340 16,1 3-200-16,3 2-129 0,6 2-99 16,4 4 0-16,7-2 0 0,6 2 0 0,3-3 0 15,0 2 0-15,11-3 0 0,11-2 0 0,3-4 0 16,5-2 0-16,9-2 0 0,-1-7 0 16,1-4 0-16,3-3 0 0,-1-4 0 0,-7-2 0 0,3 0 0 15,-1 0 0-15,-2-8 0 0,-2-4 0 0,-2 2-8 16,-8-2-142-16,2-1 66 0,-6 0-573 0,-4 3 311 15,0-5 154-15,-7 2-480 0,1-2 309 16,-5 0 168-16</inkml:trace>
  <inkml:trace contextRef="#ctx0" brushRef="#br0" timeOffset="-127969.45">14831 10073 2629 0,'-11'-10'0'16,"7"9"0"-16,2-1 0 0,2 2 0 0,-2 0 0 0,0 0 0 0,1 13 0 0,1 6 0 0,0 6 0 0,0 1 0 0,0 4 146 0,1 4-54 0,5 2 135 0,-1-1-86 0,1 0-57 0,0-1-118 0,0 0 35 15,-4-2 0-15,1-3 36 0,-1-8-293 0,0 3 141 16,0-3 77-16,-1-3 37 16,-1-6-218-16,0-1 109 0,0-7 66 0,0 1-82 15,0-5-479-15,0 0 283 0,0-2 143 0,0-13-192 16,-5-8 172-16,1-1 81 0,-1-4-37 0,-1-5 59 16,0-4 29-16,-1-3-9 0,1-8 139 0,1 1-50 15,-2-2-26-15,0 6 1 0,2 7 281 0,-1 1-163 16,4 5-66-16,2 8-39 0,0 1 251 0,0 4-73 15,2 7-93-15,11 2 525 0,6 5-292 16,8 1-141-16,1 2 266 0,4 0-203 0,0 7-102 16,3 8-41-16,2 4 253 0,-3 2-157 15,-6 0-78-15,1 3-87 0,-7 2-29 0,-2 2 0 16,-8 2 0-16,-4 1 0 0,-7 1 0 0,-1-1 0 16,0 2 0-16,-12-2 0 0,-13 3 0 15,-1-6 0-15,-6 1 0 0,-2-5 0 0,6-4 0 0,-6-2 0 16,0 0 0-16,1-6 0 15,1-3 0-15,2-6 0 0,1-1 0 0,7-2 0 0,-1 0 0 0,3 0 0 16,2-2 0-16,6-4 0 16,4 0 0-16,2-4-110 0,6 4-103 0,0-1 89 0,0-1 42 0,16 4-622 15,6 1 333 1,0 3 157-16</inkml:trace>
  <inkml:trace contextRef="#ctx0" brushRef="#br0" timeOffset="-127788.58">15715 10956 3931 0,'-21'0'0'0,"10"0"0"0,10 0 0 0,1 0 0 0,-2 0 0 0,-4 0 0 0,3 0 0 0,-1 0 0 0,0-2 0 0,3-4 0 0,-2 1 0 0,3 1 0 0,0 0-432 0</inkml:trace>
  <inkml:trace contextRef="#ctx0" brushRef="#br0" timeOffset="-121086.95">2576 10654 1191 0,'2'-8'0'0,"-1"3"0"0,1-1 0 0,2 0 0 0,1-4 0 0,-2-1 0 0,0 0 0 0,4 0 0 0,-2-2 0 0,0 0 0 0,0-1 154 0,-3 5-57 15,1 0 177-15,-1 1-122 0,-1 3-56 0,-1-2 127 16,0 4-92-16,0-1-46 0,0 3 84 16,0 0-69-16,-3-2-31 0,-5 1 1 0,-1 2-7 15,-1 0-23-15,2 0 10 0,-2 0-10 0,-3 0 122 16,3 5-62-16,-2 0-29 0,-3 2-1 0,3-1-20 16,-1 1 60-16,0 0-35 0,-2 3-1 0,0 2-53 15,0 2 19-15,-2 2 10 0,-3 8 54 0,5-3-104 0,-5 0 0 16,2 4 0-16,1 0 0 0,-1-1 0 0,1 2 0 15,2 1 0-15,0 1 0 16,2-1 0-16,3 2 0 0,-2 2 0 0,2 2 0 0,2 1 0 16,1 1 0-16,0 3 0 0,1 7 0 0,3-9 0 0,-2 9 0 15,1-2 0-15,3 0 0 16,-1 3 0-16,2-4 0 0,-2-1 0 16,2 10 0-16,0-7 0 0,0-2 0 0,0 0 0 0,0 0 0 15,0-3 0-15,2 5 0 0,3-4 0 16,3-4 0-16,0 2 0 0,4 5 0 15,-2-11 0-15,2 1 0 0,0 1 0 0,2 0 0 0,0-2 0 0,-1-4 0 16,4 3 0-16,-4-3 0 0,4 1 0 16,-5-4 0-16,4 1 0 0,-4-1 0 0,-1-4 0 0,1 3 0 15,-3-5 0-15,2 1 0 0,-3-3 0 0,-1 0 0 16,0-2 0-16,-1-3 0 16,-1-4 0-16,-1 2 0 0,-3-4 0 0,3-3 0 15,-3 1 0-15,1-2 0 0,0-2 0 0,0 2 0 16,-2-2 0-16,0 0 0 0,0 0 0 0,0 0 0 15,0 0 0-15,0 0 0 0,0 0 0 0,0 0 0 16,0 0 0-16,0 0 0 0,0 0 0 16,0 0-545-16,0 0 469 0,-4 0-10 0,-1 0 45 15,-2 0 1-15,-2 0-1 0,2 0-701 0,-2 0 347 16,1 0 169-16,-5 0 98 0</inkml:trace>
  <inkml:trace contextRef="#ctx0" brushRef="#br0" timeOffset="-120820.72">2137 12160 3057 0,'-16'4'0'0,"2"1"0"0,5-1 0 0,-1 0 0 0,2-1 0 0,3 1 0 0,2 0 0 0,3 1 0 0,0 4 0 0,3 1 0 0,12 2 361 0,4-1-161 0,4 1 113 0,3 2-313 0,1-1 0 15,3 0 0-15,3 0 0 0,-1-3 0 16,1 1 0-16,2 0 0 0,-3-1 0 0,0-1 0 15,-2 1 0-15,-4-1 0 0,-4-1 0 16,-1-1 0-16,-7 1 0 0,-2-1 0 0,-1-2 0 0,-4-1 0 0,-2 1 0 16,-2-4 0-16,-1-1 0 15,-1 0 0-15,-1 0-178 0,0 0 28 0,0 0-475 16,0 0 292-16,0-1 138 0,-6-8-215 16,4-2 186-16,-3 0 91 0,1-4-542 0,3-5 318 0,-1-1 150 15</inkml:trace>
  <inkml:trace contextRef="#ctx0" brushRef="#br0" timeOffset="-120575.06">2578 11893 2980 0,'1'-11'0'0,"-1"3"0"0,0 1 0 0,0 4 0 0,0 0 0 0,0 1 0 0,0 2 0 0,-1 0 0 0,-4 5 0 0,0 7 0 0,2 10 376 0,-2 1-169 15,3 5 161-15,-1 5-368 0,3 0 0 0,0 2 0 0,0 4 0 16,0 1 0-16,0-4 0 0,3 1 0 0,-1 1 0 15,3-1 0-15,-2-2 0 0,2-1 0 0,-2-2 0 0,0-5 0 16,-1-3 0-16,0-3 0 0,0-9 0 16,1 1 0-16,-1-5 0 0,-2-2 0 0,0-3 0 15,0-3 0-15,0 0 0 16,0 0 0-16,0 0 0 0,0 0 0 0,0 0 0 16,0 0 0-16,0-2 0 0,0-1-656 0,0-2 47 0</inkml:trace>
  <inkml:trace contextRef="#ctx0" brushRef="#br0" timeOffset="-118730.58">3324 12255 1678 0,'-5'-6'0'0,"2"4"0"0,-1-1 0 0,1 1 0 0,2-3 0 0,-1 1 0 0,0 3 0 16,2-2 0-16,0 1 0 0,0 2 0 0,0 0 105 0,0 0-39 0,0 0 0 0,2 0-28 0,8 5 224 15,1 5-113-15,0 3-46 0,2 1-37 0,-1 1 0 0,1 1 180 16,0-1-104-16,-1 0-52 0,3 3 105 16,-5-1-83-16,5-3-37 0,-5 1-1 0,2 0-7 15,-1 0-30-15,-1-1 10 16,-1-1-47-16,0 0-1 0,-2-2 39 0,-2-1-1 0,-1-1-176 15,1-2 98-15,-1-1 35 0,-2-3-368 0,-1 2 168 16,1-4 106-16,-2-1 11 0,0 0-433 0,0 0 246 0,0 0 120 0,0 0-330 16,0 0 225-16,0-1 102 0,2-10-300 15,0-4 211-15</inkml:trace>
  <inkml:trace contextRef="#ctx0" brushRef="#br0" timeOffset="-118387.61">3691 12057 2073 0,'3'0'0'0,"-1"0"0"0,-1 0 0 0,1 0 0 0,0 0 0 0,-2 0 0 0,0 0 0 0,0 0 0 0,0 0 0 0,0 0 0 0,0 5 197 0,0 4-80 0,0 3 211 0,0 3-136 0,0 2-82 0,0 3 212 16,0 5-143-16,0 3-70 0,0 2-36 0,-7 4 9 15,-3 7 67-15,0 1-149 0,0 1 0 16,-2 2 0-16,1 1 0 15,-3 1 0-15,3 2 0 0,-1 0 0 0,0-1 0 0,-2 2 0 16,1-4 0-16,4-6 0 0,-3 9 0 0,4-6 0 0,-1-1 0 16,-2-1 0-16,6-2 0 15,-2-5 0-15,3 5 0 0,-3-6 0 0,5-4 0 0,-3 0 0 16,2-7 0-16,-3 1 0 0,3-4 0 16,-1-6 0-16,1 2 0 0,-1-5 0 0,-3-3 0 15,3 0 0-15,1-1 0 0,0-3 0 16,-1-1 0-16,1 0 0 0,0-2-518 0,0 0 196 0,1 0 146 0,2 0 70 15,0 0-258-15,0 0 163 16,0-7 82-16,0-6-572 0,11-8 332 0</inkml:trace>
  <inkml:trace contextRef="#ctx0" brushRef="#br0" timeOffset="-118111.75">4279 11923 3281 0,'0'-6'0'0,"0"6"0"0,0 0 0 0,0 0 0 0,0 0 0 0,0 0 0 0,0 0 0 0,0 0 0 0,0 4 0 0,-5 7 0 0,-1 3 115 0,-6 2 208 15,0 7-147-15,-6 3-140 0,0 3-36 0,-8 6 0 16,1 1 0-16,2-6 0 15,-7 9 0-15,5-5 0 0,-5 1 0 16,5 0-175-16,-2-4 81 0,4-6 75 0,-2 1 23 0,2-1-691 0,8-7 291 0,1 0 185 16,3-7 61-16,4-5 47 15,3 1-595-15,4-7 330 0</inkml:trace>
  <inkml:trace contextRef="#ctx0" brushRef="#br0" timeOffset="-117556.68">4127 12242 2532 0,'3'-3'0'0,"-1"1"0"0,2 2 0 0,-1 0 0 0,-1 0 0 0,-2 0 0 0,4 0 0 0,-2 5 0 0,-1 2 0 0,1 3 0 0,0 3 129 0,-2 1-36 0,0 3-10 0,0-1-95 15,-11 3 25 1,0 0-1-16,-1 0 26 0,-2-2-108 0,2-1 49 0,-4-2 30 0,4-1 83 16,-3-5-27-16,1 1 0 0,6-3-18 0,-5-3 276 15,6 1-143-15,-1-4-71 0,6 0 135 16,-1 0-244-16,1 0 0 0,2 0 0 15,0 0 0-15,0 0 0 0,0 0 0 0,12 0 0 16,0 0 0-16,4 0 0 0,-2-2 0 0,5 0 0 0,-2 0 0 0,1 1 0 16,0-1 0-16,-2-1 0 0,2 3-371 15,-4 0 7-15,0 0 175 16,-2 0 3-16,-4 0-506 0,2 0 327 0,-1 0 164 0,-2 0-155 16,1 0 159-16,-2 0 71 0,1-1-238 15,0-5 163-15,-2-3 82 0,-2 1 41 0,-1-1-2 16,1-1 38-16,-2 3 42 15,1 1 202-15,0 1-139 0,-2 1-51 0,0 2-24 0,0 0 409 16,0 0-212-16,0 2-112 0,0 0 342 0,0 0-180 16,0 0-105-16,0 11 117 0,0 0-109 15,-4 5-50-15,-5-1-25 0,-3 3 97 0,-3 5-62 0,2-6-20 0,-7 5 5 16,1-3 0-16,-2-1-45 16,1-4-1-16,-1-1 127 0,2-3-54 15,-1 0-40-15,3-5 373 0,-1 1-368 0,8-5-1 0,0 3-36 0,2-2 106 16,2-2-144-16,5 0 0 15,-1 0 0-15,2 0 0 0,0 0 0 0,0 2 0 0,2-2 0 16,11 1 0-16,2-1 0 0,2 3 0 0,1-3 0 16,4 0 0-16,1 0 0 15,-4 0 0-15,4 0 0 0,-2 0-17 0,-1 0-217 16,-1 0 122-16,-1 0 6 0,-1 0-623 0,-1 0 346 16,-2 0 172-16,2 0 87 0,-1 0-277 15,0-3 187-15,0-2 87 0,-4-6 45 0</inkml:trace>
  <inkml:trace contextRef="#ctx0" brushRef="#br0" timeOffset="-117410.28">4392 12509 2097 0,'0'-11'0'0,"0"3"0"0,0 3 0 0,-5 2 0 0,4-2 0 0,-3 3 0 0,2 0 0 0,2 2 0 0,0 0 0 0,0 0 0 0,0 0 76 0,0 0 316 0,2 9-168 0,6-2-97 16,0 4 140 0,-1-1-115-16,2 2-56 0,-1 1-30 0,-2-4-272 0,1 7 117 0,-2-3 63 15,-3-1-602-15,0 3 333 0,0-4 166 0,-2-1 82 0,0 4-727 16,0-1 364-16,-9-4 187 15</inkml:trace>
  <inkml:trace contextRef="#ctx0" brushRef="#br0" timeOffset="-117109.43">4232 12690 2276 0,'-8'1'0'0,"-1"2"0"0,2 4 0 0,-1-2 0 0,4 1 0 0,0 3 0 0,4 2 0 0,0 0 0 0,0 4 0 0,0 3 0 0,0-1 130 0,4 1-46 0,0 3 273 16,3-2-150-16,-4 2-90 0,-1-1-39 0,-1-2 94 0,1 2-67 0,-2-3-33 15,0-2-82-15,0-2 19 0,0-3 0 16,-3 1-24-16,-4-4 26 0,-2-1 0 0,2-3 37 16,-2-1-179-16,0-2 85 0,-3 0 41 15,1 0-165-15,-1 0 69 0,0-8 56 16,-3-1-17-16,3-3-28 0,-1-2 20 0,-1 1 1 16,2-2 18-16,-2 0 106 0,5 3-42 15,1 5 1-15,-3-1 247 0,4 5-137 0,-3 0-61 0,3 0-38 0,-1 3 126 16,0 0-70-16,4 0-13 0,-6 8-25 0,4 2 13 15,1 2-11-15,-1 0 0 16,0 2-390-16,4 2 191 0,2-1 91 0,0-1 49 16,0-1-777-16,0 1 365 0,8-5 195 15,7-3-517-15,6-2 355 0</inkml:trace>
  <inkml:trace contextRef="#ctx0" brushRef="#br0" timeOffset="-116954.08">4298 12859 3102 0,'6'-1'0'0,"-1"0"0"0,1 1 0 0,-2 0 0 15,-1 0 0-15,0 0 0 0,2 0 0 0,0 0 0 0,-3 2 0 0,4 5 0 0,-2-1 54 0,1-1-16 0,0 2 0 0,3 1-1 0,-6-2-550 16,4 1 271-16,0 0 140 0,-1-1 69 0,1 0-723 0,3-5 393 0,2-1 204 16</inkml:trace>
  <inkml:trace contextRef="#ctx0" brushRef="#br0" timeOffset="-116761.88">4645 12214 3560 0,'0'-3'0'0,"0"1"0"0,0 2 0 0,0 0 0 0,0 0 0 0,-3 0 0 0,3 0 0 0,0 0 0 0,0 0 0 0,0 0 0 0,0 0 65 0,3 0-18 16,5 0-9-16,1 0 0 0,4 3-592 0,-3 3 296 0,3 2 148 0,2-2-752 15,0-1 424-15,-1 0 209 16,1-1-190-16,5-4 191 0,-2 0 95 0</inkml:trace>
  <inkml:trace contextRef="#ctx0" brushRef="#br0" timeOffset="-116498.4">4957 12160 1788 0,'10'-6'0'0,"-5"5"0"0,-1-2 0 0,-2 1 0 0,0 0 0 0,-2 2 0 0,0 0 0 0,0 0 0 0,-2 0 0 0,-11 0 0 0,-2 7 178 0,-3 1-70 0,-6 8-35 0,-1 0 9 15,-2 3-42-15,-3 1-2 0,-3-3-13 0,0 0 13 16,1-1 0-16,4-7 9 0,-7 4 127 0,10-5-68 16,5-5-34-16,-1-1 0 0,4-2 241 0,5 0-129 15,4 0-77-15,-1 0 124 0,8 0-96 0,-1 0-53 16,0 0-82-16,2 0 0 0,2 0 0 16,15-2 0-1,5-1 0-15,4 3 0 0,4-2 0 0,0 0 0 0,2 0 0 16,4 2 0-16,-2 0 0 0,-2 0-21 15,-1 0-158-15,-8 0 82 0,2 4 56 0,-3 1-32 0,0-1-344 16,-6 2 155-16,-3-1 112 0,-2-3-549 0,2 2 335 16,-7 0 163-16,-2-2-428 0</inkml:trace>
  <inkml:trace contextRef="#ctx0" brushRef="#br0" timeOffset="-116013.14">4757 11989 3106 0,'-7'-7'0'0,"2"4"0"0,0 2 0 0,1-1 0 0,3 2 0 0,1 0 0 0,0 0 0 0,0 9 0 0,0 11 0 0,1 7 0 0,5 3 347 15,-1 6-145-15,0 7-87 0,0 0-39 0,-2 5 9 16,0-3-85-16,-1 1 0 0,-1-8 0 0,-1 10 0 0,0-6 0 16,0-6 0-16,0 2-89 15,0-1-153-15,0-9 149 0,0 6 60 16,0-12-674-16,0-2 300 0,0-2 187 15,0-8-378-15,-1-2 271 0,-1-4 149 0,-1-4 70 0,0 0-65 16,-2-5 67-16,1-18 35 0,1 2-152 0,0-7 97 0,-3 0 45 16,0 2-1-16,-2 6 44 0,3 0 169 15,-2 5-88-15,2 5-41 0,-5 1 545 16,5 6-293-16,-2-1-146 0,1 2 536 0,-1 2-316 16,-1 0-116-16,-2 2 41 0,0 8-107 0,-2 2-55 15,-1 1-16-15,-2 2-11 0,2 3-26 0,-4 2 41 0,7-5-41 16,-2 2-435-16,3-3 226 0,5-2 100 15,-1-2 55-15,2-3 27 0,3-3-641 16,0-3 323-16,3-1 59 0,15-1-245 0,1-14 227 0,4-2 115 16,-3 0 1-16,2 1 56 0,-4 2 21 15,2-1 47-15,0 2 133 0,0 2-91 0,-2 3-27 16,-1 2 393-16,-1 2-219 0,-1 3-96 0,3 1-52 16,0 0 547-16,-1 0-230 0,5 0-157 0,-5 0 323 15,4 1-235-15,1 6-113 16,-3-4-56-16,2 1-172 0,-1 0 57 0,0 1 39 15,-3 0-9-15,0 1-237 0,-1-3 132 0,-4 2 68 16,-3 1 32-16,2 0-688 0,-8-1 355 0</inkml:trace>
  <inkml:trace contextRef="#ctx0" brushRef="#br0" timeOffset="-115194.58">4801 12611 1969 0,'-6'0'0'0,"1"1"0"0,5 1 0 0,-3 2 0 0,3 2 0 0,0-1 0 0,0 5 0 0,8-1 0 0,2 4 0 0,2 4 0 0,1 5 348 16,-3-7-146-16,3 6-86 0,-5 0-40 0,1 1 68 16,-1-3-54-16,0 1-26 0,-3 0-92 15,1-4 28-15,-1-1 0 0,-3-2 37 0,2-5-293 16,1 0 146-16,-4-2 84 0,1-5-373 0,0 1 207 16,2-2 31-16,-1 0-71 0,4-2 83 0,-4-11 60 15,2-2 26-15,-1 0-3 0,0 0 28 16,0 0 1-16,-3 6-11 0,-1 0 92 0,0 1-42 15,0 0 1-15,0 4-41 0,-7 3 382 0,-7 1-160 16,0 0-100-16,-7 1 397 0,1 8-225 16,-2 5-93-16,-3-1 14 0,2 0-60 0,-6 3-44 15,5-2-1-15,2 0-71 0,5-5 0 0,-3 0 37 16,10-5 9-16,0-1-49 0,3-1 0 0,1-2 40 16,4 0-1-16,2 0-126 0,0-10 72 15,5-12 23-15,18-7-333 0,4-3 167 16,5-6 48-16,11-11-140 0,-8 6 85 0,10-15 70 15,1 0 23-15,-1-1-7 0,4 3 44 0,-1 1-1 16,-3 11-9-16,7-11 121 0,-13 18-56 0,4 1-28 16,-5 4 1-16,-7 8 87 0,-2 1-67 0,-6 8 371 15,-5 2-176-15,-6 7-105 0,-4 1-9 0,-2 4 283 16,-2-2-159-16,-4 3-94 0,0 0-43 0,0 0 174 16,0 0-108-16,-11 9-127 15,-4 4-18-15,-5 7 0 0,0-4 0 0,3 3 0 16,2-5 0-16,2 0 0 0,6-4 0 0,2 1 0 15,0-2 0-15,3 0 0 0,2-2 0 0,0 2 0 16,2-2 0-16,8 1 0 0,2-3 0 0,0 4 0 16,1-5 0-16,2 4 0 0,0-1 0 0,0-1 0 15,0 1 0-15,0 1 0 0,-2 2 0 0,-3 1 0 16,-1 0 0-16,0 4 0 0,-4 0 0 0,-2 2 0 16,-1 2 0-16,-2 0 0 0,0 3 0 0,0 3 0 15,-3-4 0-15,-7 4 0 16,-3 2 0-16,-2-3 0 0,0 1 0 0,-2-1 0 15,0-3 0-15,-2-1 0 0,2-5 0 0,-2 1 0 16,3-1 0-16,-3-2 0 0,2-6 0 0,3-2 0 16,-2-1 0-16,-1-4 0 0,3 0 0 0,-2 0 0 15,-1 0 0-15,2-8 0 0,3-4 0 0,-3-2 0 16,7-1 0-16,-2 2 0 0,4 0 0 0,2 4 0 16,2-1 0-16,0 3 0 0,2 3 0 15,0 0 0-15,0 1 0 0,0 0 0 0,12 2 0 0,0 1 0 16,5 0 0-16,3 0 0 15,3 0 0-15,3 7 0 0,1 1 0 0,-4-1 0 16,7 5 0-16,-1-2 0 0,-1 2 0 16,0-1 0-16,-1 1 0 0,-5 1 0 0,3 0 0 0,-2-1 0 15,-3 0 0-15,-2 0-326 16,1-1-85-16,-3-4 177 0,1 2-234 0,-3-3 215 0,3-3 108 0,-2-3-512 16,4 0 309-16,-4-3 146 0</inkml:trace>
  <inkml:trace contextRef="#ctx0" brushRef="#br0" timeOffset="-114764.92">5876 12304 2452 0,'2'-4'0'0,"-1"1"0"0,-1 0 0 0,0 3 0 0,0 0 0 0,0 0 0 0,0 6 0 0,0 4 0 0,-1 1 0 0,-5 3 0 0,-2 1 211 0,-1 0-86 0,0 2 156 15,0-1-127-15,-2 0-58 0,2-3-29 0,0-2 92 16,4-5-61-16,-2 3-20 15,4-5-10-15,-1 1 74 0,4-3-142 0,-1-2 0 0,1 0 0 0,0 0 0 0,0 0 0 16,0 0 0-16,8 0 0 16,8 0 0-16,0 0 0 0,7 0 0 0,-2 0 0 0,8 0 0 0,-4 0 0 15,3 0 0-15,-3 0 0 0,5 0 0 16,-3 0 0-16,-1 0 0 0,-4 0 0 0,-2 0 0 16,2 0 0-16,-3 0 0 0,-5 0 0 15,1 0 0-15,-5 2 0 0,2 1 0 0,-4 1 0 16,0 2 0-16,-1 2 0 0,0-1 0 0,-2 3 0 15,1 2 0-15,-1 1 0 0,-1 5 0 0,1-1 0 16,1 1 0-16,-2 3 0 0,1 4 0 16,-1-5 0-16,2 4 0 0,-3 4 0 0,1-9 0 15,0 4 0-15,-2-3 0 0,0 3 0 0,-1 0 0 16,-1-4 0-16,0-1 0 0,0-4 0 16,0 2 0-16,0-2 0 0,-6 1 0 0,-1-7 0 15,-3 2 0-15,-3 0 0 0,-3-3 0 0,-3 1 0 16,-4-2 0-16,-2-4 0 0,-5-2-57 15,-5 0-357-15,-10 0 187 0,8 0 84 0,-11-15 57 16,6-7-859-16,5-12 454 0</inkml:trace>
  <inkml:trace contextRef="#ctx0" brushRef="#br0" timeOffset="-114618.52">5731 12184 3311 0,'7'-9'0'0,"13"3"0"0,-5 1 0 0,3 1 0 0,2-2 0 0,2 5 0 0,5-2 0 0,3 3 0 0,4-2 0 0,0 2 0 0,2 0 153 15,-4 0-58-15,0 0-10 0,-1 0-9 16,-4 8-39-16,0 0-464 0,-7-1 232 0,1 2 116 0,-2 2-775 16,-5 5 441-16,0 4 225 0,-11 7 113 15</inkml:trace>
  <inkml:trace contextRef="#ctx0" brushRef="#br0" timeOffset="-114445.14">5756 12708 3931 0,'-20'7'0'0,"8"3"0"0,-2-3 0 0,8-2 0 0,3-2 0 0,3-3 0 0,0 0 0 0,0 0 0 0,3 0 0 0,19 0 0 0,3 2 0 0,5-2 0 0,3 0 0 0,2 0 0 15,4 0 0-15,-1 0 0 0,0 0 0 16,-1 0 0-16,-6 0 0 0,-1-2 0 0,-8-1-149 16,2 3-236-16,-5 0-955 15,0 0 654-15</inkml:trace>
  <inkml:trace contextRef="#ctx0" brushRef="#br0" timeOffset="-113654.03">6890 12290 2224 0,'-9'-10'0'0,"4"7"0"0,4-2 0 0,1 4 0 0,0-1 0 0,0-1 0 0,0 3 0 0,0-1 0 0,4-2 0 0,9 3 0 0,4 0 71 0,5 0-24 15,4 0-9-15,-3-1-1 0,-3 1 40 16,4 0 0-16,-4 0-39 0,-5 0 53 0,3 0-10 0,-10 0 2 16,-1 0-45-16,2 4 0 15,-6 2 0-15,0 1 9 0,-3 2-10 0,0 7 50 0,0 0-24 16,-6 7 61-16,-8 1-43 0,-1 4 9 16,-2 2-58-16,-2 0 5 0,0 3 1 15,-4-4 0-15,1-1-1 0,0-1 42 0,1-2-41 0,1-3 75 16,-1-4-101-16,4 0-12 0,1-3 0 15,0-2 0-15,5-4 0 0,4 0 0 16,0-3 0-16,2-2 0 0,5 1 0 0,0-1 0 0,0 2 0 16,0-1 0-16,2 1 0 0,10 1 0 0,2 1 0 15,2-1 0-15,5 1 0 0,0-1 0 0,4-1 0 16,-1-2 0-16,-3 0 0 16,3-3 0-16,-3 2 0 0,-1-1 0 0,0-2 0 15,-6 1 0-15,0 1-333 0,-3-2-15 0,0 0 156 16,-4 2 77-16,-4-2-286 0,0 2 182 0,-1-2 81 15,0 2-575-15,-2-2 338 0</inkml:trace>
  <inkml:trace contextRef="#ctx0" brushRef="#br0" timeOffset="-113483.95">6844 12482 2891 0,'-3'-5'0'0,"1"3"0"0,2 0 0 0,-2 2 0 0,2 0 0 0,0 0 0 0,4 0 0 0,10 0 0 0,5 0 0 0,1 4 0 0,6 2 274 0,-2-2-100 0,4 1-68 0,0-1-34 0,2 0 0 16,-3 0-240-16,6 1 98 0,-2-2 54 16,-1 1 27-16,3 0-675 0,-3-2 350 0,-1 1 186 15,3-3 78-15</inkml:trace>
  <inkml:trace contextRef="#ctx0" brushRef="#br0" timeOffset="-113291.22">7843 11959 3352 0,'0'0'0'0,"0"0"0"0,-2 0 0 0,-2 0 0 0,-4 2 0 0,-3 5 0 0,-3 3 0 0,-6 3 0 0,-1 6 0 0,-5 0 0 0,-3 2 161 0,-2 9-66 0,-1-1-30 0,2-2-68 16,-1 4 41-16,1-1-1 0,9-3-218 15,-6 3-233-15,4-4 225 0,2 0-699 16,11-7 451-16,3-6 226 0,3-1 117 0,4-7-572 0</inkml:trace>
  <inkml:trace contextRef="#ctx0" brushRef="#br0" timeOffset="-113088.75">7669 12199 1964 0,'11'-3'0'0,"4"0"0"15,-7 1 0-15,1 2 0 0,-1 0 0 0,0 0 0 0,-5 0 0 0,1 5 0 0,-2 0 0 0,-1 3 0 0,-1 1 228 0,0 5-100 0,-1-2-45 0,-8 1 53 0,-2 1-49 16,-3-1-24-16,-1 3 49 0,-2-4-41 0,2-1-1 0,-2-2 11 15,-2 1-1-15,4-4-43 16,3-3 10-16,1 3 132 0,1-4-70 0,3 0-36 16,2-2-1-16,2 0 124 0,3 0-81 15,0 0-115-15,0 0 0 0,0 0 0 0,1 0 0 0,9 0 0 16,4 0-5-16,-1 0-82 0</inkml:trace>
  <inkml:trace contextRef="#ctx0" brushRef="#br0" timeOffset="-113026.58">7726 12359 373 0,'18'0'0'0,"-2"0"0"0,-2 0-9 0,2-2-10 0,-2-4-18 0</inkml:trace>
  <inkml:trace contextRef="#ctx0" brushRef="#br0" timeOffset="-112792.15">7880 12277 1542 0,'2'-6'0'0,"-1"1"0"0,1 4 0 0,0-2 0 0,-2 2 0 0,0 1 0 0,0 0 0 0,0 0 0 0,0 1 0 0,-5 11 0 0,-6 0 161 0,-5 3-52 0,-5 3 3 15,-1 1-38-15,-2 0 0 0,-4 2-36 0,-1-1 43 16,1-1 9-16,0-2-53 0,-2 0 0 0,2-4 97 15,7-6-48-15,-1 4-25 0,8-6 152 0,1-2-92 16,4 1-42-16,6-4 170 16,-1 2-106-16,4-2-53 0,0 0-17 0,0 0-10 0,14 0-86 15,7 0 30-15,6 0-1 0,0 0-6 16,5-2 10-16,1-3 27 0,0-1-189 0,1 2 95 16,0-2 47-16,-2 2 23 0,-7 1 10 0,0 1-602 15,-1 0 239-15,-3 0 157 0,-1 1-524 0,-6 1 335 16,-1 0 158-16,-1 0-340 0</inkml:trace>
  <inkml:trace contextRef="#ctx0" brushRef="#br0" timeOffset="-112641.75">7996 12393 2677 0,'0'-6'0'0,"0"1"0"0,0 1 0 0,-1-1 0 0,-1 4 0 0,-3-3 0 0,5 2 0 0,-2 1 0 0,2 1 0 0,0 0 0 0,0 0 213 0,0 0-92 0,4 0 64 15,2 5-74-15,0 1-36 0,-1 1-277 16,1 1 129-16,1 1 51 0,-5 0 29 0,4 3 1 0,-4-1-683 15,0 1 356-15,-2-2 188 0,0 5-771 16</inkml:trace>
  <inkml:trace contextRef="#ctx0" brushRef="#br0" timeOffset="-112329.58">7804 12524 3039 0,'-7'4'0'0,"0"3"0"0,-1 5 0 0,4 0 0 0,0 2 0 0,4 3 0 0,0 5 0 0,0 2 0 0,0 2 0 0,4 5 0 0,0-3 320 0,0 2-146 0,1 2-68 0,-1-4-35 0,-2 2 111 16,0-5-143-16,-1 4-39 0,-1-8 0 15,0 2 0-15,0-4 0 0,-7-2-98 0,0-4 65 16,-1-1 31-16,-3-7-1 0,0-1 41 0,-1-2-174 16,-1-2 80-16,2 0 53 0,-1-5-162 15,1-8 82-15,-1-1-162 0,-2-10 105 0,3 2 45 16,-1-4 20-16,-1-2 8 0,1 0 30 0,1 4-41 0,-1 6-1 15,-1 0 248-15,0 5-113 0,-1 1-42 16,-1 7-25-16,1 2 356 0,-2 2-181 16,2 1-78-16,-2 0-26 0,2 1 61 0,-2 11-56 0,1 0 15 15,0 2-309-15,5-1 148 16,1 2 80-16,3 0 14 0,6 3 1 0,0-3-842 0,0 0 408 16,16-1 173-16</inkml:trace>
  <inkml:trace contextRef="#ctx0" brushRef="#br0" timeOffset="-112165.45">7936 12708 3931 0,'9'6'0'0,"0"7"0"0,2-3 0 0,-4 0 0 0,-2 4 0 0,1-3 0 0,-1-1 0 0,-3 1 0 0,4-1 0 0,0 4 0 0,-4-4 0 0,4 2 0 0,-1 2 0 0,0-3 0 0,3 2-125 0,0-1-136 15,-1-5 149-15,2-2 74 0,3-2-869 16,2-3 467-16,4 0 239 0</inkml:trace>
  <inkml:trace contextRef="#ctx0" brushRef="#br0" timeOffset="-111990.42">8402 12111 3906 0,'-2'0'0'0,"0"0"0"0,2 0 0 0,0 0 0 0,0 3 0 0,0-1 0 0,0 0 0 0,0 4 0 0,2-1 0 0,2 2 0 0,3 1 25 0,0 2-51 16,5 0 6-16,-1-1 28 0,4 0-767 16,-2 0 399-16,4 1 207 0,0-4-826 0,4-1 471 0,4-1 235 15,-6-4 118-15</inkml:trace>
  <inkml:trace contextRef="#ctx0" brushRef="#br0" timeOffset="-111733.42">8772 12148 2524 0,'5'0'0'0,"-3"0"0"0,0 0 0 0,-2 0 0 0,-4 0 0 0,-8 0 0 0,-7 2 0 0,-2 8 0 0,-6 3 0 0,-3 4 0 0,-6 4 223 0,3 0-93 0,-5-1-46 0,-1 0 0 0,6-1-38 16,-15 2 18-16,5-5-27 0,1-1 1 0,9-5-5 15,-1-1 4-15,7-5 9 0,4-2-8 16,4-2 116-16,5 0-58 0,5 0-29 0,2 0 163 16,5 0-230-16,2-2 0 0,0-2 0 0,14-3 0 0,11 3 0 15,5-1 0-15,6 1 0 0,9 2 0 16,-2 0 0-16,3 2 0 0,-4 0 0 0,-1 0 0 15,-4 0 0-15,0 2 0 0,-1 4 0 0,-4-1 0 16,-2-1-66-16,-6-2 9 16,-5 2-786-16,0-3 408 0,-8 2 199 0,-1-2-457 15,-4-1 328-15,-1 2 163 0,-4-2 74 0</inkml:trace>
  <inkml:trace contextRef="#ctx0" brushRef="#br0" timeOffset="-111399.5">8537 11972 3397 0,'-6'-6'0'0,"3"4"0"0,-1 2 0 0,2 0 0 0,-1 0 0 0,3 0 0 0,0 14 0 0,0 4 0 0,0 5 0 16,0 7 0-16,2 1 435 0,-1 5-336 0,3 2-99 0,0-1 0 0,-3 4 0 16,1-2 0-16,0-2 0 0,0 1 0 0,0-1 0 0,-2-3 0 15,0 0 0-15,0-3 0 0,0-6 0 0,0-4 0 16,0-1-586-16,0-3 123 0,-2-5 227 0,-2-4-624 15,-1-3 411-15,-1-4 206 16,1-1 103-16,-3-1-290 0,2-16 187 16,1-1 107-16,-3 2 50 0,0-3 27 0,-1 4 59 0,0 0 290 15,1 4-191-15,-5 1-64 0,0 5-36 16,-2 3 287-16,2 0-162 0,-3 2-81 0,0 0-49 0,-1 4 710 16,-3 9-320-16,1 0-173 0,0 2-87 0,0 2 197 15,4-4-133-15,0 5-80 0,0-4-35 16,4-1-240-16,7-2 102 0,-1-1-583 0,5-2 352 0,0-3 162 15,1-3 85-15,14-2-360 0</inkml:trace>
  <inkml:trace contextRef="#ctx0" brushRef="#br0" timeOffset="-111268.14">8526 12467 2603 0,'16'-1'0'0,"3"1"0"0,-1 0 0 0,-4 0 0 16,5 1 0-16,0 5 0 0,2 0 0 0,3 4 0 0,-4-7 0 0,9 5 0 0,-5-4 160 0,-1 1-61 0,-3 1-31 0,3-1-149 0,-4 0 55 0,0 2-693 15,-4 0 378-15,-4 1 189 0,-1-1 95 0</inkml:trace>
  <inkml:trace contextRef="#ctx0" brushRef="#br0" timeOffset="-110495.27">8560 12564 2332 0,'0'9'0'0,"1"3"0"0,1 0 0 0,3 2 0 0,-4 1 0 0,2 1 0 0,1 3 0 0,1 0 0 0,-2 2 0 0,1-1 0 0,-1 1 91 16,-1-2-26-16,3-1 113 0,-4 1-70 0,1-2-26 15,1-3-226-15,-1-2 90 0,1-2 46 0,0-2-340 16,1-1 193-16,2-1 105 0,0-5 39 0,2-1-386 16,2 0 155-16,-1 0 115 0,2-1-18 0,-1-7-3 15,1 1 60-15,-4 1 26 0,5-2-1 0,-7 3 42 16,-2-1-17-16,-2 4-8 0,1 1 204 0,0-1-98 15,-2 2-48-15,0 0 297 16,-5 0-149-16,-8 2-51 0,-1 7-58 0,-2 0 234 16,-2 1-96-16,-1-1-77 0,1 0-35 0,0 0 45 15,1-1-47-15,-3-2 0 0,1-3-7 0,1 0-31 16,1-2 1-16,2-1 13 0,1 0-14 0,5 0 0 16,0-5 0-16,5-8-35 0,4-2 0 0,0-4 44 15,1-7-8-15,15-7-131 0,7 0 65 0,7-3 31 16,4-2 0-16,4-1-264 0,10-6 133 15,0 4 47-15,4-1-10 0,4-1 19 16,1-2 28-16,3 0-25 0,0 4 73 0,-3-1-29 16,0 4-10-16,-4 5 225 0,-12 5-112 0,1 2-47 15,-12 5-27-15,-5 2 373 0,-8 8-184 0,-4 1-62 16,-5 6-50-16,-4-1 331 0,-2 3-187 0,-2 2-94 16,-2 0-32-16,-13 0-99 0,-4 8 0 0,-5 5 0 15,-1 3 0-15,0 4 0 0,-1 0 0 16,3 1 0-16,3-4 0 0,5 1 0 0,2-1 0 0,6 0 0 15,5-4 0-15,2 1 0 16,0-3 0-16,2 2 0 0,7-2 0 0,8 1 0 16,-2-3 0-16,4 2 0 0,-3 3 0 0,2-3 0 15,1 4 0-15,-5 0 0 0,-1 1 0 0,-1 7 0 16,-8-2 0-16,-3 6 0 0,-1 0 0 0,0 1 0 16,-7 3 0-16,-8-1 0 0,-4-2 0 0,0 2 0 15,-4-4 0-15,2-2 0 0,-6 0 0 0,-1 0 0 16,-2-6 0-16,0-1 0 0,0-4 0 0,0-4 0 15,1-3 0-15,3-3 0 16,8-3 0-16,-5 0 0 0,4 0 0 0,2-1 0 16,2-11 0-16,2-2 0 0,3-7 0 0,1-3 0 15,5-2 0-15,4-2 0 0,0 3-5 0,0 6 10 16,2-2-5-16,5 4-3 0,3 5 6 0,3 2-3 16,3 4 0-16,4 5 0 0,4 1 0 0,6 0 0 15,0 5 0-15,8 11 0 0,-1 0 0 0,3 5 0 16,-4-3 0-16,8 9 0 0,-1-4 0 0,-3 2 0 15,1 0 0-15,3 2 0 16,-1-2 0-16,1-2 0 0,-3-1 0 0,-2-1 0 16,-7-7 0-16,2 4-658 0,-1-1 273 0</inkml:trace>
  <inkml:trace contextRef="#ctx0" brushRef="#br0" timeOffset="-110026.3">9671 12315 2876 0,'-28'-5'0'0,"17"-1"0"0,6 6 0 0,5 0 0 0,0 0 0 0,0 2 0 0,11 2 0 0,10-2 0 0,4 1 0 0,10-3 0 0,6 0 112 0,7 0 185 0,5-3-130 0,0 1-74 16,0-5 172-16,-1 1-144 0,-3 0-121 0,-5 5-100 15,-7-2 1-15,-1 3 69 0,-5 0 34 0,-9 0-635 16,-3 0 330-16,-6 0 170 15,-3 7 84-15,-8 2-891 0,-2-2 439 0</inkml:trace>
  <inkml:trace contextRef="#ctx0" brushRef="#br0" timeOffset="-109818.45">10029 11959 2645 0,'-9'-5'0'0,"4"4"0"0,0 1 0 0,2 9 0 16,-2 8 0-16,2 9 0 0,3 12 0 0,0 4 0 0,0 5 0 0,0 3 0 0,0 7 693 0,0 10-328 0,0-5-163 0,0 2-176 0,0 0-26 0,0-12 0 16,0 6 0-16,0-5 0 0,0-2 0 0,0-6 0 15,0-2 0-15,0-8-140 0,0 4-175 16,0-6 176-16,0-5 88 0,0-8-326 16,0-6 72-16,0-4 143 0,0-3-621 0,0-7 373 15,1 0 186-15</inkml:trace>
  <inkml:trace contextRef="#ctx0" brushRef="#br0" timeOffset="-109677.03">10004 12510 2108 0,'-2'-16'0'0,"-5"7"0"0,-1 6 0 0,-3 3 0 0,-3 0 0 0,1 0 0 0,-1 12 0 0,-5 4 0 0,1 2 0 0,-2 8 0 0,1-1 96 0,-2 1 188 0,3 1-123 0,1-2-62 16,4-2-313-16,-1-1 122 0,7-3 64 0,1-6-652 15,5 0 358-15,1-5 179 0,0-5 100 0</inkml:trace>
  <inkml:trace contextRef="#ctx0" brushRef="#br0" timeOffset="-109522.63">10102 12469 2434 0,'5'-2'0'0,"-1"2"0"0,-1 0 0 0,-1 0 0 0,3 2 0 0,-3 6 0 0,1 2 0 15,1 1 0-15,-1 1 0 0,5 2 0 0,-3-1 322 0,2 0-142 0,0 1-62 0,2 1-413 0,-2-3 167 16,3 0 82-16,-1-3-685 0,2-1 371 0,-2-2 187 15,3 0 91-15,-1-6-338 0</inkml:trace>
  <inkml:trace contextRef="#ctx0" brushRef="#br0" timeOffset="-109094.45">10370 12376 2014 0,'2'-8'0'0,"0"2"0"0,2 6 0 0,-2 0 0 0,-2 6 0 0,0 13 0 0,0 3 0 0,0 8 0 0,0 2 0 0,0 2 0 0,0 0 642 15,0 0-302-15,-2-1-142 0,0 0 204 0,0-3-182 16,2-2-105-16,0-8-115 0,0 3-79 0,0-6 19 16,0-4 44-16,0-1-581 0,0-6 317 0,0-1 159 15,0-4 79-15,0-1-254 0,-4 0 53 0,4 0 122 16,-3-3-89-16,1-10-205 0,2-7 188 0,0-2 86 16,0-8-142-16,0-4 122 0,-3-9 63 0,1-2 1 15,1-4 30-15,-1-4-10 0,0-5 39 0,2 0 47 16,0 4 0-16,0 1-47 0,0 14 1 15,0 1 255-15,5 6-123 0,5 10-67 16,0 1-32-16,2 6 229 0,4 2-73 0,3 5-83 16,1 2 443-16,1 5-237 0,2-1-118 0,-2 2 221 15,-1 0-170-15,1 0-76 0,-3 3-51 0,1 5 255 16,-3 2-149-16,0 1-75 0,-3 2-28 0,-3 0 250 16,-1 2-187-16,-2 3-147 0,-1 2 0 0,-3 4 0 15,2-1 0-15,-3 6 0 0,-1 2 0 0,-1 1 0 16,2 4 0-16,0 1 0 15,-2-1 0-15,2 2 0 0,0-3 0 0,1 3 0 16,1-5 0-16,0 2 0 0,-1-9 0 0,2 5 0 16,-3-8-305-16,0-1 69 0,-1-3 102 0,1-4-585 15,-2-4 331-15,0 0 180 0,0-2-205 0,0-3 188 16,-3 0 93-16</inkml:trace>
  <inkml:trace contextRef="#ctx0" brushRef="#br0" timeOffset="-108937.45">10387 12421 2419 0,'-15'-10'0'0,"3"7"0"0,1 0 0 0,6 2 0 0,0 1 0 0,1-2 0 0,4 2 0 0,0 0 0 0,7 0 0 0,10 0 0 0,9 0 151 16,-1 0-57-16,5 0 7 0,0-2-23 0,2 0-9 16,-2 2-251-16,-2 0 109 0,-7 0 56 0,1 0-666 15,-5 7 369-15</inkml:trace>
  <inkml:trace contextRef="#ctx0" brushRef="#br0" timeOffset="-108773.47">10470 12565 1985 0,'-2'0'0'0,"-1"0"0"0,3 0 0 0,-3 0 0 0,3 0 0 0,0 0 0 16,0 0 0-16,8-1 0 0,4-4 0 0,4 0 0 0,2 4 116 0,0-4-225 0,-1 4 73 0,-1-2 37 0,-2 3-236 15,1 0 131-15,-8 0 71 0,3 4 36 0</inkml:trace>
  <inkml:trace contextRef="#ctx0" brushRef="#br0" timeOffset="-108635.52">10514 12717 1547 0,'-5'5'0'0,"1"2"0"0,2-6 0 16,1 1 0-16,1 0 0 0,0-2 0 0,0 2 0 0,0-2 0 0,5 0 0 0,9 0 0 0,-3 0 99 0,1 0-30 0,2 0 19 15,1 0-9-15,2 0-42 0,-1 0-315 0,2-4 158 16,-1-1 79-16,-1-3-516 0,4 1 276 0</inkml:trace>
  <inkml:trace contextRef="#ctx0" brushRef="#br0" timeOffset="-108198.55">11050 11866 2311 0,'4'-13'0'0,"-2"6"0"0,0 5 0 0,-2 2 0 0,0 0 0 0,-6 2 0 0,-6 13 0 0,-1 0 0 0,-1 6 0 0,-2-1 0 0,4-1 293 15,-6 6-132-15,4-3-62 0,-4-1-31 0,8-6-116 16,-4 1 42-16,7-4 10 0,-1-5 34 0,5-1-63 16,1-2 32-16,0-3 0 0,2 1 31 0,0-2-19 15,2 0-8-15,11 0 26 0,4-2 141 0,5-3-70 16,-1-2-52-16,0-2 204 0,0 3-115 0,2 0-55 15,2 0-25-15,-4 3-50 16,-1 1-15-16,-3 0 0 0,0 0 0 0,-4 0 0 16,2 2 0-16,-3-1 0 0,-3-2 0 0,-2 3 0 15,-1 0 0-15,-3 0 0 0,2 0-533 0,-3 0 174 16,-2 0 115-16,0 0-508 0,0 0 357 0,-10 3 179 16,-3 2 89-16,-3 2-270 0,2-1 170 0,-4 2 99 15,2-4 46-15,-3 2 51 0,3-2-6 0,0 2-1 16,3-4-9-16,1 1 173 15,3 1-82-15,0-2-41 0,6 2 435 0,-1-2-238 16,2 1-128-16,2 0 476 0,0 1-261 0,0 1-100 16,0-1-75-16,6-1 50 0,1 3-53 0,2-2-40 15,1 2-1-15,1-3-245 0,0 1 108 0,1-2 52 16,-1-2 38-16,1 2-278 0,2-2 147 0,-1 0 74 16,4 0-735-16,-2-4 322 0</inkml:trace>
  <inkml:trace contextRef="#ctx0" brushRef="#br0" timeOffset="-107806.24">11433 11823 1878 0,'0'-1'0'0,"0"1"0"0,0 0 0 0,0 0 0 0,-9 7 0 0,0 5 0 0,-5 2 0 0,0 5 0 0,-2 0 0 0,1 0 0 0,0-1 186 0,0 3-73 0,0-6-29 0,0 4 69 15,2-5-57-15,2 1-30 0,0-4-3 0,4-4-25 16,2-1 9-16,1-3-35 15,4-1 26-15,0-1-1 0,0-1 1 0,2 0-17 16,8 0 26-16,5 0-9 0,-1-1-1 0,5-2 49 16,1-3-25-16,0 2 1 0,1-1-15 0,0 1-78 15,-1-2 34-15,1 2-2 0,-2 3-192 0,-5-1 110 16,2-1 50-16,-7 2 20 0,0 1-221 0,-4 0 101 16,0 0 66-16,-3 0-567 15,0 0 302-15,-2 0 146 0,0 1 73 0,-4 4-269 0,-6-4 171 0,-1 2 76 16,-3-2 53-16,3-1-58 15,-1 0 50-15,-2 0 25 0,1 0 214 0,1 0-104 16,3 0-37-16,-2 0-24 0,4 0 199 0,1 0-111 16,2 0-55-16,0 0 501 0,4 0-186 0,0 0-156 15,0 4-79-15,0 2 169 0,2 1-116 0,4-1-47 16,2 0-39-16,-1 4-65 0,-1-2 37 0,-3 1 0 16,1 0-434-16,0 3 226 0,-3 0 99 0,-1-2-247 15,0 2 119-15,-1-3 105 0</inkml:trace>
  <inkml:trace contextRef="#ctx0" brushRef="#br0" timeOffset="-107376.49">11027 12246 1830 0,'-14'1'0'0,"4"4"0"0,3-3 0 0,3-1 0 0,2 1 0 0,2 0 0 0,0 0 0 0,6-1 0 0,6 3 0 0,6-1 0 0,1-1 250 0,1-2-106 0,4 0 263 0,-3 0-175 16,4 0-102-16,-5 0-180 0,1 0 44 0,0 0 0 15,-3-2 44-15,0-1-224 16,-4 2 107-16,0-3 58 0,-5 0 30 0,-4 2-623 16,-1 1 260-16,-2 1 188 0,0 0-51 0,-2 0-323 15,0 0 251-15,-4-2 126 0,-5-1-30 0,0 1 91 16,1-1 48-16,-2-1 54 0,3-1 0 0,-2-1 0 16,3 1 0-16,-2 1 202 0,3 0-139 0,1 0-50 15,1 3-26-15,1-1 174 0,0 2-70 0,-1 0-54 16,1 0 68-16,2 0 304 15,0 3-176-15,-1 7-97 0,-3 0 138 0,0 2-122 16,-1 1-58-16,-4 1 161 0,-3 1-108 0,-1 2-55 16,-4-1-18-16,-3 3 77 0,-3-4-57 0,0 0-28 15,2 0 0-15,3-5 4 0,-1 1 9 0,4-4-41 16,5-1 0-16,1-2 86 0,6-2-43 0,-1-1 0 16,4-1 54-16,0 3-53 0,0-3 0 0,5 2-67 15,11-2 23-15,-2 0-1 0,6 0 10 0,3 0-145 16,0 0 67-16,-2 0 35 15,2 0 0-15,-1 0-488 0,-3 0 234 0,0-2 128 16,-5 2 28-16,-3 0-346 0,1 0 184 0,-4 0 109 16,-5 5-592-16</inkml:trace>
  <inkml:trace contextRef="#ctx0" brushRef="#br0" timeOffset="-107210.58">11018 12606 2197 0,'-17'8'0'0,"4"-1"0"0,0-2 0 0,4-2 0 0,-1 1 0 0,7-4 0 0,1 2 0 0,2-2 0 0,0 0 0 0,2 0 0 0,11 0 187 0,2 0-75 0,3 0-38 0,1 0-1 16,1-2 10-16,1-5-46 0,0 1 1 0,-1 0-175 15,-2 1 88-15,-1 1-511 0,-6 0 308 0,4 0 140 16,-4 0 75-16,-2 2-679 0,-1-4 340 0</inkml:trace>
  <inkml:trace contextRef="#ctx0" brushRef="#br0" timeOffset="-106950.36">11181 12537 1583 0,'-9'-4'0'0,"2"0"0"0,-1 3 0 0,1-2 0 0,-1 3 0 0,3 0 0 0,-2 0 0 0,4 0 0 0,-1 8 0 0,4 3 0 0,0 5 82 0,0 3 220 0,0 3-133 0,0 3-65 15,2-1-34-15,2-2 82 0,-1 8-61 0,2-5-27 16,-3-2-106-16,0-1 41 16,-1 0-1-16,-1 1 49 0,0-5-101 0,0 1 47 0,-5-1-1 15,-5-3-89-15,-3-2 67 0,-1-4 25 0,0 0-9 16,-4-3-54-16,4-2 37 0,-3-2-18 0,0-2 1 15,2 0 147-15,-2 0-53 0,4 0-8 16,-2-2-47-16,4-4 181 0,1-2-82 0,3 3-18 0,1-3 46 16,1 2-32-16,3-2-27 15,2 0 13-15,0-2 0 0,0 0-25 16,7 4-10-16,8-4-120 0,2 2 60 0,0 0 31 0,4-1-1 16,0 5-540-16,-1-2 268 0,8 4 105 0</inkml:trace>
  <inkml:trace contextRef="#ctx0" brushRef="#br0" timeOffset="-106793.3">11422 12985 3174 0,'-15'-1'0'0,"7"-1"0"0,6 2 0 0,1 0 0 0,-5-2 0 0,3 1 0 0,-1-1 0 0,2 0 0 0,2 0 0 0,0 2 0 0</inkml:trace>
  <inkml:trace contextRef="#ctx0" brushRef="#br0" timeOffset="-104543">22178 9529 1866 0,'-9'-8'0'0,"2"0"0"0,-2 3 0 0,4-3 0 0,0 3 0 0,1-3 0 0,0 1 0 0,2 1 0 0,2 3 0 0,0-2 0 0,0 4 128 0,0-1-43 0,0 1 221 16,0-1-132-16,0-1-66 0,2 2-23 0,2-1 67 15,0 0-55-15,1 0-27 0,0 2-1 0,4 0 207 16,-4 0-107-16,4 0-69 0,-1 0-29 0,0 0 104 16,1 0-175-16,0 0 0 0,0 0 0 0,3 0 0 15,-1 0 0-15,3 2 0 0,-4 0 0 0,8 1 0 16,-4 0 0-16,7 0 0 0,1 0 0 0,3 2 0 15,-1-4 0-15,3 3 0 0,3-2 0 0,4 0 0 16,-1 0 0-16,10-1 0 0,1-1 0 0,1 0 0 16,6 0 0-16,9 0 0 0,-2 0 0 15,4 2 0-15,4 0 0 0,-1 1 0 16,-6 2 0-16,10 5 0 0,-7-2 0 0,2 1 0 16,-2 3 0-16,1-1 0 0,-6 1 0 0,17 1 0 15,-5 0 0-15,0-2 0 0,-1 1 0 0,-3-1 0 16,-6-2 0-16,1 1 0 0,-2-2 0 0,-5-1 0 15,-8 0 0-15,-7 1 0 0,-1-3 0 0,-7 2 0 16,-7-4 0-16,-6-2 0 16,-7 3 0-16,1-2 0 0,-6 0 0 0,-3-2 0 0,0 0 0 0,-2 0 0 15,0 0 0-15,0 0 0 0,0 0 0 0,0 0 0 16,0 0 0-16,0-4 0 0,0-3 0 0,0 0 0 16,0 3 0-16,0 0 0 15,3 0 0-15,-3 2 0 0,0 1 0 0,2 1 0 16,0 0-10-16,0 9-247 0,0 13 107 0</inkml:trace>
  <inkml:trace contextRef="#ctx0" brushRef="#br0" timeOffset="-103099.16">26590 9487 989 0,'-14'-9'0'0,"0"2"0"0,1 1 0 0,0 1 0 0,-2-1 0 0,6 0 0 0,-7-2 0 0,5 3 0 0,4-1 0 0,-3 1 0 0,2 0 214 16,4 3-86-16,-1-2-43 0,4 3 168 0,-1-1-106 15,0 0-41-15,2 1 186 0,0 1-125 0,0 0-62 16,0 0-31-16,0 0 145 16,0 0-78-16,2 0-54 0,1 0 0 0,5 0 75 0,-3 0-59 0,3 0-20 15,-2 0-10-15,1 1 148 16,-1 1-89-16,1-2-69 0,-1 2-63 0,2-2 0 15,-1 1 0-15,-2 3 0 0,1-4 0 0,2 1 0 16,-1 0 0-16,-1-1 0 0,1 2 0 0,1 1 0 16,1-2 0-16,2 2 0 0,-1-2 0 0,3 3 0 15,0-2 0-15,2 2 0 0,-1-1 0 0,4 2 0 16,0-2 0-16,0-1 0 0,1 2 0 0,-3-3 0 16,3 2 0-16,-2-1 0 15,-2-1 0-15,2 1 0 0,-2-1 0 0,-2 1 0 16,0 1 0-16,2-2 0 0,0 1 0 0,-3 0 0 15,3 2 0-15,0-1 0 0,0 1 0 0,2-1 0 16,0 2 0-16,-1 0 0 0,2 0 0 0,2-2 0 16,0 2 0-16,0-3 0 0,-3 2 0 0,5-2 0 15,-1 2 0-15,1 0 0 0,4-2 0 0,-4 1 0 16,5 1 0-16,-2 0 0 0,5-1 0 0,-2 1 0 16,1 2 0-16,0-3 0 15,-2 2 0-15,0-2 0 0,5 3 0 0,-2-2 0 16,-1 1 0-16,3-1 0 0,-1 0 0 0,0 0 0 15,0-1 0-15,-1 3 0 0,2-2 0 0,0 0 0 16,2-1 0-16,3-1 0 0,-2 2 0 0,2-1 0 16,1-1 0-16,6 0 0 0,-5 1 0 0,-2-3 0 15,9 0 0-15,-5 0 0 0,0 0 0 0,1 0 0 16,-1 0 0-16,-6 0 0 0,6 1 0 0,3-1 0 16,-3 0 0-16,-2 2 0 0,-2-2 0 0,0 2 0 15,-1 0 0-15,3-2 0 16,-4 0 0-16,3 0 0 0,-2 0 0 0,3 1 0 15,-2-1 0-15,7 0 0 0,-9 0 0 0,9 0 0 16,-7 0 0-16,9-1 0 0,-6-1 0 0,3-2 0 16,-10 3 0-16,4-2 0 0,-2 1 0 0,0 0 0 15,-3 1 0-15,0-1 0 16,-2 0 0-16,1 2 0 0,-1 0 0 0,0-2 0 0,3 2 0 16,-1-2 0-16,-2 2 0 0,3 0 0 0,1 0 0 15,2 0 0-15,-1 0 0 0,2 0 0 0,-2 0 0 16,-2 0 0-16,2 0 0 0,-5 0 0 0,0 0 0 15,0 0 0-15,-5 0 0 0,4 0 0 0,-5 0 0 16,5 0 0-16,0 0 0 0,-5 0 0 16,5 0 0-16,-3 0 0 0,-1 0 0 15,3 0 0-15,-6 0 0 0,-2 0 0 0,2 0 0 16,-3 0 0-16,-7 0 0 0,2 0 0 0,-5 0 0 16,-2 0 0-16,-2-2 0 0,-1 2 0 0,-3 0 0 15,-1 0 0-15,0 0 0 0,0 0 0 0,0 0 0 16,0 0 0-16,0 0 0 0,0 0 0 0,0 0 0 15,0-1 0-15,0-2 0 0,0 2 0 0,0-3 0 16,0-2 0-16,0 0 0 0,-1-1 0 0,-6-2 0 16,3-1 0-16,-2 3 0 15,-2-5 0-15,-1 5 0 0,-1 2 0 0,-3 3-529 16,-7 2 180-16</inkml:trace>
  <inkml:trace contextRef="#ctx0" brushRef="#br0" timeOffset="-99764.74">2132 14451 2299 0,'-11'0'0'0,"-1"0"0"0,1 0 0 0,1-3 0 0,-1 2 0 0,2-1 0 0,4 2 0 0,-3-2 0 0,6 2 0 0,-1 0 0 0,0 0 115 16,3 0-44-16,0 0 314 0,0 0-175 0,3-2-86 16,9 1 120-16,3-2-94 0,6 0-62 0,2 0-25 15,-1-3 119-15,0 2-182 0,0-1 0 0,1 0 0 16,-1 0 0-16,-2-1 0 0,1 2 0 0,-1 1 0 16,2-1 0-16,-4 1 0 0,2 0 0 15,-2 1 0-15,-4 0 0 0,2 0 0 0,-2 2 0 16,-4 0 0-16,1-1 0 0,-2 1 0 0,2 0-681 15,-4 0 246-15,0 0 198 0,4 0 91 0,-1 0-598 16,2 0 354-16,-4 0 176 0</inkml:trace>
  <inkml:trace contextRef="#ctx0" brushRef="#br0" timeOffset="-99534.28">2723 14197 2696 0,'0'-6'0'0,"0"3"0"0,0 1 0 0,0-1 0 0,0 2 0 0,0 1 0 0,0 0 0 0,0 0 0 0,0 4 0 0,-3 7 0 0,-1 6 337 0,1 2-151 16,-1 5-74-16,-2 1 357 0,-1 3-338 0,-1 2-131 16,1 0 0-16,-3 0 0 0,-1 2 0 0,1-2 0 15,1 0 0-15,-6 0 0 16,4-1 0-16,-4-2 0 0,3-1 0 0,-6-3 0 16,6-2 0-16,-3-3 0 0,0 0-55 0,1-4-3 15,3-3-70-15,1-5-486 0,1-1 288 0,0-5 136 16,4 0 81-16,1-1-459 0,4-18 266 0,0-8 133 15,0-15-446-15</inkml:trace>
  <inkml:trace contextRef="#ctx0" brushRef="#br0" timeOffset="-99283.95">2523 13886 2654 0,'2'-18'0'0,"1"3"0"0,-3 5 0 0,0 1 0 0,0 5 0 0,0 3 0 0,0-1 0 0,0 2 0 0,2 0 0 0,5 0 0 0,0 6 318 16,7 6-145-16,-2 6-68 0,3 5-35 0,6 9 389 15,-2 0-307-15,-3-2-152 0,6 16 0 0,0 1 0 16,-1 2 0-16,-4 3 0 0,3 1 0 0,-2 2 0 16,-3-3 0-16,3-3 0 0,-4 0 0 0,4 0 0 15,-8-14 0-15,6 1 0 0,-2 0 0 16,-2-6 0-16,-1 0 0 0,0-4 0 16,0-9 0-16,-6-1 0 0,2-5 0 0,-2-6 0 15,0-1 0-15,-2-2 0 0,1-2-463 0,-2 0 19 16,2-10 209-16,-1-7 98 0,1-7-571 0,1-6 336 15,-4-5 167-15</inkml:trace>
  <inkml:trace contextRef="#ctx0" brushRef="#br0" timeOffset="-99076.89">2958 14234 3030 0,'-7'-5'0'0,"5"3"0"0,1 1 0 0,-1-1 0 0,2-1 0 0,0 1 0 0,0 1 0 16,12-1 0-16,6 0 0 0,4-1 0 0,6-1 185 0,4 0-74 0,0-1 168 0,7 4-121 0,1-5-61 15,-3 4-26-15,8-4-71 0,-12 5 0 0,4-2 0 16,1-2 0-16,-4 4 0 0,-6-3 0 0,2 3-8 16,-7-2-193-16,-4 1 118 0,-5 2 61 0,-3 0-730 15,-2 0 359-15,-4 0 150 16,-3 0-181-16,-2 0 194 0,0 0 96 0,-2 0 49 16,-9 0-371-16,-1 0 214 0</inkml:trace>
  <inkml:trace contextRef="#ctx0" brushRef="#br0" timeOffset="-98897.39">3319 13893 2445 0,'-15'-11'0'0,"0"4"0"0,0 1 0 0,0 5 0 0,7-2 0 0,-5 1 0 0,6 2 0 0,0 0 0 0,4 2 0 0,1 11 0 0,-2 2 122 0,4 3 435 16,0 4-260-16,0 4-130 0,4 1-65 0,3 6 139 16,-2 0-241-16,0 5 0 0,3 0 0 0,-1-1 0 15,-2 9 0-15,-2-9 0 0,1 2 0 0,1 7 0 16,-5-7 0-16,5 3 0 0,-4 1-689 0,1 0 235 15,1 2 229-15,4 2-694 0,0 0 441 0</inkml:trace>
  <inkml:trace contextRef="#ctx0" brushRef="#br0" timeOffset="-98321.64">3433 15048 2977 0,'-2'6'0'0,"-3"-2"0"0,1-3 0 0,1 1 0 0,1-2 0 0,1 0 0 0,-1 0 0 0,2 0 0 0,0-7 0 0,3-7 0 0,11-5 110 0,1-2-36 0,2-7-78 16,1-3 40-16,3-3 11 0,4-5-10 0,-8 2-55 16,4-5 28-16,-2 3 0 0,-2-4 26 0,-2 2-27 15,0-9-9-15,-2 2 36 0,0-5-75 16,-3-10 37-16,-1 5 1 0,-1 4-44 16,-3-2 31-16,2 5 0 0,-4 13 0 0,0 1 100 15,-1 7-36-15,-2 9 5 0,0 1-43 0,0 6 334 16,0 5-195-16,0 3-151 0,0 5 0 0,0-2 0 15,0 1 0-15,0 2 0 0,2 0 0 0,0 2 0 16,4 10 0-16,0 9 0 0,1 7 0 0,0 4 0 16,0 1 0-16,2 5 0 0,-2-3 0 15,2 2 0-15,2-2 0 0,-1-3 0 16,-1-3 0-16,5-4 0 0,-3-2 0 0,0-6 0 16,2-2 0-16,1-2 0 0,-1-5 0 0,1-5 0 15,2-3 0-15,-2 0 0 0,2-2 0 0,3-15 0 16,-3-3 0-16,-1-5 0 0,2-1 0 0,-2-6 0 15,0-2 0-15,2-9 0 0,-4 0 0 0,0-4 0 16,-1-2 0-16,-2 10-36 0,-2-1-144 0,-1 4 71 16,-4 13 36-16,0-2 51 0,-1 6-15 0,-2 8-9 15,0 3 363-15,0 3-177 0,0 3-94 16,0-1-46-16,0 3 0 0,0 0 0 16,0 0 0-16,-2 7 0 0,-1 8 0 0,0 5 0 15,3 1 0-15,0 9 0 0,0 0 0 0,0 1 0 16,3 2 0-16,5-1 0 0,1 2 0 0,3-4 0 15,-1-1 0-15,1 0 0 0,2-3 0 0,0-1 0 16,-6-5 0-16,5 1 0 0,-2-2 0 16,2-2 0-16,-5-2 0 0,1-4 0 0,-1-2 0 0,2-3 0 15,0 0 0-15,-2-1 0 0,2-3 0 0,-1 0-70 16,2-2-93-16,1 0 71 16,1 0-698-16,2-4 376 0,-2-10 189 0,9-5-550 15</inkml:trace>
  <inkml:trace contextRef="#ctx0" brushRef="#br0" timeOffset="-98140.38">4532 13996 3224 0,'0'-5'0'0,"0"3"0"0,-3-1 0 0,1 3 0 0,0-3 0 0,2 3 0 0,0 0 0 0,0-3 0 0,4 3 0 0,8 0 0 0,6-1 301 0,-1 1-132 0,4 0 68 0,-1 0-237 15,1 0 0-15,3 0 0 0,-1 0 0 0,4 0 0 16,-3 0 0-16,-3 0 0 0,2 0-194 0,-2 0 100 15,-3 0 65-15,0 0-878 0,-2 4 459 0,-6 4 229 16,-3 1-43-16</inkml:trace>
  <inkml:trace contextRef="#ctx0" brushRef="#br0" timeOffset="-97941.15">4624 14246 3762 0,'-16'2'-2'0,"1"5"1"0,5-1 0 0,2-4 1 0,3 3 0 0,2-5 0 0,3 2 0 0,0 3 0 0,5 0 0 0,10 1 0 0,4-2 83 16,2-1 7-16,6-1-90 0,1 0 0 0,2-2 0 0,-2 0 0 16,2 0 0-16,-7 0 0 0,7-2 0 0,-11 0 0 15,4-4 0-15,-2 3 0 0,-5-1 0 0,-4 2-49 16,-1 0-32-16,-4 1 23 16,-2 1-430-16,-2 0 161 0,-1 0 146 0,-2 0-586 15,0 0 370-15</inkml:trace>
  <inkml:trace contextRef="#ctx0" brushRef="#br0" timeOffset="-96796.24">5539 14015 2414 0,'-14'0'0'0,"0"0"0"0,6 0 0 0,-3 0 0 0,4 0 0 0,1 0 0 16,5 0 0-16,-3 0 0 0,3 0 0 0,1 0 0 0,0 0 198 0,0 0 253 0,0 0-208 0,5 0-103 0,9 0 297 15,3 0-389-15,3 0-48 0,1-1 0 0,0-1 0 16,6-1 0-16,-3 1 0 0,0 1 0 0,-1-1 0 16,1-1 0-16,-3 2 0 0,-2-1 0 0,0 0 0 15,-3 1 0-15,-2 1 0 16,-1-3 0-16,-2 3 0 0,-5 0 0 0,-1 0-36 16,-1 0-259-16,0 0 99 0,-3 0 50 0,1 0-252 15,-2 0 181-15,2 0 90 0,1-1 45 0,-1-1-608 16,4-1 332-16</inkml:trace>
  <inkml:trace contextRef="#ctx0" brushRef="#br0" timeOffset="-96386.27">5934 13762 2780 0,'-8'-6'0'0,"2"1"0"0,4 2 0 0,-3 2 0 0,3-3 0 0,2 2 0 0,0-4 0 0,0 3 0 0,13-3 0 0,9 0 0 0,0 0 190 0,6 3 255 0,0 0-204 0,2 2-102 15,-6-1-42-15,12 2-58 0,-10 0-39 16,0 2 0-16,-3 5 0 0,-3 5 0 0,-2 1 0 0,-3 1 0 16,-1 6 0-16,-6 1 0 0,-2 4 0 15,-4 1 0-15,-2 2 0 0,0-1 0 0,-9 3 0 0,-6 1 0 16,-2 0 0-16,-2-2 0 16,0-2 0-16,-4 1 0 0,3-4 0 0,-4-2 0 15,-1-1 0-15,0-2 0 0,3-7 0 0,-4 2 0 16,5-5 0-16,0-2 0 0,3 0 0 0,3-4 0 15,3-1 0-15,2-2 0 0,2 0 0 0,4 0 0 16,0 0 0-16,4 0 0 0,0 0 0 0,0 0 0 16,0 0 0-16,3 0 0 0,10 0 0 15,4 0 0-15,1 0 0 0,8 0 0 16,-2 0 0-16,3 0 0 0,1 0 0 0,0 0 0 16,-3-2 0-16,5 1 0 0,-8-1 0 0,2 0 0 15,-1 2 0-15,0-2 0 0,-3 2 0 0,0-3 0 16,-2 3 0-16,-1 0 0 0,2 0 0 0,-3 0 0 15,4 0-261-15,0 0 100 0,0-1-776 0,3-4 450 16,2 1 225-16,1-8-502 0</inkml:trace>
  <inkml:trace contextRef="#ctx0" brushRef="#br0" timeOffset="-96172.97">6724 13869 2958 0,'2'-6'0'0,"0"2"0"0,2 2 0 0,-4 0 0 0,0 2 0 0,0 0 0 0,0 0 0 0,0 0 0 0,0 6 0 0,0 8 0 0,0 2 527 0,0 3-245 0,-8 5-123 16,3 3-154-16,-3 1-5 0,-1 2 0 0,-1 2 0 16,-2-1 0-16,-2 2 0 0,2-1 0 0,-6 0 0 15,1 0 0-15,-1-3 0 16,-3 1 0-16,0-2 0 0,0-3-2 0,3-4-57 16,-1 0 44-16,3-7-741 0,0-2 360 0,7-5 180 15,-3-1 89-15,3-4-487 0,0-2 294 0,5-6 141 16,4-20-404-16</inkml:trace>
  <inkml:trace contextRef="#ctx0" brushRef="#br0" timeOffset="-95921.36">6485 13591 2557 0,'1'-25'0'0,"3"6"0"0,0 4 0 0,-1 4 0 0,1 0 0 0,1 5 0 0,4 2 0 0,0 0 0 0,3 3 0 0,1 1 0 0,4 0 308 0,-1 5-126 0,4 10-78 0,-3 6 412 16,4 6-252-16,0 8-264 0,-2 7 0 0,-5 6 0 15,1 3 0-15,-4 4 0 0,1 3 0 0,-3-2 0 16,2 1 0-16,-1-15 0 0,2 15 0 0,-2-6 0 16,3-4 0-16,-1-5 0 0,3 2 0 15,-2-8 0-15,3-1 0 0,-2-3 0 0,0-4 0 16,0-3 0-16,0-8 0 0,-1-1 0 16,0-5 0-16,0-2 0 0,-2-6-561 0,2 1 130 15,-1-2 187-15,1-2-514 0,-1 0 360 0,-2-11 181 16,3-12 90-16</inkml:trace>
  <inkml:trace contextRef="#ctx0" brushRef="#br0" timeOffset="-95723.53">7094 14014 2514 0,'-5'-8'0'0,"1"2"-1"0,2 2 1 0,1 3 0 0,1-2 0 0,0 0 0 0,0 0 0 0,3 0 0 0,13 0 0 0,4 0 0 0,1 0 117 0,9 1 345 0,2-2-212 0,1 2-108 16,2-1-52-16,2 1 142 0,-2 0-107 0,3 0-125 15,-4-2 0-15,0 2 0 0,-4 1 0 0,0-3-474 16,-7 2 247-16,-2-1 126 0,-3 2 69 0,-7 0-306 16,-1-2 82-16,-5 1 126 0,-1 1-70 15,-1 1-357-15,-3-3 260 0,0-2 131 0,-5-2-282 0</inkml:trace>
  <inkml:trace contextRef="#ctx0" brushRef="#br0" timeOffset="-95520.05">7420 13585 3424 0,'-10'-3'0'0,"4"0"0"0,1 1 0 0,-2 2 0 0,1 0 0 0,0 2 0 0,3 11 0 0,0 8 0 0,3 6 0 0,0 6 0 0,0 10 213 0,0 0-89 0,0 1 46 16,0 1-170-16,0 3 0 0,0-4 0 0,3 8 0 16,0-4 0-16,-3-6 0 0,2 4 0 0,1-9 0 15,-2 1 0-15,1-2 0 0,-2-6 0 0,0-2-97 16,0-7 8-16,0-3-760 15,0-4 363-15,0-3 225 0,0-2 112 0,1-7-479 0,7-2 297 0,1-2 137 16</inkml:trace>
  <inkml:trace contextRef="#ctx0" brushRef="#br0" timeOffset="-95202.45">7848 13621 2676 0,'5'-8'0'0,"1"4"0"0,-3 1 0 0,-1 1 0 0,1 2 0 0,-2 0 0 0,-1 9 0 0,0 6 0 0,-4 5 0 0,-5 7 0 0,-5 1 438 16,-2 2-205-16,-1 5-99 0,-3-5-48 0,-1 1 92 16,2-1-70-16,-3-3-30 15,3-5-78-15,7-5 0 0,-5-2 0 0,8-4 0 16,2-3 0-16,1-2 0 0,2-3 0 0,2-1 0 16,0-2 0-16,2 0 0 0,0 0 0 0,4 0 0 15,11 0 0-15,3 0 0 0,5 0 0 0,4 0 0 16,3 0 0-16,4 0 0 0,1-2 0 0,2-1 0 15,-2-1 0-15,-1 0 0 0,0 0 0 0,-3 2 0 16,0-1 0-16,-9 1 0 0,2 2 0 0,-5 0 0 16,-3 0 0-16,-5 0-28 15,-2 0-308-15,-2 0 145 0,-2 0 78 0,-4 0-506 0,2 0 292 16,-3 0 136-16,0 0 82 0,-6 0-430 16,-1-2 251-16,-5-9 126 0</inkml:trace>
  <inkml:trace contextRef="#ctx0" brushRef="#br0" timeOffset="-95037">8026 13658 2158 0,'-8'-7'0'0,"1"1"0"0,3 2 0 0,-3 3 0 0,2-2 0 0,-2 3 0 0,2 0 0 0,2 0 0 0,-2 8 0 0,5 7 0 0,0 8 274 0,0-1-119 16,0 5-50-16,0 5 379 0,-1-1-223 0,-1 3-113 16,0 2-55-16,0-1 124 0,0 1-181 0,1-2-36 15,-1 0 0-15,2-1-144 0,-3 0-41 0,3-3 110 16,-2 2-813-16,2-2 455 0,-4 2 131 0,1 3-550 15</inkml:trace>
  <inkml:trace contextRef="#ctx0" brushRef="#br0" timeOffset="-94489.28">7894 14760 2903 0,'-2'19'0'0,"1"2"0"0,0-2 0 0,-2-7 0 0,3-5 0 0,0-4 0 0,0-1 0 0,0-2 0 0,4 0 0 0,13-2 0 0,3-13 188 0,3-7-67 16,7-8 23-16,0-2-54 0,2-3-27 0,0-6-221 0,0 2 96 16,-2-2 59-16,-2-2-76 0,-2-3 57 15,1 0 30-15,-3-5-1 0,0-9-94 16,-3 6 65-16,2-16 23 0,-3 2-111 0,1 2-26 16,-2 14 6-16,-3-2 50 0,-4 11 113 0,1 1-27 15,-6 6 7-15,2 11-41 0,-6 4 463 0,1 3-215 16,-2 9-79-16,0 4 329 0,-2 2-465 0,0 2-5 15,0 1 0-15,0 0 0 0,0 9 0 0,0 16 0 16,0 2 0-16,0 14 0 0,0-2 0 16,0 6 0-16,0-6 0 0,0 11 0 0,0-8 0 15,0-6 0-15,1 0 0 0,5-4 0 16,5-8 0-16,-1-2 0 0,2-3 0 0,2-5 0 16,-1-5 0-16,3-5 0 0,-2-4 0 0,0 0 0 15,0-2 0-15,2-13 0 0,0-6 0 0,-5 0 0 16,6-8 0-16,-4-1 0 0,3-10 0 0,-2 0 0 15,2-3-14-15,-2-4-101 0,4-5 47 0,-2 1-180 16,0 4 106-16,-6 12 53 0,2-1 26 16,-4 11 199-16,-3 2-81 0,-3 10-46 0,0 4 0 0,-1 3 224 15,-1 5-135-15,0 1-76 16,0 0 155-16,0 5-177 0,-1 13 0 0,-3 6 0 16,0 0 0-16,3 6 0 0,-1 6 0 0,2 2 0 15,0-2 0-15,0 1 0 0,0-2 0 0,5 1 0 16,4-4 0-16,4-1 0 0,-3-2 0 0,4-3 0 15,0 0 0-15,-3-6 0 0,5 1 0 0,-3 1 0 16,0 0 0-16,-2 0 0 0,0 1-146 0,-4-1-264 16,0 8 191-16,-2 1-786 0,5-1 484 15</inkml:trace>
  <inkml:trace contextRef="#ctx0" brushRef="#br0" timeOffset="-94343.89">9459 14286 3931 0,'0'-10'0'0,"2"7"0"0,5-1 0 0,0 0 0 0,-6 0 0 0,1 2 0 0,-2 0 0 0,0 0 0 0,2 0 0 0,-2 1 0 0,0 1 0 0,0-4 0 0,0 4 0 0,0 0 0 16,0 0 0-16,2 0-816 0</inkml:trace>
  <inkml:trace contextRef="#ctx0" brushRef="#br0" timeOffset="-90134.43">11302 13934 2319 0,'-2'-8'0'0,"2"7"0"0,0 1 0 0,0 0 0 0,0 0 1 0,0 0 0 0,2 0 0 0,0 8-1 0,1 0 1 0,1 8 0 0,0 1 299 0,-3 5-132 0,2 1-65 0,-3 3-34 16,0 2 50-16,-4 2-46 16,-6 3 0-16,0-1-37 0,-4-2 65 0,1 1-32 15,-1-3 9-15,0-1-130 0,-2-1 44 16,2-5 1-16,3-4 43 0,-5 0-314 0,4-6 167 15,-2-4 65-15,5-4-521 0,-4-3 245 0,3 0 150 16,5 0 28-16,-1-20-152 0,6-6 130 0,0-10 64 0</inkml:trace>
  <inkml:trace contextRef="#ctx0" brushRef="#br0" timeOffset="-89921.53">11208 13532 3003 0,'2'-7'1'0,"-2"7"-1"0,0 0 1 0,0 7 0 0,2 11 0 0,-1 9 0 0,10 3-1 0,5 11 1 0,1 3-1 0,1 5 0 0,3 5 390 16,2 10-182-16,-1-4-85 0,1 0 78 0,0 2-201 16,3 2 0-16,-6-9 0 0,8 11 0 0,-3-10 0 15,-4-7 0-15,3 1 0 0,-2-2 0 16,-3-11 0-16,3 4 0 0,-4-12 0 16,1 0 0-16,-3-6 0 0,-2-4 0 0,-1-7 0 15,-2-2-91-15,-1-5 18 0,-1-2-839 0,0-3 438 16,1-3 219-16,-1-13 100 0</inkml:trace>
  <inkml:trace contextRef="#ctx0" brushRef="#br0" timeOffset="-89737.53">11689 13948 2812 0,'-6'-2'0'0,"2"0"0"0,2 2 0 0,0 0 0 0,2 0 0 0,0 0 0 0,0 0 0 0,11 0 0 0,7 0 0 0,1 0 0 0,1 0 583 15,1 4-278-15,2-1-134 0,0 1-111 0,0 2-60 0,-2-2 0 0,2-1 0 16,-5 3-1-16,1-1-205 0,-4-1 121 0,0 2 60 16,-6-3-795-16,0 3 437 0,0 2 117 0,-6 0-633 15</inkml:trace>
  <inkml:trace contextRef="#ctx0" brushRef="#br0" timeOffset="-89568.07">11831 14156 2169 0,'-18'6'0'0,"-1"0"0"0,3-1 0 0,2 1 0 0,5-3 0 0,0 1 0 0,4-1 0 0,5-1 0 0,0 2 0 0,0 2 0 0,7-3 557 0,9 2-260 16,1-1-122-16,3-1-73 0,3-1 276 0,0-1-171 15,0 1-161-15,0 1-46 0,-2-3 0 0,0 0-41 16,-3 0 31-16,2 0-666 0,-6 0 356 16,3 0 179-16,0-5 97 0,0-1-504 15,1-6 268-15</inkml:trace>
  <inkml:trace contextRef="#ctx0" brushRef="#br0" timeOffset="-89186.46">12137 13795 2420 0,'0'-4'0'0,"0"1"0"0,0-1 0 0,4-1 0 0,12-1 0 0,2 2 0 0,6-1 0 0,1 0 0 0,7 4 0 0,-2 1 0 0,2 0 258 15,-2 0-111-15,2 1 49 0,-4 9-80 0,0 1-40 16,-8 3-60-16,3 2-10 0,-9-1 30 0,-3 6 0 15,-6 1-28-15,-5-3 0 0,0 4 37 0,-3 1-8 16,-12-3 35-16,-4-2 0 0,0-1-36 0,2-4 0 16,-4-1 231-16,5-2-224 0,4-5-43 0,3-1 0 15,2-1 0-15,3-4 0 0,4 2 0 0,0-1 0 16,0-1 0-16,11 3 0 16,12-2 0-16,-1 1 0 0,6 2 0 0,0-2 0 15,2 4 0-15,-1-1 0 0,-1 1 0 0,-4 3 0 16,-1 0 0-16,-3 1 0 0,-4 3 0 0,-5 1 0 15,-4-1 0-15,-5 2 0 0,-2 2 0 0,0 0 0 16,-17 2 0-16,-4-3 0 0,-3-1 0 0,2-2 0 16,-8 3 0-16,3-5 0 0,3-4 0 0,1-1 0 15,3-3 0-15,-1-1 0 0,4 0 0 16,4-2 0-16,2 0 0 0,1 0 0 0,5 0-86 0,3 0-58 16,0-2 63-16,2 0-847 15,0 2 445-15,4-2 224 0</inkml:trace>
  <inkml:trace contextRef="#ctx0" brushRef="#br0" timeOffset="-88611.69">12389 14759 3241 0,'-9'4'0'0,"7"5"0"0,0-2 0 0,2 0 0 0,0-4 0 0,0 2 0 0,4-3 0 0,10 0 0 0,6-2 0 0,4 0 0 0,3-2 359 0,1-11-152 0,2-4-89 0,6-5-112 16,-1-2-6-16,-1-2 0 0,1-2 0 0,-5 2 0 16,8-7 0-16,-6 1 0 0,-2 0 0 15,-2-4 0-15,-2-1 0 0,1-4 0 0,-3-2 0 0,1-4 0 16,-1-12 0-16,-1 5 0 16,-4 5 0-16,-3-2 0 0,0 5 0 0,-7 13 0 15,0-2 0-15,-3 6 0 0,-2 9 0 0,-2 1 0 16,-1 8 0-16,-1-1 0 0,0 9 0 0,0-1 0 15,0 1 0-15,0 3 0 0,0 0 0 0,0 4 0 16,0 15 0-16,-3 4 0 0,1 6 0 0,0 7 0 16,2 2 0-16,0 3 0 0,0 1 0 0,4-2 0 15,5-5 0-15,4-1 0 0,0 0 0 16,4-8 0-16,0 1 0 0,2-9 0 0,-2-3 0 16,4-1 0-16,0-7 0 0,0-4 0 15,6-3 0-15,-3 0 0 0,-1-3 0 0,3-13 0 16,-2 0 0-16,-1-5 0 0,2-4 0 0,-5 0 0 15,1-6 0-15,-2-1 0 0,1-7 0 0,-3-1 0 16,-2-1 0-16,0-2 0 0,-4 8 0 0,1-2 0 16,-5 8 0-16,-3 7 0 15,-2 7 0-15,0 3 0 0,-2 2 0 0,0 6 0 16,0 2 0-16,0 2 0 0,-6 0 0 0,-1 13 0 16,3 1 0-16,-2 7 0 0,2 5 0 0,2 0 0 15,2 5 0-15,0 0 0 0,0 1 0 0,0 2 0 16,0 0 0-16,0 0 0 0,6-2 0 0,0-5 0 15,3-2 0-15,-1 5 0 0,1-7 0 16,-1-3 0-16,-1 1 0 0,2-4 0 16,-3 2 0-16,4-4 0 0,-3 2 0 15,4-2 0-15,3 0-106 0</inkml:trace>
  <inkml:trace contextRef="#ctx0" brushRef="#br0" timeOffset="-88445.24">14119 14477 3931 0,'-2'-6'0'0,"0"5"0"0,2-1 0 0,-2 2 0 0,-1-2 0 0,3 2 0 0,-2 0 0 0,2 0 0 0,0 0 0 0,0 0 0 0,0 0 0 16,-2 0 0-16,2 0 0 0,0 0 0 0,0 2 0 16,0 6 0-16,0 2 0 0,-2 1-1309 0,-17 3 538 15</inkml:trace>
  <inkml:trace contextRef="#ctx0" brushRef="#br0" timeOffset="-76784.33">2993 15452 2089 0,'-15'-9'0'0,"3"3"0"0,5 3 0 0,-3 2 0 0,1-3 0 0,2 1 0 0,2-1 0 0,0 2 0 0,3 0 0 0,0 0 0 0,2 1 152 0,0-3-62 0,0 1 166 0,0 0-109 16,4-1-55-16,8 3 166 0,1-4-100 0,2 3-66 15,1-2-27-15,1 1 48 0,3 1-37 0,0-1-1 16,2 1 135-16,-1-2-152 0,6 1-58 0,-8 3 0 16,9-3 0-16,-3 0 0 0,-4 2 0 0,7-1 0 15,-3 0 0-15,-4-1 0 0,2 1 0 0,0 0 0 16,-6-1 0-16,3 1 0 0,-7-1 0 0,2 2 0 15,-5-1 0-15,0 0 0 16,-3 0 0-16,-1 2 0 0,-2-2 0 0,-3 2 0 16,1 0 0-16,-2 0 0 0,0 0 0 0,0 0 0 15,0 0 0-15,0 0 0 0,0 0 0 0,0 0 0 16,0 0 0-16,0 9 0 0,0 3 0 0,-2 2 0 16,1 7 0-16,-1 6 0 0,2 0 0 0,0 4 0 15,0 10 0-15,0 0 0 0,0 4 0 0,0 5 0 16,0-11 0-16,0 12 0 0,2-2 0 0,3-1 0 15,0-3 0-15,5 2 0 16,-4-9 0-16,1 7 0 0,2-10 0 0,-2 1 0 16,-1-2 0-16,-1-7 0 0,0 3 0 0,0-8 0 15,-3-1 0-15,2-2 0 0,-2-4 0 0,-1-4 0 16,1-3 0-16,-2-2 0 0,0 0 0 0,0-3 0 16,0-2 0-16,0-1 0 0,-5 0 0 0,-4 0 0 15,2 0 0-15,0-4-231 0,0-8-180 0,1-4 177 16,-3-1 103-16,4-7-721 0,0-3 407 15,-1-3 204-15</inkml:trace>
  <inkml:trace contextRef="#ctx0" brushRef="#br0" timeOffset="-76574.76">3155 15745 3432 0,'-16'0'0'0,"0"0"0"0,4 0 0 0,2 0 0 0,2 0 0 0,1 1 0 0,4-1 0 0,3 0 0 0,0 3 0 0,7-3 0 0,16 2 159 0,5-2 181 0,2 0-340 0,5 0 0 16,3 0 0-16,2-2 0 0,-3-2 0 0,-1-2 0 16,0 3 0-16,-8 1 0 0,5-2 0 0,-4 2 0 15,-1 2 0-15,-3 0 0 0,-2 0 0 0,-4 0 0 16,4 0 0-16,-4 0-269 0,0 3 68 0,-1 0-877 16,-4-1 519-16,-3-2 252 0</inkml:trace>
  <inkml:trace contextRef="#ctx0" brushRef="#br0" timeOffset="-76324.05">3684 15612 3425 0,'-2'-3'0'0,"-2"1"0"0,0 0 0 0,2 1 0 0,2-1 0 0,0 2 0 16,2 0 0-16,13 0 0 0,4 0 0 0,4 0 0 0,3 7 356 0,2 4-206 0,2 3-150 0,0 1 0 0,0 2 0 16,-1 1 0-16,-3 3 0 0,-2 0 0 0,-3 2 0 15,-6 0 0-15,-6 6 0 0,-3-1 0 0,-4 2 0 16,-2 2 0-16,-2 0 0 0,-13-4 0 15,-1 0 0-15,-7 0 0 0,-2-5 0 16,-1-1 0-16,-2-5 0 0,0-3 0 0,-1-4 0 16,5-3 0-16,-1-3 0 15,6-3 0-15,-1-1 0 0,7 0 0 0,1 0 0 0,7 0 0 0,4-7 0 16,1-7-35-16,5-6-834 0,15-1 415 16,8-7 209-16,0 1-598 0,5-4 407 0</inkml:trace>
  <inkml:trace contextRef="#ctx0" brushRef="#br0" timeOffset="-76014.99">4125 15658 2921 0,'7'-15'0'0,"-3"4"0"0,-1 2 0 0,-3-1 0 0,0 2 0 0,-10 5 0 0,-2 1 0 0,-5 1 0 0,-1 1 0 0,0 0 0 0,-4 5 253 0,0 10 504 16,-1 0-757-16,5 9 0 0,-1 1 0 0,3 3 0 16,2 4 0-16,8 4 0 0,3-3 0 0,3 9 0 15,0-1 0-15,3 1 0 0,10-6 0 0,8 8 0 16,0-7 0-16,4-2 0 15,-2-7 0-15,4 0 0 0,6-5 0 0,-2-5 0 16,3-4 0-16,-1-3 0 0,-1-6 0 0,-2-1 0 16,-5-4 0-16,-2 0 0 0,-3 0 0 0,-3 0 0 15,-7 0 0-15,-3 0 0 0,-4 0 0 0,-1 0 0 16,-2-2 0-16,0 0 0 0,0-2 0 0,-5 3 0 16,-5-1 0-16,1-1 0 0,-1 3 0 0,2-1 0 15,0 1 0-15,2 0 0 0,0 0 0 0,4 0 0 16,1 0 0-16,1 0 0 0,0 0 0 0,0 0 0 15,0 0 0-15,0 1 0 16,1 8 0-16,4-2 0 0</inkml:trace>
  <inkml:trace contextRef="#ctx0" brushRef="#br0" timeOffset="-70312.28">4675 15756 2471 0,'-13'-5'0'0,"1"0"0"0,0 4 0 0,2-1 0 0,2-2 0 0,0 2 0 0,2-1 0 0,2 0 0 0,1 2 0 0,1 1 0 0,2 0 469 0,0-2-206 0,0 0-118 16,8 2-54-16,4-1 309 15,5-2-308-15,2 1-92 0,3-2 0 0,8 1 0 16,-3-1 0-16,1-1 0 0,2-1 0 0,-3 1 0 15,-4-2 0-15,2 2 0 0,0-1 0 0,-5 3 0 16,0-3 0-16,-6 2 0 0,-5 2 0 16,1 0 0-16,-3 0 0 0,-1 1 0 0,-4 0 0 15,0 1 0-15,1 0 0 0,-3 0 0 0,0 0 0 16,0 0 0-16,0 0 0 0,0 0 0 0,0-4 0 16,0 3 0-16,0-1-200 0,2-4-223 0,4-1 192 15,1-2 97-15</inkml:trace>
  <inkml:trace contextRef="#ctx0" brushRef="#br0" timeOffset="-69903.38">5110 15387 3153 0,'-2'-5'0'0,"0"4"0"0,0-3 0 0,1-1 0 0,1-1 0 0,0 1 0 0,1 2 0 0,12-1 0 0,4 1 0 0,4 1 0 0,-1-1 109 0,6 2 133 16,-1 1-103-16,-5 0-51 0,5 0 112 0,2 7-200 15,-9 4 0-15,2 5 0 0,-2 0 0 0,-7 4 0 16,0 2 0-16,-3 2 0 0,-7 3 0 0,-1 1 0 16,0 4 0-16,-1 2 0 15,-13-1 0-15,-1 1 0 0,-4 0 0 16,1-2 0-16,-2-2 0 0,-2-3 0 0,0-4 0 0,-2-2 0 16,1-4 0-16,-2-2 0 0,1-2 0 0,6-2 0 15,-4-3 0-15,2-2 0 0,2-3 0 0,2 1 0 16,2 0 0-16,7-2 0 0,-4 0 0 0,6-1 0 15,3-1 0-15,0 0 0 0,2 0 0 0,0 2 0 16,2 0 0-16,13 2 0 16,5-1 0-16,3 3 0 0,4-2 0 0,3 2 0 15,0-2 0-15,1 0 0 0,-1-1 0 0,0-1 0 16,2-2 0-16,-5 2 0 0,-5-2 0 0,2 0 0 16,-1 0 0-16,-4 0 0 0,-2 0 0 0,1 0 0 15,-6 0 0-15,4 0 0 0,-2 0 0 0,4-4 0 16,-3-3-329-16,5-3 113 0,-2-3 80 0,6-4-920 15,-1-4 509-15</inkml:trace>
  <inkml:trace contextRef="#ctx0" brushRef="#br0" timeOffset="-69694.16">5721 15392 3931 0,'0'-3'0'0,"-3"1"0"0,1 1 0 0,2 1 0 0,0 0 0 0,0 0 0 0,0 0 0 0,2 1 0 0,9 7 0 0,2 4 0 0,3-1 0 0,2 0 0 0,-3 3 0 0,5-1 0 16,2 3 0-16,-6-5 0 0,3 5 0 0,-2-2 0 15,0 0 0-15,-1 1 0 0,-3-2 0 0,-3 0 0 16,-1-2 0-16,-1 0 0 0,-2-1 0 0,1-1-945 16,-2-3 423-16,-1-1 243 0,4-5 120 0,2 0-289 15</inkml:trace>
  <inkml:trace contextRef="#ctx0" brushRef="#br0" timeOffset="-69268.43">6258 15127 2966 0,'5'-8'0'0,"-4"7"0"0,1-4 0 0,1 1 0 0,-3 2 0 0,0-1 0 0,0 1 0 0,0 1 0 0,0 1 0 0,0-2 0 0,0 2 289 0,0 0-125 16,-3 3 256-16,0 8-328 0,-4 5-92 0,-3 4 0 15,1 3 0-15,-2 4 0 16,-3 3 0-16,-2 6 0 0,4-1 0 0,-6 10 0 0,1-1 0 16,-1 4 0-16,1 1 0 0,-3-2 0 0,2-6 0 15,-2 14 0-15,3-5 0 0,-2-1 0 0,2-1 0 16,0 3 0-16,4-11 0 0,-2 12 0 0,5-4 0 16,-2-3 0-16,0-1 0 0,3 0 0 0,2-10 0 15,0 5 0-15,0-1 0 0,1-5 0 0,-1-1 0 16,2-7 0-16,0 5 0 0,0-10 0 15,-1 1 0-15,1-2 0 0,1-3 0 0,-1-1 0 0,1-4 0 16,0 0 0-16,1-3 0 0,-2-1 0 16,1-3 0-16,3 1 0 0,-3-1 0 15,2-2 0-15,2-1 0 0,-2 1 0 0,2-2 0 16,0 0 0-16,-1 0 0 0,1 0 0 0,0 0 0 16,0 0 0-16,0 0 0 0,0 0 0 0,0 0 0 15,0 0 0-15,0 0 0 0,0 0 0 0,0 0 0 16,0 0 0-16,0-2 0 0,0-1 0 0,0-6 0 15,0-2 0-15,0-1 0 0,1-2-28 0</inkml:trace>
  <inkml:trace contextRef="#ctx0" brushRef="#br0" timeOffset="-64566.28">6434 15537 2503 0,'-10'0'0'0,"-2"0"0"0,7 0 0 0,2 2 0 0,-1 1 0 0,3-1 0 0,-4 2 0 0,5-4 0 0,0 1 0 0,0 4 0 0,0-2 529 0,2-1-251 0,9-1-121 16,2 3-60-16,6-2 270 0,1 0-367 0,-1 2 0 15,9-2 0-15,-3-1 0 0,1 1 0 0,3 0 0 16,-3 1 0-16,-4-2 0 0,5 0 0 16,-4 2 0-16,-5 0 0 0,0 0 0 0,1-3 0 0,-7 1 0 15,-1-1 0-15,1 0 0 0,-5 0 0 0,0 0 0 16,-1 0 0-16,0 0-121 0,-2-1-838 16,-1-10 461-16,1-2 231 0,-1-1 115 15,1-4-339-15</inkml:trace>
  <inkml:trace contextRef="#ctx0" brushRef="#br0" timeOffset="-64179.36">6851 15264 3193 0,'4'-8'0'0,"-1"6"0"0,3-3 0 0,-1-1 0 0,2 1 0 0,4-1 0 0,-1 3 0 0,3 0 0 0,6 0 0 0,2 0 0 0,3 2 128 0,1-2 385 0,1 2-416 15,-1 1-97-15,3 0 0 0,1 0 0 0,-5 8 0 0,1 3 0 0,-2 2 0 31,-4 2 0-31,-1 6 0 0,-2 3 0 0,-6 3 0 0,-7 4 0 16,-3 4 0-16,0-1 0 0,-6 10 0 0,-10-4 0 16,-5-1 0-16,0-2 0 0,-4-2 0 0,3-8 0 15,-4 1 0-15,0-1 0 0,-3-7 0 16,1 0 0-16,0-8 0 0,3-3 0 0,-3 0 0 16,8-3 0-16,0-2 0 0,3-1 0 0,1-3 0 0,7 0 0 15,2 0 0 1,0 0 0-16,5 0 0 0,2 0 0 0,0 0 0 0,0 0 0 15,2 0 0-15,12 0 0 16,3 0 0-16,3 0 0 0,3 0 0 0,-1 0 0 0,6 0 0 0,-1 0 0 16,-1 0 0-16,1 0 0 0,-1 0 0 0,-4 0 0 0,0 0 0 15,1 0 0-15,0 0 0 0,-2 0 0 16,-1 0 0-16,-3 0 0 16,2 0 0-16,-2 0 0 0,1 0-93 0,-1 0 31 0,1 0-1029 15,0-3 518-15,3-4 274 0,2-5-612 16</inkml:trace>
  <inkml:trace contextRef="#ctx0" brushRef="#br0" timeOffset="-63673.37">7632 15261 3931 0,'-4'-7'0'0,"2"2"0"0,2 3 0 0,0-2 0 15,0 0 0-15,0 3 0 0,2-3 0 0,11 0 0 0,4 0 0 0,5 3 0 0,6-4 0 0,4 1 0 0,8 1 0 0,1-2 0 0,0 1 0 0,0-1 0 16,7-4 0-16,-4 2 0 0,-11 1 0 16,6 3 0-16,-5-3 0 0,-6 4 0 0,-1 0 0 0,-2 1 0 15,-6 1 0-15,-3 0 0 0,-1 0 0 0,-5 0 0 16,-1 0 0-16,-2 1 0 0,-2 3 0 0,-1 0 0 16,-2 1 0-16,1-3 0 0,-1 2 0 0,-1 0 0 15,-1-1 0-15,0 4 0 0,0 0 0 0,0 2 0 16,-9 7 0-16,-6 0 0 0,0 4 0 15,-4 5 0-15,-4 6 0 0,2 0 0 16,-4 9 0-16,1-1 0 0,-3 4 0 0,-2 1 0 16,2 1 0-16,-2-3 0 0,3 0 0 0,1-6 0 15,1 0 0-15,3-9 0 0,-2 3 0 0,5-4 0 16,1-2 0-16,3-6 0 0,0-3 0 0,5-2 0 16,1-5 0-16,4-1 0 0,-2-3 0 0,4 0 0 15,2-2 0-15,0 0 0 0,0 0 0 16,2-1 0-16,10-1 0 0,3 2 0 15,2-2 0-15,4 0 0 0,-1 0 0 0,3 0 0 16,0 0 0-16,-2 0 0 0,2 0 0 0,-2 0 0 16,-3 0 0-16,0 0 0 0,-2-2 0 0,-2 2 0 15,-5 0 0-15,3 0 0 0,-4 0 0 0,-3 0 0 16,-2 0 0-16,1 0-67 16,-2 0-218-16,-1 2 129 0,-1 0-603 0,0-1 353 0,0-1 190 0,0 3-500 15,-5-3 340-15,-2 0 170 16</inkml:trace>
  <inkml:trace contextRef="#ctx0" brushRef="#br0" timeOffset="-63428.08">7735 15593 3931 0,'-17'-9'0'0,"4"2"0"0,4 4 0 0,-2-2 0 0,4 0 0 0,4 4 0 0,1-2 0 0,2 2 0 0,2-1 0 0,19 2 0 0,0-2 0 0,10 2 0 0,1 0 0 0,9 0 0 15,-1 0 0-15,2 8 0 0,-9-2 0 0,5 2 0 16,-1 2 0-16,-2-3 0 0,-1 3 0 0,-2-5 0 16,-7 1 0-16,1-2 0 0,-3-3 0 0,-4 2 0 15,-4-1 0-15,-4-2 0 0,-1 1 0 0,-5-1 0 16,-1 0 0-16,-1 0 0 0,-3 0 0 0,0 0 0 16,0 0 0-16,0 0 0 0,0-1-33 0,-7-4-238 15,-3-2 124-15,1-1 50 0,-2 3-499 0</inkml:trace>
  <inkml:trace contextRef="#ctx0" brushRef="#br0" timeOffset="-60638.78">8542 15438 2957 0,'0'-4'0'0,"0"3"0"0,0 1 0 0,2 0 0 0,3 0 0 0,0 0 0 0,2 0 0 0,4 0 0 0,3 0 0 0,4 0 0 0,7 0 123 0,1 0 357 0,3 0-213 16,2 1-163-16,1-1-104 0,4 3 0 0,-1-3 0 15,0 1 0-15,-1-1 0 16,0 0 0-16,-1 2 0 0,-1 1 0 0,0 0 0 16,-2-2 0-16,-4 2 0 0,4 1 0 0,-9 0 0 15,1-1 0-15,-2 1 0 0,-4-3 0 16,-2 5 0-16,-3-5-683 0,-3 2 265 15,-4 2 192-15,-2-5 94 0,1 1-252 0,-3-1 165 0,0 0 96 16,-8 0 44-16,-3 0-511 0,-7-8 277 0</inkml:trace>
  <inkml:trace contextRef="#ctx0" brushRef="#br0" timeOffset="-60432.71">9066 15164 2536 0,'-9'-9'0'15,"0"5"0"-15,-1 2 0 0,1 2 0 0,0 0 0 0,2 0 0 0,-2 6 0 0,4 7 0 0,2 3 0 0,0 4 0 0,3 8 203 0,0 2-83 0,0 3 577 0,0 9-335 0,0 0-349 16,0-1-13 0,0 2 0-16,0-12 0 0,0 6 0 0,3-2 0 15,0 1 0-15,0-6 0 0,1 0 0 0,1-2 0 0,-3-5 0 16,-1 1 0-16,1-3 0 0,0 0-7 0,0-6-815 0,-2-4 374 16,2-1 198-16,-1-5 111 0,2-3-495 0,0-2 299 0,4 0 150 15,5-17 74-15</inkml:trace>
  <inkml:trace contextRef="#ctx0" brushRef="#br0" timeOffset="-60142.79">9446 15000 3084 0,'0'0'0'0,"0"0"0"0,0 0 0 0,0 1 0 0,-3 6 0 0,-4 5 0 0,4 1 0 0,1 6 0 0,2 3 0 0,0 5 0 0,0 5 709 16,0 1-571-16,0 9-138 0,0 0 0 0,0 3 0 15,0-3 0-15,0 13 0 0,0-3 0 0,0-3 0 16,0 0 0-16,0 6 0 0,0-3 0 0,0-1 0 16,0 0 0-16,0-1 0 15,0 1 0-15,0-1 0 0,0-8 0 0,0 8 0 0,0-12 0 0,0-1 0 16,2-2 0-16,-1-11 0 0,1-2 0 0,0-3 0 16,1-8 0-16,-1-3 0 15,0-5 0-15,-1 0 0 0,-1-2 0 0,0-1 0 16,0 0 0-16,0-4 0 0,0-11 0 0,0-3 0 15,2-6 0-15,0-6-673 0,5-10 222 16,2-2-608-16</inkml:trace>
  <inkml:trace contextRef="#ctx0" brushRef="#br0" timeOffset="-59934.46">9794 15337 3931 0,'3'-3'0'0,"8"1"0"0,-1 0 0 0,1 2 0 0,1-2 0 16,3 2 0-16,2 0 0 0,1 0 0 0,8-2 0 0,1 2 0 0,3 0 0 0,3-2 0 0,0-1 0 0,0 2 0 0,-1-3 0 0,2 1 0 15,0-1 0-15,-2-1 0 0,-2 1 0 16,-8 2 0-16,-1-1 0 0,-2 2 0 0,-8 1-6 0,-1 0-65 16,-5 0 54-16,-3 6-1078 15,-2 5 530-15,-3 6 264 0,-14 4 123 0</inkml:trace>
  <inkml:trace contextRef="#ctx0" brushRef="#br0" timeOffset="-59741.25">9987 15616 3693 0,'-9'4'0'0,"3"1"0"0,1-1 0 0,3-3 0 0,-1-1 0 0,3 0 0 0,0 2 0 0,3-2 0 0,8 0 0 0,5 0 0 0,3 2 156 0,2-2-74 0,6 0-82 0,-4 0 0 16,4 0 0-16,-3 0 0 0,-3 0 0 0,5 4 0 15,-5-1 0-15,2-1 0 0,-1 2 0 0,-3-1 0 16,0 3-92-16,0 0-93 0,-3-2 106 0,4 0-965 16,0-1 504-16,4-3 252 15,-1 0 126-15</inkml:trace>
  <inkml:trace contextRef="#ctx0" brushRef="#br0" timeOffset="-59223.96">10813 15434 3655 0,'0'-3'0'0,"0"1"0"0,0 2 0 0,-7 0 0 0,0 0 0 0,-1 0 0 0,-2 0 0 0,5 0 0 0,-4 5 0 0,2 5 0 0,2 4 276 0,1 0-276 0,1 2 0 15,3 3 0-15,0 1 0 0,0 7 0 0,0-9 0 16,2 0 0-16,3 5 0 0,9 2 0 0,-2-1 0 16,6-2 0-16,-4-1 0 15,5 0 0-15,-2-4 0 0,6 3 0 0,-1-3 0 16,0-3 0-16,3-3 0 0,0-1 0 0,-5-3 0 15,5-2 0-15,-3-1 0 0,4-2 0 0,-1-2 0 16,-6 0 0-16,3 0 0 0,-1-4 0 0,0-5 0 16,-3-2 0-16,1-1 0 0,-2-1 0 0,-2 1 0 15,-2-4 0-15,-1 3 0 0,-3-2 0 0,-2 0 0 16,-1-3 0-16,-3 2 0 0,0-3 0 0,-1 0 0 16,-2-3 0-16,0-4 0 15,0 5 0-15,0-7 0 0,0 3 0 0,-8 3 0 16,0 1 0-16,-3-1 0 0,0 1 0 0,-2 3 0 15,-3 0 0-15,2 3 0 0,-4 2 0 0,4 2 0 16,-5 2 0-16,2 1 0 0,0 3 0 0,1 3 0 16,-4-2 0-16,4 2 0 0,-1 2 0 0,-1 0 0 15,2 0 0-15,-3 0 0 0,1 4 0 0,0 3 0 16,2 3 0-16,-1 1 0 0,-1 1 0 16,4 2 0-16,-2 1 0 0,3 0 0 0,3 2 0 0,-2 0 0 15,3-1 0-15,1 4 0 16,3-4 0-16,-2 0 0 0,4-5 0 0,1 6 0 15,0-4 0-15,2 2 0 0,0-5 0 0,0 5 0 16,0-7 0-16,0 4 0 0,0-2 0 0,2-1 0 16,2 0 0-16,-1 0 0 0,2 1 0 0,-2 1 0 15,1 0 0-15,2 1-396 0,-3 3-116 0,3 1 238 16</inkml:trace>
  <inkml:trace contextRef="#ctx0" brushRef="#br0" timeOffset="-59051.98">11532 16001 362 0,'-5'-8'0'0,"3"6"0"0,-2-6 0 0,-5-3 0 0,-3 3 748 0,2 2-392 0,0 2-196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1:40:38.3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2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1:43:17.097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2208 8739 757 0,'0'-7'0'0,"0"6"0"0,0-1 0 0,0 0 0 0,0 0 0 0,0 1 0 0,0-2 0 0,0 2 0 0,0-1 0 0,-2-1 0 0,2 3 79 0,0 0-33 0,0 0 18 0,0 0-17 16,0 0 0-16,0 0 11 0,-1 0-49 0,1 0-1 16,-2 0 39-16,-1 0 0 0,0 0-91 0,1 6 56 15,-5 0-11-15,4 1 44 0,-2 1-5 16,0 3-14-16,-3-1 11 16,-1-1 5-16,2 4-9 0,1-2-9 0,-4 3 14 0,0 1-5 15,3 0-1-15,-4 2 1 0,2-2-56 0,1 3 4 16,-5 2 50-16,3-3 4 0,-2 6 27 0,2-4-20 15,-3 5-11-15,-1-3-57 0,1 0 53 16,1-5-5-16,1 5 40 0,1 0-31 0,-2 0-4 16,0-3-8-16,1 5 35 0,4-4-28 0,-4 1 1 0,2-1 8 15,-3 4-32-15,1-1 25 0,-1 1-1 0,2 2 7 16,-5-2-53-16,3 0 47 16,-4 6-2-16,4-3-23 0,-1 0 21 0,-1-2-4 15,4 2-27-15,-3-4 31 0,3-2-3 0,-1 3-6 16,1-3-17-16,1 5 19 0,-1-7 0 0,-1 1 6 15,2 2-57-15,-4-3 49 0,5 3-5 0,-1 0 5 16,-4 0-14-16,5-1 16 0,-4 3-6 0,3-3-23 16,0 1 20-16,-3 3 4 15,2-1-4-15,0-4-9 0,-2 5 9 0,1-4 2 16,1 3 3-16,-1 0-4 0,3-3 3 0,-7 7-2 16,5-3 4-16,-3-1-4 0,1 3-7 0,-2-1 5 0,3-3-16 15,-2 4 16-15,-2-2 3 0,3 1-23 16,-1-2 21-16,1-3-1 0,2 1 0 0,-3 0-38 15,5-2 35-15,-4-1 2 0,0 1-39 0,4 0 36 16,-2-3-4-16,2-1 3 0,-2 1-37 0,3-1 34 16,0-2-4-16,-1-2 3 0,3-2-46 0,0 2 44 15,-2-4-20-15,2 2 19 16,1 0-3-16,-1-3 2 0,1 0-53 0,-1 0 51 0,5-3-5 16,-5-1-51-16,3 1-4 0,-1-1 54 15,1 0-9-15,0 1-125 0,1-3 59 16,1 3 32-16,-3-1-13 0,3-1-239 15,0 1 116-15,0 1 78 0,0-2 33 0,0 2-209 0,0 0 121 16,0-1 61-16</inkml:trace>
  <inkml:trace contextRef="#ctx0" brushRef="#br0" timeOffset="821.53">1174 10537 1101 0,'0'0'0'0,"0"0"0"0,0 0 0 0,-2 0 0 0,2 0 0 0,0 0 0 0,0 0 0 0,0-2 0 0,0 2 0 0,0 0 0 0,0 0 87 0,0 0-77 0,0 0 0 16,4 0 43-16,4 0 13 0,0 0-31 15,2-2 18-15,-1 2 0 0,4 0 0 0,-3-2 0 16,2 2 14-16,4-2-14 0,-4 2-52 0,1 0 52 16,1 0-18-16,0 0-30 0,0-1 47 15,2 1-8-15,-2 0-2 0,2 0-37 0,-1 0 39 0,2 0-1 16,-2 0 7-16,3 0-8 0,1 0-43 16,1 0 0-16,3-2 35 0,2 0-42 15,-3 1 48-15,6-4-45 0,-3 2 34 0,5-1 3 16,-2 1-6-16,2 0-23 0,0-1 29 0,0 3-5 15,-3-3-7-15,1 2 5 0,-4-2-36 0,2 1 34 16,-4 2 2-16,4 0-14 0,-3-2 7 0,3 1 4 16,-1 1-1-16,1 1 0 0,-4-1 3 15,8-2-4-15,0 1 3 0,-2 2 4 0,2 0-6 0,2-2-2 16,-1 0 1-16,3 0-1 0,1 1-1 16,3-2-66-16,-3 2 62 0,2-3-34 15,1 0 36-15,-3 1-4 0,0 0-2 0,0-2 3 16,2 2-3-16,-2-1-1 0,1 1 6 0,1-4-2 15,-1 3-15-15,0 1 14 0,-1-1-2 16,0 0-10-16,-2 0 12 0,1 1-2 0,0-1-1 0,1 2 18 16,2-2-20-16,-4 0-2 0,2 0 5 0,2 3-3 0,-1-5-19 15,1 3 19-15,0-2-1 16,4 2-45-16,-6-1 48 0,12 1-1 0,-7 0-47 16,-5 1 44-16,6 1-2 0,1-1-41 15,-5 0 35-15,7 0-7 0,-10 2 6 0,4-2-21 16,-1 1 18-16,1-2 1 0,0 0-7 0,1 3 15 15,-2-2-8-15,9-2-1 0,-4 0 39 0,-5-1-36 16,9-1 0-16,-3 0 1 0,1-1 37 0,1 1-34 16,-3-1-2-16,-3 1 4 0,3 0-6 0,-4 3 9 15,0-1-6-15,6-2 6 0,-6 3-18 16,-2-1 18-16,8 1-3 0,-5 2-37 0,1-1 1 16,-1 1 33-16,-2-1-49 0,3 0-2 0,3 0 47 15,0 0-39-15,-9 0 0 0,5 1 31 0,-3-2 2 16,0 2-10-16,-4 1-7 0,0-2 9 15,-2 2 4-15,-2 0-7 0,-2 0 20 0,-4 0-24 16,7 0 38-16,-8 0-29 0,1 0 0 0,0 0-27 16,-2 0 30-16,-2 0-3 15,-1 0 3-15,-4 0 2 0,0 0-2 0,-2 0-88 0,0 0 41 0,-4-2-7 0,-2 2-120 16,0 0 74 0,-4-2 39-16,0 0-259 0,2-1 142 0,-3-1 61 0,0-1-178 15</inkml:trace>
  <inkml:trace contextRef="#ctx0" brushRef="#br0" timeOffset="2155.12">2187 8721 808 0,'-6'-3'0'0,"1"-1"0"0,2 2 0 0,0 0 0 0,0 0 0 0,1 0 0 0,-1 0 0 0,3 0 0 0,0 0 0 0,0 2 0 0,0-1 47 0,0-1-1 0,3 0 1 15,5-1-39-15,4-2 12 0,1 1 27 0,4 1 0 16,0-1 0-16,1 0-1 0,2 3-39 0,0-1 52 16,5-2-12-16,0 2-47 0,0 0 43 0,3 1-11 0,0-1-29 15,-4 2 4 1,6-2-45-16,2 0 63 0,-2 0 7 16,-1 0-2-16,1 2 1 0,2 0 8 0,-2-2-55 0,0 2 36 0,0 0 7 15,-2 0-59-15,1 0 0 0,-5 0 14 16,8 0-3-16,-4 0 30 15,2 0 5-15,0 0-12 0,2-2 23 0,-5 0-16 0,6-2 0 0,-3 1-5 0,-2-1 3 16,-4 0-1-16,3-3 8 16,-3 5-5-16,8-4-1 0,-2 2 0 0,0-2-19 0,0 3 19 15,2-1 0-15,-3 0 5 0,1 1-5 0,2-1-11 16,-4 2 11-16,2-1-1 16,0-1 19-16,0-1-18 0,0 4 0 0,2-3-4 15,-2 0 4-15,-2 3-1 0,4-4-28 16,-7 4 27-16,8-1 1 0,-6-2 0 0,0 2-9 0,3-1 9 0,-2 1-1 15,-3 1 2-15,7 1-31 0,-2-3 27 16,0 1 0-16,0 0-2 0,3 0-11 0,-3 1 10 0,1-2-4 16,3 1 4-16,-2-1 0 15,3-1 0-15,-1 3 0 0,-2-3-1 0,-1 0 15 16,1 3-14-16,-2-5 0 0,0 3 3 0,0 1-2 0,2 0-7 16,-5 1 7-16,3-1 0 15,0 0 0-15,-2 0 0 0,-1 0 0 0,-2 1-8 16,3 1 7-16,0-2 0 0,-1 2-6 0,-1-3 6 15,4 2 0-15,-6-1-1 0,8 0 0 0,-4 1 1 16,0-4 11-16,2 4-12 0,-5-1 1 16,7-4 0-16,-6 5 0 0,4-3 21 0,-3 1-19 0,1 2-8 15,-2-1 9-15,2 0-2 16,-2 0 2-16,1 1-13 0,-1-2 12 0,1 3-1 0,-4-1 2 16,6 1-12-16,-3-3 10 0,3 3-1 15,-1-1 0-15,0-1-7 0,-1-1 7 0,4 3 0 16,-4-1-3-16,1 0 2 0,-1 1-1 15,-3-3 2-15,-4 1-1 0,5 0 0 0,1 2 0 0,-7-2 0 16,4 2 1-16,-3 0 0 0,0 0 6 0,0 0-6 16,0 0-1-16,0 0 0 0,0-1 14 15,0-1-13-15,-2 2 0 0,2-2 0 16,-1 2 1-16,-5-2-3 0,1 2 3 0,-1-2 0 16,-4 2 1-16,3-2-9 0,-3 2 8 0,-2 0 0 0,-1-2-6 15,1 0 6-15,-4 2-1 0,-1 0-6 16,2 0 6-16,-3-1 0 0,-1 1-2 0,0 0-18 0,2 0 19 15,-3 0 0-15,0 0-1 0,0 0-81 16,0 0 37-16,0 0 1 0,0-2-40 0,0 2 38 16,0 0-10-16,1 0-281 0,1 0 143 0,0 0 79 0,0 0 10 15,2 3-184-15</inkml:trace>
  <inkml:trace contextRef="#ctx0" brushRef="#br0" timeOffset="3323.62">5847 8449 605 0,'0'0'0'0,"0"0"0"0,0 0 0 16,-1 0 0-16,1 0 0 0,0 0 0 0,0 0 0 0,0 0 0 0,0 0 0 0,0 0 0 0,0 0 46 0,0 0 1 0,0 0-73 0,0 0 32 0,1 0 10 0,7-2 23 0,0 1-67 16,0 1 30-16,0-3 0 0,3 2 30 15,3 1-65-15,1-3 17 0,0 2 0 0,1-1-64 16,5-1 46-16,-6 2-8 0,5 0 53 0,-4-4-62 16,-1 1 0-16,2 3 43 0,-5-3 4 0,-2 0-38 15,3 2 34-15,-5-2-14 16,1 3 12-16,0-1-7 0,-3 0 2 0,0 0-10 0,0 0 45 15,-3 0-1-15,4 1-34 0,-4-1 2 0,1-1 59 16,0 2-27-16,-1 1 1 16,-1-2 64-16,0 0-42 0,0 2 5 0,1-2-44 0,-3 2 50 15,2 0-1-15,-2-2-29 0,2 2-11 0,-2-1 117 16,0 1-53-16,0 0-9 0,0 0-7 0,0 0 49 16,3-3-36-16,-3 3 20 0,0 0-40 15,0 0 7-15,0 0-14 0,0 0 0 0,0 0-71 16,0 0 35-16,0 0 1 0,0 0 47 0,0 0-116 15,0 4 44-15,-3 4 0 0,-4 3 33 0,0 0-22 16,-3 4 18-16,0 1 10 0,0 0-33 0,-1 2-4 16,-3 0 13-16,2 3 14 15,-3-3 15-15,3 5-18 0,-4-2-3 0,3 1 2 0,0-1 38 16,-1 2-35-16,0-3 10 0,0 4-9 0,-2-1 48 16,3-1-45-16,-2 0 5 0,1 3-4 0,3-4 6 15,-4 7-5-15,2-3-8 0,-2 1 9 16,2 1-4-16,1-1 3 0,-4 0 6 15,-1 2-5-15,0 0-1 0,2 0 36 0,-3-2-35 16,0 3 16-16,2-4-10 0,-4 4-5 0,4-1 1 0,-3 0-31 16,-2 3 30-16,1-1 0 0,0-1 6 0,0 3-4 15,0-1-2-15,2-3 1 0,-1 2 0 0,-1-1 20 16,4-2-15-16,-1 2-6 16,-1-1-17-16,2-2 18 0,0 0-3 0,1-2 2 15,-3 3-31-15,3-1 30 16,-2 0-1-16,2-1 1 0,-2-1-8 0,2-1 12 0,-1 3-5 0,0 1-2 0,2-5-19 15,-2 1-22 1,2 1 39-16,2-3 2 0,-4 4-3 0,4 0-33 16,-1-2 32-16,-1 1-1 0,1-1-2 0,0-1-43 15,-4 4 42-15,2-2-1 0,0 1 1 0,0-3-4 0,0-1-14 16,1-1 14-16,3-2-3 0,-4-1-3 0,5-2 60 0,0 0-57 16,0-4 2-16,5-1 1 15,-3 1-12-15,4-4 13 0,-1 1-20 0,0-2 20 0,2 0 0 16,0-1 5-1,1 0-29-15,-2-1 8 0,3 2 15 0,-2-2-37 16,1-1 36-16,0 1-1 0,1 0 0 0,-1-4-5 0,0 6-30 16,2-5 29-16,0 1 2 0,0 0-7 0,-2 0 6 0,2-2-22 15,0 0 21-15,0 0-5 16,0 0-49-16,0 0-5 0,0 0 54 0,-2 0-252 0,2 0 119 16,0 0 48-16,0 0-550 0,0 0 286 15</inkml:trace>
  <inkml:trace contextRef="#ctx0" brushRef="#br0" timeOffset="5310.55">5979 6597 917 0,'1'-7'0'0,"2"-1"0"0,-2 4 0 16,1-2 0-16,-2 5 0 0,0 0 0 0,0-2 0 0,0 1 0 0,0 2 0 0,0 0 0 0,0 0 56 0,0 0-11 0,0 0-54 0,0 0 53 0,0 0 1 0,-3 0 0 16,-4 0-27-16,-3 5 25 0,0 3-1 15,2 2 1-15,-6 2-1 0,3-2-29 0,-3 3 28 0,1 0-2 0,0 1-16 0,-2 1-21 16,2-1-7-16,0 2 38 15,-1-1-47-15,0 2-7 0,0-3 43 16,0 4-32-16,1-4-4 0,-2 3 36 0,3-1-2 0,-1-1-20 16,1-1 13-16,-3 2 5 0,4 1-18 15,-1-2 15-15,-2 0 1 16,3 0 1-16,-2 1-4 0,-1 0 0 0,-1 0 0 0,0 2-11 16,0-2 15-16,-1 5-3 0,2-6-34 0,-3 5 33 0,0-3 0 0,3 1-1 15,1-2 2-15,-6 6-20 16,3-6 15-16,2 1 2 0,-2 0-4 15,0 2-3-15,0-3 7 0,1 3-2 16,-2-2-2-16,4 1 3 0,-4-2-4 0,4 1-17 0,-4 0 21 16,-1 3-3-16,1-1 1 0,2 0-1 0,-1 0-23 15,0-2 24-15,-3 3-3 0,2-1 7 16,-1-2-7-16,0 2 1 0,6-5-2 0,-6 4 11 16,4-1-10-16,-2 1 0 0,-1 1 8 0,0-1-8 0,2 2 1 15,-3-2 3-15,1 3 6 0,-1 1-7 16,0-3-1-16,1 2-4 0,0-2 5 0,2 0 2 15,-6 1-17-15,5 1 14 16,0-3 0-16,-5 3-1 0,5 0-11 0,-3-2 12 16,0 2-1-16,-3 1 28 0,1-1-27 0,4 0-1 0,-5-1 0 0,4-1 1 15,-2 5 0-15,-1-1-1 0,1-1-13 16,1 1 14-16,-2-3-1 0,5-1 4 0,-3 4-3 16,0-5 0-16,2 4 0 0,3-4-28 15,-3 1 27-15,2 0 1 0,-2 3-20 16,-1 1 15-16,1 1 3 15,-3 0-3-15,1 1 25 0,0-1-22 0,1 1-1 0,-1-3 0 0,1-1-1 16,-2 2 11-16,2 1-10 0,-2-3 2 0,0 1-14 16,1 1 12-16,0-3 1 0,0 1-1 0,-1-2-8 15,4 2 10-15,-3 1-2 0,-1-2 2 16,5-1 9-16,-3 2-10 0,1-1 0 0,2-1-1 0,-5 4 9 0,5-3-10 16,-3 1 2-16,1 0-1 15,1-1-1-15,0-1 3 0,0 4-2 0,-1-2 4 0,1-1-26 16,-2 0 23-16,1 3 0 15,-1-4-21-15,-3 6 19 0,0-3-1 0,1-1 1 0,3 2-17 16,-3-1 16-16,5-6-2 0,-7 9-5 16,4-5 5-16,3-1 0 0,-3 2-1 15,3-6 0-15,2 4 1 0,-4 0 0 16,2-3 4-16,0 4-4 0,0 0 0 0,0-3 0 0,3 0 1 16,-3 2-1-16,0-2 7 0,-1 0-7 0,3-1 1 15,1 0 0-15,0-1-1 0,2-3 31 16,0-2 0-16,3-3-28 0,2 1 30 0,0-3-27 0,0 1 0 15,2-4-1-15,0 2 16 0,3-4-14 0,-2 3 4 16,2-3 0 0,-2 0-2-16,2 0 3 0,0 0-2 0,0 0-77 0,0 0 36 15,0 0-2-15,0 0-247 0,0 0 129 0,0 0 68 0,0 0 22 0,0 0-472 16,0 3 233-16,2 0 133 0,3 3-83 16</inkml:trace>
  <inkml:trace contextRef="#ctx0" brushRef="#br0" timeOffset="6504.24">2926 10471 316 0,'0'0'0'0,"0"0"0"0,0 0 0 0,0 0 0 0,0 0 0 0,0 0 0 0,-3 0 0 0,3 0 0 0,0 0 0 0,0 0 0 0,0 0 26 0,0 0 41 16,0 0-38-16,0 0-1 0,0 0 9 0,0 0 6 15,0 0-13-15,0 0 45 0,0 0-43 16,0 0 0-16,0 0 9 0,0 0-9 0,0 0-8 16,-2 0 9-16,0 0-31 0,1 0-1 15,-3 0 40-15,1 0-8 0,-2 2-2 0,-1 0-36 0,4 3 33 16,-7 0 1-16,4 0-8 0,-1 1 6 15,-2-1-6-15,1 2 6 0,2 0-13 0,-5 2 11 16,5-4 0-16,-5 7-2 0,1-3-1 0,0 1 2 16,0 1-1-16,1 0-26 15,-2 0-5-15,2 3 30 0,-3-2-1 0,3 2-29 0,-5-1-3 16,3-1 34-16,-3 4-34 0,3-1 27 0,-2-1-4 16,-1 1 3-16,1 1-4 0,-3-1 5 15,2 1-9-15,1-2 5 0,-3 3 7 0,-4 1-7 0,5-2-2 16,-2 1 33-16,0 2-29 0,-2 0-1 0,1 0 3 0,1 0 8 15,-1-1-8-15,2-1 5 0,-2 1-5 0,-1 2-12 16,6-4 12-16,-6 5 0 16,6-5-21-1,-4 2 23-15,2-2-3 0,-2 2-23 0,4-4 21 0,-2 3 1 16,3-2-4-16,-3 3 2 0,1-3-34 0,3 3 30 0,-5-1 2 16,2 4-29-16,-1-1 26 0,0-1 0 0,-3 5 1 15,-3 3-21-15,2-3 19 0,-1 2-2 0,-2 1-8 16,3-7 9-16,-3 9 0 0,1-8-5 0,2 4 4 15,-2-2-3-15,0 2-4 0,0-3 7 0,2 3-1 16,-4 1 0-16,2-2 17 0,0 2-17 16,-3 3 27-1,1-3-20-15,-3 4-5 0,2 0 0 0,-2-2 0 0,0 3 15 0,3-2-14 16,-3 2 7-16,0-2-6 0,2 0 1 0,1 1-1 16,2-4-29-16,-3 1 29 0,3 2 3 0,-4-1-2 0,1 0-23 15,0 1 22-15,-5 4-1 0,4-2 0 16,1-1 18-16,-7 4-18 0,2-1-2 0,1-1 21 15,0 2-18-15,1 2-2 0,2-6 2 16,-4 8-11-16,8-11 9 0,-3 4 1 16,2-5-20-16,0-2 20 0,3-5 2 0,-2 5-2 0,3-5-23 15,2 2 22-15,-3 0 0 16,-2-1 0-16,6-1-33 0,-5 7 31 0,2-4-2 0,0 1-51 16,-1 1 48-16,3-5 1 0,-2 9-2 15,1-9 2-15,4-2-38 0,0 2 0 0,2-1 33 16,-2 0-1-16,5-1-30 0,-2-2-1 0,2-2 23 15,2-1-99-15,2 3 45 0,0-5-4 0,1 4 42 16,2-3-304-16,0-1 139 0,2 1 76 0,11-10-261 0</inkml:trace>
  <inkml:trace contextRef="#ctx0" brushRef="#br0" timeOffset="7192.01">3416 9710 539 0,'0'0'0'0,"-2"0"0"0,-1 0 0 0,3 0 0 0,0 0 0 0,0 0 0 0,0 0 0 0,0 0 0 0,0 0 0 16,-2 0 0-16,2 0 39 0,0 0 10 0,0 0-10 0,0 0 0 0,0 0-1 0,0 0 0 0,0 0 2 15,0 0 8-15,-3 0-10 0,-2 0-1 16,2 0 1-16,-1 3 0 0,-1 1 0 0,0 3 7 16,0-1-110-16,-5-1 45 0,7 0 1 15,-2 1 42-15,0 0 5 0,0 0-98 0,0-1 42 0,1-1 18 16,-2 2-1-16,3 0-147 0,-1-1 80 0,1 1 26 16,-2 1-178-16,0 3 94 0</inkml:trace>
  <inkml:trace contextRef="#ctx0" brushRef="#br0" timeOffset="7435.77">3196 9972 801 0,'1'0'0'0,"1"0"0"0,0 0 0 0,-2 0 0 15,0 0 0-15,0 0 0 0,0 0 0 0,0 0 0 0,0 0 0 0,0 0 0 0,0 0-22 0,0 0 41 0,0 0-10 0,0 4-20 16,0 1 47-16,0 1 0 0,-4-1 1 0,-1 1-33 16,2 0-8-16,-3 1 35 0,-1 3-87 0,2-1 40 0,0 1-8 15,0-3-140 1,-1 4 83-16,-1 0 44 0,2 1 12 0,-1-3-191 0,3 4 96 0,-6-5 38 0</inkml:trace>
  <inkml:trace contextRef="#ctx0" brushRef="#br0" timeOffset="7603.29">3031 10205 936 0,'0'2'0'0,"0"-2"0"0,0 1 0 0,0-1 0 0,0 0 0 0,0 0 0 0,0 2 0 0,-1-2 0 0,-1 2 0 0,0 2 0 0,0-1 25 0,1 2 17 15,-3-1 0-15,1 1 1 0,-2 1-142 0,3 1 80 0,-3 2 26 0,2-1-280 16,0-1 143-16,-1 3 72 15,-1 0 36-15</inkml:trace>
  <inkml:trace contextRef="#ctx0" brushRef="#br0" timeOffset="11205.43">3514 9568 1217 0,'-3'-10'0'0,"1"3"0"0,0-1 0 0,1 2 0 0,-1-2 0 0,-2 1 0 0,3 3 0 0,-1-1 0 0,-2 5 0 0,4-3 0 0,0 1 231 15,0 2-93-15,-2 0-35 0,2 0-12 16,-3 0-9-16,1 2 12 0,2 3-50 16,-2 1 119-16,2 2-59 0,0-3-30 0,0 1 88 0,0 2-47 15,0-3-41-15,0 0 0 0,0 1-30 0,0-2 61 16,2-2-30-16,3 2 11 0,-3-2-11 0,4 0-30 15,-5-2 0-15,1 0-1 0,0 0 30 0,0 0-18 16,-2 0-11-16,1 0-1 0,-1 0 54 16,0-2-54-16,0-4-35 0,0-3 10 0,0 1 26 15,0 0-69-15,0 1 35 0,-5-2 0 0,-4 2 31 16,4 3 12-16,-2-1-18 16,2 0 3-16,-1 3-13 0,-1 1-9 15,2 1-17-15,1 0 0 0,1 0 0 0,-1 0 0 0,4 0 0 0,-1 0 0 16,1 1 0-16,0 6 0 0,0-1 0 15,0 3 0-15,0-3 0 0,5 2 0 0,5-1 0 0,-2-3 0 16,4 1 0-16,0 0 0 0,1-4 0 16,-1-1 0-16,2 0 0 0,-5 0 0 0,1 0 0 15,-2 0 0-15,-3-3 0 0,-2-3 0 16,1 0 0-16,-1-1 0 0,-3-4 0 16,0 1 0-16,0 2 0 0,0 0 0 0,-10-2 0 0,0 2 0 15,0 1 0-15,-4 1 0 0,0 0 0 16,2 4 0-16,1 1 0 0,1 1 0 0,-3 0 0 0,4 0 0 0,0 6 0 15,3 3 0 1,1 0 0-16,0 7 0 0,2-2 0 0,3 0 0 16,0-2 0-16,0 1 0 0,0-3 0 15,3 3 0-15,7-1 0 0,0-5 0 0,4-3 0 0,2-1 0 16,4-3 0-16,1 0 0 0,0 0 0 16,2-7 0-16,-8 0 0 0,0-7 0 15,-4 5 0-15,-3-3 0 0,-1-1 0 0,-5 2 0 0,-2-2 0 0,0 2 0 16,-11 0 0-16,-10-1 0 15,0 3 0-15,-2 3 0 0,-6 0 0 0,2 5 0 0,-3 1 0 16,2 0 0-16,-2 7 0 0,2 6 0 0,3-1 0 16,8-1 0-16,7-1 0 0,0 1 0 0,7 0 0 15,3-2 0-15,0 3 0 0,3-3 0 0,9 0 0 16,11 1 0-16,2-3 0 0,0-1 0 0,7 2 0 16,1-3-71-16,4-1-485 0,3-1 261 15,-5 4 125-15,0 1-425 0,-1 6 275 0</inkml:trace>
  <inkml:trace contextRef="#ctx0" brushRef="#br0" timeOffset="17774.62">1794 9621 941 0,'0'0'-3'0,"0"0"0"0,0 0 1 0,0 0 0 0,0 0 0 0,0 0 0 0,0 0 0 0,0 0 1 0,0 0 0 0,0 0 1 0,0-2 123 0,0 0-36 0,0 0 146 0,0 0-97 16,0 0-42-16,0 1 0 0,0-2 83 0,0 2-62 16,0-3 13-16,3 1-76 0,-1-3 92 15,5 2-47-15,-3 0 1 0,1 0-46 16,0 1 49-16,-1-1-13 0,1 0-36 0,2 2 55 15,-1 0 0-15,-3-1-55 0,2 1 14 0,0-1-4 16,-1 2-10-16,-1-1 1 0,1 0 39 16,0 0 0-16,-1 0-26 0,1 2-14 0,1-1-34 15,0 1 1-15,-3-3 33 0,5 3 13 0,-2-2 27 16,1 2-2-16,2-1-90 0,-3-1 0 0,3 0 0 16,-1 1 0-16,0-2 0 0,3 2 0 0,1-1 0 15,-4 0 0-15,0 2 0 0,0-1 0 0,2 1 0 16,-2 0 0-16,0 0 0 0,-2 0 0 0,3 0 0 15,-3 0 0-15,3 0 0 0,-1 0 0 0,0 0 0 16,1 0 0-16,-1 0 0 0,-1 0 0 0,1 0 0 16,3 0 0-16,-2 0 0 15,1 0 0-15,4 0 0 0,-7 0 0 0,3 0 0 16,4 1 0-16,-5 1 0 0,1 0 0 0,4 2 0 16,-5-3 0-16,3 3 0 0,0-3 0 0,-3 1 0 15,6 2 0-15,-3-2 0 0,1-2 0 0,2 2 0 16,-1-2 0-16,4 0 0 0,-1 0 0 0,-1 0 0 15,3 0 0-15,2 0 0 0,-6 0 0 0,4 0 0 16,-3 0 0-16,1-2 0 0,0 2 0 0,0-2 0 16,-2 2 0-16,2 0 0 15,-2 0 0-15,2 0 0 0,1 0 0 0,-1 0 0 16,1 0 0-16,0 0 0 0,0 0 0 0,3 0 0 16,-2 0 0-16,0 0 0 0,2 0 0 0,-3 0 0 15,5 0 0-15,-1 0 0 0,-2 0 0 0,2 0 0 16,1 0 0-16,1 0 0 0,-4 0 0 0,2 0 0 15,2-1 0-15,-2 1 0 0,0 0 0 0,-1 0 0 16,0 0 0-16,2 0 0 0,-4 0 0 0,0 0 0 16,1 0 0-16,-1 0 0 15,0 1 0-15,2 1 0 0,-3 0 0 0,3 0 0 16,-1-2 0-16,0 0 0 0,4 0 0 0,-1 0 0 16,0 0 0-16,5 0 0 0,-6 0 0 0,-1 0 0 15,4 0 0-15,-1-2 0 0,-3 2 0 0,-2-2 0 16,2 2 0-16,-3 0 0 0,1 0 0 0,2 0 0 15,-3 0 0-15,3 0 0 0,1 0 0 0,-2 0 0 16,4 2 0-16,2 0 0 0,-1-2 0 16,2 0 0-16,-1 0 0 0,0 0 0 0,-5 0 0 0,4 0 0 15,-1 0 0-15,0 0 0 16,0 0 0-16,-4 0 0 0,2 0 0 0,-1 0 0 16,-3 0 0-16,3 0 0 0,-2 0 0 0,1 0 0 15,0 0 0-15,2 0 0 0,0 0 0 0,1 0 0 16,3 0 0-16,0 0 0 0,1 0 0 0,-1 0 0 15,5 0 0-15,-2 0 0 0,-1-2 0 0,0 2 0 16,-2 0 0-16,-3 0 0 0,-1 0 0 0,-1 0 0 16,4 0 0-16,-4 0 0 15,3 0 0-15,-3 0 0 0,3 0 0 0,-1 0 0 16,0 0 0-16,-1 0 0 0,2 2 0 0,0-2 0 16,0 0 0-16,0 2 0 0,0-2 0 0,-2 0 0 15,1 0 0-15,3 0 0 0,-1 0 0 0,1 0 0 16,0 0 0-16,0 0 0 0,2 0 0 0,-6 0 0 15,9 1 0-15,-5-1 0 0,0 3 0 0,0-3 0 16,0 2 0-16,-5-2 0 0,6 1 0 0,-5-1 0 16,3 2 0-16,3-2 0 15,-5 2 0-15,0-2 0 0,6 0 0 0,-3 0 0 16,0 0 0-16,1 0 0 0,1 0 0 0,-5 0 0 16,8 0 0-16,-4 0 0 0,3 0 0 0,-1 0 0 15,-1 0 0-15,1 0 0 0,3 0 0 0,-1 0 0 16,-2 0 0-16,1 0 0 0,-2 0 0 0,0 0 0 15,3 0 0-15,-2 0 0 0,0 0 0 0,0 0 0 16,2 0 0-16,0 0 0 0,0 0 0 0,0 0 0 16,2 0 0-16,2 0 0 15,1 0 0-15,1 0 0 0,-2 0 0 0,0 0 0 16,1 0 0-16,-2 2 0 0,-1 0 0 0,1 0 0 16,1 0 0-16,1 0 0 0,1-1 0 0,0-1 0 15,5 0 0-15,1 0 0 0,-2 0 0 0,1 0 0 16,0 0 0-16,0 0 0 0,-5 0 0 0,3 0 0 15,-7 0 0-15,-2 0 0 0,-7 0 0 0,-1 0 0 16,-1 0 0-16,-4 0 0 0,-4 0 0 0,-4 0 0 16,-1 0-265-16,-2 0 76 0,-4 0-507 0</inkml:trace>
  <inkml:trace contextRef="#ctx0" brushRef="#br0" timeOffset="18541.18">5180 7395 1024 0,'0'0'0'0,"0"0"0"0,0 0 0 0,0 0 0 0,0 0 0 0,0 0-1 0,0 0 1 0,0 0 0 0,0 0 0 0,0 0 0 0,2 0 184 0,1 0-58 0,-1 0-45 0,-1 0 0 15,4 0 122-15,-4 2-79 0,1 5-38 0,0-1 11 0,0 2-45 16,-1-1-6-16,1 3-68 0,0 1 34 16,0 2 0-16,1-1 45 15,-1 0-416-15,1 4 202 0,-1 0 88 0,-1 1 56 16,2 4-620-16</inkml:trace>
  <inkml:trace contextRef="#ctx0" brushRef="#br0" timeOffset="18704.14">5182 7743 1588 0,'-5'5'-1'0,"-1"3"1"15,3-3 0-15,-1 2 0 0,3-1 0 0,-2-3 0 0,0 0 0 0,3 1 0 0,-2 2 0 0,2 2 0 0,0-2 90 0,0 6 240 0,0-3-143 0,0 5-71 0,0-1-35 0,0 0-93 16,0 4 40-16,0 2-200 0,0 1 109 0,0 1 54 16,2 3 0-16,-1-4-507 15,1 5 288-15,1 6 82 0,-3-6 85 0</inkml:trace>
  <inkml:trace contextRef="#ctx0" brushRef="#br0" timeOffset="18846.45">5127 8259 1563 0,'-2'6'0'0,"-1"0"0"16,1-1-1-16,2-1 1 0,0 0 0 0,0-3 0 0,0 3 0 0,0 0 0 0,0-1 0 0,0 5 0 0,0 0 98 0,2 1-85 0,1 1 32 0,-1-1 10 0,1 5-10 0,1 0-321 15,-2 3 160 1,0-2 81-16,0 4-216 0,-2-2 158 0</inkml:trace>
  <inkml:trace contextRef="#ctx0" brushRef="#br0" timeOffset="18987.84">5130 8608 1316 0,'-3'10'0'0,"1"1"-1"0,-3-1 0 0,2-3-1 0,-1-1 1 0,1 2 0 0,-1-3 0 0,2 1 1 0,1 1-1 0,-2 2 1 0,1 3 265 0,2 1-111 0,0 0-55 16,0 1-27-16,0 1-174 0,0 3 68 0,0 0 38 0,2 2-480 0,1 0 250 15,0 1 124-15,-1-1-389 0</inkml:trace>
  <inkml:trace contextRef="#ctx0" brushRef="#br0" timeOffset="19268.14">5110 9050 1430 0,'0'7'-1'0,"0"4"1"0,-2-2-1 0,0-1 1 0,0 0 0 0,1-2 0 0,-2 0 0 0,1 1 0 0,2 0 0 0,0 1 0 0,0 3 158 16,0 0-58-16,0 0-17 0,0 3-11 0,0-1-60 0,0 0 0 15,0-2 31-15,0 2 1 0,0-4-232 0,2 5 110 16,2-3 60-16,0-3-336 0,-2 4 191 16,-1-3 54-16,1-1-224 0,0 3 126 0,-2-4 86 0,0 2 17 15,0-2 11-15,0 3 50 0,0-3-11 0,-4 1 11 16,-3-1 44-16,1 1 0 0,0-2-44 0,0 0 40 16,3-2 178-16,0 1-131 15,1-2-43-15,0 1 429 0,2-2-217 0,0 2-60 16,0-2-68-16,0 1 247 0,0 1-144 0,0 1-73 15,0-3-40-15,0 4-32 0,2 1 11 0,0-2-11 16,-1 0-269-16,4 1 135 0,-3 0 66 0,2 2 35 16,-2-4-209-16,2 4 91 0</inkml:trace>
  <inkml:trace contextRef="#ctx0" brushRef="#br0" timeOffset="19994.18">5140 9177 1475 0,'0'0'0'0,"0"0"0"0,0-1 0 0,0-1 0 0,0-2 0 0,0 0 0 0,0 1 0 0,0-3 0 0,0 0 0 0,0 2 0 0,3-1 89 15,2 0 258-15,4-1-142 0,-2 2-86 16,4-2-39-16,-1 2 260 0,3 1-149 0,-1-1-74 0,1 0-27 16,-1 3 148-16,3-2-98 0,0 1-49 0,3 1 35 15,-1-1-42-15,1-1 11 0,0 2-54 16,1 1 1-16,2-1-21 0,-4 1-21 16,0 0 0-16,-1 0 0 0,2 0 0 0,-4 0 0 15,1 0 0-15,-3 0 0 0,-2 0 0 0,-1 0 0 16,-2 0 0-16,0 0 0 0,-5 0 0 0,3 0 0 15,-4 0 0-15,2 0 0 0,-3 0 0 0,0-3 0 16,0 3 0-16,0 0 0 0,0 0 0 0,0 0 0 16,0 0 0-16,0 0 0 0,0 0 0 0,0 0 0 15,0 0 0-15,0 0 0 0,0 0 0 0,0 4 0 16,0 3 0-16,0 5 0 16,0-3 0-16,0 4 0 0,0 2 0 0,0 0 0 0,0 2 0 15,0 2 0-15,0 2 0 0,0 3 0 16,0-1 0-16,0 1 0 0,-3 2 0 0,3 0 0 15,-1-1 0-15,1 5 0 0,-3-4 0 0,3 1 0 16,0-7 0-16,0 5 0 0,0-4 0 0,0-2 0 16,0-5 0-16,0 1 0 0,0-3 0 0,0-5 0 15,0 1 0-15,0-2 0 0,0-5 0 0,0 1 0 16,0-2 0-16,0 0 0 0,0 0 0 0,0 0 0 16,0 0 0-16,0 0 0 15,0 0 0-15,0 0 0 0,0 0 0 0,0 0 0 16,0 0 0-16,0 0 0 0,0 0 0 0,0 0 0 15,-2 0 0-15,0 0-262 0,-5 0-39 0,-1 9 130 16</inkml:trace>
  <inkml:trace contextRef="#ctx0" brushRef="#br0" timeOffset="48901.1">4585 10413 1551 0,'-9'-6'0'0,"2"3"0"0,0-1 0 0,0 0 0 0,0-2 0 0,-1 1 0 0,0-1 0 0,5 3 0 0,-1 1 0 0,4-1 0 0,-2 2 79 0,2-1 1 0,0 0-37 0,0 0 191 0,9-1-101 16,11-2-45-16,3 0-1 0,2 0 232 15,3-1-139-15,4 2-58 0,0-2 61 0,4 4-71 0,6-5 103 16,-11 4-86-16,5-2-43 16,1 2 10-16,-1-1-53 0,-2 1-46 0,-2-1 46 0,-2 1-1 0,-2 0-141 15,-6-1 81-15,0 2 26 0,-2 0-296 16,-7-2 166-16,-2 3 68 0,1-4 45 0,-5 4-255 15,-3-3 133-15,-1 2 16 0,-1-1-445 16,0 1 258-16,-2-3 130 0,0 2 54 0,0 2-372 16,-7-1 224-16,-4 0 112 0,-3 2-219 15</inkml:trace>
  <inkml:trace contextRef="#ctx0" brushRef="#br0" timeOffset="49123.2">4874 10275 1975 0,'-13'0'0'0,"5"3"0"0,-3 0 0 0,4-1 0 0,2 0 0 0,0 2 0 0,-1 0 0 0,5 2 0 0,0 1 0 0,1 5 0 0,0 0 452 16,0 1-204-16,0 5-103 0,0-1-51 0,0 1 292 16,0 1-177-16,0 2-83 0,0 1-41 0,0-1 47 0,0 1-53 0,0 0-79 31,0-1 0-31,0 2 0 0,0 0 0 0,0-3 0 0,0 1-30 0,0-4-53 16,-3 0 58-16,1-1 34 0,0 0-402 15,1-1 184-15,-1-6 118 0,2 2-16 0,-2-3-470 0,2-1 267 16,0-1-234-16,0-2 251 0,0 0 125 15,0-3 52-15,0-1 43 0,2 0-131 0,3 0 82 16,6-5 39-16</inkml:trace>
  <inkml:trace contextRef="#ctx0" brushRef="#br0" timeOffset="49452.21">5013 10340 2623 0,'2'-2'0'0,"0"0"0"0,1 0 0 0,-3 0 0 0,0 0 0 0,0 2 0 0,0 0 0 16,0 0 0-16,0 0 0 0,0 0 0 0,0 8 382 0,0 1-159 0,0 6 39 16,0 1-110-16,0 0-54 0,0 5-28 0,1 4 51 15,1-5-121-15,0 10 0 0,0-2 0 0,-1 0 0 16,-1 5 0-16,0-2 0 0,0 3 0 0,0 0 0 16,0 0 0-16,0 0 0 0,0-2 0 15,0-3 0-15,0-2 0 0,0 3 0 0,0-3 0 16,0-7 0-16,0 2 0 0,0-1 0 0,0-4 0 15,0 0 0-15,0-4 0 16,0-4 0-16,0 1 0 0,0-5 0 0,0-1 0 16,0 0 0-16,0-4 0 0,0 0 0 0,0 0 0 0,0 0 0 15,0 0 0-15,0 0 0 0,0 0 0 0,0 0 0 16,-1 0 0-16,-3-2 0 0,2-1 0 0,-2-3 0 16,2 0 0-16,0 0 0 0,-1 1 0 0,3-1-378 15,-2 0 118-15,2-1 114 0</inkml:trace>
  <inkml:trace contextRef="#ctx0" brushRef="#br0" timeOffset="50542.55">22557 3341 2009 0,'-2'0'0'0,"1"0"0"0,-1 0 0 0,2 0 0 0,0 0 0 0,0 0 0 0,0 0 0 0,0 0 0 0,13 0 0 0,6 0 0 0,7 0 83 0,2 0 337 15,6 0-189-15,8 0-95 0,1-2-47 0,-6 0 149 0,16 0-104 16,-5 1-46-16,5-2 189 0,0 0-118 16,0 3-92-16,-8 0-67 0,9 0 0 0,-9 0 0 15,-8 0 0-15,2 0 0 0,-4 0 0 16,-7 3 0-16,2 1 0 0,-10-2 0 0,1 0 0 15,-3 0 0-15,-7-2 0 0,0 0-263 16,-5 0 73-16,-2 0 71 0,-3 0 59 0,1 0-245 0,-2 0 133 16,0 0 48-16,-5 0 47 0,-7 0-457 0,-4 0 246 15,-4 0 124-15,-2 0 61 0,0 0-449 0,-10 5 261 16</inkml:trace>
  <inkml:trace contextRef="#ctx0" brushRef="#br0" timeOffset="50772.18">22971 3418 2129 0,'-11'0'0'0,"3"0"0"0,2 0 0 0,3 0 0 0,1 0 0 0,2 0 0 0,0 0 0 0,0 6 0 0,0 1 0 0,0 4 0 0,4 2 71 0,1 0 456 15,0 3-243-15,2 1-121 0,-2 1 326 0,1 1-221 16,-4 0-268-16,1 0 0 0,-1 1 0 0,0 0 0 16,-2-1 0-16,0 0 0 0,0 2 0 15,0-4 0-15,0 2 0 0,0-2 0 0,0 0 0 16,0-6 0-16,0 2-98 0,0-2-140 0,-2-3 135 0,0-3-14 0,2-2-570 15,0 0 318-15,0-2-41 16,0-1 184-16,0 0 92 0,0 0 47 0,2-9-338 16,7-9 198-16,5-2 92 0</inkml:trace>
  <inkml:trace contextRef="#ctx0" brushRef="#br0" timeOffset="51028.58">23191 3376 2792 0,'5'-5'0'0,"0"1"0"0,-1 3 0 16,-1-1 0-16,-1 2 0 0,0 0 0 0,-2 0 0 0,0 7 0 0,0 4 0 0,0 3 0 0,0 4 262 0,0 3-100 0,0-1-66 0,0 7 231 0,0 2-143 15,0-2-76-15,0 2-108 0,0-4 0 0,0 10 0 0,0-8 0 16,0 3 0-16,1-3 0 0,1 0 0 16,0-5 0-16,2 0 0 0,-3-1 0 0,3-3 0 15,-2 0 0-15,0-2 0 0,0-1 0 0,-1-3 0 0,1-3 0 16,-2 0 0-16,0-3 0 15,0 0 0-15,0-2 0 0,0-4-223 0,0 1 82 0,0-1 58 16,0 0-184-16,0 0 113 0,0 0 46 0,0 0 38 0,0-1-561 16,0-3 294-1,0-3 148-15</inkml:trace>
  <inkml:trace contextRef="#ctx0" brushRef="#br0" timeOffset="51225.4">23654 3837 3931 0,'0'0'0'0,"0"0"0"0,0 0 0 0,0 0 0 0,0 0 0 0,0 0 0 0,0 0 0 0,2 0 0 0,-2 0 0 0,0 0 0 0,0 0 0 0,0 0 0 0,0 0 0 16,0 0 0-16,0 0 0 15,2 0 0-15,-2 0 0 0,2 0 0 0,0 0-278 0,-2-2-128 16,2-1 224-16,-2 2 111 0,0 0 55 0,0 1-1194 0</inkml:trace>
  <inkml:trace contextRef="#ctx0" brushRef="#br0" timeOffset="60478.23">6149 6479 188 0,'0'0'0'0,"0"0"0"0,0 0 0 0,0 0 0 0,0-2 0 0,0-2-1 0,1 2 1 0,3-1 0 0,-1-3 0 0,1 3 0 16,1-2 18-16,-5 1 17 0,4-1-20 0,0 3 24 0,1-2-22 0,-4 0 0 15,1 3 5-15,0-1-5 16,1-2 18-16,-1 2-16 0,0 0 11 16,0 1-11-16,1-1 7 0,-3-2-6 0,2 2 2 0,0-2 37 15,1 2-37-15,-2-1 18 0,2 0-10 16,-1 0-7-16,-1-1 2 0,1 3-2 0,0-1 49 16,0 0-46-16,-2 0 39 0,0 1-37 0,0 1 2 0,0 0-1 15,0 0 6-15,0 0-48 0,0 0 51 16,1 0-8-16,-1 0-20 0,0 0 19 0,0 0-1 15,0 0 0-15,0 0 58 0,0 0-8 0,0 0-48 0,0 0 48 16,0 0-46-16,0 0 0 0,0 0 9 16,0 0-4-16,0 0 65 0,0 0-56 0,0 0-23 15,0 0 17-15,0 0 17 0,0 0-6 16,0 0-7-16,0 0 0 0,0 0 0 0,0 0 0 16,0 0 53-16,0 0-13 15,0 0-39-15,0 0 45 0,0 0-43 0,0 0 1 0,0 0 10 16,0 0 36-16,0 0-43 0,0 0 8 0,0 0-57 15,0 0 55-15,0 0 11 0,0 0-13 0,0 1-40 16,0 3 0-16,-1-2 37 0,-1 1-57 0,0-1 52 16,-1 2-4-16,1-2 3 0,-1 1-11 0,2-1-20 15,-4 2 32-15,3-2-8 0,2 2-3 16,-5-1 2-16,1 1-5 0,3-2-20 16,-5 2 32-16,5 0-9 0,-4-3 1 0,1 3-42 15,0 0-2-15,4-1 41 0,-5 0-56 16,1 0 52-16,3 0-2 0,-3 0 0 0,1-1-4 0,-1 2-62 15,2-1 65-15,-5 1-4 0,7-2-31 0,-5 2 28 16,1-1-8-16,1 2 7 0,0-3-42 0,1 1 39 16,-2 0-5-16,-1-1-11 0,1 3 11 0,1-3 2 15,-1 1 1-15,1 1 5 16,-2-1-8-16,0 1 1 0,-1 2-21 0,2-3 20 16,-1 3 3-16,0 0-42 0,0-1 38 0,-2 1 0 0,3-1-1 15,-2 1 1-15,1 1-17 0,2-2 16 0,-2 0-2 16,-2 1-6-16,1-1 5 15,1 1 1-15,-1 3-4 0,0-5 7 0,-1 2-6 0,-1 1 2 16,2 1-3-16,-1-1 44 0,0-1-38 0,-1 2-5 0,0-3-4 16,4 3 0-16,-1-2 0 15,-2-1 0-15,2 1 0 0,0-2 0 16,0 1 0-16,1 0 0 0,-2-1 0 16,3 2 0-16,-1-1 0 0,-2 1 0 0,0 0 0 0,1 0 0 15,-1-1 0-15,1 2 0 0,-3 1 0 0,2 0 0 16,-1-3 0-16,1 3 0 0,0-1 0 15,-2 1 0-15,0-1 0 0,0 1 0 0,2-2 0 0,1 0 0 0,-5 0 0 16,3-2 0-16,2 2 0 0,-3 0 0 0,2-1 0 16,-1-1 0-16,2 2 0 15,-1-1 0-15,0 1 0 0,0-1 0 0,-1 1 0 0,2 1 0 16,-1 0 0-16,0-1 0 0,0 2 0 16,-1 0 0-16,2 1 0 0,-2-1 0 0,0 2 0 15,-1-1 0-15,1 0 0 0,1 3 0 0,-3-4 0 16,1 3 0-16,3 0 0 0,-1-4 0 0,-1 4 0 15,0-2 0-15,1 1 0 0,0-1 0 0,-2 2 0 16,3-5 0-16,0 4 0 0,-1-1 0 0,-1-1 0 16,0-1 0-16,2 3 0 15,-3-3 0-15,0 2 0 0,3-1 0 0,-1 0 0 16,-2 0 0-16,2-2 0 0,-1 3 0 16,0-3 0-16,0 2 0 0,-1-1 0 0,2-1 0 0,-1 1 0 15,2 1 0-15,-2 0 0 0,1-1 0 0,-1-2 0 16,0 3 0-16,2 0 0 0,-3-1 0 15,2 1 0-15,-1 1 0 0,-3 1 0 0,3-3 0 16,-1 3 0-16,1-4 0 0,-1 4 0 16,-1 0 0-16,3-1 0 0,-1-1 0 0,2-1 0 15,-3 1 0-15,0 0 0 0,2-3 0 0,1 3 0 16,-3-4 0-16,1 5 0 0,1-2 0 0,-2-1 0 16,4 1 0-16,-4-1 0 0,2 1 0 0,-2 3 0 15,2-5 0-15,-1 2 0 0,0 1 0 0,-1 0 0 16,2 0 0-16,-1-1 0 0,2 1 0 15,-2-1 0-15,-1 1 0 0,3 1 0 16,-2-2 0-16,0 1 0 0,-1 2 0 0,0-3 0 16,1 2 0-16,0-2 0 0,-1 1 0 0,0 2 0 0,1-1 0 15,-2 0 0-15,2 1 0 0,-2-1 0 0,2-1 0 16,0 1 0-16,1-2 0 0,-4 3 0 16,5-3 0-16,0 1 0 0,0-1 0 0,-3 3 0 15,3-2 0-15,0-1 0 16,0 0 0-16,-2 1 0 0,-2 1 0 0,3-1 0 0,-2 1 0 15,3 0 0-15,-6 1 0 0,4-1 0 0,-3 1 0 16,3 0 0-16,-1 0 0 0,-1 0 0 0,1 0 0 16,1-1 0-16,-3 0 0 0,2 2 0 15,0 1 0-15,-1-2 0 16,-2 0 0-16,2 0 0 0,-1-2 0 0,-1 1 0 0,0 1 0 0,3 2 0 16,-5-5 0-16,3 5 0 0,-2-3 0 0,-1 1 0 15,3-2 0-15,-3 4 0 0,2-4 0 16,0 1 0-16,-1 3 0 0,4-3 0 0,-2 0 0 15,-2 0 0-15,4 2 0 0,-2-1 0 0,2 1 0 0,1-1 0 16,-3 1 0-16,0-1 0 0,3-1 0 16,1 1 0-16,-1 3 0 15,-4-3 0-15,1 2 0 0,3-1 0 0,-2 2 0 16,0-1 0-16,2 1 0 0,-3-2 0 0,0 2 0 16,2-1 0-16,-1-1 0 0,2-2 0 0,-1 1 0 15,0 0 0-15,-1 0 0 0,2 0 0 0,0-1 0 0,-3 0 0 16,3 3 0-16,0-2 0 0,-4 1 0 0,2-3 0 15,2 2 0-15,-2 0 0 0,2-1 0 16,0 0 0-16,0 0 0 16,-1 1 0-16,0-3 0 0,1 3 0 0,0-1 0 0,-1-2 0 15,0 3 0-15,-1 0 0 0,1-1 0 0,-5 0 0 0,4 2 0 16,1 1 0-16,-5-3 0 16,3 3 0-16,0-3 0 0,-2 0 0 0,1 3 0 15,2-1 0-15,-2-2 0 0,1 3 0 0,-1-3 0 0,2 2 0 16,-3 0 0-16,3 1 0 0,-3-1 0 15,1 1 0-15,-3-1 0 0,5 0 0 0,-3 0 0 16,1 0 0-16,-1 2 0 0,2-1 0 16,-3 0 0-16,4 1 0 0,-4-3 0 0,3 3 0 0,0-1 0 15,0 1 0-15,0-2 0 0,0 3 0 16,0-3 0-16,0 0 0 0,2 2 0 0,-2-1 0 16,0-3 0-16,1 2 0 0,1-1 0 0,-3 0 0 15,1 3 0-15,1-5 0 0,2 1 0 16,-2 1 0-16,2-1 0 0,-3 3 0 0,3-5 0 15,-4 3 0-15,2-1 0 0,2 0 0 0,-1-1 0 16,0 1 0-16,-2 0 0 0,3 1 0 0,-1-2 0 16,0-1 0-16,1 3 0 0,-3-1 0 15,2-1 0-15,1 1 0 0,0 0 0 0,-4 1 0 0,2 1 0 16,1-2 0-16,-2 3 0 0,-2-1 0 16,6 0 0-16,-3 0 0 0,-2-1 0 15,4 1 0-15,-3-2 0 0,3-1 0 0,1 1 0 16,1-2 0-16,-2 1 0 0,0 2 0 0,-2-3 0 15,3 1 0-15,0-1 0 0,-3 3 0 0,4-6 0 16,-1 6 0-16,-1 0 0 0,-1-2 0 0,3-1 0 16,-5 3 0-16,2-3 0 15,1 2 0-15,0 1 0 0,-3-1 0 0,2 0 0 16,1 1 0-16,2 0 0 0,-5 1 0 0,2-3 0 16,1 4 0-16,0-3 0 0,-2 3 0 0,0 2 0 0,1-4 0 15,1 1 0-15,-1 1 0 0,-2-2 0 0,1 0 0 16,3 0 0-16,-4 1 0 0,5-3 0 15,-5 1 0-15,5-2 0 0,-3 1 0 0,3 0 0 0,-2-1 0 16,2 1 0-16,-2-3 0 0,1 3 0 0,-1 2 0 16,2-3 0-16,-2 2 0 0,-3 0 0 0,4 1 0 15,-1 0 0-15,0-3 0 16,0 4 0-16,1-5 0 0,1 4 0 16,0-3 0-16,-2-2 0 0,4 3 0 0,-4-5 0 0,4 3 0 15,0 0 0-15,1-2 0 0,-1 1 0 16,1-3 0-16,-3 2 0 0,3 0 0 0,0-1 0 0,1-1 0 15,-1 0 0-15,0-1 0 16,1 2 0-16,1-1 0 0,0-1 0 0,-3-1 0 0,3 2 0 16,-2-2 0-16,2 2 0 0,0-2 0 0,0 0 0 15,0 0 0-15,0 0 0 16,0 0 0-16,0 0 0 0,0 0 0 16,0 0 0-16,0 0 0 0,0 0 0 0,0 0 0 15,0 0 0-15,0 0 0 0,0 0 0 0,0 0 0 0,0 0 0 16,2 0-386-16,13-2 5 0,8-1 169 0,12-2 57 15</inkml:trace>
  <inkml:trace contextRef="#ctx0" brushRef="#br0" timeOffset="66008.6">3815 9611 182 0,'-8'-7'0'0,"-3"-1"-1"0,4 1 1 0,-2-1 0 0,0 1 0 0,-3 1-1 0,3 1 1 0,-2 0 0 0,3 2 0 0,-3-1 0 0,-1 1 9 0,1 0 0 16,1 1 1-16,-1 1-37 0,1-1 36 16,1 2-34-16,-2 0 30 0,4 0 0 0,-1 0 0 15,3 0-40-15,-1 0-1 0,0 0 38 16,1 2 0-16,2 1-5 0,-2 0-26 0,1 0 19 15,-1-1 4-15,2-2 0 0,-3 2 2 0,-1-2-7 16,2 2 66-16,-1-2-2 0,0 0-56 0,-2 0 133 16,1 0-63-16,-1 0 7 0,1 0-67 0,-1 0 153 15,1 0-64-15,0 0-36 0,0 0 26 0,0 0-6 16,0 0 1-16,2 0-2 0,0 0 85 16,1 0-55-16,-1-2 1 0,1-2-55 0,-1 1 77 15,3-2-24-15,-2 2-14 0,3 0 63 16,-1 0-51-16,2 0 1 0,-2 1-52 0,2 1 13 0,0-2 66 15,-1 3-40-15,1-3 20 0,0 3 0 0,-2-1-59 16,2 1 14-16,0 0-14 0,0 0 107 0,0 0-53 16,0 0 0-16,0-2 1 0,0 2 14 15,0 0-69-15,0 0-1 0,0 0 62 16,0 0 0-16,0 0-109 0,0 0-7 0,0 0 0 16,0 0 0-16,0 0 0 0,0 0 0 0,0 0 0 0,0 0 0 15,0 0 0-15,0 0 0 0,0 0 0 16,0 0 0-16,0 0 0 0,0 0 0 0,2 0 0 15,1 0 0-15,2 0 0 0,2 0 0 0,1 2 0 16,-1-1 0-16,0 5 0 0,3-5 0 0,-3 3 0 0,0 0 0 16,2-1 0-16,2 0 0 15,-1 3 0-15,1-2 0 0,0-2 0 0,-3 0 0 16,3 2 0-16,0-2 0 0,-1 1 0 16,3-1 0-16,-1 2 0 0,0-2 0 0,-2 0 0 15,1 0 0-15,-1-1 0 0,-1 3 0 0,4-2 0 0,-3 0 0 16,-1 0 0-16,2-1 0 0,-3 2 0 0,1-2 0 15,2 1 0-15,-4 2 0 16,1-2 0-16,1 0 0 0,2 0 0 0,-1-1 0 0,2 2 0 16,-1-3 0-16,-2 1 0 0,6-1 0 15,-5 0 0-15,0 0 0 16,1 0 0-16,3 0 0 0,-6 0 0 0,2 0 0 0,-1 0 0 16,1 0 0-16,-3 0 0 0,2 0 0 0,0 0 0 15,1 0 0-15,1 0 0 0,-2 0 0 0,1 0 0 16,1 0 0-16,1 0 0 0,-1 0 0 0,3 0 0 15,1 0 0-15,-2-1 0 0,-1-2 0 0,2 2 0 0,0-1 0 16,1 0 0-16,-5 0 0 0,4 2 0 16,-5 0 0-16,3-1 0 15,1 1 0-15,-3 0 0 0,4 0 0 0,-3 0 0 16,3 0 0-16,-1 0 0 0,-1 0 0 0,1 0 0 0,0 0 0 16,1 0 0-16,-1 0 0 0,-1 0 0 0,2 0 0 15,-3 0 0-15,2 0 0 0,0 0 0 0,-5 0 0 16,3 0 0-16,3 0 0 0,-3 0 0 0,0 0 0 15,-1 0 0-15,2 1 0 16,-2-1 0-16,0 2 0 0,2-2 0 0,-1 2 0 0,-1-2 0 0,4 0 0 16,-5 0 0-16,5 2 0 15,-1-2 0-15,-5 0 0 0,6 0 0 0,-5 0 0 16,2 0 0-16,1 0 0 16,-1 1 0-16,1-1 0 0,-4 3 0 0,4-3 0 0,-2 1 0 0,2-1 0 15,-1 2 0-15,1-2 0 0,1 0 0 16,0 0 0-16,2 0 0 0,-3 0 0 15,2 0 0-15,3 0 0 0,-1 0 0 0,-2 0 0 0,2 0 0 16,0 0 0-16,-2 0 0 0,0 0 0 16,2 0 0-16,-2 0 0 0,-1 0 0 0,1 0 0 15,0 0 0-15,0 0 0 0,1-2 0 0,-4 1 0 16,4-2 0-16,-2 2 0 0,2-1 0 0,-2 2 0 16,4-2 0-16,-6 0 0 0,3 1 0 0,1 1 0 15,-2-3 0-15,0 1 0 0,3 2 0 0,-3-1 0 16,2 1 0-16,0-3 0 0,-3 3 0 0,4-1 0 15,-4-1 0-15,4 0 0 0,-2 2 0 0,2-2 0 16,-1 0 0-16,2 0 0 16,-3 1 0-16,4-1 0 0,0 0 0 0,-1 2 0 15,4-2 0-15,-6 0 0 0,4 0 0 0,-3 0 0 16,2 2 0-16,-2-2 0 0,2 2 0 0,-4 0 0 16,3 0 0-16,-1 0 0 0,-2 0 0 0,3-1 0 15,0 1 0-15,1 0 0 0,-1 0 0 0,-1 0 0 16,3 0 0-16,1-2 0 0,-3-1 0 15,2 3 0-15,0-1 0 0,1-1 0 0,1 0 0 0,-2 0 0 16,1-1 0-16,-1 0 0 16,1 0 0-16,-4 1 0 0,2 0 0 0,-1 1 0 15,-1-2 0-15,0 2 0 0,2-1 0 0,-2 0 0 16,3 1 0-16,0 1 0 0,0-3 0 0,2 0 0 16,-3 2 0-16,3-1 0 0,2 1 0 0,-3-2 0 15,-3 1 0-15,4 2 0 0,-3-3 0 0,1 1 0 16,1 0 0-16,-2 1 0 0,-1-1 0 0,-3 2 0 15,4-3 0-15,0 2 0 0,-1 1 0 16,0 0 0-16,-2-2 0 0,3 2 0 0,-2 0 0 0,-1 0 0 16,0 0 0-16,2 0 0 15,-2 0 0-15,0 0 0 0,0 0 0 0,1 0 0 16,-2 0 0-16,2 0 0 0,-2 0 0 0,2 0 0 16,-2 0 0-16,1 0 0 0,0 0 0 0,0 0 0 15,0 0 0-15,-3 0 0 0,-1 0 0 0,4 0 0 16,-2 0 0-16,-2 0 0 0,2 2 0 0,-1-2 0 15,-3 1 0-15,0-1 0 0,4 3 0 16,-5-3 0-16,1 2 0 0,-1-2 0 16,-2 1 0-16,1-1 0 0,-1 0 0 0,-5 0 0 15,3 2 0-15,-2-2 0 0,2 0 0 0,-3 0 0 16,0 0 0-16,-1 0 0 0,0 0 0 0,0 0 0 16,0 0 0-16,0 0 0 0,0 0 0 0,0 0 0 15,0 0 0-15,0 0 0 0,0 0 0 0,0 0 0 16,0 0 0-16,0 0 0 0,0 0 0 0,0 0 0 15,0 0 0-15,0 0 0 0,0 0 0 0,0 0 0 16,0 0 0-16,-10 2 0 16,0 1 0-16,-2-3 0 0,-3 0 0 0,0 2 0 15,-3 1 0-15,0-2 0 0,-2-1 0 0,1 2 0 16,-2-1 0-16,-1 2 0 0,2-3 0 0,-2 3 0 16,2-2 0-16,-1-1 0 0,2 2 0 0,-1 0 0 15,2-2 0-15,3 1 0 0,-3 2 0 0,1-2 0 16,2 1 0-16,-2 0 0 0,2-2 0 0,2 1 0 15,-2 1 0-15,0-2 0 16,2 0 0-16,-2 0 0 0,0 0 0 0,0 0 0 0,-3 0 0 0,4 0 0 16,-2 0 0-16,0 0 0 15,0 0 0-15,0-2 0 0,2 1 0 0,-3 1 0 16,-1-2 0-16,3 0 0 0,-2 1 0 0,2 1 0 16,-3 0 0-16,2 0 0 0,-1 0 0 0,0 0 0 15,2 0 0-15,0 0 0 0,0 0 0 0,0 0 0 16,0 0 0-16,0 0 0 0,0 0 0 0,3-3 0 15,-4 3 0-15,1 0 0 0,0 0 0 0,0 0 0 16,-2 0 0-16,2 0 0 16,-3 0 0-16,0 0 0 0,4 0 0 0,-6 0 0 15,5 3 0-15,-3-2 0 0,-1 3 0 0,0-1 0 16,2 1 0-16,0-2 0 0,-1 2 0 0,1-1 0 16,0 2 0-16,-1-4 0 0,0 3 0 0,0-2 0 15,-1 2 0-15,1-4 0 0,-2 2 0 0,0 0 0 16,-2-1 0-16,2 1 0 0,-2 0 0 0,-1 0 0 15,0 0 0-15,3 1 0 0,-3 0 0 0,3-3 0 16,1 1 0-16,0 1 0 16,0-2 0-16,2 3 0 0,1-3 0 0,1 1 0 15,0-1 0-15,0 2 0 0,0-2 0 0,1 0 0 16,1 0 0-16,0 0 0 0,1 0 0 0,-1 0 0 16,-2 0 0-16,2 0 0 0,2 0 0 0,-4 0 0 15,2 0 0-15,3 0 0 0,-6 0 0 0,2 0 0 16,-2 0 0-16,1 0 0 0,0 0 0 0,-2 0 0 15,-3 0 0-15,5 0 0 0,-5 0 0 16,3 0 0-16,-1 0 0 0,0 0 0 16,2 0 0-16,-2 0 0 0,5 0 0 0,-4 0 0 15,5 0 0-15,0 0 0 0,-2 0 0 0,-1 2 0 16,3-2 0-16,1 0 0 0,-1 0 0 0,-1 0 0 16,1 0 0-16,0 0 0 0,-1 0 0 0,2 0 0 15,-3 0 0-15,4 0 0 0,-3 0 0 0,-1 0 0 16,0 2 0-16,2-2 0 0,-1 1 0 0,1-1 0 15,0 3 0-15,-3-3 0 0,3 1 0 0,0 1 0 16,-1 0 0-16,7 0 0 0,-7 0 0 0,2 0 0 16,3-1 0-16,-3 1 0 15,0 0 0-15,3 1 0 0,-5-3 0 0,3 0 0 16,-2 0 0-16,1 0 0 0,-1 0 0 0,-1 0 0 16,1 0 0-16,-2 0 0 0,0 0 0 0,7 0 0 15,-5 0 0-15,-6 0 0 0,0-3 0 0,2 3 0 16,2-2 0-16,4 2 0 0,-2 0 0 0,-5-2 0 15,5 2 0-15,-4 0 0 0,3 0 0 0,3 0 0 16,-2 0 0-16,-1 0 0 16,1 0 0-16,-1 0 0 0,1 0 0 0,1 0 0 15,2 0 0-15,-4 0 0 0,3 0 0 0,-4 0 0 16,3 0 0-16,-1 0 0 0,2 0 0 16,-3 0 0-16,-1 0 0 0,0 0 0 0,2 0 0 0,-3 0 0 15,1 0 0-15,0 0 0 0,2 0 0 0,-3 0 0 16,0 0 0-16,3 0 0 15,-1 0 0-15,-1-1 0 0,-2 1 0 0,3-2 0 16,0 2 0-16,1-2 0 0,-2 2 0 0,1-2 0 16,-2 2 0-16,2-2 0 0,-1 2 0 0,0 0 0 0,2 0 0 15,-3 0 0-15,3 0 0 0,0 0 0 16,3 0 0-16,0 0 0 0,1 0 0 0,-7-2 0 16,1 1 0-16,4-2 0 0,-1 3 0 15,4-1 0-15,-1-1 0 0,-2 0 0 0,-2 2 0 16,2 0 0-16,-1 0 0 0,2 0 0 0,1 0 0 15,-4 0 0-15,4 0 0 0,-2 0 0 0,3 0 0 16,-1 0 0-16,3 0 0 0,-2 0 0 0,2 0 0 0,-5 0 0 16,5 0 0-16,-1 0 0 15,-1 0 0-15,2 2 0 0,-3-2 0 0,1 2 0 16,-1-2 0-16,2 0 0 0,0 1 0 16,-2-1 0-16,1 3 0 0,2-3 0 0,0 0 0 15,-2 0 0-15,1 0 0 0,-1 0 0 0,0 0 0 0,0 0 0 16,0 0 0-16,0 0 0 0,-2 0 0 0,4 0 0 15,-4 0 0-15,0 0 0 16,2 0 0-16,0 0 0 0,-2 0 0 16,0 0 0-16,3 0 0 0,-3 0 0 0,-2 0 0 15,4 0 0-15,-2-3 0 0,-2 2 0 0,3 1 0 16,1-2 0-16,-3 0 0 0,0 0 0 0,3 2 0 16,-1-1 0-16,-2 1 0 0,0-3 0 0,0 3 0 15,0 0 0-15,2 0 0 0,-2 0 0 16,1 0 0-16,0 0 0 0,0 0 0 0,-1 0 0 15,2 0 0-15,-2 0 0 0,1 0 0 0,2 0 0 0,-2 0 0 0,2 0 0 16,-1 0 0-16,-2 0 0 16,0 0 0-16,3 0 0 0,0 0 0 0,-2 0 0 15,0 0 0-15,1 0 0 0,-2 0 0 16,0 0 0-16,1 0 0 0,3 0 0 0,-4 3 0 16,0-2 0-16,0 1 0 0,0 0 0 0,2-2 0 15,-1 0 0-15,-1 2 0 0,0-1 0 0,2-1 0 16,-2 0 0-16,-2 3 0 0,4-3 0 15,-2 0 0-15,0 1 0 0,2-1 0 0,-3 2 0 16,2-2 0-16,-1 2 0 0,1-2 0 16,2 2 0-16,-2-2 0 0,-1 2 0 0,1 0 0 15,0-2 0-15,0 1 0 0,0 1 0 0,-3 0 0 16,1 1 0-16,1-3 0 0,-1 3 0 0,-1-1 0 0,0-2 0 16,-1 2 0-16,3-1 0 0,-3 2 0 0,3-1 0 15,-2 0 0-15,-3-1 0 0,2-1 0 0,0 2 0 16,-1 0 0-16,-1 0 0 0,3 0 0 0,-1-2 0 15,0 2 0-15,-1 0 0 16,3-2 0-16,-4 0 0 0,4 1 0 0,-3-1 0 16,2 2 0-16,1 0 0 0,-1-2 0 15,0 2 0-15,-3-2 0 0,5 2 0 0,-3 0 0 16,1-2 0-16,2 1 0 0,-5-1 0 0,5 2 0 0,-3-2 0 16,1 0 0-16,-1 0 0 0,1 0 0 0,-1 0 0 15,0 0 0-15,1 0 0 0,-3 0 0 0,2 1 0 16,4-1 0-16,-6 3 0 15,2-3 0-15,2 3 0 0,-3-2 0 0,4 1 0 0,-1-1 0 16,-3-1 0-16,4 3 0 0,0-3 0 0,-2 1 0 16,-2-1 0-16,5 2 0 0,1-2 0 15,-5 0 0-15,4 0 0 0,-1 0 0 0,-1 0 0 16,0 2 0-16,3-2 0 0,-3 0 0 0,1 2 0 16,1-2 0-16,-4 2 0 0,5-2 0 0,-4 1 0 15,0 2 0-15,4-3 0 0,-2 2 0 0,0-1 0 16,2-1 0-16,1 2 0 0,-3-2 0 0,2 0 0 15,-2 3 0-15,3-3 0 0,0 0 0 0,-3 0 0 16,2 0 0-16,1 0 0 16,0 0 0-16,-1 0 0 0,-2 0 0 0,3 0 0 15,1 0 0-15,-2 0 0 0,1 0 0 0,2 0 0 16,0 1 0-16,0-1 0 0,0 0 0 0,2 0 0 16,-2 0 0-16,3 0 0 0,0 0 0 0,1 0 0 15,-1 0 0-15,0 0 0 0,0 0 0 0,-1 0 0 16,1 0 0-16,1 0 0 0,-1 0 0 0,-2 0 0 15,2 0 0-15,0 0 0 16,-1 0 0-16,1 0 0 0,0 0 0 0,-1 0 0 16,1 0 0-16,1 0 0 0,-1 0 0 0,2 0 0 15,-2 0 0-15,0 0 0 0,1 0 0 0,-1 0 0 16,2 0 0-16,-4 0 0 0,4 0 0 0,-2 0 0 16,0 0 0-16,2 0 0 0,0 0 0 0,0 0 0 15,0 0 0-15,0 0 0 0,0 0 0 0,0 0 0 16,0 0 0-16,0 0 0 0,0 0 0 0,0 0 0 15,0 0 0-15,0 0 0 16,0 0 0-16,0 0 0 0,0 0 0 0,0 0 0 16,0 0 0-16,0 0 0 0,0 0 0 0,0 0 0 15,0 0 0-15,4 0 0 0,7-1 0 0,-3-2 0 16,3 3 0-16,1-2 0 0,4 1 0 0,-3-1 0 16,2-1 0-16,0 2 0 0,0 1 0 0,0-2 0 15,0 0 0-15,0 2 0 0,2-2 0 0,-3 2 0 16,3-2 0-16,-2 1 0 0,2-2 0 15,1 2 0-15,-3-1 0 0,3-2 0 0,2 0 0 16,-5-1 0-16,4-1 0 0,1 3 0 16,-2-3 0-16,2 0 0 0,-5 1 0 0,3 1 0 15,-4 0 0-15,2 1 0 0,-4-2 0 0,0 3 0 16,1 1 0-16,-1-1 0 0,1 0 0 0,-1 0 0 16,0 2 0-16,-1 0 0 0,2 0 0 0,4 0 0 15,-4 0 0-15,4 0 0 0,-4 0 0 0,4 0 0 16,0 0 0-16,1 0 0 0,-1 0 0 0,-1-2 0 15,4 2 0-15,-5 0 0 16,3 0 0-16,1 0 0 0,-3 0 0 0,1 0 0 16,0 4 0-16,0 0 0 0,2-3 0 0,-2 3 0 15,2 0 0-15,-1-2 0 0,-1 2 0 0,1-3 0 16,-6 2 0-16,1 1 0 0,-3-4 0 0,0 1 0 16,-4-1 0-16,1 2 0 0,-4-2 0 0,-1 0 0 15,0 0 0-15,-1 0 0 0,-1 0 0 0,0 0 0 16,0 0 0-16,0 0 0 0,0 0 0 0,0 0 0 15,0 0 0-15,0 0 0 16,0 0 0-16,-1-2 0 0,-4-1 0 0,-1-5 0 16,-3 3 0-16,-3-2 0 0,2 0 0 0,-5 2 0 15,0-1 0-15,-5 1 0 0,-1 0 0 0,-8 0 0 16,2 1 0-16,-6 2 0 0,0-2 0 0,-10 3 0 16,6-1 0-16,-11 0 0 0,6 2 0 0,-4-2 0 15,9 2 0-15,2 0 0 0,8 0 0 0,-8-2 0 16,2 0 0-16,4 0 0 0,10 2 0 0,0 0 0 15,1 0 0-15,3 0 0 16,2 0 0-16,4 0 0 0,-1 0 0 0,5 0 0 16,0 0 0-16,4 0 0 0,-1 0 0 0,0 0 0 15,2 0 0-15,0 0 0 0,0 0 0 0,0 0 0 16,0 0 0-16,0 0 0 0,0 0 0 0,0 0 0 16,0 0 0-16,0 0 0 0,0 0 0 0,0 0 0 15,0 0 0-15,0 0 0 0,0 0 0 0,0 0 0 16,0 0 0-16,0 0 0 0,0 0 0 0,-1 0 0 15,-8 8 0-15,-4 7 0 0,1 3-151 0,2 5-371 16,-1 7 234-16,1 13 117 16</inkml:trace>
  <inkml:trace contextRef="#ctx0" brushRef="#br0" timeOffset="80792.39">7189 8159 3246 0,'-3'-3'0'0,"3"1"0"0,0 2 0 0,3-2 0 0,4 0 0 0,6 0 0 0,4 0 0 0,2 1 0 0,3-1 0 0,5 1 0 0,-1-2 169 0,4 0-67 0,0 2 190 16,0 1-170-16,1-2-122 0,-1 2 0 0,-5 0 0 15,-2 0 0-15,1 0 0 0,-1 0 0 0,-2 0 0 16,-3 0-100-16,-5 0 61 0,-1 0 38 16,-3-1-578-16,-3 1 300 0,-4-3 48 0,1 1-222 0,-3 1 208 15,0-3 104-15,0-3-473 0,0-1 279 16</inkml:trace>
  <inkml:trace contextRef="#ctx0" brushRef="#br0" timeOffset="81126.28">7397 7824 3083 0,'-8'11'0'0,"4"0"0"0,-1 2 0 0,5 0 0 0,-3 1 0 0,3 6 0 16,0 3 0-16,0 2 0 0,3 2 0 0,5 5 0 0,1 2 301 0,0 5-123 0,5 7-76 0,-5-7 77 16,2 4-91-16,-5-1-88 0,3 1 0 0,-4-7 0 15,-1 1 0-15,2-2 0 0,-5 0 0 16,-1-5 0-16,0 1 0 0,0-8 0 0,0 1-65 0,-9-3 45 15,-1-2 28-15,-2-2-40 0,-3-6-10 0,0 0-17 16,-2-3 28-16,1-6 111 0,-3-2-51 16,-1 0-1-16,2 0 76 0,0-2-104 0,1-8 0 15,4-1 0-15,-1-1 0 0,5 3 0 0,5 0 0 16,1-2 0-16,0 1 0 0,3-3 0 0,0 4 0 16,6-2 0-16,7-1 0 0,5-4 0 0,3 6 0 15,-1-3 0-15,1-2 0 16,4 2 0-16,-3 2 0 0,5-7 0 0,-3 5 0 15,2-2-11-15,4-1-395 0,-5-1 152 0,3-3 100 16,1 2 63-16,-1-5-675 0,-2-2 365 0,-4-1 182 0</inkml:trace>
  <inkml:trace contextRef="#ctx0" brushRef="#br0" timeOffset="81426.78">7687 7880 2409 0,'-10'-4'0'0,"4"2"0"0,1 2 0 16,-1 0 0-16,4 0 0 0,-1 0 0 0,3 0 0 0,0 0 0 0,0 10 0 0,0 1 0 0,0 0 167 0,0 4 50 0,1 2-95 0,5 2-42 0,-3-1-1 0,-1 3-136 16,0 0 47-16,0-2 33 0,-2-1-10 0,0-1-89 15,0 0 56-15,0-2 29 0,0-1-173 0,-2-7 110 16,0-2 40-16,1-1 26 0,1-4-212 16,0 0 97-16,0 0-3 0,0-11 44 0,0-7 8 0,9-1 21 15,1-2-18-15,2-1 80 0,1 1-31 0,2 6-8 16,-2-5-4-16,5 6 129 15,-4 0-58-15,2 6-36 0,-3 0-4 0,-1 4 129 16,2 1-72-16,-5 0 146 0,1 3-87 0,1 0-55 16,-4 4-8-16,2 7-64 0,-2 2-8 0,-2 2 39 15,2 5-1-15,-5-4-551 0,3 5 263 0,-1-2 126 16,-2 1 67-16,-1-1-755 0,-1-2 389 0</inkml:trace>
  <inkml:trace contextRef="#ctx0" brushRef="#br0" timeOffset="81816.84">7728 8267 2594 0,'-10'9'0'0,"2"-1"0"0,5-3 0 0,1 1 0 0,2-1 0 0,0-1 0 0,9 1 0 0,8 0 0 0,8-1 0 0,1 2 0 0,1-3 236 0,1 2-99 16,-6 3-42-16,6-1 58 0,-11 3-58 0,3 1-30 0,-4 1 1 0,-5 1-58 16,-4 1 9-16,-2 1 19 0,-5 2 1 15,0 1-88-15,0-3 43 0,-10 3 1 0,-5-4-108 0,0 1 71 16,-4-5 40-16,0 0-6 15,-2-2-134-15,1-5 37 0,-1-3 54 0,0 0-321 0,1 0 170 16,1-3 75-16,5-11 46 0,-2 0-123 0,5-2 76 16,1 1 52-16,5 3-1 0,-1 2 181 0,5 1-69 15,1 3-35-15,0 2 450 16,0 3-237 15,0-2-124-31,1 3 486 31,10 0-277-31,5 0-102 32,0 8-70-32,9 3 28 0,-1 3-152 0,1 0 0 0,1 3 0 0,-2 0 0 15,0 4 0 1,1-3 0-16,0 1 0 0,-2 0 0 16,-2-2 0-16,3 0 0 0,-4-4 0 0,8 0-122 0,-8-2-222 0,3-5 155 0,0-2-902 0,2-4 528 0</inkml:trace>
  <inkml:trace contextRef="#ctx0" brushRef="#br0" timeOffset="81956.2">8343 7854 3909 0,'-8'0'0'15,"8"0"0"-15,0 0 0 0,-2 0 0 0,-3 2 0 0,3 1 0 0,2 5 0 0,-1 1 0 0,1 1 0 0,0 3 0 16,0 3 22-16,0 1-22 0,0 1 0 0,0 0 0 0,0 0 0 0,1 0-59 0,1-3-250 0,0-7 174 0,1 4 85 0,0-6-380 16,-1-2 229-16,0-4 119 0,1 0-79 15,-3-2-756-15,0-13 439 0</inkml:trace>
  <inkml:trace contextRef="#ctx0" brushRef="#br0" timeOffset="82176.87">8291 7696 2399 0,'-6'-21'0'0,"4"-1"0"0,-1 7 0 16,3-1 0-16,0 5 0 0,0 4 0 0,3 1 0 0,9 3 0 0,6 1 0 0,2 0 0 0,5 2 249 0,2 0-106 0,1 0 182 0,-2 0-144 0,-1 0-63 16,5 2-45-16,-7 3 140 0,-1 1-88 0,-1 1-44 15,-2 3-57-15,-3-1-24 0,-2 2 0 16,-3 5 0-16,-2-1 0 0,-2 1 0 15,0 5 0-15,-4-1 0 0,-1 4 0 0,0 0 0 16,-2 0 0-16,0 0 0 0,0 1 0 0,0-3 0 16,0 7 0-16,0-9 0 0,0 2 0 0,0-1-23 15,0-2-43-15,0-1-764 0,0-6 401 0,0-1 197 16,0-2 97-16,0 0-617 0,-6-4 358 0</inkml:trace>
  <inkml:trace contextRef="#ctx0" brushRef="#br0" timeOffset="82356.1">8323 7835 3310 0,'-13'0'0'0,"4"0"0"0,-1 0 0 0,6 0 0 0,0 0 0 0,4 0 0 0,0 1 0 0,0 2 0 0,12 0 0 0,6 4 0 0,5-4 268 0,1 1-116 0,1-3-48 0,6 3-39 16,-2-2-33-16,-3 0-32 0,-5 0 0 0,3 0-466 15,-7 0 208-15,1 1 142 0,-8-1 76 16,1-1-768-16,-2 4 409 0,-8-2 77 0,1 1-161 15,-2 2 228-15</inkml:trace>
  <inkml:trace contextRef="#ctx0" brushRef="#br0" timeOffset="83043.35">8441 7947 2355 0,'-19'6'0'0,"1"1"0"0,0 1 0 0,6-4 0 0,3-1 0 0,0 1 0 0,4-2 0 0,3 0 0 0,2 0 0 0,0 2 0 0,2 0 234 15,10-1-99-15,4 2-50 0,5-2-14 0,6-1 212 16,-6-1-123-16,0-1-62 0,2 0-30 0,1 0-104 0,-7 0 45 15,1 0-9-15,-4 0-448 0,-3 0 242 16,-1 0 121-16,-3 0-575 0,-2 0 337 0,-4 0 101 16,1 0 101-16,-2-1-170 0,0 1 128 0,-6-2 63 15,-1 2 23-15,-7 0-137 0,1 0 88 0,1 0 45 16,0 0 0-16,-1 0 201 0,5 0-88 0,-5 0-30 16,6 0 396-16,0 0-217 0,0 3-109 15,3 1 402-15,3 0-194 0,1 2-133 16,0-1-12-16,0 2 48 0,0 3-73 0,0-2-36 15,0 1 8-15,1 2 37 0,1-1-42 0,0-1 1 0,2 0-42 16,-4 1-77-16,0 0 47 0,0-2-8 16,-4 0-110-16,-3-1 74 0,0-3 37 0,-3-2-74 15,-1 2 43-15,2-4 26 0,1 2-23 0,0-2 16 16,2 0-2-16,1 0 13 16,3 0-33-16,1 0 92 0,1 0-38 0,0 0 0 0,0 0-20 0,0 0 63 15,3 0-18-15,8 0 1 0,-1 0-100 16,1 0 33-16,-2 0 14 0,1 0-74 15,-3 0 42-15,1 2 0 0,-3 3 36 0,0 2 8 16,-3 0-14-16,-2 2 4 0,0-1-22 0,0 3 185 16,0-2-83-16,-9 3-38 0,2-3-2 0,0 0 89 15,-2 3-47-15,-1-2-33 0,4-3 8 0,1 2 277 16,-1 0-146-16,3-2-64 0,2 5 114 0,1-2-178 16,0 1-54-16,0 0 0 0,1 2 0 0,6-1 0 0,2 0 0 15,0 1 0-15,3 1 0 16,-1-3 0-16,0 2 0 0,-3 1 0 0,-1-3 0 0,1 0 0 15,0 1 0-15,-6-3 0 0,1-2 0 0,-1 2 0 16,0-3 0 0,-2 2 0-16,0-4 0 0,0-1 0 0,0 1 0 0,-7-3-32 0,-2-1-2 0,0 0-7 15,-2 0 21-15,-2 0 2 16,0-1 1-16,-3-5-128 0,-2-3 63 0,-3-6 30 16,2 0-2-16,-3-2-26 0,3 0 21 0,0 3-8 15,-1 3 4-15,1 0 1 0,2 2 26 0,2 3 255 16,0 5-127-16,7-1-72 0,-1-1-22 0,3 3 352 15,3 0-175-15,1 0-167 0,0 0-8 0,2 5 0 16,0 0 0-16,0 1 0 16,0 1 0-16,6 1 0 0,4-1 0 0,-1-2-719 15,5 1 335-15,1-2 154 0,4-4 104 0,8 0-704 16,-1 0 396-16</inkml:trace>
  <inkml:trace contextRef="#ctx0" brushRef="#br0" timeOffset="83185.52">8586 8337 3022 0,'13'0'0'0,"-6"5"0"0,3 3 0 0,-3-4 0 0,-1 5 0 15,-3-2 0-15,-1 3 0 0,2-1 0 0,-1 0 0 0,-1 0 0 0,1 3 202 0,1-5-74 0,-2 0 37 0,-1 3-65 0,4-4-32 0,-4-1-527 0,1-1 248 16,0 0 132-16,-1-4-327 0,6 0 221 0,-2 0 111 16,4-1 55-16</inkml:trace>
  <inkml:trace contextRef="#ctx0" brushRef="#br0" timeOffset="83360.53">8887 7786 3691 0,'0'0'0'0,"0"0"0"0,0 4 0 0,0 4 0 0,0-2 0 0,0 4 0 0,-3 3 0 0,-1 0 0 0,-3 4 0 0,2-2 0 0,-3 5 240 0,-2-3-240 0,3 5 0 15,0-2 0-15,-2 1 0 0,2-3 0 0,2 1-210 16,-1-4 72-16,4 0 83 0,2-5 45 0,0-1-869 15,0-3 457-15</inkml:trace>
  <inkml:trace contextRef="#ctx0" brushRef="#br0" timeOffset="83509.52">8986 7983 2789 0,'2'7'0'0,"1"1"0"0,-3-2 0 0,0 3 0 0,0 2 0 0,-3-2 0 0,-3 3 0 0,0 0 0 0,-1 2 0 0,1 1 0 0,-1-2 256 16,2 3-100-16,-2-4-282 0,2 0 81 0,3-3 40 15,0 0 1-15,0-1-655 0,2-4 343 0,0 1 176 16,0-4 89-16,7-1-439 0,9 0 245 0</inkml:trace>
  <inkml:trace contextRef="#ctx0" brushRef="#br0" timeOffset="83654.75">9098 8107 2451 0,'12'0'0'0,"-3"0"0"0,-3 0 0 0,-1 2 0 0,0 9 0 0,-4 1 0 0,1 1 0 0,-2 3 0 0,0 4 0 0,-4 2 0 0,-9 6 107 0,-2 0 216 0,-2 5-143 0,-4-1-72 15,-3 2 252-15,2-3-153 0,-7 4-90 0,1-2-141 16,6-8 30-16,-4 4 0 0,-1-1 31 16,3-4-652-16,-1-3 321 0,9-6 165 0,0-1 83 15,9-6-942-15</inkml:trace>
  <inkml:trace contextRef="#ctx0" brushRef="#br0" timeOffset="83937.51">9537 7754 3524 0,'-12'-6'0'0,"10"4"0"0,2 1 0 0,-2-1 0 0,0-3 0 0,2 0 0 0,0 1 0 0,0-1 0 0,0 3 0 0,0-1 0 0,0 1 320 0,4-1-233 0,4 2-87 15,-1 1 0-15,4 0 0 0,2 0 0 0,1 0 0 16,0 1 0-16,5 4 0 0,4 0 0 16,-3-3 0-16,10 0 0 0,-1-2-223 0,2 0 95 15,0 0 38-15,-5 0-453 0,8 0 235 16,-6-2 136-16,-7-2 69 0,2 1-243 0,-5 1 155 16,-6-1 70-16</inkml:trace>
  <inkml:trace contextRef="#ctx0" brushRef="#br0" timeOffset="84895.07">9817 7459 3020 0,'5'-7'0'0,"2"3"0"0,-1 1 0 0,0 0 0 0,-2 3 0 0,1 0 0 0,-3 8 0 0,2 7 0 0,-3 5 0 16,-1 5 0-16,0 3 553 0,0 2-258 0,-3 2-232 0,-10 3-63 0,1 2 0 0,-2-2 0 0,-2 1 0 0,0-2 0 15,-4-3 0-15,1 0 0 0,-1-5 0 0,1-2 0 16,-2-4 0-16,5-5 0 16,0-3 0-16,5-5 0 0,2 0 0 0,2-4-54 15,2-3-36-15,4 1 40 0,-1-1-33 0,2 0 81 16,0 3-60-16,0 0 27 0,0 5-4 0,2 1 240 16,1 7-102-16,2 0-56 0,0 8-1 0,-3 1-12 15,0 2-30-15,0 1 0 16,0-2 0-16,-2 9 0 0,0-8 0 0,0 1 0 15,0-1 0-15,0-7 0 0,0 0 0 16,0-2 0-16,-2-3 0 0,0-6 0 0,0 0 0 0,0-3 0 0,0-5-99 16,1-1-21-16,-3 0-5 0,-1 0-266 15,0-3 178-15,1-10 88 0,2-4-162 0,-1-8 130 16,1 0 61-16,0-7 30 0,2-8-107 16,0-2 68-16,0 7 27 0,2-12-31 15,5 15 36-15,4-2 1 0,1 4 37 0,1 8 72 16,2-4-32-16,0 9 1 0,2-1-42 0,0 6 288 15,2 0-144-15,0 5-81 0,-1-1 326 0,1 5-175 16,-1 1-40-16,0 0-59 0,-2 2 152 0,0 0-89 16,-4 0-57-16,0 7 178 0,-3 5-114 0,-1-1-56 0,0 4-29 15,-4 4 86-15,-3-1-150 0,1 7 0 16,0-1 0-16,-2 2 0 0,0 3 0 0,0-7 0 0,0 10 0 16,0-5 0-16,0 1 0 15,2-4 0-15,0-1 0 0,1-1 0 0,1-1 0 16,0-2 0-1,-1-2 0-15,0-4 0 0,-1-4 0 0,0 0 0 0,-1-3 0 0,-1-2 0 16,0-2 0-16,0-2 0 0,0 0 0 16,-1 0 0-16,-6 0-295 0,-4 0 121 0,0-8 69 0,-1-3 34 0,0-4-125 15,-4-4 72-15,0-3 48 16,0 1-55-16,2 1 48 0,0 5 23 0,0-3 1 16,-1 3 135-16,-1 1-52 0,2 5-29 15,0 2-1-15,1 2 269 0,0 3-149 0,4 0-67 16,0 0-35-16,0 2 262 0,4 0-135 0,2 0-2 0,0 0 162 15,2 0-299-15,1 2 0 0,0 4 0 16,0 1 0-16,1 2 0 0,8 0 0 16,3-1 0-16,1-1 0 0,4 4 0 0,-6-5 0 0,5 1 0 15,-2 0 0-15,-1 0 0 0,-1-1 0 0,-1 1 0 0,-2 3 0 16,-2-3 0-16,-4 3 0 0,1 1 0 16,-2 0 0-16,-2 3 0 15,0-1 0-15,0 2 0 0,-9 0 0 0,-3 0 0 16,-1 2 0-16,-1-3 0 0,-2 1 0 0,-3-1 0 15,-3-1 0-15,3-2 0 0,-6 0 0 0,0-3 0 16,0 2 0-16,-1-5 0 0,3-1 0 0,0-1 0 16,3 1 0-16,1-1 0 0,3-2 0 0,7-1 0 15,0 2 0-15,4-2 0 0,1 0 0 0,1 0 0 16,3 0 0-16,0 2 0 0,0 0 0 0,8 0 0 16,7 0 0-16,4 2 0 0,6-3 0 0,2 1 0 15,3-2 0-15,5 0 0 16,-1 0 0-16,-1 0 0 0,1 0 0 0,0 0 0 15,-2 0 0-15,-1 0 0 0,0-2 0 0,-3 1 0 16,0-4 0-16,2 0-169 0,-5 1-202 0,7-4 173 16,-4 0 80-16,-1 0-694 0,3-4 388 0,2-10 194 0</inkml:trace>
  <inkml:trace contextRef="#ctx0" brushRef="#br0" timeOffset="85163.11">10445 7617 2610 0,'0'0'0'0,"-7"0"0"0,-7 10 0 0,0 2 0 15,-11 7 0-15,5 4 0 0,-1 0 0 0,2 5 0 0,4-4 0 0,0 0 0 0,6-3 553 0,0 2-249 0,2-3-139 0,3-3 121 0,4-1-273 16,0-1-13-16,0-5 0 0,7-3 0 0,6 1 0 16,-2-1 0-16,4-2 0 0,-2-3 0 15,-3 2 0-15,-1-1 0 0,-2 1 0 0,1 1 0 16,-5 1 0-16,0 3 0 0,-3 3 0 0,0 0 0 0,0 4 0 15,-6-1 0-15,-2 0 0 0,3 0 0 0,-1 2 0 16,5-6 0-16,-3 4 0 0,4-6 0 16,0 3-217-16,0-3-21 0,0 0 99 15,2-2 48-15,5 2-339 0,2-2 197 0,-2 2 99 16</inkml:trace>
  <inkml:trace contextRef="#ctx0" brushRef="#br0" timeOffset="85306.01">10252 8342 2872 0,'-16'8'0'0,"7"-5"0"0,-2-2 0 0,1-1 0 0,3 0 0 0,3 0 0 0,4 0 0 0,0 0 0 0,0 0 0 0,10 0 0 0,7-4 165 15,6-6-70-15,-2-3-29 0,6 0 0 0,2-5-622 16,0-1 295-16,3-1 158 0,2-6 65 0</inkml:trace>
  <inkml:trace contextRef="#ctx0" brushRef="#br0" timeOffset="85471.46">10613 7793 3314 0,'-7'2'0'0,"4"1"0"0,3-3 0 0,0 0 0 0,0 0 0 0,5 0 0 0,11 0 0 0,1 0 0 0,3 0 0 0,1-3 0 0,2 1 232 0,2-1-98 0,2-1-64 15,-1 1 0-15,-1-2-26 0,3 4-8 0,-7-1-714 16,1 1 357-16,-5-2 178 0,-6 3 90 0,-2 0-890 0</inkml:trace>
  <inkml:trace contextRef="#ctx0" brushRef="#br0" timeOffset="85621.15">10667 7909 2475 0,'-19'11'0'0,"9"-6"0"0,3 1 0 0,2-2 0 0,3-3 0 0,2 1 0 0,2-2 0 0,8 0 0 0,8 0 0 0,1 0 0 0,5 0 170 0,0 0-67 0,1 0-34 16,3-3-93-16,-7-1 39 0,1-2-9 0,-1 2 29 15,-2 0-525-15,-8 1 262 0,0-2 133 0,-4 0 73 16,0 0-678-16</inkml:trace>
  <inkml:trace contextRef="#ctx0" brushRef="#br0" timeOffset="85935.28">10831 7463 3107 0,'-10'0'0'0,"4"0"0"0,-1 13 0 0,0 7 0 0,-3 9 0 0,2 7 0 0,1 9 0 0,2 6 0 0,-1 12 0 0,3-9 0 0,1 14 138 0,2-6-51 0,0 0 488 0,0-9-551 16,0 5-24-16,2-6 0 0,7 0 0 0,0-4 0 15,2-5 0-15,0-9 0 0,2-2 0 16,1 0 0-16,-3-9 0 0,0-5 0 0,-1-3 0 16,-5-8 0-16,1-1-461 0,-1-2 125 0,-1-4 158 15,-1 0 52-15,-1-5-57 0,1-9 74 0,-1-3 36 16,-2 3-8-16,0-4 77 0,0 3 0 0,-10 1-31 15,-1 3 275-15,-2 0-137 0,-4 2-79 0,-2 6 352 16,-3 0-197-16,-3 3-105 16,1 0 18-16,-1 3 276 0,3 6-234 0,-8 5-134 15,4-3 0-15,-1 1 0 0,3 0 0 0,-1-1 0 16,9-3 0-16,2-2-57 0,1-1-173 0,4-3 133 16,4-2-1065-16</inkml:trace>
  <inkml:trace contextRef="#ctx0" brushRef="#br0" timeOffset="86081.54">10935 7483 3931 0,'2'-1'0'0,"7"1"0"0,12 0 0 0,-3 3 0 0,-6 7 0 0,-3 5 0 0,0 2 0 0,-2 3 0 0,-2 5 0 0,-3 3 0 0,0 2 0 0,-2 8 0 0,0 7 0 0,-4-4 0 15,-3 0 0-15,0 3 0 0</inkml:trace>
  <inkml:trace contextRef="#ctx0" brushRef="#br0" timeOffset="86868.1">11931 7754 365 0,'-8'-6'0'0,"5"4"328"0</inkml:trace>
  <inkml:trace contextRef="#ctx0" brushRef="#br0" timeOffset="87277.22">11912 7739 2893 0,'0'3'0'0,"0"6"0"0,0 9 0 0,0 5 0 0,2 4 0 0,4-2 0 0,1 8 0 0,1 2 0 0,-2 3 0 0,-1-3 0 0,1 1 95 0,-3 0-29 0,-1-1 9 16,0 2-38-16,0-5-186 0,-2 0 94 0,0-1 45 15,0-9 23-15,0-1-369 0,0-8 188 0,-4-1 97 16,0-8 49-16,-1-4-533 0,-1 0 259 0,3-12 121 15,-1-18-92-15,1-3 115 16,3-10 58-16,-1 0-208 0,-3-4 133 0,-2-2 57 0,-1-4 42 0,-2 2-2 16,-3 0 1-16,3 2 58 15,2 12 13-15,-3 0 160 0,4 14-116 0,1-2-41 16,3 4 1-16,2 8 535 0,0 2-283 0,4 1-73 16,11 1 225-16,5-1-153 0,5 1-109 0,5 1 261 15,9 1-185-15,-3 1-84 0,13-1-55 0,-3 1 172 16,2 3-109-16,1-4-55 0,-3 7-27 0,-8-5 36 15,2 3-36-15,-5 1 0 0,-3 1-21 16,-9 0-6-16,-1 0-1 0,-6 0 10 0,-2 1 91 0,-4 6-137 16,-3 0 0-16,-1 2 0 15,-4 0 0-15,-1 2 0 0,1 2 0 0,-2 4 0 16,0-1 0-16,0 2 0 0,0 3 0 0,0 0 0 16,0 5 0-16,0 0 0 0,0 1 0 0,0 2 0 15,0 2 0-15,0-2 0 0,4 4 0 0,0-2 0 16,2-1 0-16,-1 2 0 0,-3-5 0 15,4 5 0-15,-4-4 0 0,-1-2 0 0,1 0-198 0,-2-4 33 16,0-2 45-16,0-2-511 16,-2 0 297-16,-3-6 149 0,-4 1 74 0,-1-6-572 15,-3-4 313-15</inkml:trace>
  <inkml:trace contextRef="#ctx0" brushRef="#br0" timeOffset="87462.22">12074 7917 2833 0,'-19'-3'0'0,"4"1"0"0,6-1 0 0,1 3 0 0,2 0 0 0,6-1 0 0,0-1 0 0,7-2 0 0,18-2 0 0,3 2 0 15,6-3 256-15,10 2-109 0,-5-3-55 0,-2 3-19 0,11-1 3 0,-13 2 1 0,1 1-41 16,-2 1-434-16,-4 0 218 0,-9 2 117 0,-1 0-568 16,-3 0 331-16,-8 0 165 0,-1 0-15 0,-4 0-475 15,-2 0 285-15,-2 0 156 0,0 0 74 0</inkml:trace>
  <inkml:trace contextRef="#ctx0" brushRef="#br0" timeOffset="87762.55">12275 7345 2126 0,'-10'-16'0'0,"3"9"0"0,3 3 0 0,2 3 0 0,1 1 0 0,1 12 0 0,0 13 0 0,0 5 0 0,1 10 0 0,5 1 0 0,1 8 239 15,0 7-92-15,2 9 52 0,-4-1-81 0,-3 2-41 16,0-2 0-16,-2 0-109 0,0-11 44 0,0 5-10 15,-6-8 34-15,-6-1-39 0,3-7 0 16,-2-11 40-16,-1-3 8 0,2-3 97 16,-1-5-52-16,-1-10-27 0,3-4 90 0,1-2-50 15,1-4-37-15,-1 0 171 0,4 0-237 0,2 0 0 16,1-2 0-16,1-4 0 0,0 1 0 16,1-5 0-16,8 4 0 0,7-1 0 0,-1 1 0 0,4 0 0 15,5-1 0-15,-1 3 0 0,1 1 0 0,0 0 0 16,3 2 0-16,-4-1 0 0,7 0 0 0,-2 1 0 15,-3-2-221-15,4 1 29 16,1-3 87-16,2-2-800 0,0-5 440 0,6-3 214 16,-3-3 107-16</inkml:trace>
  <inkml:trace contextRef="#ctx0" brushRef="#br0" timeOffset="87962.76">12791 7490 3104 0,'2'-12'0'0,"0"6"0"0,4 2 0 0,3 1 0 0,4-3 0 0,6 3 0 0,7-1 0 0,6 2 0 0,6-2 0 0,13 3 0 0,-1-4 297 16,3 1-130-16,3 3-65 0,1-3-33 0,-1 2 123 15,-4 0-192-15,-3 0 0 0,-4 1 0 0,-11-2 0 16,0 3-49-16,-8 0 23 0,-3 0 27 0,-8 0-564 16,-4 0 300-16,-5 0 150 15,-5 3-735-15,-1 4 382 0,-7-2 220 0,-7 1-298 0,-11 0 255 0</inkml:trace>
  <inkml:trace contextRef="#ctx0" brushRef="#br0" timeOffset="88127.79">13165 7446 2359 0,'-31'4'0'0,"10"2"0"0,0 3 0 0,1 2 0 0,6-1 0 0,5 5 0 0,2-2 0 0,4 4 0 0,3 3 0 0,0 3 0 0,0 5 174 0,0 0-68 16,6 2-35-16,0 0 414 0,1 0-215 0,-2 3-121 15,1-6-57-15,2 1-99 0,-2 0 44 0,-1-3-1 16,0-4-477-16,1-1 234 0,4-1 122 0,-3-4-639 15,1-4 335-15,1-5 200 16,3-5-12-16,2-1-219 0,5-8 192 0</inkml:trace>
  <inkml:trace contextRef="#ctx0" brushRef="#br0" timeOffset="88345.12">13311 7520 2610 0,'0'-14'0'0,"0"4"0"0,0 5 0 0,2 0 0 0,0 4 0 0,0 1 0 0,4 0 0 0,1 5 0 0,1 7 0 0,-1 6 0 0,1 5 683 0,0 6-324 0,-3 10-160 16,-1-3-119-16,-1 16-80 0,1 0 0 0,-2 0 0 16,-2-1 0-16,3-3 0 0,-2-7 0 0,1 9 0 15,0-10 0-15,0-3 0 0,-2 0 0 0,2-5 0 16,-1-3 0-16,1-4 0 0,0-4 0 16,-2-2 0-16,0-10 0 0,2-1 0 0,-2-2-509 0,0-5 98 15,0-1 187-15,0 0-440 0,2-6 314 16,0-14 157-16,3-4 69 0</inkml:trace>
  <inkml:trace contextRef="#ctx0" brushRef="#br0" timeOffset="88788.01">13961 7438 3549 0,'-2'16'0'0,"-3"1"0"0,-2 2 0 0,-1 1 0 0,0 1 0 0,-1-1 0 0,0-1 0 0,2-3 0 0,0 0 0 0,3-7 0 0,1 1 60 0,-1-4 55 0,4-3-43 0,-2-1-1 15,2-2-34-15,0 1-10 0,0-1-27 0,6 0 0 16,8 0 0-16,0-1 0 0,9-4 0 0,-1-1 0 16,6 0 0-16,0-2 0 0,4 5 0 15,0-1 0-15,0 0 0 0,3 3 0 0,-4-1 0 0,1 2 0 16,-2 0 0-16,-4 0 0 0,0 0 0 15,-5 2 0-15,0 1 0 0,-4 3 0 16,-2-1 0-16,-2 3 0 0,-4-3 0 0,-1 3 0 16,-2 0 0-16,-3 1 0 0,1 2 0 0,-2 3 0 15,0-1 0-15,-1 4 0 0,-1 3 0 16,0 1 0-16,2 5 0 0,-2 3 0 0,2-2 0 0,0 4 0 16,0-2 0-16,2 1 0 0,0 1 0 0,0-2 0 15,-1 0 0-15,1-6 0 0,0 1 0 0,-3-1 0 16,1-3 0-16,0-1 0 0,-2-3 0 15,0-2 0-15,0-3 0 0,0-2 0 16,0-1 0-16,-4-3 0 0,-3 0 0 0,-4-2 0 0,-1-3 0 16,-2 0 0-16,-2 0 0 0,0 0 0 15,-7-8 0-15,2-5 0 0,-3-5 0 0</inkml:trace>
  <inkml:trace contextRef="#ctx0" brushRef="#br0" timeOffset="88819.6">14215 8047 364 0,'-40'-54'0'0,"3"-8"0"0,-2-19 0 0,7 0 201 0</inkml:trace>
  <inkml:trace contextRef="#ctx0" brushRef="#br0" timeOffset="88960.98">13913 7212 2156 0,'0'-6'0'0,"0"4"0"0,2 2 0 0,5 0 0 0,6 0 0 0,2 0 0 0,10 0 0 0,-1 3 0 0,6 3 0 0,10 2 0 0,-1-1 619 0,-4 0-282 0,13 3-155 16,-9-2 233-16,-5-1-193 0,3 3-222 0,-3-1-112 16,-4 2 16-16,0 2 62 0,-4 1 35 0,-3-2-861 15,-6 2 449-15,-2 2 223 0,-6 4 122 0</inkml:trace>
  <inkml:trace contextRef="#ctx0" brushRef="#br0" timeOffset="89122.47">13883 7831 3376 0,'-27'11'0'16,"8"-1"0"-16,6-1 0 0,4-3 0 0,5-2 0 0,4-1 0 0,0-1 0 0,10 2 0 0,16-2 0 0,12 1 0 0,-3-2 555 0,14 5-555 0,-2-6 0 0,2 1 0 15,1-1 0-15,-1 2 0 0,-6-2 0 0,12 1-256 16,-8 4-142-16,0 2 216 0</inkml:trace>
  <inkml:trace contextRef="#ctx0" brushRef="#br0" timeOffset="89291.13">15324 8007 3931 0,'-7'-14'0'0,"7"10"0"0,10 1 0 0,3 2 0 0,-9-3 0 0,-3 2 0 0,-1 2 0 0,2-2 0 0,0 2 0 16,0-2 0-16,1 2 0 0,-2 0-24 0</inkml:trace>
  <inkml:trace contextRef="#ctx0" brushRef="#br0" timeOffset="91113.09">15460 7420 2589 0,'-24'-13'0'0,"9"7"0"0,7 4 0 0,6 0 0 0,2 2 0 0,0-2 0 0,0 1 0 0,2-5 0 0,13 0 0 0,12-4 0 0,8-1 227 0,3 1-95 0,1-2 94 16,5 2-95-16,-9 3-38 0,6-1-34 0,-3 1 88 16,-4 3-56-16,-2 0-27 0,-10 3-1 0,1-1-194 15,-2 0 79-15,-7 2 44 0,-2 0 0 0,-3 0-468 0,-3 0 256 16,-5 0 127-16,3 2-733 0,-2-2 395 0,-2 2 197 15,0-2-128-15,-4 0 163 0</inkml:trace>
  <inkml:trace contextRef="#ctx0" brushRef="#br0" timeOffset="91387.21">15800 7029 2404 0,'-3'-8'0'0,"-3"3"0"0,1 3 0 0,-2 2 0 0,2 0 0 0,1 15 0 0,-1 8 0 0,3 7 0 0,2 4 0 0,0 9 0 0,0 0 101 0,0 4-32 0,2 3 418 16,3 2-230-16,1-4-111 15,-1 1-54-15,0-2 94 0,-2-1-74 0,-1-9-35 16,-2 2-85-16,0-3 16 0,0-3-8 0,0-2-53 16,-10-6 38-16,1-8 34 0,-6 1-9 0,-2-7-18 15,-4-4 44-15,-3-3-25 0,2-4-11 0,-1 0 0 16,-2-4 0-16,7-7 0 0,-1-2 0 0,4 0 0 16,3 0 0-16,5 1 0 0,0 1 0 0,5 2 0 15,0-1 0-15,2 3 0 0,0 1 0 16,0 1 0-16,9-1 0 0,4 2 0 0,4 3-176 0,1-1 57 15,0 0 37-15,3 0-376 16,-3 2 197-16,1-1 113 0,0-2 55 0,-2 1-658 16,-4-6 349-16</inkml:trace>
  <inkml:trace contextRef="#ctx0" brushRef="#br0" timeOffset="91829.37">15505 7204 2130 0,'-27'-15'0'0,"6"5"0"0,-2 3 0 0,6 2 0 0,6-1 0 0,0 4 0 0,3 0 0 0,7 1 0 0,-1 1 0 0,2 0 0 0,0 6 355 0,0 7-160 0,0 5-79 16,2 1-32-16,3 2 107 0,0 4-78 0,-3 0-38 15,0 0 36-15,0 0-38 0,-2-2 9 0,0 7 90 16,0-4-68-16,0-2-34 0,-2 1-10 0,-2-1-60 16,1-1 0-16,-1 3 0 0,4-4 0 0,-2 3 0 15,2 0 0-15,0-3 0 0,0 2 0 16,0 3 0-16,2-3 0 0,0 2 0 15,5 1 0-15,-1 0 0 0,-1-3 0 0,3 4 0 16,-2-4 0-16,-2-1 0 0,-3-1 0 0,3-1 0 16,-2 0 0-16,-2-3 0 0,0-3 0 0,0 1 0 15,-6-4 0-15,-3-2 0 0,-4-3 0 0,-2-4 0 16,-4 0 0-16,-2-3 0 0,1 0 0 0,-7 0 0 16,6 0 0-16,1-6 0 0,-2-1 0 15,4-1 0-15,4 3 0 0,5-1 0 0,-1 3 0 0,6-2 0 16,0 4 0-16,4-2 0 0,0 2 0 15,0 1 0-15,9 0 0 0,14 0 0 16,5 1 0-16,12 8 0 0,5 0 0 0,5-2 0 16,7 3 0-16,8-1 0 0,-1 0 0 15,2-1 0-15,4-1 0 0,-8-1 0 0,13 2 0 0,-8-2 0 16,-3-3 0-16,-11 1 0 0,5 0 0 16,-10-3 0-16,5 1 0 0,-7-2-232 0,-3 0-183 15,-8 0 189-15,2 0-936 0</inkml:trace>
  <inkml:trace contextRef="#ctx0" brushRef="#br0" timeOffset="93089.32">8855 2820 1801 0,'-7'-4'0'0,"7"-2"0"0,-3 4 0 0,1-3 0 0,0 1 0 0,2 3 0 0,0-1 0 16,0 0 0-16,0 1 0 0,0-2 0 0,0 3 121 0,0 0 158 0,0 0-121 0,0 0-52 16,0 0-39-16,0 12 52 0,0 5-41 0,2 5 0 15,0 5-42-15,1 4 207 0,-3 11-108 0,2-1-50 16,1 4-24-16,-1-1 131 0,-2 2-77 0,0-2-31 0,0 11 19 0,0-8-33 16,0 3-70-16,-7-3 0 0,2-1 0 15,-4-6 0-15,-3 7 0 0,3-13 0 16,-3 1 0-16,-1-3 0 0,1-5 0 0,1-9 0 15,1-1 0-15,-1-4 0 0,2-3 0 0,0-5 0 16,4-1 0-16,-1-2 0 0,5-2 0 0,-1 0 0 16,2 0 0-16,0 0 0 0,0 0 0 0,0 0 0 15,9 0 0-15,12 0 0 0,3 0 0 0,5 0 0 16,10 0 0-16,-4 0 0 0,15 0 0 0,-2 0 0 16,5 0 0-16,-2-2 0 0,-1 1 0 15,-11-2 0-15,12-4 0 0,-13 5 0 0,-3 0 0 0,-2 1 0 16,-11-2 0-16,1 3 0 15,-6 0 0-15,-6 0 0 0,-4 0 0 0,-1 0 0 16,-5 0 0-16,1 0 0 0,-2 0 0 0,0 0 0 16,0 0 0-16,0 0 0 0,0 0 0 0,0 0 0 15,0 0 0-15,0 0 0 0,0 0 0 0,0 0 0 16,0 0 0-16,0 0 0 0,0 0 0 0,0-1 0 16,0-5 0-16,5 0 0 15,3 0 0-15,0-1 0 16,3-1-122-16,8 1-14 0,8 0 57 0</inkml:trace>
  <inkml:trace contextRef="#ctx0" brushRef="#br0" timeOffset="93981.19">16588 7096 2191 0,'-11'-7'0'0,"4"4"0"0,4 2 0 0,-1 0 0 0,0 1 0 0,3 0 0 0,-1 0 0 0,2 5 0 0,0 8 0 0,0 6 0 0,0 3 299 0,5 5-132 16,2 3-65-16,1 4 101 0,-1 2-88 0,1 7-40 15,-2-4 1-15,-5 3 31 16,1-1-36-16,-2-4 10 0,0 11-44 0,0-6 125 16,-7 2-63-16,-3-11-31 0,-1 5 0 0,0-2-58 15,-3-6-10-15,2-4 0 0,3-5 0 0,-3-7 0 0,3 2 0 0,1-9 0 16,2-1 0-16,2-3 0 0,2 0 0 16,1-3 0-16,1 0 0 0,0 0 0 0,0 0 0 0,0 0 0 15,1 0 0-15,10 0 0 16,5 0 0-16,3 0 0 0,6 0 0 0,2 0 0 15,3 0 0-15,0 0 0 0,5-3 0 0,-1 2 0 16,-3-1 0-16,-1-2 0 0,1 2 0 16,-3-1 0-16,-6 0 0 0,0 1 0 0,-2-1 0 0,-6 1 0 15,-3 0 0-15,-3 0 0 0,-2 2 0 0,-3 0 0 16,-1 0 0-16,0 0 0 0,-2 0 0 0,0 0 0 16,0 0 0-16,0-2 0 0,0 2 0 0,-2-1 0 15,0 1 0-15,-1-3 0 16,1 3 0-16,2-1 0 0,0 1 0 0,0-2-1203 15,2-1 574-15</inkml:trace>
  <inkml:trace contextRef="#ctx0" brushRef="#br0" timeOffset="94584.09">17329 7161 3697 0,'-14'-9'0'0,"9"4"0"0,1 5 0 0,2 0 0 0,0 0 0 0,1 0 0 0,-1 0 0 0,0 10 0 0,2 3 0 0,0 3 0 0,0 10 195 0,0-3-156 0,0 6-39 0,0-2 0 16,4 6 0-16,1-1 0 15,-1-2 0-15,-1 2 0 0,1-2 0 0,-2-2 0 16,0-3 0-16,-2 5 0 0,0-4 0 0,0-5 0 15,0 1 0-15,0-3 0 0,0-6-114 0,0 0-540 16,-4-4 309-16,2-5 155 0,0 0 77 0,1-4-216 16,-3 0 152-16,2-4 70 0,0-13 36 0,0-7-375 15,1-4 204-15,-1-4 95 0,-5-11-157 0,4-4 134 16,-3-4 67-16,-1-11-13 0,0 4 41 16,1 3-10-16,0-4 50 0,0 2 180 0,3 4-90 15,1 14-46-15,2 0-22 0,0 10 187 0,0-1-101 16,0 8-54-16,2 3-27 0,9 4 625 0,4 4-232 15,2 2-167-15,7 1 210 0,-1 2-196 16,2 2-98-16,1 2 150 0,-1 1-124 0,0 1-53 16,5 0-40-16,-3 0 153 0,-3 0-92 0,-6 0-46 15,3 5-24-15,-3 1 180 0,-4-1-227 0,0 4-11 16,-3-2 0-16,-2 1 0 0,-4-1 0 0,2 2 0 16,-2 3 0-16,-1-2 0 0,0 2 0 15,-1 3 0-15,-1 2 0 0,0 3 0 16,0 7 0-16,2-1 0 0,-2 6 0 0,0 4 0 15,0 4 0-15,0-2 0 0,1 9 0 0,-1-3 0 16,2-1 0-16,-2-2 0 0,1-5 0 0,1 3 0 16,-1-1 0-16,0-4 0 0,1-1 0 15,-2-3 0-15,0 1 0 0,-2-9 0 0,0 2-27 16,0-1-503-16,0-6 247 0,0-2 124 0,-4-4 62 0,-3-1-500 16,2-3 286-16,-2-3 137 15,-2-4 69-15,-3 0-437 0,3 0 253 0,-6-8 118 0</inkml:trace>
  <inkml:trace contextRef="#ctx0" brushRef="#br0" timeOffset="95088.83">17428 7354 2184 0,'-17'-11'0'0,"2"1"0"0,6 3 0 0,-3 1 0 0,7 3 0 0,1-1 0 0,4 2 0 0,0-2 0 0,0 0 0 0,8 0 0 0,5 3 152 0,4-1-63 0,0 0-26 0,3-1-92 15,-1 2 33-15,2 1 0 0,-5 0 40 0,2 0-498 16,-4 0 245-16,-5 0 123 0,2 8 60 0,-6 0-593 15,-3 0 298-15,-2 6 100 0,0-1-76 0,0-2 140 16,-11 1 79-16,-1-4 35 0,1 2 43 16,-2-2 0-16,0-1 0 0,2-1 205 0,2-2-138 15,0-1-52-15,2 1-34 0,3-2 478 0,3 0-247 16,1 0-44-16,0-1-88 0,0-1 332 0,0 3-180 16,9-2-102-16,2-1 33 0,2 2-64 0,0 0-32 0,3 1-4 15,-2 1-19-15,0 0-8 16,-1 1-1-16,-2 0-135 0,-3 1 67 0,-1 1 35 15,-1 2 8-15,-5 1-272 0,1 3 149 0,-2-2 29 16,0 4 53-16,-7 0-327 0,-6 0 160 0,-4 4 59 16,-1-3 1-16,-2-2 50 0,-1 1 27 0,-3-2 84 15,2 0-38-15,-6 3 8 0,1-3-28 0,-3-1 106 16,-2 0-54-16,0 1-25 0,-1 0-10 0,-9 0 356 16,4 0-178-16,1 0-48 0,3-1-58 0,1 1 441 15,6-4-221-15,1 1-124 16,5-3 353-16,8-3-233 0,4 1-118 0,3-3 332 15,2-2-448-15,4 3-36 0,2-3 0 0,19 0 0 16,9 0 0-16,9 0 0 0,7-3 0 16,4-2 0-16,6-3 0 0,12-1 0 0,-6 2 0 0,2 1 0 15,-6 3 0-15,16-2 0 0,-13 4 0 16,-8-1 0-16,3 2 0 0,-1 0 0 0,-12 0 0 0,7 0-73 16,-14 0-12-16,-2 0-668 15,-4 2 359-15,-9 1 179 0,0 0 81 0,-7-2-311 16,0 3 204-16</inkml:trace>
  <inkml:trace contextRef="#ctx0" brushRef="#br0" timeOffset="96015.47">18292 7116 790 0,'0'-5'0'0,"0"2"0"0,0-1 0 0,0 2 0 0,0-1 0 0,0 0 0 0,0 0 0 0,0 1 0 0,0 0 0 0,0-1 0 0,0 2 75 0,0 1-38 16,0 0-1-16,0 0-17 0,0 0-10 0,0 0 27 16,0 0 1-16,0 0-15 0,0 0 23 0,0 0-8 15,0 0 0-15,0 0 48 0,0 0-24 16,0 0 1-16,0 1-17 0,0-1 55 16,0 0-32-16,0 3 0 0,0-1 45 0,0 0-39 15,0 0 10-15,0 2-12 0,2-1 1 0,0 1-37 16,-2 0 1-16,2 2 65 0,-2-1-24 0,0-1-8 15,0 2-34-15,0 1 61 0,0-2-30 0,0 5-1 16,0-1-20-16,0 4 23 0,-6 1 0 0,-1 1-33 16,-1 2 1-16,-1 1-29 0,-1 1 9 15,0 1 20-15,-1-2-28 0,2-1 1 16,-3-1 26-16,5 0-39 0,0-5 10 0,0-2 18 16,3-3 10-16,-2 0 34 0,4-3-1 0,0-3-51 0,2 2 18 15,0-2 123-15,0 0-61 0,0 0-28 0,0 0 63 16,6-5-47-16,7-4-15 0,2 0-51 15,4-1-19-15,0 2 0 0,3-1 0 0,2-1 0 0,-1 6 0 16,5 0 0-16,-3 3 0 16,-1-1 0-16,-3 2 0 0,5 0 0 0,-5 0 0 15,-1 3 0-15,-1 3 0 0,-2 2 0 0,-2-1 0 16,0 1 0-16,-5 0 0 0,1 0 0 16,-6 0 0-16,3 0 0 0,-2-1 0 0,-2 2 0 0,-1 1 0 15,-1 3 0-15,0-3 0 0,0 2 0 16,-1 4 0-16,1-1 0 0,0 1 0 0,0 3 0 15,0-1 0-15,1-2 0 0,-2 4 0 0,1-2 0 16,0 1 0-16,2-3 0 16,-3-1 0-16,3 2 0 0,-2-4 0 0,0 1 0 15,-2-5 0-15,0 2 0 0,0-2 0 0,0-2 0 16,0 2 0-16,-4-3 0 0,-1-1 0 0,-4-1 0 0,-3 1 0 16,1-3 0-16,-3 2 0 0,-1-1 0 15,-2-3 0-15,1 0 0 0,-3 0 0 0,0 0 0 16,-2 0 0-16,-1-3-510 0,-3-8 181 0,3-3 146 15,-1-6 74-15,-1-7-260 0,3-10 166 0,1-7 74 16,-1-15 51-16,6-1-549 0,2-3 294 16,2 0 149-16,-3 10 73 0</inkml:trace>
  <inkml:trace contextRef="#ctx0" brushRef="#br0" timeOffset="96155.51">18204 7116 1617 0,'-8'-17'0'0,"3"4"0"0,3 8 0 0,-2 0 0 0,4 3 0 0,0 0 0 0,0 2 0 0,0 0 0 0,10 0 0 0,4 0 0 0,5 0 111 0,4 0-37 16,-1 0 282-16,1 2-151 0,9 0-88 0,-6 3 85 15,2-4-30-15,-1 1-68 0,-1-1-34 0,-4 3-221 16,3 0 89-16,-2-1 49 16,-4 3 26-16,1 0-537 0,-5 2 281 0,0 1 145 15,-4 0 62-15,-3 4-397 0,-1-1 131 0</inkml:trace>
  <inkml:trace contextRef="#ctx0" brushRef="#br0" timeOffset="96385.89">18159 7579 2947 0,'-14'4'0'16,"4"-1"0"-16,0-3 0 0,2 0 0 0,3 0 0 0,3 0 0 0,2 0 0 0,0 0 0 0,2 0 0 0,13 0 0 0,7 0 171 0,4 0 139 0,5 0-128 15,2 0-77-15,11-5 111 0,-10 0-216 0,3-3 0 16,2 4 0-16,-3-2 0 0,-1 5 0 0,-2 0 0 15,-3-2 0-15,-1 3 0 0,-8 0-64 0,2 0-23 16,0 0 62-16,-5 0-959 0,1 0 481 16,1 3 195-16</inkml:trace>
  <inkml:trace contextRef="#ctx0" brushRef="#br0" timeOffset="97017.37">18865 7156 2683 0,'-11'-10'0'0,"3"2"0"0,5 6 0 0,3 0 0 16,0 1 0-16,0-3 0 0,7 2 0 0,12 0 0 0,9 1 0 0,10-2 0 0,3 0 496 0,4 2-229 0,5 1-106 0,3-1-67 0,-2-4 130 15,-2 4-218-15,0-1-6 0,-3 0 0 0,-10 2 0 0,4 0 0 16,-6 0 0-16,-6 0 0 0,-8 0 0 15,-1 0 0-15,-8 0 0 0,-3 2-473 0,-4 0 121 16,-2-1 182-16,-2 4-695 0,0-3 415 16,-9 4 197-16,-9-5 112 0,-3 3-419 0</inkml:trace>
  <inkml:trace contextRef="#ctx0" brushRef="#br0" timeOffset="97183.45">19139 7121 2154 0,'-30'3'0'0,"8"4"0"0,1 0 0 0,2 4 0 0,8 1 0 0,2 1 0 0,5 2 0 0,4 3 0 0,0 8 0 0,0-5 0 0,0 4 543 0,7 4-258 16,1-1-124-16,-3 3-62 0,2-3 217 0,-2 2-140 0,-3-5-61 16,1 7-113-16,-1-6-1 0,0 0 36 0,0-4-449 15,0 0 225-15,0-4 121 0,1-3 46 0,-1-5-690 16,4-1 365-16,0-6 75 16,1-3 123-16,4 0-540 0</inkml:trace>
  <inkml:trace contextRef="#ctx0" brushRef="#br0" timeOffset="97374.69">19225 7275 2583 0,'0'-17'0'0,"0"6"0"0,0 3 0 0,0 4 0 0,2 3 0 0,0 1 0 0,3 0 0 0,0 5 0 0,2 14 0 0,2 4 0 0,-1 7 391 0,2 10-182 0,-3-3 494 0,-2 7-658 16,1 6-45-16,-4-1 0 0,2-6 0 16,-2 13 0-16,2-9 0 0,-2-2 0 15,1-2 0-15,-1-7 0 0,2-1 0 0,-1 1 0 16,-1-6 0-16,0-5 0 0,0-2 0 0,1-5-778 15,-3-7 268-15,1-1 241 0,1-4-508 0,4-6 370 16,3-2 185-16</inkml:trace>
  <inkml:trace contextRef="#ctx0" brushRef="#br0" timeOffset="97665.52">20086 6797 2225 0,'1'-8'0'0,"1"7"0"0,-2 1 0 16,0 0 0-16,-16 0 0 0,-9 9 0 0,-1 3 0 0,-2 5 0 0,-2 2 0 0,1 4 0 0,3-1 99 0,2 2-32 0,0-2-474 0,3 3 213 0,1 0-455 15,-3-1 298-15,0-3 161 0,2-1 77 16,-1-4-37-16,5-2 57 0,2 0 28 0,3-5-9 0,1 1 177 16,6-6-70-16,1 3-35 15,4-3 0-15,0 0 508 0,4-3-267 0,14-1-137 16,7 0 658-16,5 0-365 0,4 0-164 0,5 0 135 15,10-1-169-15,-2-5-80 16,0 0-41-16,-1 1 19 0,-4-1-29 0,-6 0 8 16,1 3-37-16,-5 1-120 0,-4-1 60 0,-5 2 29 15,-4 1 1-15,-6 0-578 0,-4 0 299 0,-2 0 154 16,-7 9-852-16</inkml:trace>
  <inkml:trace contextRef="#ctx0" brushRef="#br0" timeOffset="97848.62">19795 7288 2726 0,'-36'11'0'0,"5"1"0"0,10-5 0 0,1 1 0 0,9-5 0 0,4 0 0 0,7-2 0 0,0-1 0 0,9 0 0 0,18 0 0 0,1 0 273 0,4 0-109 0,3-1-68 0,8-2 147 16,-1-2-103-16,-1-1-52 0,-5 1-26 0,1-1-2 16,-3 0-23-16,-4 1-1 0,-7 3-335 0,-1-2 167 15,-5 2 85-15,-5 0-630 0,-3 2 347 0,-6 0 78 16,-1 0 125-16,0 0-643 0,-2 0 367 0</inkml:trace>
  <inkml:trace contextRef="#ctx0" brushRef="#br0" timeOffset="98009.06">19851 7175 2846 0,'-28'0'0'0,"7"7"0"0,0 1 0 0,3 2 0 0,3 2 0 0,4 2 0 0,3-1 0 0,2 4 0 0,6 2 0 0,0 2 0 0,0-3 165 0,0 3-64 16,2 0 58-16,4 0-61 0,1-3-31 0,3-1-266 15,0 0 114-15,1-1 60 0,-1-5 31 0,2-2-621 16,3-3 334-16,0-5 154 0,4-1 82 0,3 0-776 16</inkml:trace>
  <inkml:trace contextRef="#ctx0" brushRef="#br0" timeOffset="98258.73">20116 7239 2054 0,'7'0'0'0,"-1"0"0"0,-2 0 0 0,-2 4 0 0,-2 6 0 0,0 1 0 0,0 3 0 0,-6-1 0 0,-4 3 0 0,-4 5 0 0,-2-3 156 0,0 0-51 0,-7 2-61 16,-2-1-7-16,1-4-1 0,-3-1 0 0,-3 0 7 0,5-6 3 15,-5 1-10-15,9-4 1 0,0-1 67 16,8-1-33-16,2-2-1 0,3-1 149 0,4 0-96 16,4 0-43-16,0 0 0 0,0 0 31 0,12 0-37 15,6 0 9-15,9 0-99 0,-1 0 27 0,3 0-1 16,1-1 27-16,-2-2-108 0,-3 2 63 0,0-3 17 15,-2 2 1-15,-2 0-485 0,-5 2 208 16,0 0 136-16,-7 0-6 0,-4 0-603 0,-1 5 351 16,-4 5 177-16</inkml:trace>
  <inkml:trace contextRef="#ctx0" brushRef="#br0" timeOffset="98424.83">19907 7611 2430 0,'-18'2'-1'0,"-3"0"1"0,6 2 0 0,3-4 0 0,3 0 0 0,2 0 0 0,5 0 0 0,2 0 0 0,0 0 0 0,6 0 0 0,10 0 129 16,3 0-46-16,2-2 15 0,1 0-22 0,1 0-9 16,1 0-31-16,-1 0-124 0,-5-1 62 0,2 1 31 15,-8 0-504-15,2 0 264 0,-5 0 135 0,-2-1-548 16,-1 1 269-16,-2-2 167 0,-4-2 76 0</inkml:trace>
  <inkml:trace contextRef="#ctx0" brushRef="#br0" timeOffset="98691.1">19995 7045 1596 0,'0'-5'0'0,"0"5"0"0,0 5 0 0,0 11 0 0,0 8 0 0,0 7 0 0,-1 9 0 0,-3 1 0 0,-3-3 0 0,-2 17 0 16,-3-4 103-16,-1-2-33 0,-4-1 53 0,0-3-43 0,2-4 9 15,-6 5-53-15,4-9 81 0,5-5-40 0,-2-1 0 16,3-5-41-16,3-8 154 0,1 1-81 0,3-4-36 15,4-4-1-15,0 1 115 0,0-5-76 16,0 1-28-16,11-2-10 0,4-3 110 16,8 0-73-16,-1-3-37 0,3 0 21 0,-1 0-20 15,8 0-8-15,-4-3-163 0,1-2 66 0,-1-2 34 16,-2-1 0-16,-4 2-466 0,3-2 244 0,1 0 85 16,-3 0 77-16,2-2-829 0,-2-1 426 0</inkml:trace>
  <inkml:trace contextRef="#ctx0" brushRef="#br0" timeOffset="98857.25">20243 7233 2583 0,'0'0'0'0,"7"0"0"0,7 0 0 0,5 0 0 0,5-5 0 0,4-2 0 0,2-1 0 0,2 2 0 0,2-1 0 0,3 2 0 0,-4-1 171 0,-1 0-68 0,-2 2-33 0,-8 2-409 16,3 0 197-16,-4 1 84 0,-7-1-687 0,-2 2 372 15,-3 0 186-15</inkml:trace>
  <inkml:trace contextRef="#ctx0" brushRef="#br0" timeOffset="99658.57">20634 6878 2308 0,'0'-3'0'0,"0"3"0"0,-2 11 0 0,-7 10 0 0,-4 6 0 0,-6 10 0 0,-1 6 0 0,-5 13 0 0,-3 5 0 0,-1 3 0 0,1-1 83 0,3 1 595 16,4-11-311-16,0 3-171 0,6 3 103 0,1-8-299 16,7 1 0-16,4-7 0 0,1-8 0 0,0 2 0 15,2-7 0-15,0-1 0 0,0-10 0 0,0 0 0 0,2-9 0 16,0-1-155-16,-1-3 46 0,1-4 73 0,0-2-20 16,-2-2-632-16,0 0 317 0,0-6 172 0,0-9 81 15,0-1-173-15,-7-11 128 0,1 0 63 0,1-6-35 16,-3-9 54-16,4 1 23 0,0-2-8 15,4-2 0-15,0 11 30 0,0-2-9 0,4 4 184 16,5 5-88-16,3 7-43 0,1 2 0 0,4 1 133 16,-1 5-95-16,3 3-36 0,1 4 36 15,-2 0 379-15,1 4-157 0,1-1-119 0,-1 2 100 0,-1 0-111 16,-2 3-51-16,-1 7 134 0,-4 2-93 16,0 4-45-16,-1 3-15 0,-4 3 247 0,-3 3-140 15,-1 3-157-15,0 0-18 0,0 2 0 16,0 0 0-16,-1 0 0 0,1 1 0 15,2-1 0-15,2-2 0 0,0-6 0 0,1 3 0 0,2-3 0 16,1-2 0-16,-1-4 0 0,-3-5 0 16,1-2 0-16,-2 0 0 0,-2-7-397 0,-1 1 102 15,0-3 134-15,-2 0 38 0,0 0-176 0,0 0 136 0,-10-5 62 16,-1-6-42-16,-2 2 53 16,-2-4 27-16,-2-2-9 0,-4-3-12 0,2-6 24 15,-1 2 0-15,1-4 0 0,3 3 24 0,0 4-9 16,0 1 9-16,2 3 158 0,1 2-78 0,3 6-41 15,1-1 1-15,2 4 407 0,1 0-209 16,2 2-70-16,0 2-64 0,2 0 229 0,2 0-130 16,0 0-57-16,0 4 102 0,0 5-89 0,0 1-43 0,0-1-39 15,2 4-5-15,2 1 9 0,2-2-9 0,2 3-61 16,-1 1 30-16,-2-4 1 0,4 3 30 0,-6 1-146 16,4-3 69-16,-3 3 39 15,0-4-1-15,-2 2-213 0,-1-4 109 0,1 2 23 16,-2 2-32-16,0-2 27 0,-3 1 33 0,-8-2-54 15,-3 1 37-15,-1-3-9 0,-4 1 46 0,-3 1-7 16,-4-4 8-16,0 0-1 0,-5 1 0 0,0-3 25 16,-3 1 8-16,-2-1-33 0,3-4 0 15,1-1 133-15,2 0-64 0,5 0-27 0,2 0 135 0,4 0-63 16,4-1-46-16,6-4 379 0,3 2-195 16,2-1-63-16,4 2-65 0,2-3 151 0,15 0-239 15,10 4 0-15,5-2 0 0,7 0 0 0,12 0 0 16,1 2 0-16,10 0 0 15,-2-1 0-15,4 2 0 0,-6-2 0 0,18-2 0 0,-9 0 0 16,-3 1 0-16,0-3 0 0,-11 2 0 16,3-1 0-16,-2-3 0 0,-1 1-258 0,0-1-157 0,0-2 167 15,-5-3 97-15,-4-2-944 0</inkml:trace>
  <inkml:trace contextRef="#ctx0" brushRef="#br0" timeOffset="99850.1">20916 6985 3061 0,'9'-14'0'0,"12"8"0"16,11 5 0-16,2-3 0 0,-3-2 0 0,3 3 0 0,-2 3 0 0,-2 0 0 0,0 0 0 0,-2 0 0 0,4 0 124 0,-2 3 260 0,-3 4-174 0,-6-1-88 15,0-1-92-15,-3 3-437 0,-7-2 206 0,-3-1 114 0,-2 1-825 16,-5 0 474-16,-1 1 236 15</inkml:trace>
  <inkml:trace contextRef="#ctx0" brushRef="#br0" timeOffset="100000.07">21036 7091 2799 0,'-30'11'0'0,"14"3"0"0,2-1 0 0,3-2 0 0,1 1 0 0,6 0 0 0,4 1 0 0,0 0 0 0,0 1 0 0,9 0 0 0,2 1 158 0,-1-3-53 0,4-1 4 16,-1-2-37-16,2 1 0 0,2-2-37 0,-2-3-429 0,2-2 223 15,-2-3 99-15,2 0-789 0,0 0 435 16,1 0 217-16</inkml:trace>
  <inkml:trace contextRef="#ctx0" brushRef="#br0" timeOffset="100257.39">21263 7222 2175 0,'5'0'0'0,"-3"0"0"0,-1 0 0 0,-1 0 0 0,0 0 0 16,-3 0 0-16,-11 2 0 0,-1 4 0 0,-7 2 0 0,1-1 0 0,-9 6 263 0,-1 3-113 0,0-4-58 0,-1 3 122 0,-2 1-89 0,2-4-36 15,-2 2-32-15,3-3 70 0,0-1-46 0,3-6-23 16,7 0 0-16,1-1 54 0,6-1-44 0,4-2 1 16,2 0 95-16,5 0-135 0,1 0-29 0,2 0 0 15,2 0 0-15,16 0 0 16,8 0 0-16,6 0 0 0,9 0 0 0,-3 0 0 0,13 0 0 16,-2 0 0-16,4 0 0 0,-1 0 0 15,-3 0 0-15,-6 0 0 0,8 0 0 0,-18 0 0 0,3 0-523 16,-6 0 205-16,-9 0 142 15,-6 0-465-15,-2 0 307 0,-7 0 149 0,-4 0 75 16,-2 0-417-16,-4 0 245 0,-12 0 115 0,-5-2 70 16</inkml:trace>
  <inkml:trace contextRef="#ctx0" brushRef="#br0" timeOffset="100442.77">21114 7159 2745 0,'-12'-10'0'0,"6"4"0"0,3 3 0 0,-1 1 0 0,2 0 0 0,0 2 0 0,2 5 0 0,0 16 0 0,0 6 0 0,0 5 0 0,0 11 395 0,0 0-180 0,2 4-90 16,-2 3-45-16,0 2 291 0,0-2-371 0,0 0 0 16,0-2 0-16,-3-3 0 0,3-2 0 15,0-7 0-15,0 1 0 0,0-4-3 0,0-6-189 16,0-3 113-16,0-6-775 0,0-5 363 0,3-4 241 16,3-5-560-16,3-4 387 0,1-1 194 0</inkml:trace>
  <inkml:trace contextRef="#ctx0" brushRef="#br0" timeOffset="100902.15">21521 6911 1731 0,'25'-23'0'0,"-2"6"0"0,0 5 0 0,-2-2 0 0,-3 4 0 0,0 5 0 0,-4 1 0 0,0 2 0 0,-1 2 0 0,-2 0 0 0,-3 6 361 0,-5 7-167 0,-1 4-79 0,-2 9-40 16,0 2 286-16,-16 12-163 0,-1 1-73 15,-4 6 358-15,1 4-224 0,2-1-230 0,2 4-29 16,0-4 0-16,7-7 0 0,-1 8 0 0,5-8 0 16,3-9 0-16,2 2 0 0,0-5 0 0,0-5 0 0,0 1 0 15,2-7 0-15,1-4 0 0,2-4 0 16,-1-5-19-16,-3-2 24 0,1-3-684 0,0-2 299 16,0 0 173-16,-2-2 86 0,0-10-78 0,0-6 73 15,-2-7 50-15,-5 2 0 0,-3-6-82 0,2-3 61 16,-3-9 31-16,5 5 57 0,-1-11 8 15,3 3-34-15,4 9 107 0,0 0-54 0,0 3-26 16,6 7-9-16,11-3 368 0,1 8-173 0,5 5-102 16,5-1 15-16,4 7 243 0,5 1-126 0,11 5-91 15,-2 1-41-15,2 2 46 0,1 0-43 16,-3 7-1-16,-6 7 116 0,7 4-84 0,-8 5-37 16,-5 4 19-16,-10-2-92 0,3 5 0 0,-6 2 0 15,-5 3 0-15,-2-2 0 0,-3 1 0 16,-4-3 0-16,-1 1 0 0,-3-5 0 0,-1 5 0 15,-2-10 0-15,0 3 0 0,0-4 0 16,0-5 0-16,0-2 0 0,0-3-233 0,-2-4 109 16,-1 0-9-16,-1-4-701 0,-1-1 392 0,-3-2 207 15,-2 0-513-15</inkml:trace>
  <inkml:trace contextRef="#ctx0" brushRef="#br0" timeOffset="101083.37">21769 7143 3021 0,'-14'-2'0'0,"5"2"0"0,2 0 0 0,0 5 0 0,0 6 0 0,2 2 0 0,3 3 0 0,2 5 0 0,0 2 0 0,0 3 0 0,0 1 303 0,0-2-134 0,0 0-8 16,0-4-63-16,2 2-23 0,3-5-9 0,2-1-671 0,-2-8 319 16,0 2 161-16,1-5 80 0,-1-4-760 15,2-2 409-15,2 0 95 0,-2-5 139 0</inkml:trace>
  <inkml:trace contextRef="#ctx0" brushRef="#br0" timeOffset="101432.78">21844 7239 2035 0,'1'-11'0'0,"1"5"0"0,0 2 0 0,-2 3 0 0,0-1 0 0,0 2 0 0,0 0 0 0,0 3 0 0,0 9 0 0,-2-1 0 0,2 4 172 0,0 3 315 0,0-1-226 16,0 3-113-16,0 1 46 0,0-2-79 0,0 1-32 15,0-1-8-15,0 0 16 0,0-3-28 0,0 1-1 0,0-2-27 16,0 0-62-16,0-2 26 15,2 1 1-15,-2-3 35 0,3 3-197 0,-1-4 99 16,0 2 57-16,1 0-185 0,-1 0 103 0,2-1 50 0,-3 1-62 16,1-3 44-16,-2 0-7 0,0 1 0 0,0-3 63 15,0 0-48-15,-3 1 13 0,-6-2 1 0,-5-1 98 16,-3-1-35-16,-2-2-28 16,-2 0 7-16,1 0 145 0,-4-2-66 0,1 0-44 15,-2 0 223-15,7 0-123 0,-1 0-43 0,3 0-37 0,5 0 30 16,2 0-93-16,2 0 0 0,3 0 0 15,3 0 0-15,1 0 0 0,0 0 0 16,0 3 0-16,12 0 0 0,13 1 0 0,3-1 0 16,11-1 0-16,-1 1 0 0,15-3 0 0,-2 3 0 15,1-3 0-15,0 0 0 0,5 1 0 0,-1-1 0 16,0 2-223-16,-1 2 69 0,-1 0-1102 0,1-1 611 16</inkml:trace>
  <inkml:trace contextRef="#ctx0" brushRef="#br0" timeOffset="102159.47">22890 6749 2064 0,'-11'-6'0'0,"0"6"0"0,1 0 0 0,-5 6 0 0,-2 4 0 0,-6 4 0 0,-2 3 0 0,-3 6 0 0,1-2 0 0,-3 5 0 0,2 0 83 0,1 2-23 15,1-1-42-15,1-3 18 0,5 1 0 0,5-6 61 16,0-1-36-16,3 1 1 0,3-2-26 0,6 2 189 16,1 0-94-16,2-2-38 0,0 3-34 0,0 4 161 15,5-1-92-15,4-1-46 0,1 4-23 16,-4-5 152-16,3 8-88 0,-4-4-76 0,0 2-47 0,-3-1 0 15,-2-1 0-15,0-2 0 16,0 0 0-16,0 1 0 0,-7-4 0 0,0-1-340 16,2-4 154-16,-1-4 74 0,1-3 64 0,0-3-693 15,1-1 353-15,3-4 176 0,1 0-371 0,0-4 265 16,0-9 145-16,0-6 68 0,0-5-205 0,1 0 136 16,1-6 69-16,0-4 14 0,1 0 46 0,-3-4 45 15,0 1 0-15,0-1 47 0,0 2-59 16,0 12-10-16,0-2 9 0,0 5 438 0,0 3-249 0,0 6-106 15,0 1 610-15,2 2-269 16,9 5-191-16,3-2-93 0,5 4 292 0,2 0-191 16,6 0-96-16,-5 2 73 0,6 0-89 0,-2 0-40 15,1 2 0-15,-3 7 96 0,-5-4-68 0,0 5-25 16,-2 2-8-16,-4-2 57 0,-2 5-112 0,-6-1-16 16,2 3 0-16,-6 2 0 0,1 0 0 0,-2 1 0 15,0 1 0-15,0 1 0 16,0-1 0-16,0 1 0 0,0-1 0 0,0 1 0 0,0-2 0 0,0 0 0 15,0-1 0-15,0 0 0 16,2 0 0-16,3-2 0 0,-1-2 0 0,0 0 0 16,-1-2 0-16,-1-1-334 0,1-3-144 0,-1 0 220 15,0-4-629-15,-2 1 426 0,0-2 203 0</inkml:trace>
  <inkml:trace contextRef="#ctx0" brushRef="#br0" timeOffset="102322.42">22580 7409 2259 0,'-13'0'0'0,"3"0"0"0,3 0 0 0,1 0 0 0,5 0 0 0,-1 0 0 0,2-2 0 0,0-1 0 0,3 2 0 0,13-1 0 0,4 0 85 0,1-2 85 0,5 0-71 16,1 1-32-16,-2-1 1 0,2 0-32 16,-6 3-480-16,2-1 249 0,-5 2 111 0,-1 0-687 0,-8 0 380 15</inkml:trace>
  <inkml:trace contextRef="#ctx0" brushRef="#br0" timeOffset="102450.31">22734 7463 1718 0,'-18'12'0'0,"-1"-1"0"0,3-1 0 0,2-2 0 0,1-1 0 0,5-3 0 0,0 1 0 0,5-4 0 0,1-1 0 0,2 3 0 0,0-3 174 16,0 0-61-16,5 0-42 0,6 0-1 0,5-3-229 0,-2-1 97 0,4-3 50 16,-1-1 33-16,1-1-242 15,7-4 128-15,-2-2 65 0,0-2-544 0</inkml:trace>
  <inkml:trace contextRef="#ctx0" brushRef="#br0" timeOffset="102860.09">23183 6909 1880 0,'6'-13'0'0,"-1"3"0"0,-1 7 0 0,-2-1 0 0,-1 3 0 0,-1 1 0 0,0 0 0 0,-5 8 0 0,-4 5 0 0,-2 4 0 0,-1 2 85 15,-1 2 239-15,-2-3-145 0,4-1-62 0,-3 2 144 0,3 0-113 16,2-3-56-16,4-8-27 0,0 4 57 0,3-1-34 15,2-2-9-15,0-1 28 0,0 1-35 0,7-1 0 16,6-1-36-16,-1 3 39 0,6-1-9 0,-1 4-30 16,3 0-9-16,-1 4-27 0,-1 1 0 0,-4 0 0 15,4 8 0-15,-6 1 0 0,1 1 0 0,-3 2 0 16,-5 0 0-16,-1 0 0 16,-2 0 0-16,0 0 0 0,-2-1 0 0,0-2 0 15,-4 2 0-15,-5-7 0 0,-3 4 0 0,-1-3 0 16,0-6 0-16,0 2 0 0,-5-5 0 0,4-4 0 15,-2-2 0-15,0-3 0 0,-1-3 0 0,-1-2 0 16,0 0 0-16,2 0 0 0,-2-3 0 0,4-9 0 16,0 2 0-16,3-9 0 0,1 3 0 0,3-3 0 15,1 0 0-15,5 1 0 0,1 0 0 16,0 4 0-16,0 0 0 0,3 1 0 16,6 4 0-16,3-1 0 0,1 3 0 0,3 2 0 15,-4-3 0-15,4 4-149 0,0-1 50 0,2-1 35 16,-4 3-283-16,3-4 155 0,0 1 78 0,0 1-670 15,3-4 378-15,3-5 185 0</inkml:trace>
  <inkml:trace contextRef="#ctx0" brushRef="#br0" timeOffset="103217.68">23808 6699 2619 0,'0'0'0'0,"0"0"0"0,0 3 0 0,0 3 0 0,0 0 0 0,0-2 0 0,2 5 0 0,2-2 0 0,1 0 0 0,2 5 0 15,-2-1 88-15,-1 0 83 0,0 4-59 0,-1-1-42 0,-1-1 0 0,-2 0-462 16,0 2 214-16,0-4 108 0,-7 3-505 0,-4-3 301 16,-5-2 155-16,0 0-303 0,-3-1 158 0,-2-2 114 15,1-3 48-15,-8 3 97 0,3-4 0 0,0 2-31 16,4-3 0-16,-1 2 128 0,3-1-73 0,5-1-23 15,4 0 0-15,1-1 339 0,5 3-185 0,4-1-94 16,0 2 524-16,2-3-277 0,10 4-130 0,11-4 176 16,4 1-156-16,5 0-79 15,1-2-29-15,5 0 94 0,0 0-71 0,7 0-36 16,-4 0-1-16,-8 0-39 0,6-2 13 0,-6-1-9 16,-3-2 0-16,-8 4-290 0,1-1 145 0,-4 0 72 15,-8 2-658-15,1 0 351 0,-6 0 106 16,-5 0 113-16,-1 0-569 0</inkml:trace>
  <inkml:trace contextRef="#ctx0" brushRef="#br0" timeOffset="103376.63">23839 6943 1875 0,'-11'8'0'0,"1"2"0"0,2 3 0 0,3 1 0 0,-2-1 0 0,1 4 0 0,-2 3 0 0,2-1 0 0,-1 5 0 0,-2-1 0 0,-1-3 233 0,-5 3-102 0,4-3-48 0,-2-2 29 16,0-1-38-16,-1-1 0 0,2-1-208 0,2-5 81 15,2-2 44-15,3-5-470 0,1 1 258 0,4-4 138 16,0 0 55-16,0 0-694 0</inkml:trace>
  <inkml:trace contextRef="#ctx0" brushRef="#br0" timeOffset="103688.49">23851 7091 2239 0,'18'-2'0'0,"1"-1"0"0,1 3 0 0,-1 0 0 0,4 0 0 0,0 0 0 0,4 5 0 0,3-1 0 0,0 2 0 0,0-1 0 15,0-1 234-15,-2 3-98 0,-5-3-51 0,0 2-102 0,-5-2 26 0,-4-1 10 16,-1 1-196-16,-6-2 107 0,-3 1 53 16,-3 0 27-16,-1-3-563 0,0 1 301 15,-5-1 138-15,-8 0-549 0,-2 0 313 0,-2 0 158 16,0 0 77-16,-1-1-13 0,2-4 68 0,0 0 36 16,0 0 24-16,2-1 0 0,2 5 0 0,3-2 0 15,0 0 351-15,-1 3-212 0,2 0-88 0,1 6-43 16,-2 3 213-16,1 4-45 0,0 3-88 0,-2 5 417 15,-4 2-235-15,1-1-116 0,-4 3-60 0,0 1 256 16,-4 1-161-16,-3 0-76 0,0-1-39 0,-2 1 103 16,-1-3-71-16,-1-2-25 15,0 0-245-15,-1-4 100 0,5 0 50 0,6-7 25 16,-3-2-259-16,5-2 151 0,3-3 62 0,4-1-715 16,2-3 369-16,2 0 108 0</inkml:trace>
  <inkml:trace contextRef="#ctx0" brushRef="#br0" timeOffset="103866.99">23653 7270 1863 0,'0'-7'0'0,"1"0"0"0,1 4 0 0,4 1 0 0,-1 2 0 0,7 0 0 0,-1 0 0 0,10 7 0 0,2 6 0 0,2 4 0 0,12 6 769 16,-5-2-358-16,10 6-191 0,-2 0 417 0,2 1-606 16,0-2-31-16,-1 2 0 0,-4-5 0 0,9 3 0 15,-5-3 0-15,-1-2 0 0,-6-4 0 0,0 0 0 16,-8-6 0-16,4 2-101 0,-10-5-198 0,1-3 167 15,0-4 84-15,-4-1-965 0,-2 0 478 0</inkml:trace>
  <inkml:trace contextRef="#ctx0" brushRef="#br0" timeOffset="104187.63">24791 6853 2846 0,'-2'-2'0'0,"-2"2"0"0,1 0 0 0,-7 0 0 0,-7 12 0 0,-6 0 0 0,1 4 0 0,-3 6 0 0,-2 0 0 0,-3 4 0 0,2 1 185 0,0-5-79 15,8 3 156-15,6-8-114 0,0 1-56 0,7-3 14 16,5-4-27-16,0 1-9 0,2-3-35 0,0 1-79 16,9-4 39-16,7-1 0 0,0-2 49 0,1 2-107 15,1-2 49-15,-2 1 25 0,-2 0-1 0,-3 0 3 16,0 2-2-16,-4-3-44 0,-1 2 97 0,-2 3-51 15,-2-2-13-15,0 2 0 0,-2 1 0 0,0-2 0 16,0 4 0-16,-4-1 0 0,0-3 0 0,-1 3 0 16,4-1 0-16,1 1 0 0,-2-1 0 0,2 0 0 15,0-1 0-15,0-1 0 16,0 1 0-16,2-1 0 0,4 1-765 0,0 1 272 16,1-1 228-16,0 1-676 0</inkml:trace>
  <inkml:trace contextRef="#ctx0" brushRef="#br0" timeOffset="104326.01">24562 7546 2510 0,'-20'5'0'0,"7"0"0"0,6 0 0 0,2-4 0 0,1-1 0 0,2 0 0 0,2 0 0 0,0 0 0 0,4 0 0 0,10-1 0 0,5-3 442 0,4-4-204 0,2 0-101 16,-2-1-485-16,0 1 201 0,9-6 86 0,-4 3 49 15,2-3-371-15</inkml:trace>
  <inkml:trace contextRef="#ctx0" brushRef="#br0" timeOffset="104504.46">24896 6961 3336 0,'9'-5'0'0,"10"3"0"0,6 0 0 0,-1-1 0 15,-1-1 0-15,1 0 0 0,0-1 0 0,1 3 0 0,-1 0 0 0,3-1 0 0,-2 2-82 0,-4-1 59 16,0 2 29-16,0 0-355 0,-4 0 188 0,-5 2 98 0,-2 5 49 0,-2 3-975 0</inkml:trace>
  <inkml:trace contextRef="#ctx0" brushRef="#br0" timeOffset="104661.82">24874 7157 2004 0,'-4'5'0'0,"4"1"0"0,0-4 0 0,5-2 0 0,7 0 0 0,3 0 0 0,0 0 0 0,7 0 0 0,-2 0 0 0,1 0 0 0,2-2 88 0,-5-2-188 0,3 1 68 0,-5-1 42 16,0 0-465-16,-7 3 235 0,1-4 119 0,-2 1 58 15,-2-1-283-15,-3-2 150 0</inkml:trace>
  <inkml:trace contextRef="#ctx0" brushRef="#br0" timeOffset="104985.71">25122 6752 2266 0,'-2'-9'0'0,"-2"7"0"0,0 2 0 0,-1 0 0 0,-1 8 0 0,-2 13 0 0,1 4 0 0,-2 13 0 0,3 0 0 0,0 11 0 0,-1 5 195 0,3 14 455 16,1-4-308-16,3 2-153 0,0-3-78 0,0 1 67 16,5-11-178-16,8 2 0 0,6-5 0 0,3-3 0 15,2-5 0-15,5-2 0 0,-5-11 0 0,5-1 0 16,-3-3 0-16,-1-7 0 0,-4-5-6 0,2-3-171 15,-1-6 114-15,-3-4-508 0,-1 0 222 0,-6 0 157 16,-1-9 79-16,-2-3-63 0,-6-3 62 0,-1-4 44 16,-2-1 0-16,0 1 117 15,-9 2-41-15,-5 1 0 0,-4 2-49 0,-5 0 127 16,-1 7-59-16,-7 3-30 0,0 3 362 0,-12 1-151 16,4 0-117-16,-11 0 323 0,-1 10-188 0,-2 0-95 15,0 3-47-15,-2-1-210 0,12-1 90 0,-8 2 32 16,19-6 0-16,0 3-508 0,9-7 274 0,3 3 113 15,9-6 83-15</inkml:trace>
  <inkml:trace contextRef="#ctx0" brushRef="#br0" timeOffset="105151.1">25384 6539 3378 0,'14'0'0'0,"6"7"0"0,2 12 0 16,-4-2 0-16,-7 1 0 0,-6 0 0 0,-1 4 0 0,-2 5 0 0,0 1 0 0,-2 2 0 0,0 13-30 0,0 2 32 0,0 5 0 15</inkml:trace>
  <inkml:trace contextRef="#ctx0" brushRef="#br0" timeOffset="105283.93">25903 7792 342 0,'-8'0'0'0,"8"0"0"0,11 0 1966 0,4 0-983 0,-10 0-491 0,-5 0-344 0,0-2-148 0,0 0 0 0,-16 2 0 0</inkml:trace>
  <inkml:trace contextRef="#ctx0" brushRef="#br0" timeOffset="106270.72">11234 7703 3931 0,'-10'-4'0'0,"8"2"0"0,2 2 0 0,0 0 0 0,-1 0 0 0,1 0 0 0,0 0 0 0,3 5 0 0,11 0 0 0,1 5 0 0,2-1 0 0,-1 0 0 0,3 2 0 15,-1 1 0-15,0 1 0 16,-1-1 0-16,-4 0 0 0,1 3 0 0,-5 0 0 0,-2 0-312 16,0 4-151-16,0-1 251 0</inkml:trace>
  <inkml:trace contextRef="#ctx0" brushRef="#br0" timeOffset="106414.17">11311 8132 3931 0,'-11'0'0'0,"6"0"0"0,3 0 0 0,2 0 0 0,0 0 0 0,0 0 0 0,0 0 0 0,0 0 0 0,2-3 0 0,8 1 0 0,6 1 0 16,0 1 0-16,0 0 0 0,0 0 0 0,3 0 0 15,0 0 0-15,-2 1 0 0,-1 7 0 0,5 9-282 16</inkml:trace>
  <inkml:trace contextRef="#ctx0" brushRef="#br0" timeOffset="131619.69">7960 5528 1190 0,'-4'-1'-16'0,"-1"-6"5"0,1 2 3 0,-1 3 3 0,1-1 1 0,0 1 0 0,3-1 2 0,-1 2 0 0,-1 0 1 0,3-2-4 0,0 3 103 0,0 0 15 16,0 0-58-16,0 0 29 0,0 0-29 0,0 0 1 15,0 0-1-15,0 0 58 0,0 0-14 0,0 0-43 16,0 0 0-16,0 0 42 0,3-2 1 0,-1 2-29 16,-2 0 90-16,1 0-52 0,-1 0 0 0,0 0 21 15,0 0-37-15,0 0 14 0,0 0-50 0,0 0 87 16,0 0-43-16,0 0 0 0,0 0-44 0,0 0 53 16,0 0-14-16,2 0 16 0,-2-1 0 0,2-1-56 15,0 0-2-15,0 0-53 0,1 0 0 0,-3 1 0 16,2-2 0-16,1 3 0 0,-3 0 0 0,1 0 0 15,-1 0 0-15,0 0 0 0,2 0 0 0,-1 0 0 16,3 0 0-16,3 0 0 16,-2 0 0-16,2 0 0 0,1 0 0 0,2 0 0 15,0 0 0-15,5 0 0 0,2 0 0 0,1-1 0 16,0-1 0-16,2-1 0 0,-3 3 0 0,2-1 0 16,1 1 0-16,-2-2 0 0,-1 2 0 0,-1-2 0 15,2 2 0-15,-1 0 0 0,1 0 0 16,0-1 0-16,4 1 0 0,2-3 0 0,-3 3 0 0,6-2 0 15,-4 1 0-15,4-1 0 16,-4 0 0-16,-1 2 0 0,4 0 0 0,-2 0 0 16,1 0 0-16,-2 0 0 0,1 0 0 0,0 0 0 15,-1 0 0-15,7 0 0 0,-5 0 0 0,2 2 0 16,-2 1 0-16,4-1 0 0,-8 1 0 0,11 0 0 16,-2 0 0-16,1 0 0 0,-3 0 0 0,2 0 0 15,0 0 0-15,0-1 0 0,2 2 0 0,-4-3 0 16,1 1 0-16,-1 2 0 0,-4-3 0 0,5 2 0 15,-4-3 0-15,1 2 0 0,-1-2 0 16,0 0 0-16,-2 1 0 0,5-1 0 16,-5 2 0-16,2-2 0 0,1 0 0 0,0 2 0 15,-4 1 0-15,5-1 0 0,-2-1 0 0,1 1 0 16,2-2 0-16,1 2 0 0,-1-2 0 0,2 0 0 16,-2 0 0-16,2 0 0 0,-3 0 0 0,-2 0 0 15,-2 0 0-15,4 0 0 0,-3 0 0 0,-4 0 0 16,1 0 0-16,2 0 0 0,-5 0 0 0,3 0 0 15,-2 0 0-15,-2 0 0 0,-2 0 0 16,2 0 0-16,-2 0 0 0,0 0 0 16,-2 0 0-16,0 0 0 0,-4 0 0 0,3 0 0 15,-5-2 0-15,1 0 0 0,-2 1 0 0,-2-1 0 16,-1 2 0-16,-1-3 0 0,0 3 0 0,0 0 0 16,-2 0 0-16,0 0 0 0,0 0 0 0,0 0 0 15,0 0 0-15,0-2 0 0,0 2 0 0,0 0 0 16,0 0 0-16,-4 0 0 0,-15 0 0 0,-9 5 0 15,-10 15-336-15,-20 17-41 16,-20 29 161-16</inkml:trace>
  <inkml:trace contextRef="#ctx0" brushRef="#br0" timeOffset="140316.87">10062 9067 3391 0,'-17'-6'0'0,"4"5"0"0,1 1 0 0,3 0 0 0,5 0 0 0,1 0 0 0,1 0 0 0,2 0 0 0,0 0 0 0,15 0 0 0,9 0 112 0,5 0 136 0,3 0-111 0,10 0-94 15,2 0-43-15,-1 0 0 0,3 0 0 0,-9 0 0 16,9 0 0-16,-9-3 0 0,4 2 0 16,-4-1 0-16,0-1 0 0,-6 0 0 15,-5 1 0-15,-3 0 0 0,-2 2 0 0,-8 0 0 0,-4 0-119 16,-1 0-772-16,-6 0 427 0,-2 0 214 0,0 6 107 16,-9 0-279-16,-7 1 183 0</inkml:trace>
  <inkml:trace contextRef="#ctx0" brushRef="#br0" timeOffset="140482.79">10195 9166 3325 0,'-12'19'0'0,"-2"6"0"0,7-7 0 0,-2-1 0 0,5 0 0 0,1-1 0 16,3-5 0-16,0 3 0 0,3 0 0 0,6-3 0 0,4 0 216 0,1-2-89 0,2-2-38 0,1 1-383 15,0 0 165-15,2-3 82 0,-3 1 42 0,1-3-696 16,1-3 377-16,0 0 176 0,1 0 92 0,-1-1-316 15,-2-8 19-15</inkml:trace>
  <inkml:trace contextRef="#ctx0" brushRef="#br0" timeOffset="140781.51">10535 9185 2193 0,'6'-6'0'0,"-1"4"0"0,0 2 0 0,-3 0 0 0,0 0 0 0,-2 0 0 0,0 6 0 0,-2 4 0 0,-8 3 0 0,1 2 0 0,-6 3 378 0,-2 1-171 0,-3 4-85 16,-3 2-34-16,-2-2-75 0,-5 6 0 0,0-3 23 0,-4 0 0 31,1-3-41-31,-1-4 9 0,-8 1 32 0,5-7 111 0,5-3-55 0,-2-2-28 0,4-1 0 16,5-4 94-16,3-3-65 0,5 0-29 15,8 0 64-15,1 0-128 0,4 0 0 0,4 0 0 16,2 0 0-16,20 0 0 0,3-7 0 0,7 0 0 16,7 1 0-16,13 0 0 0,-4-1 0 0,3 1 0 0,2-2 0 15,0 4 0-15,0-2 0 0,-3 0 0 16,-4 0 0-16,-9 4 0 0,0 0 0 15,-7 1 0-15,-8 1 0 0,-3 0 0 0,-8 0-90 16,1 0-252-16,-9 0 150 0,-1 0 78 0,-2 0-593 16,0 0 339-16,-2 0 166 0,-10-2 84 0,0-3-485 15,-1-8 284-15</inkml:trace>
  <inkml:trace contextRef="#ctx0" brushRef="#br0" timeOffset="140965.04">10389 9137 3197 0,'-15'-3'0'0,"3"3"0"0,1 0 0 0,0 11 0 16,4 4 0-16,-1 2 0 0,5 4 0 0,0 7 0 0,3 0 0 0,0 5 0 0,0 2 239 0,0 4-92 0,0 8-60 0,3-1 174 0,0-3-261 0,0 2 0 15,2-2 0-15,-1-7 0 0,-2 3 0 16,-1-1 0-16,3-3 0 0,0-3 0 0,-3-4-49 16,3-5-14-16,2 0-692 0,0-6 327 15,-1-8 216-15,3-1-626 0,1-8 400 0,3 0 193 16,-1-16 109-16</inkml:trace>
  <inkml:trace contextRef="#ctx0" brushRef="#br0" timeOffset="141443.13">10847 8937 2575 0,'17'-5'0'0,"-4"0"0"0,-1 2 0 0,-3-1 0 0,-2 2 0 0,1 1 0 0,-5 1 0 0,2 0 0 0,-3 0 0 0,0 1 0 0,-2 10 200 0,0 3-83 0,-2 4 216 15,-10 5-140-15,-1 5-83 0,-6 6-37 0,1 2 257 16,0 1-330-16,-1 2 0 0,6-3 0 0,-3 9 0 16,6-9 0-16,3 4 0 0,3-3 0 0,2-1 0 15,2-3 0-15,0-2 0 0,0-3 0 16,2-2 0-16,2-4 0 0,3-2 0 0,-1-2 0 0,0-5 0 16,-2-3 0-16,-3-3 0 0,1-3 0 15,0-2 0-15,0-2 0 0,-2 0-87 16,0-3-59-16,0-13 57 0,-2-6-60 0,-3-2 56 15,1-8 20-15,-2-8-1 0,6-1 0 0,0-2 38 16,0-1 0-16,1 10-8 0,9-1-1 0,5 3 9 16,4 3 0-16,4 5 210 0,2 4-105 0,4 2-52 15,3 5-36-15,1 2 371 0,2 2-159 0,0 3-97 16,1 5 40-16,0-2-136 0,-5 3 0 16,-1 0 0-16,-1 10 0 0,-3 3 0 15,-1 4 0-15,-5 1 0 0,-5 1 0 0,2 5 0 0,-4 3 0 16,-2 0 0-16,-2 0 0 0,1 2 0 15,-4 1 0-15,1-1 0 0,-1 2 0 0,-3 1 0 16,2-2 0-16,-1 2 0 0,-3-1 0 16,1-4 0-16,0 1 0 0,-2-1 0 0,0-3 0 0,0-3 0 15,0-4 0-15,-2-3 0 0,-7-2-26 0,-1-7-791 16,-3-1 391-16,-4-1 195 0,-1-3 88 0,-7 0-571 16,1-10 339-16,-8-15 170 0</inkml:trace>
  <inkml:trace contextRef="#ctx0" brushRef="#br0" timeOffset="141610.6">10911 9210 2881 0,'0'-3'0'0,"0"3"0"0,0 0 0 0,0 6 0 0,3 3 0 0,4 7 0 0,-2 0 0 0,3 1 0 0,1 1 0 0,-1 6 0 0,1 0 132 0,-2-6 356 0,-1 8-231 0,-1-7-110 16,2 5-121-16,-4-4-133 15,1 1 40-15,0-3 60 0,-3-1 17 0,1-4-666 16,0-5 346-16,0-1 173 0,-2-6-672 0,0-1 332 15,0 0 226-15,0-11 96 0</inkml:trace>
  <inkml:trace contextRef="#ctx0" brushRef="#br0" timeOffset="142053.79">11022 9207 2678 0,'5'-5'0'16,"-1"3"0"-16,0 2 0 0,1 0 0 0,2 3 0 0,-2 9 0 0,1 3 0 0,-1 0 0 0,2 0 0 0,2 4 0 0,-2-1 186 0,-2 3-75 0,1 0-37 0,0-2 128 15,-2-1-82-15,-2 1-34 0,-1-1-8 0,1-2-280 16,-2-3 119 0,0-1 59-16,0-1 30 0,-2-4-309 0,-5-1 165 0,-1-2 87 15,-3-3-195-15,0-1 70 16,-1 0 87-16,5 0-61 0,-2-1 62 0,-1-7 26 0,1-1 0 0,5 4 88 0,0-1-31 16,-1 2-9-16,3 1-22 15,2 0 211-15,0 1-105 0,0 0-52 0,0 2-27 0,0 0 284 0,2 0-103 16,3 7-79-16,3 2 102 0,-1 0-80 15,3 2-39-15,-3 0-9 0,-1 2-31 0,-1 0 0 0,1 2 0 0,-5-1-38 32,-1 1 0-32,0 0 47 0,0 2-9 0,0-2-87 0,-10 0 43 0,-1 2 0 15,-1-4-63-15,-3 0 51 16,-2-3 3-16,0 0 0 0,-2-2 5 0,1-3 18 0,1 1-16 0,-1-4 140 16,2 1-62-16,2-2-30 0,5 2 6 15,0-3 96-15,4 0-45 0,1 0-40 0,1 0 3 0,3 0 183 16,0 0-241-16,7 0 0 15,9 0 0-15,7 0 0 0,3 0 0 0,4 0 0 0,2 0 0 0,4-3 0 16,1-1 0-16,7-1 0 0,-3-1 0 16,0-1 0-16,1-3 0 0,1 1 0 0,-8 0 0 15,13-4 0-15,-7-5 0 0,1 3-70 0,0-2-202 16,-2-1 125-16,-5-1 2 0,4-5-785 16</inkml:trace>
  <inkml:trace contextRef="#ctx0" brushRef="#br0" timeOffset="142233.87">11608 8843 3593 0,'0'-3'0'0,"0"1"0"0,4 2 0 0,7 0 0 0,2 0 0 0,4 0 0 0,5 0 0 0,1 0 0 0,9 0 0 0,-2-2 0 0,2 0 338 0,2 0-338 0,-2-2 0 0,0 1 0 15,-2-1 0-15,-2 0 0 0,0 0 0 0,-7 2-336 16,-1 1-5-16,-6 1 196 0,-3 0-910 15,-6 0 529-15</inkml:trace>
  <inkml:trace contextRef="#ctx0" brushRef="#br0" timeOffset="142532.31">11725 8986 2187 0,'-21'15'0'0,"6"2"0"0,5-2 0 0,1-2 0 0,5-3 0 0,3-1 0 0,-1 0 0 0,2-3 0 0,0-1 0 0,0 2 0 0,0-5 182 0,0 1-64 0,0-1-45 0,0-2-69 15,2 0 32-15,-2 0-1 0,0 0-9 0,0 0 19 16,0-5-10-16,1-4 18 0,3 0-17 0,5 0 0 16,5-2-1-16,0-1 53 0,9 1-10 0,2 2-42 15,3-1-1-15,2 3 80 16,0 1-40-16,2 2 10 0,-2 2-50 0,-3 2-35 16,2 0 35-16,-10 0 1 0,4 6-38 0,-7 3 9 15,-4 0 28-15,-5 3-110 0,-5-1 55 0,-2 4 24 16,0 0 0-16,-7-2-114 0,-14 2 61 0,0-3 12 15,3-3 23-15,-5-1-152 0,0-5 79 0,1 2 15 16,-2-5 30-16,3 0-301 0,0 0 153 0,2-3-299 16,2-6 226-16,4-6 105 0,0-12 66 0,5-5-206 15,3-11 131-15</inkml:trace>
  <inkml:trace contextRef="#ctx0" brushRef="#br0" timeOffset="142724.44">11773 8457 2793 0,'2'-11'0'0,"1"3"0"0,2 6 0 0,-3 2 0 0,0 6 0 0,-1 16 0 0,-1 6 0 0,2 12 0 0,0 3 0 0,4 9 0 0,1 14 419 0,-2 4-191 0,4 3-96 0,-4 4 227 16,-1 0-359-16,1 0 0 0,-3-4 0 0,0-3 0 15,0-5 0-15,-1 0 0 0,2-2 0 16,-3-10 0-16,0 6 0 0,0-4 0 0,0-3 0 16,0-5 0-16,0-13 0 0,0-9-310 0,-3-8-204 15,2-8 240-15,-5-5 112 0,2-4-595 0,1-19 360 16,1-13 173-16,0-17-359 0</inkml:trace>
  <inkml:trace contextRef="#ctx0" brushRef="#br0" timeOffset="142840.26">11807 9311 2716 0,'0'-14'0'0,"-2"5"0"0,-5 5 0 0,-3 4 0 0,-1 0 0 0,-4 13 0 0,-2 5 0 0,-1 4 0 0,-3 1 0 0,-2 2 0 0,1 3 311 16,-3 1-137-16,2-3-70 0,2 1-130 0,1-3 26 15,7-6 0-15,-2-2 35 0,8-6-714 0,-1-1 357 16,4-3 188-16</inkml:trace>
  <inkml:trace contextRef="#ctx0" brushRef="#br0" timeOffset="142983.2">11882 9326 3858 0,'34'0'0'0,"2"0"0"0,5 6 0 0,-1 8 0 0,4 6 0 0,4 4 0 0,2-1 0 0,1 6 0 0,-2 0 0 0,-2 3 0 0,0-1 73 0,-2 1-73 0,-3-4 0 0,-3-3 0 16,5 3 0-16,-3-9 0 15,0-4-640-15,-10-6 98 0</inkml:trace>
  <inkml:trace contextRef="#ctx0" brushRef="#br0" timeOffset="143536.1">7947 9131 2791 0,'-16'0'0'0,"2"0"0"0,5 0 0 0,2 0 0 0,0 0 0 0,4 0 0 0,3 0 0 0,0 0 0 0,0 0 0 0,15 1 0 0,10-1 202 0,7 0-83 0,3 0 404 0,12 0-248 16,-4-1-254-16,0-8-21 0,0 4 0 15,-6 0 0-15,0 1 0 0,-2 1 0 0,-4 0 0 16,-2 1 0-16,-7 2-363 0,-4 0 62 16,-5 0 177-16,-5 0 75 0,-3 0-444 0,-3 0 161 15,-2 0 148-15,0 0 74 0,-7-3-561 0</inkml:trace>
  <inkml:trace contextRef="#ctx0" brushRef="#br0" timeOffset="143842.78">8202 8760 2463 0,'-7'-6'0'0,"2"3"0"0,1 3 0 0,1 0 0 0,-1 15 0 0,1 8 0 0,3 5 0 0,0 12 0 0,0-3 0 0,0 15 0 0,7 1 793 0,0 11-378 0,-4-12-190 0,4 7-190 15,-2-5-35-15,1-1 0 0,-1-1 0 0,0-4 0 16,-1-4 0-16,-2-7 0 16,1-4 0-16,-2-3 0 0,-1-6 0 0,0-3 0 15,0-4 0-15,-8-5 0 0,-1-7 0 16,-5-3 0-16,-2-2 0 0,-1 0 0 0,-1-12 0 15,0-6 0-15,1-9-35 0,1-3-53 0,0-2 17 16,7-1-33-16,2 3 34 0,4 6 0 0,3 0 25 16,0 3 89-16,0 10-40 0,0-1 0 0,0 4 286 0,4 1-159 15,6 3-121-15,1 2-10 0,0 2 0 0,-3 0 0 16,4 0 0-16,-2 0 0 16,1 0 0-16,-2 0 0 0,0 0 0 0,0 4-683 0,-4-1 270 15,-1-2 192-15,1 2 63 0,-3-1-624 16,-1-2 373-16,-1 0 187 0</inkml:trace>
  <inkml:trace contextRef="#ctx0" brushRef="#br0" timeOffset="144285.01">7667 8869 2661 0,'-19'-1'0'0,"3"1"0"0,4 0 0 0,4 0 0 0,1 7 0 0,2 0 0 0,5 3 0 0,0 1 0 0,0 3 0 0,2 1 0 0,5 1 117 0,2 1 165 0,1 4-122 15,-3-2-54-15,3 1-39 0,-3 3-56 0,-1 0 0 16,-2-1 24-16,0 4 1 0,-3-5-23 0,-1 2-8 16,0 1 30-16,0 2 44 0,0-1-1 0,0-1-42 0,0-2 133 15,0 5-139-15,0-1-30 16,0 0 0-16,4-1 0 0,3 0 0 0,0-1 0 16,3 4 0-16,-4-4 0 0,1 0 0 0,-1-3 0 15,2 2 0-15,-2-2 0 0,-3 0 0 0,-1-5 0 16,0 1 0-16,-2-2 0 0,0-4 0 0,-4 0 0 15,-9-1 0-15,-2-4 0 0,-3-3 0 0,-7-3 0 16,0 0 0-16,-1 0 0 0,-4 0 0 0,4-6 0 16,-1-1 0-16,9 0 0 0,-3-1 0 0,6 5 0 15,2-3 0-15,6 2 0 16,1 2 0-16,5 1 0 0,1 1 0 0,0 0 0 0,5 0 0 0,16 3 0 16,4 7 0-16,12 2 0 0,4 0 0 15,-3-1 0-15,15 3 0 0,-4-3 0 0,15 2 0 16,-15-6 0-16,9 2 0 0,-3 1 0 15,1-5 0-15,-4 3 0 0,1-2 0 0,-4 0 0 16,-4-3 0-16,-8 3 0 0,4-4 0 0,-6 1-73 16,0-3 3-16,-2 0-834 0,-5 0 435 15,-4 0 207-15,4-5 118 0,-13-9-604 0</inkml:trace>
  <inkml:trace contextRef="#ctx0" brushRef="#br0" timeOffset="144583.59">8542 8853 3128 0,'7'-2'0'0,"-2"2"0"0,1 0 0 0,-5 7 0 0,1 16 0 0,-2 6 0 0,0 5 0 0,0 12 0 0,0 1 0 0,-2 5 0 0,-3 2 116 0,-2 5 169 0,-3-3-116 0,1-1-71 16,-4 1-31-16,1-4 1 0,-1-5-68 0,-1-2 0 15,4-13 0-15,-1 1 0 0,2-11 0 0,2-1 0 0,4-6 0 16,-1-4 0-16,2-3 0 15,2-5 0-15,0 1 0 0,0 0 0 0,2-4 0 16,11 0 0-16,2 2 0 0,3-2 0 0,7 0 0 16,-2 0 0-16,1 0 0 0,-2 0 0 0,3 1 0 0,-1 1 0 15,-1-2 0-15,-1 4 0 0,-1-1 0 16,-4-2 0-16,0 2 0 0,1 0-188 16,-6-2-201-16,0-1 177 0,-1 0 88 0,-1 0-780 0,1 0 426 15,-1-14 225-15,1-9 108 0</inkml:trace>
  <inkml:trace contextRef="#ctx0" brushRef="#br0" timeOffset="145107.26">9009 8975 2895 0,'5'-10'0'0,"1"5"0"0,-4 1 0 0,-1 2 0 15,2 0 0-15,-3 2 0 0,0 0 0 0,0 0 0 0,-8 6 0 0,-6 7 0 0,2 2 122 0,-8 4 157 0,2 0-122 16,1 1-60-16,-1-1-31 0,0 1 17 0,6-3-15 15,-2 2-9-15,5 0-23 0,0 0 33 0,5-2-69 16,-1 2 0-16,5-1 0 0,0 1 0 0,0 2 0 16,0-1 0-16,2 4 0 0,5 3 0 0,-4-3 0 15,3 6 0-15,-4-1 0 0,-1-1 0 16,-1 1 0-16,0-2 0 0,0-3 0 0,0-3 0 0,0 0 0 16,-1-4 0-16,-3-2 0 0,2-8 0 15,0 1-82-15,1-4-263 0,-1-3 157 0,2-1 65 16,-2 0-237-16,2-7 153 0,0-10 91 0,0-5-425 15,-2-5 252-15,-1-4 127 0,1-4 63 0,-3-4-149 16,1-8 110-16,3 13 51 0,-3-1 26 0,2 4 69 16,2 9 0-16,0 1-52 0,0 3 489 15,0 4-240-15,2 3-121 0,5 3-59 0,5 1 276 0,3 3-112 16,0 1-100-16,3-1 519 16,2 2-286-16,-1 0-143 0,4 0-71 0,0 2 212 15,0 0-146-15,-1 0-149 0,-3 0-25 0,-1 0 0 0,1 0 0 16,-8 0 0-16,1 0 0 0,-1 4 0 15,-4 2 0-15,0 5 0 0,-4 2 0 0,-1 2 0 16,0 2 0-16,0 3 0 0,0-1 0 0,-2 6 0 16,1-1 0-16,1-3 0 0,0 7 0 0,0-7 0 15,1 1 0-15,-1 1 0 16,3 0 0-16,-3-3 0 0,2-1 0 0,-3-1 0 16,1-6 0-16,0 0-72 0,0-1-255 0,-2-4 140 15,0 1 69-15,0-5-338 0,0-1 210 0,0 0 105 0,-6-2 53 16,-4 0-569-16,-1 0 315 0,-3-12 153 0,-4-6 77 15</inkml:trace>
  <inkml:trace contextRef="#ctx0" brushRef="#br0" timeOffset="145634.59">8988 9400 1963 0,'-17'-8'0'0,"2"1"0"0,3 4 0 0,1 2 0 0,4-1 0 0,3 2 0 0,4 0 0 0,0 0 0 0,0 0 0 0,9 0 0 0,6 0 68 0,8 0 225 0,1 0-129 0,-1 0-55 15,2 0 21-15,-5 0-47 0,-1 0-23 0,-3 9-89 16,-4 0 32-16,-6 6 9 0,-4 2 24 0,-2 6-107 15,0-1 53-15,-12 3 27 0,-3-6 9 0,-3 5-19 16,3-8 1-16,-3 0 36 0,3-3-58 0,6-7-11 16,-1 0-3-16,3-6-1 0,3 0-20 0,3 0 27 15,1-12-10-15,0-9-170 0,12-3 91 16,6-5 53-16,4-8 21 0,2-2-270 16,1-3 140-16,3-5 69 0,4-1 26 0,3-9-166 15,2 4 105-15,2 5 53 0,-5 5 26 0,3-2 32 16,-1 1-15-16,-3 5 9 0,-3 5 248 0,-7 8-125 15,0 2-61-15,-8 6 506 0,-4 6-263 16,-3 4-95-16,-5 2-89 0,1 5 531 0,-4 1-291 16,0 0-144-16,0 9-64 0,-7 11 309 0,-4 3-391 15,1 1-35-15,-1 2 0 0,2 2 0 0,2-3 0 16,-2 7 0-16,7-5 0 0,1-1 0 16,1-6 0-16,0 5 0 0,1-5 0 0,7 1 0 15,4-1 0-15,0-1 0 0,4 2 0 0,0 1 0 0,0-4 0 16,2 8 0-16,-3-2 0 15,0 4 0-15,-1 2 0 0,-2 2 0 0,-4 2 0 0,-5 2 0 16,-1-1 0-16,-2 0 0 0,0-2 0 0,-5 1 0 16,-10 0 0-16,-2-5 0 0,-3-4 0 15,-1 0 0-15,-2-7 0 0,0-3 0 0,1-5 0 16,-4-5 0-16,3-2 0 0,2-3 0 16,1 0 0-16,1-3 0 0,3-6 0 0,4-4 0 15,3-2 0-15,5-2 0 0,4 1 0 0,0-4 0 16,4 0 0-16,12-4 0 0,3 1 0 15,6 0 0-15,-1 1 0 0,5-1 0 0,-4 3 0 0,5-1 0 16,-2 1 0-16,3 2 0 0,2 3-22 0</inkml:trace>
  <inkml:trace contextRef="#ctx0" brushRef="#br0" timeOffset="146042.84">12831 9153 3867 0,'0'0'0'0,"6"7"0"0,1 3 0 0,-4-8 0 0,-1 2 0 0,-2-1 0 0,0 3 0 0,2 2 0 0,2-3 0 0,0 0 0 0,4 3 64 0,-1-1-64 0,0 1 0 0,3-2 0 15,-1 1 0-15,-1 1-709 0,1 3 174 16</inkml:trace>
  <inkml:trace contextRef="#ctx0" brushRef="#br0" timeOffset="146170.6">12840 9593 3931 0,'0'0'0'0,"0"3"0"0,13 7 0 0,6-10 0 0,-12 0 0 0,-5 0 0 0,4 0 0 0,0 0 0 0,1 0 0 0,1-2 0 0,-1-2 0 0,5 0 0 0,-3 1 0 16</inkml:trace>
  <inkml:trace contextRef="#ctx0" brushRef="#br0" timeOffset="149386.37">15561 8819 1373 0,'0'-6'0'0,"0"-1"0"0,-1 1 0 0,-1-1 0 0,0-1 0 0,-2 0 0 0,1 1 0 0,-1 1 0 0,0-1 0 0,1 1 0 0,0 0 322 0,-1 3-143 15,1 0-61-15,1-2 163 0,-2 3-122 16,2 1-61-16,2-1 126 0,-1 0-94 16,1 2-36-16,-2 0-10 0,2 0 58 0,0 0-52 15,0 0-26-15,-2 0 0 0,0 0 27 16,0 0-54-16,-1 0 1 0,-2 2-1 0,0 3 35 0,-3 5 0 15,1-1-25-15,-3 2 66 0,1 4-111 16,-2 2-2-16,-3 6 0 0,3 0 0 0,0-3 0 0,-2 10 0 16,4 0 0-16,0 2 0 0,0 2 0 15,4 2 0-15,1 1 0 0,4 1 0 0,0 0 0 16,0-3 0-16,4 3 0 0,8-5 0 0,2 2 0 16,1-6 0-16,4 3 0 0,0-4 0 15,-1-2 0-15,3-1 0 0,-3-4 0 16,2 0 0-16,-5-5 0 0,0-2 0 15,0-1 0-15,-2-3 0 0,1-5 0 0,-2-2-294 0,-1-3 92 0,1 0 81 16,-1 0-330-16,0-3 197 0,1-12 113 16,-1-5-656-16,-2-3 380 0</inkml:trace>
  <inkml:trace contextRef="#ctx0" brushRef="#br0" timeOffset="149655.03">15671 8986 2904 0,'-4'-4'0'0,"0"3"0"0,3-1 0 0,1-1 0 0,0 2 0 0,1 1 0 0,16-3 0 16,7 3 0-16,1 0 0 0,-3 0 0 0,8 7 534 0,-4 4-249 0,1 0-123 0,-3 2-116 0,-1 2-46 0,-5-2 0 15,3 8 0-15,-10-7 0 0,3 8 0 16,-8-2 0-16,-3 4 0 0,-3-3 0 16,0 5 0-16,-5-3 0 0,-11 0 0 0,0-2 0 15,-5-3 0-15,0-1 0 0,-5 1 0 0,0-9 0 0,1 1 0 16,-1-4 0-16,1-2 0 0,3-3 0 0,-2-1 0 15,1 0 0-15,2 0 0 0,5-1 0 16,0-6-211-16,7-1-142 0,2-1 163 0,1-3 76 0,6-3-543 16,0-4 310-16,11 0 155 15,10-5 68-15,7-6-559 0</inkml:trace>
  <inkml:trace contextRef="#ctx0" brushRef="#br0" timeOffset="149896.67">16078 8862 3148 0,'4'-9'0'0,"-2"-1"0"0,-1 3 0 0,-1-3 0 0,-3 5 0 0,-8-1 0 0,4 2 0 0,-7 0 0 0,1 3 0 0,1-1 0 0,1 2 309 0,-1 0-135 0,-2 0-69 15,1 6 90-15,-1 6-195 0,2 8 0 0,0 0 0 16,1 6 0-16,4 3 0 0,3 0 0 0,2 6 0 16,2-4 0-16,0 3 0 0,6 0 0 0,6-4 0 15,4 0 0-15,0-4 0 0,3-2 0 0,2-1 0 16,-2-3 0-16,0-3 0 0,4-1 0 0,-5-4 0 15,3-3 0-15,-3-1 0 0,1-2-63 0,0 0-77 16,-2-3 35-16,2-3-641 0,-3 0 354 16,3 0 177-16,-1 0 89 0,0-3-635 15</inkml:trace>
  <inkml:trace contextRef="#ctx0" brushRef="#br0" timeOffset="150085.7">16249 8990 3135 0,'-13'0'0'0,"4"0"0"0,1 2 0 0,2-1 0 0,6-1 0 0,0 2 0 0,3 0 0 0,9 0 0 0,13-2 0 0,2 2 0 0,3-2 210 0,0 2-77 15,2-2-52-15,-1 0 269 0,1 0-328 0,-2 0-22 16,1 0 0-16,-10 0 0 0,4 0 0 0,-4 0 0 16,-3 0-298-16,-6 0 28 0,-1 0 154 0,-6 0-815 15,-1 0 381-15,-1 0 257 0,-3 0 121 0</inkml:trace>
  <inkml:trace contextRef="#ctx0" brushRef="#br0" timeOffset="150283.71">16446 8742 3167 0,'-7'0'0'0,"3"0"0"0,-2 7 0 0,2 4 0 0,2 6 0 0,1 8 0 0,1 1 0 0,0 3 0 0,0 4 0 0,0 10 0 0,1-1 102 16,3 1 560-16,-2 0-662 0,1-4 0 0,-3 10 0 0,0-8 0 0,0-5 0 15,0 4 0-15,0-5 0 16,0-1 0-16,-3-2 0 0,1-4 0 0,0-5 0 0,2-2 0 16,-2-6 0-16,2-6 0 0,0-1-532 15,0-3 235-15,0-5 46 0,0 0-665 0</inkml:trace>
  <inkml:trace contextRef="#ctx1" brushRef="#br0">26704 15229 0,'0'-270'15,"0"198"-15,0 1 16,0 44-1,0 13-15</inkml:trace>
  <inkml:trace contextRef="#ctx0" brushRef="#br0" timeOffset="159773.81">16855 8779 1915 0,'-1'-2'0'0,"-3"1"0"0,2-1 0 0,2 0 0 0,-2 0 0 16,2 0 0-16,0 0 0 0,0 2 0 0,0 0 0 0,0 0 0 0,0 0 138 0,0 0-51 0,0 0-25 15,0 0 127-15,0 8-67 0,0-1-48 0,0 5 190 0,0 1-113 16,2 0-58-16,4 2-28 0,2 2 184 0,-1 0-111 16,2 0-51-16,0 1 79 0,3 1-65 0,1 1-71 15,-1-2-30-15,1-2 0 0,-1 3 0 0,0-2 0 16,-1 0 0-16,0-2 0 0,-1 1 0 16,-3-4 0-16,0 1 0 0,-3-5 0 15,2-1 0-15,-4 1 0 0,2-4 0 0,-2-2 0 16,-2-1 0-16,0-1 0 0,0 0-84 0,0 0 26 15,0 0 10-15,0 0-107 0,0-3 50 0,0-4 41 16,0-1-6-16,0-2-483 0,0-1 262 0,0 0 128 16,0-3-488-16,3 0 306 15,4 1 155-15</inkml:trace>
  <inkml:trace contextRef="#ctx0" brushRef="#br0" timeOffset="160124.51">17278 8667 2444 0,'0'-4'0'0,"0"1"0"0,-2-1 0 0,0 0 0 0,0 2 0 0,-1 0 0 0,1 0 0 0,0 0 0 0,2 1 0 0,-2 1 0 0,-1 0 151 0,0 0-56 16,-1 0 216-16,1 7-138 0,-3 4-67 0,1 2-26 16,-1 5 215-16,-4 4-129 0,3 1-64 0,-2 3-94 15,-1 4-8-15,-1 2 0 0,0 9 0 0,-1-4 0 16,-1 6 0-16,1 3 0 0,0 1 0 15,-1-1 0-15,-1 6 0 0,0-1 0 0,-2 3 0 0,2-1 0 0,-4 10 0 16,4-11 0-16,-4 12 0 16,4-10 0-16,-4-1 0 0,4 2 0 0,1-6 0 0,2-8 0 15,-3 6 0-15,5-13 0 0,0-1 0 16,2-2 0-16,-2-3 0 0,4-8 0 16,-1-1 0-16,3-4 0 0,-1-4 0 0,1-1 0 15,1-6 0-15,0-1 0 0,-1-1 0 0,3-2 0 16,-2 0 0-16,2 0 0 0,0-9 0 0,0-7 0 15,2-4 0-15,12-5-648 0,0-3 156 16,7-11 228-16,0 1 113 0,-3 3-751 0</inkml:trace>
  <inkml:trace contextRef="#ctx0" brushRef="#br0" timeOffset="160334">17413 9115 3583 0,'0'0'0'0,"0"2"0"16,0 2 0-16,0-3 0 0,0 4 0 0,0-3 0 0,1-2 0 0,11 0 0 0,5 0 0 0,6 0 0 0,1 0 148 0,4 0 52 0,3-2-200 0,0-4 0 15,1 0 0-15,0 1 0 0,-4 0 0 0,-1-1 0 16,-5 1 0-16,1 3 0 0,-4-1 0 0,-5 1 0 16,-2 2 0-16,-1 0 0 0,-4 0 0 0,-1 0-579 15,0 0 8-15,0-2 271 0,-3-1 131 0,3-7-676 0</inkml:trace>
  <inkml:trace contextRef="#ctx0" brushRef="#br0" timeOffset="160743.26">17973 8742 3791 0,'0'-2'0'0,"0"1"0"0,0-6 0 0,2 4 0 0,5-2 0 0,6-1 0 0,4 0 0 0,4 0 0 0,7 0 0 0,2 1 0 0,2-1 140 16,-1 2-140-16,4 1 0 0,-1 1 0 0,-2 0 0 15,0 0 0-15,-6 2 0 0,0 0 0 0,-7 0 0 16,0 0 0-16,-3 6 0 0,-2 1 0 0,-3 3 0 16,-4-1 0-16,-1 3 0 0,-4 0 0 0,0 3 0 15,-2 4 0-15,0 5 0 0,-10 3 0 16,-4 3 0-16,-2 4 0 0,-4 3 0 0,-1-1 0 16,-2 0 0-16,2 1 0 0,-2-4 0 0,-6 6 0 15,3-6 0-15,1-5 0 0,1 0 0 16,0-1 0-16,5-6 0 0,0-3 0 0,6-3 0 15,2-2 0-15,5-3 0 0,0-2 0 0,4-2 0 0,2-2 0 16,0 1 0-16,0-2 0 0,11 1 0 16,3 0 0-16,5-2 0 0,1 2 0 0,5-4 0 15,-1 1 0-15,3-1 0 0,-2 0 0 0,-4 0 0 16,4 0 0-16,3 0 0 0,-7 0 0 0,-1-1 0 16,1-2 0-16,-2 2 0 0,-2-3 0 0,-2 2 0 15,-6-2 0-15,2 3 0 0,-2-1 0 16,-4 0 0-16,-1-1 0 0,-1-1-249 0,-1-2-52 15,-2-6 131-15,0 2-786 0,0-10 450 16</inkml:trace>
  <inkml:trace contextRef="#ctx0" brushRef="#br0" timeOffset="160923.9">18193 8911 3896 0,'-10'0'0'0,"2"2"0"0,1 2 0 0,4-1 0 0,3 1 0 0,0 1 0 0,0 1 0 0,5 2 0 0,12-3 0 0,5 3 0 0,-1-4 35 0,6 3-35 0,-7-3 0 0,8 0 0 16,-2 0 0-16,-7-1 0 0,4 1 0 0,-3 0 0 0,-1-1 0 15,-2 1 0-15,2 0 0 0,-3 0 0 16,-2-1-893-16,1-1 403 0,2-2 97 0</inkml:trace>
  <inkml:trace contextRef="#ctx0" brushRef="#br0" timeOffset="161110.18">18754 8950 3917 0,'-2'2'0'0,"2"2"0"0,-1-2 0 0,1-2 0 0,0 2 0 0,0-1 0 0,7 1 0 0,7 0 0 0,4 2 0 0,5-2 0 0,-2-1 14 0,4 2-14 0,1-3 0 0,1 0 0 16,-4 1 0-16,5-1 0 0,-8 3 0 15,5-3 0-15,-4 2 0 0,0-2-278 0,-5 0-41 16,1 0 173-16,-2 0 91 0,-2 0-949 0,0 0 484 15,0 0 242-15</inkml:trace>
  <inkml:trace contextRef="#ctx0" brushRef="#br0" timeOffset="161317.66">19269 8798 3750 0,'-2'-4'0'0,"1"0"0"0,-4 3 0 0,-1-1 0 0,3 2 0 0,-1 0 0 0,2 0 0 0,2 0 0 0,0 7 0 0,0 5 0 0,0 3 181 16,0 4-181-16,0 5 0 0,0 0 0 0,0 5 0 15,0-2 0-15,0 4 0 0,0-5 0 16,0 6 0-16,0-4 0 0,0-2 0 0,0-5 0 0,0 2 0 16,0-3 0-16,0-1 0 0,0-4 0 15,0-4 0-15,0 0 0 0,0-3 0 0,-1-5 0 16,-1 0-454-16,2-3 153 0,0 0 132 0,0 0 67 16,0-11-733-16,0-9 390 0</inkml:trace>
  <inkml:trace contextRef="#ctx0" brushRef="#br0" timeOffset="161630.73">19402 8577 3875 0,'6'-5'0'15,"1"4"0"-15,1-3 0 0,-1 2 0 0,1 0 0 0,4 1 0 0,-2 1 0 0,5 0 0 0,2 0 0 0,3 5 0 0,3 9 56 0,0 0-56 0,0 7 0 0,1 0 0 0,0 5 0 0,-3 4 0 0,2 8 0 16,-5-3 0-16,-1 6 0 0,-4 1 0 15,-3 1 0-15,-3-6 0 0,-1 10 0 0,-4-2 0 0,-2 1 0 16,0-1 0 0,-11-2 0-16,-5-2 0 0,-7 8 0 0,0-5 0 0,-4 0 0 15,1-2 0-15,-2 0 0 0,1-11 0 0,1 1 0 16,0-2 0-16,0-6 0 0,3-3 0 0,6-6 0 16,-1-2 0-16,2-3 0 0,5-3 0 0,2-3 0 15,1-1 0-15,2-3 0 0,3 0 0 16,1 0 0-16,2 0 0 0,-2 0 0 0,2 0 0 0,0-1 0 15,0-5 0-15,2 0 0 0,2-1 0 16,3-1 0-16,3-1-456 0,-3-3 99 16</inkml:trace>
  <inkml:trace contextRef="#ctx0" brushRef="#br0" timeOffset="162574.87">20118 8981 1789 0,'0'0'0'0,"0"0"0"0,0 0 0 0,0 0 0 0,0 0 0 0,0 0 0 0,1 0 0 0,9 0 0 0,5 0 0 0,6 0 0 0,4 0 266 0,2 0-114 0,8 0 374 0,6 0-249 15,0 0-120-15,1 0-60 0,2-2 279 16,2-1-170-16,-5 2-121 0,10-2-85 16,-16 2 0-16,4 1 0 0,-5 0 0 0,-4 0 0 15,-7 0 0-15,-3 1 0 0,-4 8 0 0,-6-4-45 0,-1 2-5 16,-7 1 44-16,-2-1-710 0,0 3 356 16,-2-4 93-16,-10 1 115 0,-1-3-534 0,-1 0 324 15,0-4 153-15</inkml:trace>
  <inkml:trace contextRef="#ctx0" brushRef="#br0" timeOffset="162800.68">20512 8592 2758 0,'-11'0'0'0,"-1"0"0"0,3 5 0 0,0 5 0 0,6 3 0 0,-2 6 0 0,5 3 0 0,0 4 0 0,0 7 0 0,0 1 0 0,6 12 689 0,3-3-327 0,-1 4-240 16,2 0-122-16,-1-2 0 0,-2-3 0 0,0 8 0 15,-1-7 0-15,0-5 0 0,-2 0 0 0,0-1 0 16,-1-3 0-16,-1-1 0 0,0-2 0 0,-2-4 0 16,2-3 0-16,-2-3 0 0,2-4 0 0,-1-5-412 15,1-4 183-15,3-3 30 0,2-3 81 0,2-2-607 16,2-7 335-16,5-17 181 0</inkml:trace>
  <inkml:trace contextRef="#ctx0" brushRef="#br0" timeOffset="163006.81">20972 8770 3743 0,'2'-4'0'0,"4"2"0"0,1 2 0 0,1 0 0 0,3-1 0 16,5-2 0-16,0 3 0 0,10 0 0 0,3 0 0 0,3 0 0 0,1 0 188 0,3 0-188 0,-1 0 0 0,4 0 0 0,-4 0 0 15,1 0 0-15,-3 0 0 0,-2 0 0 0,-9 0 0 16,0 0 0-16,-3 0 0 0,-6 0-152 0,-3 0-106 15,-4 0 147-15,-3 0-859 16,-1 0 466-16,-2 0 225 0,0 0 125 16,-11 0-194-16</inkml:trace>
  <inkml:trace contextRef="#ctx0" brushRef="#br0" timeOffset="163223.81">21320 8395 3306 0,'-2'0'0'0,"-2"0"0"0,1 7 0 0,-1 6 0 0,0 8 0 0,1 4 0 0,1 4 0 0,-1 10 0 0,1 1 0 0,0 13 0 0,-1 10 458 16,1-3-291-16,0 2-167 0,0 3 0 0,0-8 0 15,2 4 0-15,0-9 0 0,0-5 0 0,2-9 0 16,4 1 0-16,4-12 0 0,-1 1 0 0,0-7 0 16,0-6 0-16,-1-4 0 0,1-7 0 0,0-1 0 0,2-3 0 15,-1 0 0-15,3-11 0 0,3-10-248 16,-2 0-240-16,2-1 217 0,2-4 121 0</inkml:trace>
  <inkml:trace contextRef="#ctx0" brushRef="#br0" timeOffset="163964.9">22033 8488 1537 0,'-9'-3'0'0,"0"-1"0"0,2 2 0 0,-3 0 0 0,-1 1 0 0,-3 1 0 0,1 0 0 0,-1 1 0 0,-4 14 0 0,4 6 0 0,-2 5 190 0,0 10 290 0,2-4-213 0,-2 13-120 15,4-4-55-15,1 5 358 0,4 2-207 0,-1 1-103 31,6-6-43-31,2 10 161 0,0-9-228 0,0-8-30 0,10 9 0 0,1-13 0 0,5 1 0 0,3-4 0 16,0-3 0-16,1-3 0 16,1-2 0-16,-3-6 0 0,-2 2 0 0,1-6 0 15,-4 0 0-15,-4-4 0 0,1-1 0 0,-4-2 0 16,-3-2 0-16,-1-1 0 0,0-1 0 0,-2 0 0 16,0 0 0-16,0 0-62 0,0 0-203 0,-2 0 114 15,-3 0-535-15,3-1 324 0,-2-5 163 0,4-1-581 16,0-5 376-16</inkml:trace>
  <inkml:trace contextRef="#ctx0" brushRef="#br0" timeOffset="164257">22132 8802 3125 0,'0'-8'0'0,"0"3"0"0,0-3 0 0,1-1 0 0,9 1 0 0,4 4 0 16,7-2 0-16,4 5 0 0,-1-1 0 0,3 2 0 0,0 0 192 0,-4 2 193 0,7 11-179 0,-7 2-183 0,0 2-23 0,-7 2 0 16,-2 4 0-16,-9-1 0 0,-1 6 0 0,-4 0 0 15,0 2 0-15,-8 1 0 0,-9-2 0 0,-4 3 0 16,-3-4 0-16,0 1 0 0,-4-4 0 0,1-2 0 16,3-2 0-16,2-6 0 0,-7 0 0 0,8-5 0 0,-1-1 0 15,2-3 0-15,0-3 0 0,3 1 0 16,1-4 0-16,2 0-441 0,5 0 110 0,2 0 147 15,3-7 74-15,4-7-527 0,0-5 304 0,7-3 149 16,11-2-196-16,5-8 173 0,4-1 84 0</inkml:trace>
  <inkml:trace contextRef="#ctx0" brushRef="#br0" timeOffset="164458.22">22537 8569 3108 0,'6'-6'0'0,"-1"3"0"0,-3 3 0 0,-2 0 0 0,0 12 0 0,-15 11 0 0,0 0 0 0,-2 5 0 0,2 4 0 0,2 4 0 0,-2 7 235 0,6 0-100 0,1-1 318 16,5 1-453-16,3-4 0 0,0-3 0 0,0-1 0 16,5 1 0-16,8-6 0 0,2-2 0 0,2-2 0 15,-2-7 0-15,2 2 0 0,0-4 0 0,-1-4 0 16,0-4 0-16,0-1 0 16,-4-3-179-16,5-2-46 0,-2-3 110 0,-2 0-768 15,2 0 424-15,2-10 211 0,0-5 96 0</inkml:trace>
  <inkml:trace contextRef="#ctx0" brushRef="#br0" timeOffset="164623.68">22719 8869 3417 0,'-11'-5'0'0,"1"1"0"0,3 1 0 0,0 0 0 0,2 2 0 0,5-1 0 0,0 2 0 0,0 0 0 0,12 0 0 0,6 0 0 0,2 0 124 0,1 0 266 0,0 2-390 15,2 3 0-15,0 1 0 0,2-1 0 0,-2 1 0 16,-2 0 0-16,6 0 0 0,-6-3 0 0,0 2 0 15,0 0 0-15,0-4-757 0,-4 1 302 0,2-2 233 16,-6 0-800-16</inkml:trace>
  <inkml:trace contextRef="#ctx0" brushRef="#br0" timeOffset="164800.1">23100 8700 3435 0,'-1'-3'0'0,"-1"1"0"0,0 0 0 0,0 1 0 0,2 1 0 0,0 0 0 0,0 0 0 0,2 3 0 0,7 6 0 0,5 2 0 0,-2 3 342 0,4-1-188 0,-3-1-154 0,4 4 0 16,-2-1 0-16,2 0 0 0,-3 0 0 0,-1 0 0 16,1-2 0-16,-1-2 0 0,-1-1-611 0,-3-3 286 15,2-1 176-15,0-2-781 0,0-4 423 0,0 0 235 16,3 0 118-16</inkml:trace>
  <inkml:trace contextRef="#ctx0" brushRef="#br0" timeOffset="165043.76">23458 8522 3127 0,'0'-12'0'0,"0"3"0"0,0 4 0 0,0 3 0 0,-2 0 0 15,-3 2 0-15,2 0 0 0,-1 4 0 0,0 11 0 0,-1 7 0 0,-2 5 223 0,-4 3-98 0,-1 11 311 0,-1 4-416 0,-3 4-20 16,-1 11 0-16,3-7 0 16,-6 16 0-16,4-5 0 0,-3 0 0 0,1 0 0 15,-1 0 0-15,4-10 0 0,-6 13 0 0,4-11 0 16,4-4 0-16,2-2 0 0,-1-3 0 0,5-7 0 15,-2-1 0-15,2-5 0 0,2-12 0 0,1-1 0 16,2-9 0-16,1-3 0 0,-1-4 0 0,0-4 0 16,2-1 0-16,0 0 0 0,0-1 0 0,0-13-814 15,2-6 386-15,5-4 196 0,7-8 97 0,0-9-722 16</inkml:trace>
  <inkml:trace contextRef="#ctx0" brushRef="#br0" timeOffset="165241.01">23546 8845 3195 0,'0'-3'0'0,"0"1"0"16,4 0 0-16,3-2 0 0,4 0 0 0,6 2 0 0,8-1 0 0,0-1 0 0,7 0 0 0,5-2 0 0,0 2 232 0,2 1 224 0,0-3-408 0,1 1-48 0,-2 1 0 0,-3 2 0 15,-6 0 0-15,4 0 0 0,-12 0 0 0,2 0-388 16,-8 0 99-16,-4 2 163 0,-1 0-705 0,-7 0 342 15,-1 0 227-15,-2-1 106 0,0-1-202 0</inkml:trace>
  <inkml:trace contextRef="#ctx0" brushRef="#br0" timeOffset="165439.09">23932 8492 3003 0,'-9'4'0'0,"2"7"0"0,-1 2 0 0,-1 0 0 0,0 8 0 0,0 2 0 0,2 4 0 0,2 4 0 0,-1 5 0 0,-1 8 0 0,-1 1 142 0,2-1 588 0,-1-1-674 0,0 2-56 16,0-10 0-16,2 5 0 0,-1-2 0 0,3-4 0 16,1-2 0-16,0-6 0 0,2-4 0 0,0-1 0 15,0-6-109-15,0-6 53 0,0-1 46 0,4-4-925 16,8-4 400-16,2 0 254 16,4-16 123-16,1-6-522 0</inkml:trace>
  <inkml:trace contextRef="#ctx0" brushRef="#br0" timeOffset="165750.81">24254 8520 2640 0,'13'-9'0'0,"0"5"0"0,6 0 0 0,-2 2 0 16,3-2 0-16,-1 3 0 0,4-1 0 0,-3 2 0 0,5 0 0 0,-2 0 0 0,1 7 447 0,-4 3-205 0,-1 1-102 0,-1 2-53 0,-3 4 60 0,-1 0-60 15,-2 0-25-15,-8 4 0 0,1-1-45 0,-5 7-17 16,0-1 0-16,-11 4 0 15,-10 4 0-15,-2-1 0 0,-2 1 0 0,-2 2 0 16,4-4 0-16,-7 6 0 0,9-9 0 0,0 1 0 16,5-1 0-16,5-7 0 0,1 1 0 0,4-2 0 15,6-5 0-15,0-1 0 0,0-2 0 0,6-3 0 16,8-1 0-16,4-3 0 0,1-1 0 16,4-3 0-16,3-2 0 0,-2 0 0 0,-1 0 0 0,1 0 0 15,1 0 0-15,-3-2 0 0,-1-3 0 0,0-1 0 16,-5 1 0-16,-2-2-49 15,-1 2-80-15,-6-2 43 0,-1-1-396 0,-2-2 223 16,-2-5 102-16,-2 1-680 0,0-7 400 0</inkml:trace>
  <inkml:trace contextRef="#ctx0" brushRef="#br0" timeOffset="165911.1">24332 8712 3100 0,'-16'-6'0'0,"6"4"0"0,3 2 0 0,3 0 0 0,2 0 0 0,2 0 0 0,0 0 0 0,4 0 0 0,12 0 0 0,7 10 0 0,2-3 218 0,1 3-91 16,2-1 237-16,3 0-242 0,-3 2-122 0,2-1 0 16,-2-3-109-16,2 3-60 0,-6-4 112 0,6 1-414 15,-4-3 253-15,1-1 128 0,-1 0 63 16</inkml:trace>
  <inkml:trace contextRef="#ctx0" brushRef="#br0" timeOffset="166086.07">24825 8789 3149 0,'0'0'-1'0,"0"0"1"0,0 0 0 0,1 0 0 0,3 0 0 0,6 0 0 0,5 0 0 0,5 0 0 0,5 0 0 0,4 0 0 0,6 0 221 16,1 0-83-16,3 0 286 0,-4 0-424 0,3 0 0 15,-2 0 0-15,-4 0 0 0,-8 0 0 0,2 0 0 16,-6 0-51-16,-3 0-88 16,-6 0 88-16,-6 0-691 0,-1 0 398 0,-4 0 89 15,0 0 131-15,-6-6-616 0,-5-3 352 0,-2-2 175 16</inkml:trace>
  <inkml:trace contextRef="#ctx0" brushRef="#br0" timeOffset="166252.03">25150 8578 2287 0,'-12'-9'0'0,"7"5"0"0,-3 2 0 0,3 1 0 0,-3 1 0 0,6 0 0 0,-2 7 0 0,4 6 0 0,0 4 0 0,0 5 0 0,0 9 752 0,0-1-357 0,0 6-180 16,0-1-89-16,0 5 30 0,0-3-156 0,0 2 0 15,0-2 0-15,0-4 0 0,0-1 0 0,0-2 0 16,0-7 0-16,0-3 0 0,0-1 0 0,0-5 0 15,0-6-11-15,0 0-67 0,4-7 67 0,8-1-1101 16,-1-1 538-16,6-15 269 0</inkml:trace>
  <inkml:trace contextRef="#ctx0" brushRef="#br0" timeOffset="166451.57">25388 8588 3463 0,'2'-10'0'0,"-1"7"0"0,-1 0 0 0,0 3 0 0,2 0 0 0,-2 6 0 0,3 9 0 0,-1 6 0 0,2 2 0 0,-1 5 0 0,1 2 468 0,-3 6-468 0,1-1 0 0,0 1 0 16,0 0 0-16,2 1 0 0,-2-5 0 0,2-6 0 16,0 6 0-16,-1-11 0 0,1 0 0 0,-2-4 0 15,-1-8 0-15,1 0 0 0,0-5 0 0,-1-2 0 16,-1 0-462-16,0-2-89 16,0 0 257-16,0-4-440 0,0-13 354 0,0-7 171 15,0-5 86-15,0-14-394 0</inkml:trace>
  <inkml:trace contextRef="#ctx0" brushRef="#br0" timeOffset="166666.6">25545 8479 3370 0,'12'-17'0'0,"5"4"0"0,2 2 0 0,-2 5 0 0,1 2 0 0,2 2 0 0,2 2 0 0,0 2 0 0,3 16 0 0,1 2 0 0,1 11 143 0,-3 4 275 0,-4 2-418 0,-2 4 0 16,-6 5 0-16,-3 2 0 0,-4 2 0 0,-5 3 0 15,0 2 0-15,-5-2 0 0,-11 1 0 0,-5-2 0 16,-5-2 0-16,2-6 0 0,-4-4 0 0,-2-7 0 15,5-8 0-15,-5 0 0 0,0-6 0 0,-2-7 0 16,2-2 0-16,-2-7 0 16,0-1 0-16,5-2 0 0,-1 0 0 0,7-9 0 0,5-12 0 15,7-5-183-15,4-12 35 0,5-5-946 0,5-5 533 0</inkml:trace>
  <inkml:trace contextRef="#ctx0" brushRef="#br0" timeOffset="166800.37">25838 8648 3461 0,'35'-9'0'0,"-3"3"0"0,1 4 0 0,1-2 0 0,-2 2 0 0,2-1 0 0,-1 2 0 0,4 0 0 0,-2 1 0 0,1 0 0 0,-2 0 152 0,-1 0 166 15,-1 0-318-15,-4 0 0 0,-8 0-247 0,3 0-26 0,-6 0 155 16,-6 5 77-16,-4 1-522 0</inkml:trace>
  <inkml:trace contextRef="#ctx0" brushRef="#br0" timeOffset="166960.37">26007 8851 3527 0,'-10'6'0'0,"4"5"0"0,4-4 0 0,2-1 0 0,0-2 0 0,2-1 0 0,14 1 0 0,5-2 0 0,4-2 0 0,-2 0 0 0,5 0 264 0,-2 0-124 16,0 0-140-16,0-2 0 0,-2 0 0 16,0-3 0-16,4-1 0 0,-4-2-217 0,0 1 114 15,5 0-843-15,-3-3 491 0,6-1 254 0,5-4 63 16</inkml:trace>
  <inkml:trace contextRef="#ctx0" brushRef="#br0" timeOffset="167263.59">26666 8631 2858 0,'0'-2'0'0,"-8"2"0"16,-4 0 0-16,-5 2 0 0,1 10 0 0,1 1 0 0,-2 5 0 0,4 5 0 0,5 4 0 0,2 0 0 0,3 5 436 0,3 0-205 0,0 2-97 0,0-2 138 15,7-2-272-15,8-2 0 0,0 0 0 16,6-5 0-16,2-5 0 0,1-2 0 0,1-5 0 0,2-4 0 15,0-5 0-15,3-2 0 16,-2 0 0-16,0-7 0 0,0-6 0 0,-3-4 0 0,-3-4 0 16,-4-2 0-16,-1-5 0 0,-4-1 0 0,-1-11 0 15,-8-1 0-15,-3 1 0 0,-1-11 0 0,0 6 0 16,-8 2 0-16,-8 10 0 0,-8-8 0 16,-2 17 0-16,-10-2 0 0,4 11 0 0,-5 2 0 15,1 7 0-15,-2 3 0 0,3 3 0 0,1 0 0 0,6 3 0 16,0 12 0-16,7 1 0 15,4 0 0-15,0 6 0 0,8 3 0 0,2 3 0 16,3 2 0-16,2 2 0 0,2 6 0 0,0 6-16 16,0 4-1492-16</inkml:trace>
  <inkml:trace contextRef="#ctx0" brushRef="#br0" timeOffset="167397.34">27050 9181 351 0,'0'-5'0'0,"1"3"0"0,12 2 0 0,-11 0 0 15,-1 0 0-15,-1 0 1770 0,0 0-903 0,-13 3-451 0</inkml:trace>
  <inkml:trace contextRef="#ctx0" brushRef="#br0" timeOffset="170986.39">11408 2490 2972 0,'-21'-9'0'0,"5"3"0"0,9 6 0 0,5 0 0 0,0 0 0 0,2 0 0 0,0 0 0 0,6 0 0 0,15-2 0 0,9 0 0 0,11-3 313 0,3-2-139 0,7-1-68 0,4-2 260 15,0 1-366-15,1 0 0 0,-2-1 0 0,-1 1 0 16,-4-1 0-16,-12 5 0 0,3-1 0 0,-5 1 0 15,-5 3 0-15,-7-1 0 0,0 3 0 0,-10-1 0 16,-4 1 0-16,-3 0 0 0,-4 0 0 0,0 0 0 16,-2 0 0-16,0 0-399 15,-10 0-2-15,-3 0 182 0,0 0 91 0,-4 0-617 16,-1 4 353-16,2-2 169 0,-5 3 98 0,1-3-403 16,-3 0 245-16,-1-2 123 0,-1 0 62 0,0 0-40 15,-2 0 73-15,3 0 38 0,1 0 35 0,0 0-16 16,1 0 8-16,3 3 475 0,2 1-274 0,0 1-119 15,8 1-60-15,-3 5 717 0,7-2-364 0,-1 1-104 16,5 6-121-16,1 3 432 0,0 3-273 0,0 5-135 16,0 0-69-16,0 3 341 15,0 4-446-15,0 0 0 0,1 2 0 0,1 0 0 16,-2-1 0-16,0 1 0 0,0 1 0 0,0-1 0 16,0-2 0-16,0-1 0 0,2-5 0 0,-2 2 0 15,0-9 0-15,0-2-347 0,2-6-31 16,0-3 89-16,-1-2-534 0,9-8 398 0,0 0 194 0,4-11-152 15,2-14 173-15</inkml:trace>
  <inkml:trace contextRef="#ctx0" brushRef="#br0" timeOffset="171193.92">11907 2455 3300 0,'2'-11'0'0,"-2"2"0"0,0 6 0 0,0 1 0 0,0 0 0 0,0 2 0 0,2 0 0 0,-1 2 0 0,5 13 0 0,-1 4 0 0,1 7 431 0,-3 4-231 0,4 5-200 0,-2 5 0 15,-1 2 0-15,0-1 0 0,-1-6 0 0,1 11 0 16,-1-11 0-16,2 4 0 0,-3-3 0 16,0 0 0-16,0-2 0 0,-1-2 0 15,-1-4 0-15,0-7 0 0,0 0 0 0,0-5 0 16,0-7 0-16,0 1-67 0,2-6-26 0,0-3-877 16,3-1 467-16,3-1 233 0,5-13 107 0</inkml:trace>
  <inkml:trace contextRef="#ctx0" brushRef="#br0" timeOffset="171377.92">12175 2770 3356 0,'6'-3'0'0,"2"0"0"0,-5 2 0 0,3-2 0 0,-3 3 0 0,1 0 0 0,0 8 0 0,0 2 0 0,2 6 0 0,-1 0 0 0,-1 6 575 0,1 2-575 0,-1 1 0 16,-2 1 0-16,-1-2 0 0,2-3 0 0,-1 3 0 15,0-1 0-15,-2-2 0 0,2-3 0 0,-2-3 0 16,0-2 0-16,0-3 0 0,0-3 0 0,0-1 0 15,0-2 0-15,0-1 0 0,0-1 0 16,0-2-813-16,-2 3 203 0,-5-3 286 0</inkml:trace>
  <inkml:trace contextRef="#ctx0" brushRef="#br0" timeOffset="171907.26">11555 4329 3211 0,'0'-22'0'0,"-4"10"0"0,3 4 0 0,-1 3 0 0,2-1 0 0,0 0 0 0,0 0 0 0,5 3 0 0,13-4 0 0,8-1 0 0,10-3 417 16,-3 1-181-16,12-2-169 0,2-2-67 0,0 0 0 15,0 2 0-15,0 1 0 0,-9-1 0 0,10-1 0 16,-6 4 0-16,-8 0 0 0,-2 4 0 0,-10 0 0 15,-1 1 0-15,-9 2 0 0,-3 1-622 16,-4 1 158-16,-5 0 229 0,0 0-273 16,-9 9 226-16,-8-1 126 0,-3 1 60 0,-5 0-458 15,0-1 258-15,-1-5 129 0</inkml:trace>
  <inkml:trace contextRef="#ctx0" brushRef="#br0" timeOffset="172085.63">11873 4153 2242 0,'-17'0'0'0,"6"0"0"0,-1 0 0 0,3 0 0 0,4 1 0 0,-1 8 0 0,6 4 0 15,0 0 0-15,0 7 0 0,0 2 0 0,0 4 117 0,2 4-30 0,0 2 616 0,0 4-333 0,-1 7-167 16,-1-4-82-16,0-5-33 0,0 5-88 0,0 1 0 16,0-3 0-16,0-1 0 0,0-4 0 0,0-2 0 15,0-5 0-15,0-3 0 16,0-4 0-16,2-8-315 0,0-2 111 0,5-6 121 16,5-2-57-16,-1-8-825 0,0-18 464 0,6-10 232 15,-4-1 115-15,-1-10-390 0,-3-2 244 0</inkml:trace>
  <inkml:trace contextRef="#ctx0" brushRef="#br0" timeOffset="172231.12">11950 4336 1924 0,'5'-29'0'0,"-1"2"0"0,-1 8 0 0,2 6 0 0,1 4 0 0,-1 5 0 0,0 3 0 0,3 1 0 0,2 1 0 0,-1 13 0 0,-2 9 108 0,0 1 656 0,2 7-368 0,-7 4-179 16,-1 9 305-16,1-3-522 0,-2 2 0 0,0-6 0 16,0 12 0-16,0-12 0 0,0-1 0 0,0 0 0 15,0-4 0-15,0-7 0 0,0-1 0 0,4-2-13 16,-1-4-200-16,3-6 126 0,2-2 62 0,1-7-1273 15</inkml:trace>
  <inkml:trace contextRef="#ctx0" brushRef="#br0" timeOffset="172493.58">12166 4556 3110 0,'9'-11'0'0,"5"1"0"0,2-1 0 0,5-1 0 0,0 2 0 0,1 0 0 0,4 2 0 0,4 5 0 0,-5 1 0 0,5 0 0 0,-9 2 206 16,1 0-84-16,-3 13 155 15,-5 2-120-15,-3 4-98 0,-4 7-59 0,-7 0 0 0,0 3 0 0,-2 1 0 16,-14-2 0-16,0-2 0 0,-3-1 0 16,-3-3 0-16,1-5 0 0,4-6 0 15,-1 0 0-15,0-5 0 0,7-2 0 0,4-3 0 16,1-1 0-16,4 0 0 0,2 0 0 0,0 0 0 16,15-4 0-16,8-7 0 0,4 2 0 0,8-1 0 15,6-3 0-15,-4 3 0 0,14-2 0 0,-4 2 0 16,2 5 0-16,-1 2 0 0,0-1 0 15,-7 2 0-15,10 2 0 0,-7 0-168 0,0 0-47 0</inkml:trace>
  <inkml:trace contextRef="#ctx0" brushRef="#br0" timeOffset="172636.84">13288 4670 3931 0,'-10'-11'0'0,"6"7"0"0,4 3 0 0,0-1 0 0,-2 2 0 0,2 0 0 0,0 0 0 0,0 0 0 0,0 0 0 0,2 0 0 0,9 0 0 16,3 5 0-16</inkml:trace>
  <inkml:trace contextRef="#ctx0" brushRef="#br0" timeOffset="173551.59">28601 7758 2197 0,'-5'-15'0'0,"3"14"0"0,2-2 0 0,0 3 0 0,0 0 0 0,0 0 0 0,0 0 0 0,0 4 0 0,2 4 0 0,2-1 0 0,2 4 376 16,1 0-157-16,-2 1-94 0,2 0-42 0,1 3-93 0,-3-3 0 16,2 3 51-16,-2 0 9 0,-1 0-166 0,-3 1 77 15,4-2 41-15,-4 0-533 0,1-2 285 16,-2 2 154-16,0-2-54 0,0-4-630 0</inkml:trace>
  <inkml:trace contextRef="#ctx0" brushRef="#br0" timeOffset="174318.31">28546 7951 1553 0,'-6'2'0'0,"1"3"0"0,0 3 0 0,0 0 0 0,3-1 0 0,-3 1 0 0,4 1 0 0,0 0 0 0,-2 3 0 0,3-1 0 0,0 2 352 0,0 1-155 0,-1 0-78 16,-1 0 83-16,0-2-85 0,-1 2-38 0,0-1-1 16,-1-4-70-16,-1 3 0 0,0-5 43 0,2 2-11 15,-4-2-172-15,2-1 86 0,-3-5 43 0,3 0-167 16,0-1 98-16,2 0 49 0,1 0 29 0,0-1-143 15,2-11 69-15,0 1-14 0,7-2 33 0,6 0 27 16,7-4-20-16,5 4 15 16,4-2 169-16,2 2-76 0,4 2-31 0,5 1 3 15,1 1 43-15,0 4-39 0,-8 2-1 0,2 0 57 16,-6 3-20-16,-1 0-5 0,-3 0-19 0,-9 0 24 16,-1 6-31-16,-8 0-4 0,0 2-91 0,-5 2 40 15,-2 1 1-15,0 0 40 0,-9 2-240 0,-4-1 115 16,-6 3 38-16,1-2-128 0,0-2 72 0,-1 0 52 15,1-2-4-15,-2-1-260 0,0-3 142 0,3-3 70 16,-1 1 34-16,4-3-34 16,-3 0 34-16,6 0-10 0,-3 0 131 0,5-3-43 15,2 0 0-15,1-1-43 0,5 1 252 0,-3 0-135 16,4 1-54-16,0 0 217 0,4 0-103 0,5 0-69 16,1 2 7-16,3 0 31 0,1 0-6 0,-4 0-32 15,-1 6 13-15,0 5-40 0,-4-2 1 0,-3 0 10 16,-2 3-58-16,0 2 1 0,0 1 47 15,-10 1-6-15,-5-4 3 0,3 3 12 0,-6-2-34 0,3-2 59 16,-1-2-47-16,0 0 5 16,9-3-3-16,-2-3 54 0,4 1-53 0,1-4 1 15,2 1 45-15,-1-1 0 0,3 0-30 0,0 3 2 16,9-3-72-16,4 0 32 0,4 0 0 0,-1 0 31 16,1 2-59-16,1 1 36 0,-4 0-16 0,0 4-20 15,-3 0 19-15,-5-1 0 0,2 3 10 16,-5 0-23-16,-1 3 24 0,-2-1 7 0,0 0-14 0,-8-2-4 15,-3 3 4-15,-5-2 11 16,2-2-46-16,-4 2-1 0,-1-4 41 0,-1 0 0 16,1-3-151-16,3 0 70 0,-3-3 29 0,1 0-114 15,5 0 63-15,-4 0 38 0,4-1 3 0,1-8-5 16,1 1 26-16,4-3 0 0,2 4-24 0,0-1 87 16,5 1-42-16,0 0-22 0,0 4 361 0,0 1-172 15,0 0-71-15,11 0-48 0,6 2 381 0,3 0-157 16,9 2-115-16,0 3-1 0,11 4-145 0,-1-1 0 15,0-1 0-15,9 1 0 16,-5 0 0-16,0 0 0 0,-8-1 0 0,4 1 0 0,-4-1 0 16,-1 0 0-16,-7 1 0 0,-3-2 0 15,-3 0 0-15,-6-3 0 0,-4 2-192 0,-2-3-283 16,-4 2 222-16,-2-2 63 0,-3 2-540 0,0 0 344 16,0 0 163-16,-11-1-345 0,-6-3 265 0</inkml:trace>
  <inkml:trace contextRef="#ctx0" brushRef="#br0" timeOffset="174509.44">28784 8517 1814 0,'-21'5'0'0,"6"5"0"0,4-3 0 0,-2 2 0 0,4-3 0 0,2 2 0 0,4-1 0 0,-1-1 0 0,4 1 0 0,0 1 0 0,0-1 290 0,0 0-125 0,0-1-63 0,0 2-31 16,0-5 14-16,0 3-45 0,2-2-1 0,-2 0-145 15,0 0 73-15,0-3 36 0,0 2 10 0,0-2-227 16,0-1 127-16,0 0 64 0,-3 0-281 0,-4 0 121 15,5 0 93-15,0-1-23 16,-2-9-182-16,4-2 128 0,0-2 64 0,0-3 32 16,4-6-118-16</inkml:trace>
  <inkml:trace contextRef="#ctx0" brushRef="#br0" timeOffset="174931.59">29108 7924 2008 0,'20'-18'0'0,"0"5"0"0,-2 2 0 0,0 3 0 0,-1 1 0 0,-8 3 0 0,0 2 0 0,-2 2 0 0,0 0 0 0,-4 0 0 0,-1 2 96 0,-2 9 158 16,0 4-96-16,-2 5-65 0,-9 3 59 0,-4 2-56 15,0 1-29-15,-2 4 11 0,0-1-4 0,-1 0-35 16,5 3 1-16,-1-2 45 0,3-2 1 0,2-3-37 16,4-1-9-16,-3 1 70 0,7-4-35 0,0-3 0 15,1-3-36-15,0-4 14 16,0 1-13-16,0-4-1 0,0-3-97 0,0-1 49 0,0-4 0 0,0 2 59 15,0-2-236-15,0 0 108 0,0 0 35 0,0-2-23 16,0-6 15-16,0-5 30 16,1 0-26-16,3-6-84 0,4-3 33 0,1-1 38 15,1-4-13-15,3 1 76 0,2 2-51 0,2-1 14 16,1 5 142-16,1 1-67 0,-1 6-27 0,2 3-5 16,6 0 274-16,-7 6-140 0,3 2-51 0,1 0 200 15,0 2-230-15,-6 2-62 0,5 9 0 0,-5 2 0 16,0 8 0-16,-4 0 0 0,-2 1 0 0,-5-2 0 15,1 9 0-15,-4-3 0 16,-1 0 0-16,-2 1 0 0,0-2 0 0,0-5 0 0,-2 3 0 16,-6-4 0-16,0 1 0 0,1-1 0 15,0-5-596-15,-1-2 119 0,0 0 224 0,-1-4-251 16,-2-1 232-16,1-4 116 0,-1-3 58 0,-3 0-513 16</inkml:trace>
  <inkml:trace contextRef="#ctx0" brushRef="#br0" timeOffset="175092.91">29272 8293 1863 0,'-6'-17'0'0,"3"6"0"0,1 3 0 0,0 1 0 0,-1 3 0 0,3 2 0 0,0 0 0 0,0 2 0 0,0 0 0 0,0 9 0 0,0 5 103 0,0 1 370 0,0 4-216 15,0 6-109-15,-2-3-45 0,-8 6 178 0,-1 0-121 16,-1 1-61-16,-1-3-298 0,1-1 119 0,4-3 70 16,-2 0 20-16,0-1-582 0,3-6 306 0,4-5 153 15,-1 2 86-15,3-6-501 16,-1-3 252-16,2-3 68 0,0 0-339 0</inkml:trace>
  <inkml:trace contextRef="#ctx0" brushRef="#br0" timeOffset="175242.31">29195 8503 2088 0,'3'-9'0'0,"5"2"0"0,-1 1 0 0,-1 2 0 0,0 3 0 0,2-3 0 0,-1 4 0 0,2 0 0 0,1 0 0 0,-1 10 0 0,1 2 364 0,-2-2-162 0,1 6-71 0,-2-1-51 16,0 0 243-16,-2 2-142 0,0 0-71 0,1-4-310 15,-3-2 129-15,2 1 51 16,1-3 29-16,1-3-648 0,0-2 340 0,1-4 169 15,5 0 94-15,-1 0-753 0,4-10 375 0,1-6 187 16</inkml:trace>
  <inkml:trace contextRef="#ctx0" brushRef="#br0" timeOffset="175655.2">29789 7935 2415 0,'12'-10'0'0,"0"6"0"0,-9 3 0 0,2 1 0 0,-5 1 0 0,0 13 0 0,-15 4 0 0,-7 3 0 0,-2 1 0 0,1 4 0 0,-5 1 171 0,1-1-66 0,1 0 223 0,3-1-144 0,2-3-73 16,8-7-26-16,6-3 14 16,-1-1-29-16,2-2-1 0,6-3-108 0,0 0 40 15,0-3 9-15,10-3 30 0,8 2-64 0,5-2 32 16,2 0 0-16,-2 0-15 0,0 4 29 0,8-2-9 16,-6 4-33-16,-5 1 84 0,1 2 0 0,-7 5-77 15,4 1 10-15,-11 5 173 0,3 5-170 0,-5-1 0 16,-5 4 0-16,0 1 0 0,-5-3 0 0,-4 2 0 15,-9-1 0-15,1-4 0 16,-2 0 0-16,5-6 0 0,-6 0 0 0,1-2 0 16,1-4 0-16,-1-3 0 0,0-1 0 0,1-5 0 15,0 0 0-15,-1-2-524 0,1 0 178 0,1 0 154 16,-1-9-160-16,4-6 146 0,-2-6 88 0,6 4 40 16,0-2-11-16,5 0 1 0,-2 3 48 0,6 3 138 15,-1 3-63-15,2 1-38 0,0 3 0 0,0 1 417 16,0 2-227-16,3 2-122 0,11 1 9 0,-1 0 386 15,2 0-167-15,1 0-127 16,2 4-59-16,1 3-24 0,1 2-26 0,2 3-57 16,2-1-472-16,-3 0 228 0,0-2 142 0,2 1-887 15,6-1 446-15,-2-3 252 0</inkml:trace>
  <inkml:trace contextRef="#ctx0" brushRef="#br0" timeOffset="175869.49">30159 7865 3767 0,'0'0'0'0,"-2"12"0"0,2 4 0 0,-5 5 0 0,2 5 0 0,-2 6 0 0,0 7 0 0,-5-1 0 0,2 12 0 0,1-3 0 0,-2 2 141 0,1-2-118 0,2-2-23 0,1-5 0 15,-1 1 0-15,3-2 0 0,-3 0 0 0,3-4 0 16,2-3 0-16,-2-3-262 0,2 0 143 15,1-8 80-15,0-3-916 0,0-7 481 16,0-1 93-16</inkml:trace>
  <inkml:trace contextRef="#ctx0" brushRef="#br0" timeOffset="176021.5">30159 8354 2875 0,'0'-4'0'0,"0"0"0"0,-5 1 0 0,3 3 0 0,2-1 0 0,0 1 0 0,0 0 0 0,0 0 0 0,5 0 0 0,2 0 0 0,5 5 189 15,-6 2-74-15,4 4 97 0,0-2-86 0,-3 2-43 0,1-1-251 16,-1 1 98-16,3 0 55 0,-2-4 27 0,2 1-709 16,2-1 368-16,1-3 193 0</inkml:trace>
  <inkml:trace contextRef="#ctx0" brushRef="#br0" timeOffset="176208.81">30409 7996 2672 0,'11'-7'0'0,"0"1"0"0,5-2 0 0,4 1 0 0,2-1 0 0,4 1 0 0,3-3 0 0,2 5 0 0,4-1 0 0,-3 3 0 0,0-1 190 0,-1 3-119 0,-1-2-32 16,-1 3 0-16,-1 0 0 0,-8 0-577 0,3 0 299 15,-5 0 134-15,-6 0-663 0,-2 0 370 0,-3 3 186 16</inkml:trace>
  <inkml:trace contextRef="#ctx0" brushRef="#br0" timeOffset="176522.69">30712 7692 1796 0,'-5'-4'0'0,"2"2"0"0,1 1 0 0,2 1 0 0,0 0 0 0,0 0 0 0,0 11 0 0,0 2 0 0,0 4 0 0,2 2 0 0,-1 7 136 16,-1-2-49-16,0 5 68 0,-1 1-63 0,-8 0-26 0,-4 0-1 15,-1-2-235-15,-2-2 105 0,1-4 62 0,-5 5-215 16,-1-6 129-16,-1-5 64 0,0 0 32 0,7-7-164 16,-7 0 84-16,6-1-24 0,1-3 41 15,3-3 27-15,2 2-4 0,5-4-42 0,2 0 425 0,1 0-173 16,2 0-95-16,0 0 352 0,7 0-202 16,16 0-76-16,4 0-48 0,4 0 108 0,11 0-88 15,-3 0-44-15,3 0-1 0,0-3-89 0,-5 3 9 16,13-1 37-16,-10 1-1 0,-5 0-88 0,-2 0 44 15,-1 0 1-15,-9 0-390 16,0 1 169-16,-6 6 126 0,0-1-15 0,-5-3-581 16,-3-1 328-16,-4 0 154 0,0 0-269 0,-3-2 222 15</inkml:trace>
  <inkml:trace contextRef="#ctx0" brushRef="#br0" timeOffset="176708.13">31045 7821 2111 0,'0'-1'0'0,"0"1"0"0,0 0 0 0,0 9 0 0,-12 4 0 0,-2 4 0 0,-11 6 0 0,-3 4 0 0,-6 4 0 0,-10 8 0 0,-4-1 101 0,3-4 189 0,-13 12-130 15,0-1-60-15,-2-3 156 0,0 3-107 0,5-3-56 0,10-7-17 16,1 2-147-16,5-5 54 16,15-3 29-16,6-1-518 0,6-6 273 0,4 0 146 0,8-4 58 15,0-8-776-15,18-1 331 0,12-9 219 0</inkml:trace>
  <inkml:trace contextRef="#ctx0" brushRef="#br0" timeOffset="176993.02">30747 8366 1916 0,'6'0'0'0,"-4"0"0"0,0 0 0 0,-2 0 0 0,0 0 0 0,-12 6 0 0,-1 3 0 0,-3 3 0 0,0 1 0 0,0 2 0 0,2-3 103 15,-2 4-36-15,2-1 306 0,1-3-167 0,7-1-83 0,0-2-42 0,3-1 206 16,3 1-129-16,0-2-59 0,0 0 5 0,5-1-32 15,11 0 0-15,3 0-23 0,8-3-5 0,-1 1-5 16,3 0 0-16,-3 0-48 0,2 1-1 0,-9 1 59 16,4 4-9-16,-3-3-190 0,-8 2 95 0,-2 2 47 15,-4 1-27-15,-4-1-220 0,-2 2 94 0,-5 1 77 16,-11-3-67-16,-6 0 62 16,-3-2 6-16,5-1-10 0,-10-1-30 0,5-3 42 15,-2-2-1-15,7 0-163 0,-5-2 102 0,2 0 43 16,3 0 35-16,1 0-141 0,-2-6 84 15,6-5 41-15,-2-6 0 0,6-1-320 0,1-11 186 0,1-3 87 16</inkml:trace>
  <inkml:trace contextRef="#ctx0" brushRef="#br0" timeOffset="177102.31">30525 8422 1849 0,'9'-18'0'0,"1"3"0"0,-2 3 0 0,8 5 0 0,-2 0 0 0,2 2 0 0,3 1 0 0,4 1 0 0,0 2 0 0,7-2 0 0,0 2 246 0,2 1-104 15,0 0 116-15,1 0-110 0,0 0-54 0,2 0-17 16,-1 0-430-16,4 0 196 0,0 0 98 0,6-3-676 15</inkml:trace>
  <inkml:trace contextRef="#ctx0" brushRef="#br0" timeOffset="177306.9">31498 7664 2990 0,'0'-6'0'0,"0"6"0"0,2 0 0 0,-1 6 0 0,-1 4 0 0,0 1 0 0,0 3 0 0,-1 1 0 0,-6 3 0 0,-3-2 0 0,0 7 121 0,2 1 42 15,-2 1-63-15,0-3-30 0,5-1-553 0,1 1 256 0,3-1 132 16,1-2 67-16,0-4-380 0,0-1 219 16,7-2 118-16</inkml:trace>
  <inkml:trace contextRef="#ctx0" brushRef="#br0" timeOffset="177503.71">31465 7882 2496 0,'-4'0'0'0,"4"0"0"0,0 0 0 0,2 0 0 0,13 0 0 0,10 0 0 0,3-2 0 0,4-2 0 0,5-1 0 0,6-1 0 0,-7 4 304 0,1-2-132 0,-2 2 41 16,0 1-92-16,-3-1-41 0,-4 2 0 0,-4 0-356 15,-6 0 157-15,-5 0 89 0,-1 7 29 0,-7 1-261 16,-5 5 151-16,0-2 74 15,-15 5-653-15,-12 2 348 0,-3-2 42 0,-8 5 131 16,3-4-256-16,-8 0 194 0,1 0 97 0</inkml:trace>
  <inkml:trace contextRef="#ctx0" brushRef="#br0" timeOffset="177652.61">31445 8071 1496 0,'-25'0'0'0,"6"3"0"0,8-2 0 0,3-1 0 0,4 0 0 0,4 0 0 0,0 2 0 0,4-2 0 0,9 0 0 0,12 0 0 0,0 0 201 15,-2 0-72-15,7 0-50 0,-8 0 215 0,1 2-128 16,-3 1-64-16,-3 1-108 0,-7 0 9 0,-2 2 35 15,-1-1 1-15,-7 3-453 16,0 0 226-16,-7 1 113 0,-6 0-190 0,-4-1 96 16,-3-3 95-16,0 1-54 0,0-4-364 0,0-1 227 15,2-1 104-15</inkml:trace>
  <inkml:trace contextRef="#ctx0" brushRef="#br0" timeOffset="177821.69">31362 8109 1568 0,'-12'-8'0'0,"-3"3"0"0,7 3 0 15,-4 0 0-15,3 2 0 0,0 0 0 0,0 11 0 0,-1 8 0 0,1 5 0 0,0 6 0 0,2 6 145 0,-1 8 465 0,0-1-286 0,-1 0-143 16,3 0-71-16,0-2 354 0,2-5-204 0,2-1-115 16,-1 1-54-16,3-2-143 0,0-4 46 0,0-2-1 15,0-5-478-15,0-2 257 0,0-3 133 0,3-5 67 16,3-3-307-16,0-5 181 0,0 0 104 0,5-5-124 16,-2 0-590-16,1-10 363 0,-1-8 181 0</inkml:trace>
  <inkml:trace contextRef="#ctx0" brushRef="#br0" timeOffset="177977.11">31346 8282 2112 0,'7'-21'0'0,"2"9"0"0,7-1 0 0,3 2 0 0,2 0 0 0,4 1 0 0,3 5 0 0,-3-1 0 0,9 1 0 0,-4 1 0 0,0 1 484 16,-2 0-223-16,-3 1-112 0,-1 2-50 0,-1 0-35 16,-2 0 0-16,-5 0-26 0,0 0-193 0,-6 0 96 15,-3 0 58-15,-2 5 16 0,-1-2-584 0,-4 1 304 16,0 0 152-16,0-1-713 0,-16-3 398 15</inkml:trace>
  <inkml:trace contextRef="#ctx0" brushRef="#br0" timeOffset="178144.57">31563 8135 1523 0,'-7'0'0'0,"1"0"0"0,3 0 0 0,-1 7 0 0,-1-1 0 0,3 3 0 0,-3 2 0 0,4-1 0 0,1 4 0 0,-2 1 0 0,2-1 330 0,-2 1-146 0,2 0-73 16,0 1-36-16,0-3-135 0,0-1 59 15,0 2 15-15,0-5-1 0,0 1-146 0,0 0 85 16,2-5 43-16,1 1-470 0,2-2 205 0,-3-1 146 16,-2-3-36-16,2 0-333 0</inkml:trace>
  <inkml:trace contextRef="#ctx0" brushRef="#br0" timeOffset="178468.44">31531 8353 1271 0,'-8'0'0'0,"-7"0"0"0,5 0 0 16,-3 4 0-16,-1 5 0 0,-2 5 0 0,4-1 0 0,0 1 0 0,-1 3 0 0,5-2 0 0,1 3 77 0,5-3 239 0,-2 1-140 0,4-1-58 0,0-1 178 0,0-2-129 15,4 1-64-15,3-5-32 16,3-1 0-16,7-1 11 0,1 0-44 0,0-3 0 16,4 2-140-16,3 0 69 0,-3 1 36 0,1-1-87 15,5 5 56-15,-1 0 33 0,-2 2 0 0,2 0-140 16,-2 1 31-16,-2-2 59 0,2 4-69 0,-5-6 49 16,-3 3-7-16,-2-5 0 0,-4-1 79 0,-4-2-43 15,-2-3-1-15,-3 2-23 0,1-3 2 16,-3 0 29-16,0-3 16 0,0-4-86 15,-5-4 42-15,-2-1-1 0,0-1 30 0,-4 1-101 16,3-2 39-16,-1-1 18 0,-4 2-114 0,1-4 73 16,2 2 38-16,-4 0 0 0,0 0 39 0,1 4-3 15,4 1 1-15,1 2 0 0,-2 3 288 0,5 2-145 16,0-1-81-16,2 2 386 0,-1 2-193 0,1 0-111 16,3 0-5-16,-2 6 54 0,2 2-12 0,0 4-58 15,0 1-86-15,2-2-1 0,8 3 40 0,0-1 1 16,7-2-588-16</inkml:trace>
  <inkml:trace contextRef="#ctx0" brushRef="#br0" timeOffset="178633.57">31966 8543 3194 0,'0'5'0'0,"0"7"0"0,0-5 0 0,0-2 0 0,0 4 0 0,5-2 0 0,-1 0 0 0,1 2-32 0,-1 0-1 0,1-1 6 0,-3 4 148 0,3-2-51 15,-1-1-106-15,-3-1 36 0,4-1 2 0,-1-3 34 16,5-1-600-16,-2-1 297 0,2-2 152 0,5 0-752 16</inkml:trace>
  <inkml:trace contextRef="#ctx0" brushRef="#br0" timeOffset="178910.46">32155 7921 3461 0,'6'-7'-13'0,"7"5"5"0,6-1 3 0,4 0 2 0,0-1 1 0,4-2 2 0,6 3 0 0,6-4 0 0,12 5 0 0,1-6 0 0,16 3 236 0,-6-1 29 0,1 0-265 16,0 1 0-16,-16 1 0 0,0 3 0 0,-6-4 0 15,0 1 0-15,-10 3 0 0,-9-2 0 0,-1 2 0 16,-7-1 0-16,-3 2 0 0,-4 0 0 0,0 0 0 15,-6 0 0-15,1 0 0 0,0 0 0 0,-2 0 0 16,0 0 0-16,0-2 0 0,0 0 0 0,-4 0 0 16,-4-1 0-16,-2 0 0 0,-2 2-173 0,-1 0-801 15,-5 1 467-15,-4 0 233 0</inkml:trace>
  <inkml:trace contextRef="#ctx0" brushRef="#br0" timeOffset="179127.03">32458 7943 3463 0,'-2'0'0'0,"2"11"0"0,0 5 0 0,0-1 0 0,0 2 0 0,0 3 0 0,0 3 0 0,0 3 0 0,0 4 0 0,0 2 0 0,0-2 468 16,-2-5-468-16,0 11 0 0,-1-4 0 0,1-1 0 16,-4 0 0-16,6-6 0 0,-5 0 0 0,3 0 0 15,1-3 0-15,-1-4 0 0,0 0 0 0,2-5 0 16,-1-1 0-16,1-3 0 0,0-2 0 0,0-2-234 15,0 1 66-15,0-5-39 0,0-1-505 0,0 0 341 16,0 0 166-16,5-7-439 0</inkml:trace>
  <inkml:trace contextRef="#ctx0" brushRef="#br0" timeOffset="179347.17">32669 7927 3685 0,'5'-6'0'0,"2"5"0"0,-2 1 0 0,1 0 0 0,-1 0 0 0,0 5 0 0,0 6 0 0,1 6 0 0,-3 5 0 0,2 9 0 0,-2 1 160 0,0 1-74 0,-3 7-86 0,0 3 0 16,0-5 0-16,0 9 0 0,-8-6 0 0,-2-7 0 15,0 3 0-15,0-1 0 0,2-4 0 0,-1-4 0 16,1-3 0-16,2-3 0 0,2-1 0 0,3-7 0 16,-1-1 0-16,2-5 0 0,0 2 0 0,0-3-135 15,0-3-437-15,5 0 266 0,3-4 123 0,6 0-369 16</inkml:trace>
  <inkml:trace contextRef="#ctx0" brushRef="#br0" timeOffset="179626.47">32827 8368 2801 0,'17'-8'0'0,"1"1"0"0,9-3 0 0,-4-1 0 0,-4 4 0 0,-1 2 0 0,2 0 0 0,-3 4 0 0,-3 1 0 0,2 1 0 0,-6 13 640 0,-1 3-291 0,-5 2-208 16,-1 1-141-16,-3 6 0 15,-3-4 0-15,-12 3 0 0,-2-2 0 0,-6-3 0 16,-2 1 0-16,-1-1 0 0,2-6 0 0,4-3 0 16,0-1 0-16,1-3 0 0,8-3 0 0,-1 0 0 15,7-3 0-15,2 1 0 0,1-2 0 0,0 0 0 16,2 0 0-16,0 0 0 0,12 0 0 0,11 0 0 16,-2 0 0-16,9 0 0 0,-2 0 0 15,2 0 0-15,3 2 0 0,1 2 0 0,2-1 0 0,-1 3 0 16,-5 2 0-16,0-1 0 15,-2 1 0-15,-2 2 0 0,-5 1 0 0,6 0 0 16,-4 2 0-16,-3 2-844 0</inkml:trace>
  <inkml:trace contextRef="#ctx0" brushRef="#br0" timeOffset="179763.37">33367 8810 3931 0,'3'-16'0'0,"12"16"0"0,10-1 0 0,-6-5 0 0,-4 0 0 0,-9 2 0 0,3 3 0 0,-3-1 0 0,-3 0 0 0,1 0 0 0,-1 0 0 0,-1 2 0 0,0 0 0 0,-2 0 0 16,0 9 0-16</inkml:trace>
  <inkml:trace contextRef="#ctx0" brushRef="#br0" timeOffset="181356.81">28520 9029 1690 0,'-18'0'0'0,"1"-2"0"0,0 0 0 0,1 1 0 0,-1 1 0 16,5-3 0-16,2 3 0 0,-1-2 0 0,6 1 0 0,3 1 0 0,0 0 339 0,2 0-149 0,0 0-75 0,7 0-27 0,9 3 46 15,1 3-47-15,0 0 0 0,1 0 255 0,-1-1-150 16,0 1-67-16,-2-2-47 0,-2-1 287 0,0 1-266 16,-3-2-99-16,2-2 0 15,-5 2 0-15,-2-2 0 0,1 0 0 0,-1 0 0 16,1 0 0-16,0 0 0 0,2 0 0 0,1-2 0 15,-1-1 0-15,5-3 0 0,4 2 0 0,3-2 0 16,-2 2 0-16,4 3 0 0,0-1 0 0,-1 0 0 16,2 0 0-16,-3 0 0 0,0 2 0 0,-1 0 0 15,-1 0 0-15,2 0 0 0,-2 0 0 0,2 2 0 16,-3 2 0-16,5-1 0 16,1 1 0-16,3 0 0 0,-1-2 0 0,7-1 0 0,-2 2 0 15,5-3 0-15,2 0 0 0,6 0 0 0,-1 0 0 16,3 0 0-16,1 0 0 0,5 0 0 0,2 0 0 15,3 0 0-15,9 2 0 0,4-1 0 0,-8 2 0 16,19 0 0-16,-5-1 0 0,3 1 0 0,15 1 0 16,-3 1 0-16,0 0 0 15,22 0 0-15,-7 1 0 0,-2 1 0 0,1-1 0 16,-3 0 0-16,-9 1 0 0,20-1 0 0,-16 0 0 16,6 0 0-16,-1-3 0 0,1-1 0 0,8-2 0 15,0 0 0-15,-7 0 0 0,-3 0 0 0,-2 0 0 16,-3-2 0-16,-6-1 0 0,15-2 0 0,-12 4 0 15,-7-1 0-15,-10 2 0 0,18 0 0 0,-21 0 0 16,21 0 0-16,-21 0 0 0,8 3 0 0,-7 2 0 16,0-2 0-16,-8 0 0 15,7 1 0-15,-7 2 0 0,-2-2 0 0,-8 2 0 16,0-1 0-16,-7 1 0 0,1 1 0 0,-5-1 0 16,-2 1 0-16,0 1 0 0,-8 0 0 0,10 0 0 15,-2 2 0-15,-4-2 0 0,0-1 0 0,-1 1 0 16,-10-1 0-16,1-1 0 0,-6 1 0 0,-20-3 0 15,-2 0 0-15</inkml:trace>
  <inkml:trace contextRef="#ctx0" brushRef="#br0" timeOffset="181421.99">33865 9289 3931 0,'0'0'0'0,"0"0"0"0,0 0 0 0,0 0 0 0,0-5 0 0,-20 0 0 0,-8-2 0 0,-12 1 0 0,-8 0 0 0,-9 3 0 0,-1 0 0 0</inkml:trace>
  <inkml:trace contextRef="#ctx0" brushRef="#br0" timeOffset="187693.11">12973 10179 2152 0,'0'-3'0'0,"0"0"0"0,0-5 0 0,0 1 0 0,0 1 0 0,2-2 0 0,2 1 0 0,0-1 0 0,0 2 0 0,-2-2 0 0,0 0 81 0,-1 1 114 0,-1 0-80 0,0 2-29 16,0-1-9-16,0 2 194 0,-3-1-117 0,-6 1-58 15,-1 1-29-15,-3 0 155 0,-5 3-97 0,2 0-43 16,-3 0 31-16,-2 6-37 0,1 4-57 0,-5 3-19 16,4 1 0-16,-1 3 0 0,2 0 0 15,-3 4 0-15,4 2 0 0,0 3 0 0,2 1 0 16,2 1 0-16,2 3 0 0,4 1 0 16,1-2 0-16,5 5 0 0,3-3 0 0,0 1 0 15,0 1 0-15,11 0 0 0,6-2 0 0,1-2 0 16,5-2 0-16,2-1 0 0,-1-3 0 0,2-2 0 15,0-1 0-15,-3-5 0 0,2 0 0 0,-4-3 0 16,-3-1 0-16,1-3 0 0,-3-2 0 0,0-1 0 16,-3-2 0-16,-4-3 0 0,1 1 0 0,-3-2 0 15,0 0 0-15,-1 0 0 0,0 0-59 0,0 0-91 16,-1 0 47-16,0 0-716 16,3-3 381-16,2-7 206 0,-1 1 97 0,2-4-314 15</inkml:trace>
  <inkml:trace contextRef="#ctx0" brushRef="#br0" timeOffset="187959.05">13171 10079 3734 0,'-10'0'0'0,"3"0"0"0,1 7 0 0,-1 3 0 0,3 2 0 0,0 6 0 0,4 0 0 0,0 7 0 0,0 3 0 0,0 4 0 0,0 2 197 15,4 2-197-15,4 1 0 0,-1 1 0 0,0-1 0 16,1 1 0-16,0-2 0 0,-3-3 0 0,-1-1 0 16,-1-2 0-16,1 0 0 0,-2-1 0 0,-2-7 0 15,0 0 0-15,0-2 0 0,0-10 0 16,0 2 0-16,0-5 0 0,0-3 0 16,0-2-466-16,0-2 27 0,0 0 201 0,2-2 101 15,2-9-285-15,5-8 184 0,2-9 105 0,3-7-574 16</inkml:trace>
  <inkml:trace contextRef="#ctx0" brushRef="#br0" timeOffset="188152.93">13311 10332 2709 0,'0'-3'0'0,"0"2"0"0,0-2 0 0,0 3 0 0,2 0 0 0,2 0 0 0,6 0 0 0,3 0 0 0,6 0 0 0,1 0 0 0,8 0 331 0,2 0-147 0,0 0-74 0,2 0 386 15,0 0-395-15,0 3-101 0,0-1 0 0,-4 0 0 16,-5 0 0-16,1 2 0 0,-3-2 0 0,-6 4 0 15,-2-3 0-15,-3-1 0 0,-3 2-133 0,-3-3 3 16,-3 1 83-16,-1-2-803 0,0 3 415 0,0-3 177 16,-3 0 111-16,-6 0-411 0,-1-3 261 0,2-9 121 15</inkml:trace>
  <inkml:trace contextRef="#ctx0" brushRef="#br0" timeOffset="188344.06">13587 10075 2355 0,'-12'-9'0'0,"0"5"0"0,1 2 0 0,0 0 0 0,3 2 0 0,-1 0 0 0,1 8 0 0,5 5 0 0,1 6 0 0,2 6 0 0,0 0 185 0,0 8 553 0,0 2-341 0,2 7-185 0,1 3-168 16,1-5-44-16,-2 3 0 0,1 1 0 15,-1-8 0-15,0 11 0 0,0-11 0 0,0 3 0 0,1-3 0 16,-2-2 0-16,1-1 0 16,2-5 0-16,-2-5 0 0,1-3 0 0,1-4-674 15,1-7 98-15,1-2 274 0,2-5 133 0,3-2-651 16,2 0 392-16</inkml:trace>
  <inkml:trace contextRef="#ctx0" brushRef="#br0" timeOffset="188544.66">13815 10299 2982 0,'2'-6'0'0,"2"3"0"0,-1 2 0 0,5-1 0 0,1 0 0 0,4 0 0 0,4 0 0 0,6-1 0 0,1 0 0 0,5 2 0 0,1 1 127 0,-2 0 426 0,2 0-284 16,-2 0-269-16,0 0 0 0,-6 0 0 0,1 0 0 15,-2 0 0-15,-3 1-21 0,-2 2-174 0,-7 0 116 16,0-1 68-16,-3 0-639 0,-2-2 342 0,-2 0 173 16,0 0-61-16,-2 0-235 0,0 0 188 0,0 0 108 15,-2-7 49-15,-2-4-368 16,-2-4 209-16,-3-6 104 0</inkml:trace>
  <inkml:trace contextRef="#ctx0" brushRef="#br0" timeOffset="188725.73">14145 10066 1760 0,'-11'-17'0'0,"0"5"0"0,-1 7 0 0,0 1 0 0,-4 4 0 0,2 0 0 0,-2 2 0 0,2 11 0 0,-4 7 0 0,4 5 0 0,2 5 101 16,3 4 481-16,1 8-278 0,7 1-133 0,1 1-67 16,0 3 605-16,0-1-509 0,0-9-200 0,7 10 0 15,2-11 0-15,5 1 0 0,-2-3 0 0,4-3 0 16,-3-5 0-16,6 0 0 16,-6-7 0-16,2 0 0 0,0-4 0 0,0-6 0 15,-4-1-198-15,5-7 59 0,-2-1 84 0,-1 0-947 16,2-1 483-16,0-14 241 0,-1-2 112 0,2-11-449 15</inkml:trace>
  <inkml:trace contextRef="#ctx0" brushRef="#br0" timeOffset="188961.87">14337 10118 3153 0,'4'-17'0'0,"2"4"0"0,-1 4 0 0,2-1 0 0,3 4 0 0,3 3 0 0,2 1 0 0,4 2 0 0,4 2 0 0,3 13 0 0,-2 3 217 0,2 7 344 0,2 7-561 16,-5 4 0-16,-4-4 0 0,0 11 0 0,-4-1 0 15,-8-7 0-15,-1 10 0 16,-4-2 0-16,-2-3 0 0,-4 7 0 0,-9-4 0 16,-2-2 0-16,-3-3 0 0,0-8 0 0,-1 1 0 15,-1-8 0-15,-1-4 0 0,2-6 0 0,1-2 0 16,-3-3 0-16,4-2 0 0,0-6 0 0,4 0 0 16,0 0 0-16,3 0 0 0,3-9-55 0,1-7-97 15,6-6 67-15,0 1-870 0,0-4 460 0,10 0 228 16</inkml:trace>
  <inkml:trace contextRef="#ctx0" brushRef="#br0" timeOffset="189221.31">14823 10287 3538 0,'10'0'0'0,"-1"-2"0"0,0-2 0 0,2 1 0 0,-2-1 0 0,3 0 0 0,4 2 0 0,0 2 0 0,3 0 0 0,6 0 0 0,-3 6 222 0,-1 5-83 0,3 9-107 0,-3-4-32 15,-4 3 0-15,-2 5 0 0,-4 1 0 0,-5-4 0 16,-3 7 0-16,-3-3 0 0,0 2 0 0,-11 1 0 16,-6-2 0-16,-5-1 0 0,-1-1 0 0,-1-1 0 15,-3-4 0-15,-1 0 0 16,-2-6 0-16,-2-2 0 0,0-2 0 0,-1 0 0 16,1-4 0-16,0-3 0 0,11-2 0 0,-1 0 0 15,5 0 0-15,8 0 0 0,3-10-330 0,6-3-187 16,0-4 231-16,15-5 129 0</inkml:trace>
  <inkml:trace contextRef="#ctx0" brushRef="#br0" timeOffset="189441.34">15237 10158 3736 0,'2'-4'0'0,"-2"-2"0"0,0 2 0 0,-4 3 0 0,-10 1 0 0,2 0 0 0,-6 5 0 0,4 10 0 0,-2 8 0 0,4 3 0 0,2 5 148 15,2 7-101-15,5 2-47 0,1-3 0 0,2 12 0 16,0-5 0-16,3-1 0 0,11-2 0 0,2-1 0 16,4-8 0-16,6 5 0 0,-1-10 0 0,2-1 0 15,3-5 0-15,2-7 0 16,0 0 0-16,3-7 0 0,-4-3 0 0,3-4 0 16,2 0 0-16,-3 0 0 0,1 0 0 0</inkml:trace>
  <inkml:trace contextRef="#ctx0" brushRef="#br0" timeOffset="191255.46">15712 10381 2819 0,'-6'-2'0'0,"4"2"0"0,1-1 0 0,-1 1 0 0,2 0 0 0,0 0 0 0,5-2 0 15,14 0 0-15,5-1 0 0,4 2 0 0,4-1 190 0,5 0-66 0,0 0-46 0,0 2 278 0,3 0-158 16,0 0-79-16,-3 0-72 0,0 0-47 0,-3 0 0 16,0 0 0-16,-4 2 0 0,-2 0 0 15,-5 0 0-15,-3 2 0 0,-3-2-63 16,-4 0-71-16,-3-2 86 0,-3 1 45 0,-3-1-339 0,-2 2 171 0,-2-2-14 15,0 0-426-15,0 0 286 0,-2 0 142 16,-5-2-379-16,-2-3 265 0,0-3 129 16</inkml:trace>
  <inkml:trace contextRef="#ctx0" brushRef="#br0" timeOffset="191519.4">16048 9996 2799 0,'-13'-7'0'0,"0"5"0"0,3 2 0 0,1 0 0 0,1 0 0 0,3 0 0 0,1 11 0 0,2 6 0 0,2 8 0 0,0 1 0 0,0 6 133 0,4 3 552 15,3 11-371-15,0-1-314 0,0-1 0 0,-2 3 0 16,1 2 0-16,-1-6 0 0,-1 12 0 0,0-9 0 16,-2-1 0-16,0 1 0 0,0-2 0 0,0-9 0 15,-2 3 0-15,0-7 0 16,0 0 0-16,0-9 0 0,0-1 0 0,0-6 0 0,0-2 0 15,-2-4 0-15,0-3 0 0,0-2 0 0,0-3 0 16,2-1 0-16,0 0 0 0,0 0 0 0,0 0-96 16,0 0-123-16,0 0 88 0,6 0-897 0</inkml:trace>
  <inkml:trace contextRef="#ctx0" brushRef="#br0" timeOffset="192412.3">17035 10246 1423 0,'0'-9'0'0,"0"3"0"0,0-1 0 0,0-1 0 0,-1 0 0 0,-1 3 0 0,-4-4 0 0,1 4 0 0,-2 0-1 0,0 2 0 0,0-2 72 0,-4 3 104 16,-1 2-58-16,-2 0-43 0,-3 0 229 15,-5 8-132-15,1 4-65 0,-2 2-34 0,-2 3 310 0,4 2-177 16,-4 4-82-16,2 0-42 0,2 6 351 0,1-1-234 16,3 3-198-16,1-2 0 0,2 6 0 15,5-2 0-15,3 0 0 0,4 3 0 0,2-1 0 16,0-7 0-16,2 4 0 0,13 0 0 16,4-4 0-16,4-2 0 0,0-4 0 0,4-1 0 15,1-2 0-15,4-2 0 0,-2-4 0 0,0 0 0 16,-5-5 0-16,1 0 0 0,-4-1 0 0,-3-3 0 15,-2-1 0-15,-6 1 0 0,0-2 0 0,-5 0 0 16,0-2 0-16,-4 0 0 0,-1 1-142 16,-1-1 3-16,0 0-579 0,0 0 343 0,0 0 168 15,0-3 83-15,0-9-527 0,0-2 307 0</inkml:trace>
  <inkml:trace contextRef="#ctx0" brushRef="#br0" timeOffset="192662.4">17223 10173 3320 0,'0'0'0'0,"-2"0"0"0,-3 6 0 0,-1-1 0 0,3 3 0 0,-3 3 0 0,2 4 0 0,2 4 0 0,2 5 0 0,0 2 0 0,0 5 96 0,0 0 419 0,0 1-515 16,0 4 0-16,0-1 0 0,0 3 0 15,2-2 0-15,-2 0 0 0,2-1 0 16,-2-3 0-16,0 0 0 0,0-2 0 0,0-3 0 15,0-7 0-15,0 0 0 0,0-4 0 0,0-5 0 16,0-2 0-16,0-1 0 0,0-6 0 0,0-1-149 16,0-1-66-16,0 0-636 0,2 0 405 0,6-12 202 15,3-9 103-15,2-5-538 0,-2-7 326 0</inkml:trace>
  <inkml:trace contextRef="#ctx0" brushRef="#br0" timeOffset="192819.33">17322 10475 2767 0,'0'-6'0'0,"0"0"0"0,0 3 0 0,0 0 0 0,0-2 0 0,3 2 0 0,5 0 0 0,2-1 0 0,4 0 0 0,3 2 0 0,4-1 314 0,1 0-138 0,0 1-60 16,6 0 301-16,-1 2-276 0,-1 0-141 0,-3 0 0 15,-1 0 0-15,1 0 0 0,-1 0 0 0,-3 0 0 16,-2 0-137 0,-6 2 72-16,1 3 51 0,-3-4-780 0,-2 1 411 0,0 0 96 15,2 0-634-15</inkml:trace>
  <inkml:trace contextRef="#ctx0" brushRef="#br0" timeOffset="193026.9">17761 10274 3022 0,'0'0'0'0,"0"0"0"0,0 0 0 0,0 0 0 0,0 1 0 0,4-1 0 0,6 3 0 15,6-1 0-15,0-2 0 0,9 1 0 0,0-1 187 0,1 0-75 0,2 0 189 0,-2 0-132 0,-3 0-56 0,3 0-86 16,-3 0-27-16,1 0 0 0,-5 0-205 15,0 0 7-15,-7 0 128 0,2 0 50 0,-5 2-641 0,-1 0 350 16,-3-2 68-16,1 0 122 0,-4 0-546 16,0 0 319-16,-2 0 154 0,0-2-55 0,0-7 106 0,0-4 52 15,-6-4 17-15</inkml:trace>
  <inkml:trace contextRef="#ctx0" brushRef="#br0" timeOffset="193218.94">18050 10057 2043 0,'-11'-10'0'0,"-1"9"0"0,-1 1 0 0,-2 0 0 0,0 16 0 16,0 4 0-16,2 6 0 0,2 5 0 0,1 4 0 0,1 7 0 0,5-1 195 0,4 1-78 0,0-1-40 0,0-5 587 0,2 1-304 16,5-1-166-16,5-3 87 0,1-2-281 0,0-6 0 0,2 0 0 15,0-8 0-15,2 0 0 0,0-4 0 0,0-5 0 16,0-2-114-16,-1-5 7 0,2-1 81 0,-2 0-327 16,2 0 186-16,-4-7 102 0,3-6-844 15,0-4 435-15,-4 0 209 0,2-10 116 16,-5-2-406-16</inkml:trace>
  <inkml:trace contextRef="#ctx0" brushRef="#br0" timeOffset="193439.54">18277 10126 2408 0,'2'-15'0'16,"2"4"0"-16,0 1 0 0,1 1 0 0,1 3 0 0,1 2 0 0,3 2 0 0,3 1 0 0,2 1 0 0,0 1 0 0,6 15 702 0,-5 0-332 0,1 6-166 0,0 3 43 0,-2 6-247 15,-2 0 0-15,-1 3 0 0,-7 0 0 16,-1 11 0-16,-4-4 0 0,0 0 0 0,-9-3 0 15,-8 6 0-15,-2-2 0 0,-2-2 0 0,2-8 0 16,1 0 0-16,-3-4 0 0,0-3 0 0,3-5 0 16,2-7 0-16,2 0 0 0,-2-5 0 0,7-5 0 15,-2 0 0-15,3-3 0 0,3 0-37 0,1-3-131 16,4-11-847-16,0-11 478 0,2-3 255 0,13-9 122 16</inkml:trace>
  <inkml:trace contextRef="#ctx0" brushRef="#br0" timeOffset="193626.81">18606 10186 3603 0,'5'0'0'0,"-1"0"0"0,0 0 0 0,0 6 0 0,-2 3 0 0,3 0 0 0,3 3 0 0,3 1 0 0,0 2 0 0,4 3 0 0,2 1 328 0,-2-3-328 0,4 4 0 0,-2-3 0 16,-2-1 0-16,0-1 0 15,0 0 0-15,-2-1 0 0,-3-3 0 0,-1-3 0 16,-4-1 0-16,4 0 0 0,-8-4-76 0,1-1 58 15,0-2-433-15,0 2 134 0,0-2 159 0,-1 0-735 16,1-6 428-16,4-9 204 0</inkml:trace>
  <inkml:trace contextRef="#ctx0" brushRef="#br0" timeOffset="193985.06">19057 9943 3028 0,'2'-7'0'0,"-2"3"0"0,0 3 0 0,0-1 0 0,0-1 0 0,0 3 0 0,0 0 0 0,0 0 0 0,-4 10 0 0,-1 5 0 0,-4 6 220 0,0 7-97 0,-4 9 437 0,0 4-560 16,-2 4 0-16,-4 5 0 0,-4 5 0 15,0 13 0-15,-4-8 0 0,-3 9 0 0,-4 11 0 0,-2 3 0 16,4-6 0-16,-9 19 0 0,4-6 0 0,3-4 0 16,7-16 0-16,-1 6 0 15,4-1 0-15,4-3 0 0,0-6 0 0,3-6 0 16,4-11 0-16,0-1 0 0,2-9 0 0,0-5 0 15,1-6 0-15,1-4 0 0,1-4 0 0,3-4 0 16,-1-7 0-16,2-2 0 0,0-3 0 16,1 0 0-16,1-2 0 0,0 0 0 0,2-1 0 0,-2-1 0 15,0 1 0-15,2-1 0 0,0 0 0 0,-2 3 0 16,2-3 0-16,0 2 0 0,0-2 0 0,-1 0 0 16,1 1 0-16,-2-1 0 15,2 0 0-15,-4 3 0 0,1-3 0 0,-2 0 0 16,-1 0 0-16,1 0 0 0,0 0 0 0,-3 0 0 15,0 0-538-15,-1 0-60 0</inkml:trace>
  <inkml:trace contextRef="#ctx0" brushRef="#br0" timeOffset="195696.39">19197 10479 1528 0,'-4'0'0'0,"1"0"0"0,1 0 0 0,0 0 0 0,2 0 0 0,-2 0 0 0,2 0 0 0,0 0 0 0,0 0 0 0,0 0 0 0,0 0 130 0,9 0-47 0,2 0-23 16,-2 0 217-16,5 0-124 0,-2 0-58 0,3 0-30 15,-2 0 83-15,2 0-56 0,0 0-18 0,0 0 131 16,2 0-84-16,1 0-43 0,5 0 82 0,2 0-61 0,0 0-23 15,5 0-8-15,0 0-1 16,2 0-1-16,-1 0-29 0,0 0 0 0,-6-1-84 16,7-4 37-16,-9 1 24 0,-1 1-79 0,-2 0 51 15,-6 2 25-15,-5-1-307 0,1 0 153 0,-4 1 43 16,-3 1 52-16,-1 0-432 0,0 0 221 0,-2 0 102 16,0 0 65-16,0 0-397 0,-7 0 227 0,0-3 112 15</inkml:trace>
  <inkml:trace contextRef="#ctx0" brushRef="#br0" timeOffset="195941.05">19517 10126 2696 0,'-10'-3'0'0,"3"0"0"0,1 3 0 0,-1 0 0 0,1 0 0 0,0 12 0 0,2 0 0 0,4 7 0 0,0 6 0 0,0 3 0 0,0 2 195 0,4 5-79 0,6 7 435 16,-3-3-258-16,1 0-213 0,-5-2-80 0,6 7 0 15,-6-3 0-15,1-6 0 16,-1 4 0-16,-1-1 0 0,0 0 0 0,0-5 0 16,-2-1 0-16,0-3 0 0,0-7 0 0,0 0-164 15,0-3 32-15,0-3 76 0,0-8-94 0,0 0-553 16,0-2 334-16,0-3 166 0,0-1 73 0,0-2-497 16,4 0 295-16</inkml:trace>
  <inkml:trace contextRef="#ctx0" brushRef="#br0" timeOffset="196276.81">20293 10111 3234 0,'-6'-5'0'0,"1"2"0"0,-2 1 0 0,-2 2 0 0,0 0 0 0,-5 0 0 0,2 5 0 0,-8 7 0 0,6 3 0 16,-7 8 0-16,3 3 124 0,0 4 260 0,1 4-195 15,1 5-189-15,5-5 0 0,1 11 0 0,4-4 0 0,4 0 0 16,2-7 0-16,0 6 0 0,0 0 0 16,4-3 0-16,5-1 0 0,5-2 0 0,-3-2 0 15,4-5 0-15,-2-2 0 0,3 0 0 0,-4-8 0 16,-1 0 0-16,3-4 0 0,-1-2 0 0,-3-3 0 15,1-1 0-15,-4-3 0 0,2-3 0 0,1-1 0 16,-3 0 0-16,2 0 0 0,0 0-730 16,-4 0 254-16,4 0 219 0,-2-1 109 0,2-5-658 0,0-1 389 15</inkml:trace>
  <inkml:trace contextRef="#ctx0" brushRef="#br0" timeOffset="196574.65">20381 10507 3354 0,'-10'-7'0'0,"4"6"0"0,3-2 0 0,1 1 0 0,0 0 0 0,0 0 0 0,2 2 0 0,0 0 0 0,6-3 0 0,9 3 0 0,3 0 214 0,7 0-94 0,2 0 123 0,1-1-243 16,4 1 0-16,0-1 0 0,1-2 0 15,-1 3 0-15,-2-2 0 0,-1 1 0 16,-7 1 0-16,0 0 0 0,-3-1 0 0,-1 1 0 0,-7 0 0 0,-2 0 0 16,-2 0 0-16,-1 0 0 15,0-3 0-15,-4 3 0 0,-1 0 0 0,-1 0 0 0,2 0 0 0,-2 0 0 16,0 0 0-16,0 0 0 0,0-2-768 16,0 0 307-16,2 2 213 0,0-2 106 15,3-1-690-15</inkml:trace>
  <inkml:trace contextRef="#ctx0" brushRef="#br0" timeOffset="197126.66">21160 10124 3159 0,'-4'-4'0'0,"3"2"0"0,-3-1 0 0,2 1 0 0,0 0 0 0,2 2 0 0,-1-3 0 0,1 3 0 16,0 0 0-16,0 7 0 0,0 6 164 0,1 2-64 0,1 3 204 0,4 5-125 0,-3 5-154 0,3 3-25 15,-4 0 0-15,1 3 0 0,-1 4 0 0,-2 1 0 16,0 6 0-16,0-4 0 16,0 5 0-16,0-1 0 0,0-6 0 0,-2 9 0 0,0-4 0 15,1-8 0-15,-1 3 0 0,0-3 0 0,0-2 0 16,2-6 0-16,-2-5 0 0,2-1 0 0,0-5 0 16,0-6 0-16,0-2 0 0,0-5 0 0,0 0 0 15,0-4 0-15,0 0 0 0,0 0 0 0,-2 0 0 16,1 0 0-16,-1 0 0 0,-2-4 0 15,1-2 0-15,-2-1 0 0,-1 1-53 0,3-1-215 16,-1 4 99-16,1-3-858 0</inkml:trace>
  <inkml:trace contextRef="#ctx0" brushRef="#br0" timeOffset="198248.9">21495 10473 2847 0,'-9'-7'0'0,"-2"4"0"0,4 2 0 0,2-3 0 0,1 3 0 0,0-2 0 0,3 1 0 0,-1 1 0 0,2 1 0 0,0 0 0 0,9 0 199 0,7 0-81 0,7 0 356 15,3 0-218-15,3 0-219 0,3 0-37 0,-2 0 0 16,2 0 0-16,-2 0 0 0,0 0 0 16,-6 0 0-16,8 0 0 0,-12 0 0 0,3 0 0 0,-4 0 0 15,-2 1 0-15,-5-1 0 0,-2 0 0 16,-2 0 0-16,-3 2 0 0,-2-2-694 0,-1 0 250 0,-2 0 195 15,0 0 111-15,0 0-504 16,-2 0 302-16,-10 0 152 0</inkml:trace>
  <inkml:trace contextRef="#ctx0" brushRef="#br0" timeOffset="198507.79">21720 10113 2855 0,'-15'0'0'0,"1"0"0"0,2 2 0 0,1 6 0 0,1 2 0 0,2 3 0 0,5 6 0 0,1 4 0 0,2 3 0 0,0 6 0 0,0 2 407 0,2 7-190 16,1 0-90-16,3 1 198 0,-2 2-325 0,1-2 0 15,0-4 0-15,-2 9 0 0,1-6 0 16,-2 0 0-16,0-5 0 0,-1 0 0 0,-1-3 0 0,0-2 0 16,0-3 0-16,0-6 0 0,0-1 0 0,0-3 0 15,-3-6 0-15,-1-1 0 0,2-4 0 0,-1-2 0 16,3-2 0-16,-2-3 0 0,-1 0-142 0,3 0-183 15,0 0 144-15,0-2-601 16,0-9 373-16,3-2 186 0,6-6 84 0,4-3-273 16</inkml:trace>
  <inkml:trace contextRef="#ctx0" brushRef="#br0" timeOffset="198756.36">22031 10351 3811 0,'-1'-2'0'0,"1"0"0"0,0 1 0 0,0-2 0 0,0 0 0 0,3 3 0 0,11 0 0 0,2-2 0 0,7 2 0 0,5 0 0 0,1 0 120 0,1 0-120 16,0 0 0-16,2 0 0 0,-1 0 0 16,3 0 0-16,-4 0 0 0,0 0 0 0,-1 0 0 0,-8 0 0 15,-1 0 0-15,-1 0 0 0,-8 0 0 0,-1 0-283 16,-5 0-56-16,-1 0 184 0,-2 0-27 15,-2 0-518-15,0 0 331 0,0 0 167 16,-8 0 82-16,-2-2-446 0,-1-5 269 0,2-4 130 16</inkml:trace>
  <inkml:trace contextRef="#ctx0" brushRef="#br0" timeOffset="198988.66">22349 10073 2376 0,'-11'-5'0'0,"1"0"0"0,1 4 0 0,-1-1 0 0,-1 2 0 0,0 0 0 0,1 3 0 0,3 13 0 0,0 5 0 0,1 3 0 0,-2 6 188 0,3 4-75 16,1 9 558-16,2-7-308 0,0 12-168 0,1-5-170 16,1 3-25-16,0-4 0 0,0-1 0 0,5-4 0 15,7 1 0-15,1-4 0 0,1-2 0 0,2-6 0 16,-2-4 0-16,2-5 0 0,-2 0 0 0,0-6 0 16,-1-3 0-16,-1-3 0 0,-3-3 0 0,0-2 0 15,1 0 0-15,-5 0-92 0,3 0-332 0,-3 0 192 16,1-4 97-16,2-7-608 15,-1-2 358-15,4-4 174 0,1-6 86 0</inkml:trace>
  <inkml:trace contextRef="#ctx0" brushRef="#br0" timeOffset="199229.93">22622 10139 2763 0,'2'-10'0'0,"0"7"0"0,-1 1 0 0,1-2 0 0,5 2 0 0,1 1 0 0,4 1 0 0,0 0 0 0,4 9 0 0,2 8 0 0,-1 1 762 0,0 7-363 0,-2 1-392 16,0 5-7-16,-1 0 0 0,-5 5 0 0,-2 0 0 16,-5 1 0-16,0 1 0 0,-2-1 0 0,-2 6 0 15,-11-3 0-15,-2-2 0 0,0-9 0 16,-2 6 0-16,0-5 0 0,0-4 0 0,1-2 0 16,0-7 0-16,0-2 0 0,0-2 0 0,3-3 0 15,2-5 0-15,1-1 0 0,3-2 0 0,4-2 0 16,-1 0-271-16,1 0-227 0,3-6 234 0,0-15-693 15,10-5 460-15</inkml:trace>
  <inkml:trace contextRef="#ctx0" brushRef="#br0" timeOffset="199596.98">22918 10184 2708 0,'4'-8'0'15,"1"5"0"-15,3-1 0 0,0 0 0 0,1-3 0 0,5 7 0 0,2-4 0 0,3 2 0 0,6 0 0 0,-4 2 0 0,10 0 643 0,-3 0-303 0,0 0-152 0,-1 0-136 0,1 6-52 0,-5-1 0 16,5 1 0 0,-8 0 0-16,1 2 0 0,-2 0 0 0,-4 0 0 0,-5 2 0 0,2 1 0 0,-4-1 0 15,-5 2 0-15,-1 2 0 16,-2 0 0-16,0 5 0 0,-2 4 0 0,-10 1 0 16,-8 4 0-16,1 0 0 0,-6 7 0 0,2-8 0 15,-5 11 0-15,1-2 0 0,3 0 0 0,5-6 0 16,-2 3 0-16,5-3 0 0,4 1 0 15,1-7 0-15,8-4 0 0,-1 1 0 0,4-2 0 0,0-6 0 16,0 2 0-16,2-3 0 0,5-3 0 0,6-2 0 16,2-2 0-16,0 2 0 0,4-5 0 0,-1 1 0 15,3-3 0-15,-2 0 0 16,1 0 0-16,0 0 0 0,-1 0 0 0,-3 0 0 16,0 0 0-16,-5 0 0 0,-1 0 0 0,-1 0 0 15,-2 0 0-15,-3-1 0 0,-3-3 0 0,1 0 0 16,-2-4-497-16,0-3-20 0,0 0 241 0</inkml:trace>
  <inkml:trace contextRef="#ctx0" brushRef="#br0" timeOffset="199791.11">22877 10473 3741 0,'-12'-6'0'0,"3"5"0"0,4-2 0 0,1 2 0 0,4-1 0 0,0 0 0 0,11 2 0 0,15 0 0 0,4 0 0 0,10 9 0 15,2-1 190-15,0 2-190 0,1-1 0 16,-6 1 0-16,2 1 0 0,-4-2 0 0,-1 0 0 0,-6 1 0 0,1-1 0 16,-7-1 0-16,0 1 0 0,-1-3 0 15,-2 1 0-15,-2-1-591 0,-2-1 39 16,2 1 148-16</inkml:trace>
  <inkml:trace contextRef="#ctx0" brushRef="#br0" timeOffset="199973.8">23861 10805 3931 0,'0'0'0'0,"0"0"0"0,0 0 0 0,0 0 0 0,-2 0 0 0,1 0 0 0,1-1 0 0,-2-1 0 0,2-2 0 0,0 0 0 0,0 1 0 0,0-1 0 0,0-2 0 15,0 1 0-15,0 1 0 0,-2 0 0 0,2 3 0 16,-3-1-357-16,1-1-45 0,-3 2 218 0</inkml:trace>
  <inkml:trace contextRef="#ctx0" brushRef="#br0" timeOffset="205451.26">23973 10273 2735 0,'-5'-3'0'0,"-1"1"0"15,5 1 0-15,-1-1 0 0,2 0 0 0,0 2 0 0,0 0 0 0,12 0 0 0,10 0 0 0,4 0 0 0,4 0 181 0,4 0-59 0,10 0 157 0,0 0-118 0,-1 0-60 16,3 0-29-16,-2 0 23 16,-8 0-15-16,6 0-11 0,-7-2-134 0,-1-1 54 15,-6 2 27-15,-7-1 0 0,-4 1-303 0,-5-1 159 16,-2 2 85-16,-4-2 28 0,-4 2-639 0,-2 0 253 16,0 0 171-16,0-2-332 0,-8 2 260 0,-4-2 130 15,0-1 65-15</inkml:trace>
  <inkml:trace contextRef="#ctx0" brushRef="#br0" timeOffset="205692.47">24332 9947 2484 0,'-10'-5'0'0,"1"1"0"0,0 2 0 0,0 2 0 0,0 0 0 0,-1 0 0 0,5 9 0 0,1 8 0 0,4 8 0 0,0 1 0 0,0 7 653 0,0 7-305 0,0 0-153 0,2-5-66 16,5 14-7-16,-2-4-122 0,1-1 0 0,-1-3 0 15,-2 0 0-15,-1-5 0 0,0 1 0 0,0 1 0 16,-1-4 0-16,-1-2 0 0,0-2 0 0,0-6 0 16,0 1 0-16,0-5 0 0,0-3 0 0,0-5 0 15,0-2 0-15,0-5 0 0,0-2-733 0,0-1 339 16,0-2 175-16,0 0 87 16,0 0-468-16,0-2 269 0,8-6 149 0,4-8-365 0</inkml:trace>
  <inkml:trace contextRef="#ctx0" brushRef="#br0" timeOffset="207028.19">24970 10176 2704 0,'-6'-7'0'0,"0"3"0"0,4 2 0 0,0 0 0 0,2-1 0 0,0 3 0 0,0 0 0 0,0 0 0 0,8 0 0 0,10 3 0 0,9 5 270 16,1-3-114-16,4 3-57 0,2-1 76 0,3 1-66 15,0-2-24-15,4-1-5 0,-7 1-39 0,4-2 0 16,-4-3 0-16,0 2-236 0,-4-3 114 0,-7 0 60 15,0 0 32-15,-5 0-454 0,-6 0 243 0,-4 0 58 16,-3 0-541-16,-2 0 310 0,-1-3 166 0,-2 0 83 16,0-5-135-16,-7-3 99 0,-4 0 65 0,-1-4-281 15</inkml:trace>
  <inkml:trace contextRef="#ctx0" brushRef="#br0" timeOffset="207222.41">25349 9913 1737 0,'-13'-14'0'0,"-1"4"0"0,3 6 0 0,-3 2 0 0,4 2 0 0,-1 0 0 16,-1 12 0-16,-2 11 0 0,6 6 0 0,-6 14 0 0,2 7 72 0,-2 6 536 0,-1 11-289 0,2 1-138 0,4-6-71 0,3-8 555 16,2 3-426-16,4-10-239 0,0 7 0 15,2-10 0-15,9-10 0 0,7 1 0 16,-2-7 0-16,1-7 0 0,1-5 0 0,3-3 0 16,0-10 0-16,-1-3 0 0,5 0 0 0,-2 0 0 15,3-12-106-15,-3-1-40 0,1-3-73 0,-4 1-691 16,3-4 434-16,-4-4 207 0,0-2-488 0</inkml:trace>
  <inkml:trace contextRef="#ctx0" brushRef="#br0" timeOffset="207375.3">25540 10390 2383 0,'-5'-7'0'16,"1"3"0"-16,0 3 0 0,0-1 0 0,4 0 0 0,-1-1 0 0,1 2 0 0,0-1 0 0,5 0 0 0,10 0 0 0,4 0 110 0,2 2 292 0,-1 0-170 15,3 0-101-15,0 0-100 0,1 0 10 0,-2 0 0 16,-1 4 0-16,0 0-231 0,-3 0 110 0,0 1 61 15,-4-1 30-15,2 2-616 0,-6-2 313 0,2-1 174 16,-1-1-729-16</inkml:trace>
  <inkml:trace contextRef="#ctx0" brushRef="#br0" timeOffset="207681.13">26044 10086 3029 0,'0'-8'0'0,"0"3"0"0,0 1 0 0,0 1 0 0,-3 0 0 0,3 2 0 0,0 1 0 0,0 0 0 0,0 1 0 0,0 15 0 0,0 5 334 0,0 3-147 0,0 6-73 0,0 4 153 16,0 3-267-16,0 8 0 0,0-2 0 0,-3 0 0 15,-3-1 0-15,1 3 0 0,1-8 0 0,0 11 0 16,1-3 0-16,1-10 0 16,-1 3 0-16,3-1 0 0,0-8 0 0,0 2 0 15,0-2 0-15,0-10 0 0,0 0 0 0,0-8 0 16,3-1 0-16,-1-1 0 0,0-6 0 0,-1 1 0 15,-1-2 0-15,2-2 0 0,-2 0 0 0,0 2 0 16,0-2 0-16,0 2 0 0,0 2 0 0,0-3 0 16,-5 3 0-16,-1 0 0 0,-2-1 0 0,3 1 0 15,-1-1 0-15,1 1-76 0,0-2-376 0,4 2 211 16,-1-4-288-16,2 3 245 0,0-3 120 0</inkml:trace>
  <inkml:trace contextRef="#ctx0" brushRef="#br0" timeOffset="209426.31">26425 10243 3075 0,'4'-14'0'0,"3"13"0"0,5-2 0 0,-4-3 0 0,2 1 0 0,0-2 0 0,-3 1 0 0,1-1 0 0,1 2 0 0,4 2 0 0,2-1 188 0,2 1-74 16,0-2 37-16,2 4-47 0,2-1-37 0,-1 0-54 16,1 0 1-16,-2 2 25 0,-1 0-1 0,1 0-306 15,-2 0 148-15,-2 0 80 0,-5 0 39 0,1 2-631 16,-4 5 241-16,-3 3 188 0,-4 3-663 0</inkml:trace>
  <inkml:trace contextRef="#ctx0" brushRef="#br0" timeOffset="209602.34">26421 10480 2737 0,'-18'-1'0'0,"11"0"0"0,7 1 0 0,0 0 0 0,0 0 0 0,4 0 0 0,12 0 0 0,2 0 0 0,7 1 0 0,2 0 0 0,8-1 369 0,-2 2-165 0,5 1-82 16,-1-2-42-16,1 0 74 0,0 2-48 0,-5-1-38 15,0 2-555-15,0-1 262 0,-3-2 133 0,-3 3 65 16,-4-3-722-16,2 1 387 15,-4 2 100-15</inkml:trace>
  <inkml:trace contextRef="#ctx0" brushRef="#br0" timeOffset="209936.78">27246 10308 2557 0,'-4'4'0'0,"-2"7"0"0,1-2 0 0,-2-1 0 0,0 5 0 0,1-2 0 0,-3 3 0 0,4-2 0 0,2 5 0 0,3 2 0 0,0 1 118 16,0 0 466-16,3-1-277 0,8 0-134 0,2-3-67 0,4 1-20 16,4-2-86-16,2-7 0 0,5-1 0 15,2-3 0-15,2-4 0 0,2 0 0 0,-1-2 0 16,0-14 0-16,0 1 0 0,-3 0 0 0,-5-4 0 16,-5 0 0-16,-5 3 0 0,-4-4 0 0,-2-1 0 15,-4-2 0-15,-3-1 0 0,-2-1 0 0,0 1 0 16,-8 2-8-16,-9-5-70 0,-2 5 46 0,-4 4-17 15,-3 0 105-15,-4 5-50 16,0 6 7-16,-2 1-30 0,2 4 82 0,0 2-33 16,4 0-24-16,8 0-4 0,-3 8-4 0,5 3 0 15,2 2 0-15,6 2 0 0,2 2 0 0,2 3 0 16,2 7 0-16,2-3-784 0,0 5 331 0,0 0 207 16</inkml:trace>
  <inkml:trace contextRef="#ctx0" brushRef="#br0" timeOffset="210095.6">27786 10654 2978 0,'0'-32'0'0,"0"24"0"0,0 6 0 0,0 0 0 0,-1 0 0 0,-7 1 0 0,-4-1 0 0,-2 2 0 0,-5 0 0 0,-1 0 0 0,-3 0-365 0,-2 2 197 0</inkml:trace>
  <inkml:trace contextRef="#ctx0" brushRef="#br0" timeOffset="-210669.54">12688 11331 2903 0,'-11'-2'0'0,"-3"-1"0"0,3 3 0 0,2 0 0 0,-1 0 0 0,1 0 0 0,4-2 0 0,1 2 0 0,2 0 0 0,2 0 0 0,2-2 177 0,9 0-60 0,12 0-45 0,0 1 307 16,4-2-171-16,3 0-133 0,0 1-75 0,2 0 0 15,0 0 0-15,0 2 0 16,-2 0 0-16,0 0 0 0,-2 0 0 0,-3 0 0 16,5 0 0-16,-7 2 0 0,-2 0 0 0,2 0 0 15,-2-2 0-15,-4 0 0 0,0 0 0 0,-4 0 0 16,-1 0 0-16,-3 0 0 0,0 0-428 0,1-2-49 16,-3-8 224-16,-1 2 108 0,1-4-660 15,-1-3 383-15,-2-2 193 0</inkml:trace>
  <inkml:trace contextRef="#ctx0" brushRef="#br0" timeOffset="-210443.92">13157 11024 2939 0,'-11'-4'0'0,"-1"2"0"0,5 2 0 0,0 0 0 0,5 0 0 0,0 0 0 0,2 0 0 0,0 0 0 0,9 4 0 0,11 2 0 0,2 3 547 16,4-2-256-16,4 3-137 0,2 0-154 0,1-1 0 0,2-1 0 15,-1 0 0-15,-4 2 0 0,-8-3 0 0,2 2 0 16,-4 1 0-16,-6-1 0 0,-2 1 0 0,-7-1 0 15,-3 3 0-15,-2 1 0 0,0 2 0 0,-11 2 0 16,-4-1 0-16,-6 5 0 0,-1 0 0 0,-4 2 0 16,-1 0 0-16,-1-2 0 0,1 0 0 0,1 2-152 15,0-1-108-15,0-1 111 16,2 0-725-16,1-3 419 0,0-1 208 0,3-2 96 16</inkml:trace>
  <inkml:trace contextRef="#ctx0" brushRef="#br0" timeOffset="-209983.28">12921 11574 2968 0,'-4'5'0'0,"2"1"0"0,0 2 0 0,2-2 0 0,0 5 0 0,0-2 0 0,0 2 0 0,0 2 0 16,0 3 0-16,4 0 0 0,2 5 197 0,0 1-79 0,-3 3 398 0,-1-1-384 0,0 5-132 0,0-5 0 0,-2 5 0 16,0-7 0-16,0 1 0 0,0 0 0 15,0-2 0-15,-4-2 0 0,-1-7 0 0,-1-2 0 16,1-2 0-16,2-2 0 0,-1-5 0 0,-1-1 0 15,1 0 0-15,0-1 0 0,4-13 0 0,0-6 0 16,0-6 0-16,4-1 0 0,7-5 0 0,3-1 0 16,0-1 0-16,5 2 0 0,0 0 0 0,-2 3 0 15,4 1 0-15,-3 4 0 16,-2 5 0-16,-2 2 0 0,0 5 0 0,-3 3 0 16,-2 2 0-16,-1 2 0 0,-2 3 0 0,-1 0 0 15,-1 2 0-15,-1 0 0 0,3 0 0 16,-3 0 0-16,2 5 0 0,1 3 0 0,-1 0 0 0,0 1 0 15,3 2 0-15,-2 2 0 0,1 1 0 0,-3 0 0 16,2 4 0-16,-3 2 0 0,1 0 0 0,-2 1 0 16,-1 5 0-16,2 0 0 0,-3 4 0 15,0-1 0-15,0 1 0 0,2-2 0 0,2 2 0 0,1-1 0 16,4-9 0-16,1 1 0 16,3-2 0-16,0-4 0 0,2-4 0 0,0-2 0 15,0-3 0-15,0-2 0 0,-1-4 0 0,-2 0 0 16,0 0 0-16,-1-3 0 0,-2-6 0 0,0 0 0 15,-4-3 0-15,0 2 0 0,-1 0 0 0,0 1 0 16,-2 2 0-16,-1 1 0 0,1 0 0 0,2 3-124 16,0 2-40-16</inkml:trace>
  <inkml:trace contextRef="#ctx0" brushRef="#br0" timeOffset="-209042.41">13926 11426 2412 0,'-6'-4'0'0,"-1"2"0"0,1 0 0 0,2 0 0 0,0 0 0 0,2 0 0 0,0 0 0 0,2 0 0 0,0 2 0 0,0 0 0 0,2 0 247 0,10 0-104 0,1 0-42 16,2 0-36-16,2 0 444 0,0 0-235 15,1 0-118-15,1 0-132 0,-2 0-24 16,2 0 0-16,0 0 0 0,-1 0 0 0,0 0 0 16,0 0 0-16,-3 0 0 0,2 0 0 0,0 0 0 15,-4 0 0-15,1-1 0 0,-4-1 0 0,1 0 0 16,-6 0 0-16,0 0 0 0,-3 0 0 0,0 1 0 16,0 1-658-16,-2-3 161 0,0 3 234 0,0 0 112 15,-6 0-683-15</inkml:trace>
  <inkml:trace contextRef="#ctx0" brushRef="#br0" timeOffset="-208800.05">13959 11611 3931 0,'-12'12'0'0,"0"-1"0"0,1-1 0 0,0 0 0 0,1-4 0 0,2-1 0 0,3-1 0 0,1 0 0 0,4 2 0 0,0 1 0 0,4 1 0 0,13-1 0 0,3 1 0 15,5-2 0-15,1-1 0 0,4 1 0 0,-5-3 0 16,9 1 0-16,-4-1 0 0,-2 0 0 0,-1-3 0 15,-6 2 0-15,2-2 0 16,-2 2 0-16,-4-2 0 0,-6 1 0 0,0-1 0 0,-3 0 0 16,-3 0 0-16,-1 3 0 0,-1-3 0 0,-2 0 0 15,-1 0 0-15,0 0 0 16,0 0 0-16,0 0 0 0,0 0 0 0,0 0 0 16,0 0 0-16,0 0 0 0,-1 0 0 0,-2 0-635 15,-1 0 48-15</inkml:trace>
  <inkml:trace contextRef="#ctx0" brushRef="#br0" timeOffset="-206149.41">13571 11769 2492 0,'0'-2'0'0,"0"-1"0"0,0-1 0 0,0 2 0 0,-2 0 0 0,2 0 0 0,0 0 0 0,0 0 0 0,0 2 0 0,0 0 0 0,0 0 332 0,0 0-147 0,0 0-73 16,0 0 77-16,-2 0-81 0,0 0-34 0,0 0 0 15,0 8 100-15,0-1-68 0,0 3-24 0,1-1-79 16,1 0-3-16,0 5 0 16,0-4 0-16,0 5 0 0,0-1 0 0,0 4 0 0,0-2 0 15,0 5 0-15,0 1 0 0,1 1 0 0,-1 5 0 16,0-3 0-16,0 2 0 0,0 1 0 16,0 3 0-16,0-7 0 0,0 10 0 0,0-6 0 15,-1 0 0-15,-1-1 0 0,0 1 0 0,2-5 0 16,-2 4 0-16,2-8 0 0,0 1 0 0,0 2 0 15,0-5 0-15,0-6 0 0,0 1 0 16,0-3 0-16,0-2 0 0,0-4 0 0,0 2 0 0,0-5 0 16,0 0 0-16,0 0 0 15,0 0 0-15,0 0 0 0,0 0 0 0,0 0 0 16,0 0 0-16,0 0 0 0,0 0 0 0,0 0 0 16,0 0 0-16,0 0 0 0,0 0 0 0,0 0 0 15,0 0 0-15,0 0 0 0,2 0-72 0,2 3-466 16,3 3 253-16,3-1 123 0</inkml:trace>
  <inkml:trace contextRef="#ctx0" brushRef="#br0" timeOffset="-204981.12">15170 11214 2314 0,'-7'-3'0'0,"2"2"0"0,-1-2 0 0,1 1 0 0,-1 1 0 0,0-1 0 0,-1 2 0 0,-1 0 0 0,1 0 0 0,-5 0 0 0,1 8 72 0,-1 5 197 16,-2 0-116-16,1 2-47 0,-2 5-39 0,0 3 145 16,1 5-87-16,2 2-43 0,1 0 0 0,1 4 177 15,2 2-115-15,3-2-98 0,5 1-46 0,0-3 0 16,0 0 0-16,0 0 0 0,7-5 0 0,6 0 0 16,2-2 0-16,5-3 0 0,0-1 0 15,-3-2 0-15,8-1 0 0,-4-2 0 16,-3-3 0-16,0-1 0 0,-1-1 0 0,-6-2 0 15,3-2-11-15,-5-2-149 0,-2 1-565 0,0-2 343 16,-4-2 172-16,1 1-226 0,-2-3 203 0,0 0 98 16,1 0 48-16,-1-7-474 0</inkml:trace>
  <inkml:trace contextRef="#ctx0" brushRef="#br0" timeOffset="-204764.95">15365 11230 3776 0,'0'-7'0'0,"0"3"0"0,0 2 0 0,-4 0 0 0,-2 2 0 0,0 0 0 0,-1 4 0 0,3 9 0 0,0 9 0 0,4 0 0 0,0 7 155 0,0 3-155 15,0 0 0-15,0 6 0 0,0-2 0 0,4 1 0 16,0 2 0-16,-2-4 0 0,1 4 0 16,-1-6 0-16,0 3 0 0,1-4 0 15,-2-4 0-15,1-3 0 0,0-3 0 0,0-4 0 16,0-6-775-16,0-2 281 0,1-5 227 0,4-3 105 15,5-2-595-15,1-9 359 0</inkml:trace>
  <inkml:trace contextRef="#ctx0" brushRef="#br0" timeOffset="-204593.9">15499 11481 2421 0,'0'-5'0'0,"0"1"0"0,0 3 0 0,0 1 0 0,2 0 0 0,6 0 0 0,3-3 0 0,7 2 0 0,2 1 0 0,6-2 0 0,2 1 84 0,2-2 423 16,2 1-234-16,0 0-117 0,0 0-50 0,-2 2 47 15,-1-2-57-15,-1 2-29 0,-7 0-405 0,-1-1 189 16,-7 1 103-16,0 0 37 0,-4 0-622 0,-2 0 335 16,-4 0 103-16,-1 0-591 0,-2 0 363 0,0 0 196 15</inkml:trace>
  <inkml:trace contextRef="#ctx0" brushRef="#br0" timeOffset="-204409.72">15774 11204 2636 0,'-11'-6'0'0,"4"4"0"0,-2 2 0 0,0 0 0 16,4 0 0-16,-3 6 0 0,7 7 0 0,-2 4 0 0,3 5 0 0,0 7 0 0,0 2 128 0,0-1 598 0,3 8-344 0,-2-2-323 0,3 3-59 15,-2-2 0-15,2 1 0 0,-1-2 0 0,1-2 0 16,-2-1 0-16,1 0 0 0,4-2 0 0,-5-2 0 16,1-3-307-16,1-5 172 0,1-4 96 0,-1-2-542 15,3-8 282-15,3-1 142 16,1-6-699-16</inkml:trace>
  <inkml:trace contextRef="#ctx0" brushRef="#br0" timeOffset="-204234.33">16033 11350 2965 0,'6'0'0'0,"1"0"0"0,4 0 0 0,1 0 0 0,3-2 0 0,4 1 0 0,2 1 0 0,-1 0 0 0,8 0 0 0,-3 0 0 0,1 0 228 16,0 0-94-16,-2 0-39 0,6 0-9 0,-7 0-422 15,-2 0 187-15,-1 0 94 0,-5 0-240 0,-5 0 176 16,0 0 73-16,-3 0-599 16,-2 0 326-16,-3 0 55 0,0 0 117 0</inkml:trace>
  <inkml:trace contextRef="#ctx0" brushRef="#br0" timeOffset="-204215.25">16422 11317 384 0</inkml:trace>
  <inkml:trace contextRef="#ctx0" brushRef="#br0" timeOffset="-204050.8">16384 11086 1959 0,'-7'-18'0'0,"0"11"0"0,-3 1 0 0,1 5 0 0,-5 1 0 0,-1 4 0 0,3 16 0 0,-4 8 0 0,7 4 0 0,-1 10 0 0,3 4 680 0,1 7-322 16,3-1-149-16,3 4-91 0,0-2 489 0,0-2-607 0,0-3 0 0,5-4 0 16,6-9 0-16,6 6 0 15,-4-9 0-15,6 1 0 0,-1-6 0 0,0-2 0 16,-3-5 0-16,2-5 0 0,0-2 0 0,1-5 0 16,1-8-1017-16,4-1 487 0,-1 0 194 0,4-9 153 15</inkml:trace>
  <inkml:trace contextRef="#ctx0" brushRef="#br0" timeOffset="-203875.08">16786 11632 3420 0,'2'-2'0'0,"0"1"0"0,0 1 0 0,-2 0 0 0,0 0 0 0,0 0 0 0,0 5 0 0,0 5 0 0,0 5 0 0,-2 1 0 0,-4 1 251 0,-1 5-107 0,0-3-28 16,-5 6-116-16,1-3 0 0,-1-5 0 0,-1 3 0 15,-1 0 0-15,-2-5 0 0,2-1 0 0,-4 0 0 16,1-3 0-16,-1-1 0 0,1-1-397 0,2-4 26 15,3 1 199-15,1-4-734 0,2-2 439 0,4 0 214 16</inkml:trace>
  <inkml:trace contextRef="#ctx0" brushRef="#br0" timeOffset="-203631.39">17092 11281 3931 0,'0'-2'0'0,"2"2"0"0,0 0 0 0,-1 0 0 0,1 0 0 0,2 6 0 0,2 7 0 0,-2 6 0 0,0 6 0 0,-1 8 0 0,-1 8 0 0,0-2 0 15,0 4 0-15,-2 3 0 0,0-1 0 0,0-4 0 16,0 8 0-16,0-8 0 0,0-5 0 0,0 1 0 16,0-2 0-16,0-10 0 0,0 4 0 0,0-8 0 15,-2-5 0-15,0-6 0 0,2-3 0 0,0-4 0 16,-2 0 0-16,2-3-168 0,0 0-779 0,0-10 455 15,7-10 228-15,7-9 104 0</inkml:trace>
  <inkml:trace contextRef="#ctx0" brushRef="#br0" timeOffset="-203469.34">17340 11532 3697 0,'0'2'0'0,"0"2"0"0,0-3 0 0,0 2 0 0,2-1 0 0,3-2 0 15,7 0 0-15,3 0 0 0,2 2 0 0,-1-2 0 0,5 0 234 0,0 0-234 0,-1 0 0 0,3 0 0 0,-2 0 0 16,-1 0 0-16,1 0-94 0,-4 0-212 0,0 0 172 16,-2 0 95-16,0 0-933 0,-3 0 501 0,0 0 125 15</inkml:trace>
  <inkml:trace contextRef="#ctx0" brushRef="#br0" timeOffset="-203302.09">17765 11401 3067 0,'1'0'0'0,"1"0"0"0,-2 0 0 0,2 0 0 0,3 0 0 0,4 0 0 0,3 0 0 0,3-2 0 0,6 0 0 0,4 2 0 0,-3-1 342 0,0 1-144 16,6 0 63-16,-3 0-198 0,0 0-63 0,-5-3 0 15,4 3 0-15,-3-1 0 0,-3-1 0 0,-2-1-668 16,-5 2 350-16,-3-1 178 0,-2 0 89 0,-5 0-851 16,1-3 441-16,-2-3 191 0</inkml:trace>
  <inkml:trace contextRef="#ctx0" brushRef="#br0" timeOffset="-203118.03">18039 11104 2968 0,'-10'0'0'0,"-1"0"0"0,2 6 0 0,-1 7 0 0,-1 10 0 0,3 3 0 0,1 7 0 0,-1 13 0 0,1 1 0 0,-2 2 0 0,0 3 863 0,0 1-763 0,4-11-100 16,-1 13 0-16,3-10 0 0,3-1 0 0,0-11 0 15,0 3 0-15,0-2 0 16,3-6 0-16,5-1 0 0,1-9 0 0,1 1 0 15,1-6 0-15,2-6 0 0,2-1-758 0,2-6 188 16,3 0 268-16,5 0-325 0,0-10 295 0</inkml:trace>
  <inkml:trace contextRef="#ctx0" brushRef="#br0" timeOffset="-202978.42">18352 11722 3382 0,'13'-2'0'0,"4"0"0"0,-4 2 0 15,-1 0 0-15,-5 0 0 0,-1 0 0 0,-3 2 0 0,1 7 0 0,-2 3 0 0,0 1 0 0,-2 4 542 0,0 2-535 0,0 1-7 0,-8 5 0 0,-4-3 0 0,-4 3 0 16,2-1 0-16,-2-1 0 0,3-3 0 0,-6 3 0 16,3-2-194-16,-3 0-225 0</inkml:trace>
  <inkml:trace contextRef="#ctx0" brushRef="#br0" timeOffset="-202080.09">19000 11397 3275 0,'-9'-4'0'0,"1"3"0"0,2-1 0 0,5-1 0 0,-1 3 0 0,2 0 0 0,0 0 0 0,0 0 0 0,14 0 0 0,9 0 0 0,5 0 226 15,8 0 204-15,6 0-430 0,1-1 0 0,-2-1 0 16,4-2 0-16,0 3 0 0,-9-2 0 0,4 2 0 15,-7 1 0-15,-1 0 0 0,-9 0 0 16,-3 0 0-16,-4 0 0 0,-7 0 0 0,-2 0 0 0,-2 0 0 16,-4 0-168-16,-1 0-43 0,0 0-38 15,0 0-532-15,-8-6 371 0,-1-1 185 0,0-5-453 16,-5-7 320-16</inkml:trace>
  <inkml:trace contextRef="#ctx0" brushRef="#br0" timeOffset="-201900.76">19397 11033 3346 0,'-8'-2'0'0,"-3"2"0"0,0 0 0 0,-7 17 0 0,4 3 0 0,-5 13 0 0,6 0 0 0,-5 16 0 0,6 4 0 0,0 10 0 0,5-12 141 0,3 6 303 0,2-3-444 15,2-3 0-15,0-6 0 0,7-4 0 0,9-9 0 16,4 2 0-16,3-6 0 0,1-5 0 0,1-5 0 16,1-4 0-16,2-7 0 0,0-3 0 0,-3-4 0 15,3 0-482-15,-4-6-104 0,1-7 289 0,-3-4 47 16,1 0-657-16,-8-3 425 0</inkml:trace>
  <inkml:trace contextRef="#ctx0" brushRef="#br0" timeOffset="-201770.41">19655 11553 3245 0,'0'-6'0'0,"-1"3"0"0,-3 1 0 0,2-1 0 0,0 3 0 0,1 0 0 0,1 0 0 0,0 0 0 0,0 0 0 0,10 0 0 0,6 3 176 0,2 2-69 16,5-1 170-16,-2-1-151 0,1 2-126 0,6-3 0 15,-1-1 0-15,-3-1 0 0,3 0 0 0,-1 0-458 16,-6 0 153-16,3 0 167 0,-2 0-835 0</inkml:trace>
  <inkml:trace contextRef="#ctx0" brushRef="#br0" timeOffset="-201499.77">20169 11202 3495 0,'0'-6'0'0,"1"3"0"0,-1-1 0 0,0 2 0 0,0 0 0 15,0 2 0-15,2 0 0 0,0 9 0 0,0 8 0 0,2 10 0 0,-3 3 436 0,-1 11-436 0,0 2 0 0,0 2 0 0,0-4 0 16,-1 13 0-16,-5-10 0 0,2-1 0 0,4-5 0 16,-1 2 0-16,1-3 0 0,0-2 0 15,0-2 0-15,0-5 0 0,0-8 0 0,0 2 0 16,0-8 0-16,1-3 0 0,1-2 0 0,0-3 0 16,0-4 0-16,0 0 0 0,0-2 0 0,-2 0 0 15,0 0 0-15,0 0 0 0,0 0 0 0,0 0 0 16,0 0 0-16,0 0 0 0,0 0 0 0,0 0 0 15,0 0-669-15,1 0 178 0,3-2 216 0,2-5-662 16</inkml:trace>
  <inkml:trace contextRef="#ctx0" brushRef="#br0" timeOffset="-201213.63">20581 11147 3931 0,'2'-13'0'0,"2"8"0"0,6-3 0 0,-1-1 0 0,5 3 0 0,0 4 0 0,4 1 0 0,0 1 0 0,5 0 0 0,3 12 0 0,2 7 0 0,4 7 0 16,-4 5 0-16,-2 4 0 0,-5 0 0 0,2 15 0 0,-7-4 0 15,-2 0 0-15,-7 0 0 0,-5 3 0 0,-2 2 0 16,-2-1 0-16,-14 1 0 0,-7 0 0 15,-2 2 0-15,-1-6 0 0,-1-2 0 0,-3-4 0 16,2-5 0-16,3-8 0 0,-4-3 0 0,-1-7 0 16,0-2 0-16,0-5 0 0,2-2 0 15,0-4 0-15,7 0 0 0</inkml:trace>
  <inkml:trace contextRef="#ctx0" brushRef="#br0" timeOffset="-194719.61">23513 5293 2392 0,'-7'-5'0'0,"1"-1"0"0,2 5 0 0,1-1 0 0,1 0 0 0,2 0 0 0,-1 0 0 0,1 2 0 0,0 0 0 0,0 0 0 0,0 0 267 0,0 0-110 0,0 0-54 0,0 0 0 0,0 0 5 15,0 0 12-15,0 0-71 16,1 0-1-16,7 0 149 0,-1 0-74 0,5 0-37 16,-1 0 92-16,1 0-178 0,2 0 0 0,1 4 0 15,0-2 0-15,0 0 0 0,0-1 0 0,2 2 0 16,0-3 0-16,4 0 0 0,-1 0 0 0,-1 0 0 15,2 0 0-15,-3 0 0 0,1 0 0 0,-2 0 0 16,2 0 0-16,-3 0 0 0,2 0 0 0,-1 0 0 16,1 0 0-16,1 1 0 0,1 1 0 0,5 2 0 15,0 0 0-15,3-2 0 16,0 0 0-16,0 0 0 0,4-2 0 0,0 1 0 16,3-1 0-16,1 2 0 0,0 2 0 0,2-2 0 15,0 2 0-15,1 2 0 0,-2-3 0 0,9 2 0 16,-4-3 0-16,2 3 0 0,3-4 0 0,0 1 0 15,1-2 0-15,5 0 0 0,2 0 0 0,-1 0 0 16,-1 0 0-16,1 0 0 0,-3 0 0 0,-1 0 0 16,0 0 0-16,-6 0 0 0,4 0 0 0,-4 0 0 15,-5 0 0-15,11 0 0 16,-5 2 0-16,2 0 0 0,0 2 0 0,-4-4 0 16,11 1 0-16,-5-1 0 0,2 0 0 0,2 0 0 15,1 0 0-15,4 0 0 0,0 0 0 0,8 0 0 16,-3 0 0-16,2 2 0 0,-3-2 0 0,-11 0 0 15,9 0 0-15,-4 2 0 0,1 0 0 0,-1 0 0 16,-2-2 0-16,1 4 0 0,14-4 0 0,-7 1 0 16,0 1 0-16,0-2 0 15,0 0 0-15,-9 0 0 0,16 0 0 0,-4 0 0 16,-3 0 0-16,7 0 0 0,-1 0 0 0,-3 0 0 16,12-2 0-16,-11 1 0 0,-2-2 0 0,-10 0 0 15,4 1 0-15,-4 0 0 0,-1 0 0 0,2 1 0 16,0 1 0-16,-3 0 0 0,4 0 0 0,-1 0 0 15,-2 0 0-15,-4 0 0 0,3 0 0 0,-4 0 0 16,5 0 0-16,-4 0 0 0,4 0 0 0,2 0 0 16,4-2 0-16,-3 0 0 15,2 0 0-15,0 2 0 16,1 0 0-16,-4-2 0 0,3 2 0 0,0 0 0 0,-1 0 0 0,3 0 0 16,9 0 0-16,-5 0 0 0,-12 0 0 15,9 0 0-15,6-2 0 0,-14 1 0 0,5-1 0 0,-1-3 0 16,-5 2 0-16,8-2 0 0,4-1 0 0,-10 2 0 15,6 0 0-15,-3-1 0 0,10-1 0 0,-16 2 0 16,1-2 0-16,3 2 0 0,-4 1 0 0,-2-3 0 16,1 4 0-16,-1 1 0 0,0-2 0 0,-10 2 0 15,0 1 0-15,0 0 0 16,-4 0 0-16,1 0 0 0,-6 0 0 0,-5 4 0 16,3 1 0-16,-4-3 0 0,-6 3 0 0,0-1 0 15,-4-2 0-15,-4 1 0 0,-2-2 0 0,-5-1 0 16,-1 0 0-16,0 0 0 0,0 0 0 0,-2 0 0 15,0 0 0-15,-2-1 0 16,-10-5 0-16,-3 0 0 0,-2 0 0 0,-8 0 0 0,-3 5 0 0,-3-1 0 16,-13 2-488-16,1 0 155 15,-6 9 129-15</inkml:trace>
  <inkml:trace contextRef="#ctx0" brushRef="#br0" timeOffset="-193087.86">25542 2905 2497 0,'-11'-11'0'0,"0"7"0"0,1 1 0 0,4 0 0 0,3 2 0 0,1-1 0 0,2-1 0 0,0 2 0 0,0-5 0 0,17-1 0 0,9-1 287 0,12-4-125 0,3-2-61 16,6 0 303-16,4 0-173 0,0 0-101 0,-1 1-11 15,-2 2-119-15,2 0 0 0,-1 2 0 0,-9 2 0 16,8-3 0-16,-13 4 0 0,1 1 0 15,-6-1 0-15,-7 2 0 0,-1 0 0 0,-7 0 0 16,-3 4 0-16,-1-3 0 0,-6 3-183 0,-1 0-218 16,-2 0 200-16,0 0 21 0,-2 0-673 0,0 0 407 15,0 0 204-15,0 0 93 0</inkml:trace>
  <inkml:trace contextRef="#ctx0" brushRef="#br0" timeOffset="-192893.76">26250 2456 2528 0,'0'-15'0'0,"0"6"0"0,0 3 0 16,0 3 0-16,-2 0 0 0,2 2 0 0,0 1 0 0,0 0 0 0,13 0 0 0,8 6 0 0,2 3 267 0,-2 2-104 0,7 4-68 0,-5 0 343 0,-7 0-200 15,3 4-99-15,-5-1-76 0,-2 1-63 0,0 6 0 0,-11-5 0 16,-1 6-151-16,0-1 18 0,-7 4 86 16,-11-2 52-16,-8 7-620 0,-2-2 322 15,-2 0 161-15,0 0-27 0,-4 0-309 0,4-3 204 16,-7 2 118-16,7-8-405 0,-4 0 257 15,2-9 127-15</inkml:trace>
  <inkml:trace contextRef="#ctx0" brushRef="#br0" timeOffset="-192484.64">25924 3045 2146 0,'-19'3'0'0,"0"5"0"0,4-1 0 0,2 1 0 0,3-1 0 0,3 4 0 0,3 1 0 0,4 4 0 0,0 0 0 0,0 6 0 0,0 1 115 0,1 1-38 0,4-3 510 16,0 6-279-16,0 0-135 0,0-3 228 0,-1 3-277 15,-2 0-124-15,-2-6 0 16,0 8 0-16,0-9 0 0,-4 3 0 0,-3-3 0 15,2-2 0-15,1-8 0 0,-2 1 0 0,3-5 0 16,1-2 0-16,2 0 0 0,-1-4 0 16,1 0 0-16,0-2 0 0,0-11 0 0,6-6 0 0,6-5 0 15,3-2 0-15,4-5 0 0,2-6 0 16,1 2 0-16,1-3 0 0,1 0 0 0,-3 8-33 0,3-2-32 16,-2 4 5-16,-3 4 180 0,-1 4-82 15,-4 3-38-15,-2 6 0 0,-3 2 0 16,-1 3 0-16,-6 5 0 0,3-1 0 0,-3 2 0 15,0 0 0-15,0 2 0 0,0 11 0 0,-2 1 0 16,0 10 0-16,0 0 0 0,0 5 0 0,0 3 0 16,0-3 0-16,0 4 0 0,2 5 0 15,1-2 0-15,3-3 0 0,0 2 0 0,2-4 0 0,4 0 0 16,-2-6 0-16,3 2 0 0,-3-8 0 0,4 0 0 16,0-3 0-16,0-2 0 15,-1-4 0-15,1-5 0 0,-1-1 0 0,2-4 0 16,-1 0 0-16,-2 0 0 0,1-3 0 0,1-3 0 15,-4-8 0-15,6 0 0 0,-2-6-280 0,2-1 73 16,2-3-374-16,2-6 271 0,-2 0 127 0,5-8 78 16</inkml:trace>
  <inkml:trace contextRef="#ctx0" brushRef="#br0" timeOffset="-192312.15">26534 3071 2836 0,'-13'-5'0'0,"7"5"0"0,-1-3 0 0,-1 1 0 0,4 0 0 0,-1 0 0 0,5 2 0 0,0-1 0 0,0 1 0 0,13 0 0 0,4 0 225 0,1 0 376 16,9 0-332-16,-5 0-269 0,1 0 0 0,5 0 0 16,-3 0 0-16,-5 0 0 0,2 0 0 0,-1 0 0 15,-2 0 0-15,-2 0 0 0,-1 0 0 16,-7 0-71-16,0 0-29 0,-2 1 69 0,-1 5-1004 16,-2 2 467-16</inkml:trace>
  <inkml:trace contextRef="#ctx0" brushRef="#br0" timeOffset="-192127.64">26569 3287 3141 0,'-20'11'0'0,"1"-4"0"0,8-3 0 0,0 0 0 0,3-3 0 0,4-1 0 0,4 2 0 0,0-2 0 0,4 3 0 0,11-1 0 0,9 1 642 0,-3-3-494 16,9 0-148-16,-2 0 0 0,2 0 0 0,0 0 0 15,-2 0 0-15,-5-3 0 0,2 1 0 0,-5 2 0 16,-1-3 0-16,-2 3 0 0,-4 0-46 0,-5 0-52 15,3 0 63-15,-4 0-985 0,1 0 496 16,-4 3 221-16</inkml:trace>
  <inkml:trace contextRef="#ctx0" brushRef="#br0" timeOffset="-191636.17">27272 2823 1734 0,'4'-6'0'0,"0"2"0"0,-2-1 0 0,1 0 0 0,-1 0 0 0,0 1 0 0,-2 0 0 0,0 2 0 0,0 1 0 0,0-1 0 0,0 0 241 15,0 0-93-15,-2 2-60 0,-5 0 318 0,-4 0-185 16,-1 7-92-16,-1 4 103 0,-4 7-89 0,-4 3-57 15,2 3 265-15,-1 3-199 0,2 4-152 0,-2 6 0 16,7-4 0-16,0 4 0 16,4 2 0-16,2-3 0 0,-1 1 0 0,7 0 0 0,1-1 0 15,0-3 0-15,0-3 0 0,6 0 0 0,7-1 0 16,2-3 0-16,0-6 0 0,7 3 0 0,-2-6 0 16,2-2 0-16,3-4 0 0,-3-2 0 0,1-5 0 15,3-2 0-15,-1-2 0 0,-1 0 0 0,-1 0-714 16,-3 0 317-16,3-4 170 0,-3-3 100 0,0-4-602 15,2-4 346-15</inkml:trace>
  <inkml:trace contextRef="#ctx0" brushRef="#br0" timeOffset="-191393.01">27595 2881 2990 0,'-5'-6'0'0,"-1"2"0"0,0 2 0 16,2 1 0-16,0-1 0 0,1 2 0 0,1 0 0 0,-1 5 0 0,3 8 0 0,0 6 0 0,0 5 365 0,0 4-155 0,0-1-91 0,7 3 128 16,0 3-247-16,2-4 0 0,-2 1 0 0,0-1 0 15,0 2 0-15,-1-2 0 0,-3-3 0 0,2-3 0 16,-3-2 0-16,-2 3 0 0,0-4 0 0,0-2 0 16,0 0 0-16,0-3 0 0,0-4 0 0,0-2 0 15,0-3 0-15,0-2-664 0,0-3 250 0,0-1 189 16,0 0-558-16,3-1 377 0,15-13 185 0</inkml:trace>
  <inkml:trace contextRef="#ctx0" brushRef="#br0" timeOffset="-191217.51">27850 3177 3078 0,'4'0'0'0,"0"0"0"0,0 0 0 0,-1 0 0 0,0 0 0 0,-1 1 0 0,3 6 0 0,-3 1 0 0,-2-1 0 0,3 6 0 0,-3-2 391 0,0 3-177 0,0 1-88 0,-3 0-4 16,-9 1-122-16,-3 3 0 0,0-3 0 0,-3 2 0 15,5-3 0-15,-6 0 0 0,-1 0 0 0,2-3 0 16,0-1 0-16,4-4-494 16,3-1 158-16,1-3 186 0,3-3 36 0,2 0-750 15,5 0 413-15,0-1 208 0</inkml:trace>
  <inkml:trace contextRef="#ctx0" brushRef="#br0" timeOffset="-190993.6">28119 2892 3481 0,'6'-5'0'0,"1"1"0"0,-3 2 0 0,0-1 0 0,-2 3 0 0,0 0 0 0,1 0 0 0,0 14 0 0,2 1 0 0,-3 5 0 0,6 5 450 0,-5 1-450 16,1 2 0-16,-1 3 0 0,-1-2 0 0,1 3 0 16,0-2 0-16,-1 1 0 0,0-5 0 0,-2 6 0 15,0-6 0-15,0-6 0 0,0 6 0 0,0-6 0 16,0-4 0-16,-2 0 0 0,0-5 0 0,-2-1 0 15,2-5-4-15,0 1-436 0,2-5 206 0,0-1-688 16,0 0 442-16,0 0 222 0</inkml:trace>
  <inkml:trace contextRef="#ctx0" brushRef="#br0" timeOffset="-190813.15">28365 3196 3072 0,'2'0'0'0,"-2"0"0"0,0 2 0 0,0 2 0 0,0-3 0 16,0 5 0-16,0 2 0 0,0-1 0 0,0 4 0 0,0 3 0 0,0 3 430 0,0 1-188 0,-7-3-55 0,-1 5-187 0,-2 0 0 0,-2-1 0 16,-3 3 0-16,3-7 0 0,-3 4 0 0,0-2 0 15,-1-2 0-15,-2-2 0 0,1-1 0 0,0-5-344 16,9-3-56-16,-2 0 202 0,3-4 115 0,6 0-968 16</inkml:trace>
  <inkml:trace contextRef="#ctx0" brushRef="#br0" timeOffset="-190617.14">28611 3037 2977 0,'2'1'0'0,"3"6"0"0,-1 1 0 0,-1 2 0 0,1-1 0 0,-3 6 0 0,0 2 0 0,1 2 0 0,-2 4 0 0,0 3 0 0,0-4 713 0,0 7-472 0,-3-6-241 15,-3 4 0-15,-1-4 0 0,1-3 0 0,-2 1 0 16,3-2 0-16,-1-2 0 0,2-5 0 15,1-2-709-15,-1-5 346 0,1 1 209 0,3-3 53 16,0-3-437-16,0 0 221 0,0-6 140 0</inkml:trace>
  <inkml:trace contextRef="#ctx0" brushRef="#br0" timeOffset="-190411.25">28910 2767 3466 0,'11'-4'0'0,"0"4"0"0,3 0 0 0,0 4 0 0,0 7 0 0,0 7 0 0,4 9 0 0,-4 0 0 0,4 12 0 0,-8-3 0 0,3 6 465 16,-8-4-465-16,0 10 0 0,-1-6 0 0,-3 0 0 15,-1-2 0-15,0 2 0 0,-5-7 0 0,-7 9 0 16,-6-7 0-16,-3-1 0 0,0-1 0 16,-7-1 0-16,5-6 0 0,-4 2 0 0,2-5-100 15,4-5-240-15,3-4 52 0,-1-1-412 0</inkml:trace>
  <inkml:trace contextRef="#ctx0" brushRef="#br0" timeOffset="-190244.81">29339 3669 3931 0,'16'15'0'0,"-2"4"0"0,-4-8 0 0,-6-4 0 0,-2 1 0 0,-1 4 0 0,1-3 0 0,0-1 0 0,-1 0 0 0,-1-1 0 0,0 0 0 0,0-2 0 0,0 1 0 0,-5-1 0 15,-3 2 0-15,-1-4 0 0,-2 0 0 0,1 0-14 16,-5-1-268-16</inkml:trace>
  <inkml:trace contextRef="#ctx0" brushRef="#br0" timeOffset="-188557.53">22195 11326 2306 0,'-21'-6'0'0,"4"4"0"0,3 2 0 0,-2 0 0 0,7 0 0 0,3 0 0 0,3 0 0 0,3 0 0 0,0 2 0 0,7 4 0 0,18 1 263 0,7-1-112 0,7-1 143 0,-2-1-25 16,16 0-120-16,-4-4-55 0,1 0 54 0,0 0-55 16,-3 0-28-16,-8 0 11 0,2 0-313 15,-3 0 138-15,-5 0 69 0,-5 0 34 16,-7 0-259-16,-1 0 156 0,-4 0 64 0,-4 0-828 16,-3 0 417-16,-4 0 177 0,-1-2-414 0</inkml:trace>
  <inkml:trace contextRef="#ctx0" brushRef="#br0" timeOffset="-188023.08">22686 11118 2477 0,'-2'-8'0'0,"2"2"0"0,0 3 0 0,0-1 0 0,0 1 0 0,5 3 0 0,10 0 0 0,2 0 0 0,5 14 0 0,1 1 0 0,0 2 94 0,-2 3 324 16,-5 5-189-16,0 0-96 0,-6 1-47 0,-2-2 201 0,-5 7-129 15,-3-4-109-15,0-1-49 0,-1 2 0 16,-10-1 0-16,-7 0 0 0,0-1 0 0,-1-2 0 0,-4-2 0 15,3-1-338-15,-3-2 122 0,7-3 137 0,-9 2 54 16,4-3-815-16,5-4 401 0,-3-2 200 0,0-1 101 16,2-4-380-16,0-4 245 0,1 0 117 0,0 0-49 15,2 0 84-15,0 0 41 16,1-2 62-16,-1 0-21 0,2-2 1 0,1 3-1 16,-1 1 441-16,3 0-221 0,0 0-119 0,0 4-46 15,2 8 570-15,2 4-300 0,1 2-46 0,0 7-109 16,3-3 419-16,-1 7-260 0,2 2-126 0,0-2 123 15,-2 1-125-15,2-3-61 0,0-4 208 0,-3-1-275 16,3-3-34-16,0-3 0 0,-2-3 0 0,2-6 0 16,0-1 0-16,0-4 0 0,0-1 0 15,0-1 0-15,0 0 0 0,0-5 0 0,0-13 0 16,5-2 0-16,4-1 0 0,2-3 0 0,3-3 0 16,-2 3 0-16,4 2 0 0,2-3 0 15,-2 9 0-15,0-1 0 0,1 6 0 0,-4 3 0 16,-1 4 0-16,-1 2 0 0,-2 2 0 0,0 0 0 15,1 10 0-15,-4 9 0 0,-1 9 0 0,-1-1 0 16,-1 6 0-16,2-1 0 0,-3 4 0 0,3-1 0 16,-1 1 0-16,-1-5 0 0,5-1 0 0,0-3 0 15,-3-4 0-15,5-3 0 0,-3-1 0 0,3-7 0 16,-5 0 0-16,3-4 0 16,-1-3 0-16,-2-1 0 0,2-4 0 0,0 0 0 15,0 0 0-15,1 0-493 0,2-7-39 0,1-5 236 16,1-1-728-16,8-9 493 0</inkml:trace>
  <inkml:trace contextRef="#ctx0" brushRef="#br0" timeOffset="-187824.09">22946 11872 2952 0,'0'-6'-1'0,"0"4"1"0,0-1 0 0,-1 1 0 0,-3 2 0 0,2 0 0 0,2 0 0 0,0 6 0 15,0 5 0-15,0 6 0 0,0 0 92 0,0 5 717 0,0 3-730 0,0 0-79 0,0-5 0 16,-2 8 0-16,0-8 0 0,-1 1 0 0,1 2 0 15,-1-3 0-15,1-5 0 0,1 0 0 0,-1-5 0 16,0 0 0-16,0-3 0 0,0-3 0 0,2 0 0 16,0-3 0-16,0-1 0 0,0 0-189 0,0 0-142 15,0 0 146-15,0 0 65 0,0-1-602 16,6-5 342-16,6-6 171 0</inkml:trace>
  <inkml:trace contextRef="#ctx0" brushRef="#br0" timeOffset="-187475.49">23228 11682 3928 0,'-6'0'0'0,"1"0"0"0,3 0 0 0,-1 0 0 0,1 0 0 0,2 0 0 0,0 0 0 0,-2 0 0 0,2 0 0 0,0 0 0 0,0 1 3 0,2 2-3 0,1 3 0 16,3-2 0-16,-1 1 0 0,1-1 0 0,-3 2 0 15,2-2 0-15,-1-1 0 0,-3 1 0 0,1 0 0 16,0-2 0-16,0-1-42 0,-2-1-949 16,2 0 489-16,0 0 184 0,-1 0 141 0</inkml:trace>
  <inkml:trace contextRef="#ctx0" brushRef="#br0" timeOffset="-187275.28">23359 11396 2547 0,'0'0'0'0,"0"0"0"0,0 0 0 0,0 0 0 0,8 0 0 0,7 0 0 15,4 0 0-15,2 0 0 0,5 0 0 0,4 0 0 0,2 0 627 0,-1 0-295 0,4 0-147 0,1 0 55 0,-1 0-240 16,1 0 0-16,-1 1 0 0,-1 1 0 0,-2 0 0 16,-6 0 0-16,6 0 0 0,-11 0-390 0,0-1 85 15,-4-1 172-15,-5 2-785 0,2-2 404 0,-5 0 238 16,-2 0 120-16,0 0-202 0,-5-2 160 0</inkml:trace>
  <inkml:trace contextRef="#ctx0" brushRef="#br0" timeOffset="-186772.72">23901 11264 1917 0,'-10'-17'0'0,"5"2"0"0,-1 0 0 0,6 3 0 0,0 3 0 0,0-2 0 0,1 5 0 0,9 2 0 0,7 3 0 0,4 1 0 0,3 0 423 0,1 4-193 0,-3 7-96 0,1 4-49 15,-1 2 168-15,-7-2-99 0,6 5-63 0,-10-3-27 16,-1 4-23-16,-5 2-3 0,-3 1-1 0,-2-3-199 15,-7 4 95-15,-10 0 52 0,-3 0 26 0,-1-3-343 16,-4 0 183-16,0 0 36 0,-1-4-187 0,-1-3 81 16,2 0 94-16,0-2 24 0,-1-3-260 0,5-5 153 15,-2 3 89-15,3-2 42 16,0-3-69-16,6 3 54 0,1-3 27 0,4 3 253 0,1 0-108 16,1 0-58-16,3 3-30 0,0 2 459 15,4 0-244-15,0 3-87 0,0 3 245 0,0-1-104 16,0 5-115-16,0 1-34 0,0-1 298 0,0 0-177 15,0 2-103-15,0 0 161 0,-4-3-195 0,1 0-96 16,-1-3 0-16,-1-5 0 0,1 1 0 16,-1-6 0-16,3-3 0 0,1 0 0 0,-3-4 0 0,2 0 0 15,2 0 0-15,0-10 0 16,0-5 0-16,2 0 0 0,5-3 0 0,7-1 0 16,1-1 0-16,0 0 0 0,0 5 0 0,4 2 0 15,-2 0 0-15,-1 4 0 0,0 3 0 16,-1 2 0-16,-3 2 0 0,-2 2 0 0,1 0 0 0,-2 8 0 15,0 7 0-15,-4 4 0 0,-3 5 0 16,0 1 0-16,0-1 0 0,-1 5 0 0,1 0 0 0,0-5 0 16,0-2 0-16,1 2 0 0,6-6 0 15,-2 1 0-15,0-6 0 0,2 1 0 0,2-7 0 16,1 0 0 0,-3-5 0-16,7 0 0 0,-4-2 0 0,4 0 0 0,-3 0 0 0,2-2 0 15,-2-4-310-15,3-1 40 0,0-6 116 16,3-4-738-16,4-3 427 0</inkml:trace>
  <inkml:trace contextRef="#ctx0" brushRef="#br0" timeOffset="-186590.89">24378 11551 3724 0,'0'-4'0'0,"-5"3"0"0,0-1 0 0,3-3 0 0,-1 4 0 0,3-3 0 0,0 0 0 0,0 3 0 0,1-2 0 0,13 1 0 0,1 1 207 0,2 1-207 15,1 0 0-15,1 0 0 0,4 0 0 0,-3 0 0 0,3 0 0 0,-2 0 0 16,-1 0 0-16,-2 0 0 0,-1 0 0 0,-4 0 0 16,-3 0-328-16,-1 0-89 0,-2 1 164 0,-4 5 131 15,-1 3-945-15</inkml:trace>
  <inkml:trace contextRef="#ctx0" brushRef="#br0" timeOffset="-186408.11">24435 11709 2958 0,'-16'6'0'0,"-1"1"0"0,4-1 0 0,2-1 0 0,1-2 0 0,5 0 0 0,1-1 0 0,4 1 0 0,0 1 0 0,0 0 0 0,11 0 709 0,6 0-445 0,6-2-264 0,1-2 0 15,1 0 0-15,2 0 0 16,2 0 0-16,-5 0 0 0,8 0 0 0,-5-2 0 16,-6 0 0-16,2 0-119 0,-2 2 9 0,-3-2 83 15,0 2-880-15,-3 0 449 0,2 0 135 16,0 0 144-16,-1 0-516 0</inkml:trace>
  <inkml:trace contextRef="#ctx0" brushRef="#br0" timeOffset="-186018.17">25047 11473 2808 0,'0'-2'0'0,"-3"-4"0"0,-2 5 0 0,-2-4 0 0,-1 1 0 0,0 2 0 0,3 1 0 0,-3 1 0 0,3 0 0 0,-3 0 0 0,2 1 139 0,1 13 479 0,-1 0-290 15,1 8-290-15,-1-1-38 0,3 6 0 0,2 4 0 16,1 1 0-16,0 1 0 0,0 2 0 0,7-2 0 16,8-4 0-16,5 6 0 0,6-2 0 0,-2-10 0 15,3 1 0-15,3-3 0 16,3-4 0-16,-1-4 0 0,0-6 0 0,0-3 0 16,-2-4 0-16,0 0 0 0,-2-2 0 0,0-13 0 15,-3-2 0-15,-2-3 0 0,-3-1 0 0,-5-3 0 16,-5-2 0-16,-2-6 0 15,-3-3 0-15,-5 0 0 0,0-9 0 0,-8 4 0 0,-9-2 0 0,-2 6 0 16,-9-3 0-16,0 11 0 0,-6 1 0 0,4 11 0 16,-14-1 0-16,11 11 0 0,-4 3 0 15,1 0 0-15,2 3 0 0,1 3 0 16,7 8 0-16,7 2 0 0,-4 8 0 0,8-1 0 16,1 2 0-16,4 4 0 0,4-5 0 0,1 10 0 15,4-3 0-15,1 0 0 0,0-2 0 0,0 2 0 16,0-3 0-16,1 5 0 0,4-2 0 0,1-2-883 15</inkml:trace>
  <inkml:trace contextRef="#ctx0" brushRef="#br0" timeOffset="-179973.87">12426 12402 2241 0,'-3'-6'0'0,"1"4"0"0,2 1 0 0,-2-1 0 0,2 0 0 0,-2 0 0 0,2 2 0 0,0 0 0 0,0 0 0 0,0 11 0 0,0 6 87 0,4 2 268 0,4 9-163 0,-1 0-77 15,1 4 284-15,-3 5-180 0,1-3-91 0,-2 5 67 16,-2 3-195-16,0-2 0 0,-2-4 0 0,0 7 0 15,0-4 0-15,-2-4 0 0,-6 3 0 0,1 0 0 16,-3-2 0-16,3-3 0 0,-3-2 0 0,5-8 0 16,-3 1 0-16,5-6 0 0,-1-7 0 0</inkml:trace>
  <inkml:trace contextRef="#ctx0" brushRef="#br0" timeOffset="-179931.76">12389 13137 376 0,'0'0'0'0,"4"-5"0"0,8-17 628 0,0-3-314 0,4-3-157 0</inkml:trace>
  <inkml:trace contextRef="#ctx0" brushRef="#br0" timeOffset="-179771.52">12509 12818 2950 0,'0'-7'0'0,"0"-1"0"0,-2 3 0 0,2 1 0 0,0 1 0 0,0 0 0 0,4 2 0 0,12-3 0 15,0 3 0-15,9-2 0 0,-1 2 182 0,5-1-73 0,-1-1-26 0,2 3 321 0,0 0-201 0,5 0-203 16,-4 0 0-16,-3 0 0 16,-5 0 0-16,2 0-189 0,-4 0-31 0,-2-1 129 0,-6 1 65 0,-4 0-665 15,-4-2 300-15,0 2 196 16,-3 0-20-16,-2-3-183 0,0 1 181 0,0-5 89 15</inkml:trace>
  <inkml:trace contextRef="#ctx0" brushRef="#br0" timeOffset="-179598.2">12806 12522 2106 0,'-7'-12'0'0,"3"9"0"0,0 1 0 0,0 1 0 0,1 1 0 0,-1 0 0 0,2 0 0 0,2 12 0 0,0 4 0 0,0 7 0 0,0 2 671 0,0 1-316 0,0 7-150 0,0 0 389 16,0 5-594-16,2-1 0 0,0 1 0 0,-2 0 0 15,2-2 0-15,-1 1 0 0,1-3 0 0,2 0 0 16,2-5 0-16,0-2-3 0,-3-7-459 0,5-1 245 16,1-6 127-16,1-3 23 0,1-8-1034 0</inkml:trace>
  <inkml:trace contextRef="#ctx0" brushRef="#br0" timeOffset="-179432.2">13041 12722 2993 0,'6'0'0'0,"1"0"0"0,4 0 0 0,1 0 0 0,1 0 0 0,2 0 0 0,2 0 0 0,4 0 0 0,1 0 0 0,6 3 0 0,-2-1 130 0,1 0 74 0,1-1-84 0,-2-1-41 15,-5 0-551-15,3 0 251 0,-3 0 128 0,-4 0 66 16,-4 0-311-16,-2 0 196 0,-3 0 84 16,-4 0-689-16,-2 0 362 0</inkml:trace>
  <inkml:trace contextRef="#ctx0" brushRef="#br0" timeOffset="-179255.91">13295 12405 3246 0,'-12'0'0'16,"3"6"0"-16,-2 15 0 0,3 0 0 0,-3 11 0 0,4 7 0 0,3 2 0 0,2 3 0 0,2-2 0 0,0-2 0 0,0 11 685 0,4-8-685 0,8-1 0 0,4-3 0 15,-1-7 0-15,6 2 0 0,-1-6 0 0,4-4 0 16,1-5 0-16,-1-6 0 0,1-5 0 0,-3-4-30 15,6-3-315-15,-1-1 191 0,-1 0 95 0</inkml:trace>
  <inkml:trace contextRef="#ctx0" brushRef="#br0" timeOffset="-178749.82">13723 12791 3124 0,'-13'-12'7'0,"11"11"-2"0,2 1-1 0,0 0-1 0,0 0 0 0,7 0-2 0,12 0 1 0,8-2-1 0,4-1 0 0,16 0-1 0,0 0 258 0,6 1-111 0,-3-1-56 0,0-1 18 15,-6 3-27-15,11-1-9 0,-12 2-53 0,-5 0-144 16,-1 0 73-16,-5 0 43 0,-7 0-572 0,-3 0 303 15,-3 0 157-15,-10 0-722 0,1 0 359 0,-6 0 223 16,-3 0 103-16</inkml:trace>
  <inkml:trace contextRef="#ctx0" brushRef="#br0" timeOffset="-178573.32">14115 12454 3246 0,'-9'0'0'0,"0"5"0"0,1 5 0 0,4 10 0 0,0 3 0 0,4 5 0 0,0 7 0 0,0 1 0 0,4 7 0 0,2 0 0 0,0-3 198 0,-2 5-81 16,1-9 143-16,2 10-150 0,-1-10-110 0,2 1-238 16,-3-3 76-16,1 0 107 0,-1-4 42 0,1-4-652 15,-2-5 350-15,0-1 176 0,1-7 88 0,1-3-829 16,3-8 427-16</inkml:trace>
  <inkml:trace contextRef="#ctx0" brushRef="#br0" timeOffset="-178389.04">14522 12505 3438 0,'3'-1'0'0,"3"1"0"0,-1 0 0 0,-3 11 0 0,0 7 0 0,0 8 0 0,-1 5 0 0,1 8 0 0,-2 3 0 0,0 4 0 0,0 3 141 0,0 3 211 16,0-3-352-16,0 0 0 0,0 2 0 0,0-9 0 15,0 6 0-15,0-12 0 0,0 0-60 0,0-3-236 16,2-2 166-16,2-12 92 0,2 2-913 0,1-6 401 15,2-5 265-15</inkml:trace>
  <inkml:trace contextRef="#ctx0" brushRef="#br0" timeOffset="-178231.05">14830 12787 3152 0,'7'-4'0'0,"6"3"0"0,-1-2 0 0,0 0 0 0,1 0 0 0,4 2 0 0,2 1 0 0,1 0 0 0,7 0 0 0,-2 0 0 0,1 0 204 0,2 0-84 0,-4 0-536 16,8 0 222-16,-4 1 115 0,-2 2 57 0,-1-3-401 16,2 0 229-16</inkml:trace>
  <inkml:trace contextRef="#ctx0" brushRef="#br0" timeOffset="-178046.05">15524 12575 3094 0,'0'4'0'0,"0"1"0"0,5-1 0 0,7-1 0 0,3 2 0 0,6 0 0 0,4 0 0 0,0 1 0 0,5-2 0 0,0 0 0 0,2 0 222 0,0-2-93 0,0-2-375 0,-8 0 150 0,8 0 61 16,-9 0 36-16,-2 0-281 16,-5 0 159-16,-4-2 78 0,-3-1 49 0,-5 2-741 15,-2-1 362-15,-2-4 182 0</inkml:trace>
  <inkml:trace contextRef="#ctx0" brushRef="#br0" timeOffset="-177856.53">15825 12306 3299 0,'-4'0'0'0,"-1"6"0"0,-4 18 0 0,2 1 0 0,-6 10 0 0,2 8 0 0,0 8 0 0,0 3 0 0,-1 11 0 0,5-13 0 0,1 4 236 15,4-3-99-15,2-2 122 0,0-6-259 0,2-2 0 16,5-12 0-16,8 2 0 0,0-6 0 0,5-7 0 15,-6-7 0-15,7-3 0 0,-1-7 0 0,1-3 0 16,-2 0-550-16,5-6 190 0,-5-6 164 0,2-5-803 16,-3-1 472-16</inkml:trace>
  <inkml:trace contextRef="#ctx0" brushRef="#br0" timeOffset="-177693.51">16087 12701 2883 0,'0'3'0'0,"2"-1"0"0,6 0 0 0,0-2 0 0,4 0 0 0,7 0 0 0,6 0 0 0,2 0 0 0,1 0 0 0,5-2 0 0,-1 2 249 0,2-2-106 0,0 2-53 0,-2 0-2 16,-2-2-52-16,-4 1-422 0,-4 1 211 0,-1-1 106 15,-2-2 52-15,-6 0-645 0,-1 0 340 16,-7 2 174-16,-3-5 86 0,-2 0-667 0</inkml:trace>
  <inkml:trace contextRef="#ctx0" brushRef="#br0" timeOffset="-177536.52">16425 12423 2557 0,'-5'-8'0'0,"3"2"0"0,0 5 0 0,0-2 0 15,1 3 0-15,-1 3 0 0,2 12 0 0,0 6 0 0,0 8 0 0,0 8 0 0,0 3 210 0,2 3 542 0,-2-1-349 0,0 7-394 0,0-6-9 16,0 0 0-16,0-7 0 0,0 3 0 0,0-2 0 16,0-7 0-16,0-2 0 15,1-3 0-15,1-5-228 0,0-2-84 0,0-7 182 16</inkml:trace>
  <inkml:trace contextRef="#ctx0" brushRef="#br0" timeOffset="-177518.47">16437 13030 363 0,'7'0'0'0</inkml:trace>
  <inkml:trace contextRef="#ctx0" brushRef="#br0" timeOffset="-177362.04">16685 12632 2782 0,'16'-6'0'0,"9"4"0"0,-2-4 0 0,1 2 0 0,5-1 0 0,-2 2 0 0,6 2 0 0,-1-1 0 0,0 0 0 0,1 2 0 0,-3 0 136 0,0 0-50 0,-2 0-25 0,0 0-269 15,-7 0 123-15,0 0 69 0,-5-1 22 0,-4 1-545 16,-3-3 288-16,-5 2 143 0,-4-5 82 0,0-2-644 16</inkml:trace>
  <inkml:trace contextRef="#ctx0" brushRef="#br0" timeOffset="-177054.17">17060 12280 2904 0,'0'0'0'0,"0"11"0"0,0 13 0 0,-2 7 0 0,-3 6 0 0,-4 7 0 0,4 2 0 0,1 5 0 16,-1 0 0-16,1 2 0 0,3-1 158 0,-1 0-61 0,2-6 609 0,0-7-640 0,0 2-66 16,0-4 0-16,3-7 0 0,5-8 0 0,1-2 0 15,4-7 0-15,2-5 0 0,0-8 0 0,8 0 0 16,-5-3-352-16,0-7-66 16,-2-5 219-16,5-8-857 0,-4 0 509 0,0-1 256 15,-4 1 127-15,-3 4-201 0,-3 1 155 0,-3 3 92 16,-3 0 41-16,1 6-8 0,-2 0 36 15,0 0 49-15,0 2 458 0,0 6-265 0,0-3-114 0,2 1 714 16,6 2-414-16,1-1-208 0,4 2-2 0,3 0 537 16,2 0-335-16,3 0-167 0,-2 0-84 0,3 2-110 15,1 3 36-15,5 0-10 0,-4-2 0 16,3 0-309-16,1-3 154 0,-2 0 78 16,-2 0-782-16,5 0 425 0,-5-3 217 0</inkml:trace>
  <inkml:trace contextRef="#ctx0" brushRef="#br0" timeOffset="-176897.75">17804 12432 3216 0,'1'-9'0'0,"3"1"0"0,0 1 0 0,-2 1 0 0,0 4 0 0,0 0 0 0,0 2 0 0,3 0 0 0,3 10 0 0,-1 14 0 0,-3 8 682 16,2 9-649-16,-4 4-33 0,0 6 0 0,-2 10 0 15,0-9 0-15,0 6 0 0,-6 13 0 0,-4-7 0 16,3 4 0-16,-4 2 0 0,1-3 0 0</inkml:trace>
  <inkml:trace contextRef="#ctx0" brushRef="#br0" timeOffset="-176854.62">17783 13305 363 0,'-9'63'0'0,"0"-13"0"0,-3 16-1 0</inkml:trace>
  <inkml:trace contextRef="#ctx0" brushRef="#br0" timeOffset="-175757.05">18354 12577 2625 0,'-2'-12'0'0,"0"11"0"0,2 1 0 0,2 0 0 0,9 0 0 0,3 0 0 0,2 0 0 0,2 0 0 0,8 5 0 0,-2-3 0 0,4 0 311 0,-3 0-129 0,5-2-77 0,-2 2 251 16,-2-2-160-16,3 0-80 0,-3 0-76 0,-2 0-40 15,4 0 0-15,-3 0 0 0,-4 0 0 0,1 0 0 16,-3 0 0-16,0-2-456 0,-5 0 159 0,-2 0 167 15,-1 0 83-15,-2 0-946 0,-2 2 478 0</inkml:trace>
  <inkml:trace contextRef="#ctx0" brushRef="#br0" timeOffset="-175561.89">18457 12883 3367 0,'-20'6'0'0,"1"10"0"0,4-2 0 0,5-1 0 0,5-6 0 0,3 1 0 0,2-1 0 0,0 1 0 0,7-1 0 0,16-1 0 0,4-1 564 0,4-3-564 0,5 0 0 16,10-2 0-16,-7 0 0 0,4 0 0 0,-4 0 0 16,-3-2 0-16,2-3 0 0,-3-1 0 0,-1 2 0 15,-4 1 0-15,-7-1 0 0,0 2 0 0,-4-1 0 16,1 2-1073-16,-6 0 499 0,2 1 269 0,-2 0-506 16</inkml:trace>
  <inkml:trace contextRef="#ctx0" brushRef="#br0" timeOffset="-175170.72">19323 12680 3326 0,'-9'-2'0'0,"1"2"0"0,-1 0 0 0,-1 0 0 0,-1 4 0 16,1 7 0-16,-4 2 0 0,1 8 0 0,-2 2 0 0,2 5 0 0,1 2 142 0,3-3 321 0,3 0-463 0,3 11 0 0,3-6 0 15,0 0 0-15,5-3 0 0,10-1 0 0,4-1 0 16,7-3 0-16,3-3 0 0,8-4 0 0,0-6 0 16,3-3 0-16,-2-5 0 0,6-3 0 0,-2 0 0 15,-1-3 0-15,-1-11 0 0,-3-1 0 0,-7-5 0 16,2-1 0-16,-4-2 0 0,-3-1 0 0,-4 0 0 16,-5 0 0-16,-4 0 0 0,-1-6 0 0,-6 3 0 15,-1-3 0-15,-2-2 0 16,-2-2 0-16,0-2 0 0,-13-5 0 0,-3 5 0 0,-5 10 0 15,-4-2 0-15,-5 5 0 0,-4 8 0 16,-8 4 0-16,0 7 0 0,-1 4 0 0,-3 2 0 16,7 11 0-16,-12 10 0 0,8 1 0 0,2 4 0 15,7 0 0-15,12-1 0 0,-1 3 0 0,10 0 0 16,5 0 0-16,8 1 0 0,0 0 0 0,8 0 0 16,14-4 0-16,6 4 0 0,4-5 0 15,0-2-455-15,3 1-132 0</inkml:trace>
  <inkml:trace contextRef="#ctx0" brushRef="#br0" timeOffset="-174376.15">21135 12727 2731 0,'-23'-8'0'0,"2"6"0"0,4 2 0 0,2 0 0 0,3 0 0 0,5 0 0 0,5 0 0 0,2 2 0 0,0 1 0 0,2 2 0 0,21 0 518 15,3-1-241-15,6-3-109 0,11-1-70 0,-1 0 41 16,2 0-139-16,1 0 0 0,-1 0 0 0,-5 0 0 15,8 0 0-15,-13 0 0 0,2 0 0 0,-5-1 0 16</inkml:trace>
  <inkml:trace contextRef="#ctx0" brushRef="#br0" timeOffset="-174331.03">21603 12732 381 0,'3'0'0'0,"-3"0"0"0,0 0 0 0,0-3-62 0</inkml:trace>
  <inkml:trace contextRef="#ctx0" brushRef="#br0" timeOffset="-174261.79">21511 12338 381 0</inkml:trace>
  <inkml:trace contextRef="#ctx0" brushRef="#br0" timeOffset="-174164.53">21410 12533 3931 0,'-15'57'0'0,"2"8"0"0,2-5 0 0,3 3 0 0,2-9 0 0,2 14 0 0,4-15 0 0,0 0 0 0,0-4 0 0,10-7 0 0,3-7 0 16,4-1 0-16,3-5 0 0,1-6 0 0,2-8 0 15,2-1 0-15,-7-8 0 0,7-6 0 0</inkml:trace>
  <inkml:trace contextRef="#ctx0" brushRef="#br0" timeOffset="-174112.39">21622 13225 381 0,'21'-22'0'0,"-1"1"0"0,-1-6 0 0,0-3 0 16,0-8 294-16,-4 1-165 0,-2-1-94 0</inkml:trace>
  <inkml:trace contextRef="#ctx0" brushRef="#br0" timeOffset="-174051.22">21797 12746 381 0,'0'-17'200'0,"0"5"-99"15,0 5-51-15,0-1-25 0,0 3 335 0,0-1-162 0,2 2-79 0</inkml:trace>
  <inkml:trace contextRef="#ctx0" brushRef="#br0" timeOffset="-174011.12">21840 12672 381 0,'23'-3'0'0,"1"-1"1558"0,0 0-778 0,4 0-391 0,-3 2-194 0,7 1 103 0</inkml:trace>
  <inkml:trace contextRef="#ctx0" brushRef="#br0" timeOffset="-173968">22082 12646 381 0,'29'0'0'0,"-5"0"0"15,3 0 0-15,-5 2 643 0,-3 4-340 0,-5 1-170 0</inkml:trace>
  <inkml:trace contextRef="#ctx0" brushRef="#br0" timeOffset="-173908.84">22020 12892 381 0,'-22'6'0'0</inkml:trace>
  <inkml:trace contextRef="#ctx0" brushRef="#br0" timeOffset="-173830.63">21928 12924 3931 0,'2'0'0'0,"12"1"0"0,6 2 0 0,5-1 0 0,3-2 0 0,2 2 0 0,2-2 0 0,0 0 0 0,0 0 0 0,-1 0 0 0,0 0 0 16,-5 0 0-16</inkml:trace>
  <inkml:trace contextRef="#ctx0" brushRef="#br0" timeOffset="-173784.5">22300 12937 381 0,'18'0'0'16,"-2"0"0"-16,-6 0 0 0,1 0 0 0,-4 2 0 0,-1-1 251 0</inkml:trace>
  <inkml:trace contextRef="#ctx0" brushRef="#br0" timeOffset="-166987.33">22723 12824 1981 0,'-19'-6'0'0,"1"5"0"0,-1 1 0 0,-2 0 0 0,-3 0 0 0,3 0 0 0,0 0 0 0,5 0 0 0,2 0 0 0,3 0 0 0,4 0 102 0,2 0 472 0,3 0-268 16,0 0-126-16,2 0-76 0,0 0 447 0,7 0-418 15,7 0-133-15,7 1 0 0,-1 4 0 16,7-1 0-16,1-1 0 0,2 0 0 0,0 2 0 16,2-2 0-16,-2-1 0 0,0 0 0 0,-1 0 0 15,-1-2 0-15,0 0 0 0,-1 0 0 0,-6 0 0 16,4 0 0-16,-4 0 0 0,-3-4 0 0,-4 0 0 15,-3 0 0-15,-1-1-210 0,-5 2 37 0,1-1 70 16,-3-1-738-16,-1 1 402 0,2-1 192 0,1-2 110 16</inkml:trace>
  <inkml:trace contextRef="#ctx0" brushRef="#br0" timeOffset="-166734.16">23369 12379 3931 0,'-5'-9'0'0,"0"5"0"15,2 3 0-15,-1-3 0 0,0 2 0 0,2 0 0 0,1 2 0 0,1 0 0 0,0 0 0 0,0 0 0 0,0 11 0 0,0 4 0 0,0 4 0 16,1 6 0-16,5 2 0 0,-1 6 0 0,4 0 0 16,-6 2 0-16,4 10 0 0,-3-6 0 0,0 4 0 15,-1 0 0-15,2-1 0 0,-3-3 0 0,0 12 0 16,-2-7 0-16,0 2 0 0,0-2 0 0,1 0 0 15,1-8 0-15,0 3 0 0,0-3 0 0,3-3 0 16,1-4 0-16,-1-7-134 0,4-4-288 0,-2 0 199 16,-4-6 84-16</inkml:trace>
  <inkml:trace contextRef="#ctx0" brushRef="#br0" timeOffset="-166239.48">21948 12633 1645 0,'-11'0'0'0,"4"2"0"0,-4-2 0 0,1 1 0 0,-3 3 0 0,4 0 0 0,-1 0 0 0,1-2 0 0,2 2 0 0,2-3 0 0,1 1 233 0,-1-2-93 16,3 2 427-16,2-2-265 0,0 0-133 15,0 0-57-15,0 0 369 0,2 0-222 0,8 0-236 0,5 0-23 16,0 0 0-16,2 0 0 16,0 0 0-16,1 0 0 0,3 2 0 0,0-1 0 0,-1 2 0 15,1-2 0-15,-2 4 0 0,0-2 0 0,0 1 0 16,-3 0 0-16,0-1 0 0,-5-1 0 0,0 1 0 15,-3-2 0-15,-1-1 0 16,-2 2 0-16,-1-2 0 0,1 0 0 0,-3 0 0 0</inkml:trace>
  <inkml:trace contextRef="#ctx0" brushRef="#br0" timeOffset="-165953.22">21866 12887 3931 0,'0'0'0'0,"0"0"0"0,9 0 0 0,3 0 0 0,1 0 0 0,3-3 0 0,2 2 0 0,1 0 0 0,4-2 0 0,-1 1 0 0,4 0 0 0,1 0 0 16,-1 2 0-16,0 0 0 15,-2 0 0-15,6 0 0 0,-3 0 0 0,-3 4 0 16,3 1 0-16</inkml:trace>
  <inkml:trace contextRef="#ctx0" brushRef="#br0" timeOffset="-154024.29">26320 12778 1183 0,'-10'-2'0'0,"3"-2"0"0,0 2 0 0,3-3 0 0,-2-2 0 0,2 0 0 0,-2-2 0 0,3-4 0 0,1 1 0 15,2-3 0-15,0-2 109 0,0 1-36 0,0-3 107 0,2 1-77 0,3-2-33 16,3 1 0-16,0-1 78 0,1 1-56 0,1 0-18 16,3-1-10-16,-1 3 95 0,2 1-62 15,0 0-29-15,2 3 36 0,-3 3-24 16,4 3-7-16,-3 3-34 0,2 2 81 0,1 2-40 16,-2 0 0-16,0 0 6 0,0 6-9 0,-3 5-40 15,2 2 1-15,-2 2 45 0,-3 0-47 0,4 2 10 16,-4 1-9-16,-1 1 20 0,-3 2-20 0,-1-2 0 15,0 0 23-15,-4 2-14 0,0-1-9 0,0 5 0 16,-6-3 30-16,-6 1-30 0,-4-1-27 0,-1 3-10 16,-5-3 0-16,3-2 0 0,-3 1 0 0,-3-2 0 15,2-3 0-15,-1-2 0 16,0 0 0-16,5-6 0 0,-3-2 0 0,5-2 0 16,4-2 0-16,3-2 0 0,3 0 0 0,1 0 0 15,2 0 0-15,1 0 0 0,3 0 0 0,0 0 0 16,0 0 0-16,0 0 0 0,7 0 0 0,6 0 0 15,2 0 0-15,2 0 0 0,0 0 0 0,1 0 0 16,1 0 0-16,0 0 0 0,-1 0 0 0,2 3 0 16,-5 1 0-16,4 0 0 0,-5 2 0 15,1 0 0-15,-3-3 0 0,1 1 0 0,-4-1 0 0,-1 0 0 16,1 1 0-16,-1-3 0 16,-1 1 0-16,-1-2 0 0,1 3 0 0,1-3 0 15,0 0-126-15,1 0-39 0,1 0-653 0,4 0 396 16,-1 0 192-16,3-6 96 0,2-9-603 0</inkml:trace>
  <inkml:trace contextRef="#ctx0" brushRef="#br0" timeOffset="-153811.62">26774 12537 2479 0,'0'-9'0'0,"0"3"0"0,0 4 0 0,0 0 0 0,0 0 0 0,0 1 0 0,2-2 0 0,4 1 0 0,5 2 0 0,2 0 0 0,4 0 557 0,1 6-259 0,0 3-131 15,1 3-56-15,-1 1 194 0,0 1-291 0,2-1-14 16,-3 1 0-16,-1 0 0 0,-2 1 0 0,0-2-74 16,-5 0-80-16,0-2 95 0,-2-2 49 0,-1 2-259 15,0-4 155-15,-1-1 69 0,-1-3-93 0,-1 1-594 16,3-4 348-16,1 0 173 16,2 0 78-16,-1-7-418 0</inkml:trace>
  <inkml:trace contextRef="#ctx0" brushRef="#br0" timeOffset="-153364.39">27211 12242 2521 0,'0'-5'0'0,"0"1"0"0,-3 0 0 0,1 2 0 0,0 1 0 0,0-1 0 0,2 0 0 0,-3 2 0 0,3 0 0 0,-5 0 0 0,2 5 134 0,-1 7-48 0,1-2 106 15,-2 6-78-15,0-1-29 0,0 5 222 0,-1-3-135 16,0 4-68-16,1 0-33 0,-3 5 74 0,1-3-145 15,-3 7 0-15,-1-2 0 0,3 2 0 0,-1 2 0 16,0 0 0-16,-3-1 0 0,3 2 0 0,0-2 0 16,-3 4 0-16,3-4 0 0,0 1 0 0,0 2 0 15,1 0 0-15,-1 2 0 0,1-1 0 16,-2 3 0-16,1 3 0 0,-1-7 0 16,3 4 0-16,-2-1 0 0,0 1 0 15,-3-1 0-15,3 1 0 0,0-3 0 0,-3 1 0 0,3 0 0 16,0-4 0-16,-1 0 0 0,-1-3 0 0,7-4 0 15,-4 3 0-15,3-5 0 0,2-2 0 0,-2-1 0 16,0-1 0-16,4-2 0 0,0-2 0 0,-4-2 0 16,4 0 0-16,-1-2 0 0,0-2 0 0,1 2 0 15,-1-3 0-15,0 0 0 0,-2-1 0 0,4-1 0 16,-4-1 0-16,2 0 0 16,2-2 0-16,-3-1 0 0,3-2 0 0,-1 2 0 15,1-2 0-15,0 0 0 0,0 0 0 0,0 0 0 16,0 0 0-16,0 0 0 0,0 0 0 0,0 0 0 15,0 0 0-15,0 0 0 0,0 0 0 0,0 0 0 16,0 0 0-16,0-4-62 0,4-5-643 0</inkml:trace>
  <inkml:trace contextRef="#ctx0" brushRef="#br0" timeOffset="-151769.04">27448 12823 1401 0,'-7'-2'0'0,"2"-1"0"16,-1 2 0-16,3-1 0 0,-2 1 0 0,1-2 0 0,4 3 0 0,-2-2 0 0,2 2 0 0,0 0 0 0,0 0 364 0,0 0-169 0,0 0-79 0,0 0-39 15,0 0 140-15,2 0-91 0,10 0-35 16,0 0-9-16,8 0 329 0,-3 0-187 0,6 0-93 16,4 0 250-16,-4 0-266 0,7 0-115 0,-3 0 0 15,3 0 0-15,-1 0 0 0,-3 0 0 0,-1 0 0 16,0 5 0-16,-4-2 0 0,1-2 0 0,-4 2 0 15,-6-1 0-15,-1-1 0 0,-4 2 0 0,-3-3 0 16,-3 0 0-16,1 2 0 0,-2-2 0 0,0 0 0 16,0 0 0-16,0 0 0 0,0 0 0 0,0 0 0 15,0 0 0-15,0 0 0 0,0-2 0 0,0-1 0 16,0 2 0-16,0 1 0 16,0 0 0-16,0-2 0 0,0 2 0 0,0 0 0 15,5 0 0-15,2 0 0 0,1 0-403 0,0 0-7 16,4 0 191-16,-2 0-637 0,1 0 409 0,-2 3 206 15</inkml:trace>
  <inkml:trace contextRef="#ctx0" brushRef="#br0" timeOffset="-150843.42">27969 12702 1337 0,'-4'0'0'0,"-1"-2"0"0,3-4 0 0,-2 3 0 0,1-3 0 0,-2 3 0 0,3-2 0 0,0-1 0 0,2 0 0 0,0-2 0 0,0 1 81 0,0-1 0 0,0-1-44 16,0 0 31-16,2-1 10 0,1-3-41 0,4 2 79 16,-1 0-39-16,3-1-1 15,-2-1-39-15,0 3 117 0,3-1-63 0,-2 2-27 16,-2 0 85-16,2 1-57 0,0 2-27 0,-1-1 9 16,0 3 28-16,2 1-33 0,-2-1 0 0,-1 3-32 15,-1-2 30-15,1 1 10 0,0 0-40 0,0 2 10 16,-3 0-10-16,2 0 0 0,-1 0-1 0,2 0 16 15,0 0-15-15,0 0 0 0,-1 4-1 16,3 0-25-16,-3 2 26 0,3-1 9 0,-1 1-18 16,3 3 9-16,-3-2 0 0,1 1 3 0,-1 1-6 15,1 1 11-15,-1 1-13 0,-1 2 7 0,-2 0-4 16,-1 3-16-16,-1 0-19 0,-2 4 0 16,0-2 0-16,0 6 0 0,-4-1 0 0,-5 2 0 0,-5 0 0 15,1 4 0-15,-5-3 0 16,-1 2 0-16,1 0 0 0,-4 1 0 0,2-4 0 15,-2 0 0-15,-3 0 0 0,3-5 0 0,2-2 0 16,-3-2 0-16,4-4 0 0,0 0 0 0,-1-4 0 16,6-1 0-16,0-1 0 0,6-2 0 0,1 0 0 15,0-2 0-15,4-1 0 0,1-1 0 0,2 0 0 16,0 0 0-16,0 3 0 0,2-1 0 0,9-1 0 16,8 1 0-16,4-2 0 0,5 0 0 15,-1 0 0-15,3 0 0 0,0 0 0 0,5 0 0 16,-5 0 0-16,0 0 0 0,0 0 0 15,-8 0 0-15,3 0 0 0,-2 0 0 0,0 0 0 16,-2 0 0-16,0 0 0 0,-3 0 0 0,1 0 0 16,-1 0-652-16,3 0 171 0,2 0 223 0,-2 0 101 15,6-3-751-15</inkml:trace>
  <inkml:trace contextRef="#ctx0" brushRef="#br0" timeOffset="-150402.97">28590 12485 2759 0,'0'-10'0'0,"0"8"0"0,2 0 0 0,6-2 0 0,3 1 0 0,0-1 0 0,5 3 0 0,-2-1 0 16,5 2 0-16,6 0 0 0,-2 0 375 0,1 0-169 0,4 0-85 0,-8 0-33 0,10 0 29 16,-5 0-40-16,-5 0 0 0,0 0-51 0,-1 0 10 0,-8 0 10 15,3 0-43-15,-4 0-3 0,-2 0 0 16,-5 0 0-16,1 2 0 0,-2-2 0 15,-1 1 0-15,-1 1 0 0,0 2 0 0,0 1 0 16,0 3 0-16,0 2 0 0,-3 2 0 0,-4 3 0 16,-1 2 0-16,-4 5 0 0,0 2 0 0,-2 0 0 15,-2 5 0-15,0 0 0 0,-4 1 0 0,-2 4 0 16,-1 2 0-16,2-9 0 0,-5 12 0 0,3-8 0 16,2-2 0-16,-2 0 0 0,3-2 0 0,4-6 0 15,2-1 0-15,3-1 0 16,1-4 0-16,5-4 0 0,1-1 0 0,1-1 0 15,3-2 0-15,0 0 0 0,0 2 0 0,7-3 0 16,7-1 0-16,2-2 0 0,0-1 0 0,5 1 0 16,2-3 0-16,4 0 0 0,-8 0 0 0,2 0 0 15,0 0 0-15,0-3 0 0,-4 0 0 0,-2 1 0 16,-3-2 0-16,-2 3 0 0,0-1 0 0,-5 2 0 16,0 0 0-16,0 0 0 0,-3 0-146 15,-1 0-122-15,1 0 116 0,0 0 54 16,-2 0-726-16,0 0 394 0,0-6 188 0</inkml:trace>
  <inkml:trace contextRef="#ctx0" brushRef="#br0" timeOffset="-150130.9">28588 12706 3454 0,'-11'-13'0'0,"4"5"0"0,2 5 0 0,-2-2 0 0,6-1 0 0,-1 0 0 0,2 2 0 0,0 0 0 0,2 2 0 0,14 2 0 0,9 0 388 15,-1 0-299-15,6 0-89 0,0 4 0 0,2 8 0 16,-1 1 0-16,2 3 0 0,-1-2 0 0,-2 2 0 16,-2 0 0-16,-1 0 0 0,-6-5 0 0,-1 3 0 15,-1-3 0-15,-3-1 0 0,-6-3 0 16,-1-1 0-16,0-3 0 0,-8 0 0 0,0-3 0 16,2 0 0-16,-3 0 0 0,0 0 0 0,0-6 0 15,0-4 0-15,-4 2 0 0,-3-1 0 0,2 0 0 16,0 0-262-16,0 0 17 0,3 3 109 0,2 0 50 15,-2 2-584-15,2 0 317 0,0 3 159 0</inkml:trace>
  <inkml:trace contextRef="#ctx0" brushRef="#br0" timeOffset="-149597.89">29363 12814 3248 0,'-15'-8'0'0,"5"5"0"0,4 2 0 0,2-1 0 0,4 0 0 0,-2 2 0 0,2 0 0 0,0-2 0 0,2 0 0 0,18 1 0 0,4-1 318 0,3-1-140 0,5 2-61 0,-1 1-47 15,3 0-70-15,-1 0 0 16,2 0 0-16,-5 0 0 0,2 0 0 0,-2 0 0 0,-7 1 0 0,1 2 0 15,-3-1 0-15,-3-1 0 0,-7-1 0 0,-3 2-287 16,0-2 60-16,-3 2 115 0,-3-2-703 0,0 0 379 16,-2 0 204-16,0 0-187 15,0 0 191-15</inkml:trace>
  <inkml:trace contextRef="#ctx0" brushRef="#br0" timeOffset="-149161.02">29761 12591 2759 0,'0'0'0'0,"0"-1"0"0,0-5 0 0,0-3 0 0,0-2 0 0,3-3 0 0,5 3 0 0,3-3 0 0,7 1 0 0,5 1 0 0,2 2 354 15,0 2-159-15,3-3-78 0,2 6 297 0,0-1-322 16,0 5-92-16,-2 1 0 0,-1 0 0 0,-3 0 0 16,-1 7 0-16,-3 2 0 0,-3 6 0 0,1 5 0 15,-5-1 0-15,-3 5 0 0,-3 0 0 0,-5-1 0 16,-1 9 0-16,-1-5 0 0,0 5 0 0,-12-1 0 15,-4 4 0-15,-4-1 0 0,-4 4 0 0,-2-3 0 16,-2-1 0-16,-4 1 0 0,-3-1 0 0,5-4 0 16,-8 2 0-16,1-6 0 15,7-6 0-15,-3-2 0 0,6-5 0 0,2-5 0 16,4-4 0-16,-1-1 0 0,5-3 0 0,4 0 0 16,5 0 0-16,-1 0 0 0,4-2 0 0,2 1 0 15,2-2 0-15,1 2 0 0,0-3 0 0,0 2 0 16,7-2 0-16,9 2 0 0,7 1 0 0,0 0 0 15,2 1 0-15,0 0 0 0,7 0 0 0,-2 0 0 16,3 0 0-16,1 2 0 0,-1 4 0 0,-5-2 0 16,4-1 0-16,-2 1 0 15,0-2 0-15,-2-2 0 0,0 0 0 0,-6 0 0 16,1 0 0-16,-1 0 0 0,-2 0 0 0,-2-2 0 16,-1 1 0-16,-2-5 0 0,0 0-14 0,-4-3-406 15,3-1 191-15,-4-5 96 0,3-3-795 16</inkml:trace>
  <inkml:trace contextRef="#ctx0" brushRef="#br0" timeOffset="-148957.92">30387 12640 3931 0,'3'0'0'0,"-1"0"0"0,0 0 0 0,1 0 0 0,2 0 0 0,6 0 0 0,0 0 0 0,2 0 0 0,9 0 0 0,-1-1 0 0,8 1 0 16,-1 0 0-16,2-3 0 15,-1 3 0-15,1 0 0 0,1-1 0 0,2 1 0 0,-4-2 0 16,1 2 0-16,0 0 0 0,0-1 0 16,-4 1 0-16,-2 0 0 0,-5 0-288 0,-7 0 111 0,0 0 102 15,-4 0-978-15,-6 0 498 0,-2 7 264 16</inkml:trace>
  <inkml:trace contextRef="#ctx0" brushRef="#br0" timeOffset="-148797.5">30539 12788 2894 0,'-22'8'0'0,"7"2"0"0,5-5 0 0,2 1 0 0,3 0 0 0,3 0 0 0,2-3 0 0,0 3 0 0,0 1 0 0,5 1 0 0,7-2 140 0,6 2 581 15,2-2-545-15,0 3-176 0,5-4 0 0,5-2 0 16,-3 2 0-16,2-4 0 0,-5 1 0 0,3 0 0 16,-4-1-249-16,7 2 111 0,-3-3-933 0,-1 1 542 15,2-1 270-15</inkml:trace>
  <inkml:trace contextRef="#ctx0" brushRef="#br0" timeOffset="-148415.96">31130 12685 2959 0,'0'0'0'0,"0"0"0"0,0 0 0 0,0 0 0 0,0 0 0 0,0 0 0 0,-3 0 0 15,-1 0 0-15,-4 5 0 0,5 6 0 0,0 2 249 0,1 3-105 0,0 1 435 0,2 3-579 0,0 1 0 16,0 6 0-16,2-3 0 0,8-1 0 0,3-2 0 15,4 5 0-15,4-5 0 0,1-3 0 0,4-1 0 16,3-3 0-16,-2-3 0 0,3-5 0 0,0-2 0 16,0-4 0-16,2 0 0 15,-3 0 0-15,3-4 0 0,-4-10 0 0,-4 1 0 16,-3-3 0-16,-2-3 0 0,-6 3 0 0,-3-6 0 16,3-2 0-16,-8-3 0 0,-2 0 0 0,-1-3 0 15,-2-1 0-15,0-4 0 0,-7 3 0 0,-9-3 0 16,1 1 0-16,-10 6 0 0,-4 4 0 0,-2 3 0 15,-6 2 0-15,1 10 0 0,-1 4 0 0,-10 2 0 16,6 3 0-16,4 0 0 16,-6 12 0-16,11-1 0 0,2 4 0 0,2 4 0 15,3 2 0-15,5-5 0 0,5 11 0 0,0-5 0 16,7 3 0-16,2-1 0 0,3 1 0 0,3-3 0 16,0 6 0-16,0-1 0 0,2 0 0 0,8 2-79 15,1-2-97-15,3 2 64 0</inkml:trace>
  <inkml:trace contextRef="#ctx0" brushRef="#br0" timeOffset="-148285.48">31961 13348 384 0,'-2'-5'-1'0,"2"9"0"0</inkml:trace>
  <inkml:trace contextRef="#ctx0" brushRef="#br0" timeOffset="-146033.72">26115 13472 1213 0,'-17'0'0'0,"2"-3"0"16,1 2 0-16,5 1 0 0,-2 0 0 0,3 0 0 0,3 0 0 0,-1 0 0 0,3 0 0 0,-1 0 0 0,4 0 99 0,0 0 218 0,0 0-136 0,0 1-68 0,0 2-34 0,2 1 216 16,3-2-130-16,1 2-61 15,2-1 376-15,-3 2-217 0,1-2-110 0,-1 0-42 16,1 2 151-16,-1-2-166 0,0 1-96 0,0-1 0 15,2 1 0-15,-2 0 0 0,6-2 0 0,0 2 0 16,2 0 0-16,2-3 0 0,3 1 0 0,3 0 0 16,6-2 0-16,-1 0 0 0,3 0 0 0,-1 0 0 15,0 0 0-15,4 0 0 0,0 0 0 0,0 0 0 16,0 0 0-16,1-2 0 0,1 2 0 16,2-2 0-16,1 2 0 0,1 0 0 0,-2 0 0 15,1 0 0-15,-1 0 0 0,-3 0 0 16,3 0 0-16,2 0 0 0,3 0 0 0,-2 2 0 15,3 0 0-15,-4 2 0 0,8-1 0 0,-2 0 0 16,2-1 0-16,3-2 0 0,2 1 0 0,-2-1 0 16,0 0 0-16,-2 0 0 0,0 3 0 0,-2-3 0 15,0 1 0-15,-4 1 0 0,7 0 0 0,-2 0 0 16,-2 0 0-16,6 0 0 0,1 0 0 0,1 0 0 16,1-2 0-16,0 3 0 0,-4-1 0 15,3 0 0-15,-3 2 0 0,0-1 0 16,1 1 0-16,0-2 0 0,-2 0 0 0,7 2 0 15,-2 0 0-15,4-1 0 0,-2 1 0 0,1 0 0 16,1-1 0-16,-2 1 0 0,3 1 0 0,-1-2 0 16,10 1 0-16,-4-4 0 0,5 3 0 0,2-1 0 15,0-2 0-15,-8 0 0 0,14 0 0 0,-9 0 0 16,1 0 0-16,-4 0 0 0,4 0 0 16,-9 0 0-16,15 0 0 0,-10 0 0 15,-10 0 0-15,3 0 0 0,-2 0 0 0,-2 0 0 16,-3 0 0-16,0 2 0 0,-1-2 0 0,2 0 0 15,3 2 0-15,2-1 0 0,1-1 0 0,-1 0 0 16,-1 0 0-16,-1 2 0 0,-3-2 0 0,2 0 0 16,-2 0 0-16,0 0 0 0,4 0 0 0,9 0 0 15,-11 0 0-15,7 0 0 0,-5 0 0 0,-2 0 0 16,0 0 0-16,-4 0 0 0,-6 0 0 0,9 0 0 16,-6 0 0-16,-2 0 0 15,4 0 0-15,3 0 0 0,-2 0 0 0,1 0 0 16,-2 0 0-16,0 0 0 0,-11 0 0 0,3 0 0 15,0 0 0-15,-5 0 0 0,-3 0 0 0,-2 0 0 16,-2 0 0-16,-8 0 0 0,3 0 0 0,-5 0 0 16,-2-2 0-16,-5 1 0 0,-1-1 0 0,-3 0 0 15,-2 0 0-15,-3-1 0 0,0-3 0 0,-2-4 0 16,0 1 0-16,0-4 0 16,0 0 0-16,-6-2 0 0,-2 0 0 0,-4-3 0 15,-3 6 0-15,-6-2 0 0,-3 4 0 0,-8 7 0 16,-14 3 0-16</inkml:trace>
  <inkml:trace contextRef="#ctx0" brushRef="#br0" timeOffset="-139616.89">13649 13652 2852 0,'0'0'0'0,"2"-1"0"0,2-7 0 0,2 0 0 0,2-1 0 0,-1-4 0 0,0 0 0 0,3 0 0 0,-3-2 0 0,1 0 0 0,-3-2 87 0,1 3-46 15,-4 2 0-15,0 2 4 0,-2 1-3 0,0 1-1 16,0 1 77-16,-6 2-43 0,-5 2 0 0,-5 2-34 16,-5 1 35-16,-2 0 0 0,-4 11-24 0,1 2 81 15,-4 6-46-15,3-1-38 0,-2 3-49 0,3 0 0 16,5-3 0-16,2 3 0 0,4-4 0 0,4 0 0 16,3-2 0-16,6-2 0 15,2-1 0-15,0 1 0 0,2-2 0 0,10 0 0 0,2-1 0 16,4-1 0-16,0-2 0 0,1 1 0 15,-3 1 0-15,2-1 0 0,-3 1 0 0,-2 0 0 16,-6 1 0-16,3 3 0 0,-4-2 0 0,-4 4 0 16,0 4 0-16,-2 0 0 0,0 1 0 0,0 5 0 15,-2 0 0-15,-4 1 0 0,0 0 0 0,0 3 0 16,5-1 0-16,-1 2 0 0,2-1 0 16,0 0 0-16,0-1 0 0,2 0 0 15,5-3 0-15,3 2 0 0,1-2 0 0,-2-1 0 16,3 1 0-16,-5 1 0 0,0-3 0 0,-1 5 0 15,-2 0 0-15,0 0 0 0,-2 4 0 0,-2 0 0 16,0 2 0-16,0 0 0 0,0 1 0 0,0 8 0 16,-4-4 0-16,0 2 0 0,2-5 0 0,0 12 0 15,0-6 0-15,2-7 0 0,0 2 0 0,0 1 0 16,0-4 0-16,0-4 0 0,0 1 0 0,2-5 0 16,0-4 0-16,2 0 0 15,0-1 0-15,-2-3 0 0,0 2 0 0,-1-5 0 16,-1-2 0-16,0-2 0 0,0-2 0 15,0 1 0-15,0-1 0 0,0-3 0 0,0-3 0 0,0 1 0 16,0-2 0-16,4-2-642 0</inkml:trace>
  <inkml:trace contextRef="#ctx0" brushRef="#br0" timeOffset="-136503.25">14110 13833 2420 0,'-2'-4'-2'0,"-2"-1"1"0,2-1-1 0,1 1 1 0,1-4 0 0,0 3 1 0,0-3-1 0,0 2 1 0,0-2-1 0,0 0 0 0,0-2 99 0,1 1 32 0,5 0-35 0,3-1-11 15,1 3 74-15,1 1-60 0,3 1-30 0,-2 3 1 0,3 1 105 16,0 0-72-16,2 2-31 0,0 0 69 16,0 0-92-16,0 4-8 0,0 6 9 0,0 2-32 15,0 1 22-15,-3 2 0 0,0 2-68 16,-1 2 46-16,-2 0-3 0,-1 0-14 15,-5 2 0-15,-1 1 0 0,-2-1 0 0,-2 4 0 0,0-6 0 16,-4 4 0-16,-5-2 0 0,-5-3 0 16,-2 4 0-16,-3-6 0 0,1 1 0 0,-7 0 0 15,4-4 0-15,-2-2 0 0,5-3 0 0,-3-3 0 16,2-1 0-16,2-2 0 0,2-1 0 16,2-1 0-16,4 0 0 0,1 0 0 0,2-1 0 15,3-5 0-15,3-5 0 0,0 0 0 0,0-4-639 16,5-4 238-16,9 3 171 0,6-9-560 15,1 0 375-15,4-1 188 0,6-4 93 0,0 0-427 16</inkml:trace>
  <inkml:trace contextRef="#ctx0" brushRef="#br0" timeOffset="-136301.1">14559 13574 3552 0,'0'-6'0'0,"0"6"0"0,-2 0 0 0,-10 0 0 0,-1 4 0 0,-4 11 0 0,1 2 0 0,0 5 0 0,2 4 0 0,-2 2 0 0,5 5 127 0,2 1 124 0,3 3-250 15,4 1-1-15,2-1 0 0,0 0 0 0,5 0 0 16,9-5 0-16,5-1 0 0,3-5 0 0,1 0 0 16,0-3 0-16,-3-4 0 0,8-2 0 0,-9-4-1245 15,4-1 1185-15,-3-5 37 0,1-3-52 0,-4-4-335 16,1 0 185-16,0 0 93 16,0-11-468-16,-4-3 281 0,-2-4 130 0,2-9 80 0</inkml:trace>
  <inkml:trace contextRef="#ctx0" brushRef="#br0" timeOffset="-136137.65">14780 13816 3446 0,'-7'-13'0'0,"2"5"0"0,-2 2 0 0,4 1 0 0,1 3 0 0,2 0 0 0,0 2 0 0,0 0 0 0,7 0 0 0,9 0 0 0,2 0 253 0,3 0-106 0,5 0-62 16,-5 0-85-16,7 4 0 0,-2 0 0 0,-2-1 0 0,3 1 0 16,-2-2-137-1,-3-1-66-15,0 2 117 0,-3-3 62 0,-1 0-695 0,-7 0 344 0,-2 0 198 16,-2 0-37-16,-5 0-242 0,1 0 209 0,-3 0 104 15,0-4-331-15</inkml:trace>
  <inkml:trace contextRef="#ctx0" brushRef="#br0" timeOffset="-135974.22">14989 13602 2525 0,'-15'-13'0'0,"2"0"0"0,-1 3 0 0,5 7 0 0,0 1 0 0,3 2 0 0,2 0 0 0,2 7 0 0,2 12 0 0,0 7 0 0,0 2 89 0,2 6-10 15,2 9 584-15,0 1-312 0,0 1-157 16,-2 1-164-16,-1-8-30 0,1 4 0 0,0-3 0 0,0-2 0 15,0-3 0-15,1-1 0 0,-1-8 0 16,2 2 0-16,-1-7 0 0,0-5-205 0,-1-5-158 16,2-4 164-16,-1-6 119 0,5 0-953 0,-3-19 497 15</inkml:trace>
  <inkml:trace contextRef="#ctx0" brushRef="#br0" timeOffset="-135819.79">15067 13602 3153 0,'2'-7'0'0,"2"4"0"0,2 3 0 0,2 0 0 0,1 3 0 0,0 8 0 0,4 4 0 0,-2 1 0 0,7 5 0 0,-6 0 0 0,4 1 664 0,-3-1-550 0,-4 0-114 16,6 4 0-16,-2-4 0 0,-1-3 0 0,-1 0 0 0,3-3-398 15,-5-3 43-15,2-3 192 16,-1-2 101-16,2-5-373 0,-3-2 237 0,3 0 118 0</inkml:trace>
  <inkml:trace contextRef="#ctx0" brushRef="#br0" timeOffset="-135610.62">15460 13390 3931 0,'0'-6'0'0,"-2"4"0"0,-1 0 0 0,-3 2 0 0,3 6 0 0,-4 13 0 0,4 5 0 0,-1 6 0 0,-3 13 0 0,-1 6 0 0,-2 4 0 0,-1 13 0 0,-1-4 0 16,0-5 0-16,-3 17 0 0,0-12 0 0,2-1 0 15,3-6 0-15,-1 1 0 16,4-1 0-16,-1-4 0 0,4-6 0 0,2-6 0 0,0-3 0 15,2-4 0-15,0-11-78 0,0-8-454 0,0-4 249 16,0-3 106-16,0-6 69 0,0-3-768 0,4-17 409 16</inkml:trace>
  <inkml:trace contextRef="#ctx0" brushRef="#br0" timeOffset="-135439.45">15467 13741 3931 0,'11'-4'0'0,"1"0"0"0,1 0 0 0,3-2 0 0,-2 3 0 0,5-1 0 0,2 2 0 0,8-1 0 0,1-1 0 0,0 0 0 0,2 2 0 0,-2 1 0 0,-5-1 0 16,9 0-35-16,-6 0 5 0,-2 0 33 15,-6 0-731-15,-2 2 383 0,-6 0 200 0,-3 0 88 0,-2 0-749 16,-2 0 417-16,-3 0 99 0,-2 0 130 0,0 0-338 16</inkml:trace>
  <inkml:trace contextRef="#ctx0" brushRef="#br0" timeOffset="-135250.68">15787 13471 2746 0,'-6'-12'0'0,"1"6"0"0,3 1 0 0,0 3 0 0,0 2 0 0,0 0 0 0,2 6 0 0,0 11 0 0,0 5 0 0,0 5 0 0,0 6 220 0,0 7-81 0,0 6-55 0,0 2 577 16,0-4-580-16,0 0-81 16,-2-7 0-16,-1 3 0 0,1-4 0 0,-2-4 0 0,4-4 0 15,0-8 0-15,0 0 0 0,0-6 0 0,0-2-593 16,0-9 204-16,8-3 213 0,1 0 27 0,4-19-739 15,-2-5 416-15,2-7 221 0,1-8-113 16</inkml:trace>
  <inkml:trace contextRef="#ctx0" brushRef="#br0" timeOffset="-134985.97">15954 13504 2729 0,'16'-19'0'0,"0"6"0"0,3 3 0 0,1 5 0 0,-1 1 0 0,2 1 0 0,3 1 0 0,1 0 0 0,1 2 0 0,-1 0 0 0,-1 0 295 0,-4 0-119 16,3 4 131-16,-4 5-134 0,-2 3-67 0,-5 1-35 0,-3 4 3 15,-8 1-74-15,-1 9 0 0,0 1 0 0,-17 5 0 16,-3 1 0-16,-3 2 0 0,2-6 0 16,0 6 0-16,-2-2 0 0,4-4 0 0,4-3 0 15,5-6 0-15,3 4 0 0,5-5 0 0,2-1 0 16,0-2 0-16,0-3 0 0,7-1 0 0,7-2 0 16,0-2 0-16,4-3 0 0,3-3 0 0,-1-3 0 15,2 0 0-15,5 0 0 0,-4 0 0 0,-3-3 0 16,1-6 0-16,-5 3 0 15,-2-2 0-15,-3 3-131 0,-4-3-13 0,-1 3 51 0,-4-4-733 16,-2-1 394-16,0-4 187 0,0-3 108 0</inkml:trace>
  <inkml:trace contextRef="#ctx0" brushRef="#br0" timeOffset="-134820.52">16087 13604 3405 0,'-18'-4'0'0,"-1"2"0"0,6 2 0 0,1 0 0 0,5 0 0 16,3 2 0-16,4 4 0 0,0 1 0 0,4 2 0 0,13-1 0 0,3 3 526 0,3-1-526 0,2 1 0 0,1-1 0 0,-1-3 0 16,4 4 0-16,1-5 0 0,0-1 0 0,-2-1 0 15,2-4 0-15,-5 0 0 0,5 0 0 0,-5 0-610 0,-4-2 143 16,0-1 245-16</inkml:trace>
  <inkml:trace contextRef="#ctx0" brushRef="#br0" timeOffset="-134670.75">16589 13534 3636 0,'2'-4'0'0,"4"0"0"0,-1 1 0 0,1-1 0 0,-3 3 0 0,7-3 0 0,1 1 0 0,2 2 0 0,4-1 0 0,2 2 0 0,1 0 295 0,0 0-295 0,1 0 0 0,-1 0 0 16,1 0 0-16,0 0 0 0,-3 2 0 16,1 2-521-16,-5-3 276 0,-2 3 141 0,-3 2 71 0,-1-1-1014 15,-5 5 520-15</inkml:trace>
  <inkml:trace contextRef="#ctx0" brushRef="#br0" timeOffset="-134520.15">16710 13707 2777 0,'-18'6'-1'0,"9"-1"1"0,1 0 0 0,3 0 0 0,1-4 0 0,4-1 0 0,0 3 0 0,0-2 0 0,7-1 0 0,7 2 0 0,2 0 201 0,3-2 153 16,1 2-158-16,0-2-79 0,2 0-40 0,7 0-547 15,-7 0 263-15,7 0 118 0,-6 0-703 16,2-6 414-16,1 1 208 0,-3-3-261 0,-3 1 129 15,1-3 141-15</inkml:trace>
  <inkml:trace contextRef="#ctx0" brushRef="#br0" timeOffset="-134266.45">17126 13621 2170 0,'1'-2'0'0,"1"2"0"0,-2 0 0 0,0 0 0 0,0 6 0 0,0 4 0 0,-2 2 0 0,2 3 0 0,0 0 0 0,0 2 0 0,8 2 584 0,5 1-273 15,2-5-127-15,8 5 312 0,-2-6-310 0,2-2-186 16,4-3 0-16,-1-5 0 0,-1-4 0 0,7 0 0 0,-4 0 0 15,0-6 0-15,-1-9 0 0,-4-3 0 16,-3 1 0-16,1-6 0 0,-11 6 0 0,2-4 0 16,-8-1 0-16,-2-3 0 0,-2 4 0 0,0-6 0 15,-14 2 0-15,-2-1 0 0,-5 3 0 16,-4 3 0-16,0 3 0 0,-2 4 0 0,-3 4 0 16,-2 6 0-16,2 3 0 0,0 0 0 0,5 0 0 15,-3 12 0-15,7 2 0 16,3 3 0-16,3 6-133 0,2-1-5 0,3 1 59 0,1 9-1089 15</inkml:trace>
  <inkml:trace contextRef="#ctx0" brushRef="#br0" timeOffset="-133320.15">14326 14496 3352 0,'-13'-8'0'0,"3"7"0"0,3 1 0 0,-1 0 0 0,3 0 0 0,-1 0 0 0,5 1 0 15,-4 8 0-15,5 3 0 0,0 3 0 0,2-2 355 0,8 2-156 0,4 4-174 0,4 0-25 0,-4-2 0 0,7 3 0 16,0-3 0-16,-1 2 0 0,3-2 0 15,-2 0 0-15,-3 0 0 0,1 0 0 16,-4 0 0-16,-1-2 0 0,-3-3 0 0,-4 2 0 16,-3-3 0-16,-2 0 0 0,0-3-483 0,0-1 69 15,-2-2 180-15,0-2-489 0,0-3 334 0,0 0 181 16,0 0-452-16,0-11 311 0</inkml:trace>
  <inkml:trace contextRef="#ctx0" brushRef="#br0" timeOffset="-133098.52">14637 14323 3708 0,'2'-5'0'0,"2"2"0"0,-1 2 0 0,-2 1 0 0,1 0 0 0,-2 1 0 0,0 15 0 0,0 4 0 0,-6 6 0 0,-3 7 0 0,0 5 105 0,-5 10 13 16,1 3-118-16,-1 9 0 0,-2-1 0 16,1 4 0-16,2-9 0 0,-2 15 0 0,5-20 0 15,-1 2 0-15,2-2 0 0,3-2 0 0,0-9 0 16,1 1 0-16,1-4 0 0,2-2 0 15,1-3 0-15,-1-8 0 0,2-2 0 0,0-4 0 16,0-7 0-16,0-1-75 0,2-6-6 0,5-2-926 16,4-2 476-16,2-23 251 0,2-3-599 15</inkml:trace>
  <inkml:trace contextRef="#ctx0" brushRef="#br0" timeOffset="-132934.08">14738 14739 3931 0,'5'-5'0'0,"0"4"0"16,1-1 0-16,-4 0 0 0,3 0 0 0,2 0 0 0,0 2 0 0,4 0 0 0,3 0 0 0,-2 0 0 0,3 0 0 0,0 0 0 0,0 0 0 0,2 6 0 0,-2 2 0 0,2-3-117 15,-1 1-187-15,-2-2 171 16,-1-4-844-16,2 1 483 0,0-1 241 16,1 0 117-16</inkml:trace>
  <inkml:trace contextRef="#ctx0" brushRef="#br0" timeOffset="-132588.48">15175 14497 3124 0,'5'0'0'0,"1"0"0"0,5 0 0 0,1 0 0 0,-1-1 0 0,6-1 0 0,-1-2 0 0,9 2 0 0,0 1 0 0,5 0 0 0,0-3 90 0,2 4 191 0,1 0-123 0,-1 0-60 15,2 0 82-15,-4 0-180 0,-5 5 0 0,-3 0 0 16,-2 4 0-16,-2 1 0 15,-7 3 0-15,-6 0 0 0,-3 6 0 0,-2 6 0 0,-2-2 0 16,-14 7 0-16,-5 6 0 0,-2 1 0 0,1-5 0 16,-8 12 0-16,0-2 0 0,2-3 0 0,1-2 0 15,6-6 0-15,5-7 0 16,-3 6 0-16,8-11 0 0,4-1 0 0,0-5 0 16,5-3 0-16,2-1 0 0,0-1 0 0,0 0 0 15,10-5 0-15,3 1 0 0,5-1 0 0,-2-2 0 0,5-1 0 0,2 0 0 16,-3 0 0-16,4 0 0 0,-3 0 0 15,1-4 0-15,-1-1 0 0,-2 0 0 0,-2 2 0 16,0-1 0-16,-2 1 0 0,-4-1 0 16,0 0 0-16,-3 2 0 0,-1 0-882 0,-3-1 366 15,-2-3 230-15,0-4 130 0</inkml:trace>
  <inkml:trace contextRef="#ctx0" brushRef="#br0" timeOffset="-132412.28">15407 14663 3931 0,'-9'-4'0'0,"4"3"0"0,1-2 0 0,2 3 0 0,2 0 0 0,0 0 0 0,4 0 0 0,11 0 0 0,9 4 0 0,1 2 0 0,-2 2 0 0,7 3 0 0,-3-1 0 0,-1 3 0 16,3-2 0-16,-1 0 0 0,0-1-116 16,-1 1-226-16,1-2 189 0,-4-2 95 0,-2-3-973 15,1 0 523-15,0-3 171 0,-3-1 156 0</inkml:trace>
  <inkml:trace contextRef="#ctx0" brushRef="#br0" timeOffset="-132246.83">16020 14698 3931 0,'0'0'0'0,"0"0"0"0,0-1 0 0,0-2 0 0,0 2 0 0,7-1 0 0,10 2 0 0,6 0 0 0,2 0 0 0,0 0 0 0,2 0 0 0,-1 0 0 0,8 0 0 0,-2 2 0 0,0-1 0 16,1-1-820-16,-3 0 403 15,-5 0 235-15,0 0 106 0,-3 0-816 16,-2 0 427-16,-2-1 215 0</inkml:trace>
  <inkml:trace contextRef="#ctx0" brushRef="#br0" timeOffset="-132051.65">16563 14414 3931 0,'2'-4'0'0,"0"2"0"0,-1 2 0 0,1 0 0 0,0 0 0 0,0 3 0 0,0 11 0 0,3 4 0 0,2 5 0 0,2 7 0 0,-2 1 0 0,2 11 0 16,1-3 0-16,-3 1 0 0,1-1 0 0,2 13 0 0,-3-8 0 16,0 2 0-16,1-4 0 0,-3-6 0 15,3 2 0-15,-4-5 0 0,1-3 0 0,-3-7-80 0,2-2-113 16,-2-7 95-16,-1-2-49 0,1-3-813 16,0-5 462-16,-2-2 231 0,0-2-425 0,3-2 328 15,-1-21 154-15</inkml:trace>
  <inkml:trace contextRef="#ctx0" brushRef="#br0" timeOffset="-131901.16">16779 14614 3931 0,'4'-19'0'0,"1"6"0"0,2 2 0 0,2-2 0 0,3 3 0 0,1 1 0 0,8 0 0 0,2 1 0 0,3 2 0 0,3 1 0 0,1 1 0 0,-7 2 0 0,9 0 0 0,-4 2 0 16,0 0 0-16,-7 0 0 0,4 0 0 0,-3 2 0 0,-3 2-506 15,-2 0 259-15,-6-2 142 0,-2 1-1122 16,-3 3 607-16</inkml:trace>
  <inkml:trace contextRef="#ctx0" brushRef="#br0" timeOffset="-131731.78">16933 14774 3897 0,'-7'3'0'0,"5"1"0"0,2 1 0 0,0-2 0 0,0-2 0 0,0 2 0 0,7-3 0 0,8 0 0 0,4 1 0 0,0-1 0 0,6 0 34 0,0 0-34 0,-3 0 0 0,7 0 0 0,-3-1 0 0,1-6 0 15,0-4-174-15,-1 1-173 0,-3-1 200 16,5-4-407-16,-3 3 295 0,-1 0 147 16,-2 4-841-16</inkml:trace>
  <inkml:trace contextRef="#ctx0" brushRef="#br0" timeOffset="-131445.79">17467 14648 3774 0,'0'0'0'0,"0"0"0"0,0 0 0 0,0 0 0 0,-1 0 0 0,-3 0 0 0,2 0 0 0,0 0 0 0,2 7 0 0,0 7 0 0,4-1 157 0,10 3-157 0,2 5 0 16,5-1 0-16,3 1 0 0,2 0 0 16,2-4 0-16,2-4 0 0,4-4 0 0,0-3 0 0,2-6 0 31,0 0 0-31,-1-3 0 0,-3-15 0 0,0-1 0 0,-7-4 0 0,-5-1 0 0,-5-3 0 16,-4 1 0-16,-7-1 0 0,-4 1 0 15,0-3 0-15,-11 3 0 0,-8-1 0 0,-9-4 0 0,-3 5 0 16,-2 2 0-16,-1 6 0 15,-9 2 0-15,4 5 0 0,3 7 0 0,-4 2 0 16,5 2 0 0,1 0 0-16,8 7 0 0,7 7 0 0,0 3 0 0,7 2 0 0,7 1 0 0,3 2 0 0,2 5 0 15,2-1 0 1,10 1 0-16,2 4-130 0,2-1-259 0</inkml:trace>
  <inkml:trace contextRef="#ctx0" brushRef="#br0" timeOffset="-129605.49">32401 8946 133 0,'0'0'0'0,"0"-2"0"0,0 1 0 0,0 0 0 0,-2-2 0 0,2-1 0 0,-1 1 0 0,-3-3 0 0,1 2 0 0,-1-1 0 0,-2-1 32 0,3 1-1 16,-2-1-22-16,1 1 28 0,-1 2-22 0,-2-1-4 0,0 1 1 16,2 0 39-16,-2 2-38 0,-2-1 0 15,4 2 2-15,-1 0 51 0,1 0-24 16,1 0 7-16,1 0 47 0,1 0-33 0,2 0 7 0,0 0-36 15,0 0 67-15,0 0-30 0,0 0 0 0,0 0 49 16,0 0-33-16,0 0-10 0,0 0-41 0,0 0 157 16,0 0-79-16,2 0-39 0,5 0 8 0,-4 0 85 15,2 0-67-15,3 0-33 16,1-2 0-16,1 0 37 0,1-1-26 0,3 2-10 16,0-1 0-16,2 1 0 0,2-1-33 0,8 0 39 15,-5-2 9-15,10 1-49 0,-1-3 0 0,2 0 89 16,1 1-45-16,10-3 0 0,-2 2-34 0,8-1 47 15,-5 1-28-15,6-1 0 0,-2 3-1 0,5 2 0 16,-3 0-19-16,2 2-9 0,1 0-56 0,0 0 28 16,-2 0 0-16,-3 8-18 0,-5-1 32 0,7 5-8 15,-17-5 22-15,4 3-134 16,-2-1 46-16,1 0 42 0,-4 0-11 0,0-1-27 16,-4-3 13-16,-6 1-1 0,1-4 61 0,0 0-1 15,1-2-37-15,-7 0 9 0,-1 0 101 0,-2 0-47 16,-4 0-17-16,3 0 12 0,-6-2 5 0,-1-1-36 15,-2-3 18-15,-1 2-68 0,0-2 11 0,0 4 47 16,-3-1 7-16,0 1-414 0,0 0 180 0,0 2 100 16,-16 0-813-16</inkml:trace>
  <inkml:trace contextRef="#ctx0" brushRef="#br0" timeOffset="-127808.39">19875 13369 2589 0,'-2'-1'0'0,"2"1"0"16,0 0 0-16,0 0 0 0,0 0 0 0,4 0 0 0,2 0 0 0,0 0 0 0,3 1 0 0,0 1 0 0,-1 2 216 0,1 0-91 0,-1-1-44 0,-1-1-8 15,1 2-37-15,-1 1 9 0,-3-1-9 0,-2 0-170 16,0 0 85-16,-2 0 43 0,0 1-1 0,0 3-504 16,0-1 243-16,-6-1 147 0</inkml:trace>
  <inkml:trace contextRef="#ctx0" brushRef="#br0" timeOffset="-127077.02">19791 13480 2598 0,'-12'10'0'0,"2"2"0"0,0 4 0 0,0-2 0 0,5 1 0 0,-2 3 0 0,3-1 0 0,4-1 0 0,-2 1 0 0,2 0 0 0,0-1 184 0,0 4-65 16,-2-1-46-16,1-5 60 0,1 1-49 0,-3-3-23 15,3-3-149-15,0-3 72 0,0-2 21 0,0-3 0 16,-2-1-135-16,2 0 82 0,0-5 43 0,0-10 8 15,2-8-90-15,6 1 61 0,7-1-40 16,2-2 56-16,3 3-26 0,3 1-16 0,3 3 35 16,4 1 179-16,2 6-88 0,4 1-41 0,1 3-6 15,1 1 73-15,0 4-44 0,-5 0 11 0,-1 2-8 16,-3 0-1-16,-7 4 4 0,-2 7-56 16,-2 1 0-16,-6 3 37 0,-2 0-7 15,-6 1-90-15,-2 1 47 0,-2 0 6 0,-7 4 0 16,-13-2-33-16,-2 0 26 0,-7-1-20 0,1 1 42 15,-6-4 23-15,3-1 0 0,-3-3-39 0,2-2 169 16,4 0-71-16,5-3-35 0,1-1 79 0,8-2-99 16,3-2-41-16,4 1 0 0,5-2 0 0,2 1 0 15,0 2 0-15,6-1 0 0,8 2 0 0,7-2 0 16,6-1 0-16,-7 2 0 0,3 0 0 16,-2-1 0-16,-3 4 0 0,-3-3 0 15,-6 4 0-15,-3 2-13 0,-2 1-43 0,-4 2 29 16,0 1-15-16,-13 5 27 0,-4 0 168 0,-4 1-153 15,-3-1 0-15,-1 1 0 0,2-3 0 0,2-1 0 16,3-1 0-16,0 1 0 0,4 0 0 0,7-6 0 16,0 1 0-16,5-1 0 0,2 0 0 0,0-1 0 15,7-1 0-15,12 1 0 0,5-2 0 0,1-2 0 16,3-1 0-16,-5 1 0 0,5 2 0 16,-8-1 0-16,1 3 0 0,-4 2 0 15,-4-1 0-15,-4 4 0 0,-2 3 0 0,-6 2 0 16,-1-1 0-16,0 2 0 0,-10 3 0 0,-2-3 0 15,-8 2 0-15,2 1 0 0,-3-5 0 0,0 0 0 16,-1-2 0-16,1-5 0 0,-1-2 0 0,2-2 0 16,0-5 0-16,3-1 0 0,1 0 0 0,0-5 0 15,3-10 0-15,3-1 0 0,0-1 0 0,4 0 0 16,1 0 0-16,3 1 0 0,0 4 0 16,2 2 0-16,0 2 0 0,2-3 0 0,7 6 0 15,8 1 0-15,5 2 0 0,3 2 0 16,8 0 0-16,8 0 0 0,-6 6 0 0,11 7 0 15,0 2 0-15,-3 0 0 0,1 2 0 0,-2-2 0 16,-2 0 0-16,9 2 0 0,-6-6 0 0,1 2 0 16,-2-3 0-16,-6-5 0 0,3-2 0 0,-1 0 0 15,-6-3 0-15,-8 0 0 0,-1 0-805 0,-8 0 249 16,-4 2 252-16</inkml:trace>
  <inkml:trace contextRef="#ctx0" brushRef="#br0" timeOffset="-126854.85">20221 14319 2597 0,'-26'6'0'0,"1"3"0"0,6 2 0 0,3 1 0 0,2-3 0 0,9-1 0 16,-1 1 0-16,6 2 0 0,0-1 0 0,0 1 0 0,2 0 145 0,4-1-54 0,1-1 35 0,3-2-49 0,-3 1-1 0,0-2-40 16,-1-1-81-16,-1-3 41 15,-4 2 9-15,1-2 31 0,-2 0-253 0,0-2 127 16,0 1 63-16,-3-1-212 0,-8 0 147 15,4 0-25-15,0 0-259 0,1 0 149 0,0-5 96 0,6-8 47 16,0-4-106-16,0-7 82 0,0-6 35 0,12-10 1 16,4-3-254-16,3-6 145 0</inkml:trace>
  <inkml:trace contextRef="#ctx0" brushRef="#br0" timeOffset="-126150.68">20376 13891 1814 0,'16'-30'0'0,"-1"2"0"0,0-1 0 0,0 4 0 0,0-3 0 15,2 0 0-15,-2 5 0 0,2-2 0 0,0 4 0 0,4-1 0 0,0 5 71 0,-7 6 363 0,5-1-199 0,-2 3-99 0,-2 3 117 16,-4 5-113-16,-2-1-52 0,1 2-37 0,-4 0-15 16,-3 9 0-16,-3 4 9 0,0 9 35 15,-5-3 0-15,-11 6-44 0,0 1 1 0,-3 0 66 0,1 1-24 16,0-3-9-16,7-3-34 16,0 0 35-16,3-3-71 0,5 0 0 0,1-4 0 0,2-1 0 0,0 1 0 15,2-3 0-15,9-2 0 16,0 1 0-16,-1-3 0 0,2 1 0 0,-2-1 0 15,-2 1 0-15,-3-1 0 0,0-1 0 0,-3 2 0 16,0-1 0-16,-2 1 0 0,0 1 0 0,-2-2 0 16,-5 1 0-16,-2-3 0 0,-1 0-30 15,1-4 9-15,0-1-51 0,0 0 24 0,0 0-5 0,4 0 21 16,-2-6 31-16,5-2-24 0,2-4 0 16,0 0 0-16,0 1 63 0,3 0-35 15,10 0 7-15,3 1-32 0,2 1 71 0,6-2-32 16,-1 2 6-16,0 6 143 0,7-3-118 15,-2 5-48-15,1 1 0 0,-6 0 0 0,-2 0 0 0,2 5 0 16,-3 9 0-16,-3-2 0 0,-4 3 0 0,-1 3 0 16,-3 0 0-16,-3 0 0 0,-3 1 0 0,-1-3 0 15,-2 1 0-15,0 0 0 0,0-4 0 16,0 0 0-16,-5-2 0 0,-1-1 0 0,-1-3-807 16,1-2 322-16,-2-2 225 0,-1-3 102 15,0 0-544-15,-3 0 333 0,1-8 166 0,2-7 83 16,-3-1-178-16,1-3 136 0,0-1 62 0,-1 4 237 15,3 0-87-15,-1 6-43 0,1 2-9 16,2 2 243-16,0 3-138 0,1 3-70 0,3 0 622 0,-2 2-346 16,5 11-49-16,-2 5-128 0,2 8 513 0,-2 3-305 15,2 2-151-15,-3 4-77 0,-1 1 335 16,0 4-441-16,1-6-6 0,1 3 0 0,-2-7 0 0,3-5 0 16,1 0 0-16,-2-6-498 15,2-8 169-15,-3-1 182 0,3-5-356 16,0-5 263-16,0 0 11 0,0-4 109 0,0-14-596 0,3-7 340 15,-1-1 170-15,1-1 85 0,4 3-125 16,-1-4 128-16,-2 8 59 0,-1-2 114 0,-1 12-53 0,3-4 1 16,-4 6-48-16,3 2 554 0,0 3-272 15,1 2-137-15,1 1 225 0,1 0-180 0,1 1 18 0,-1 8 63 16,1 3 284-16,-3 1-237 16,0 2-119-16,-2 2-59 0,-1 0 54 0,0 0-61 0,2-2-26 0,-3 0-548 15,3-6 262 1,2-1 130-16,2-2-637 0,-1-5 335 0,2-1 204 0</inkml:trace>
  <inkml:trace contextRef="#ctx0" brushRef="#br0" timeOffset="-125712.59">21206 13561 3045 0,'7'-11'0'0,"-2"5"0"0,-1 3 0 0,-2 3 0 0,-2 0 0 0,0 14 0 0,-11 3 0 0,-6 7 0 0,0 1 0 0,0 2 0 0,-1 2 343 0,0 1-154 0,8-8-67 0,-4 5 110 16,7-4-232-16,1-5 0 0,6-1 0 0,0-2 0 16,2-4 0-16,11-1 0 0,9-3 0 0,3-1 0 15,3-1 0-15,2-3 0 0,2 3 0 0,-2 0 0 16,-1 2 0-16,-6 4 0 0,-2 2 0 16,-3 5 0-16,-4 6 0 0,-7 2 0 0,0 4 0 15,-5 1 0-15,-2 2 0 0,0 2 0 0,-14 5 0 16,-1-2 0-16,-4-3 0 0,-2 1 0 0,-2 0 0 15,0-4 0-15,-2-2 0 0,-3-2 0 0,1-3 0 16,1-4 0-16,6-10 0 0,-3-4 0 0,2-3 0 16,3-4 0-16,3 0 0 15,0-8 0-15,1-10-7 0,7-3-217 0,0-9 90 16,5 1 49-16,2-1 18 0,0 5 1 0,0 4 30 16,0 0-9-16,5 3 170 0,3 6-81 0,2 3-40 15,1 3 475-15,1 4-467 0,6-1-12 0,1 3 0 16,-1 0 0-16,7 9 0 0,-6 0 0 0,1 2 0 15,-1 2 0-15,-1 2 0 0,-2 0 0 0,0 1 0 16,-2-4 0-16,-1 2 0 0,0-6 0 0,-2 3-148 16,3-6-223-16,-5 1 118 15,4-3-347-15,0-3 281 0,-4 0 133 0</inkml:trace>
  <inkml:trace contextRef="#ctx0" brushRef="#br0" timeOffset="-125421.22">21748 13437 3931 0,'-6'-10'0'0,"5"8"0"0,-1 1 0 0,-2 1 0 0,2 0 0 0,-1 0 0 0,1 0 0 0,-1 13 0 0,3 2 0 0,0 5 0 0,0 14 0 0,0 10 0 16,0 6 0-16,0 14 0 0,0 0 0 0,0-6 0 15,-2 19 0-15,-1-7 0 0,1-3 0 16,0-1 0-16,0 0 0 0,2-10 0 16,-2 2 0-16,2-4 0 0,0-6 0 0,0-10 0 15,0-3 0-15,0-8 0 0,-1-2 0 0,-1-8 0 16,0-7 0-16,0-5 0 0,0-3 0 0,-1-2 0 16,-4 0-50-16,5-11-913 0,-1-6 463 0,1-10 233 15,2-9-567-15</inkml:trace>
  <inkml:trace contextRef="#ctx0" brushRef="#br0" timeOffset="-125265.29">21744 13955 3931 0,'4'-9'0'0,"1"3"0"0,2 2 0 0,0 2 0 0,2 2 0 0,7 0 0 0,-2 0 0 0,4 6 0 0,3 9 0 0,2-2 0 0,-2 5 0 0,-1-3 0 16,-1 3 0-16,2 4 0 0,-4-3 0 0,-4-2 0 0,2 1 0 15,-3-2 0-15,-3-4 0 0,0 1 0 0,-3-6 0 16,0 1 0-16,-4-1 0 0,0 0-843 0,-1 1 71 15</inkml:trace>
  <inkml:trace contextRef="#ctx0" brushRef="#br0" timeOffset="-124470.83">21960 13657 1742 0,'0'-20'0'0,"0"11"0"0,2 3 0 0,7 3 0 0,7-3 0 0,3-1 0 0,1 1 0 0,6 1 0 0,4-1 0 0,0 2 0 0,2 2 66 0,0 1 124 0,-3 1-77 15,-8 0-30-15,0 0-10 0,-3 0 0 0,-4 7-37 16,-4 4-1-16,-6 1 34 15,-2 2 9-15,-2 1-43 0,-2 2 1 0,-15 2 112 0,0-2-57 16,-2-3-18-16,-7 6 52 0,-1-5-45 0,4 0-22 16,0-2 0-16,4-2 112 0,-1 2-59 15,2-1-42-15,7-3 0 0,3-1 81 0,3 1-57 16,3 1-86-16,2 0-7 0,0 0 0 0,2 2 0 0,8 0 0 16,2 3 0-16,6 4 0 15,-4-1 0-15,5 6 0 0,-2-1 0 0,0-2 0 16,0 6 0-16,-2 2 0 0,-2-4 0 0,-1 3 0 15,-3 1 0-15,-2 0 0 0,0 0 0 0,-2 1 0 16,-3 0 0-16,-2 0 0 0,0-3 0 0,0 4 0 16,-8-3 0-16,-5-1 0 0,-3-1 0 0,0-1 0 15,-3-5 0-15,1-3 0 0,0-4 0 0,-3-2 0 16,3-5 0-16,-1-3 0 16,2-3 0-16,2 0 0 0,0-1 0 0,4-14 0 15,3-2 0-15,3-4 0 0,5-4 0 0,0 2 0 16,0-4 0-16,3 3 0 0,10-2 0 0,3-2 0 15,3 3 0-15,1-1 0 0,1 1 0 0,0 5 0 16,-3 3 0-16,7-4 0 0,-4 4 0 0,0 0-140 16,2 2 7-16,0-2 55 0,2-2-985 0,-4 0 518 15</inkml:trace>
  <inkml:trace contextRef="#ctx0" brushRef="#br0" timeOffset="-124150.23">22697 13437 3029 0,'3'-8'0'0,"-1"4"0"0,0 3 0 0,-2 1 0 0,0 0 0 0,-7 15 0 0,-6 7 0 0,-1 2 0 0,-4 5 0 0,-5 8 0 0,0 1 186 0,1-1-75 0,2-3-29 16,-3 7 36-16,5-10-41 0,0 2 0 16,3-3-42-16,2-3-526 0,6-9 272 15,-2 3 123-15,8-7-644 0,-1-5 385 0,2-6 99 0,0-3 126 16,7 0-485-16,10-14 294 0,-1-7 143 0,-1-1 3 15,-6 5 88-15,3-2 35 16,-2-1 52-16,-2 5 119 0,0 3-96 0,-1 2-29 16,-1 1 0-16,3 3 532 0,1 4-290 0,3 0-131 15,1 0 655-15,3 2-364 0,8 0-174 0,-2 0-93 0,-1 6 343 16,8 1-223-16,-2-1-107 0,-1 0 18 16,-1 1-62-16,-5-2-31 0,1 1 8 0,-3 3-222 15,-3-4 91-15,0 1 46 0,-9-1 23 0,0 2-741 16,-5 0 391-16,-2 4 182 0</inkml:trace>
  <inkml:trace contextRef="#ctx0" brushRef="#br0" timeOffset="-123977.72">22482 13992 2879 0,'-7'4'0'0,"5"4"0"0,1-5 0 0,-1-1 0 0,2 1 0 0,0-1 0 0,3-1 0 0,10 0 0 0,3 2 0 15,2 0 0-15,1 0 307 0,2-2-136 0,-3 3-67 0,3-2-35 0,-3 2-146 16,0 0 65-16,-4 1 19 0,-2-2-767 0,-3 3 398 16,-3 3 198-16,-5-1 100 0,-1 3-829 0</inkml:trace>
  <inkml:trace contextRef="#ctx0" brushRef="#br0" timeOffset="-123841.36">22587 14162 2239 0,'-9'1'0'0,"2"1"0"0,-2 2 0 0,1 0 0 0,0 0 0 0,3-1 0 0,1 3 0 15,2-3 0-15,1 3 0 0,1 2 0 0,0 0 100 0,0-1 272 0,1 1-168 0,3 0-76 0,3 2-50 0,-1-6-149 16,2 5 54-16,-3-5 26 16,3 0-297-16,-1-4 171 0,5 0 71 0,-3 0 42 15,2-4-698-15,1-5 279 0</inkml:trace>
  <inkml:trace contextRef="#ctx0" brushRef="#br0" timeOffset="-123689.45">22709 14139 2566 0,'2'-6'0'0,"1"5"0"0,-3-1 0 0,0 0 0 0,0 2 0 0,0 0 0 0,0 0 0 0,0 0 0 0,0 2 0 0,0 5 0 0,0 1 167 0,0 0-65 0,2 2 155 16,0 0-111-16,-1-1-46 0,1 0-36 0,2-2-435 15,1-1 203-15,1-3 102 0,-1-1-656 0,4-2 388 16,0 0 181-16,-2 0 50 0,5 0-332 0,-3-5 157 16</inkml:trace>
  <inkml:trace contextRef="#ctx0" brushRef="#br0" timeOffset="-123422.22">22868 14148 1690 0,'4'-3'0'0,"-1"1"0"0,1 2 0 0,0 0 0 0,-3 0 0 0,-1 0 0 0,0 2 0 0,0 9 0 0,0-2 0 0,-3 5 0 0,-6 1 228 0,-7 4-100 0,0-2-47 15,-5 1-22-15,-4 4 142 0,-1-2-83 0,-3-2-32 16,-1-1-9-16,-2-3 61 0,-3-2-51 0,1 0-26 16,-3-1 178-16,0-2-94 0,1-1-58 0,1-3-26 15,5-1 289-15,8 0-255 0,1-2-95 0,9-2 0 16,2 2 0-16,4-2 0 0,3 0 0 0,3 0 0 15,1 0 0-15,15 0 0 16,8 0 0-16,4 0 0 0,4 3 0 0,1 0 0 16,4 2 0-16,0 1 0 0,-1 1 0 0,-1 1 0 15,1-1 0-15,-1 3 0 0,-1-1 0 0,1-2 0 16,-2-1 0-16,-1 1 0 0,0-6 0 0,2-1-507 16,-4 0 53-16,2 0 213 0,-2 0 103 0,-2-8-687 15</inkml:trace>
  <inkml:trace contextRef="#ctx0" brushRef="#br0" timeOffset="-122690.14">23157 13698 2371 0,'5'-15'0'0,"3"4"0"0,3 5 0 0,-1-2 0 0,-3 4 0 0,7 1 0 0,-4 3 0 0,1 0 0 0,3 0 0 16,-1 6 0-16,1 9 89 0,-5 1 0 0,0 9-53 0,-7 3-40 0,-2 2 1 15,0 9 38-15,-10-4 10 0,-9 7-86 0,-1-4 38 0,-1 2 0 16,-2-4 48-16,7-3-9 16,-3-1 8-16,6-3 18 0,6-9 0 0,1-2-26 15,4-3-56-15,2-3 13 0,0-4 4 0,3-2 28 16,9-1 8-16,1-2-45 0,-1 1 14 0,1-1 25 16,-6 3-25-16,5 0 22 0,-7 6 0 0,-3 1 1 15,0 4 125-15,-2 5-60 16,0-1-34-16,-11 5 61 0,-1 1-40 0,-1-3 0 0,1-1-38 0,3-3-83 15,-2-1 50-15,6-8-10 16,-1-2 40-16,2-2-168 0,4-4 85 0,0-3 41 16,0 0-572-16,0-8 286 0,12-13 105 0,2-4 83 15,0-2-412-15,2-7 231 0,2-8 129 0,-2-1-152 16,1-3 136-16,0-3 69 0,2 2 33 0,-4 10 55 16,2-5 8-16,-1 4-29 0,0 7 1 0,0 0 475 15,0 7-237-15,-4 5-129 0,4 3 300 0,0 2-151 16,2 1-119-16,4 2 61 0,0 3 563 15,5 1-337-15,3-1-182 0,2 3-87 16,0-1 209-16,4 1-331 0,-2 4 0 0,0-2 0 16,-4 0 0-16,0 1 0 0,-9 1 0 0,2-1-353 15,-4 2 78-15,-9 0 164 0,-3 0 69 0,-4 0-401 16,-3 0 223-16,0 0-34 0,-7 0-245 0,-7 2 223 16,-6 1 125-16,4-3-11 0,-1 0 63 0,-2 0 32 15,4 0-1-15,4 0 251 0,-1 0-105 0,3 0-57 16,2 0-28-16,2 0 478 0,2 3-254 0,1 4-125 15,2 5-58-15,0 4 625 0,0 8-311 0,2 1-157 16,1 5 158-16,4 1-148 16,-4 0-87-16,1 3-45 0,-2 2-69 0,0-5 0 15,-1 1 0-15,1-5 0 0,-2 3 0 0,0-10 0 16,0-2 0-16,0-3 0 0,0-4 0 0,0-6 0 16,0-1 0-16,0-4 0 0,0 0 0 0,0-3 0 15,0-8 0-15,2-4 0 0,4 0-7 0,4-1-100 16,-1-1 37-16,3 0 12 0,2 1-1 15,-1 1 216-15,2 4-89 0,0 1-51 16,0 2-25-16,-2 0 75 0,1 5-67 0,-5 1 0 16,2 0-41-16,-3 2-35 0,-2 0 38 0,-3 0 30 15,-1 0-256-15,-2 7 118 0,0 2 69 0,-2-1 13 16,-7 1-638-16,-3-1 334 0,-1-2 166 0,-2-1-539 16</inkml:trace>
  <inkml:trace contextRef="#ctx0" brushRef="#br0" timeOffset="-122434.89">23585 14021 1781 0,'-15'-6'0'0,"6"3"0"0,1 0 0 0,1 3 0 0,4 0 0 0,3 0 0 0,0 3 0 0,0 7 0 0,5 8 0 0,4 0 0 0,2 10 113 0,-3-1-39 0,-2 3 94 16,-3 4-65-16,-1-2-34 0,-2 2-129 0,0-4 44 16,-7-1 26-16,-9-2 0 0,0-5-8 0,-3-1 1 15,1-7 41-15,-2-2 111 0,-1-2-60 0,2-3-30 16,1-3 1-16,2-2 327 0,7 0-169 0,2-2-99 15,3 0-45-15,3 0 347 0,1 0-427 0,0 0 0 16,12 2 0-16,11 2 0 16,4-2 0-16,5 1 0 0,3 0 0 0,10 1 0 15,-7 0 0-15,12-1 0 0,-1 1 0 0,0-1 0 16,0-1 0-16,2-2 0 0,-1 0 0 0,1 5 0 16,2 3-96-16</inkml:trace>
  <inkml:trace contextRef="#ctx0" brushRef="#br0" timeOffset="-121847.39">24083 13764 3244 0,'-17'-6'0'0,"11"4"0"0,4 2 0 0,2 0 0 0,0 0 0 0,2 0 0 0,21 0 0 0,7 0 0 0,16 0 0 0,16-3 0 0,7 2 406 16,0-3-185-16,4 3-161 0,-1-1-60 0,-12 0 0 15,13 0 0-15,-18 2 0 0,3 0 0 0,-4 0 0 16,-7 0 0-16,-11 0 0 0,-1 4 0 0,-10-2 0 16,-10-1 0-16,-2 2 0 0,-8-2 0 0,-3 0 0 15,-2 2-853-15,-9-1 405 0,-14-1 206 0,1 2-387 16,-6-3 298-16,0 0 138 0,-2 0 83 0,-4 0-280 15,0-6 177-15,0-5 89 16,4-2 44-16,3 3-101 0,-5-1 94 0,7 3 37 16,1 5 74-16,2-1-36 0,0 2 0 0,5 2 12 15,2 0 429-15,4 7-250 0,0 6-108 0,3 5 661 16,4 6-359-16,2 2-109 0,2 6-119 0,0 7 482 16,0 3-296-16,0-1-147 0,0 2-75 0,0-6 378 15,0 15-487-15,0-4 0 0,0 1 0 16,-2-1 0-16,-3-6 0 0,3-4 0 0,0-2 0 0,0-2 0 15,2-4 0-15,0-9 0 16,0-4-43-16,0-7-13 0,0-3 41 0,0-4-1020 16,6-3 499-16,7-8 250 0,0-12 125 0,2-9-546 15</inkml:trace>
  <inkml:trace contextRef="#ctx0" brushRef="#br0" timeOffset="-121666.9">24713 13845 3237 0,'1'-11'0'0,"5"6"0"0,-4 3 0 0,-2 2 0 0,0 0 0 0,0 10 0 0,0 12 0 0,0 6 0 0,0 4 0 0,0 12 0 0,0 0 628 0,0 6-562 16,0 1-66-16,0 3 0 0,0 0 0 0,0 0 0 15,0-4 0-15,0-4 0 0,0-8 0 0,0-1 0 16,0-7 0-16,0-1 0 0,0-5 0 0,0-5 0 16,0-9-52-16,0 0-201 0,0-4 40 0,0 0 106 15,0-4-919-15,0-2 495 0</inkml:trace>
  <inkml:trace contextRef="#ctx0" brushRef="#br0" timeOffset="-121350.11">24870 14246 3039 0,'5'-16'0'16,"5"7"0"-16,1 2 0 0,4 0 0 0,2-2 0 0,2 6 0 0,4 2 0 0,1 1 0 0,2 0 0 0,0 0 0 0,2 7 300 0,-1 8-124 0,-3 3-74 15,-1 3 37-15,-5 4-51 0,-2 3-26 0,-8 0-37 16,-3 4-25-16,-5 0 0 0,0 0 0 0,-9 2 0 0,-11-3 0 16,2-1 0-16,-6-1 0 0,-1-7 0 0,0-3 0 15,5-5 0-15,-2-6 0 16,2-1 0-16,6-6 0 0,-2-1 0 0,4 0 0 0,4 0 0 16,2 0 0-16,4 0 0 0,0-1 0 15,2-2 0-15,0 1 0 0,7 0 0 0,13 1 0 16,1 1 0-16,7 0 0 0,0 0 0 0,4 0 0 15,0 0 0-15,2 0 0 0,1 3 0 0,1-1 0 16,-1 1 0-16,1-3 0 0,0 0 0 0,2 0 0 16,-5 0-328-16,-1-5-117 0,-4 3 204 0</inkml:trace>
  <inkml:trace contextRef="#ctx0" brushRef="#br0" timeOffset="-120624.1">25658 13752 3032 0,'-10'-9'0'0,"-1"7"0"0,4 2 0 0,2 0 0 0,-3 2 0 0,3 7 0 0,0 3 0 0,2 3 0 0,1 4 0 0,2 2 0 0,0 5 342 16,0-3-153-16,0-4-68 0,2 9-77 0,0-2-8 15,4 1 0-15,-1-3-1 0,-1-2-338 0,0-2 178 16,-1-2 76-16,1-2 42 0,-1-8-651 15,-1-2 293-15,1-1 190 0,-1-5-625 0,-2 0 386 16,0-10 189-16,0-9-150 0</inkml:trace>
  <inkml:trace contextRef="#ctx0" brushRef="#br0" timeOffset="-120393.96">25591 13773 1825 0,'-5'-30'0'0,"-3"7"0"0,4 3 0 0,0 7 0 0,4 1 0 0,0 3 0 0,0 1 0 0,0 4 0 0,8 1 0 0,11 0 0 0,2 2 231 0,9-1-101 0,3 0 177 16,1 2-135-16,2 0-68 0,1 0-34 0,-1 0 67 15,-4 0-55-15,-2 0-23 16,-4 8 0-16,-7-1 97 0,0 3-61 0,-4 1-20 16,-5 4 183-16,-1-2-112 0,-6 3-121 0,-1 4-25 15,-2-1 0-15,0 1 0 0,0 1 0 0,0-2 0 16,-2 2 0-16,-4-1 0 0,3-1 0 0,-1-1 0 16,0 1 0-16,2-2 0 0,1 0 0 0,-1-2 0 15,2 0 0-15,-2-6 0 0,2 5-616 0,-2-5 72 16,-2 5 255-16,1-6 126 0,-6 3-649 0</inkml:trace>
  <inkml:trace contextRef="#ctx0" brushRef="#br0" timeOffset="-120230.1">25613 13896 2864 0,'-18'0'0'0,"1"0"0"0,4 0 0 0,5 2 0 0,1-2 0 0,2 2 0 0,5-2 0 0,0 0 0 0,8 0 0 0,15 0 0 0,1 0 143 15,4 0-53-15,-1 0-19 0,7 0 99 0,-4 0-68 16,2 0-32-16,-2 0-589 0,-3 0 277 0,-3 0 148 16,-3 0 60-16,-1 0-834 0</inkml:trace>
  <inkml:trace contextRef="#ctx0" brushRef="#br0" timeOffset="-120070.64">25730 14064 2286 0,'-17'0'0'0,"6"2"0"0,-1 0 0 0,5-2 0 0,2 0 0 0,5 0 0 0,0 0 0 0,0 0 0 0,12 0 0 0,9 0 0 0,2 0 182 0,3-2-77 16,2 0-19-16,2-2-26 0,-2 1 1 0,-1-2-272 15,-6 1 132-15,3 3 53 0,-6-1 31 0,0 0-635 16,-7 2 326-16,-1 0 163 0</inkml:trace>
  <inkml:trace contextRef="#ctx0" brushRef="#br0" timeOffset="-119711.33">25665 14233 1874 0,'-14'6'0'16,"7"-2"0"-16,0-1 0 0,4-1 0 0,3-2 0 0,0 4 0 0,1-3 0 0,15-1 0 0,9 0 0 0,1 0 0 0,2-1 190 0,6-3-82 0,2-5-36 0,-3-1 25 0,-1 0-31 0,-2 0 0 15,-7 2-21-15,-3 1-98 0,-2-1 45 0,-9 4 0 16,0 2-152-16,-5 1 97 15,-2-1 59-15,-1 2 15 0,-1 0-151 0,0 0 77 16,-9 6-5-16,-2 5 174 0,-2-1-71 0,0 4-21 16,-1-2-25-16,1 2 124 0,0 1-59 0,2 1-30 15,0-4-3-15,2 1 256 0,1 1-101 0,2-1-73 16,4-4-16-16,0 3 68 0,2-1-50 0,0-2-40 16,0-1 44-16,0-1-36 0,0 1-1 0,0-3-36 15,2-1 57-15,0 0-33 16,1-2 0-16,2 0 4 0,-1-2-1 0,-1 0-48 15,0 0-15-15,2 0 0 0,0 0 0 0,-1 0 0 16,0 0 0-16,0 0 0 0,-2 0-32 0,0 0 12 16,-1-2-684-16,1 0 344 0,-1-1 135 0,-1 3 91 15,0-1-610-15,0 1 355 0,0 0 176 0</inkml:trace>
  <inkml:trace contextRef="#ctx0" brushRef="#br0" timeOffset="-119407.48">25711 14342 2003 0,'-12'0'0'0,"5"0"0"0,0 0 0 0,0 0 0 0,3 0 0 0,-2 6 0 0,2 1 0 0,0 3 0 0,2 2 0 0,-1 2 0 0,-1 1 411 0,-1 2-179 15,-1 1-103-15,-2 1-46 0,1 0-20 0,-1-1 1 16,-2 0-28-16,5-7-430 0,0 0 211 0,-1-3 109 16,2-2 55-16,3-4-475 0,-2 1 236 0,3-3 145 15,0 0-26-15,0-4-139 0,0-7 112 0,0 2 65 16,3-3-7-16,-2 3 27 15,0 1 9-15,4 1 36 0,0 1 371 0,1 3-186 16,2 2-92-16,3-3 535 0,1 4-303 0,8 0-154 16,3 0 9-16,7 6 454 0,5 3-282 0,0 1-131 15,13 1-79-15,-6-2 272 0,5 3-236 0,3-3-142 16,-1 3 0-16,-1-3 0 0,1 0 0 0,-2-4 0 16,0 0 0-16,-2-3-141 0,-1-2 66 0,-7 0-641 15,2 0 371-15,-3-4 101 0,-4-7 123 0,2-1-729 16</inkml:trace>
  <inkml:trace contextRef="#ctx0" brushRef="#br0" timeOffset="-119156.14">26408 13769 2691 0,'-6'-10'0'0,"2"4"0"16,2 5 0-16,2 0 0 0,0 1 0 0,0-3 0 0,0 3 0 0,4 0 0 0,4 0 0 0,5 3 0 0,-4 4 327 0,-1 3-137 0,2 2-82 16,-8 3-36-16,-1 6 142 0,-1 3-89 0,-9 4-45 0,-12 0 42 0,-5 10-120 15,-4 0-2-15,-2 4 0 0,-2-4 0 0,0 2 0 16,4-6 0-16,-4 3 0 0,8-11 0 0,2 1 0 16,9-9 0-16,0 0-275 0,9-7 31 15,1-4 81-15,5-1 84 0,0-6-769 0,12 0 407 16,13-11 202-16</inkml:trace>
  <inkml:trace contextRef="#ctx0" brushRef="#br0" timeOffset="-118890.39">26448 14009 3093 0,'5'-2'0'0,"2"1"0"0,-3 1 0 0,0 0 0 0,-1 0 0 0,-2 6 0 0,1 4 0 0,0 4 0 0,0-2 0 0,-2 6 0 0,0 2 286 0,0-3-117 15,0 2-70-15,0 0-21 0,0-2 1 0,0-2-44 16,0-2-392-16,0-4 206 0,0 0 88 0,0-2 50 15,0-5-683-15,0-2 366 0,0 0 183 0,3 0-65 16,2-9-445-16,5-6 310 0,0 0 156 0,0-3-162 16,4-2 174-16,-2 2 85 15,2 0 45-15,-1 0 49 0,1 4 0 0,-1-2 0 0,0 5 31 16,-4 4-45-16,5-1-3 0,-5 3 17 16,0 0 295-16,0 4-183 0,-1 0-82 0,-2 1 16 15,-1 0 415-15,-2 0-173 0,0 2-126 0,0 8-53 16,-3 0-27-16,0 1-10 0,0-1-36 0,0-1-401 15,0 4 200-15</inkml:trace>
  <inkml:trace contextRef="#ctx0" brushRef="#br0" timeOffset="-118557.21">26491 14290 1742 0,'-10'7'0'0,"1"6"0"0,1 0 0 0,3 0 0 0,1 1 0 0,2-1 0 0,2 0 0 0,0 2 0 0,0 0 0 0,0 0 0 0,0 1 128 0,2-2 56 0,-1-3-64 0,2 0-47 16,-2-2-1-16,0-1-103 0,-1-2 34 0,0-2-1 16,0-1 17-16,0-3-10 15,-1 0 27-15,-4 0 0 0,1 0 34 0,1 0 1 16,1-6-26-16,2-1-9 0,0-2 94 0,0-2-47 16,9 1-23-16,7 1 66 0,4-1-36 0,4 3-31 15,3 2-1-15,0 1 8 0,2 4-1 0,-1 0-29 16,-8 0 44-16,1 9-8 0,-4 5-36 0,-4 2-1 15,-4 6 39-15,-5-3-1 0,-4 3-28 0,0 4-9 16,-11-2 56-16,-7-4-92 0,1-1 0 0,-6-2 0 16,2-6 0-16,-1-1 0 0,0-3 0 0,2-5 0 15,3-2 0-15,-1 0 0 16,10 0-172-16,-3-2-119 0,5-11 153 0,6-1 40 16,0-4-458-16,0-8 252 0</inkml:trace>
  <inkml:trace contextRef="#ctx0" brushRef="#br0" timeOffset="-117989.3">27259 13688 2122 0,'0'-11'0'0,"0"7"0"0,0 3 0 0,0-1 0 0,-2 0 0 0,0 0 0 0,-6 0 0 0,2 2 0 0,-6 0 0 0,-1 0 0 0,-4 0 411 0,4 0-179 0,-4 6-103 0,2 3 62 15,-2 2-78-15,2 0-38 0,0 2-1 0,4 1-303 16,-1-3 128-16,5-3 68 0,-1 1 34 0,3-1-259 15,1-1 147-15,1-1 83 16,-3-1-725-16,5-1 304 0,-1-2 206 0,0-1 104 16,0 1-209-16,-1 2 160 0,-2-2 77 0,-1 2 37 0,0-1 124 15,-2 2-43-15,3-1-9 0,-2 1 502 16,5-1-268-16,0-1-133 0,2 1-68 0,0 1 344 0,0 1-200 16,4-1 54-16,10-2 400 0,9-1-296 0,2-2-149 15,3 0-74-15,4 0 240 16,1 0-161-16,2 0-77 0,0-2-235 0,-2 0 80 15,-3 1 39-15,-5-1 9 0,0-1-672 0,-5 3 352 16,-3 0 175-16,-8 0-848 0,-2 3 466 0,-7 4 234 16</inkml:trace>
  <inkml:trace contextRef="#ctx0" brushRef="#br0" timeOffset="-117805.89">27018 14015 2323 0,'-28'4'0'0,"10"-2"0"0,0 2 0 0,4-3 0 0,4 2 0 0,4-3 0 0,6 0 0 0,0 0 0 0,6 0 0 0,17 0 0 0,3 0 180 16,4 0 344-16,5 0-245 0,2 0-121 0,4 0-52 16,6 0 62-16,-2 0-67 0,-9 0-32 0,1 0-46 15,-3 0-252-15,-8 0 118 0,1 0 69 0,-9 0-256 16,-3 0 168-16,-4 1 82 0,-5-1 42 0,-2 4-835 16,-2-2 355-16,-2-1 225 0</inkml:trace>
  <inkml:trace contextRef="#ctx0" brushRef="#br0" timeOffset="-117631.36">27159 13896 2623 0,'-20'0'0'0,"3"0"0"0,2 2 0 16,2 5 0-16,-2 2 0 0,9-2 0 0,-3 6 0 0,5 1 0 0,1 1 0 0,3 1 0 0,0 1 313 0,0 3-143 0,0 1-67 0,0 0 44 0,0 0-56 15,5 0-27-15,2-1 8 0,1-3-217 16,2-2 90-16,0-4 45 0,2-1-636 0,3-3 341 15,-1-4 179-15,2 0 77 0,-1-3-757 0,9 0 385 0</inkml:trace>
  <inkml:trace contextRef="#ctx0" brushRef="#br0" timeOffset="-117383.72">27354 13953 1922 0,'5'-5'0'0,"1"1"0"0,-1 1 0 0,-1 3 0 0,-1 0 0 0,-1 0 0 0,0 10 0 0,-2 2 0 0,0 2 0 0,0 1 0 0,-4 2 186 0,-8 0-75 15,0 2-29-15,-7 2-23 0,0-5-1 0,-4 2-22 16,-1-2-21-16,0-2 21 0,0-5 8 0,-6 3-8 16,9-7 50-16,-2 1-25 0,6 0 0 0,4-5 193 15,4-1-101-15,3 2-63 0,2-2-27 0,3 0 239 16,1 0-134-16,0 0-66 0,3 0-96 0,12 0-6 16,2 0 0-16,6 0 0 0,-1 0 0 0,4 0-11 15,-4 0 4-15,4 0 16 16,-2 0-243-16,-4 0 134 0,-2 0 69 0,-2 2 32 15,-4 4-889-15,-3-2 423 0,-2 8 214 0</inkml:trace>
  <inkml:trace contextRef="#ctx0" brushRef="#br0" timeOffset="-117211.27">27179 14315 2339 0,'-20'3'0'0,"7"-1"0"0,-4 1 0 0,8-1 0 0,-2-2 0 0,6 0 0 0,4 0 0 0,1 0 0 0,0 0 0 0,5 0 0 0,11 0 146 0,4 0 83 0,0 0-88 15,7 0-57-15,-2 0-24 0,1 0-61 0,-6-2 0 16,3-1 36-16,-2 2-465 0,-3 0 228 0,-2-2 118 16,-7 2 61-16,1-1-602 0,-4 0 314 0,1 0 53 15,-5-4 94-15,-2-3-278 0</inkml:trace>
  <inkml:trace contextRef="#ctx0" brushRef="#br0" timeOffset="-117001.05">27306 13789 2210 0,'0'-3'0'0,"-3"3"0"0,-4 2 0 0,-2 17 0 0,-1 4 0 0,1 10 0 0,-2 8 0 0,1 6 0 0,1 16 0 0,2-9 0 0,-3 19 307 0,1-7-136 0,3 0-67 0,4-14 458 16,2 4-263-16,0-12-122 0,2 7-76 0,8-18-101 16,6-1 0-16,4-5 0 0,2-9 0 0,-2-6 0 15,7-2 0-15,-1-5 0 16,-1-5-112-16,-2 0-111 0,4-9 129 0,-2-5-760 15,-1-5 370-15,1-4 224 0,-1-3 113 0,-5-2-257 16,4-9 185-16</inkml:trace>
  <inkml:trace contextRef="#ctx0" brushRef="#br0" timeOffset="-116854.78">27644 13946 2481 0,'0'-16'0'0,"0"4"0"0,0 4 0 0,0 2 0 0,1 0 0 0,11 1 0 0,5 2 0 0,6-3 0 0,6 2 0 0,5 0 0 0,3 3 153 0,5-4 53 0,-6 4-76 15,3 1-51-15,1 0-1 0,-2 0-452 0,-5-1 204 16,-3 1 103-16,-7 0-588 0,-1 0 330 0,-3 0 167 16,-8 0 84-16,-1 0-517 0</inkml:trace>
  <inkml:trace contextRef="#ctx0" brushRef="#br0" timeOffset="-116034.59">28084 13675 1706 0,'-6'-11'0'0,"1"4"0"0,-4 1 0 16,2 3 0-16,-2 3 0 0,-2 0 0 0,-1 9 0 0,-2 9 0 0,0 8 0 0,-6 12 0 0,3 7 92 0,-6 5 427 0,-5 16-246 0,1-3-119 0,-1 0-59 16,4 3 436-16,-1-2-247 0,10-9-115 0,2 2-61 15,4-6-108-15,3-5 0 0,6-13 0 0,0 1 0 16,0-9 0-16,0-3 0 0,0-4 0 0,3-6 0 16,-3-5 0-16,3-3 0 0,-1-2 0 15,0-2 0-15,-2 0 0 0,0 0 0 16,0-7-356-16,0-7 79 0,0-1 112 0,0-5-88 15,-7-5 108-15,4-2 55 0,-3-6 28 0,-1 0-75 16,2-3 42-16,1 0 34 0,-1 4 0 0,5 2 50 16,0 7-24-16,0 0-1 0,0 3-9 0,0 5 125 15,10 2-57-15,5 1-30 0,2 4 311 0,3 3-134 16,0 0-99-16,5 2 179 0,1 2-115 0,-2-3-18 16,-2 4-42-16,1 0-5 15,-2 0 9-15,-5 0-44 0,0 8 1 0,-5-1 106 16,-5 1-53-16,2 3-26 0,-3 1 34 0,-3 3-97 15,-1 0 0-15,-1 4 0 0,0 1 0 0,0 4 0 16,0-1 0-16,0 3 0 0,0 1 0 0,0-1 0 16,0 1 0-16,0-1 0 0,2-6 0 0,2 5 0 15,1-3 0-15,4-1 0 0,-4-4 0 0,0-1 0 16,-1-6 0-16,1 1 0 0,-1-5 0 0,-3 0 0 16,2-4 0-16,0-2 0 0,-3 0 0 0,0 0 0 15,0 0 0-15,-11 0-57 16,1 0-61-16,-2-6-161 0,-3-4 126 0,3-3 58 15,-8-3 30-15,4-5-137 0,2-4 83 0,2-1 33 16,-2 0 9-16,7 5-111 0,-3 3 76 0,2-1 38 16,3 7 58-16,-2 1-29 0,5 3 10 0,-1 3 214 15,2 1-106-15,-1 3-55 0,0-2-27 16,0 3 354-16,2 0-181 0,0 0-50 0,0 0 221 0,-2 0-125 16,2 0-87-16,0 0-35 0,0 4-25 0,0 2-45 15,0 2-18-15,0 2 0 0,2 0 0 16,4-1 0-16,-1 5 0 0,1-3 0 15,-1 0 0-15,1 2 0 0,0 0 0 0,-4 1-13 16,-1-1-67-16,2 1 48 0,-3 1-18 0,0 1-43 16,0 2 24-16,-8-4 26 0,-3 2 10 0,0 0 16 15,-3-1-15-15,-2 0-34 0,-2-2 21 0,2-2-7 16,-6 0 29-16,2-4-28 0,0 2 3 0,-3-4 25 16,0-2 4-16,2-1 11 0,-2-2 5 15,3 0-22-15,1 0-8 0,1 0 195 16,1-2-89-16,6-1-48 0,-1-1 349 0,5-2-182 15,1 2-160-15,4 4-32 0,1-3 0 0,1 0 0 16,0 2 0-16,3-1 0 0,12 2 0 0,7 0 0 16,3 0 0-16,5 0 0 0,2 0 0 0,4 2 0 15,7 2 0-15,-1-1 0 0,-1 1 0 0,-4-1 0 16,8-1 0-16,-9-2 0 0,1 0 0 0,3 0 0 16,-4 0-76-16,0-2-247 0,4-5 132 15,0-2-723-15,0-3 439 0,-8 4 219 16,5-5 102-16</inkml:trace>
  <inkml:trace contextRef="#ctx0" brushRef="#br0" timeOffset="-115860.38">28310 13908 2778 0,'-1'-12'0'0,"1"9"0"0,1 1 0 0,12 1 0 0,6-3 0 0,6-4 0 0,5 3 0 0,3 0 0 0,5-2 0 0,11-1 0 0,-1 3 198 0,-5 2-72 15,-6-2-45-15,2 4-23 0,-9 1 9 0,4 0-706 16,-14 0 337-16,-2 1 169 0,-7 9 84 0,-10 3-441 16</inkml:trace>
  <inkml:trace contextRef="#ctx0" brushRef="#br0" timeOffset="-115683.58">28490 14107 2161 0,'-14'6'0'0,"2"-1"0"0,5-3 0 0,2 0 0 0,1-2 0 0,4 0 0 0,0 0 0 16,5 0 0-16,17 0 0 0,1 0 0 0,4-2 489 0,6-2-231 0,-1-1-111 0,2 1-64 0,-3-2-23 0,-1 2-1 0,-5 2-14 16,-2-1-541-16,-3 1 266 15,-10 0 133-15,-1 1 66 0,-3 1-692 0,-3 0 367 16,-3 0 85-16,-3-1 123 0,-8-3-174 0,-3-2 143 16,-2-4 71-16,0-5-85 0</inkml:trace>
  <inkml:trace contextRef="#ctx0" brushRef="#br0" timeOffset="-115488.54">28659 13934 1752 0,'-12'-20'0'0,"1"1"0"0,-1 4 0 0,3 3 0 0,2 3 0 0,-1 2 0 0,4 5 0 0,0 0 0 0,0 2 0 0,4 13 0 0,0 12 112 0,0 7-29 0,0 9 497 16,0 1-272-16,4 8-136 15,2-1 464-15,2 2-348 0,-6-8-288 0,5 9 0 16,-4-7 0-16,-1-9 0 0,0 3 0 0,-2-5 0 16,0-5 0-16,-2 0 0 0,-10-10 0 0,0 0 0 15,-7-6 0-15,0-4 0 0,-3-5 0 0,-4-2 0 16,-1-2 0-16,2 0 0 0,2-4 0 0,6-5-149 15,-2-6-35-15,3-5 83 0,3-4-523 0,8-5 294 16,5-8 148-16,0-7 73 0,10-7-648 0</inkml:trace>
  <inkml:trace contextRef="#ctx0" brushRef="#br0" timeOffset="-115336.64">28795 13933 2984 0,'33'-7'0'0,"4"2"0"0,3 3 0 0,-1-3 0 0,5-4 0 0,4 2 0 0,-1 0 0 0,6 2 0 0,1-3 0 0,-4 3 0 16,-6 1 143-16,5 0 135 0,-13 0-121 0,3 2-60 0,-8 0-212 0,-6 2 75 0,-3 0 47 0,-2 0-9 16,-8 0-634-16,-4 0 335 15,-6 6 169-15,-2-1 84 0,-5 0-854 0</inkml:trace>
  <inkml:trace contextRef="#ctx0" brushRef="#br0" timeOffset="-115174.2">29168 13876 2658 0,'-10'2'0'0,"0"2"0"0,5 4 0 0,4 0 0 0,0 4 0 0,1 3 0 0,0 4 0 0,0 7 0 0,0 2 0 0,1 4 0 0,0 9 224 0,-1-7-86 0,0 13 297 16,0-5-200-16,0-2-100 15,-8 2-29-15,1-8-106 0,-3 4 0 0,0-5 0 16,2 0 0-16,-1-6 0 0,7-4 0 0,-5-1 0 16,6-7-245-16,1-3-105 0,0-5 193 0,0-5 96 15</inkml:trace>
  <inkml:trace contextRef="#ctx0" brushRef="#br0" timeOffset="-115011.18">29346 13941 3931 0,'3'5'0'0,"4"12"0"0,-3 3 0 0,-1 3 0 0,1 3 0 0,-2 6 0 0,-2 9 0 0,3-1 0 0,-1 3 0 0,0 2 0 0,-2 2 0 0,0-7 0 0,0 12 0 0,0-5 0 16,0 0 0-16,0-2 0 0,-4 0 0 0,1-3 0 15,-3 12 0-15</inkml:trace>
  <inkml:trace contextRef="#ctx0" brushRef="#br0" timeOffset="-114855.14">29592 15125 350 0,'-4'-18'0'0,"4"15"0"0,0 3 1710 0,1 0-855 0,-1 0-428 0,-3 0-213 0,-7 5-1125 0</inkml:trace>
  <inkml:trace contextRef="#ctx0" brushRef="#br0" timeOffset="-111555.7">12534 5921 2976 0,'0'0'0'0,"0"0"0"0,2 0 0 0,10-1 0 0,8-3 0 0,6-2 0 0,4-1 0 0,7-1 0 0,-5 1 0 0,14-3 0 0,-12 2 89 0,3 3 37 0,0-1-43 0,3 0 0 16,-6 0-32-16,0 3-26 0,0 1 16 0,-4 0-1 16,-2 0 1-16,-8 0-225 0,1 2 122 0,-4 0 47 15,-6 0-414-15,0 0 229 0,-1 0 56 0,-4 0-500 16,-3 0 292-16,1 0 160 16,-2 0 76-16,0 0-180 0,-1 0 127 0</inkml:trace>
  <inkml:trace contextRef="#ctx0" brushRef="#br0" timeOffset="-110554.33">12994 5855 1114 0,'0'-2'0'0,"0"-1"0"0,0 0 0 0,0-2 0 0,0 1 0 0,0-2 0 0,0 1 0 0,0-1 0 0,0 3 0 0,0-3 0 0,0 3 88 15,0-2-1-15,0 0 137 0,0 3-91 0,0 1-46 16,0-2 161-16,0-1-108 0,-2 3-50 0,-5-1 141 15,-3 2-95-15,-1 0-48 0,-4 0 12 0,-4 3 13 16,-3 10-36-16,-3-3 0 0,1 1-35 0,0 4 161 16,-1 0-70-16,-1 2-51 0,1 1 0 15,0-1 152-15,4 5-112 0,-2-1-122 0,5-3 0 0,0 7 0 16,3-2 0-16,4-2 0 16,2 6 0-16,3 0 0 0,2-3 0 0,4 9 0 15,0-3 0-15,0 1 0 0,10 0 0 0,2 1 0 16,6-2 0-16,2 3 0 0,3-3 0 0,-1-2 0 15,3-1 0-15,0-2 0 0,0-2 0 16,2-3 0-16,-3 0 0 0,3-4 0 16,-3-3 0-16,-4-2 0 0,1-1 0 0,-2-5 0 15,-4 1 0-15,-1-2 0 0,-3 0 0 0,-2-4-10 16,-2 2-203-16,-1-2 86 0,-2 0 43 0,0 0-624 16,-1 0 334-16,1 0 155 0,-1-2 94 0,5-3-541 0</inkml:trace>
  <inkml:trace contextRef="#ctx0" brushRef="#br0" timeOffset="-110228.8">13371 5984 2892 0,'0'-13'0'0,"0"5"0"0,0-2 0 0,0 3 0 0,0 3 0 0,0 2 0 0,0 0 0 0,0 2 0 0,0 0 0 0,0 4 0 16,0 17 191-16,0 7-63 0,0 4 374 0,0 7-284 0,0-1-218 0,2 0 0 16,0 6 0-16,0-8 0 0,0 3 0 15,2-1 0-15,0 0 0 0,-2-1 0 0,1-3 0 0,-1-6 0 16,0 6 0-16,-2-9 0 0,0-3 0 0,0-1 0 15,0-7 0-15,0-5 0 0,0 1-179 0,-4-2-138 16,1-5 138-16,1-1-470 0,0-2 293 0,0 0 163 16,2 0 75-16,0-8-557 0</inkml:trace>
  <inkml:trace contextRef="#ctx0" brushRef="#br0" timeOffset="-110030.74">13687 6235 3222 0,'8'0'0'0,"1"6"0"0,-3-3 0 0,-3 5 0 0,1-1 0 0,0 2 0 0,-2 1 0 0,0 4 0 0,0-2 0 0,-2 2 0 0,0 6 201 0,0-1-85 0,-4-1 268 0,-8 5-376 0,0-3-8 0,-2-3 0 15,1 1 0-15,-4-1 0 16,2-4 0-16,0-2 0 0,0 1 0 16,0-5 0-16,4-4-375 0,0 3 35 0,1-6 191 15,3 0 84-15,3 0-820 0,2 0 419 16,2-13 202-16,4-12 117 0</inkml:trace>
  <inkml:trace contextRef="#ctx0" brushRef="#br0" timeOffset="-109891.7">13826 6176 2886 0,'9'-4'0'0,"5"3"0"0,-3-3 0 0,2 0 0 0,2-2 0 0,0 1 0 0,4-1 0 0,2 3 0 15,2-1 0-15,-2 3 0 0,8-3 210 0,-5 1-85 0,1 2-147 0,1-1 32 0,0 2 0 0,-5 0 42 0,3 0-627 16,-3 0 308-16,-4 2 155 0,-2 3-747 15,-2 1 419-15</inkml:trace>
  <inkml:trace contextRef="#ctx0" brushRef="#br0" timeOffset="-109709.46">14251 6005 2649 0,'-2'-9'0'0,"2"6"0"0,0-1 0 16,0 1-1-16,-2 2 1 0,2 1 0 0,0 0 0 0,0 0 0 0,6 11 0 0,-1 7 0 0,2 3 359 0,-1 3-159 0,-1 2-79 0,-4 4 185 0,1 1-132 15,0-1-55-15,-2 1-115 0,0-2-4 0,0 0 0 16,0-2-99-16,0-2-85 0,0-2 123 16,0 2-773-16,0-5 437 0,0-1 217 0,2-2 110 15,0-3-51-15,1 0-729 0,6-7 410 0</inkml:trace>
  <inkml:trace contextRef="#ctx0" brushRef="#br0" timeOffset="-109547.02">14510 6312 3264 0,'3'-2'0'0,"3"2"0"0,-2 0 0 0,-2 0 0 0,0 0 0 0,0 3 0 0,0 2 0 0,-2 4 0 0,0 2 0 0,0 1 0 0,0 4 184 0,-4 1-71 0,-8 4-37 15,3-4 118-15,-4 1-94 0,0-1-100 0,-2 0 0 0,1-1-142 16,0-5-2-16,0 4 93 0,3-6-627 16,0-1 355-16,1-2 181 0,3-5-696 15,1-1 400-15,5 0 194 0</inkml:trace>
  <inkml:trace contextRef="#ctx0" brushRef="#br0" timeOffset="-109354.58">14741 6009 3415 0,'2'0'0'0,"5"11"0"0,1-1 0 0,-3 1 0 0,0 2 0 0,-2 3 0 0,-1 0 0 0,0 3 0 0,0 2 0 0,0 1 0 0,-2 1 141 0,0 2-40 0,0-5 173 16,0 2-274-16,0-3 0 0,0 2 0 0,0-4 0 0,0 0-8 15,0-4-793 1,0-4 421-16,0 0 210 0,0-2 106 0,0 0-824 0,0-4 403 16,0 0 7-16,0-3 219 0</inkml:trace>
  <inkml:trace contextRef="#ctx0" brushRef="#br0" timeOffset="-109168.27">15079 5867 3832 0,'34'-10'0'0,"7"6"0"0,-4 3 0 0,2 1 0 0,-7 0 0 0,1 15 0 0,-3 7 0 0,2 9 0 0,-12 2 0 0,-2 7 0 16,-7-1 99-16,-6 12-99 0,-3-3 0 0,-2 2 0 0,-4 0 0 15,-10 1 0-15,-9 1 0 0,-2-5 0 0,-3-2 0 0,1-3 0 16,-3-4 0-16,-5-9 0 0,5-4 0 0,-9 1 0 16,-2-3 0-16,-3-1 0 0,1 0-1202 0,-3 3 486 15</inkml:trace>
  <inkml:trace contextRef="#ctx0" brushRef="#br0" timeOffset="-103621.73">30415 13976 1980 0,'-6'-6'0'0,"1"4"0"0,5 2 0 0,0 0 0 0,0 0 0 0,0 4 0 0,11 0 0 0,3-1 0 0,7 1 0 0,8-1 0 0,2-3 70 0,9 0 345 0,-5 0-179 16,14 0-104-16,-6 0-48 16,-1-6 127-16,3 2-87 0,-4-6-43 0,-6 5-58 15,2-5 15-15,-6 3-1 0,-2-1 0 0,-11 1-276 16,0 1 138-16,-6 2 79 0,-5 0-246 0,-4 3 145 16,0-2 79-16,-3 2-58 0,0-1-554 0,-9 2 301 15,-5 0 163-15,-2 0-272 0,-1 0 213 0,-3 0 107 16,0 0 53-16,1 0-43 0,1 0 53 0,0 0 0 15,-2 0 44-15,5 0 209 0,0 0-105 0,5 0-61 16,0 0-17-16,-2 3 221 16,5 7-124-16,-4-1-61 0,4 2 547 0,1 5-197 15,-3 3-178-15,-6 3 339 0,3 1-250 0,-2 3-124 16,0-2-63-16,-4 5 278 0,0 1-174 0,-6 5-83 16,1-2-42-16,0 3 84 0,-1-1-62 0,1-6-74 15,-5 9-26-15,3-4 0 0,3-8 0 0,0 3 0 16,-1-6-244-16,5-3 112 0,3-2 80 15,0-4-604-15,8-7 328 0,2 1 76 0,2-5 112 0,3-3-498 16,1 0 305-16</inkml:trace>
  <inkml:trace contextRef="#ctx0" brushRef="#br0" timeOffset="-103429.79">30663 14248 3239 0,'2'0'0'0,"3"0"0"0,-3 0 0 0,0 0 0 0,-2 7 0 0,0 3 0 0,0 5 0 0,-2 2 0 0,0 5 0 0,0-2 0 0,-3 6 144 0,2-2 213 0,-3 6-166 16,3-1-191-16,-1 0 0 16,-1 1 0-16,3-4 0 0,-1-3 0 0,0 2 0 15,2-2 0-15,1-1 0 0,-3-4-190 0,0-1-82 16,2-5 164-16,1-3 68 0,-2-4-865 0,2 1 434 16,-2-5 217-16,2-1 108 0,0 0-483 0</inkml:trace>
  <inkml:trace contextRef="#ctx0" brushRef="#br0" timeOffset="-103264.33">30772 14344 2684 0,'11'-13'0'0,"-4"7"0"0,3 1 0 0,2 3 0 0,-4-1 0 0,-1 3 0 0,1 0 0 0,-1 0 0 0,1 5 0 0,-1 6 0 0,-2-3 107 0,2 1 563 0,-4 4-316 0,2-2-238 16,-2 3-116-16,0-2 0 0,-1 0 0 0,1-1 0 15,-1-3-337-15,0-1 44 0,1-2 166 0,-1-1 82 16,3-2-821-16,1-2 438 0,1 0 89 0,-2 0-162 15</inkml:trace>
  <inkml:trace contextRef="#ctx0" brushRef="#br0" timeOffset="-102832.55">31095 14006 2731 0,'7'-8'0'0,"1"6"0"0,-1 2 0 0,1 0 0 0,-6 0 0 0,1 0 0 0,-1 11 0 0,-1 1 0 0,1 1 0 0,0 2 0 0,-2 1 383 0,0 0-172 0,0 2 37 0,0 0-105 15,0-1-53-15,0-1-17 0,0-2-407 0,0-5 186 16,0 0 93-16,0-1-620 16,-2-5 356-16,2 1 188 0,0-2 79 0,-2-2-382 15,-1 0 110-15,1 0 144 0,-1-3-282 0,-2-9 203 16,2-5 116-16,1-5 52 0,-3-5-64 0,2-1 78 16,-1-6 37-16,4 1 40 0,0-2 0 0,0 6 0 15,-1 6 0-15,1 0 220 0,0 5-148 0,0 5-64 16,0 1-18-16,1 1 483 0,8 4-195 0,6 0-140 15,0 3 12-15,5-1 161 0,3 1-142 0,-1 3-66 16,4-1 227-16,1 0-146 0,-2 1-74 0,-2-1-26 16,-1 2 150-16,1 0-97 15,-3 0-51-15,-5 0 159 0,0 0-104 0,-6 3-42 16,-1 2-36-16,-1 4 198 0,1 2-216 0,-7 0-45 16,1 4 0-16,0 2 0 0,-2 4 0 0,0 1 0 15,0 3 0-15,0 0 0 0,-2 1 0 0,2-4 0 16,-2 7 0-16,2-4 0 0,0 2 0 0,0-1 0 15,0-2 0-15,0-3 0 0,2 2 0 0,0-3 0 16,0-1 0-16,-1-4 0 16,-1 0 0-16,0-3-651 0,0-2 203 0,0 0 206 15,-8-1-249-15,-4-1 228 0,1-4 112 0,-4-2 48 16</inkml:trace>
  <inkml:trace contextRef="#ctx0" brushRef="#br0" timeOffset="-102674.55">31160 14087 2729 0,'0'-7'0'0,"0"4"0"0,0 2 0 0,0-4 0 0,2 2 0 0,6-1 0 0,5 3 0 0,2-4 0 0,2 4 0 0,3-2 0 0,0 1 294 0,1 1-129 16,0-2-54-16,0 2-113 0,-4 1-1 0,0 0 40 0,-5 0-244 0,-3 0 122 16,0 4 70-16,-6 3 22 0,-1 5-798 0,-2-2 411 15</inkml:trace>
  <inkml:trace contextRef="#ctx0" brushRef="#br0" timeOffset="-102529.13">31168 14195 2155 0,'-8'0'0'0,"1"3"0"0,1 0 0 0,6-1 0 0,0-2 0 0,0 0 0 0,0 0 0 0,10 0 0 0,3 0 0 0,5 0 0 0,1 0 85 0,2 0 319 0,1 0-184 0,-2 0-91 16,3 0-121-16,-1 0 29 0,-5 0 1 0,1 0-1 15,-8 0-638-15,1 0 319 0,-4 0 170 0,-3 0 69 16,-3 8-332-16</inkml:trace>
  <inkml:trace contextRef="#ctx0" brushRef="#br0" timeOffset="-102108.83">31110 14325 2154 0,'-15'4'0'0,"5"0"0"0,2-1 0 0,3-3 0 0,3 3 0 0,2-3 0 0,0 1 0 0,0 1 0 0,12 0 0 0,9-2 0 0,4 1 279 0,4 2-120 0,2-3-52 0,4 0 304 16,2 0-186-16,0 0-94 0,-4 0-32 0,1-3-30 15,-8 2 8-15,7-1-39 16,-13-1-418-16,0 0 209 0,-8 1 104 0,-2 1-253 16,-4 1 174-16,-4 0 92 0,0 0-1 0,-2-2-614 15,0 2 315-15,-7-2 149 0,-4 0-55 0,-1 0 111 16,0 0 56-16,-1-1 28 0,-2 2 81 0,5 1-35 16,-2 0 8-16,2 0-26 0,-1 0 328 0,2 0-164 15,1 0-82-15,3 1 313 0,2 8-142 0,1 2-112 16,0 0 20-16,2 1 103 0,0 2-86 0,0 0-42 15,0 1 122-15,0 0-91 0,0-2-46 0,-1 1-1 16,-3-2-47-16,-1-2 11 16,0 1-10-16,-1-4 0 0,1-3-71 0,0 0 35 15,-2-3 0-15,3-1 46 0,-1 0-46 0,1 0 36 16,2 0 1-16,2-1 22 0,0-5-32 0,0-2 16 16,2-1-45-16,7 4 120 0,5-3-50 0,-1 3 0 15,2-2 5-15,0 2-27 0,0 2-10 0,3-1 1 16,-4 2-163-16,-4 0 81 0,1 1 43 0,-2 1-486 15,-1 0 245-15,-6 0 121 16,0 0 34-16,2 1-299 0,-4 3 158 0,0 3 86 16,-11-2-498-16,1-1 301 0</inkml:trace>
  <inkml:trace contextRef="#ctx0" brushRef="#br0" timeOffset="-101953.89">31215 14379 1894 0,'-10'0'0'0,"3"7"0"0,1 1 0 0,0 2 0 0,-3 1 0 0,2 3 0 0,-1 2 0 0,-1-1 0 0,-4 4 0 0,1 3 0 0,-4-1 306 0,2 0-135 0,1-4 42 16,-2 4-93-16,0-5-41 0,3 1 0 0,2-4-495 15,4-3 237-15,1-3 103 0,3-3-267 0,2-4 191 16,0 0 94-16</inkml:trace>
  <inkml:trace contextRef="#ctx0" brushRef="#br0" timeOffset="-101804.08">31087 14524 2648 0,'6'-9'0'0,"-4"7"0"0,5 0 0 0,0 2 0 0,-1 0 0 0,6 4 0 0,-2 5 0 0,8 3 0 0,4 3 0 0,4-1 0 0,6-1 227 16,7 4-94-16,0-1-48 0,3 0 523 0,-2 1-378 15,7 2-230-15,-4 0 0 0,2-3 0 0,-2 1 0 16,-2-1 0-16,1-2 0 0,-7-2 0 0,2 1-7 16,0 0-15-16,-1 0-962 0,-1-1 510 0</inkml:trace>
  <inkml:trace contextRef="#ctx0" brushRef="#br0" timeOffset="-101618.02">32479 14765 3931 0,'-23'-14'0'0,"19"13"0"0,4 1 0 0,0 0 0 0,0 0 0 0,0 0 0 0,0-2 0 0,-1-1 0 0,1 2 0 0,0-1 0 0,0-1 0 0,0 3 0 0,0-2 0 16,8 2 0-16</inkml:trace>
  <inkml:trace contextRef="#ctx0" brushRef="#br0" timeOffset="-90608.47">6054 7501 2988 0,'0'-5'0'0,"0"4"0"0,0-1 0 0,0 0 0 0,0 2 0 0,0 0 0 0,0 0 0 0,0 0 0 0,0 0 0 0,7 0 0 0,-1 0 125 0,3 5 129 0,1 0-98 15,-2 0-63-15,1 0-20 0,2 1 0 0,-4 1-34 16,-1-2 0-16,3 2-65 0,-5-2 28 15,2 3-1-15,-2-1 38 0,-2-2-407 16,2 0 203-16,-3 3 112 0,1-1 42 0,-2 5-811 16,0-3 394-16,0 2 182 0</inkml:trace>
  <inkml:trace contextRef="#ctx0" brushRef="#br0" timeOffset="-90427.42">6009 7765 3544 0,'-8'10'0'0,"-2"3"0"0,-1-3 0 0,7-1 0 0,-4-2 0 0,4 0 0 0,2 1 0 0,2-2 0 0,0 1 0 0,2 1 0 0,10-2 227 0,-2-1-94 0,5 3-106 0,0-3-27 15,2 1 0-15,-2-1 0 0,0 3 0 0,0 0 0 0,-1-1-485 16,-3 0 228-16,1 3 143 16,-3 0-784-16,-2 1 398 0,-2 0 244 0,-3 0-470 0</inkml:trace>
  <inkml:trace contextRef="#ctx0" brushRef="#br0" timeOffset="-90267.45">6063 8126 3306 0,'-7'9'0'0,"1"-1"0"0,0-1 0 0,3-3 0 0,1-2 0 0,0-1 0 0,2-1 0 0,0 0 0 0,4 0 0 0,9 0 0 0,7-1 277 16,2-9-119-16,-2-1-60 0,2 0-29 0,-1 2-100 0,0-3 45 0,6-1-10 0,-11 4-592 15,5-2 313-15,-4 1 158 0,1-1 77 16,-3 1-359-16,2 1-239 0,-2-2 260 15</inkml:trace>
  <inkml:trace contextRef="#ctx0" brushRef="#br0" timeOffset="-90072.66">6306 7657 3392 0,'-6'0'0'15,"2"0"0"-15,2 0 0 0,2 0 0 0,-2 0 0 0,2 0 0 0,2 0 0 0,13-4 0 0,4-6 0 0,4 2 0 0,2 1 88 0,1 0 312 0,1 1-349 0,-8 2-51 16,6-1 0-16,-1 3 0 0,-2 0-19 16,-3 2-655-16,0 0 356 0,-5 0 189 15,-1 0-696-15,-1 0 419 0,-6 0 119 0,-1 0-120 0,-2 0 185 16,-1 0 81-16</inkml:trace>
  <inkml:trace contextRef="#ctx0" brushRef="#br0" timeOffset="-89458.96">6476 7399 2204 0,'-9'0'0'0,"4"0"0"0,2 0 0 0,0 2 0 0,3 1 0 0,0 5 0 0,0 1 0 0,0-1 0 0,6 3 0 0,1 5 0 0,-2 0 81 0,2 3-11 0,-3 7 0 0,-3-2-31 16,-1 3-147-16,0 3 142 0,-4 2 5 0,-7-2 0 0,-6 0 48 16,-2-1-27-16,-4-3-21 0,-1-2 0 0,0-3 72 15,-1-4-36-15,2-3 0 0,3-4-27 16,3-1 243-16,2-3-126 0,4 0-63 0,6-4-32 15,1-2 217-15,2 2-273 0,2-2-14 16,0 0 0-16,15 0 0 0,7 0 0 16,8-4 0-16,-3-4 0 15,6-1 0-15,-2-2 0 0,-1 1 0 0,0 0 0 0,-1 4-166 0,-10-2-36 16,4 2 112-16,-2 2-341 0,-7 1 208 0,-2 1 33 16,-1 1-491-16,-4 1 311 0,-5 0 171 0,1 0-310 15,-3 0 235-15,0 0 117 0,-3 0 59 16,-4 0-97-16,-2 0 103 0,-5 0 38 0,5 0 54 15,0 0 0-15,-5 0 0 0,5 0 0 0,2 0 0 0,-2 0 90 16,4 0-84-16,-2 0 0 16,3 0 327-16,1 0-196 0,1 4-32 0,-2 8-63 0,3 2 412 15,-3 3-207-15,-4 6-104 16,0-4 228-16,-1 10-171 0,-4-1-81 0,-1-1-39 16,-3 0 215-16,-1 0-128 0,3-6-54 0,-3 4-42 0,4-8 0 0,1-4 83 15,5-2-58-15,1-3-29 0,4-3 204 16,0-2-120-16,3 0-57 15,0-3-46-15,6 0-48 0,11 0 0 0,3-3 0 0,6-7 0 16,-2-2 0-16,2 1 0 16,-2-2 0-16,1 0-98 0,-5 1 76 0,3 0-393 15,0 0 211-15,-4 1 76 0,-5 2-59 0,0 1 53 0,-6 2 39 16,0 3 8-16,-4 1 48 0,1 0 97 0,-5 0-48 16,2 2-1-16,1 0 383 0,-3 0-211 0,0 8-110 15,0 1-54-15,0 3-29 0,0-1 623 16,0 0-539-16,0 4-72 0,1-4 0 0,6 3 0 0,1-3 0 15,1 0 0-15,1 0 0 0,0-2 0 16,0 1 0-16,-4-4 0 0,1-1 0 16,3 2-744-16,-6-2 324 0,4-2 157 0,-3-3 118 15,2 0 24-15,1 0-593 0,-2 0 328 16,-1-2 179-16</inkml:trace>
  <inkml:trace contextRef="#ctx0" brushRef="#br0" timeOffset="-89281.48">6764 7842 3600 0,'0'-2'0'0,"0"2"0"0,3 0 0 0,-2 0 0 0,1 0 0 15,2-1 0-15,3-2 0 0,5 0 0 0,0-1 0 0,4 2 0 0,0 0 124 0,0 1 83 0,0-2-207 0,3 3 0 16,-2 0 0-16,0 0 0 0,-3 0 0 0,4 0 0 0,-3 0 0 16,0 0 0-16,0 0-20 15,0 0-868-15,0 0 464 0,-2 0 231 16,2 0-860-16</inkml:trace>
  <inkml:trace contextRef="#ctx0" brushRef="#br0" timeOffset="-89132.06">7237 7504 2862 0,'0'0'0'0,"0"0"0"0,0 0 0 0,0 0 0 0,0 0 0 0,5 0 0 0,2 0 0 0,0 0 0 0,1 2 0 0,3 2 0 0,-1 1 356 16,2 4-164-16,-3-1-76 0,2 1-548 15,-1 3 236-15,-2 1 117 0,-3 0-943 0,2 3 504 0</inkml:trace>
  <inkml:trace contextRef="#ctx0" brushRef="#br0" timeOffset="-88987.47">7297 7745 3931 0,'0'8'0'0,"0"0"0"0,0 2 0 0,0-1 0 0,0-1 0 0,0 2 0 0,0-4 0 0,0 0 0 0,2 3 0 0,8-3 0 0,-1 2 0 15,2-2 0-15,-2-1 0 0,5 3 0 0,-4-3 0 0,-4 1-6 0,6 0-116 16,-7-3 80-16,-1 2-1261 16,0 2 666-16</inkml:trace>
  <inkml:trace contextRef="#ctx0" brushRef="#br1" timeOffset="-75557.58">1614 15154 2517 0,'-5'-3'14'0,"-2"3"2"0,5-2-2 0,-1 2 1 0,3 0-2 0,-2 0 0 0,2 0-2 0,0 0-1 0,0 0-1 0,7 0-2 0,6 2 164 15,2 4-70-15,-3 0-31 0,3 0 182 0,0 0-109 16,0 2-53-16,-2 2 11 0,2-3-36 0,-5 1-1 16,-1-1-28-16,-4 1-81 0,3-1 40 0,-2 1 10 15,-2-1 30-15,-3 2-96 0,1-2 48 0,0-3 25 16,-2 4-410-16,0 0 213 0,0-3 50 16,0 1-585-16,0 0 342 0</inkml:trace>
  <inkml:trace contextRef="#ctx0" brushRef="#br1" timeOffset="-75526.98">1750 15315 358 0</inkml:trace>
  <inkml:trace contextRef="#ctx0" brushRef="#br1" timeOffset="-75384.09">1645 15349 2369 0,'-6'5'0'0,"1"1"0"0,1-3 0 0,-1 3 0 0,3 0 0 0,1 0 0 0,1 0 0 0,0 0 0 0,0 2 0 0,3 2 0 0,6-5 369 0,-3 2-166 0,4 1-84 0,0-2-42 15,0 3-42-15,0 1 1 0,-3 0 0 0,1 2-387 16,-1 1 194-16,-2 0 105 0,1 2-638 0,-4 3 363 15,-2 2 104-15,2-2 116 0</inkml:trace>
  <inkml:trace contextRef="#ctx0" brushRef="#br1" timeOffset="-75223.4">1655 15779 2015 0,'-13'12'0'0,"5"2"0"0,-1-4 0 0,2-1 0 0,-1-4 0 0,5-1 0 0,-2 0 0 0,5-3 0 0,0-1 0 0,0 2 0 0,0 0 97 16,5-2 275-16,6 0-169 0,1 0-83 0,0 0 200 0,3 0-146 0,0 0-70 15,-2-2-34-15,2-4-75 0,0 1 41 16,0-2 9-16,0 0-415 0,-3-6 203 0,0 2 102 0,4 0 50 16,-4-4-726-16,4-1 377 0</inkml:trace>
  <inkml:trace contextRef="#ctx0" brushRef="#br1" timeOffset="-74998.27">1865 15295 3279 0,'0'-1'0'0,"0"-1"0"0,0 0 0 0,0 2 0 0,0 0 0 0,0 0 0 0,1 0 0 0,10 0 0 0,1 0 0 0,9-2 0 0,4 2 186 0,3-2-75 0,-3 0-38 16,2 1 110-16,-2-1-84 0,5 2-99 0,-3-2 0 16,-8 2 0-16,2 0-61 0,-1 0 48 0,-7 0-402 15,0 0 222-15,-1 0 114 0,-4 0 57 0,-3 0-659 31,-2 4 324-31,-1-4 145 0,0 1-133 0,-2-1 155 0,0 0 77 0,0 0 38 0,0 0-366 0</inkml:trace>
  <inkml:trace contextRef="#ctx0" brushRef="#br1" timeOffset="-74699.09">2090 15082 1552 0,'-5'-1'0'0,"0"1"0"0,2 0 0 0,3 0 0 0,0 0 0 15,0 5 0-15,0 3 0 0,3 2 0 0,2 4 0 0,0 2 0 0,0 4 232 0,-2 1-98 0,-1 4-49 0,-2 1-25 0,0 3-80 0,0-1 37 16,-3 0-9-16,-6 0-26 0,-4-1 27 16,0-1 0-16,-4-2 27 0,5-6 44 15,-3 2-9-15,0-6-35 0,2 0-1 0,0-5 161 0,6-1-81 16,0-5-30-16,2 2 213 0,1-4-131 0,4-1-65 16,0 0 119-16,0 0-93 0,1 0-37 0,14 0-32 15,-1 0 26-15,5 0-27 0,1 0-58 0,2 0 0 16,0-1 0-16,1-4 0 0,0 0 0 0,-1-1 0 15,-2 3 0-15,0-2 0 0,-5 3 0 0,1-3-132 16,-7 3-38-16,1 1 56 0,-3 0 65 0,-1 1-666 16,-3 0 330-16,-1 0 179 15,-2 0-438-15,0 0 304 0,0 0 153 0,-3 1 75 16,-5-1-286-16,-4 1 186 0</inkml:trace>
  <inkml:trace contextRef="#ctx0" brushRef="#br1" timeOffset="-74440.38">2132 15473 1254 0,'-5'0'0'0,"-1"0"0"0,1 1 0 0,4 3 0 0,-1 4 0 0,2 0 0 0,0 2 0 0,0-1 0 0,0 3 0 0,0 2 0 0,0 4 65 0,0-1-1 16,0 2 43-16,-4 0-36 0,-3-1 10 15,0 1 14-15,-3 2-30 0,0-5 0 0,-3 3 65 16,-2-2-38-16,3-2-33 0,0-1 0 0,-4-5 188 16,4-3-106-16,2 3-52 0,2-5 263 0,3-2-162 15,-2 1-78-15,5-1-37 0,2-2-1 0,0 0 141 0,0 0-80 16,0 1-55-16,0-1-66 0,9 3-14 0,1-2 0 15,3 2 0-15,0-2 0 0,4 1 0 0,-2 1 0 16,3-2 0-16,-1 0-34 0,-1-1 12 0,-2 3 38 16,4-3-650-16,-4 1 315 15,0-1 98-15,0 0-503 0,-1 0 344 0,-3 0 163 16,2-1 95-16,-1-7-205 0,-2-2 145 0,1-2 74 16</inkml:trace>
  <inkml:trace contextRef="#ctx0" brushRef="#br1" timeOffset="-74274.38">2252 15725 2194 0,'0'-9'0'0,"0"4"0"0,0 0 0 0,-2 3 0 0,2-1 0 0,-2 2 0 0,-1-1 0 0,3 2 0 0,0 0 0 0,0 0 0 0,0 0 274 0,0 11-119 0,5 2-59 0,2 1 155 16,-1 2-99-16,4 4-62 0,-1-2-28 0,1 3 221 15,-1-1-124-15,0 1-61 0,-1-1-23 16,0-3-109-16,-1 1 35 0,-2 0 0 0,-2-1 35 16,-1-2-371-16,0-4 194 0,0-2 85 0,-1-2-536 15,-1 0 258-15,0-5 165 0,0-1-4 0,0-1-207 16,2 0 176-16,0-6 84 0</inkml:trace>
  <inkml:trace contextRef="#ctx0" brushRef="#br1" timeOffset="-74089.86">2472 15446 3386 0,'11'-3'0'0,"-3"0"0"0,-1 1 0 0,2-2 0 0,3 3 0 0,2-1 0 0,1 0 0 0,2 0 0 0,1 1 0 0,3-2 0 0,1 0 184 0,0-1-65 16,1 3-51-16,-3-3-33 0,4 0 1 0,-3-1-215 0,-4 4 108 0,3-3 62 16,-5 2 17-16,-4 0-617 0,-2 2 322 15,-2 0 161-15,1 0-831 0</inkml:trace>
  <inkml:trace contextRef="#ctx0" brushRef="#br1" timeOffset="-73905.4">2615 15695 3840 0,'-7'11'0'0,"2"-1"0"0,2-1 0 0,-1-6 0 0,4 0 0 0,0 0 0 0,0-1 0 0,2-1 0 0,11 1 0 0,6 0 0 0,1-2 91 0,1 2-91 0,1-2 0 16,1 2 0-16,0-2 0 0,1 1 0 0,-4 4 0 16,-2-4 0-16,0 5 0 0,-4-3 0 0,1 1-137 15,-2 0-165-15,1 2 170 0,-1-2-822 0,-1-2 413 0,2 4 253 16</inkml:trace>
  <inkml:trace contextRef="#ctx0" brushRef="#br1" timeOffset="-73747.98">3252 15418 3725 0,'2'-7'0'0,"0"3"0"0,1-2 0 0,1 5 0 0,1-2 0 0,-2 1 0 0,0 0 0 0,1 2 0 0,2 0 0 0,-1 0 0 0,4 0-183 0,-3 7 110 0,-1 4 54 0,2 0 27 16,3 5-1084-16</inkml:trace>
  <inkml:trace contextRef="#ctx0" brushRef="#br1" timeOffset="-73597.56">3329 15787 3931 0,'0'3'0'0,"0"1"0"0,0 3 0 0,0-6 0 0,0 2 0 0,0 1 0 0,2-2 0 0,1-1 0 0,2 2 0 0,2-3 0 0,-2 1 0 0,1-1 0 0,0 0 0 16,-1 0 0-16,1 0 0 0,-1 0 0 15,-3 0-774-15</inkml:trace>
  <inkml:trace contextRef="#ctx0" brushRef="#br1" timeOffset="-32974.17">4194 14802 2598 0,'-7'-12'0'0,"3"8"0"0,4 1 0 0,-1 1 0 0,1 2 0 0,0 0 0 0,0 0 0 0,0 0 0 0,0 0 0 0,0 0 0 0,0 0 182 0,0 0-78 0,0 2 48 16,1 11-59-16,5 5-28 0,-1 0 107 0,1 5-59 15,-1 4-44-15,-2 2-71 0,-1-1 0 0,0 2 38 16,-1-4 8-16,-1 6-113 0,0-4 53 0,0-1 25 15,0-5 1-15,0-1-405 0,0-2 153 0,0-6 123 16,0-2-499-16,0-5 291 0,2-3 146 0,0-3-329 16,0-2 229-16,3-14 127 0,-3-9 59 0,1 0-152 0,-2 2 105 15,-1 2 54-15,0-4 17 16,0 5 183-16,-1 1-73 0,-4 2-37 0,3 5-1 16,-3 3 172-16,1 2-113 0,3 2-44 0,-1 2 569 15,2 0-306-15,0 1-60 0,2 0 337 0,8 0-251 16,5 0-140-16,2 2-64 0,3 0 164 0,0 0-114 15,6 0-58-15,-4 0-20 0,5 0-278 0,-6 0 121 16,1 0 59-16,-1 0 31 0,-2 2-291 0,-4 4 170 16,-3 3 70-16,-5 2-763 0,-5 2 401 15</inkml:trace>
  <inkml:trace contextRef="#ctx0" brushRef="#br1" timeOffset="-32498.31">4094 15225 2436 0,'-15'7'0'0,"5"4"0"0,5-4 0 0,-2 1 0 0,2-2 0 0,5 3 0 0,0-1 0 16,0 1 0-16,2 2 0 0,3-1 0 0,5 0-94 0,0 1 74 0,1 0 23 0,-1-2-222 0,-1 0 128 16,-1-1 63-16,-5 0 32 0,1-4-524 0,-4-1 261 15,0-1 131-15,0-2-142 16,-9 0 117-16,-6 0 57 0,3-5 21 0,-4-7 197 15,1-1-78-15,-2-2-41 0,6 0 1 16,-2 0 260-16,4-1-145 0,4 4-78 0,0 0 396 0,5 2-177 0,0-2-121 0,0 2-5 16,12 3 83-16,6 1-90 0,1 0-46 0,7 2 174 15,2 3-109-15,2-1-47 0,2 2-36 16,-2 0 131-16,2 0-79 0,-7 0-39 0,-4 7-1 16,-1 2-64-16,-3-2-9 0,-4 2 34 0,-3 1-99 15,-3 3 50-15,-7 0 24 0,0 1 9 16,0 2 31-16,-15 3-15 0,-3-3-1 0,-2 3 83 0,-4-2-41 15,4-4-1-15,-8 4-47 0,3-6-29 0,9-3 0 16,-3-1 0-16,3-2 0 0,7-2 0 0,2-3 0 16,4 1 0-16,1-1 0 0,-1 0 0 15,3 0 0-15,0 0 0 0,8 0 0 0,6 0 0 16,4 0 0-16,5 0 0 16,-6 0 0-16,4-1 0 0,3-1 0 0,-2 1 0 15,-4-2 0-15,0 1 0 0,2 1 0 0,-7 1 0 0,-2 0 0 16,0 0 0-16,-4 0-104 15,-2 0-251-15,0 3 159 0,-5 4-655 0,0 4 412 0,0-3 201 0,-5 2 102 16,-8 2-286-16</inkml:trace>
  <inkml:trace contextRef="#ctx0" brushRef="#br1" timeOffset="-32341.56">4007 15577 2662 0,'-21'10'0'0,"4"2"0"0,4-4 0 16,3 0 0-16,5 2 0 0,1-1 0 0,2-2 0 0,2 2 0 0,0-1 0 0,2 2 0 0,2-1 121 0,4 2 363 0,1 1-228 0,0-3-111 0,-1 4-54 0,1-1-182 0,1 0 64 0,0 0 40 0,-2-1-649 16,7-1 336-16,-5-3 168 15,2-2-783-15,3-2 389 0</inkml:trace>
  <inkml:trace contextRef="#ctx0" brushRef="#br1" timeOffset="-32199.03">4162 15662 3056 0,'-3'2'0'0,"-1"4"0"0,1-3 0 0,1 1 0 0,2 2 0 0,0-1 0 0,0 0 0 0,0 0 0 0,9 2 0 0,3 1 0 0,0-1 264 0,1 1-114 15,1 1-428-15,0 0 157 0,2 1 87 0,-2-1-763 0,0-2 416 16,2 0 209-16,-10-5 104 0</inkml:trace>
  <inkml:trace contextRef="#ctx0" brushRef="#br1" timeOffset="-32058.65">4354 15713 2790 0,'0'0'0'0,"0"0"0"0,0 0 0 0,0 0 0 0,0 0 0 0,0 0 0 0,0 0 0 0,0 0 0 0,8 2 0 0,2 2 0 0,0-1 127 0,3 0-36 0,-1 2-147 0,1 1 46 16,2-3 23-16,-1 3-610 0,2-2 316 16,1-1 167-16,-2-3 71 0</inkml:trace>
  <inkml:trace contextRef="#ctx0" brushRef="#br1" timeOffset="-31921.29">4575 15743 2568 0,'0'0'0'0,"0"0"0"0,0 0 0 0,0 0 0 0,0 0 0 0,0 0 0 0,0 0 0 0,0 0 0 0,0 0 0 0,1 0 0 0,6 0 172 0,2 0 165 0,-2 2-142 0,2 5-84 0,-2 2-37 16,2 2-336-16,1-3 150 0,-2 3 73 0,2-1 47 16,-2 0-698-16,2-1 363 0,2-2 181 0,-2-1-349 15</inkml:trace>
  <inkml:trace contextRef="#ctx0" brushRef="#br1" timeOffset="-31719.99">4980 15116 3931 0,'0'-14'0'0,"0"13"0"0,0-1 0 0,0 0 0 0,0-1 0 0,0 0 0 15,0 1 0-15,5 0 0 0,-3 1 0 0,6 1 0 16,-1 0 0-16,1 0 0 0,2 1 0 0,-3 6 0 0,2 3 0 0,0 2-190 0,-4-1-115 0,-2 1 171 0,0 0 85 16,-1 1-944-16,0 0 493 15</inkml:trace>
  <inkml:trace contextRef="#ctx0" brushRef="#br1" timeOffset="-31576.09">4995 15229 2517 0,'-4'9'0'0,"3"0"0"0,1-1 0 16,-3-1 0-16,3 4 0 0,0 0 0 0,0 0 0 0,6 3 0 0,3 1 0 0,4 2 0 0,-5 0-326 0,5 2 182 0,-2-1 90 15,2 2-355-15,-3-1 213 0</inkml:trace>
  <inkml:trace contextRef="#ctx0" brushRef="#br1" timeOffset="-31441.22">5043 15673 2693 0,'-15'11'0'0,"4"0"0"0,2-5 0 0,-2-1 0 0,4 0 0 0,2-5 0 0,3 0 0 16,2 0 0-16,0 0 0 0,0 0 0 0,4-2 123 0,9-3 289 0,2-5-189 0,2-1-93 0,2 0-220 0,5-5 59 0,-1 1 33 15,-3 0 1-15,5 1-646 16,0-5 340-16,0 1 179 0,-1-2-717 0,-1-4 345 16</inkml:trace>
  <inkml:trace contextRef="#ctx0" brushRef="#br1" timeOffset="-31265.25">5328 15109 2950 0,'-14'3'0'0,"6"-2"0"0,2 2 0 0,-1 0 0 0,4-1 0 0,3-2 0 0,0 2 0 0,3-2 0 0,10 2 0 0,6 0 0 0,6 2 239 0,-5-2 228 0,10 2-220 0,0-3-219 16,0-1-28-16,2 1-61 0,-2-1-53 0,-4 3 85 15,4-1-511-15,-10 0 288 0,0 0 145 0,-3-1 71 16,-2 4-631-16,-4-4 246 0,-3 1 201 0,-1 0 66 15,-3-2-183-15</inkml:trace>
  <inkml:trace contextRef="#ctx0" brushRef="#br1" timeOffset="-30763.81">5586 14911 2164 0,'-6'0'0'0,"5"0"0"0,-5 4 0 0,3 7 0 0,-1 4 0 0,-1 2 0 0,0 3 0 0,-1 4 0 0,-3 3 0 0,-1-1 0 0,-3 5 142 0,-2-1 6 0,-3 2-55 15,-5-3-29-15,4 2 0 0,-5-5 12 0,5-5 10 16,-1 3-50-16,5-9 0 0,0-2 201 16,5-4-100-16,3-1-42 0,2-4 84 15,0-2-71-15,5-2-36 0,0 0 122 0,5 0-194 16,11 0 0-16,5 0 0 0,3-2 0 0,1-2 0 16,2-4 0-16,0 3 0 0,-3-1 0 0,6-1 0 15,-7 3 0-15,2-2 0 0,-3 2-147 0,-4 3-64 16,0-1 70-16,-7 0-199 0,0 2 105 0,-3 0 99 15,-3 0 50-15,-5 0-285 0,0 0 158 16,0 4 93-16,0 1-30 0,-11 2 57 0,0 3 28 0,1-2 0 16,-6 0 198-16,2 3-80 15,-1 2-44-15,-1 0-1 0,-4 4 358 0,4 0-200 16,-3 3-111-16,-1 2 249 0,1 5-81 0,-2 0-105 16,1 1 37-16,3-5 211 0,5 1-155 0,1-3-93 15,4 0-30-15,2-1-88 0,5-6 0 0,0-3 0 16,0-1 0-16,0-4 0 0,6-2 0 0,7-4 0 15,4 0 0-15,5-2 0 0,-5-6 0 0,8-3 0 16,-2-4 0-16,0 6 0 0,-2-1 0 0,-1-1 0 16,-2 4 0-16,-1 0 0 15,-1 4 0-15,-4 0 0 0,-2 3 0 0,-1 0 0 16,0 0 0-16,-7 5 0 0,0 5 0 0,-2 0 0 16,0 1 0-16,0 3 0 0,0-3 0 0,-2 4-203 15,0-7-76-15,-3 1 122 0,1-2 60 0,2-3-261 16,2 1 152-16,0-5 89 0,0 0-574 0,2-5 327 15,9-13 163-15</inkml:trace>
  <inkml:trace contextRef="#ctx0" brushRef="#br1" timeOffset="-30232.34">6104 14954 3047 0,'10'-6'0'0,"-3"5"0"0,-2 1 0 0,-4 0 0 0,-1 0 0 0,0 5 0 0,-5 6 0 0,-9 3 0 0,-2 4 0 0,0 2 0 0,-2 1 177 15,-3 1 73-15,0 2-97 0,-1 1-63 0,1-1-27 16,1-1 0-16,1-2 0 0,5-1-38 0,3 0-25 16,3-1 0-16,0 1 0 0,3-3 0 15,2 2 0-15,3 0 0 0,0 2 0 16,0 5 0-16,0 0 0 0,0 0 0 0,0 4 0 16,3 4 0-16,-3-4 0 0,2 2 0 0,-2 0 0 15,0-4 0-15,0 1 0 0,0-3 0 0,0-5 0 16,0 2 0-16,0-7 0 0,0-5 0 0,0 0-402 15,0-5 97-15,0-2 126 0,0-4 76 0,0 0-383 16,0-4 225-16,0-13 112 0,0-8-198 0,0 0 147 16,0-7 86-16,0-9 39 15,0-2-43-15,0-4 41 0,0-1 0 0,3 7 32 16,0 2-13-16,5 3 22 0,-1 6 0 0,1 7 281 16,4 1-141-16,3 4-79 0,-1 6-26 0,5 0 541 15,5 2-277-15,-1 6-63 0,5-3 319 16,-6 2-233-16,10 4-129 0,-2-1-60 0,-2 2 216 0,2 0-138 15,-3 0-69 1,-2 0-67-16,-1 3-39 0,-4 7 0 0,-1-4 0 0,-2 4 0 16,-4 2 0-16,-2-1 0 0,-1 4 0 0,-3 0 0 15,-5 6 0-15,0 0 0 0,1 4 0 0,-3 4 0 16,0 1 0-16,0 2 0 0,0 3 0 0,0-5 0 16,0 5 0-16,1-6 0 0,1 2 0 0,0-3 0 15,1-3 0-15,1-2 0 0,0-1 0 0,0-2 0 16,-1-1 0-16,-2-4 0 0,-1-3-241 0,0-1 75 15,0-3-563-15,0-2 350 0,-9-2 172 0,-3-3 85 16,-1-1-490-16,-6 0 288 16,0 0 135-16,-7-15 80 0</inkml:trace>
  <inkml:trace contextRef="#ctx0" brushRef="#br1" timeOffset="-30004.14">6086 15533 2267 0,'-8'-10'0'15,"3"5"0"-15,5 3 0 0,0-1 0 0,0 3 0 0,0 0 0 0,0 0 0 0,0 0 0 0,5 6 0 0,3 4 0 0,0-1 148 0,-3 1 139 0,-1-1-116 0,-1 3-71 0,-1 1-33 0,0-5-45 16,-2 4 15-16,0-2-1 16,0-3-117-16,0 0 55 0,-7-3 30 0,1-2 1 15,0-2-69-15,-1 0 49 0,-3 0 36 0,7-2-10 16,-1-8-113-16,3 3 63 0,-2-2-20 0,3 4 94 16,0-4-60-16,0 6 20 0,0-1-23 0,0 0 69 15,0 2-21-15,3 0 0 0,0 2-24 0,1 0 6 16,-1 0 16-16,-1 0-14 0,4 0-436 0,-4 2 208 15,3 3 93-15,0-5 59 0,2 0-613 0</inkml:trace>
  <inkml:trace contextRef="#ctx0" brushRef="#br1" timeOffset="-29596.49">6594 14997 3663 0,'4'-5'0'0,"6"2"0"0,-2 3 0 0,-5 0 0 0,2 0 0 16,-4 0 0-16,2 11 0 0,0 0 0 0,-2 1 0 0,1 5 0 0,-2 1 163 0,0-2-58 0,0 3-105 0,0 0 0 0,0 0 0 16,0-2 0-16,0-1-69 0,0-1-12 0,-2-5-573 15,-2 0 340-15,1-4 176 16,-1-3 87-16,2-3-560 0,-3 0 288 0,-1 0 134 16,2-11 81-16,-2-7-128 0,4-2 100 0,-3-6 50 15,1-3-4-15,3-4 18 0,-1-12 8 0,2 1 28 16,0-2-26-16,0 0-1 0,2 11 27 0,-1 5 81 15,8 1-36-15,-3 5-22 0,4 6-1 0,2 1 455 16,3 5-234-16,0 2-74 0,3 4-70 16,6 4 291-16,-1-5-162 0,3 5-56 15,3 1 211-15,-6-2-147 0,8 3-86 0,-4 0-39 16,-3 0 189-16,-2 0-114 0,-1 6-57 0,-1 6 249 16,2 3-158-16,-6 3-87 0,-2 2-97 0,-1 1 0 15,-3 3 0-15,-2-2 0 0,-1 8 0 0,-3-2 0 16,0 0 0-16,0 1 0 0,0-4 0 15,-2 0 0-15,0 5 0 0,-2-5 0 0,0-3 0 0,0 1 0 16,0-2 0-16,0-2-399 0,0-2-84 16,0-3 190-16,-2 0 129 0,-6-3-644 15,0-4 385-15</inkml:trace>
  <inkml:trace contextRef="#ctx0" brushRef="#br1" timeOffset="-29425.29">6672 14984 3719 0,'-3'2'0'0,"3"1"0"0,-3 1 0 0,3-2 0 0,0 0 0 0,3 1 0 0,7-2 0 0,5 0 0 0,10 4 0 0,0-4 0 0,3-1 155 0,2 3-98 0,0-3-57 0,0 0 0 16,0 0 0-16,-4 0-20 0,-4 0-246 0,-3 0 147 0,-1 1-824 16,-8 3 482-16,-6 1 242 0,-4 5 120 15</inkml:trace>
  <inkml:trace contextRef="#ctx0" brushRef="#br1" timeOffset="-29274.79">6741 15164 2953 0,'-7'4'0'0,"5"2"0"0,-2-5 0 0,4 1 0 16,0 0 0-16,0-2 0 0,4 0 0 0,9 0 0 0,6 0 0 0,1 0 0 0,3 0 206 0,5 0-89 0,-1 0 129 0,-1 0-105 0,3 0-53 0,-4-2-156 15,-3-1 62-15,-2 1 16 0,-2-1-680 0,-2 2 353 16,-7 1 177-16,-4 0 88 0</inkml:trace>
  <inkml:trace contextRef="#ctx0" brushRef="#br1" timeOffset="-29068.22">6464 15372 3509 0,'-5'0'0'15,"5"0"0"-15,0 0 0 0,1 0 0 0,8 0 0 0,11 5 0 0,6-3 0 0,9-2 0 0,11 0 0 0,7 0 0 0,15 0 170 0,-3 0 82 0,-1-4-252 0,2-5 0 0,-13 3 0 16,6-2 0-16,-6 1 0 16,-8 1 0-16,-8 3 0 0,-1 1 0 0,-12 0 0 15,-6 0 0-15,-5 2-682 0,-3 0 267 0,-8 0 221 16,-2 0-51-16,-13 7-607 0,-13 5 399 0</inkml:trace>
  <inkml:trace contextRef="#ctx0" brushRef="#br1" timeOffset="-28498.27">6692 15483 3072 0,'0'14'0'0,"4"-2"0"0,2 2 0 0,-4 0 0 0,3 0 0 0,-3 3 0 0,4-2 0 0,-3 2 0 0,3-1 0 0,0 2 0 0,-1-3 192 0,-3-4-69 0,-1 2-48 0,0-3-455 16,2 0 208-16,-2-5 104 0,-1-3 53 0,0-1-541 15,0-1 278-15,0 0 140 0,0-6-246 0,0-8 173 16,2-3 88-16,2-2 34 0,3 0 0 0,2 0 26 15,-1 2 0-15,3 1 27 0,3 1 165 0,0 4-92 16,2 1-32-16,0 3-1 0,2 3 293 0,-1 2-167 16,-1 0-83-16,2 2 363 15,-4 0-200-15,1 2-32 0,-2 6 21 0,-5-2-81 16,-3 3-41-16,2 0 9 0,-6 0-78 0,-1 2 0 16,0-1 29-16,-8 2 0 0,-3-4-86 0,-4 0 51 15,0-3-8-15,1 0-53 0,0-4 48 16,1 2 24-16,1-3 0 0,3 0-101 0,4 0 50 0,0 0 1 15,3 0 12-15,2 0 14 0,0 0 11 16,0 0-19-16,2 0 27 0,3 0-11 0,4 0 0 0,1 0 5 16,-1 0 15-16,-2 1-12 15,2 3-5-15,0-4-9 0,-4 5 10 0,-1-1 5 16,-1 0-4-16,-1-2-43 0,0-1 1 0,1 3 36 16,-3-4-23-16,0 1-4 0,0-1 26 0,0 0-11 15,0 0 37-15,0 0-31 0,0 0 2 0,0 0-4 16,0 0 38-16,0 0-37 0,0 0 3 0,-3 0 0 15,1 1 168-15,-3 5-72 0,-1 4-42 0,0-1 171 16,-2 3-101-16,-1 0-31 0,1 3 107 0,-3 1-77 16,0 0-31-16,3 1-8 15,-3 0-15-15,6-2 0 0,-2 0-24 0,3-4-1 16,2 0 52-16,2-1-52 0,-1-1 1 0,1-1 8 16,0-1-45-16,0-4 0 0,5-1 0 0,7 1 0 15,1-1 0-15,1-2 0 0,3 0 0 0,4 0 0 16,1 0 0-16,8 0 0 15,-2 0-273-15,1 0 1 0,3 0 113 0,1 0 77 0,5 1-900 0,8 3 477 16</inkml:trace>
  <inkml:trace contextRef="#ctx0" brushRef="#br1" timeOffset="-28375.43">7547 15904 3931 0,'5'-2'0'0,"0"1"0"0,-2-1 0 0,0 0 0 0,-3 0 0 15,0 0 0-15,0 0 0 0,0 2 0 0,0 0 0 0,2 0 0 0,3 0 0 0,4 0 0 0,0 0 0 0,1 4 0 16,1 2 0-16,5 9 0 0</inkml:trace>
  <inkml:trace contextRef="#ctx0" brushRef="#br1" timeOffset="-19328.18">15057 8545 2255 0,'0'0'0'0,"0"0"0"0,0 0 0 0,0-2 0 0,0-2 0 0,0 0 0 0,1 2 0 0,1 1 0 0,2-2 0 0,-1 1 0 0,1 1 307 15,1-1-121-15,0 2-77 0,-1 0-33 0,1 0 173 16,1 0-103-16,1 0-51 0,1 0 11 0,-1 0 121 15,3 0-92-15,-3 0-95 0,3 0-40 0,-3 0 0 16,2 0 0-16,0 0 0 0,0 0 0 0,-2 0 0 16,2 0 0-16,-1 0 0 0,1 2 0 0,-1-2 0 15,2 0 0-15,-3 0 0 0,2 1 0 0,-2-1 0 16,2 0 0-16,-2 0 0 16,0 0 0-16,2 0 0 0,3 0 0 0,-1 0 0 0,-2 0 0 15,5 0 0-15,-1 0 0 0,0 0 0 0,2 0 0 0,-1-1 0 16,0-1 0-16,2 2 0 0,-2-2 0 0,4 2 0 15,-2-2 0-15,1 1 0 0,1-1 0 0,2 2 0 16,1-2 0-16,-1 0 0 0,4 0 0 16,3-5 0-16,-5 4 0 0,8-2 0 15,1-1 0-15,-4 1 0 0,1-1 0 0,-1 3 0 16,4-3 0-16,-4 0 0 0,-1 3 0 16,-1-1 0-16,1 0 0 0,-2 0 0 0,2 2 0 0,-5-2 0 15,2 3 0-15,1-2 0 0,-1 2 0 16,-1-1 0-16,1-1 0 0,1 2 0 0,1 1 0 15,-1-1 0-15,1-2 0 0,-4 1 0 0,6 0 0 16,-1 0 0-16,1 1 0 0,-1-1 0 0,1 0 0 0,-4 0 0 16,5 2 0-16,-3 0 0 15,-4-2 0-15,2 0 0 0,4 2 0 16,-6-2 0-16,6 2 0 0,-1 0 0 0,1 0 0 16,-1-2 0-16,1 2 0 0,-4-1 0 0,9-1 0 0,-2 0 0 15,-2 2 0-15,2 0 0 0,2-2 0 16,0 2 0-16,2 0 0 0,3 0 0 0,-4 0 0 0,2 0 0 15,1 0 0 1,-3 0 0-16,3 0 0 0,0 0 0 0,0 0 0 0,1 0 0 0,1 0 0 16,1 0 0-16,7 0 0 0,-5 0 0 15,2 0 0-15,4 0 0 0,2 0 0 0,-8 0 0 16,14 0 0-16,-9 0 0 0,3-2 0 0,-2 2 0 16,-2 0 0-16,-4 0 0 0,12 0 0 15,-6 0 0-15,0 0 0 0,4 0 0 0,1 0 0 0,3 0 0 16,-1 0 0-16,1 0 0 0,-3 0 0 0,5 0 0 15,-3 0 0-15,1 0 0 0,-1 0 0 16,0 0 0-16,3 0 0 16,7 0 0-16,-11 0 0 0,5 0 0 0,-3 0 0 0,-2 0 0 15,2 0 0-15,0 2 0 0,-2 0 0 0,0-2 0 16,2 2 0-16,2 0 0 0,8-2 0 0,-3 0 0 16,0 0 0-16,-9 0 0 0,13 0 0 0,-6 0 0 15,0 0 0-15,0 0 0 0,-5-2 0 0,10 0 0 16,-1-2 0-16,-2 2 0 0,0 1 0 0,-7-1 0 15,2-1 0-15,1 2 0 0,1-1 0 0,-1 0 0 16,0 0 0-16,6 2 0 0,-7-2 0 0,16 1 0 16,-10-2 0-16,3 0 0 0,-4 1 0 0,0-2 0 15,-6 1 0-15,13 1 0 16,-10-3 0-16,1 4 0 0,7-2 0 0,-5 2 0 16,-7-1 0-16,4 1 0 0,-1 1 0 0,-2 0 0 15,1 0 0-15,1 0 0 0,-4 0 0 0,11 0 0 16,-5 0 0-16,2 0 0 0,0 0 0 0,-10-3 0 15,6 3 0-15,0 0 0 0,1 0 0 16,-3 0 0-16,1 0 0 0,0-1 0 0,3 1 0 0,9 0 0 16,-7-3 0-16,-10 3 0 15,6-1 0-15,0-1 0 0,-1 0 0 0,-1 1 0 0,1-1 0 16,-5-1 0-16,4 2 0 0,8-1 0 16,-13 0 0-16,6 0 0 0,-4 1 0 0,2-2 0 15,-2 0 0-15,-2 0 0 0,-1 2 0 0,-1-1 0 16,1-1 0-16,0 2 0 0,2-1 0 0,3 0 0 15,-1 0 0-15,-1 0 0 0,0-2 0 0,0 3 0 16,2-5 0-16,2 2 0 16,-1-1 0-16,8-1 0 0,-4 1 0 0,3 0 0 15,2-2 0-15,2 1 0 0,-11 4 0 0,5-3 0 16,-1 0 0-16,-2-1 0 0,-1 4 0 0,-4-2 0 16,2 1 0-16,9 0 0 0,-4 2 0 0,-7-1 0 15,2 0 0-15,-1 0 0 0,-4 2 0 0,3-2 0 16,-6 2 0-16,6 0 0 15,-4 0 0-15,-1-2 0 0,5 2 0 0,2 0 0 0,1 0 0 0,0-2 0 16,0 2 0-16,1-1 0 16,-4-2 0-16,3 2 0 0,-2-1 0 0,0 0 0 0,-1 1 0 15,2-2 0-15,-1 1 0 0,2 1 0 16,-3-1 0-16,-4 0 0 0,-10 2 0 0,1-2 0 16,-3 2 0-16,-5-2 0 0,-2 1 0 0,-3-1 0 15,-8 2 0-15,2-3 0 0,-3 1 0 0,-5 1 0 16,-2 0 0-16,-4-2 0 0,1 1 0 0,-4 1 0 15,2-4 0-15,-4-1 0 0,2 1 0 0,-3-4 0 16,1-2 0-16,0 1 0 0,-1-5 0 16,2 2 0-16,-3-4 0 0,0 0 0 15,0 0 0-15,-6 1 0 0,-5 4 0 0,-6 6 0 16,-8 6 0-16</inkml:trace>
  <inkml:trace contextRef="#ctx0" brushRef="#br1" timeOffset="-8425.16">8853 15109 3061 0,'-3'0'0'0,"1"0"0"0,2 0 0 0,0 0 0 0,0 3 0 0,7 1 0 0,7 1 0 0,4-1 0 0,2 0 0 0,4 0 0 0,-3-4 199 15,11 4-85-15,-5-4 85 0,0 1-80 0,-1 0-41 16,1-1-1-16,-4 3-91 0,-1-1 20 0,-2 0 1 16,-2 1 30-16,-7 2-277 0,3-2 139 0,-5 0 79 15,-4 1-207-15,-1 0 93 16,-3 0 79-16,1-2-47 0,0-1-524 0,-2-1 286 0,0 0 157 16,0 0-310-16,-5-1 230 0,-1-13 113 0,-3-8 57 15</inkml:trace>
  <inkml:trace contextRef="#ctx0" brushRef="#br1" timeOffset="-8120.46">9116 14845 2034 0,'-10'-14'0'0,"2"3"0"0,1 6 0 0,2 4 0 0,-3-2 0 0,4 3 0 16,-4 0 0-16,5 9 0 0,1 7 0 0,2 4 0 0,0 5 156 0,0 1-60 0,0 6 374 0,2 0-216 16,3 5-99-16,3 5 134 0,0-1-126 0,-3-7-63 0,2 5-31 0,2-1-51 15,-4-1 20-15,1-3-1 0,-3-2-143 0,-1 0 72 16,-2-3 35-16,0-2 10 0,0 2-69 0,-4-5 47 15,-5-5 25-15,-4-2-1 0,0-2-16 16,-1-4 38-16,0-6-56 0,1-2 66 0,-2-3-25 0,2 0-13 16,-1-3-11-16,3-9 28 15,2-3-1-15,1-3-12 0,2 2-29 0,2 1 33 16,4 0 22-16,0 4-13 0,0-5 3 0,0 5-27 16,2 2 0-16,6 0 0 0,2 4 0 0,0 0 0 15,0 1 0-15,0 3 0 0,1-1-4 0,1-1-22 16,-2 3-6-16,0 0-500 0,-1 0 257 0,-1 0 126 15,-3 0-284-15,1 6 197 16,-2 0 100-16,-1-3 40 0,-1 2-583 0</inkml:trace>
  <inkml:trace contextRef="#ctx0" brushRef="#br1" timeOffset="-7690.29">8774 14934 2564 0,'-9'0'0'0,"-1"5"0"0,4 1 0 0,3 1 0 0,-1 1 0 15,4 3 0-15,0 2 0 0,0 3 0 0,0 2 0 0,2 1 0 0,1-1 89 0,3 1-16 0,-1 0 72 0,2 1-54 0,-1 0-27 0,-1 1 1 0,-4-3 1 16,3 3 9-16,-2-1-37 0,1 1 88 16,-1 0-44-16,0 5 0 0,0-3-45 0,-2-1 143 15,3 6-76-15,-3-5-54 0,0 0-50 0,0 3 0 16,0-5 0-16,0 8 0 0,0-4 0 0,-5-1 0 15,0-3 0-15,-3 1 0 0,2-1 0 0,-5-3 0 16,2 0 0-16,2-5 0 0,-1-2 0 0,0-4 0 16,1-1 0-16,1 0 0 15,-1-4 0-15,2 0 0 0,-2-2 0 0,4 1 0 16,1-1 0-16,0 0 0 0,0 0 0 0,2 0 0 16,0 0 0-16,0 0 0 0,2 4 0 0,10 0 0 15,8-1 0-15,5 1 0 16,5 2 0-16,3 0 0 0,6-1 0 0,5 1 0 0,-3-2 0 0,0 1 0 15,3 1 0-15,-8-2 0 16,1 2 0-16,-3-3 0 0,-3 4 0 0,-6-2 0 0,-2 2 0 0,-5-2 0 16,-4 1 0-1,-4 0 0-15,-4-2 0 0,-1-2-407 0,-5 1-72 0,0-1 221 16,0-2 101-16,-10 0-617 0,-3-2 368 0</inkml:trace>
  <inkml:trace contextRef="#ctx0" brushRef="#br1" timeOffset="-7220.4">8098 14915 1976 0,'-13'-8'0'0,"5"6"0"0,2 2 0 0,1 0 0 0,-1 0 0 0,4 2 0 0,-1 7 0 0,0 5 0 0,3 3 0 0,0 7 0 0,3 0 125 0,2 7 146 16,2 1-108-16,3 3-67 0,1 9-30 0,-6-4 124 0,0 6-77 0,-4-1-38 16,1-2 10-16,-2 9 32 0,0-7-41 15,-3 3 1-15,-7-7-39 0,-1 0 40 16,0-7 10-16,-3-1-51 0,2-4 74 0,4-5-37 15,-2-5-1-15,3-3-71 0,2-4-2 0,0 2 0 16,2-7 0-16,3 1 0 0,0-5 0 0,0 1 0 16,0 1 0-16,3 0 0 0,8-2 0 0,3 3 0 15,1-3 0-15,4 0 0 0,2 3 0 0,4-2 0 16,2 1 0-16,1-2 0 0,4 0 0 0,1 1 0 16,-1-1 0-16,2-2 0 0,0 1 0 0,-1-2 0 15,-3 3 0-15,-3-3 0 16,-8 0 0-16,2 0 0 0,-8 0 0 0,0 0 0 15,-7 0 0-15,-2 0 0 0,-2 0 0 0,-1 0 0 16,-1 0 0-16,0-3 0 0,0 0 0 0,0-4-466 16,0 1 66-16,0 1 187 0,2-2 87 15,7 1-749-15</inkml:trace>
  <inkml:trace contextRef="#ctx0" brushRef="#br1" timeOffset="-6764.49">9707 15036 2426 0,'-7'-16'0'0,"-2"8"0"0,-2 4 0 0,2 1 0 0,-3-1 0 0,-2 3 0 0,1 1 0 0,-2 0 0 0,2 0 0 0,-3 2 0 0,0 11 119 0,-3 5-45 16,1 1 375-16,0 5-206 0,3 4-103 15,-1 5 340-15,5-1-480 0,2 4 0 0,2 0 0 16,5 7 0-16,2-1 0 0,0-3 0 0,2-4 0 16,10-1 0-16,1 0 0 0,5 0 0 15,-4-3 0-15,5-4 0 0,-1-3 0 0,1 1 0 0,-1-5 0 16,3-2 0-16,-2-1 0 0,-2-2 0 0,2-1 0 16,-1-3 0-16,-1-2 0 0,1-2 0 15,-2-1 0-15,2-4-104 0,-2 0-683 16,-1-2 379-16,0 0 186 0,3 0 92 0,-4 0-608 15,3-2 351-15,-4-6 165 0</inkml:trace>
  <inkml:trace contextRef="#ctx0" brushRef="#br1" timeOffset="-6274.74">10004 15243 2751 0,'-7'-4'0'0,"-1"3"0"0,0-1 0 0,-1 0 0 0,-1 0 0 0,1 2 0 0,0 0 0 0,-2 0 0 0,1 4 0 0,1 7 0 0,0 3 492 0,2 2-217 0,3 2-124 16,-1 3 111-16,5 4-262 0,0-1 0 0,0-2 0 15,2-1 0-15,7 4 0 0,5-2 0 0,0-3 0 16,4-2 0-16,1 0 0 0,-5-5 0 0,7 0 0 16,-1-2 0-16,1-1 0 0,0-5 0 0,-1-1 0 15,0-3 0-15,-1-1 0 0,-1 0 0 0,-1 0 0 16,-2-5 0-16,0-8 0 0,-2-1 0 0,-1-5 0 16,-3-6 0-16,-2 4 0 15,-5-7 0-15,0 2 0 0,0 1 0 0,-2-7 0 16,0 3 0-16,-6-2 0 0,-6 3 0 0,-2 4 0 15,-1 5 0-15,-2-1 0 0,-3 3 0 0,1 6 0 16,-4 1 0-16,-3 4 0 0,6 4 0 0,-9 2 0 16,7 0 0-16,1 0 0 0,-1 10 0 0,3 0 0 15,1 3 0-15,4 0 0 0,3 0 0 0,4 0 0 16,4 0 0-16,2 0 0 0,1 1 0 16,0-4 0-16,1 4 0 0,7-3-509 15,3-1 103-15,2 3 184 0,2-4-493 0,0 2 343 16,2 0 167-16,1 1 84 0,3-2-217 0</inkml:trace>
  <inkml:trace contextRef="#ctx0" brushRef="#br1" timeOffset="-6015.84">10539 15472 3336 0,'2'0'0'0,"-2"0"0"0,2 0 0 0,-1 0 0 0,-1 0 0 0,2 0 0 0,1 4 0 0,-3 2 0 0,2 1 0 0,0 1 0 0,0 3 171 0,-2 0-71 0,0 3 83 16,0 1-73-16,0-3-79 0,-4 5-31 0,-8-1 0 15,-3-2 0-15,-2 5 0 0,-3-4 0 0,-2 0 0 16,-3-1 0-16,-4-1 0 0,-1-1 0 0,0-1 0 16,-2 2 0-16,0-4 0 15,4-1 0-15,5-3 0 0,2-1 0 0,3-3-71 16,9-1-164-16,1 0 112 0,4 0-28 0,4 0-634 15,4-1 378-15</inkml:trace>
  <inkml:trace contextRef="#ctx0" brushRef="#br1" timeOffset="-5634.79">10877 15258 2464 0,'-11'-8'0'0,"2"7"0"0,-1-1 0 0,-1 2 0 0,-1 0 0 0,1 0 0 0,0 7 0 0,0 3 0 0,3 2 0 0,-1 6 0 0,6 1 521 0,-1 5-242 15,4-3-112-15,0 7 165 0,2-3-164 0,7-2-168 16,5 1 0-16,0-8 0 0,7 4 0 0,-1-5 0 16,3-1 0-16,0-6 0 0,-3-5 0 0,2 0 0 15,5-3 0-15,-4 0 0 0,-2-8 0 0,0-5 0 16,0-6 0-16,-6 3 0 0,4-9 0 0,-6 0 0 15,1-1 0-15,-5 0 0 0,-2-1 0 16,-3-4 0-16,-3 4 0 0,-1-3 0 0,0-2 0 16,-3 2 0-16,-10 3 0 0,-1 6 0 0,-4-2 0 15,-5 5 0-15,2 6 0 0,-2 2 0 0,-4 6 0 16,5 3 0-16,-10 1 0 0,3 0 0 0,1 7 0 16,0 7 0-16,1 2 0 15,2 3 0-15,4-1 0 0,4 5 0 0,8-4 0 16,1 2 0-16,3 3 0 0,5-1 0 0,0 2-880 15,2 0 360-15,12-2 241 0,5 0-711 0</inkml:trace>
  <inkml:trace contextRef="#ctx0" brushRef="#br1" timeOffset="-5440.45">11358 15405 3269 0,'11'3'-2'0,"1"5"1"0,-6-1 1 0,-3 1 0 0,-1 1 0 0,-2 5 0 0,0-2 0 0,0 3 0 0,-7 1 0 0,-5 3 0 0,-1-2 663 0,-2 1-661 0,-4 0-2 16,2-3 0-16,-6 5 0 0,1-5 0 0,0-2 0 16,-3-2 0-16,7-4 0 0,-1 1 0 0,4-4 0 15,1-2 0-15,4-2 0 0,-1 0 0 0,4 0 0 16,4 0-825-16,3-4 276 0,0-6 255 0</inkml:trace>
  <inkml:trace contextRef="#ctx0" brushRef="#br1" timeOffset="-5104.37">11553 15283 3800 0,'0'-4'0'0,"-2"2"0"0,1 1 0 0,1 1 0 0,-2-3 0 0,2 3 0 0,0-2 0 0,0 1 0 16,5-4 0-16,9 2 0 0,2-3 131 0,2 4-131 0,-2-3 0 0,1 1 0 0,2 0 0 0,0 2 0 16,0 1 0-16,-3-1 0 15,4 0 0-15,-2 0 0 0,1 0 0 0,0 2 0 16,-1-1 0-16,1-2 0 0,0 3 0 0,-4-1 0 15,0 1 0-15,-2-2 0 0,-2 2 0 0,-2 0-2 16,1 0-105-16,-4 0-781 0,-1 0 426 0,1 0 213 16,4 0 107-16,-1 0-656 0</inkml:trace>
  <inkml:trace contextRef="#ctx0" brushRef="#br1" timeOffset="-4823.13">12151 14971 3811 0,'0'0'0'0,"2"-2"0"0,-2 2 0 0,0-3 0 0,0 3 0 0,0 0 0 0,0 0 0 0,0 0 0 0,0 0 0 0,0 6 0 0,0 8 120 16,0 2-120-16,4 5 0 0,-1 6 0 0,3 4 0 16,-1 4 0-16,-1-2 0 0,-2 2 0 0,2 10 0 15,-2-12 0-15,0 5 0 0,0-1 0 0,0 1 0 16,-2-2 0-16,0-4 0 0,0-2 0 0,0-2 0 15,0-6 0-15,0 1 0 0,0-6 0 0,0-3 0 16,0-2 0-16,0-4 0 0,0-3 0 0,0-3 0 16,0-1 0-16,0-1-328 0,0 0-116 0,0 0 204 15,0-6 102-15,0-10-738 0,0-4 411 16,0-10 219-16,0-9 106 0</inkml:trace>
  <inkml:trace contextRef="#ctx0" brushRef="#br1" timeOffset="-4516.72">12391 14858 3710 0,'6'-6'0'0,"3"1"0"0,-3-1 0 0,-1 3 0 0,1-1 0 0,4 2 0 0,-1 1 0 0,2 1 0 0,1 0 0 0,2 5 0 0,2 7 221 16,0 8-221-16,1 2 0 0,2 4 0 0,-2 5 0 15,-2 0 0-15,2 3 0 0,-4 2 0 0,-1 2 0 16,-3-3 0-16,-4 3 0 0,-1 2 0 15,-4 2 0-15,0-2 0 0,0-5 0 0,-9 10 0 0,-4-4 0 16,-3 0 0-16,4-10 0 16,-4 4 0-16,2-5 0 0,-2-1 0 0,3-4 0 15,0-6 0-15,0-1 0 0,0-1 0 0,-2-6 0 16,2-1 0-16,-3-3 0 0,2 1 0 0,-4-5 0 16,4 1 0-16,-3-1 0 0,2-1 0 0,-1 1 0 15,2 0 0-15,0 1 0 0,3 0 0 0,-2 3-234 16,3-1 83-16,1 2 63 0,2-1-927 0,1 2 490 15</inkml:trace>
  <inkml:trace contextRef="#ctx0" brushRef="#br1" timeOffset="-4323.74">12757 15846 3931 0,'0'-4'0'0,"0"2"0"0,2 2 0 0,0 0 0 0,-2 0 0 0,0 0 0 0,0 0 0 0,0 0 0 0,0-2 0 0,0 2 0 0,0-1 0 0,0-2 0 0,0 2 0 16,-4-1 0-16,-1 2 0 0</inkml:trace>
  <inkml:trace contextRef="#ctx0" brushRef="#br1" timeOffset="15561.68">13658 15693 2433 0,'-14'-5'0'0,"-1"3"0"0,0 0 0 0,0 1 0 0,3-1 0 0,5 0 0 0,0 0 0 0,3 2 2 0,2-2 2 0,0 2 0 0,2 0 589 0,2 0-276 16,11 0-139-16,6 0 222 0,5 0-400 0,4 0 0 15,4 0 0-15,0 0 0 0,5 0 0 0,5 0 0 16,-4 0 0-16,11 2 0 15,-3 0 0-15,2-2 0 0,-2 0 0 0,2 0 0 0,-9 0 0 0,2 0 0 16,-3 0 0-16,-4 0 0 16,-4 0 0-16,-10 0 0 0,3 0 0 0,-6 0 0 15,-6 2 0-15,-2-2-89 0,-1 0-262 0,-4 0 157 16,0 0-617-16,-3 0 391 0,1 0 192 0,0-11 97 16,-2-5-570-16</inkml:trace>
  <inkml:trace contextRef="#ctx0" brushRef="#br1" timeOffset="15796.82">14277 15444 3244 0,'-21'-6'0'0,"2"5"0"0,3-2 0 0,-2 3 0 0,8 0 0 0,-2 0 0 0,6 0 0 0,3 0 0 0,3 0 0 0,0 0 0 0,5 4 388 0,18 4-176 0,1 2-125 0,8-1-87 16,2 2 0-16,9 2 0 16,-3 0 0-16,3 1 0 0,1-1 0 0,-3 2 0 0,-8-4 0 0,1 3 0 15,-4 0 0-15,-9 0 0 0,-1 1 0 16,-8-1 0-16,-5 1 0 0,-7 4 0 0,0 2 0 0,-17-2 0 15,-5 1 0-15,-6-1 0 0,-4 2 0 0,-5-1 0 16,4-6 0-16,-3 1 0 16,2-2 0-16,3-2-119 0,0-2 35 0,1-1-733 15,4-1 391-15,1 3 195 0,0-1-568 0,8 1 373 16,-2 3 199-16</inkml:trace>
  <inkml:trace contextRef="#ctx0" brushRef="#br1" timeOffset="16153.79">14191 16009 2572 0,'5'4'0'16,"-1"-2"0"-16,-1 0 0 0,-1 0 0 0,0-2 0 0,-2 0 0 0,0 0 0 0,0 0 0 0,0 0 0 0,0-2 0 0,0-3 185 0,0-1-65 0,-2-1 85 0,-3 1-84 15,-1-3-43-15,-3 6 106 0,-1-2-74 0,-1 2-28 16,-1 2-9-16,-2 1 41 0,-2 0-38 0,-2 0-65 16,1 0-11-16,-1 5 0 0,-2 5 0 0,2 0 0 15,-1 0 0-15,5 5 0 0,-2-5 0 0,7 3 0 16,1 1 0-16,4-1 0 0,4-1 0 0,0 6 0 15,2-3 0-15,13 2 0 0,8 1 0 0,-1-2 0 16,3-1 0-16,3-3 0 16,-2 2 0-16,-5-3 0 0,5 2 0 0,-9-2 0 15,0 2 0-15,-4 2 0 0,-4-3 0 0,-3-1 0 16,-3 1 0-16,-3 4 0 0,0-2 0 0,-3 0 0 16,-8-1 0-16,-4 0 0 0,-8 3 0 0,3-5 0 15,-3-2 0-15,-1 0 0 0,3-7 0 0,-4 2 0 16,1-4 0-16,4 0 0 0,-3 0 0 0,4 0 0 15,1-5 0-15,2-6 0 0,5-3 0 0,6-3 0 16,3 0 0-16,2-1-61 0,0-1-288 16,11-4 164-16,6 5 59 0,3 1-433 15,7-2 262-15</inkml:trace>
  <inkml:trace contextRef="#ctx0" brushRef="#br1" timeOffset="16361.73">14805 15863 3931 0,'-10'0'0'0,"8"0"0"0,2 2 0 0,-2 0 0 0,2 3 0 0,0-1 0 0,4 3 0 0,10-1 0 0,2 0 0 0,9 1 0 0,3 1 0 0,6-2 0 0,8-3 0 16,-5-3 0-16,13 3 0 0,-4-3 0 0,-2 0 0 15,2 0 0-15,-11 0 0 0,1-3 0 0,-2 2 0 16,-12-4 0-16,1 2 0 0,-10 0-8 15,-2 2-1279-15,-7 1 616 0</inkml:trace>
  <inkml:trace contextRef="#ctx0" brushRef="#br1" timeOffset="16549.86">14929 16094 3931 0,'-21'8'0'0,"5"5"0"15,2-3 0-15,7-5 0 0,3-1 0 0,4 5 0 0,2-2 0 0,16 3 0 0,7-2 0 0,3 0 0 0,7 0 0 0,9-1 0 0,-8-1 0 0,8 2 0 0,-8-2 0 16,2-1 0-16,-2-1 0 0,-4 0 0 16,-6-2 0-16,0-1 0 0,-4-1 0 0,-3 0 0 15,-8 0 0-15,-1 0 0 0,-4 0-787 0,-4 0 4 16</inkml:trace>
  <inkml:trace contextRef="#ctx0" brushRef="#br1" timeOffset="21102.17">16238 15579 2693 0,'-6'-13'0'0,"-1"-2"0"0,0 1 0 0,2 2 0 0,-1 0 0 0,1 1 0 0,1 2 0 0,-1 2 0 0,0 2 0 0,0-2 0 0,-2 6 204 0,-1 0-87 0,-1 1-41 0,-3 0 217 15,0 2-129-15,-6 15-63 0,0 5-22 0,-1 7 125 16,-4 6-204-16,3 1 0 0,-1 6 0 0,5-2 0 16,4-1 0-16,1 7 0 0,6-2 0 0,5-3 0 15,0 0 0-15,0-7 0 0,7 2 0 16,7-3 0-16,5-1 0 0,2-4 0 0,3-3 0 16,1-2 0-16,3-6 0 0,-2 1 0 0,1-5 0 15,-2 1 0-15,-6-3 0 0,2-4 0 0,-1 1 0 16,-6-1 0-16,-3-3 0 0,-3 0 0 0,-2 0 0 15,-4-4 0-15,-1 2 0 16,1-2 0-16,-2 0 0 0,0 0 0 0,0 0 0 16,0 0 0-16,-2 0 0 0,-1 0 0 0,-1-2 0 15,1 0 0-15,-2-2 0 0,3 2 0 0,0-2 0 16,0 3 0-16,2-1 0 0,-1-1 0 0,1 3 0 16,0 0 0-16,0 0 0 0,0 0 0 0,0 0 0 15,0 0 0-15,0 0-68 0,0 0-70 0,0 0 27 16,0 5-885-16,1-4 480 0</inkml:trace>
  <inkml:trace contextRef="#ctx0" brushRef="#br1" timeOffset="22011.94">16692 15527 2929 0,'-9'-9'0'0,"4"7"0"0,-2-1 0 0,2 2 0 16,1 1 0-16,1 0 0 0,1 0 0 0,0 11 0 0,2 5 0 0,0 4 0 0,0 0 191 0,5 8-81 0,6-1 245 0,-1 3-160 0,3 0-78 15,-2 1-83-15,1-2-34 0,-1 1 0 0,-2-2 0 16,-3-2 0-16,2 3 0 16,-6-7 0-16,1 7 0 0,-1-9 0 0,-2 0 0 0,0 1 0 0,0-1 0 15,-2-6 0-15,-3-3 0 16,1-1 0-16,-1-3-221 0,0-1 90 0,3-4 23 0,0 0-325 15,1-2 203-15,1 0 96 0,0 0 48 16,0-6-592-16,1-7 320 0,8-2 151 0,3-3 89 16</inkml:trace>
  <inkml:trace contextRef="#ctx0" brushRef="#br1" timeOffset="22188.29">16899 15877 2371 0,'6'-2'0'0,"1"-1"0"0,-3 3 0 0,1 0 0 0,-2 0 0 15,1 0 0-15,-3 3 0 0,1 4 0 0,0 4 0 0,0 0 0 0,-2 3 692 0,0-1-328 0,0 2-154 0,0 2-90 0,-4-1 54 0,-3 4-174 0,-3-4 0 16,1 1 0-16,0-2 0 0,-3-2 0 16,1-1 0-16,-3-4 0 0,1 1 0 0,1-3 0 0,2-3 0 15,-1-1-474-15,0-2 250 0,2 0 54 16,2-2-590-16,4-9 361 0,3-9 172 0,0-9 99 16,9-7-557-16</inkml:trace>
  <inkml:trace contextRef="#ctx0" brushRef="#br1" timeOffset="22451.27">17259 15400 3801 0,'1'-3'0'15,"2"1"0"-15,-1 0 0 0,-2 2 0 0,0 0 0 0,0 0 0 0,-2 12 0 0,2 1 0 0,0 6 0 0,0 5 0 0,0-2 127 0,0 7-124 0,2 3-3 0,5 3 0 16,1 1 0-16,-1-1 0 0,1 3 0 15,-2-4 0-15,1 2 0 0,-3 0 0 0,1-3 0 16,-3-1 0-16,0 2 0 0,-2-2 0 0,0 0 0 16,0-1 0-16,-2-2 0 0,-5-3 0 0,1-7 0 15,-1-2 0-15,3-3 0 16,0-5 0-16,0-4 0 0,4-3-94 0,-2-2-62 0,2 0 43 0,0-2-863 16,2-17 469-16,8-5 235 0,3-2 118 0</inkml:trace>
  <inkml:trace contextRef="#ctx0" brushRef="#br1" timeOffset="22627.75">17511 15809 3546 0,'7'-3'0'0,"1"3"0"0,-3 0 0 16,1 3 0-16,0 6 0 0,-2 2 0 0,-1 4 0 0,-1 2 0 0,0 2 0 0,0 2 0 0,-2 1 385 0,0 1-385 0,0 4 0 0,0-1 0 0,-7-2 0 0,-1-4 0 0,-2 1 0 0,1-1 0 15,-2-2 0-15,-1-3 0 16,0-4 0-16,0-5-68 0,-1 1-34 15,4-3 79-15,1-4 25 0,0 0-904 0,1 0 390 0,3-11 237 16,4-14-231-16</inkml:trace>
  <inkml:trace contextRef="#ctx0" brushRef="#br1" timeOffset="22802.23">17703 15634 3670 0,'7'0'0'0,"6"0"0"0,0 0 0 0,-4 0 0 0,3 0 0 0,1 0 0 0,1 0 0 0,6 0 0 0,4 0 0 0,3 0 0 0,3-2 152 0,2 0-43 0,1-2-109 0,1 3 0 16,0-1 0-16,-2 2 0 0,0 0 0 0,-8 0 0 0,1 0-821 15,-3 0 399-15,-5 2 230 16,-6 2-407-16,-1-1 304 0</inkml:trace>
  <inkml:trace contextRef="#ctx0" brushRef="#br1" timeOffset="23023.79">18305 15415 3725 0,'5'-3'0'0,"-2"2"0"0,-1 1 0 0,0 0 0 0,0 0 0 0,-1 5 0 0,-1 8 0 0,2 2 0 0,-2 4 0 0,2 7 0 0,4 4 206 0,-3 2-206 0,3 4 0 0,0-3 0 16,1 5 0-16,1-2 0 15,1-2 0-15,-1-1 0 0,1-3 0 0,0 1 0 0,-1-3 0 0,-2-6 0 16,-1-1 0-16,1-1 0 0,-4-2 0 15,-1-3 0-15,1-6 0 0,-2-1-147 16,0-3-76-16,0-4-657 0,0-1 425 0,0 0 209 16,0-5 105-16,0-17-624 0</inkml:trace>
  <inkml:trace contextRef="#ctx0" brushRef="#br1" timeOffset="23251.41">18647 15328 3931 0,'13'-4'0'0,"0"0"0"0,4 3 0 0,0 1 0 0,4 0 0 0,2 9 0 0,3 6 0 0,0 7 0 0,2 6 0 0,0 6 0 0,-3 4 0 0,-1 1 0 0,-3-5 0 15,-1 15 0-15,-6-6 0 0,-5 0 0 16,-5 3 0-16,-4-7 0 0,0 12 0 0,-11-4 0 0,-10-2 0 16,-2-2 0-16,-7 0 0 0,-2-4 0 0,-4-1 0 31,-1-7 0-31,0-1 0 0,5-10 0 0,0-4 0 0,7-7 0 0,1 0-174 0,7-5 1 15,0-4 72-15,8 0 20 0,3-3 24 0</inkml:trace>
  <inkml:trace contextRef="#ctx0" brushRef="#br1" timeOffset="23764.95">19748 15320 2265 0,'-10'-13'1'0,"3"10"0"0,-1 3 0 0,1 0 0 0,-1 0 0 0,-1 0-1 0,-1 9 1 0,-1 8-1 0,-1 4 1 0,-6 5-1 0,1 2 97 16,-1 4 396-16,-3-1-233 0,-6 9-112 0,1-2 180 0,0 3-146 16,-4-2-73-16,0 3-67 0,0-4-42 15,0 1 0-15,-2-3 0 0,2 3 0 0,0-2 0 16,4-5 0-16,-1 1 0 0,3-6-44 0,4-3-116 15,4-9 98-15,3-1 49 0,5-9-682 0,3 0 341 16,1-5 105 0,4-3-464-16,0-19 339 0,4-11 169 0</inkml:trace>
  <inkml:trace contextRef="#ctx0" brushRef="#br1" timeOffset="24019.01">19237 15375 3062 0,'-12'-14'0'0,"3"7"0"0,-2 4 0 0,1-2 0 0,3 4 0 0,2-1 0 0,1 2 0 0,4 2 0 0,0 16 0 0,11 5 0 0,12 7 94 16,5 4 496-16,11 10-405 0,8 1-185 0,5 5 0 16,5 0 0-16,-1 1 0 0,5-2 0 0,-3-2 0 15,-2-2 0-15,-4-1 0 0,-8-9 0 0,1 1 0 16,-8-5 0-16,-9-4 0 0,-1-1 0 16,-10-7 0-16,-6-6 0 0,-4-2 0 0,-3-4 0 15,-1-3 0-15,-3-1 0 16,0-3 0-16,-10 0 0 0,-5 0 0 0,0-3 0 15,2-4 0-15,-1-1 0 0,1 1 0 0,6 1 0 0,-3 1 0 16,5-1 0-16,1 4 0 0,4 0 0 0,0 0 0 16,0 2 0-16,0 0 0 0</inkml:trace>
  <inkml:trace contextRef="#ctx0" brushRef="#br1" timeOffset="24623.53">20535 15358 2116 0,'-12'-17'0'0,"-1"8"0"0,1 1 0 0,-6 4 0 0,-1-1 0 0,-1 3 0 0,-5 0 0 0,-1 2 0 0,0 0 0 0,-3 5 0 0,3 11 167 0,2 4-69 0,1 5 452 0,2 6-256 16,7 1-129-16,2 2-64 16,5 1 264-16,3 4-290 0,4 3-75 0,0-2 0 0,2 0 0 0,9-1 0 15,3-7 0-15,2 3 0 0,3 0 0 16,2-6 0-16,1 3 0 0,-1-9 0 0,2 1 0 16,-2-3 0-16,-3-6 0 0,1-2 0 0,-3-2 0 15,0-2 0-15,-3-4 0 0,2-1 0 0,-4-4-341 16,0 0-54-16,-1 0 180 0,-3 0 88 0,1-4-488 15,2-6 293-15,-1-4 143 0,-2 2 71 0,2-7-459 16</inkml:trace>
  <inkml:trace contextRef="#ctx0" brushRef="#br1" timeOffset="24861.74">20685 15411 3380 0,'0'-10'0'0,"0"4"0"0,0 4 0 0,-1 1 0 16,-6-2 0-16,0 3 0 0,1 0 0 0,1 6 0 0,1 11 0 0,4 8 0 0,0 1 146 0,0 4-55 0,0 4 223 16,0 8-314-16,4 1 0 0,1 0 0 0,1 2 0 15,-1-2 0-15,-1-5 0 0,1 10 0 0,0-5 0 16,-3-11 0-16,1 6 0 0,-1-4 0 0,0-6 0 16,-2 2 0-16,0-10 0 0,0-1 0 0,0-5 0 15,0-3 0-15,0-5-52 0,0-3-312 0,0-1 164 16,0-2 81-16,0-2-606 0,2-12 334 0,7-7 182 15,1-4-547-15</inkml:trace>
  <inkml:trace contextRef="#ctx0" brushRef="#br1" timeOffset="25067.3">20935 15857 3486 0,'6'0'0'0,"-3"0"0"0,1 0 0 0,-2 0 0 0,-1 0 0 0,-1 0 0 0,0 4 0 0,0 7 0 0,0 0 0 0,0 3 0 0,0 2 382 0,0 4-319 15,-7 1-63-15,-2 1 0 0,-3 1 0 0,1-7 0 0,0 3 0 0,-2-1 0 16,0-1 0-16,1-3 0 16,-1-3 0-16,1-3 0 0,-2-3 0 0,3 1 0 15,-1-4 0-15,1-2 0 0,2 0 0 0,2 0-306 16,0 0-140-16,5-2 208 0,2-11 72 0,0-4-639 16,4-4 383-16,12-2 194 0</inkml:trace>
  <inkml:trace contextRef="#ctx0" brushRef="#br1" timeOffset="25257.39">21149 15656 3443 0,'0'0'0'0,"0"0"0"0,0 0 0 0,0 0 0 0,2 0 0 0,2 0 0 0,5 0 0 0,4 0 0 0,4-1 0 0,4 0 0 0,3-3 488 0,5 3-488 0,1 1 0 15,2 0 0-15,3 0 0 0,-1 0 0 0,1 0 0 16,-1 0 0-16,-2 6-116 0,-6-3-140 0,1 3 142 15,-4-2-334-15,-5 1 242 0,-3-1 122 0,-4-2-135 16,0 2-626-16,-2-4 405 0</inkml:trace>
  <inkml:trace contextRef="#ctx0" brushRef="#br1" timeOffset="25465.71">21748 15354 3286 0,'0'-8'0'0,"0"7"0"0,0-1 0 0,-2 0 0 0,2 0 0 0,0 2 0 0,0 2 0 0,0 11 0 0,2 8 0 0,0 4 0 0,0 6 645 16,-1 10-645-16,1-1 0 16,0 5 0-16,1 2 0 0,-1-1 0 0,1-6 0 15,3 11 0-15,-3-11 0 0,1-1 0 0,0 0 0 16,-1-1 0-16,2-2 0 0,-3-5 0 0,-2-1 0 16,0-7 0-16,0-1 0 0,0-2 0 0,0-11-737 15,0 0 191-15,0-3 254 0,0-5-556 0,0-1 405 16</inkml:trace>
  <inkml:trace contextRef="#ctx0" brushRef="#br1" timeOffset="25654.04">22015 15882 3773 0,'13'0'0'0,"-3"0"0"0,-3 0 0 0,-1 0 0 0,-5 5 0 0,1 5 0 0,-2 0 0 0,0 5 0 0,0-3 0 0,-7 8 0 0,-4-2 158 0,-3 3-158 0,0-2 0 16,-4 1 0-16,4-3 0 0,-5 2 0 0,-1-3 0 15,4-5 0-15,-5 3 0 0,3-4 0 0,-3-1 0 16,4-3 0-16,2 1-135 0,5-5 33 0,-1 0-462 16,4-2 279-16,3 0 37 15,2-2 110-15</inkml:trace>
  <inkml:trace contextRef="#ctx0" brushRef="#br1" timeOffset="25878.14">22334 15501 3931 0,'0'-2'0'0,"0"2"0"0,2 0 0 0,0 0 0 0,1 8 0 0,2 4 0 0,0 6 0 0,-1 0 0 0,0 4 0 0,1 5 0 0,-1 1 0 0,-1 6 0 0,-1 0 0 16,1 2 0-16,-1 7 0 0,-2-11 0 0,0 3 0 15,0-1 0-15,0-2 0 0,-5-4 0 0,1-7 0 16,1-1 0-16,-1-2 0 0,1-8 0 0,1 0 0 15,-2-5 0-15,4-3-71 0,-2-2-1022 0,0 0 532 16,2-3 262-16</inkml:trace>
  <inkml:trace contextRef="#ctx0" brushRef="#br1" timeOffset="26098.62">22677 15334 3931 0,'16'-4'0'0,"2"2"0"0,1 2 0 0,-1 0 0 0,0 0 0 0,1 13 0 0,-1 2 0 0,1 4 0 15,2 7 0-15,-1 7 0 0,0 5 0 0,-8 2 0 0,-2-3 0 0,-1 13 0 0,-5-6 0 0,-2 1 0 0,-2 3 0 0,-7-4 0 16,-11 3 0-16,-2 1 0 0,-4-4 0 0,-5 1 0 16,-2-2 0-16,-3-1 0 0,-5-4 0 0,-5-3 0 15,-1-2 0-15,-11 3 0 16,1-3 0-16,0-7-359 0,-14 5-164 0</inkml:trace>
  <inkml:trace contextRef="#ctx0" brushRef="#br1" timeOffset="30538.17">23540 15512 1937 0,'-15'-11'0'0,"6"4"0"0,1 6 0 0,4 1 0 0,0 0 0 0,3 0 0 0,1 0 0 0,0 0 0 0,0 1 0 0,0 7 0 0,3-1 85 0,11 2 351 0,6 0-200 0,-1-5-90 15,6-1-59-15,0 1 269 0,3-3-160 0,1-1-79 16,-1 0 91-16,-5 0-81 15,7 0-127-15,-9 0 0 0,2 0 0 0,-2-1 0 16,-1-3 0-16,-4 1-161 0,-2-1 92 0,-2 0 52 0,-2 3 27 16,-2-2-660-16,-3 2 257 0,1-1 184 15,-4 2 20-15,-1 0-537 0,-1 3 345 0</inkml:trace>
  <inkml:trace contextRef="#ctx0" brushRef="#br1" timeOffset="30746.31">23630 15720 3642 0,'-22'17'0'0,"5"0"0"0,2-6 0 0,-2-1 0 0,8-4 0 0,0 0 0 0,4-2 0 0,5-1 0 0,0 3 0 0,2-1 0 0,11-1 239 0,9-1-189 0,3 0-50 15,0 0 0-15,1 1 0 0,2 0 0 0,-5-1 0 16,7-1 0-16,-6 1 0 16,-1 0 0-16,3-2 0 0,-5-1 0 0,-1 0 0 15,-3 2 0-15,-2-2 0 0,-3 0 0 0,-1 0-577 16,-2 0 144-16,-1 0 182 0,-4 0-416 0,-1 0 315 15,1 0 158-15,1 0 78 0,1 0-209 0</inkml:trace>
  <inkml:trace contextRef="#ctx0" brushRef="#br1" timeOffset="31082.69">24562 15354 2336 0,'0'-13'0'0,"-3"6"0"0,0-1 0 0,-3 1 0 0,1 1 0 0,-2 2 0 0,-4 0 0 0,1 3 0 0,-1 1 0 0,-3 0 0 0,-1 0 105 0,-4 12 388 0,1 8-229 0,-3 2-103 15,1 4 355-15,-4 10-460 0,4 2-56 0,-1 1 0 16,3 1 0-16,4-3 0 0,-1 12 0 0,6-6 0 15,5 0 0-15,2 0 0 0,2-4 0 0,0-3 0 16,8 9 0-16,5-13 0 0,4 2 0 0,0 0 0 16,4-2 0-16,-1-2 0 0,-1-4 0 15,-1-3 0-15,2-1 0 0,-7-7 0 0,4-1 0 16,-2-2-95-16,0-4-77 0,0-4 69 0,2-4-647 16,0 0 357-16,1 0 168 0,2-9-235 0,2-10 212 15,0-6 105-15</inkml:trace>
  <inkml:trace contextRef="#ctx0" brushRef="#br1" timeOffset="31405.6">24802 15662 3230 0,'-7'-2'0'0,"-3"2"0"0,-3 0 0 0,2 0 0 0,0 10 0 0,-1 1 0 0,3 3 0 0,0 4 0 0,2 6 0 0,4 2 0 0,3-2 575 0,0 9-449 0,0-1-126 15,2 2 0-15,8-2 0 0,6-2 0 0,3-2 0 16,4-2 0-16,2-5 0 0,2-5 0 0,1-3 0 15,-1-6 0-15,1-6 0 16,2-1 0-16,-5 0 0 0,1-11 0 0,-2-6 0 16,-5-3 0-16,-2-1 0 0,-1-7 0 0,-5-2 0 15,1-1 0-15,-6 1 0 0,-3-8 0 0,-1 4 0 16,-2-5 0-16,0-3 0 0,-5 9 0 0,-8 1 0 16,-3 1 0-16,2 8 0 0,-9-2 0 0,0 13 0 15,-1 3 0-15,-2 4 0 0,-2 5 0 0,-1 0 0 16,3 6 0-16,2 7 0 15,1 6 0-15,3 1 0 0,3 2 0 0,6-1 0 16,1 6 0-16,6-3 0 0,4 0-66 0,0 2 1 16,2-1-421-16,13 0 198 0,6-2 130 0,-2-1-662 15,9-1 391-15</inkml:trace>
  <inkml:trace contextRef="#ctx0" brushRef="#br1" timeOffset="31583.59">25495 15912 3777 0,'8'4'0'0,"1"5"0"0,-3 3 0 0,-4-1 0 0,0-1 0 0,-2 5 0 0,0 3 0 0,0-3 0 0,-4 3 0 0,-4 1 0 0,1 0 154 15,-3-2-154-15,-1-1 0 0,2 2 0 0,-2-3 0 16,-1 0 0-16,1-3 0 0,-2 1 0 16,1-5 0-16,3 0 0 0,4-2-480 15,-2-2 103-15,4-3 207 0,1-1 48 0</inkml:trace>
  <inkml:trace contextRef="#ctx0" brushRef="#br1" timeOffset="31794.31">25824 15704 3128 0,'-6'-3'0'0,"4"0"0"0,2 0 0 0,0 2 0 0,0-3 0 0,0 2 0 0,4-2 0 0,8 3 0 0,4-3 0 0,3 2 0 0,8 0 662 0,0 0-521 0,3 1-141 16,3-1 0-16,-1 0 0 0,-2 2 0 0,-2 0 0 16,-6 0 0-16,0 0 0 0,0 0 0 0,-6 4-622 15,-1 1 231-15,-5-1 214 0,-1 1 48 0,1-1-505 16</inkml:trace>
  <inkml:trace contextRef="#ctx0" brushRef="#br1" timeOffset="32119.04">26275 15447 3017 0,'1'-4'0'0,"1"-1"0"0,3 0 0 0,4-1 0 0,0 2 0 0,3 3 0 0,6-1 0 0,3 2 0 0,0 0 0 0,2 3 0 0,6 11 282 0,-3 1-123 16,-1 1-61-16,-1 4 76 0,-3 0-69 0,-3 1-25 16,1 7-64-16,-5-6-69 0,-7 4 17 0,-5 3 37 15,-2-1-39-15,-6 4 47 0,-18 4-10 0,-1-5 38 16,-7 3-97-16,-3-3 49 0,-1-1 23 0,4-10-43 15,-3 3 72-15,5-6-61 16,5-2 23-16,4-6 144 0,2-1-147 0,8-2 0 16,2-3 0-16,3-2 0 0,5-1 0 0,-2 3 0 15,3-3 0-15,0 3 0 0,12 0 0 0,5-2 0 16,6 3 0-16,2-3 0 0,2 3 0 0,3 0 0 16,0-2 0-16,4-1 0 0,-3-1 0 0,0 3 0 15,-1-3 0-15,-2 1 0 0,2 2 0 0,-2-1 0 16,-3 2 0-16,-6-2-61 15,5 1-11-15,-5 1-979 0,1-4 512 0,-3 0 251 16</inkml:trace>
  <inkml:trace contextRef="#ctx0" brushRef="#br1" timeOffset="32290.5">26904 15875 3045 0,'5'-7'0'0,"3"6"0"0,-3-1 0 0,1 0 0 0,-3 2 0 0,2 0 0 0,-1 2 0 0,-1 8 0 0,3 2 0 16,-4 3 0-16,0 2 497 0,-2 4-231 0,0-3-143 0,0 8-123 0,-6-6 0 15,-5 6 0-15,-4-4 0 16,-2 1 0-16,-4-4 0 0,-1 0 0 0,5-6 0 16,-3 1 0-16,4-4 0 0,1-5-518 0,6 0 58 15,-4-4 241-15,7-1-48 0,0 0-285 0</inkml:trace>
  <inkml:trace contextRef="#ctx0" brushRef="#br1" timeOffset="32450.62">27060 15719 3695 0,'13'0'0'0,"4"0"0"0,1 0 0 0,5-3 0 0,2 0 0 0,5-4 0 0,1 5 0 0,4-2 0 16,0-1 0-16,-1 4 0 0,-1-3 209 0,-1 2-376 0,-2 0 102 0,-4 0 61 0,4 1 15 16,-8 1-833-16,-2 0 420 0,-3 0 209 0,-6 0-442 15</inkml:trace>
  <inkml:trace contextRef="#ctx0" brushRef="#br1" timeOffset="32778.08">27574 15461 2947 0,'10'-3'0'0,"3"1"0"0,4 0 0 0,-2 0 0 0,1 2 0 0,3 0 0 0,2 0 0 0,-1 4 0 0,4 5 0 0,-2 4 0 0,-3 3 385 0,-3-1-165 0,2 9-96 0,-7-3 131 16,-4 0-255-16,-2 6 0 0,-5 0 0 0,0 0 0 15,-16 1 0-15,-10 7 0 0,-2-5 0 0,-3-3 0 16,-3 2 0-16,4-7 0 0,-3 1 0 0,1-5 0 16,2-4 0-16,9-7 0 0,-1-1 0 0,5-2 0 15,4-4 0-15,3 0 0 0,4 0 0 0,3 0 0 16,3 0 0-16,0-2 0 16,2-2 0-16,11 0 0 0,4 1 0 0,7 0 0 15,-3 2 0-15,7-1 0 0,0 2 0 0,2 0 0 16,-2 0 0-16,0 0 0 0,-3 0 0 0,5 2 0 15,-5 2 0-15,-2-1 0 0,-3 1 0 0,2 2 0 16,-4-1 0-16,-7-2 0 0,-2 2-14 0,0-4-58 16,-5 4-518-16,1-4 277 15,0-1 129-15</inkml:trace>
  <inkml:trace contextRef="#ctx0" brushRef="#br1" timeOffset="32990.65">28190 15292 3931 0,'13'-11'0'0,"6"11"0"0,6 0 0 0,-4 2 0 0,1 7 0 0,0 6 0 0,-1 4 0 0,2 4 0 0,7 9 0 0,-8-1 0 0,-3 0 0 0,2 8 0 0,-9 1 0 0,-4-2 0 16,-6 4 0-16,-2-1 0 0,-7-3 0 0,-16 9 0 16,-4-6 0-16,-9-1 0 0,1-1 0 0,-11 6 0 15,4-9 0-15,-10 3 0 0,10-6 0 0,-1-2 0 16,4-4 0-16,9-7 0 0,-3 3-496 0,10-5-107 15,-2-1 283-15,5-17 141 0</inkml:trace>
  <inkml:trace contextRef="#ctx0" brushRef="#br1" timeOffset="33137.24">28827 16134 2858 0,'0'-19'0'0,"6"19"0"0,7 0 0 16,-9-2 0-16,-4 0 0 0,0-4 0 0,0 3 0 0,0-1 0 0,-5 0 0 0,-7 4 0 0</inkml:trace>
  <inkml:trace contextRef="#ctx0" brushRef="#br1" timeOffset="61125.55">25752 4098 1637 0,'-1'-10'0'0,"1"-1"0"0,0 1 0 0,0 3 0 0,0-1 0 0,0-1 0 0,0 3 0 0,0 1 0 0,3 1 0 0,3 3 0 0,0-2 71 0,3 2 1 0,2 1 21 0,3 0-27 15,0 0 0-15,4 0 129 0,-2 0-82 16,4 0-38-16,6 0 161 0,-2 1-98 0,3 2-50 0,8-3-15 15,4 1 156-15,2-1-95 16,5 0-48-16,1 0 0 0,11 0 120 0,11 0-89 16,3 0-39-16,14 0-6 0,10 0-72 0,7 0 0 0,6 0 0 15,6 0 0-15,24 0 0 0,-12 0 0 16,10 0 0-16,5 0 0 0,-16 0 0 0,38 0 0 0,-13 0 0 16,-3 0 0-16,-7 0 0 15,-7 3 0-15,-14 0 0 0,15-1 0 0,-35 1 0 16,5 0 0-16,-22-2 0 0,-1 1 0 0,-15-2 0 15,7 1 0-15,-24-1 0 0,0 0 0 0,-13 3 0 16,3-3 0-16,-13 0 0 0,-1 0 0 0,-3 0 0 16,-4 0 0-16,-4 0 0 0,-5 0 0 0,3 0 0 15,-8 0 0-15,0 0 0 0,-3 0 0 0,0 0 0 16,-1 0 0-16,-1 0 0 16,0 0 0-16,0 0 0 0,0 0 0 0,0 0 0 15,0 0 0-15,0 0 0 0,0 0 0 0,0 0 0 16,0 0 0-16,-3-3 0 0,0 2 0 0,-3-1 0 15,1 1 0-15,-2-2 0 0,-5 1-331 0,-2 2-232 16,-4 0 262-16</inkml:trace>
  <inkml:trace contextRef="#ctx0" brushRef="#br1" timeOffset="69783.25">7121 16959 2563 0,'-9'-4'0'0,"5"3"0"0,3-1 0 0,-2 2 0 0,3 0 0 0,0 0 0 0,0 0 0 0,0 0 0 0,17 0 0 0,7-2 0 0,6-1 123 0,9-1-43 16,2 1 0-16,-4-3 308 0,13 0-179 0,-3 1-86 0,0-1 242 16,0 0-365-16,-2 0 0 0,-5 0 0 0,5 3 0 0,-10 0 0 15,4 0 0-15,-6 1 0 16,-1 1 0-16,-4-1 0 0,3 2 0 0,-12 0 0 15,2 0 0-15,-4 0 0 0,-2 0 0 0,-6 0 0 0,2 0 0 16,-6 0 0-16,-1 0-527 16,-3 0 100-16,1 0 194 0,-2 0 88 0,0-4-581 15,0-8 343-15,-2-5 173 0</inkml:trace>
  <inkml:trace contextRef="#ctx0" brushRef="#br1" timeOffset="69979.78">7793 16672 2721 0,'-7'-3'0'0,"3"1"0"0,1 0 0 0,2 2 0 0,1 0 0 0,0 0 0 0,1 0 0 0,15 0 0 0,3 0 0 16,1 0 0-16,7 0 293 0,-3 0-128 0,1 0-63 0,-4 4 115 0,1 1-80 0,-1 2-54 15,0 2-1-15,-6-2 8 0,-3 3-49 0,-2 3-41 16,-2-1 0-16,-7 5-13 0,-1 2-41 0,0 4-262 16,-9 1 177-16,-7 2 89 0,0 0 53 0,-3 1-570 15,-2-2 232-15,1 0 154 0,0 0 45 0,-2-2-473 16,4-5 276-16,-5 5 152 0,3-2 72 0</inkml:trace>
  <inkml:trace contextRef="#ctx0" brushRef="#br1" timeOffset="70335.75">7675 17208 1929 0,'0'2'0'0,"0"-2"0"0,0 0 0 0,0 0 0 0,0 0 0 0,0 0 0 0,0 0 0 0,-2 0 0 0,2-2 0 0,-2 0 0 0,0-3 145 0,-1 1 75 0,-3-1-82 16,-4 3-54-16,-1-1 35 0,-3 2-40 0,-4 1 0 15,-1 0-41-15,-3 0 149 0,-2 9-79 16,1 0-35-16,0 4 0 0,2 2 215 0,-1 0-124 0,5-4-54 16,1 4-41-16,6-1-41 15,0-2-28-15,7 2 0 0,3-1 0 0,0 2 0 16,0-1 0-16,13 1 0 0,4 3 0 0,4-3 0 16,6-2 0-16,-1 0 0 0,4-2 0 0,-1 2 0 15,-2-5 0-15,-7 1 0 0,3 2 0 0,-5-1 0 16,-1 1 0-16,-7 1 0 0,-3-1 0 0,-2 0 0 15,-5 2 0-15,0-1 0 0,0 1 0 0,-12 0 0 16,-5 1 0-16,-4-4 0 0,1 1 0 0,-1-2 0 16,-7 2 0-16,2-6 0 15,-1-1 0-15,4 0 0 0,-5-4 0 0,9 3 0 16,-4-3 0-16,5 0 0 0,3 0 0 0,6-7 0 16,1-4 0-16,8-1-220 0,0-3 76 0,8-6-793 15,11 1 449-15,11-5 225 0</inkml:trace>
  <inkml:trace contextRef="#ctx0" brushRef="#br1" timeOffset="70547.97">8365 17038 3765 0,'13'-5'0'0,"-8"2"0"0,-2 2 0 0,-3-1 0 0,0 2 0 0,-1 0 0 0,-11 6 0 0,-1 5 0 0,-2 8 0 0,-2 2 0 0,2 3 166 0,-5 4-166 0,0 4 0 16,-5 4 0-16,2 0 0 0,-2 1 0 0,-3 1 0 15,6-6 0-15,-5 9 0 0,2-5 0 16,5-7 0-16,0 2 0 0,5-5 0 0,4-6-15 0,1-5-94 16,6-5-878-1,1-4 464-15,1-5 242 0,2-1-570 0,0-7 397 0</inkml:trace>
  <inkml:trace contextRef="#ctx0" brushRef="#br1" timeOffset="70716.42">8085 17147 3227 0,'3'-6'0'0,"-1"5"0"0,1-1 0 0,-2 0 0 0,3 2 0 0,1 0 0 0,2 0 0 0,3 10 0 0,3 3 0 0,1 0 0 0,0 6 704 0,1 0-704 0,0 1 0 15,0 2 0-15,0 1 0 0,0-2 0 0,2 3 0 16,-2-1 0-16,0-1 0 0,-3 0 0 0,-1-6 0 16,0 1-90-16,0 3-33 0,1-7 81 0,-1-5-870 15,-2 0 414-15,5-4 231 0,-2-4 104 16,4 0-287-16</inkml:trace>
  <inkml:trace contextRef="#ctx0" brushRef="#br1" timeOffset="70901.57">8480 16985 3931 0,'0'-5'0'0,"6"4"0"0,0 1 0 0,1-2 0 0,6 2 0 0,6-3 0 0,6 2 0 0,5-2 0 0,2 3 0 0,5-1 0 0,4 0 0 16,1-2 0-16,-1 1 0 0,0 2 0 0,-4-1 0 15,0 1 0-15,0 0 0 0,-3 0 0 0,-2 0 0 16,-3 0 0-16,-7 0-405 16,-2 0 57-16,-1 0 193 0,-2 0-16 0,-5-3-803 15</inkml:trace>
  <inkml:trace contextRef="#ctx0" brushRef="#br1" timeOffset="71455.48">9063 16720 2961 0,'1'-3'0'0,"9"2"0"0,2-1 0 0,0 0 0 0,6 0 0 0,4-1 0 0,3 3 0 0,-3 0 0 0,1 0 0 0,7 0 0 0,-6 0 396 0,-6 9-179 0,3 0-90 15,-3 3-44-15,-4 0 1 0,-5 4-21 0,-5 0-63 16,-4 5 0-16,0 1-59 0,-9 2 5 0,-7 1-316 16,-7 0 199-16,-2 0 104 0,-2-1 53 0,-10 2-507 15,4-4 197-15,1-1 83 0,-8 1 110 16,-3-2-294-16,-2-3 193 0,3-1 97 0,8-2 48 0,7-5-162 15,-2 0 110-15,7-1 50 0,5-3 26 16,6 0 59-16,2 1 0 0,2-2 264 16,7 1-143-16,0 1-78 0,0 2-39 0,0 2 578 15,0 1-301-15,2 0-80 0,3 4-98 0,-2 1 661 16,1 3-362-16,-2 6-179 0,-2-3-91 0,0 3 179 16,0 3-307-16,-2-1 0 0,-5-1 0 0,0-6 0 15,-2 3 0-15,2-5 0 0,0-3 0 0,0-3 0 16,4-3 0-16,-1-3 0 0,2-4 0 0,0 0 0 15,2-2 0-15,0 0 0 0,0-13 0 0,0-7 0 16,6 0 0-16,8-6 0 16,0 1 0-16,3-3 0 0,3 2 0 0,-2 2 0 15,0 5 0-15,5-5 0 0,1 4 0 0,-4 4 0 16,-4 5 0-16,3 3 0 0,-6 2 0 0,4 2 0 16,-7 2 0-16,2 2 0 0,-4 0 0 0,2 10 0 15,-5 5 0-15,0 1 0 0,0 0 0 0,0 9 0 16,-1-3 0-16,0 2 0 0,-1-2 0 0,1 9 0 15,1-5 0-15,3 1 0 0,-4-1 0 0,2-1 0 16,-1-3 0-16,2 0 0 16,2 1 0-16,0-4 0 0,0 0 0 0,1-3 0 15,-1-2 0-15,4-1 0 0,1-4 0 0,0-4 0 16,2 0 0-16,2-5 0 0,3 0 0 0,3-2 0 16,1-10 0-16,2 1 0 0,1-3 0 0,4-3-13 15,5-1-398-15</inkml:trace>
  <inkml:trace contextRef="#ctx0" brushRef="#br1" timeOffset="78264.66">5028 16935 2406 0,'-11'-3'0'0,"-2"-1"0"0,4 0 0 0,-1 3 0 0,1-3 0 0,3 2 0 0,3 0 0 0,1 2 0 0,2 0 0 0,0 0 0 0,0 0 138 0,13-2-50 0,11 0 315 0,1-1-183 0,4-3-91 0,5-2-38 16,3-1 331-16,4-1-388 15,-2 2-34-15,0-2 0 0,5 1 0 0,-3 2 0 16,11-1 0-16,-9 3 0 0,5 1 0 0,-4 3 0 16,-7-3 0-16,0 2 0 0,-1 2 0 0,-3 0 0 15,-6 0 0-15,-5 0 0 0,1 0 0 0,-5 0 0 16,-4 0 0-16,-3 0 0 0,1 0 0 0,-7 0-595 15,0 0 232-15,0 0 155 0,-2 0 90 16,-3-2-489-16,0-6 285 0,0-2 143 0,-3-4-177 16,-5-4 150-16</inkml:trace>
  <inkml:trace contextRef="#ctx0" brushRef="#br1" timeOffset="78466.2">5693 16561 2141 0,'-7'-7'1'0,"4"3"0"0,3 3-1 0,0-2 0 0,0 1 0 0,0 1 0 0,1-1 0 0,14 1 0 0,0 1 0 0,5 0 0 0,4 0 281 0,-4 0-114 0,8 1-69 0,-9 7 367 16,2 1-213-16,-3 2-106 0,-1 3 65 0,-2 1-77 16,-3 2-100-16,-2 4-34 0,-8 4 0 0,1 0 0 15,-3 3 0-15,-3 2-372 0,-8 1 184 0,-4 1 113 16,-3-1 56-16,0 0-294 0,-5 2 88 0,0-3 113 16,-1-3-71-16,-5 2-449 0,3-7 298 15,-4 1 148-15,0-5-317 0,-5-2 224 16,-5-2 125-16</inkml:trace>
  <inkml:trace contextRef="#ctx0" brushRef="#br1" timeOffset="79090.45">5393 17146 1952 0,'-32'9'0'0,"6"3"0"0,5-4 0 0,2 4 0 0,4-2 0 0,3 1 0 0,2-2 0 0,6 2 0 0,0 2 0 0,4 0 0 0,0 6 296 16,0 0-135-16,0 0-61 0,0 7 354 0,0-1-208 0,0 0-105 0,0-3 84 16,0 5-99-16,0-5-44 15,0 0-1-15,0-2-21 0,0 0-53 0,-4-4-7 0,3-1 0 16,-2-7 0-16,1-1 0 0,2-3 0 15,0-2 0-15,0-2 0 0,0 0 0 0,0-2 0 16,0-17 0-16,2-3 0 0,10-5 0 0,4-1 0 16,-2-4 0-16,4 0 0 0,3-1 0 0,0 0 0 15,1 4-37-15,1 2 11 0,-2 6-7 0,-5 3 72 16,1 2-25-16,-4 7-26 0,-2 4 67 0,-2 3-55 16,0 0 0-16,-2 2 0 0,2 7 0 0,-2 12 0 15,-4 7 0-15,1 3 0 0,-1 5 0 0,-3 1 0 16,2 3 0-16,0 1 0 15,2 0 0-15,1 0 0 0,-2-4 0 0,2 1 0 16,1-5 0-16,1 0 0 0,2-7 0 0,0 1 0 16,0-4 0-16,3-3 0 0,-2-5 0 0,-1-4 0 15,2-3 0-15,1-5 0 0,-2-1 0 0,1 0 0 16,0-11 0-16,2-10 0 0,2-2 0 0,-5-5 0 16,3-1 0-16,-1 1 0 0,-2 0 0 0,-2 7 0 15,2 1 0-15,-5 3 0 16,-1 8 0-16,-1 1 0 0,-1 1 0 0,1 7 0 15,0-2 0-15,-3 2 0 0,2 0 0 0,1 9 0 16,-2 8 0-16,1 5 0 0,0-1 0 0,1 8 0 16,1 0 0-16,1 2 0 0,3-4 0 0,2 2 0 15,-1-8 0-15,3 0 0 0,0-2 0 0,2-2 0 16,-1-5 0-16,1-3 0 0,0-3 0 16,0-6 0-16,-1 0 0 0,-1 0 0 0,1-6 0 0,2-9 0 15,-7-3 0-15,4-6 0 16,-2 1 0-16,-4-5 0 0,-2-3 0 0,-2 1 0 15,-1-1 0-15,-1 2 0 0,0 8 0 0,0-1 0 16,-5 4 0-16,-3 4 0 0,-2 5 0 0,-2-1 0 16,-1 7 0-16,1 0 0 0,-1 3 0 0,3 0 0 15,-1 0 0-15,0 6 0 0,3 4 0 16,1 2 0-16,1-1 0 0,3 4 0 0,1 1 0 0,2-1-163 16,0-1 9-16,0 0 48 15,2-3-349-15,7 0 210 0,5-3 94 0,2-2-656 0,3-6 385 16</inkml:trace>
  <inkml:trace contextRef="#ctx0" brushRef="#br1" timeOffset="79256.48">6221 17332 3501 0,'7'-8'0'0,"2"2"0"0,2 3 0 15,-3-3 0-15,0-1 0 0,2 3 0 0,3-1 0 0,2 0 0 0,2 2 0 0,5 1 0 0,1 0 276 0,4 0-122 0,-4 2-154 0,2 0 0 0,1 0 0 16,-1 0 0-16,0 0 0 15,2 6 0-15,-3-3 0 0,1 5-152 0,-4-2 87 16,1 0 51-16,-2 3-960 0,-4 2 348 0</inkml:trace>
  <inkml:trace contextRef="#ctx0" brushRef="#br1" timeOffset="79430.33">6426 17613 3931 0,'-15'6'0'0,"4"1"0"0,3-3 0 0,2-4 0 0,4 0 0 0,2 0 0 0,0 0 0 0,12 0 0 0,10 0 0 0,1 0 0 0,3 0 0 16,2 0 0-16,2 0 0 0,1 0 0 0,0 0 0 16,1 0 0-16,-2 0 0 0,-3 1 0 0,-4 1 0 15,2 1 0-15,-2 1 0 0,-2-1 0 0,-3 3 0 16,1 3 0-16,-3 3-39 0</inkml:trace>
  <inkml:trace contextRef="#ctx0" brushRef="#br1" timeOffset="80024.92">9891 17147 2412 0,'0'-20'0'0,"0"16"0"0,0 1 0 0,0 3 0 0,3 0 0 0,3 0 0 0,4 0 0 0,1 0 0 0,6 5 0 0,4 1 0 0,3-2 165 16,4 1-64-16,2 1-22 0,4-5 114 0,3 1-77 15,7-2-39-15,-3 0-212 0,0 0 86 0,-6 0 53 16,-1 0-10-16,-6-2-475 16,-8 2 259-16,1-1 130 0,-10 1 65 0,-3 0-768 0,-6 0 383 0</inkml:trace>
  <inkml:trace contextRef="#ctx0" brushRef="#br1" timeOffset="80185.08">10066 17377 3063 0,'-21'7'0'0,"3"4"0"0,8-3 0 0,1-2 0 0,3-3 0 0,4-1 0 0,2 0 0 0,2-2 0 16,15 0 0-16,9 0 0 0,2 0 129 0,2 0-45 0,4-2 474 0,2 0-461 0,2-1-97 0,-3 2 0 0,-3-2 0 0,0 3 0 15,-3 0 0-15,-3 0 0 16,-4 0-181-16,-1 4 67 0,2 5 77 0,-3 2-1007 16,1 4 523-16</inkml:trace>
  <inkml:trace contextRef="#ctx0" brushRef="#br1" timeOffset="80687.25">11516 16787 1921 0,'-14'-14'0'0,"3"8"0"0,-1 0 0 0,-4 2 0 0,2 2 0 0,-2 2 0 0,-2 0 0 0,-1 10 0 0,4 8 0 0,0 9 0 0,0 8 87 0,1 5 361 15,3 5-205-15,-2 4-103 0,4 5 300 0,0 3-192 16,0 0-110-16,6 2-50 0,1-4 90 0,2-5-178 15,0-6 0-15,3-6 0 0,11 2 0 16,3-7 0-16,4-2 0 0,1-8 0 0,5 1 0 16,-1-7 0-16,1-4-326 0,2-3 62 15,-3-8 79-15,2-2 100 0,-1 0-668 0,-3-9 347 16,1-7 189-16,-1-7 89 0,-3-3-398 0,2-11 244 16,-7-2 122-16</inkml:trace>
  <inkml:trace contextRef="#ctx0" brushRef="#br1" timeOffset="80985.58">11762 17116 1989 0,'0'-15'0'0,"0"7"0"15,-9 5 0-15,1 3 0 0,-5 0 0 0,0 3 0 0,0 14 0 0,0 5 0 0,3 2 0 0,1 6 0 0,3 1 536 0,1 1-249 0,5 2-125 0,0-2 122 0,0 0-114 0,2-5-70 16,10 2 179-16,7-7-155 0,1-3-124 0,3-4 0 16,0-5 0-16,7-5 0 0,0-4 0 0,-2-1 0 15,1-1 0-15,-3-10 0 0,-4-8 0 0,1-1 0 16,-6-3 0-16,-2-1 0 0,-4-3 0 15,-3 1 0-15,-5 1 0 0,-3-5 0 16,0 1 0-16,-1 1-52 0,-13-1-14 0,-2 5 28 16,-2 3-14-16,-6 3 5 0,0 4 8 15,-2 5 16-15,-1 3 185 0,1 5-88 0,5-2-43 16,-1 3 4-16,1 0-20 0,2 3-15 0,4 4 0 16,4 1 0-16,3-1 0 0,1 6 0 0,3-2 0 15,2 2 0-15,2 3 0 0,0-1 0 0,0 2-603 0,8-1 213 16,7 3 177-16,1-2 87 0,5 1-578 15,4-4 333-15,0 1 157 0</inkml:trace>
  <inkml:trace contextRef="#ctx0" brushRef="#br1" timeOffset="81178.48">12290 17344 2987 0,'5'4'0'0,"2"3"0"0,-2 1 0 15,-3 2 0-15,-2-3 0 0,0 3 0 0,0-1 0 0,-8 1 0 0,0 0 0 0,1 4 0 0,0-1 102 0,-3 2 415 0,1-1-243 16,-2 2-223-16,-1 1-51 0,1-2 0 0,-2 0 0 16,-1 1 0-16,2-3-20 0,-2 0-143 15,1-2 100-15,1 0 51 0,5-5-566 0,2-1 318 16,1-3 55-16,4-2-647 0,0 0 406 0,2 0 205 0</inkml:trace>
  <inkml:trace contextRef="#ctx0" brushRef="#br1" timeOffset="81392.27">12481 17258 3472 0,'0'0'0'0,"-2"-4"0"0,0 2 0 0,1 1 0 0,1-1 0 0,0 0 0 0,0-2 0 0,7 1 0 0,8 0 0 0,4 2 0 0,5-2 367 0,1 2-275 0,3-1-92 15,4 2 0-15,0-2 0 0,-2 2 0 16,2 0 0-16,-4-2 0 0,-3 2 0 0,-3 0 0 0,-1 0-227 15,-4 0 125-15,-3 0 66 0,0 0-714 0,-5 0 376 16,-2 0 66-16,3-2 134 0,-4-2-441 0,1-4 294 16,-1-7 141-16</inkml:trace>
  <inkml:trace contextRef="#ctx0" brushRef="#br1" timeOffset="81726.55">12943 16979 2334 0,'0'-9'0'0,"2"4"0"0,4 2 0 0,2-1 0 0,1 0 0 0,3 2 0 0,4 0 0 0,3 1 0 0,-1-1 0 0,5-1 0 0,0 3 119 0,-1 0 390 0,1 0-235 0,-1 0-118 16,1 3-59-16,1 5 103 0,-5 6-72 0,2 2-50 16,-7-2-42-16,2 7-36 0,-5 2 0 0,-6 1-3 15,-1 0 1-15,-4 8 7 0,0-3-5 0,-5 5-26 16,-12-3 22-16,-2 1-1 0,-4 0 40 0,-1-4-39 16,2-4-12-16,-1-3 3 0,4-6 0 0,-1 0 59 15,1-4-46-15,2-1 0 16,4-5 0-16,3-1 0 0,0-2 0 0,5-2 0 15,1 0 0-15,2 0 0 0,2 0 0 0,0 0 0 16,0 0 0-16,0 0 0 0,4 0 0 0,8 0 0 16,1 0 0-16,2 0 0 0,0 0 0 0,2 2 0 15,1-2 0-15,0 1 0 0,0 0 0 0,-1-1 0 16,0 4 0-16,0-3 0 0,0 1 0 0,0 0 0 16,0 0 0-16,-2 0 0 0,0 1-395 15,-2 1 149-15,2-4 109 0,2 0-764 16,0 0 432-16,1 0 215 0,0 0 108 0</inkml:trace>
  <inkml:trace contextRef="#ctx0" brushRef="#br1" timeOffset="81905.59">13509 17363 2594 0,'6'-5'0'0,"-3"1"0"0,1 0 0 0,-1 1 0 0,1-1 0 0,-2 1 0 0,0-2 0 0,1 3 0 0,-2 1 0 0,3 1 0 0,-2 0 392 0,1 0-177 0,-1 0 397 0,-2 8-494 15,0 2-118-15,0 2 0 0,0 0 0 0,-5 4 0 16,-7-1 0-16,1-1 0 0,-2 3 0 0,0 0 0 15,-2-4 0-15,-2 2 0 0,2-1 0 0,0-3 0 16,0 1 0-16,5-7-43 0,-1 2-382 0,6-1 211 16,-1-4-686-16,3 0 431 0,3-2 216 0,0 0 97 15</inkml:trace>
  <inkml:trace contextRef="#ctx0" brushRef="#br1" timeOffset="82112.16">13667 17152 2753 0,'5'-8'0'0,"1"2"0"0,3 3 0 16,-1-5 0-16,1 1 0 0,0 1 0 0,3-2 0 0,3 4 0 0,4-1 0 0,1-1 0 0,4 2 450 0,1 1-206 0,-2 0-93 0,7 1-61 0,-10-2-71 0,8 3 19 16,-7 0 0-16,2-2 1 15,-5 3-123-15,-1 0 57 0,-2 0 33 0,-3 0-522 16,-1 0 277-16,-4 0 139 0,1 0 50 0,-2 0-805 15,-1 0 409-15,-1 0 203 0</inkml:trace>
  <inkml:trace contextRef="#ctx0" brushRef="#br1" timeOffset="82466.03">14181 16775 2965 0,'6'0'0'0,"0"0"0"0,1-2 0 0,2-1 0 0,3 0 0 0,-1 1 0 16,4-1 0-16,3 2 0 0,5 1 0 0,2 0 0 0,-1 0 134 0,-2 0-39 0,8 9 325 0,-5 2-190 0,0 3-143 16,-3 1-87-16,-3 3 0 0,-6-1 0 15,-2 5 0-15,-3 4 0 0,-7-4 0 0,-1 4 0 0,-9 2 0 16,-12 1 0-16,-9 3 0 16,-4-1 0-16,3-1 0 0,-3-1 0 0,0-2 0 0,6-6 0 15,-2 1 0-15,3-6 0 0,7-3 0 16,-1-2 0-16,4-4 0 0,8-1 0 0,0 0 0 15,3-4 0-15,2-1 0 0,4-1 0 0,0 2 0 16,0 2 0-16,8-4 0 0,7 4 0 0,7-2 0 16,3 1 0-16,-1-3 0 0,0 2 0 0,10-2 0 15,-4 0 0-15,2 0 0 0,-2 0 0 0,2 0 0 16,-6 0 0-16,4 0 0 0,-7 0 0 0,0 0 0 16,-5 0 0-16,-2 0-419 15,-4 0-33-15,0 0 207 0,-3 0 103 0,-1 0-669 16,-1 0 386-16</inkml:trace>
  <inkml:trace contextRef="#ctx0" brushRef="#br1" timeOffset="82667.81">14726 16815 3261 0,'12'-5'0'0,"2"1"0"0,2 2 0 0,0 2 0 0,-3 0 0 0,4 0 0 0,2 0 0 0,-1 9 0 0,0 6 0 0,2 9 0 0,-3 1 119 0,-1 6 432 0,-5 1-551 16,-2 2 0-16,-4 4 0 0,-3 8 0 0,-2-5 0 15,0 1 0-15,-13 0 0 0,-4 1 0 0,-1-7 0 16,-9 10 0-16,1-10 0 0,-2 0 0 0,-6 0 0 16,-2-4 0-16,-3 0 0 0,-5 0 0 0,-2 0 0 15,-9 1-780-15,2-2 180 0,12-6 280 0</inkml:trace>
  <inkml:trace contextRef="#ctx0" brushRef="#br1" timeOffset="83128.07">15846 16894 3044 0,'-5'-11'0'0,"5"9"0"0,-2 2 0 0,2 0 0 0,-3 4 0 0,-3 4 0 0,-1 3 0 0,-5 4 0 0,1 3 0 0,-6 7 0 0,-7 7 155 16,-2 3-58-16,-4 5 49 0,-2 1-45 0,0 1-36 15,2 1 0-15,0-2-83 16,1-2 28-16,3-1-1 0,3-10-287 0,0 4 152 0,2-6 83 0,1-6 40 15,4-3-583-15,1-5 303 0,4-5 55 0,0-1-458 16,-1-6 325-16,3 0 161 0</inkml:trace>
  <inkml:trace contextRef="#ctx0" brushRef="#br1" timeOffset="83326.6">15345 16985 2794 0,'2'-31'0'0,"-2"12"0"0,0 8 0 0,0 0 0 0,0 3 0 0,0 5 0 0,0 0 0 0,4 2 0 0,6 1 0 0,3 1 0 0,6 15 374 15,1 4-167-15,1 7 349 0,3 5-556 0,5 10 0 16,-3 1 0-16,1 1 0 0,0 3 0 0,3-4 0 16,2-2 0-16,2-2 0 0,0-4 0 0,-2-1 0 15,0-6 0-15,-6-4 0 16,0-2-16-16,-2 0-86 0,-4-10-394 0,-2 3 144 16,1-5 159-16,-3-3 58 0,-2-4-638 0,2-3 368 15,-2 0 184-15</inkml:trace>
  <inkml:trace contextRef="#ctx0" brushRef="#br1" timeOffset="83573.92">16409 16823 3478 0,'0'-11'0'0,"-12"5"0"0,-4 2 0 0,-3 3 0 0,-6 1 0 0,-4 0 0 0,-1 1 0 0,0 14 0 0,3 4 0 0,1 7 0 0,1 2 252 16,6 6-51-16,3 5-201 15,8 0 0-15,7 5 0 0,1 1 0 0,0-4 0 0,10 10 0 0,5-6 0 16,6-4 0-16,4-1 0 0,1-5 0 0,0-6 0 16,3-1 0-16,-2-5 0 0,1-3 0 0,-1-3 0 15,-3-5 0-15,-3-5 0 0,-1-2-359 0,-2-2 79 16,-2-3 120-16,1 0-547 16,-2-3 335-16,-1-7 157 0,0-6 94 0,2-7-518 0</inkml:trace>
  <inkml:trace contextRef="#ctx0" brushRef="#br1" timeOffset="83785.11">16770 16804 3870 0,'-8'-7'0'0,"6"3"0"0,-2 2 0 0,2 2 0 0,-1 0 0 0,1 0 0 0,2 0 0 0,0 11 0 0,0 7 0 0,0 10 0 0,0 5 61 0,2 1-61 15,0 9 0-15,-1-2 0 0,3-4 0 0,0 13 0 16,-1-7 0-16,-1-2 0 0,3-5 0 0,-2 1 0 15,-1 1 0-15,0-6 0 0,0-2 0 0,0-8 0 16,-1 1 0-16,-1-3 0 0,0-9-199 0,2 1 89 16,-2-3-774-16,2-5 423 0,2-2 212 0,1-2-237 15,9 0 214-15</inkml:trace>
  <inkml:trace contextRef="#ctx0" brushRef="#br1" timeOffset="83968.95">17159 17245 3195 0,'12'-2'0'0,"-1"0"0"0,-4 2 0 0,-1 0 0 0,-2 0 0 0,-2 0 0 0,-2 0 0 0,0 0 0 0,0 2 0 0,0 9 0 0,-4-1 538 0,-5 3-340 15,-2 0-198-15,-3 2 0 0,1-2 0 0,-2 2 0 16,0-1 0-16,-2-2-132 16,0 2-100-16,0-3 130 0,1 0 70 0,0-3-289 15,4-1 179-15,1-3 90 0,4 0-66 0,2-4-719 16,3 0 400-16</inkml:trace>
  <inkml:trace contextRef="#ctx0" brushRef="#br1" timeOffset="84192.45">17545 16767 3931 0,'2'-9'0'0,"0"9"0"0,3 0 0 0,-3 0 0 0,1 0 0 0,1 0 0 0,0 9 0 0,2 4 0 0,-2 2 0 0,1 7 0 0,1 6 0 0,-3 0 0 0,3 4 0 0,-3 0 0 16,2 1 0-16,-1 2 0 0,1-4 0 0,-1 3 0 16,-1-3 0-16,-1-1 0 15,0-2 0-15,0-4 0 0,0 1 0 0,-1-3 0 0,-1-3 0 0,0-1-71 16,0-4-413-16,0-3 191 0,0-1 133 0,0 1-359 16,0-4 241-16</inkml:trace>
  <inkml:trace contextRef="#ctx0" brushRef="#br1" timeOffset="84479.23">17858 17202 3931 0,'4'-5'0'0,"1"0"0"0,1 4 0 0,0 0 0 0,-4-2 0 0,4 3 0 0,-1 0 0 0,2 3 0 0,1 8 0 0,-2 3 0 0,1 1 0 0,-1 0 0 0,-1 2 0 15,1-2 0-15,0-2 0 0,0 2 0 0,-3-5 0 16,1-1 0-16,0-3 0 0,-1-1 0 0,1 0 0 15,-2-4 0-15,0-1 0 0,0 0 0 0,0 0 0 16,0 0 0-16,0 0 0 0,-2 0 0 0,0 0 0 16,0 0 0-16,0 0 0 0,0 0 0 0,0-1 0 15,0 1 0-15,0-3 0 16,0 3 0-16,0 0 0 0,0 0 0 0,-8 0 0 16,-2 4 0-16,1 3 0 0,-2 0 0 0,-2 5 0 15,-4 0 0-15,0 1 0 0,-6 3 0 0,1-5-77 16,-1 5-5-16,-3 2-876 0,0-2 461 0,-1 0 220 15</inkml:trace>
  <inkml:trace contextRef="#ctx0" brushRef="#br1" timeOffset="84815.43">18311 16861 3498 0,'0'-18'0'0,"0"13"0"0,2 3 0 0,-2-1 0 0,0 2 0 0,0-1 0 0,0 2 0 0,2 0 0 0,0 0 0 0,0 3 0 0,1 15 236 0,-1 4-39 16,0 3-197-16,0 3 0 0,0 1 0 15,-1 6 0-15,-1 0 0 0,0 1 0 0,0 0 0 16,0-1 0-16,0 0 0 0,0-1 0 16,0-3 0-16,-3-1 0 0,-5-2 0 0,-1-1 0 0,3-9 0 0,-3 2 0 15,2-2 0-15,-1-4 0 0,2-8-287 16,0 0 69-16,5-2-613 0,-3-2 387 0,2-2 208 16,2 0 100-16,0-10-607 0</inkml:trace>
  <inkml:trace contextRef="#ctx0" brushRef="#br1" timeOffset="85078.04">18576 16716 3641 0,'5'-6'0'0,"5"2"0"0,1 2 0 0,5-1 0 15,0 1 0-15,3 0 0 0,5 2 0 0,0 0 0 0,5 15 0 0,-3 5 0 0,2 6 290 0,2 11-290 0,-5-2 0 0,-3 4 0 16,-3 1 0-16,-2 3 0 0,-4-7 0 0,-4 12 0 15,-1-4 0-15,-4-1 0 0,-4 1 0 0,0-1 0 16,-2-6 0-16,-15 8 0 0,-4-9 0 16,-3-1 0-16,-4-5 0 0,-6-3 0 0,4-3 0 0,-10-2 0 15,8-4 0-15,-2-3 0 0,4-2 0 16,4-2 0-16,6-4 0 0,-1 1 0 0,5-2-52 16,2-5-366-16,5-1 190 0,3 0 95 0,2 0-933 15</inkml:trace>
  <inkml:trace contextRef="#ctx0" brushRef="#br1" timeOffset="85306.25">19337 16958 3931 0,'0'-11'0'0,"3"8"0"0,10 3 0 0,1 0 0 0,0-1 0 0,4 1 0 0,4 0 0 0,7 0 0 0,10 0 0 0,5 0 0 0,6 0 0 0,3 0 0 16,-2 0 0-16,2 1 0 0,-2-1 0 0,-4 0 0 0,-6 0 0 16,-7 0 0-16,0 0 0 0,-10 5 0 15,-3-4 0-15,-4 4-5 0,-10 3-300 0,-5 2 171 16,-2 2 85-16,-12 4-1249 0,-15 1 635 0</inkml:trace>
  <inkml:trace contextRef="#ctx0" brushRef="#br1" timeOffset="85454.87">19530 17237 3931 0,'-9'8'0'0,"5"-1"0"0,4-1 0 0,0-3 0 0,0-2 0 0,11 1 0 0,4-2 0 0,9 0 0 16,-1 0 0-16,7 0 0 0,0 0 0 0,2 3 0 0,0-3 0 0,0 0 0 0,0 0 0 0,0 0 0 0,-1 0 0 0,-1 0 0 16,-3 0 0-16,-6 0-874 0,-3 0 334 0,-6 0 284 0,-3 0 146 15</inkml:trace>
  <inkml:trace contextRef="#ctx0" brushRef="#br1" timeOffset="86850.58">20705 16797 1560 0,'4'-14'0'0,"-1"6"0"16,-1 5 0-16,-1-1 0 0,1 3 0 0,0-1 0 0,-2-1 0 0,2 2 0 0,-2 1 0 0,0 0 0 0,0 1 74 15,0 12 0-15,-6 9 162 0,-5 1-99 0,-4 8-42 0,-4 8-33 0,1-1 299 0,-3 3-163 0,1 2-80 16,4 0 239-16,2-3-151 0,2 6-89 16,4-10-41-16,5 2 100 0,3-2-92 0,0-2-84 0,0-4 0 15,9-2 0-15,4-4 0 16,2-1 0-16,1-3 0 0,0-5-32 0,2 0 41 16,1-2-9-16,1-7-465 0,0 0 184 0,-1-5 145 15,2-1-610-15,-1 0 346 0,1-1 186 0,0-6 89 16,2-7-394-16,-4-1 241 0</inkml:trace>
  <inkml:trace contextRef="#ctx0" brushRef="#br1" timeOffset="87191.8">21038 17091 2419 0,'-5'-5'0'0,"-3"5"0"16,-4 0 0-16,1 0 0 0,-4 11 0 0,2 2 0 0,0 8 0 0,3-1 0 0,3 4 0 0,4-1 0 0,1 7 97 0,2 0 151 0,0-1-106 0,2-1-53 0,8-2 195 0,8 0-115 15,-2-3-70-15,5-3-31 0,0-5-75 0,-1-5 44 16,3-3 8-16,2-5-111 0,-3-2 51 0,0 0 26 16,-1-4 0-16,0-12-14 0,-6 1 10 0,2-7 30 15,-6-2-1-15,1 1 18 0,-5-2-67 0,-1 0 40 16,-3 2 40-16,-1-7-24 16,-2 3-27-16,0-2 7 0,0 0-17 0,-5 0-6 15,-5 1 0-15,-3 0 0 0,0 4 0 0,-4 5 0 16,-2 0 0-16,0 9 0 0,-2 0 0 0,0 4 0 15,0 4 0-15,-2-1 0 0,5 3 0 0,-2 0 0 16,3 0 0-16,4 9 0 0,1 0 0 0,1 0 0 16,4 2 0-16,4 2 0 0,3 0 0 15,0 3-578-15,0-1 242 0,0 0 150 16,9 0 75-16,4 0-555 0,2 0 305 0,2-3 167 16,0 2 79-16,4-1-460 0</inkml:trace>
  <inkml:trace contextRef="#ctx0" brushRef="#br1" timeOffset="87409.38">21562 17240 2586 0,'14'1'0'0,"0"7"0"0,-6-3 0 0,0 3 0 0,-5-1 0 0,-1 1 0 0,0 3 0 0,-2 0 0 0,0 1 0 0,0 3 0 0,0 0 492 15,-2-1-218-15,-8 1-124 0,3 3 52 0,-2-3-83 16,0 0-42-16,-3-2-46 0,1 0-110 0,2-3 30 15,-3-1 42-15,1-2-151 0,-1-2 97 0,5 0 49 16,-2-1 33-16,0-4-490 0,2 0 251 0,4 0 25 16,1 0 96-16,2-4-544 0,0-10 306 15,5-6 149-15</inkml:trace>
  <inkml:trace contextRef="#ctx0" brushRef="#br1" timeOffset="87612.93">21819 17087 3192 0,'0'-8'0'0,"3"3"0"0,2 4 0 0,4-3 0 0,0 0 0 0,3 0 0 0,3 1 0 0,4-1 0 0,1 0 0 0,5 0 0 0,1 1 386 0,4 0-175 16,2 1-87-16,0 0-106 0,0 1-18 0,2 1 0 16,-4 0 0-16,2 0 0 0,-4 0 0 15,-7 0 0-15,2 0-387 0,-5 0 108 0,-1 3 158 0,-6 3-710 16,-4 0 410-16,2-1 144 0,-4 0 124 0,0-2-194 15,1-3 155-15</inkml:trace>
  <inkml:trace contextRef="#ctx0" brushRef="#br1" timeOffset="87931.3">22394 16845 2420 0,'0'-7'0'0,"4"-1"0"0,6 1 0 0,-1-3 0 0,4 3 0 0,6 2 0 0,2 1 0 0,7 2 0 0,-1 2 0 0,2 0 0 0,1 0 572 16,2 11-267-16,-2 3-126 0,-2 6 169 0,0 2-241 15,-3 1-107-15,-2 3 0 16,-7 0 0-16,-4-1 0 16,-3 7 0-16,-7-6 0 15,-2 8 0-15,-9-2 0 0,-14 2 0 0,-2-3 0 0,-10 5 0 0,-1-4 0 0,1-6 0 0,-6-2 0 16,4-3 0-16,5-9 0 0,-2 1 0 0,4-5 0 16,9-5 0-16,1 1 0 0,5-4 0 0,6 0 0 15,3 0 0-15,3 0 0 0,1 0 0 0,2 0 0 16,2 0 0-16,16 0 0 0,5 0 0 0,3 0 0 15,4 2 0-15,2 1 0 0,-2 2 0 0,2-4 0 16,0 2 0-16,0 1 0 16,-4-2 0-16,2 2 0 0,-5-3 0 0,5 2 0 0,-10-2 0 0,5 2-297 15,-3-2-181-15,0 1 221 16,1-2 101-16,2 0-803 0,-1 0 461 0</inkml:trace>
  <inkml:trace contextRef="#ctx0" brushRef="#br1" timeOffset="88095.74">23056 17254 3403 0,'3'-7'0'0,"1"3"0"0,0-2 0 0,-3 5 0 0,1-2 0 15,0 2 0-15,0 1 0 0,-2 0 0 0,2 0 0 0,-2 8 0 0,0 4 163 0,0 8-68 0,-6 0 175 0,-5 3-270 0,-4 2 0 0,0-2 0 16,-2 2 0-16,-1-3 0 0,-1 1 0 0,-1-2 0 16,2-2 0-16,3-7 0 0,-2 3 0 0,5-3-158 15,3-4-196-15,4-1 131 0,1-4-423 0,2-1 297 16,2-2 147-16</inkml:trace>
  <inkml:trace contextRef="#ctx0" brushRef="#br1" timeOffset="88451.21">23332 16930 3787 0,'14'-17'0'0,"6"8"0"0,0-2 0 0,4-1 0 0,1 3 0 0,3-1 0 0,2 2 0 0,8 2 0 0,-1 3 0 0,8 1 0 0,-11 2 144 15,4 0-144-15,-5 4 0 0,-8 7 0 0,5 6 0 16,-11 2 0-16,-4 4 0 0,-8 1 0 0,-5 0 0 0,-2-1 0 16,-4 9 0-16,-19 2 0 15,-4-4 0-15,-11 0 0 0,-1 2 0 0,-4-3 0 0,-1-2 0 0,1-7 0 16,9-5 0-16,-1 0 0 16,5-5 0-16,7-5 0 0,0-5 0 0,7 0 0 15,6 0 0-15,2 0 0 16,3 0 0-16,3 0 0 0,2 0 0 0,0 0 0 0,4-3 0 15,12 0 0-15,5 0 0 0,0 3 0 0,7 0 0 0,1 0 0 16,1 0 0-16,3 0 0 16,1 0 0-16,0 4 0 0,1 1 0 0,1 0 0 15,-2-2 0-15,-2 1 0 0,-1 2 0 16,1-1 0-16,-3 1 0 0,-3 0 0 0,-5 0 0 0,2-1-168 16,-3-1-245-16,-1-3 179 15,-3-1 103-15,4 0-745 0,-1-1 420 0</inkml:trace>
  <inkml:trace contextRef="#ctx0" brushRef="#br1" timeOffset="88660.79">24166 16838 3931 0,'9'-14'0'0,"4"7"0"0,2 2 0 0,1-1 0 15,4 4 0-15,4 0 0 0,3 2 0 0,-1 4 0 0,0 10 0 0,-2 7 0 0,1 5 0 0,-2 1 0 0,-5 5 0 0,-1 4 0 0,0 4 0 0,-4 2 0 0,-6-7 0 16,-3 3 0-16,-2 7 0 0,-2-3 0 0,-4-3 0 15,-12 1 0-15,-3-8 0 0,-9 5 0 0,-3-2 0 16,-8-4 0-16,-6-1 0 0,-9 2 0 0,7-6 0 16,-5 0 0-16,8 1 0 0,14-6 0 0,-2 5 0 15,4 1-334-15</inkml:trace>
  <inkml:trace contextRef="#ctx0" brushRef="#br1" timeOffset="88826.83">24609 17793 371 0,'-2'-12'1356'0,"2"10"-678"0,-2 0-339 0,-2-1-169 0,1-1 75 0,-1 3-94 0,-2 1-62 0,-2 0-26 0,-1 12-484 0</inkml:trace>
  <inkml:trace contextRef="#ctx0" brushRef="#br1" timeOffset="92020.17">9260 15865 1983 0,'0'0'0'0,"0"0"0"0,0 0 0 0,0 0 0 0,0 0 0 0,0 0 0 0,0 0 0 0,0 0 0 0,6 0 0 0,1 2 0 0,2 3 355 0,5-2-159 0,-1-1-74 0,2 3-38 16,0-4 82-16,2 3-59 0,1-2 11 0,5 0 172 16,2 0-121-16,1 0-61 0,4-2-30 0,2 0 77 15,5 2-155-15,8-2 0 16,3 2 0-16,1-2 0 0,3 2 0 0,-1-2 0 16,7 0 0-16,8 0 0 0,1 0 0 0,4 0 0 0,8 0 0 15,17 0 0-15,-11 0 0 0,22 0 0 16,-5 0 0-16,-1-4 0 0,7-2 0 0,19 1 0 15,-20-4 0-15,24 4 0 0,-9 0 0 0,-16-3 0 16,25 1 0-16,-32-1 0 0,-10-2 0 0,1 5 0 16,-7 0 0-16,-10 1 0 0,-11 0 0 0,-10 3 0 15,-7 1 0-15,-1 0 0 0,-9 0 0 0,-3 0 0 16,-11 0 0-16,-3 0 0 0,-2 0 0 0,-3 0 0 31,-8 0 0-31,1 0 0 0,-5 0 0 0,2 0 0 0,-3 0 0 0,2 0 0 16,-2 0 0-16,0 0 0 0,0 0 0 0,0 0 0 15,0 1 0-15,0-1 0 0,0 0 0 0,0 0 0 16,0 0 0-16,-2 6 0 0,-4 5 0 0,-3 8 0 16,1 6-49-16,-2 14-739 0</inkml:trace>
  <inkml:trace contextRef="#ctx0" brushRef="#br1" timeOffset="93362.21">20693 17773 2002 0,'0'0'0'0,"0"0"0"0,0 0 0 0,0 0 0 0,0 0 0 0,0 0 0 0,0 0 0 0,0 0 0 0,0 0 0 0,0 0 0 0,0 0 109 0,5 0-18 0,1 0 177 16,2 0-110-16,1 0-56 16,0 0 81-16,5 0-68 0,-5 0-22 0,5 0-11 15,2 0 171-15,-2 0-103 0,2 0-51 0,0 0 127 16,0 0-226-16,-2 0 0 0,4 0 0 0,-2 0 0 16,3 0 0-16,0 0 0 0,1 0 0 0,1 1 0 15,0-1 0-15,1 5 0 0,5-3 0 0,-3 1 0 16,5 1 0-16,-1-2 0 0,4 1 0 0,1 0 0 15,5-1 0-15,-1-1 0 0,1 3 0 16,0-2 0-16,-1 1 0 0,2-2 0 16,5 2 0-16,-5 1 0 0,-3-1 0 0,8 2 0 15,-9-2 0-15,10 3 0 0,-5-1 0 0,1 1 0 16,-7-1 0-16,5 1 0 0,-2 0 0 0,7-2 0 16,-10 0 0-16,8 1 0 0,-3-3 0 0,5 2 0 15,2-2 0-15,0 0 0 0,5-2 0 16,1 1 0-16,5-1 0 0,10 3 0 15,-3-3 0-15,-4 2 0 0,-7-1 0 0,5 1 0 0,-1 2 0 16,-4-2 0-16,-5-1 0 16,3 2 0-16,-3-1 0 0,3-2 0 0,2 1 0 0,-1-1 0 15,1 2 0-15,-2-2 0 0,-3 0 0 0,0 0 0 16,-5 2 0-16,8-2 0 0,-5 0 0 0,0 0 0 16,0 2 0-16,5-2 0 0,0 0 0 0,4 0 0 15,-3 0 0-15,1 0 0 0,-2 0 0 0,1 0 0 16,-1 0 0-16,2 0 0 0,-2 0 0 0,2 0 0 15,4 0 0-15,1-2 0 0,8-2 0 0,-6 3 0 16,-7-1 0-16,1-1 0 16,-1 0 0-16,-11 0 0 0,8 2 0 0,-15 1 0 15,2 0 0-15,-2 0 0 0,-5 0 0 0,-6 0 0 16,6 0 0-16,-9 0 0 0,0 0 0 0,-5 0 0 16,-2 0 0-16,-3 0 0 0,-4 0 0 0,-1-2 0 15,-2 1 0-15,-2-1 0 0,0-1 0 0,-2 2 0 16,0-1 0-16,0 2 0 0,0 0 0 0,-8 0 0 15,-11 0 0-15</inkml:trace>
  <inkml:trace contextRef="#ctx0" brushRef="#br1" timeOffset="98197.33">10411 18019 1955 0,'0'-3'-1'0,"0"2"0"0,0-1 0 0,0 0 1 0,0 1 0 0,0 1 0 0,0 0 0 0,0 0 0 0,0 0 0 0,0-2 0 0,-1 2 93 0,1 0-35 0,-2 0 117 0,0 0-65 15,0 0-32-15,0 0 1 16,-1 0 87-16,-1 0-49 0,-1 0-40 0,0 0 61 16,0 2-81-16,-1 4-1 0,2 0-40 0,-1 2 81 0,-1 2-44 15,2-3 2-15,0 2 22 0,1 1 3 0,1 1-53 16,0 0 14-16,2 1 17 15,0 1 3-15,0 1-25 0,0 1 2 0,0 4 39 16,0-1-18-16,2 1-59 0,1 1 0 0,5-1 0 16,0 2 0-16,-1 0 0 0,2-1 0 0,2 2 0 15,-1-3 0-15,1 0 0 0,0 0 0 0,3-2 0 16,-1-1 0-16,2-3 0 0,0 0 0 0,2-3 0 16,-1-1 0-16,5-4 0 0,-1 0 0 0,0-4 0 15,2-1 0-15,-3 0 0 0,1 0 0 0,1 0 0 16,-3-7 0-16,0-4 0 15,-2-3 0-15,2-2 0 0,-3-3 0 0,-2 0 0 16,-1-2 0-16,-1-3 0 0,-2 0 0 0,-1 0 0 16,-1-1 0-16,-3-1 0 0,0 1 0 0,-3-4 0 15,-1 2 0-15,0-2 0 0,0-1 0 0,-3 3 0 16,-6-3 0-16,-5 1 0 0,1 2 0 0,-4-1 0 16,2 5 0-16,-2 0 0 0,1 7 0 0,-3 2 0 15,-2 1 0-15,1 4 0 16,-1 0 0-16,0 7 0 0,1-3 0 0,0 3 0 15,1 2 0-15,3 0 0 0,0 0 0 0,2 2 0 16,3 4 0-16,-1 0 0 0,3 1 0 0,0-1 0 16,1 1 0-16,0 1 0 0,5 0 0 0,-1-1 0 15,0 2 0-15,3 0 0 16,1 3 0-16,0-1-192 0,0 2 6 0,0-1 72 0,0-1 36 16,1 2-593-16,8 1 314 0,2-2 147 0,3 1-512 15</inkml:trace>
  <inkml:trace contextRef="#ctx0" brushRef="#br1" timeOffset="98393.37">11029 18077 3272 0,'0'0'0'0,"0"0"0"0,2 0 0 0,-2 0 0 0,0 0 0 0,2 0 0 0,0 0 0 0,0 0 0 0,4 4 0 0,-1 0 0 16,1-1 128-16,-1 3-33 0,3 0 40 0,-2 2-47 0,1 1 0 15,1 0-436-15,-3 0 194 0,1-2 107 0,0 5 39 16,-1-3-773-16,3 2 401 0,1 2 201 0,5-7 101 16,-2 0-715-16</inkml:trace>
  <inkml:trace contextRef="#ctx0" brushRef="#br1" timeOffset="98627.25">11507 17914 3040 0,'0'-4'0'0,"0"2"0"0,0 0 0 0,-2 2 0 0,-6 0 0 0,-3 0 0 0,2 0 0 0,-3 12 0 0,3 5 0 0,-2 4 0 0,1 3 675 15,1 2-459-15,3 3-216 0,1 1 0 0,3 1 0 16,2 3 0-16,0-1 0 0,0 0 0 0,4-2 0 16,8 0 0-16,2-4 0 0,1 0 0 0,2-3 0 15,-1-4 0-15,0-4 0 0,0-3 0 0,0 0 0 16,0-6 0-16,-2-1-740 0,0-4 300 0,0-2 201 15,-3 0 88-15,0 0-508 16,1-2 309-16,-1-7 154 0</inkml:trace>
  <inkml:trace contextRef="#ctx0" brushRef="#br1" timeOffset="98871.18">11638 18094 3060 0,'0'-11'0'0,"0"0"0"0,0 0 0 0,0 3 0 0,2 0 0 0,2 0 0 0,5 1 0 0,4 3 0 0,4 0 0 0,2 2 0 0,0 2 193 0,1 0 157 0,1 0-145 0,0 9-87 16,-1 2-113-16,-1 0-5 0,-1 4 0 0,-2 0 0 16,-3 4 0-16,-3-2 0 0,-3 3 0 0,-5 1 0 15,-2 0 0-15,0 3 0 0,-4-4 0 0,-13 5 0 16,2-4 0-16,0-6 0 0,-3 0 0 16,-5 2 0-16,4-7 0 0,-1-2 0 0,-1-1 0 0,1 0 0 15,0-6 0-15,1 4 0 0,8-5-139 16,-2 0-158-16,4 0 129 0,5-3-547 15,4-7 338-15,0-4 168 0,4-5 74 0,15-4-655 16</inkml:trace>
  <inkml:trace contextRef="#ctx0" brushRef="#br1" timeOffset="99067.71">11978 17930 3931 0,'0'0'0'0,"0"0"0"0,0 3 0 0,-11 4 0 0,1 1 0 0,-1 4 0 0,2 2 0 0,1 4 0 0,0 5 0 0,1 2 0 0,4 1 0 0,-1 0 0 0,4-3 0 0,0 9 0 16,0-5 0-16,2 2 0 0,7-1 0 0,4-1 0 16,0-3 0-16,4-2 0 0,0 0 0 0,-1-7 0 15,2 0 0-15,1-2 0 0,-3-4 0 0,2-3-77 16,-4-2-83-16,4-4-708 0,-4 0 413 0,0 0 198 16,0 0 114-16,0 0-255 0</inkml:trace>
  <inkml:trace contextRef="#ctx0" brushRef="#br1" timeOffset="99267.54">12265 18111 3646 0,'0'0'0'0,"2"0"0"0,0 0 0 0,-2 0 0 0,2 0 0 0,-1 0 0 0,6 0 0 0,0 0 0 0,2 0 0 15,3 0 0-15,1 0 151 0,2 0-17 0,2 0-134 0,0 4 0 16,1 1 0-16,1-1 0 0,0-1 0 0,0 3 0 0,-2-2 0 0,-1 1 0 15,0 0 0-15,-3 1-657 16,-1-3 288-16,2 0 150 0,-3 4 119 0,3-4-814 16,0 0 442-16</inkml:trace>
  <inkml:trace contextRef="#ctx0" brushRef="#br1" timeOffset="99634.33">12814 18031 3501 0,'0'4'0'0,"-2"-3"0"15,-5 3 0-15,-1-1 0 0,-4 1 0 0,2 2 0 0,-1 1 0 0,4 3 0 0,-2 3 0 0,4 1 0 0,1 6 138 0,-1 0 154 0,5 6-292 0,0-1 0 0,0-3 0 0,0 8 0 0,9-3 0 16,2-1 0-16,2-1 0 0,0-7 0 0,6 6 0 16,-2-6 0-16,0-5 0 0,1-2 0 15,3-3 0-15,0-7 0 0,1-1 0 0,2 0 0 0,-1 0 0 16,0-7 0-16,-3-6 0 15,-3 0 0-15,0-2 0 0,-4-3 0 0,0 2 0 16,-3-5 0-16,-2 1 0 0,-3-5-104 0,-3-1 24 16,-2-1 0-16,0 0-25 0,0 0 32 0,-6 1 0 15,-3 4 56-15,-4-3 11 0,0 8-34 0,-5 2 1 16,0 1 140-16,-3 6-70 0,0 1-45 0,-1 4 391 16,2 3-255-16,-3 0-122 0,-4 0 0 0,11 7 0 15,-3 7 0-15,1-1 0 0,6 1 0 0,1 2 0 16,3 1 0-16,4 0-262 15,2-1-82-15,2 4 173 0,0-4 48 0,0 3-701 16,4-2 393-16,9-3 196 0,2-2 87 0</inkml:trace>
  <inkml:trace contextRef="#ctx0" brushRef="#br1" timeOffset="99823.84">13237 17998 3122 0,'16'-10'0'0,"3"6"0"0,4-2 0 0,1 2 0 0,0 0 0 0,1 3 0 0,7 1 0 0,-2 0 0 0,0 7 0 0,0 8 0 0,0 4 146 0,0 6 517 0,0 5-663 16,-3 1 0-16,-5 3 0 0,-5 2 0 0,-6 3 0 15,-7-4 0-15,-2 10 0 0,-2-3 0 0,-10 0 0 16,-8 0 0-16,-5-2 0 0,0-5 0 0,-9 5 0 16,-1-5-298-16,-3 1-165 0,-10 8 104 0</inkml:trace>
  <inkml:trace contextRef="#ctx0" brushRef="#br1" timeOffset="100834.3">13980 18231 1868 0,'-3'-4'0'0,"-1"3"0"0,4-2 0 0,0 3 0 0,0 0 0 0,0-1 0 0,0 1 0 0,7 0 4 15,11 0 3-15,-2 0 0 0,5 0 261 0,5 0-111 0,0 0 359 0,0 0-235 0,1 0-118 0,-3 0 214 16,8 0-171-16,-5 0-129 0,-1 0-77 16,1 0 0-16,-7 0 0 0,1 0 0 0,-3 0 0 15,-1 0 0-15,-6 0 0 0,1 0 0 0,-3 0 0 0,-2 0 0 16,-1 0 0-16,-2 0-679 0,0 0 281 0,0 0 194 16,-3 0 17-16,3 0-523 0,0 0 340 0,-1 4 167 15,6-3 81-15</inkml:trace>
  <inkml:trace contextRef="#ctx0" brushRef="#br1" timeOffset="101243.56">14575 18016 2955 0,'-2'-10'0'0,"1"2"0"0,1 2 0 0,0-1 0 0,0-2 0 0,1 2 0 0,10-2 0 0,3 0 0 0,5 2 0 0,3 1 0 0,3 1 192 0,-2 1-65 0,7 2 222 0,-4 2-155 15,2 0-80-15,-2 0-114 0,-2 3 0 0,-3 7 0 16,0 4 0-16,-1 1 0 0,-4 0 0 0,-2 3 0 16,-4 2 0-16,0 1 0 0,-7 6 0 0,-1-3 0 15,-2 2 0-15,0 2 0 0,-13 1 0 16,-4 2 0-16,-2-5 0 0,-1 3 0 0,-5-4 0 0,2-1 0 16,-1-3 0-16,4-6 0 0,-9 2 0 15,7-6 0-15,1-3 0 0,3-4 0 0,0 3 0 0,4-6 0 16,2 1 0-16,4-2 0 15,3 0 0-15,1 0 0 0,4 0 0 0,0 0 0 16,0 0 0-16,2 0 0 0,13 0 0 0,2 0 0 16,4 0 0-16,5 2 0 0,-2 0 0 0,3 0 0 15,-1 0 0-15,0 2 0 0,-3-3 0 0,6 3 0 16,-9 0 0-16,2-2 0 0,1 1 0 0,-5-1 0 16,1-2 0-16,-2 3 0 0,0-2 0 0,1 0 0 31,-4-1 0-31,2 4 0 0,-2-2-427 0,4 1 188 0,-4-2 99 0,3-1-638 15,2 0 368-15,0 0 184 0,4 0 79 0</inkml:trace>
  <inkml:trace contextRef="#ctx0" brushRef="#br1" timeOffset="101532.83">15622 17918 3149 0,'-17'-8'0'0,"2"6"0"0,-2 0 0 16,-2 2 0-16,-2 0 0 0,-1 0 0 0,-1 12 0 0,4 5 0 0,1 2 0 0,4 1 0 0,-2 10 382 0,6-3-172 0,3 7-85 0,5-3-60 16,2 0-65-16,0 3 0 0,2 1 0 0,5-2 0 15,9 1 0-15,-2-2 0 0,5-1 0 16,0-3 0-16,0-4 0 0,2 0 0 0,-2-5 0 15,-5-5 0-15,4 2 0 0,-2-6 0 0,0 0 0 16,-4-2-189-16,1-4 61 0,-1-1-47 0,-3-1-513 16,0-2 329-16,1 0 161 0,-1 0 79 0,0 0-512 15,1-2 296-15</inkml:trace>
  <inkml:trace contextRef="#ctx0" brushRef="#br1" timeOffset="101719.92">15759 18065 3819 0,'-3'-7'0'0,"1"5"0"0,-1 2 0 0,1 0 0 0,2 0 0 0,0 0 0 0,0 0 0 0,2 0 0 0,6 10 0 0,3 3 0 0,2 0 112 0,1 4-112 15,-2 0 0-15,2 2 0 0,-3-1 0 16,3 2 0-16,-4 0 0 0,1-4 0 0,-1 3 0 0,0-3-564 16,-1-1 199-16,-2-2 202 0,1-2 100 0,-4-1-789 15,3-3 403-15,-1-1 196 16,1-3 112-16,-1-3-365 0</inkml:trace>
  <inkml:trace contextRef="#ctx0" brushRef="#br1" timeOffset="101935.2">16074 18002 2923 0,'0'-7'0'0,"0"3"0"0,0 1 0 0,0 2 0 0,0 1 0 0,0 0 0 0,0 0 0 0,0 9 0 0,0 11 0 0,-1 4 0 0,-7 3 419 0,-2 6-190 0,-1 2-85 16,-4 11 72-16,0-4-216 0,1 4 0 0,-2 3 0 15,-1-1 0-15,1 1 0 0,0-4 0 0,0 1 0 16,2-5 0-16,1-7 0 0,2 1 0 0,1-9 0 16,1 1 0-16,4-2 0 0,-1-9 0 0,3-3 0 15,1-3-401-15,-1-3 135 0,3-3-214 0,0-3 221 16,0-1 111-16,0 0 54 0,8-5-573 0,3-16 319 16</inkml:trace>
  <inkml:trace contextRef="#ctx0" brushRef="#br1" timeOffset="102102.18">16074 18303 3239 0,'6'-10'0'0,"1"5"0"0,3-3 0 0,-1 1 0 0,0 1 0 0,5-2 0 0,1 3 0 0,4 1 0 0,6-2 0 0,0 4 0 0,1 0 206 0,3 0-84 0,-1 2 74 0,-3 0-69 16,6 0-86-16,-2 0-127 0,-1 0 44 15,-2 6 40-15,-4 0 0 0,-1 2-698 0,4-3 364 16,-1 3 188-16,-2-3-883 0,-3-1 497 0,1-4 248 0</inkml:trace>
  <inkml:trace contextRef="#ctx0" brushRef="#br1" timeOffset="102432.19">16797 18132 3721 0,'-5'-2'0'0,"-1"-1"0"0,1 3 0 0,-6 0 0 0,3 0 0 0,-1 8 0 0,-1 5 0 0,0 5 0 0,3 4 0 0,0 2 0 0,3 6 210 0,2 1-210 0,2-1 0 15,0 1 0-15,0 0 0 0,2-2 0 0,7-4 0 16,2-7 0-16,5 1 0 0,3-5 0 0,1-5 0 16,6-3 0-16,1-6 0 0,-3 0 0 0,3-2 0 15,-7-10 0-15,4-4 0 0,-4-4 0 0,-5 0-165 16,-1-1 29-16,-3-4-11 0,-4 1 45 0,1-5 36 16,-4-2 1-16,-2 0 59 0,0-4-32 15,-2 3-10-15,0-1 10 0,0 1 22 16,-7 4-23-16,-3 4 1 0,-3 7 0 0,-3 0 158 15,0 5-74-15,-3 4 244 0,-2 5-153 0,1 1-53 16,-1 2-44-16,0 2 10 0,1 11-85 0,3 1 27 16,-1 2 0-16,4 1-153 0,3 2 88 0,4 0 60 15,2 2 17-15,3-2-673 16,2 3 296-16,0-3 169 0,2-3 73 0,10-2-604 0,4-7 353 0</inkml:trace>
  <inkml:trace contextRef="#ctx0" brushRef="#br1" timeOffset="102615.69">17105 18002 2585 0,'21'-14'0'0,"0"4"0"0,7 1 0 16,-4-1 0-16,0 2 0 0,3 5 0 0,1 3 0 0,2 0 0 0,2 3 0 0,-2 12 0 0,5 10 190 0,-3 3 381 0,0 4-266 0,-7 2-124 16,3 11-82-16,-9-2-99 0,-8 3 0 0,-4 2 0 15,-5 1 0-15,-2 0 0 0,-3-1 0 0,-14 0 0 0,-4 2 0 16,-9 6 0-16,-4-7-11 15,1-2-924-15,-15 12 419 0,0-2 260 0,-14 11 15 0</inkml:trace>
  <inkml:trace contextRef="#ctx0" brushRef="#br1" timeOffset="103384.55">17832 18210 2637 0,'-11'-14'0'0,"7"8"0"0,2 4 0 0,2 1 0 0,0-2 0 0,6 2 0 0,12-1 0 0,10 0 0 0,12 2 0 0,-4 0 0 0,11-2 177 0,-2-1-70 0,2 3-35 16,-2 0 173-16,0 0-103 0,-10 0-44 0,6 0-152 15,-8 5 48-15,-1-1 7 0,-4-3 42 0,-6 2-357 16,-1 0 186-16,-3-3 80 0,-8 2 42 0,0-2-594 15,-3 0 299-15,-3 0 59 0,-2 0-125 0,-2 0 169 16,0-2 80-16,0-4 41 16</inkml:trace>
  <inkml:trace contextRef="#ctx0" brushRef="#br1" timeOffset="103568.34">18234 17819 2745 0,'-7'-1'0'0,"3"1"0"0,0 0 0 0,1 11 0 0,2 2 0 0,-1 8 0 0,2 1 0 0,0 7 0 0,0 2 0 0,0 5 0 0,0 5 200 0,0-2 115 16,0 3-138-16,0 0-70 0,0 0-34 0,0-7-309 0,2 4 132 0,6-3 71 15,1-3 35-15,0 0-265 0,3-2 150 16,-3-10 85-16,2-1 28 0,1-4-664 0,-1-6 225 16,0-1 209-16,1-9-410 0</inkml:trace>
  <inkml:trace contextRef="#ctx0" brushRef="#br1" timeOffset="103874.45">18495 18002 2598 0,'19'-21'0'0,"2"6"0"0,5 3 0 0,-2-2 0 0,4 4 0 0,2 7 0 0,2 2 0 0,3 1 0 0,-4 0 0 0,0 9 0 0,-6 10 152 0,0 3-57 16,-6 4 118-16,-5 3-78 0,-4 5-53 0,-6-2-25 15,-4 4-19-15,0-2 0 0,-15 7-10 16,-4-12 20-16,-11 8-10 0,0-5 0 0,-2-5 130 15,-1-4-66-15,3-3-31 16,-3 0-41-16,5-5-30 0,6-4 0 0,1 1 0 0,6-5 0 0,5-3 0 16,3 0 0-16,5-2 0 0,0-2 0 15,2 4 0-15,2-3 0 0,12 3 0 0,4-3 0 0,6 4 0 16,3-4 0 0,1 2 0-16,2-2 0 0,2 2 0 0,-2-3 0 0,0 2 0 0,-2-1 0 15,0 1 0-15,-7 0 0 0,3 0-500 0,-1 0 110 16,-3-1 181-16,3 1 85 0,0-2-542 15,1 0 314-15,0 0 157 0,-1-2 68 0,5-8-213 16</inkml:trace>
  <inkml:trace contextRef="#ctx0" brushRef="#br1" timeOffset="104079.69">19319 17960 3016 0,'-13'-9'0'0,"0"7"0"0,-2 2 0 15,-2 0 0-15,1 2 0 0,-4 10 0 0,4 5 0 0,-3 7 0 0,6 3 0 0,-1 7 0 0,5-2 134 0,2 6 466 0,-1 8-419 0,6-4-181 0,2 2 0 16,0-1 0 0,0-2 0-16,8-7 0 0,5 0 0 0,2-2 0 0,2-6 0 15,-2-2 0-15,-2-7 0 0,4-4 0 0,-4 1 0 16,5-7-538-16,-6-3 255 0,3-4 28 0,0 0 113 16,0 0-456-16,0-2 285 0,2-5 137 0,0-9-397 15,2 0 268-15</inkml:trace>
  <inkml:trace contextRef="#ctx0" brushRef="#br1" timeOffset="104419.18">19526 18013 2775 0,'0'-17'0'0,"0"8"0"0,0 2 0 0,0 1 0 0,0-2 0 0,0 2 0 0,2 1 0 0,3-1 0 0,5 5 0 0,3-2 0 0,2 3 135 0,4 0-53 0,0 0 309 0,6 9-176 15,-4-3-88-15,4 4-45 0,-2-2 42 0,3 2-124 16,-4 0 0-16,-4 2 0 0,-2 0 0 0,-1 3 0 15,-5 3 0-15,-7 0 0 16,-3 9 0-16,0 0 0 0,-11 2 0 16,-12 7 0-16,2-6 0 0,-9 6 0 0,1-3 0 0,1-1 0 15,5-6 0-15,-3 3 0 0,8-9 0 0,-5 3 0 16,7-7 0-16,4-2 0 0,2-4 0 0,4 0 0 16,2-2 0-16,4-1 0 0,0-1 0 15,0-1 0-15,2-1 0 0,10 1 0 0,3 0 0 16,4-3 0-16,1 1 0 0,4-3 0 15,-3 2 0-15,8-2 0 0,-8 0 0 0,0 0 0 16,2 0 0-16,-2 0 0 0,-1 0 0 0,-2 0 0 16,-6 0-167-16,2 0-214 0,-5 0 172 0,0 0 85 15,-2 0-646-15,-4 0 357 0,1-2 192 0,-2-3 92 16</inkml:trace>
  <inkml:trace contextRef="#ctx0" brushRef="#br1" timeOffset="104592">19543 18208 2545 0,'-17'-3'0'0,"8"-1"0"0,1 2 0 0,2 1 0 0,4-1 0 0,2-1 0 0,0 2 0 0,4 1 0 0,10 0 0 0,4 0 0 0,7 7 200 16,-3 2 327-16,5 1-245 0,-1 3-122 0,3 0-261 0,-2 2 79 16,1 0 26-16,0-1-1 0,-3 2-630 0,1-2 333 15,-3 1 166-15,-1-4 92 0,3 5-455 0,-4 0 253 16</inkml:trace>
  <inkml:trace contextRef="#ctx0" brushRef="#br1" timeOffset="104775.63">20078 18308 2969 0,'0'-2'0'0,"0"0"0"0,0-2 0 0,2 1 0 0,7-3 0 0,7 3 0 0,4 3 0 0,8 0 0 0,4 0 0 0,4 0 0 0,9 0 219 0,-6 0-91 0,-5 0-44 0,4 0 9 15,-6 3-368-15,-2 1 157 0,-1 1 78 16,-13-1 39-16,1 2-266 0,-6-2 162 16,-4 0 67-16,-3-1-701 0,-4-1 262 0,0-2 222 15</inkml:trace>
  <inkml:trace contextRef="#ctx0" brushRef="#br1" timeOffset="104963.11">20390 18081 2584 0,'-9'-5'0'0,"4"2"0"0,0 2 0 0,1 1 0 0,2 0 0 0,-1 0 0 0,1 9 0 0,0 6 0 0,2 2 0 0,-2 8 0 0,1 3 727 0,-3 2-345 0,0 5-172 0,1-1-182 15,-2 4-28-15,3-1 0 0,0-1 0 0,2-1 0 16,0-1 0-16,0-3 0 0,0-7 0 0,0 0 0 16,2-1-42-16,5-7 12 0,-2-3-769 0,1-2 412 15,1-4 59-15,0-4 156 0,5-3-609 0</inkml:trace>
  <inkml:trace contextRef="#ctx0" brushRef="#br1" timeOffset="105167.67">20666 18135 3589 0,'7'-9'0'0,"2"5"0"0,-2 2 0 16,-2 2 0-16,1 0 0 0,-2 0 0 0,-1 10 0 0,-1 7 0 0,1 8 0 0,-3-1 0 0,0 7 342 0,0 1-342 0,0 4 0 0,0-1 0 0,-3 1 0 0,3-4 0 0,0 0 0 15,0-9 0-15,0 0 0 16,0-3 0-16,3-3 0 0,-1-6-526 0,-1-2 200 16,1-1 182-16,0-4-762 0,0-2 434 0,0-1 217 15,0-1 99-15,-1-1-166 16</inkml:trace>
  <inkml:trace contextRef="#ctx0" brushRef="#br1" timeOffset="105385.26">20900 18076 2579 0,'12'-16'0'0,"7"7"0"0,0 3 0 0,-2 2 0 0,1 4 0 0,1 0 0 0,2 2 0 0,3 15 0 0,-1 4 0 0,-2 6 0 0,0 2 354 0,-3 11-158 0,-4-5-69 15,-2 14 537-15,-4-2-653 0,-7-1-11 0,-1 0 0 16,0-1 0-16,-3-7 0 0,-10 3 0 0,-6-5 0 16,1-2 0-16,-3-5 0 0,0 1 0 0,3-10 0 15,-9 1 0-15,4-9 0 16,4-2 0-16,-3-4 0 0,0-2 0 0,1-4 0 0,2 0 0 15,2 0-314-15,4-4 82 0,3-10-503 16,3-3 349-16,7-3 164 0,0-10 97 0,0-12-675 16</inkml:trace>
  <inkml:trace contextRef="#ctx0" brushRef="#br1" timeOffset="105543.7">21374 18163 2928 0,'25'-7'0'0,"5"5"0"0,4 1 0 0,-1-1 0 0,-1-1 0 0,2 3 0 0,0 0 0 0,-1 0 0 0,13 0 0 0,-10 0 0 0,8 0 326 0,-7 0-145 16,0 0-72-16,-3 3-376 0,-4 0 152 0,-7 2 85 15,-3 2 29-15,-10-1-838 0,-3 5 426 0</inkml:trace>
  <inkml:trace contextRef="#ctx0" brushRef="#br1" timeOffset="105712.16">21528 18340 2430 0,'-11'4'0'0,"-1"1"0"0,9 2 0 0,1-3 0 0,2 1 0 0,0-4 0 0,9 2 0 0,7-2 0 0,5 3 0 0,0 0 0 0,4-1 375 15,0 1-168-15,1-1-85 0,2 4 109 0,-4-6-87 16,9 3-58-16,-6 0-25 16,1-2-403-16,-1 5 189 0,-1-5 96 0,-1 2-649 15,3-1 368-15,-1-1 187 0,-4 3 94 0,4-5-782 16</inkml:trace>
  <inkml:trace contextRef="#ctx0" brushRef="#br1" timeOffset="106013.33">22289 18295 3060 0,'-12'-4'0'0,"3"1"0"0,-2 3 0 0,-2 0 0 0,2 0 0 0,-3 0 0 0,5 0 0 0,2 7 0 0,1 4 0 0,4 6 0 0,1 1 272 15,1 7-121-15,0-3-58 0,0 5 262 0,7-1-355 16,6 0 0-16,2 1 0 0,5-5 0 0,5-1 0 15,3-6 0-15,6-6 0 0,1-1 0 0,4-4 0 16,3-4 0-16,-1 0 0 0,-7 0 0 0,4-7 0 16,-2-5 0-16,-4-2 0 0,-4-2 0 0,-3-2 0 15,-5-2-16-15,-5-1-211 0,-6-7 96 0,-5 1-50 16,-2-5 76-16,-2-2 34 16,0-2 0-16,-13 2-10 0,-6 0 0 0,-8 4 35 15,-3 7 9-15,-7-1 131 0,-2 12-66 0,-5 3-32 16,-1 8 323-16,3 1-164 0,-9 1-88 0,10 15-8 15,9 0 81-15,-3 8-30 0,10 1-49 0,2 6-89 16,4 8 23-16,4 2 42 0,3 6-23 0,3 6-858 16</inkml:trace>
  <inkml:trace contextRef="#ctx0" brushRef="#br1" timeOffset="119183.73">25296 17882 2937 0,'0'-2'0'0,"0"1"0"0,0-2 0 0,0 3 0 0,1 0 0 0,11 0 0 0,3 4 0 0,2 6 0 0,5 0 0 0,1 5 0 0,1 0 199 0,1 0-81 0,-2 3-40 16,-1-3 182-16,2 3-116 0,-1-1-53 0,-2 0 13 15,-6-2-104-15,2 1 0 0,-2 0 0 0,-3-1 0 16,-2-2 0-16,-2 0 0 0,-3 1 0 0,-1-5 0 16,-3 1 0-16,1-2 0 0,-2-1-419 15,0 0 141-15,0-3 138 0,0-2-9 0,0 0-521 16,0-2 322-16,0 0 154 0,0-2-390 16,5-14 272-16</inkml:trace>
  <inkml:trace contextRef="#ctx0" brushRef="#br1" timeOffset="119501.45">25790 17762 2908 0,'4'-15'0'0,"-4"5"0"0,0-1 0 0,0 2 0 0,0 1 0 0,0 2 0 0,0 5 0 0,0-1 0 0,0-1 0 0,0 3 0 0,0 0 243 0,0 8-93 0,0 10-61 0,-8 3 146 16,0 5-99-16,-2 5-50 0,-3 5-2 0,-4 7-84 15,-1-3 0-15,0 5 0 0,-3 0 0 0,0 1 0 0,1 1 0 16,-2 1 0-16,2 0 0 0,0 6 0 15,1-3 0-15,-2 1 0 0,3-2 0 0,1 0 0 0,0-6 0 16,1-2 0-16,8-5 0 0,-2-4 0 0,2-7 0 16,1 9 0-16,3-17 0 0,3-1 0 0,-1 1 0 15,0-11 0-15,2-2 0 16,0-1 0-16,0-2 0 0,0-2 0 0,0 0 0 0,0 0 0 16,0 0 0-16,-2 0 0 0,-2-2 0 15,4 0 0-15,-1-1 0 0,1 0 0 0,0 2 0 16,0-4 0-16,0 4 0 0,0-4 0 0,1-4-468 15,9 4 13-15,2-5 200 0,2 0 113 16,3-9-682-16,-2 4 393 0</inkml:trace>
  <inkml:trace contextRef="#ctx0" brushRef="#br1" timeOffset="119722.06">25844 18216 3702 0,'-1'-6'0'0,"-4"4"0"0,2-5 0 0,1 4 0 0,1-3 0 0,1 4 0 0,0-4 0 0,6 5 0 0,12-1 0 0,-1 0 0 0,7 0 185 0,5-1-141 0,1 3-44 0,0 0 0 15,3 0 0-15,-3 0 0 0,-3 0 0 0,5 0 0 16,-12 0 0-16,3 0 0 0,-4 3 0 0,-6 1 0 16,-2-2 0-16,0 2-148 0,-3-1-178 0,-1-1 66 15,-4 2 124-15,4-1-351 0,-2-1 214 0,1-2 123 16,1 0-527-16</inkml:trace>
  <inkml:trace contextRef="#ctx0" brushRef="#br1" timeOffset="120065.5">26423 17858 2867 0,'3'-9'0'0,"3"4"0"0,0-2 0 0,2-3 0 0,1 2 0 0,2 3 0 0,4 0 0 0,2-1 0 0,1 4 0 0,4 0 0 0,0 1 194 0,4 1-83 0,1 0 235 16,-1 0-153-16,1 1-78 0,-1 8-10 0,-4-3-105 15,0 4 0-15,-4 1 0 16,-4 2 0-16,-6 2 0 0,-4 4 0 0,-4 5 0 16,-1 5 0-16,-22 5 0 0,-6 1 0 0,-1 1 0 15,-3 3 0-15,-5-3 0 0,4 2 0 0,0-3 0 16,7-1 0-16,9-3 0 0,-1-2 0 0,10-7 0 16,2 1 0-16,3-2 0 0,4-4 0 15,0-2 0-15,0-1 0 0,7-4 0 0,8-3 0 0,2-2 0 16,4 0 0-16,5-4 0 15,-3-1 0-15,-2 0 0 0,3 0 0 0,-2 0 0 16,-1 0 0-16,-3-1 0 0,-1-1 0 0,-5-1 0 16,1 2 0-16,-6-1 0 0,1 0 0 0,-4 2-8 15,0 0-140-15,-2 0 37 0,0 0-304 0,-1 0 188 16,-1 0 95-16,0 0-633 0,0 0 363 0,0-7 173 16,-3-10 101-16</inkml:trace>
  <inkml:trace contextRef="#ctx0" brushRef="#br1" timeOffset="120264.75">26512 18049 3562 0,'-27'0'0'0,"8"0"0"0,1 0 0 0,6 0 0 0,2 0 0 0,3 0 0 0,6 0 0 0,1 0 0 0,0 0 0 0,12 2 0 0,9 3 236 0,8 4-103 16,-1-2-133-16,2 0 0 0,4 2 0 0,-2 0 0 15,-2 2 0-15,-2-1 0 0,-2-2 0 0,-6-1 0 16,-1 2 0-16,0 0 0 15,-6-4 0-15,-2 2-39 0,1-1-65 0,-3-2 72 16,-1 0-887-16,-1 0 440 0,1-2 212 0,2 2-461 16,2-4 345-16</inkml:trace>
  <inkml:trace contextRef="#ctx0" brushRef="#br1" timeOffset="120443.23">26954 18113 3269 0,'0'0'0'0,"0"0"0"0,0 2 0 0,-1 0 0 0,-1-2 0 0,2 0 0 0,0 0 0 0,3 0 0 0,13 0 0 0,2 0 0 0,7 0 128 16,-1 0-45-16,-1 0 338 0,7 0-391 0,-4 0-30 16,0 0 0-16,1 0 0 0,-5 0 0 0,1 0 0 15,-3 0-325-15,-2 0 47 16,-2 3 157-16,-2 3 79 0,-7 0-749 0,2-3 317 16,-3 3 186-16,0 0 125 0</inkml:trace>
  <inkml:trace contextRef="#ctx0" brushRef="#br1" timeOffset="120709.99">27475 17838 3425 0,'0'-7'0'0,"2"3"0"0,-1-1 0 0,-1 1 0 0,1 0 0 0,-1 0 0 0,0 3 0 0,3 0 0 0,-1 1 0 0,4 0 0 0,0 0 222 0,0 6-92 15,1 9 24-15,3 4-154 0,-5 6 0 0,-2 2 0 16,1 3 0-16,-3 5 0 0,2 1 0 0,-1 6 0 15,0-6 0-15,-2 3 0 0,0 4 0 0,0-1 0 16,0-5 0-16,0 5 0 0,0-3 0 0,0 0 0 16,0-1 0-16,0-5 0 15,3-5 0-15,-1 3 0 0,0-10 0 0,1-1 0 0,-2-3 0 0,1-4 0 32,0-1 0-32,-1-3-461 0,-1-1 198 0,0-2 112 0,0-5 57 0,0 1-522 15,0-2 280-15,0 0 154 0</inkml:trace>
  <inkml:trace contextRef="#ctx0" brushRef="#br1" timeOffset="120924.57">27712 18077 3931 0,'-4'-10'0'0,"1"8"0"0,3-5 0 0,0-2 0 0,0 1 0 0,0 2 0 0,7 0 0 0,5-1 0 0,8 4 0 0,1-1 0 0,9 2 0 0,2 2 0 0,1 0 0 0,2 0 0 15,3 0 0-15,0 0 0 0,-3 0 0 0,-1 3 0 16,-1 1 0-16,-3-2 0 0,-3 5 0 0,-7-5 0 16,2 3-217-16,-7 0-123 15,-2 1 122-15,-4 3-818 0,-5 2 500 0,-2 3 248 16,-2-5 126-16,0-3-424 0</inkml:trace>
  <inkml:trace contextRef="#ctx0" brushRef="#br1" timeOffset="121089.02">27920 18340 2966 0,'-13'8'0'0,"4"3"0"0,-1-4 0 16,6-3 0-16,-3 0 0 0,7-2 0 0,0 0 0 0,0 1 0 0,0 0 0 0,15-2 0 0,5-1 131 0,3 0 260 0,0 0-168 0,4 0-97 0,-1 0-481 16,-1 0 197-16,-1-1 98 0,0-3 48 0,-2 0-723 15,-1 2 382-15,2 0 195 0,0 0-315 0</inkml:trace>
  <inkml:trace contextRef="#ctx0" brushRef="#br1" timeOffset="121432.51">28438 18205 2811 0,'-8'-7'0'0,"5"5"0"0,-2-1 0 0,1 2 0 0,-1-1 0 0,0 0 0 0,1 2 0 0,0 0 0 0,3 4 0 0,-1 9 0 0,2 5 547 0,0 7-255 0,0 1-128 16,0 3-62-16,0 2-87 0,7 0-15 0,2 0 0 15,7-3 0-15,-2-3 0 0,6-3 0 0,-1-7 0 16,5 2 0-16,0-5 0 0,1-5 0 16,1-5 0-16,1-2 0 0,-2 0 0 0,8-6 0 0,-6-6 0 15,1-8 0-15,-6 0 0 16,2-5 0-16,-3-1-123 0,-6-4-49 0,0-4 66 16,-5-1-28-16,-3-8 48 0,-2 1 24 0,-5 7-9 15,0-10 91-15,-2 11-28 0,-13 0 0 0,-5 4 143 16,-2 3-86-16,-6 7-53 0,-10 1 9 0,7 10 560 15,-6 1-565-15,-2 7 0 0,3 1 0 0,0 0 0 16,6 0 0-16,2 11 0 0,8 0 0 0,5 4 0 16,1 3 0-16,5 3 0 15,5 6 0-15,4-3 0 0,0 4 0 0,0 1 0 16,9-1-302-16,4 1 143 0,2 5-32 0,-5-2-1009 16</inkml:trace>
  <inkml:trace contextRef="#ctx0" brushRef="#br1" timeOffset="122290.38">30319 17002 1363 0,'-1'-25'0'0,"-5"3"0"0,1 7 0 0,-5-5 0 0,1-1 0 0,-5 1 0 0,2 2 0 0,-8 0 0 0,-1 3 0 0,-4 2 0 0,-4 4 97 16,-4 4-29-16,-8 2 174 0,-2 3-102 0,-1 0-50 16,2 12-17-16,-9 6 121 0,7 1-78 0,-1 3-38 15,4 2 22-15,11-6-31 0,0 6 10 0,7 0-40 16,7 0 128-16,9 1-64 0,4-3-32 0,3 6 60 16,5-2-36-16,14 0-10 0,4 0-47 15,9 5 124-15,-1-6-61 0,4 2-32 0,-5-6 10 16,2 1 3-16,-2 1-82 0,-7 0 0 0,-1-1 0 15,-11-4 0-15,-2 4 0 0,-7 6 0 0,-2-2 0 16,0 4 0-16,-16 7 0 0,-3-1 0 16,0-4 0-1,-6 11 0-15,7-3 0 0,3-1 0 0,5 3 0 0,5-2 0 0,5-4 0 16,0 12 0-16,3-10 0 0,12 4 0 0,4 0 0 16,4-3 0-16,-5-4 0 0,9 10 0 0,-7-6 0 15,0 0 0-15,-5 3 0 0,-4-8 0 0,-2 12 0 16,-7-4 0-16,-2 2 0 0,0-2 0 0,-4 1 0 15,-5-10 0-15,-3 2 0 16,3-4 0-16,2-8 0 0,0-3 0 0,1-4 0 0,5-4 0 0,1 0 0 16,0-5 0-16,1-1 0 15,14-6-9-15,6 0-176 0,2 0-987 0,6-7 571 16</inkml:trace>
  <inkml:trace contextRef="#ctx0" brushRef="#br1" timeOffset="122923.74">30437 16586 2058 0,'-5'-7'0'0,"2"-2"0"0,3 2 0 0,-2-1 0 0,2 3 0 0,0 1 0 0,0 1 0 0,7 1 0 0,11 2 0 0,2 0 0 0,0 3 124 0,2 8 306 0,4 7-200 0,-4 0-95 16,-2 3-47-16,2 3 100 0,-5 5-73 0,-4-1-28 16,-5 2 147-16,-3-1-97 0,-3 5-48 0,-2-5-73 15,0 3-16-15,-15-4 0 0,-4 2 0 16,-4-1 0-16,-1-5 0 0,-2 1 0 0,-2-6 0 15,-1-1 0-15,3-3 0 0,4-6 0 0,2 1 0 16,2-4 0-16,4-5 0 0,1-1 0 0,7 0 0 16,0 0-79-16,3 0-44 0,3-6 1 0,3-9-504 15,13-1 282-15,7-3 158 0,10-6 72 0,2-1-587 16,8 0 331-16</inkml:trace>
  <inkml:trace contextRef="#ctx0" brushRef="#br1" timeOffset="123139.33">30855 16534 3018 0,'0'-17'0'0,"-5"7"0"0,-8 5 0 0,0 2 0 15,-4 2 0-15,0 1 0 0,-1 4 0 0,3 13 0 0,0 4 0 0,5 2 0 0,-3 5 361 0,6 6-160 0,0 4-71 0,2 6 91 0,3-2-221 0,2 2 0 16,0-4 0-16,0-5 0 0,6 2 0 16,4-2 0-16,4-6 0 0,0 0 0 0,2-7 0 15,-2-2 0-15,2 0 0 0,-2-6 0 16,4-1 0-16,-3-5 0 0,2-2-121 0,1-5-20 15,2-1-34-15,-2 0-657 0,3 0 396 0,-2-5 198 16,3-8 99-16,-7-2-248 0,5-8 178 0,-5-3 85 16</inkml:trace>
  <inkml:trace contextRef="#ctx0" brushRef="#br1" timeOffset="123288.43">31013 16770 2069 0,'-15'-13'0'0,"4"7"0"0,4 4 0 0,0 0 0 0,4 1 0 0,-1 1 0 0,2 0 0 0,2 0 0 0,0 0 0 0,14 0 0 0,8 0 494 0,2 0-228 0,-1 0-102 15,7 0 145-15,0 1-135 0,-2 3-67 0,0 2-33 16,-5-2-388-16,-2 0 188 0,0 1 77 0,-7-2-562 16,-1 4 326-16,-5-4 162 0,-1 1 64 0,-1-3-695 15,-4 2 361-15,1-3 177 0</inkml:trace>
  <inkml:trace contextRef="#ctx0" brushRef="#br1" timeOffset="123459.9">31115 16534 2303 0,'-6'0'0'0,"2"6"0"0,1 12 0 0,1 3 0 0,0 2 0 0,-1 8 0 0,3 1 0 0,0 4 0 0,0 0 0 0,0-1 0 0,0 0 700 0,0 3-320 15,0-4-174-15,0 0-56 0,0-3-55 0,0-1-27 16,-2-3-39-16,2-4-359 0,0-3 160 0,-2-1 106 16,2-8 52-16,0 1-695 15,0-3 374-15,0-3 148 0,0-5-374 0,0-1 209 0</inkml:trace>
  <inkml:trace contextRef="#ctx0" brushRef="#br1" timeOffset="123641.93">31225 16610 2914 0,'10'-9'0'0,"-3"7"0"0,4 1 0 0,1 1 0 0,-3 0 0 0,2 0 0 0,1 1 0 0,-1 9 0 0,1 1 0 0,-2 4 0 0,3 0 148 0,-3 2 225 0,-1 2-166 0,2-3-83 16,-1 4-396-16,1-4 155 0,-2 1 90 0,-2-2 28 15,-2-5-302-15,0 1 171 0,0-4 85 0,1 1 42 16,-2-4-684-16,-3-1 225 0,1-1 226 0,0-2-426 16,1-2 311-16</inkml:trace>
  <inkml:trace contextRef="#ctx0" brushRef="#br1" timeOffset="123822.93">31517 16469 2482 0,'3'-10'0'0,"2"3"0"0,-2 6 0 0,2 1 0 0,-2 0 0 0,-1 16 0 0,-2 11 0 0,0 7 0 0,-8 11 0 0,-7 4 0 0,-9 10 225 16,-1 2 643-16,-3 1-512 0,3-9-356 0,-6 13 0 0,9-19 0 0,0 8 0 16,2-1 0-16,2-6 0 0,8-7 0 15,-2 1 0-15,4-5 0 0,1-5 0 0,4-9 0 0,3 3 0 16,0-11 0-16,0-3-645 16,0-2 47-16,5-8 285 0,8-2-595 0,8-5 433 15</inkml:trace>
  <inkml:trace contextRef="#ctx0" brushRef="#br1" timeOffset="123970.33">31515 16857 2891 0,'10'-19'0'0,"3"5"0"0,7 3 0 0,-1 0 0 0,0 2 0 0,-1-1 0 0,3 2 0 0,2 3 0 0,0 2 0 0,-1 1 0 0,3 2 135 16,0 0 8-16,-5 0-51 0,0 0-26 0,0 0-251 16,-2 5 112-16,-8-2 67 15,4 1 18-15,-6 0-558 0,-3-2 292 0,-3 1 148 16,-1-2-656-16,-1-1 361 0</inkml:trace>
  <inkml:trace contextRef="#ctx0" brushRef="#br1" timeOffset="124137.79">31780 16524 2222 0,'-4'-2'0'0,"4"2"0"0,-3 8 0 0,3 8 0 0,-2 8 0 0,-4 4 0 0,1 3 0 0,0 3 0 0,-2 4 0 0,0 1 0 0,-6 4 646 0,3-3-303 0,3-6-152 0,-4 2-123 16,4-5-27-16,2-3 9 0,-2 3-10 0,2-9-219 15,1-2 110-15,0-2 54 0,4-7-610 0,0-2 343 16,0-3 156-16,0-5 83 0,2-1-839 0,9 0 421 16</inkml:trace>
  <inkml:trace contextRef="#ctx0" brushRef="#br1" timeOffset="124383.45">31976 16555 2446 0,'22'-15'0'0,"1"7"0"0,7 1 0 0,-2 6 0 0,-6-1 0 0,0 2 0 0,-2 0 0 0,-5 2 0 0,0 11 0 0,-7 5 0 16,-5 3 172-16,-3 9-70 0,0 6 202 0,-21 1-132 0,-3 1-65 16,-6 2-34-16,-6 0 75 0,1-1-59 0,3-3-1 15,10-4 142-15,-3-1-230 0,9-7 0 0,-3 7 0 16,12-11 0-16,1 3 0 0,6-6 0 16,0 0 0-16,0-4 0 0,6 0 0 15,8-4 0-15,5-1 0 0,7-4 0 0,3-4 0 16,2 0 0-16,1 0 0 0,-2 0 0 0,-2-2 0 15,-5-2 0-15,-1-3-177 0,-9 3-62 0,2-2 36 16,-6-1-620-16,-6-2 391 0,2-3 197 0</inkml:trace>
  <inkml:trace contextRef="#ctx0" brushRef="#br1" timeOffset="124545.3">31953 16712 3099 0,'-17'0'0'0,"7"0"0"0,2 4 0 0,5 0 0 0,-1-1 0 0,4 1 0 0,0 1 0 0,2 5 0 16,11-1 0-16,6 2 0 0,4 2 391 0,5-1-175 0,0-1-89 0,2-2-29 0,2 1-98 16,-5-1 0-16,4-2-217 0,-2 1 18 0,-3-2 120 15,0-2 59-15,0-1-828 0,-1 0 454 0,5-2 212 16</inkml:trace>
  <inkml:trace contextRef="#ctx0" brushRef="#br1" timeOffset="124691.2">32477 16717 3137 0,'0'-7'0'0,"0"3"0"0,0 2 0 0,0-1 0 0,0-3 0 0,0 2 0 0,0-1 0 0,7-1 0 0,2 5 0 0,7-2 0 15,-1 3 233-15,3 0-97 0,1 0-238 0,-1 0 71 0,4 3 45 0,-4 4-9 16,0 2-312-16,-4 0 173 0,-6 4 87 0,-3 1-861 16,-5 1 466-16</inkml:trace>
  <inkml:trace contextRef="#ctx0" brushRef="#br1" timeOffset="125049.38">32452 16888 2105 0,'-18'6'0'0,"8"-1"0"0,3 1 0 0,1-3 0 0,6-2 0 0,0 1 0 0,0 0 0 0,0 0 0 0,6 2 0 0,6 0 0 0,6 1 299 0,1 1-119 0,6-3-76 0,1 1-31 16,1 2-1-16,-2-4-32 0,0 1-588 0,-3-3 303 16,4 2 138-16,-1-2 74 15,-3 0-282-15,0 0 177 0,-4 0-9 0,-1-2-499 16,-1-3 309-16,-7-5 148 0,-1 3 85 0,-6-3 40 15,2 1 64-15,-4 2 0 0,0 1 275 0,0 1-177 16,0 0-69-16,-9 4-35 0,4 1 656 0,0 0-344 16,0 0-60-16,3 9 398 0,2 6-302 0,0 2-151 15,0 2-76-15,5-1 168 0,7 5-126 0,6-3-59 16,-1-4-29-16,6-2 195 0,2-1-113 16,-2-6-132-16,7-2-19 0,-2-5 0 15,-2 0 0-15,-1 0 0 0,-7-5-28 0,-1-7-25 16,-4-4 42-16,-3 1-179 0,-7-6 113 0,-1 0 59 15,-2-5-40-15,0 3-99 0,-12-5 73 0,-4 1 35 16,-3 1-60-16,-1 3 51 0,-3 5-10 0,3 4 18 16,-7 3 50-16,9 7 1 0,-4 3-35 0,1 1-5 15,-1 9-155-15,9 8 68 0,-7 11 48 0,6 8-532 16,1 4 284-16</inkml:trace>
  <inkml:trace contextRef="#ctx0" brushRef="#br1" timeOffset="125491.58">30371 17814 2994 0,'-5'-16'0'0,"1"10"0"0,4 4 0 0,0 2 0 0,0 0 0 0,0 0 0 0,2 0 0 0,5 2 0 0,5 7 0 0,4 2 0 0,5 3 367 0,4 0-168 16,-3 1-80-16,2 0 133 0,0 3-252 0,1-3 0 0,-4 0 0 0,5 0 0 16,-9-3 0-16,1-1 0 15,0-1 0-15,-4 0-462 0,-3-5 221 0,1-1 136 16,-3-1 72-16,0-3-801 0,0 0 396 15,-1 0 199-15,-1-1-146 0,6-14 178 0,-3-6 84 0</inkml:trace>
  <inkml:trace contextRef="#ctx0" brushRef="#br1" timeOffset="125675.08">30837 17631 2257 0,'0'-15'0'0,"0"10"0"0,0 4 0 0,0 1 0 0,0 0 0 0,0 9 0 0,-8 14 0 0,-3 5 0 0,-2 10 0 0,-2-4 0 0,-6 17 101 0,-3 5 585 0,-5 0-323 16,-1 2-161-16,-4-1-81 0,6-5 80 0,-2 2-201 15,3-3 0-15,4-5 0 0,4-2 0 16,8-11 0-16,1-3 0 0,5-4 0 0,3-2 0 0,2-8 0 16,0-2 0-16,0-5 0 15,5-6 0-15,8-1 0 0,1-2-1011 0,7-2 457 16,1-10 257-16,9-14-494 0</inkml:trace>
  <inkml:trace contextRef="#ctx0" brushRef="#br1" timeOffset="125820.02">30824 18049 2892 0,'1'-14'0'0,"3"5"0"0,-3 3 0 0,6 1 0 0,-4 0 0 0,-1-1 0 0,3 4 0 0,0-2 0 0,2 2 0 0,3 2 0 0,3 0 542 0,0 0-251 0,4 0-126 15,1 2-124-15,4 6-41 0,4-3 0 0,-1 0 0 16,-1 1-670-16,3-2 348 0,-4-1 191 0,7-3 81 16,-4 0-396-16,1 0 216 0,-7 0 130 0</inkml:trace>
  <inkml:trace contextRef="#ctx0" brushRef="#br1" timeOffset="126075.71">31311 17814 2428 0,'9'-15'0'0,"5"6"0"0,5-4 0 0,1-1 0 0,4 4 0 0,-1 1 0 0,10 2 0 0,-1 2 0 0,1 3 0 0,-1 2 0 0,1 0 187 0,-11 2-64 0,3 8 172 16,-9 6-127-16,-4 0-64 0,-7 11 37 0,-5-1-40 15,-5 10-35-15,-18-2-1 0,-7 4 155 0,-5-1-187 16,-4 2-33-16,3-1 0 0,-4-4 0 0,16-6 0 15,-4 2 0-15,10-5 0 0,6-7 0 0,4 3 0 16,7-4 0-16,1-5 0 0,1 2 0 0,14-7 0 16,8 1 0-16,7-4 0 15,8-4 0-15,-6 0 0 0,3 0 0 0,2 0 0 16,-4-2 0-16,-8-2 0 0,2 1-311 0,-6-1 130 16,-4 0 56-16,-2 2-670 0,-7-2 377 0,-1-2 179 15</inkml:trace>
  <inkml:trace contextRef="#ctx0" brushRef="#br1" timeOffset="126244.49">31348 17974 3270 0,'-18'-4'0'0,"11"4"0"0,4 0 0 0,3 0 0 0,-2 0 0 0,2 0 0 0,0 0 0 0,7 0 0 0,11 0 0 0,10 0 0 0,4 6 283 15,3-2-127-15,2 0-59 0,-2-1-29 0,2 2-276 16,-1-1 123-16,-11 1 72 0,9-2 21 0,-8-1-718 15,-1 2 375-15,0-3 187 0</inkml:trace>
  <inkml:trace contextRef="#ctx0" brushRef="#br1" timeOffset="126399.43">31871 17974 2944 0,'-3'0'0'0,"3"0"0"0,-2 0 0 0,2 0 0 15,0 0 0-15,0 0 0 0,0 0 0 0,10 0 0 0,5 0 0 0,2 0 0 0,3 0 135 0,5 0 48 0,0 2-73 0,2 0-35 0,-1 1-653 0,-6 0 318 0,2 0 145 16,-2-2 77-16,-8 2-362 16,2-2 220-16,-2-1 108 0,-4 0-720 15</inkml:trace>
  <inkml:trace contextRef="#ctx0" brushRef="#br1" timeOffset="126566.9">32169 17838 2062 0,'2'-16'0'16,"0"4"0"-16,-1 3 0 0,1 1 0 0,-2 5 0 0,2 1 0 0,-1 2 0 0,4 0 0 0,-1 10 0 0,4 11 0 0,-1 8 102 0,-2 5 640 0,3 7-352 0,-8-4-166 0,5 14-97 16,-3-6 157-16,-2 2-284 0,0-2 0 0,0 3 0 0,0-11 0 0,0 10 0 15,0-11 0-15,0 2 0 0,0-5 0 0,0-5 0 16,0-6-100-16,0 0-268 0,3-7 204 0,2-4 2 16,0 0-921-16,3-7 522 0</inkml:trace>
  <inkml:trace contextRef="#ctx0" brushRef="#br1" timeOffset="126718.31">32373 18030 3266 0,'1'-15'0'0,"3"8"0"0,7 0 0 0,-4-6 0 0,3 5 0 0,3-2 0 0,2 3 0 0,9 0 0 0,-1 5 0 0,-1-1 0 0,11 1 209 16,-3 2-85-16,0 0-167 0,2 0 41 0,-2 5 0 0,-5 0-260 0,-1 5 145 15,-2-1 78-15,-8 1 39 16,-6 3-846-16,-5-1 442 0</inkml:trace>
  <inkml:trace contextRef="#ctx0" brushRef="#br1" timeOffset="126866.4">32512 18199 2791 0,'-13'2'0'0,"2"5"0"0,4-5 0 0,3-2 0 0,0 2 0 0,4 0 0 0,0 0 0 0,4 1 0 0,7 5 0 0,8-2 0 0,5 1 336 0,1 1-148 15,5-2-74-15,3-2-284 0,1-3 105 0,1-1 62 16,-4 0-688-16,1 0 365 0,-2 0 183 0,-5-1 91 15,1-3-408-15,-6-2 233 0</inkml:trace>
  <inkml:trace contextRef="#ctx0" brushRef="#br1" timeOffset="127120.08">32986 18122 2859 0,'0'-5'0'0,"0"3"0"0,-2 0 0 0,-5 2 0 0,-6 0 0 0,1 7 0 0,2 6 0 0,2 2 0 16,3 4 0-16,2 6 0 0,3-1 203 0,0-2-83 0,5 3-40 0,8-6 253 0,7 2-152 0,2-5-71 0,4-5-93 0,1-1 11 15,1-6-28-15,2-4 0 0,-2 0-81 0,-2-3 11 16,2-4 54-16,-5-6 28 16,-6 2-183-16,-2-4 115 0,0-4 15 0,-5-4-61 15,-2-3-11-15,-6 0 53 0,0-3-54 0,-2-5-3 16,-4 5 32-16,-13-1 1 0,-4 6 45 0,-4 0 149 16,-5 8-71-16,-2 5-49 0,-3 3 394 0,4 7-194 15,-1 1-75-15,4 0-56 0,6 6 151 0,2 6-170 16,5 5-40-16,1 6 0 0,9 1 0 0,4 2 0 15,1 3 0-15,0 2-608 16,5 9 233-16</inkml:trace>
  <inkml:trace contextRef="#ctx0" brushRef="#br1" timeOffset="127262.77">33468 18398 380 0,'-14'-17'0'0,"9"16"0"0,3 1 0 0,-1 0 1613 0,-4 0-806 0,-3 1-404 0,2 9-920 0,-1 3 239 0,-4 5 120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07:38.4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6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10:14.719"/>
    </inkml:context>
  </inkml:definitions>
  <inkml:trace contextRef="#ctx0" brushRef="#br0">12577 1460 1934 0,'-6'0'0'0,"3"0"0"0,1 0 0 0,2 0 0 0,0 3 0 0,0 3 0 0,0 3 0 0,0 4 0 0,0 2 0 0,0 4 0 0,2 7 240 0,-1-1-100 16,5 3-52-16,-2 2 168 0,0 0-114 0,0 0-52 15,-1 0 33-15,1-1-43 0,-2 1 0 0,0-5-118 16,0 4 34-16,-2-7-1 0,0-1 44 0,0 0-280 16,0-5 140-16,0-3 80 15,0-2 24-15,0-4-226 0,0-4 70 0,0-1 79 0,0-2-34 16,0 0-470-16,1-12 275 0,7-10 132 15,-2 1-289-15,0-4 211 0,-3 5 105 0,1-2-51 16,-2-1 102-16,-1 4 39 0,-1 3 54 0,0 1 183 16,0 8-130-16,0-3-56 0,0 6 10 0,-1 0 564 15,-1 2-305-15,2 1-152 0,0-2-32 16,2 3 317-16,11-1-103 0,7-1 172 16,-1-1-215-16,1 2-108 0,3-3-52 0,2 0 108 15,-4 2-85-15,1-1-39 0,1 2 0 0,-6-2-317 16,1 1 140-16,-1 2 78 0,-8 0 26 0,7 0-547 15,-9 0 291-15,-3 8 106 0,-2 3 91 0,-2 2-474 0</inkml:trace>
  <inkml:trace contextRef="#ctx0" brushRef="#br0" timeOffset="506.33">12489 1994 2582 0,'-13'11'0'0,"4"3"0"0,1 1 0 0,2-3 0 0,4-2 0 0,0 1 0 15,2 2 0-15,0-4 0 0,0 0 0 0,2 2 0 0,3-4 111 0,6 3-163 0,-4-3 45 16,0-2-400-16,-2 2 222 0,2-1 111 0,-3-5 65 0,-3 2-269 0,1-3 146 0,0 0 74 0,-2 0 37 16,0-9-415-16,0-4 192 0,-4-2 102 0,-5-2 52 0,-1-2-64 15,-2 1 59-15,-2-5 29 0,3 7-9 16,0-2 148-16,-1 3-55 0,3 3 336 0,4 2-195 15,1 4-98-15,0 1-59 0,4 1 289 0,0 0-95 16,2 2-95-16,9 1-49 16,8-2 379-16,3 2-188 0,6-2-107 0,0 1-50 0,4 1 181 15,-2-2-114-15,2 3-59 0,-7 0-18 16,0 0 38-16,-4 0-38 0,-1 3-1 0,-5 4-201 16,-4 3 81-16,-6-1 50 0,1 3-166 0,-4 1 99 0,-2-3 50 15,0 4 24-15,-9-2-50 0,-6-2-6 0,-6 1 27 16,-2-1-50-16,-1-1 151 0,0-1-71 15,-2-1-1-15,5 2-75 0,-4-6 409 0,7 1-156 0,2 0 268 16,5-3-238-16,6-1-220 16,1 2 0-16,0-2 0 0,4 0 0 0,0 0 0 15,6 0 0-15,10 0 0 0,4-2 0 16,-2-3 0-16,3-2 0 0,0 0 0 0,-1 0 0 16,1 2 0-16,-2-1 0 0,-3 2 0 0,0 0 0 15,-2 3 0-15,-2-2 0 0,-1 2 0 0,-2 1 0 0,-1 0-8 16,0 0-393-16,-5 0 182 0,-1 4 88 15,0 1-765-15,-2 2 434 0,0 1 212 16,0 2 106-16</inkml:trace>
  <inkml:trace contextRef="#ctx0" brushRef="#br0" timeOffset="673.99">12425 2216 2851 0,'-13'11'0'0,"6"0"0"0,-1 0 0 0,4-1 0 0,2-1 0 0,2 3 0 16,0 0 0-16,0-1 0 0,0-2 0 0,2 2 0 0,2-1 199 0,4 2-86 0,-3 0 102 0,2-2-88 0,-1 1-45 16,2 0-1-16,-3-2-359 0,1 0 153 0,1 0 81 0,-1-5 40 15,2 1-659-15,-1-4 350 0,0-1 184 0,7 0-726 0,-3-7 405 16</inkml:trace>
  <inkml:trace contextRef="#ctx0" brushRef="#br0" timeOffset="833.69">12569 2248 3052 0,'-3'-2'0'0,"1"0"0"0,-2 2 0 0,1 0 0 0,3 0 0 0,0 0 0 0,0 0 0 0,0 4 0 0,0 0 0 0,5 0 0 0,4-1 112 0,-1 2 5 15,2 1-40-15,1 0 0 0,-1 0-40 0,1 0-305 0,-1 1 148 0,2-1 78 16,-1-3 40-16,0 0-643 16,-1-3 351-16,-1 3 161 0,2-3 84 0,-4 0-761 15,0 0 387-15</inkml:trace>
  <inkml:trace contextRef="#ctx0" brushRef="#br0" timeOffset="968.05">12737 2293 1794 0,'0'-4'0'0,"0"3"0"0,0-1 0 0,0-1 0 15,0 2 0-15,0 1 0 0,0-2 0 0,0 2 0 0,2 0 0 0,2 0 0 0,3 0 220 0,0 3-91 0,0 6 227 0,2-3-165 0,-2 3-76 0,0 3-29 16,-1-3-24-16,0 1-1 16,0 0-14-16,-1-3-325 0,-1 2 157 0,1-3 79 15,1 0 40-15,0-4-553 0,0-2 235 0,1 0 166 0</inkml:trace>
  <inkml:trace contextRef="#ctx0" brushRef="#br0" timeOffset="1149.1">13001 2195 2561 0,'0'0'0'0,"0"0"0"0,0 0 0 0,0 0 0 0,0 0 0 0,0 0 0 0,2 0 0 16,2 3 0-16,2-2 0 0,2 1 0 0,-3 1 114 0,2-1 189 0,1 0-134 0,0 2-65 0,-3 0-34 0,4-3-267 15,-3 4 126-15,0-1 49 0,0 0-207 0,-3-2 134 16,1 3 65-16,0-1-555 0,-3-1 307 0,1-1 150 16,0 1-33-16</inkml:trace>
  <inkml:trace contextRef="#ctx0" brushRef="#br0" timeOffset="1384.76">13481 1652 2393 0,'14'-12'0'0,"-5"2"0"0,2 0 0 0,-4 0 0 0,-4 5 0 0,-1 2 0 0,-2-1 0 15,0 2 0-15,0 1 0 0,0 1 0 0,0 0 95 0,0 0 23 0,-5 5-41 0,-6 4 0 0,-3 2-40 0,0 3-79 0,-7 1 34 0,-2 0 1 16,-1 2 44-16,-2-2-95 0,-1 1 48 15,6-2 84-15,-1-2-9 0,2 1-28 0,0-5 0 0,8 2 81 16,2-4-43-16,0 1-32 0</inkml:trace>
  <inkml:trace contextRef="#ctx0" brushRef="#br0" timeOffset="1446.95">13237 1823 371 0,'7'14'0'0,"4"2"0"0,2 7 0 0,0-1 0 0,1 5 1980 0,-3 1-971 0,0 2-486 0,-3 0-475 0,-3 1-48 0</inkml:trace>
  <inkml:trace contextRef="#ctx0" brushRef="#br0" timeOffset="1523.88">13341 2163 2013 0,'0'23'0'0,"0"-1"0"0,0 0 0 0,0-6 0 0,-1-5 0 0,-1-1 0 0,0-7 0 0,0 0 0 0,0-3 0 0,0-3 0 0,2-11-277 16,0-7 121-16,0-2-397 0,0-7 263 0,0-1 126 16,0-5 63-16,0-9-153 0</inkml:trace>
  <inkml:trace contextRef="#ctx0" brushRef="#br0" timeOffset="1834.35">13311 1903 2155 0,'0'-21'0'0,"-2"2"0"0,2 9 0 16,0 1 0-16,0 2 0 0,0 1 0 0,8 2 0 0,4 0 0 0,2-2 0 0,9 3 0 0,2-3 152 0,1 2-58 0,4-1 269 0,2 1-163 0,2 1-72 15,-1 0-50-15,3 0 127 0,-1 0-84 16,1 2-42-16,-2 0 1 0,-6 1-17 0,4 0-26 0,-9 0 0 16,1 0-75-16,-3 0 38 0,-4 0 10 15,-4 2 27-15,-4 4-92 0,-1 0 46 16,-3 1 1-16,-3 3 67 0,0 0-17 0,-2 3-6 16,0-2-35-16,0 2 63 0,0-2-64 0,0 2 0 15,0-1 0-15,0 3 0 0,0 0 0 0,0-1 0 16,0 2 0-16,2-1 0 0,0 4 0 0,0-3 0 15,2 5 0-15,-2-2 0 0,1 1 0 0,-1 1 0 16,0 2 0-16,0-1 0 0,0 3 0 16,-2 0-301-16,0-5 20 0,0 1 126 0,0-1 28 0,0-5-311 15,0 1 201-15,-4-7 99 16,-1 1 51-16,-3-4-144 0,-2-3 88 0,-1-1-267 16,0-2 187-16,-4 0 92 0,-3 0 48 0,0-8-266 15,-3-5 147-15</inkml:trace>
  <inkml:trace contextRef="#ctx0" brushRef="#br0" timeOffset="2146.73">13569 2062 1735 0,'-12'-11'0'0,"5"5"0"0,2 2 0 0,1 2 0 0,2 0 0 0,2 2 0 0,0 0 0 0,0 0 0 0,2 0 0 0,5 0 0 0,4 0 282 16,-1 0-122-16,-1 8-61 0,-1-2-22 0,1 3 78 0,-5 1-58 0,0 0-31 16,0-1-78-16,-3 0 25 15,-1 0 8-15,0 0-53 0,0 0 35 0,0-4-1 16,-5-2 35-16,-3-1-30 0,0-2 39 0,3 0-9 15,-2 0 0-15,3 0-27 0,-2-2 22 0,4-4-48 16,0 4 45-16,2-5 50 0,0 4-28 0,0-2-2 16,0 2 86-16,2 2-46 0,4-2-19 0,0 3 87 15,1 0-61-15,-3 0-29 16,1 0 0-16,-1 0 32 0,-3 4-36 0,2 4-39 16,-3-3-24-16,0 2 0 0,0 1 0 0,-3-1 0 15,-4 3 0-15,0-5 0 16,0 1 0-16,-3 0 0 0,2-4-208 15,1 0 14-15,0-2 78 16,1 0-534-16,2 0 303 0,2 0 155 0,2-10 77 0,0-5-526 0,2-7 306 16,10-4 149-16</inkml:trace>
  <inkml:trace contextRef="#ctx0" brushRef="#br0" timeOffset="2283.61">13948 1726 2752 0,'21'-8'0'0,"3"5"0"0,2-2 0 16,-1 1 0-16,3-2 0 0,2-2 0 0,4 1 0 0,0-1 0 0,1 1 0 0,1-1 0 0,-1 1 282 0,-2 1-123 0,-7 1-51 0,8 1-40 0,-8-1-380 0,-3 4 175 0,-6 1 86 16,-4 0 45-16,-6 0-713 0,-2 7 374 15,-5 4 191-15</inkml:trace>
  <inkml:trace contextRef="#ctx0" brushRef="#br0" timeOffset="2722.89">14023 1970 2117 0,'0'8'0'0,"0"-1"0"0,0-3 0 0,2-3 0 0,10-1 0 0,2 0 0 0,5 0 0 0,4-1 0 0,1-1 0 0,2 0 0 0,-5 0 145 0,2 2-58 15,-3 0 143-15,-4 0-96 0,-2 7-49 16,-6 7-24-16,-4 2 21 0,-2 3-9 0,-2 4-36 0,0 0 0 16,-10-1-38-16,1-3 0 0,-4 1 47 0,1-1-9 0,3-3-114 15,4-9 57-15,-1 0-200 0,0-1 134 16,2-6 28-16,0 0 38 0,4-2-125 0,0-14 70 15,0-10 6-15,0 0 24 16,2-7-289-16,6-6 149 0,0-3 73 0,-1-4 38 0,-2-2-207 16,-1-7 113-16,3-9 70 0,-4 1 30 15,1-2-73-15,1-1 52 0,-1 15 26 0,1 4 217 16,-1-1-92-16,0 9-49 0,-2 13 613 16,0 5-332-16,-2 8-143 0,0 6-96 0,0 2 475 15,0 5-250-15,0 0-100 0,0 21-72 0,2 9 320 0,4 8-187 0,1 11-173 16,4 13-68-16,2 4 0 15,0 6 0-15,5-1 0 0,-2-8 0 0,7 15 0 16,1-17 0-16,-1-11 0 0,5 3 0 0,1-4 0 16,-6-9 0-16,7 3 0 0,-5-5 0 0,-4-8 0 15,-3-2 0-15,-2-8 0 0,-7-5 0 0,0-6 0 16,-3 0 0-16,-4-8-181 0,0-1-189 0,-2-4 167 16,0-16-318-16,-7-12 247 0,-7-9 118 0,3-7-406 15,-5-15 263-15,4-5 130 0,-6-11 57 0</inkml:trace>
  <inkml:trace contextRef="#ctx0" brushRef="#br0" timeOffset="2843.23">14463 1260 3931 0,'0'-24'0'0,"0"7"0"0,0 5 0 0,0 6 0 0,0 5 0 0,0-2 0 0,0 3 0 0,2 0 0 0,9 3 0 0,2 9 0 0,0-2 0 0,0 5 0 0,6 6 0 16,-6-1 0-16,6 9 0 0,-4-1 0 0,-2 2 0 15,-2 4 0-15,3 7 0 0</inkml:trace>
  <inkml:trace contextRef="#ctx0" brushRef="#br0" timeOffset="2992.63">15207 1959 3211 0,'0'-10'0'0,"11"10"0"0,-8-1 0 0,-3 1 0 0,0 0 0 0,0 0 0 0,0 0 0 0,0 0 0 0,0 0 0 0,2 0 0 0</inkml:trace>
  <inkml:trace contextRef="#ctx0" brushRef="#br0" timeOffset="20501.91">2102 7975 1211 0,'-5'-5'-8'0,"3"3"2"0,-2 0 0 0,3-2 2 0,-4 2 0 0,5-1 1 0,-5 0 1 0,2 2 0 0,1-1 1 0,2 1 1 0,0 1 129 16,0 0-27-16,-3 0-13 0,1 0-39 0,0 0-20 16,1 3 20-16,-1 4-1 0,0-1 13 0,1 2-26 15,-3-3 13-15,1 5 1 0,1-1-1 0,-4 2 34 16,1 1 13-16,0-1-47 0,-2 4 0 0,0 0-9 15,-4 2 10-15,2 1-1 16,-1 2 28-16,-3 2-27 0,3 0-1 0,-5 1-22 16,5 1 23-16,-2 1-1 0,-1 1 13 0,3 2-44 15,0-1 0-15,-1-1 31 0,-1 0 1 0,3 1-101 16,0-3 56-16,-3 6-24 0,3-5 15 0,0 0-6 16,-2 2 40-16,3-3-40 0,-3-1 41 0,2 5-22 15,-4 0 13-15,3-1 55 0,-4 1-55 0,0 0-6 16,4 1 11-16,-4 0 6 0,1-1-10 15,1 1 5-15,-3 0-3 0,3-1 8 16,-1 1-1-16,2-1-3 0,-3 0-20 0,1-2 18 16,3 0 0-16,-2-1-38 0,1-4 5 0,-3 6 30 15,1-4-7-15,1 2-14 0,-1-2 19 0,0-1-4 16,-1 6-4-16,1-3-43 0,-2-1 42 0,2 1 3 16,1-1-9-16,3-3-25 0,-7 5-10 0,8-3 39 15,-4-1-47-15,0 3 0 0,2-1 37 0,-1-4 5 16,4 1-31-16,0-4 27 0,2-2-6 0,0-3-5 15,2-1 6-15,0-2 2 0,1-2-5 0,1-3-25 16,-1 2 25-16,2-2 2 16,-2-1-1-16,2 1-41 0,0 0 39 0,-2 0 1 15,1 2-18-15,-4-1 16 0,5 2 0 0,-2-1-1 16,-3-1-49-16,3 2 48 16,-3-2-4-16,1 1-67 0,0-2 31 0,1-3-4 15,1 3 31-15,-1-4-185 0,3 2 85 0,0-2 46 16,0 0-17-16,0 0-97 0,0 0 63 0,0 0 40 15,0 0-382-15,0 2 211 0,7-2 105 0,2 2-272 16</inkml:trace>
  <inkml:trace contextRef="#ctx0" brushRef="#br0" timeOffset="21090.12">1322 9617 1407 0,'0'2'0'0,"-7"-2"0"0,4 2 0 0,-2-2 0 15,0 0 0-15,2 0 0 0,1 0 0 0,-1 0 0 0,3 0 0 0,0 0 0 0,0 0 94 0,0 0-1 0,0 0-9 0,0-2-35 0,5 0 13 16,2 0-13-16,4 0 18 16,2 0-18-16,2 1 0 0,-1-2 0 0,4 2 21 15,2-1-21-15,0 0 0 0,3-1 7 0,4-3-7 16,-7 2 12-16,10-2-10 0,-3-1-4 0,3 1-3 15,3-1-1-15,0 1-32 0,4-2 42 0,1 1-12 16,0 2-1-16,-1-1-51 0,2 3 1 0,0-4 43 16,-2 5-36-16,6-2-13 0,-3 2 51 0,2-1-9 15,-2 1-28-15,6-1-6 0,-7-2 44 0,12 0-40 16,-5-3 27-16,3 3-10 0,2-5 7 0,-2 1-43 16,-5 2 46-16,6-2-10 0,-2 1 5 0,-1-2-37 15,1 0 2-15,-1 3 29 0,-4 2 2 0,7-3-1 16,-4 1-1-16,-2-3-5 0,4 3 40 0,-1 1-38 15,-9-2 3-15,10-1 29 16,-4 1 0-16,-1-1-28 0,2 2 1 0,0-2 18 16,-3 3-6-16,9-4-10 0,-4 2 12 0,1 1-36 15,-4 0 30-15,4-2-5 0,0 5 8 0,-1-4-40 16,-2 2 30-16,0 2 1 0,0-4-55 0,4 4 54 16,-5-2 0-16,6 0-34 0,-1 1-3 0,-1-1 32 15,0 1-5-15,-2-3-28 0,-1 2 28 0,9-2 0 16,-8 1-5-16,-1-2-35 0,0 0 32 0,0-3 5 15,-5 3-31-15,7-1 30 16,-12 3-6-16,2-1 4 0,-6 1-54 0,-1 2 52 16,-6 0-1-16,2 2-35 0,-6 0 32 0,-3 1 2 15,-2-1-4-15,-4 1-87 0,-4 2 37 0,1-2 4 16,-4 2 34-16,-1 0-119 0,-2 0 51 0,-1 0 32 16,0 0-368-16,0 0 196 0,-1-2 91 0,-12 1 47 15,1-4-381-15</inkml:trace>
  <inkml:trace contextRef="#ctx0" brushRef="#br0" timeOffset="21871.81">2045 7925 1126 0,'-3'0'0'0,"-1"0"0"0,4 0 0 0,0-1 0 0,0-2 0 0,0-1-2 0,0-1-3 0,4-3 2 0,9 0 0 15,0 1 1-15,4 0 50 0,5-3 50 0,3 1-37 16,3 0-12-16,4-1-50 0,1 2 49 0,2-1 0 0,8 1-1 15,-6-1-23-15,1 3 22 0,9 0 0 16,-6 0 1-16,0-2-31 0,5 4 0 0,-4-1 44 16,6-2-76-16,0 0 58 0,2 0-20 0,0-1 28 15,-3 1-9-15,4-3-8 0,2 1-2 0,-2 0 12 16,-3-3-10-16,-1 3 0 0,-3 1 13 0,8 0-21 16,-7-2 12-16,2 3-1 15,1-1 2-15,-3 0-13 0,0 0 19 0,4-1-10 16,2 0 0-16,-1 0-2 0,-3-1-1 0,1 0-25 15,-8 3 33-15,11-4-8 0,-7 4 1 0,2-1-43 0,-2-2 42 16,0 3 0-16,-5 2 7 0,6-5-56 16,0 4-3-16,-5-1 48 0,4 0-7 0,-2-1-29 15,-1 0-2-15,5-1 31 0,-4 0-62 0,0-1 0 0,3 3 45 16,-4-3 9-16,-2 2-38 16,9-3-2-16,-5 4 22 0,-7 0-44 15,8-3 46-15,-9 3 4 0,4-1-7 0,5-2-6 16,-12 2 9-16,3 0 0 0,-3 1-5 0,-2-1 9 0,-4 2-6 15,4-1 1-15,0 1 1 0,-7 1 1 16,3 1 0-16,0-1 0 0,-3 3-32 0,6-5-1 16,-3 6 32-16,-2-3-40 0,-4 0 1 0,3 2 33 15,0 0 0-15,-4 1-12 16,-3-1 10-16,-1 0-6 0,-1 0 5 0,-4 2-26 16,0 0 21-16,-2 0-3 0,-1 0-157 0,-1 0 74 0,-2 0 39 15,1 0-6-15,-1 0-117 0,2 0 72 16,-1 2 38-16,1 3-251 0,-1 0 141 0,5 2 71 15,-3-2 25-15,-1 0-174 0,1 0 111 0</inkml:trace>
  <inkml:trace contextRef="#ctx0" brushRef="#br0" timeOffset="22256.35">5479 7306 1311 0,'0'0'0'0,"0"1"0"0,-1-1 0 0,-3 0 0 0,1 0 0 0,-3 0 0 0,1 0 0 0,0 0 0 16,-1 0 0-16,3 0 0 0,0 1 93 0,-5 4 22 0,3 2-25 0,0 1-11 0,-5 0 41 16,3 5-37-16,-3-1-1 0,1 4-37 0,-2 1 96 15,-2 3-54-15,2 2 0 0,-5 3-43 0,3 0 50 16,-2 4-1-16,0 2-37 16,-2 2-2-16,-1 9-9 0,-2-3-1 0,3 3 18 0,-6 1-18 0,3 2 12 15,-5 1-11-15,0 3-28 0,1 1 27 0,-4-2 1 16,1 2 0-16,1 2-25 0,1-2-11 0,-2-1 35 15,2 2-9-15,0-1-62 0,-1 2 26 16,-1-2 9-16,-1 1-23 0,-2-1-2 16,2-1 29-16,-2-2-48 0,4 2 50 0,-2-4 10 15,3 2-15-15,2 0 18 0,-2-4-16 0,3 2 5 16,0 1-8-16,1-9 35 0,-1 10-28 0,2-6 1 16,0-4 1-16,2 1-39 0,3-6 0 0,3-6 41 15,-6 4-103-15,8-6 48 0,-3-3-7 0,4-2 51 16,1-2-270-16,-2-5 124 0,3-2 50 15,2-1-394-15,2-5 219 0,-2-1 109 16,3-1 54-16,-3 0-214 0</inkml:trace>
  <inkml:trace contextRef="#ctx0" brushRef="#br0" timeOffset="23835.88">4467 5459 740 0,'0'0'0'0,"0"0"0"0,0 0-3 0,0 0 0 0,0 0 1 0,0 0-1 0,0 0 2 0,0 0-1 0,0 0 1 0,0 0 1 0,0 0 45 0,0 0-64 0,0 0 32 0,-2 0 0 16,2 0 31-16,0 2-50 0,0-2-8 0,0 0 49 15,0 2 1-15,0-2 25 0,-2 2-28 0,1 0 9 16,-1 1-40-16,0 1 61 15,-1 0-2-15,-3 0-31 0,3-1 48 0,-1 3 10 16,1 0-44-16,-1 0 9 0,1-4-7 0,-1 4-5 16,-2 1 14-16,4-2-45 0,-2-1 33 0,0 1 0 15,1-1 4-15,1 0-52 0,-2-1 44 0,3 2 5 16,-3-3-4-16,3 5-19 0,-4-4 15 0,0 2 1 16,2 0 2-16,-2 0 2 0,1 4-6 0,-2-2-6 15,2-1 6-15,-4 2 0 0,3 1 0 16,0 0-17-16,0 0 17 0,0 2 0 0,-2-2 0 0,1 4-39 15,1-3 0-15,1 3 42 16,-4-1-7-16,3 1-34 0,-2 0-1 0,2 0 25 16,-1 0-15-16,-1 1 17 15,2 1 1-15,-3-3 4 0,3 2-6 0,-2 0-5 0,0 1 3 0,0 1 54 16,-1-3-53-16,2 0 3 0,-3 2-2 16,2-3 35-16,-2 4-2 0,2-3-20 0,-3 1-10 0,3-2 20 15,-2 1-17-15,2-1 6 0,0 2-53 0,0-5 58 16,1 4-9-16,-1-4-47 15,4 0 45-15,-2 1 0 0,1 0 0 0,1-3-46 16,-2 2-5-16,2-1 36 0,-2-1 9 0,1 0-53 16,1 1 47-16,0 2-6 0,-1-3 5 0,-2 1 8 15,1 1-10-15,-2 0-5 0,2 0 33 16,0 1-24-16,0 1-4 0,-3-1 2 0,1 1-1 0,2 1 3 16,0-3 1-16,-3 4-4 0,0-2 2 0,1 2 2 15,0 0-2-15,-1 1 3 0,0-1 1 0,-2 0-4 16,3 0-4-16,-2 2-28 15,1-3 27-15,1 4 3 0,-1-3-31 0,1 1 29 16,1-1-1-16,-4-1 1 0,3 4 8 0,0-3-8 16,-1 0 2-16,0 2 5 0,1-1-7 0,-2 1-1 15,2-1 2-15,-3 0 3 16,3 0-1-16,0 0-3 0,-4 1-1 0,4-2-21 0,0 2 22 0,-4-2 0 16,4 2 5-16,0-2-10 0,0 2 5 15,-2 0 0-15,0-1-14 0,2 0 12 0,1 1 0 0,-4 1-11 16,3 0 9-16,-1-1 1 15,1 0-1-15,-2 1-1 0,0-2 4 0,1 3-3 16,1-2 1-16,-3 0-19 0,3 2 18 0,-1-2 1 16,1 3-2-16,-1-4-9 0,0 2 7 0,-1 0 2 15,2 0-3-15,-1 2 3 0,0 0 0 0,-2-1 4 16,0 0-5-16,2 2 0 16,-3-2-3-16,2 0-14 0,-1 2 16 0,1-2-1 0,2-1 0 0,-2 2-15 15,2-2 15-15,-1 2 0 0,-1-4-25 16,0 3 25-16,2 0-2 0,0-2-16 0,0 1 15 0,-2 0 1 15,2 0-1-15,-2 0-8 16,0 1 6-16,0 0 2 0,2-1-3 0,-1 3-14 16,-3-1 14-16,4 0 2 0,-3 1-1 0,0-2-19 15,2 2 18-15,-1 0 1 0,1 0-12 0,-2-1 10 16,3 1 0-16,-3 0 9 0,3 0-9 0,-2 1 0 16,-3 0-2-16,3 2 9 0,0-2-7 0,-1 0 1 15,1 2-1-15,-1-3 13 0,2-1-12 0,-2 0 2 16,-1 0-2-16,4-2-33 15,-2 0 33-15,2-1-1 0,-1 0-18 0,0-2 17 16,3 0 1-16,0 0-35 0,0 0 0 0,-1-4 26 16,-1 5 5-16,2-3-33 0,-1 0 31 0,1 2-7 15,-4-2 5-15,2 3 43 0,0-2-43 0,0 0-3 16,-2-1 3-16,4 1 58 0,0-5-56 0,0 3 2 16,-1-3 36-16,3 0-32 15,-3-3-2-15,3 2 7 0,1-2 4 0,0-3-2 0,0 2-6 0,2-2-29 16,0-1 30-16,0 0 1 15,0 2-1-15,0-2-43 0,0 0 1 0,0 0 35 16,0 0 3-16,0 0-57 0,0 0 1 0,0 0 39 16,0 0-37-16,0 0-5 0,0 0 46 0,-1 0-104 15,1 0 47-15,0 2-14 0,0-2 61 0,0 0-136 16,0 2 63-16,0 2 22 0,0 1-1 0,0-2-367 16,0 6 206-16,0 0 97 0,0 2 48 15,0 4-395-15</inkml:trace>
  <inkml:trace contextRef="#ctx0" brushRef="#br0" timeOffset="24104.08">2893 8524 1341 0,'-4'0'0'0,"3"0"0"0,1 0 0 0,-2 0 0 0,0 0 0 0,-1 0 0 0,-2 0 0 0,2 2 0 0,-4 1 0 0,4 5 0 0,-1 2 55 0,-1 0-11 16,-1 2-137-16,3 1 69 0,-4 0 34 0,2 2-1 15,1 0-225-15,-1 0 122 16,0 3 65-16,-1-4-375 0</inkml:trace>
  <inkml:trace contextRef="#ctx0" brushRef="#br0" timeOffset="24252.5">2673 8892 1135 0,'-10'5'0'0,"3"8"0"0,1-6 0 0,-1 2 0 0,0-2 0 0,-1 3 0 0,3-1 0 0,-3 0 0 0,4 1 0 0,1 0 0 0,1 2 75 0,2-2-125 15,0 1 57-15,0 2-10 0,0-1 47 0,0-1-463 16</inkml:trace>
  <inkml:trace contextRef="#ctx0" brushRef="#br0" timeOffset="24396.53">2503 9275 1001 0,'0'9'0'0,"-5"1"0"0,0-3 0 0,0 2 0 0,0-4 0 0,-3 2 0 0,3-1 0 0,0-1 0 0,1 2 0 0,3 1 0 0,-1 2-7 16,0 1 50-16,2 1-149 0,-2-1 85 16</inkml:trace>
  <inkml:trace contextRef="#ctx0" brushRef="#br0" timeOffset="25260.79">2345 9660 1106 0,'-2'0'0'0,"0"0"0"0,1 0 0 0,-1 0 0 0,-3 0 0 0,2 0 0 0,1 0 0 0,-3 0 0 0,2 0 0 0,0 2 0 0,1 2 43 0,-3 1 49 15,0 3-48-15,0-1-1 0,1 5 23 0,-2-3-23 16,-2 2 0-16,4 1 11 0,-4 1 23 0,0 0 0 16,1 2-33-16,-3 0 39 0,1 2 1 0,-2 2-30 15,1-1-11-15,-2 2 28 0,-3 2-28 0,5 1 0 16,-3-2 1-16,1 0-8 0,-4 4 7 16,4-1 1-16,0 1-35 0,-4 0 34 15,4 0 0-15,-5 2-23 0,4-1-11 0,-2 0 29 16,0 0 4-16,0-1-41 0,0 2 9 0,2-1 13 15,-2-2 10-15,2 1-40 0,1 0 37 0,-2-2-7 16,1 0 13-16,-1 1-50 0,2-1 40 0,-2 2-2 16,1-4-46-16,1 2 45 0,0 0 7 0,-4 2-34 15,4 0 26-15,-1 0-4 0,-1-3 3 0,0 3-39 16,3-5 41-16,-2 8-10 0,-2-5 5 0,2 1-31 16,0 1 29-16,2-2-5 0,0-3 7 0,-2 7-21 15,1-6 16-15,0 1-2 16,1-1-23-16,2-3 23 0,-1 3 3 0,-3 3-3 15,3-3-18-15,-2-1 16 0,2 3 1 0,-3 0-38 16,0-4 36-16,-1 9 0 0,-2-2 0 0,2 0-27 16,-2 1 25-16,2 1-4 0,-4-2-1 0,3 2-11 15,-2 0 11-15,2-2 2 0,-1-1 11 0,2-1-11 16,-1-2 0-16,0 5 0 0,2-4 5 0,0 1-5 16,-2 1 1-16,3-2 4 15,-4 4-2-15,2-1-3 0,-2 1 3 0,2-2-20 16,-4 2 17-16,1 1 1 0,1 0 1 0,0-1-19 15,0-1 16-15,-1-1 1 0,1-1-6 0,2-1 5 16,1-2-1-16,-2 4 22 0,-2-2-21 0,5-1 0 16,-4 1 0-16,4 0-4 0,-1-3 5 0,-2 7-1 15,0-3 3-15,0 1-31 0,0-3 0 0,0 1 27 16,1-4 0-16,-2 5-76 0,4-8 32 0,-2 5 0 16,0-4-22-16,4 0 1 0,0-4 37 15,0 1 13-15,5-5-40 0,0 0 1 0,-3-4 21 0,8 1-101 16,-2-2 40-16,2-1 35 15,0 0-12-15,0 1-107 0,0-2 61 0,8-2 26 16,4 0 11-16,9 0-371 0</inkml:trace>
  <inkml:trace contextRef="#ctx0" brushRef="#br0" timeOffset="27020.38">3102 8088 71 0,'6'-7'0'0,"-1"0"0"0,-2 0 0 0,1 0 0 0,-1 4 0 0,-1-3 0 0,2 4 0 0,-2 0 0 0,-2 0 0 0,0 0 0 0,0 1 40 0,0 1 0 0,0 0-30 0,0-3 45 16,0 3-3-16,0 0-37 0,0 0 63 15,0-1 0-15,0 1-56 0,0 0 5 16,0 0 30-16,0 0-1 0,0 0-13 0,0-2 11 15,0 2-15-15,0 0 2 0,0 0 3 0,0 0 15 16,0 0-21-16,0 0-1 0,-2 0 8 0,-2 0-10 16,2 0 1-16,2 0 1 0,-5 0 0 0,3 0 6 15,-1 0 4-15,1 0-7 0,-1 3-1 0,-1 1-1 16,1 2 0-16,1-2 19 0,-4 1-9 0,-1 5-9 16,2-3-1-16,0 3-3 15,-2 1 4-15,-2 0 0 0,2 2 10 0,-3 0-1 16,-2 2-9-16,4-2 1 0,-2 2 0 0,1-1 5 15,-2-1 5-15,1 0-10 0,1 0-8 0,0-2 8 16,0 0-1-16,1 2-15 0,2-6 25 0,0 2-10 16,-2-2-1-16,6 2-36 0,-5-1 0 0,4-3 33 15,-1 4 10-15,0-3-56 0,2-3 0 0,1 1 36 16,-1 0 6-16,2-2-52 0,-3-1 6 0,3-1 31 16,0 2-7-16,0-2 4 0,0 0 7 15,0 0-15-15,0 0 17 0,0 0-11 16,0 0 5-16,0 0 31 0,0 0-30 0,0 0 1 15,0 0 4-15,0 0 27 0,0 0-30 0,0 0 3 16,0 0-2-16,0 0-5 0,0 0 11 0,0 0-2 16,0 0-44-16,0 0 0 0,0 0 39 0,0 0-45 15,0 0 47-15,0-2-10 0,0-4 5 0,3 1-76 16,0-2 35-16,3-1-10 0,0-2 29 0,2 1-23 16,-1 0-11-16,0 1 38 0,1-1 1 0,0-1-24 15,-1 2 11-15,4-2 8 0,-4-2-8 16,1 3 7-16,-1-2-3 0,1 2-2 15,-1-1 1-15,1-2 3 0,-1 1 3 0,0 2 6 16,1-2-4-16,-1 1-4 0,-2 1-1 0,3-2 10 16,0-1-10-16,-1 3 1 0,0-3 1 0,0 4-21 15,2-4 20-15,-2 3 0 0,0-1-18 0,-2 0 17 16,0 3 0-16,3 0 10 0,-5-1-10 0,0 3 0 16,1 1-2-16,-2 0 36 0,-1 2-34 15,1 1-1-15,0-1 2 0,-2-1 38 16,3 2-35-16,-3 1-1 0,0 0-110 0,0 0 50 15,2 0 3-15,0 0 53 0,-2 0-340 0,4 0 158 16,-2 0 65-16,-1 4-323 0,-1 9 207 0,0 0 97 16</inkml:trace>
  <inkml:trace contextRef="#ctx0" brushRef="#br0" timeOffset="28355.42">2882 8389 577 0,'0'0'0'0,"0"0"0"0,-1 0 0 0,1 0 0 0,0 0 0 0,-3 0 0 16,1 0 0-16,2 0 0 0,0 0 0 0,0 0 0 0,0 0 46 0,0 0 22 0,0 0-10 0,0 0-11 16,0 0-1-16,0 0-22 0,0 0 22 0,2 0 1 0,1 0 56 0,0 0-68 15,1 0 11-15,-1 0 29 16,2 0-29-16,-3 0 1 0,3 0 11 0,0 0-44 15,-1 0 33-15,3 0-1 0,0 0 1 0,0 0-31 16,2-2 42-16,2 0-11 0,-1 0-1 0,1 0-23 16,-2 1 19-16,2-4 3 0,-1 4-32 0,-1-1-11 15,2 0 31-15,-2 0-37 0,1 0-6 0,-2 2 44 16,1 0 2-16,2 0-45 0,-4 0 36 16,1 0 2-16,-1 0-6 0,4-1 7 15,-2-1 1-15,3-1-5 0,-1 1-5 0,1 1 14 16,1-2-13-16,-1 0 3 0,0 2-7 0,2-3 7 15,0 1 2-15,-1 0-2 0,-1 1-44 0,-2 1 50 16,5-1-7-16,-4-1-35 16,1 2 33-16,0-1 0 0,-1 0-4 0,-1 0-22 0,2 1 23 0,1 1-5 15,-1-3 4-15,-2 3-35 0,3-1 30 0,-3-1 4 16,2 2-20-16,3-3 16 0,-5 2 1 0,5-1-14 16,-2-1 12-16,2 2 2 0,-3-1-1 15,4 0 8-15,-2 0-9 0,2-1-2 16,1 0 2-16,-2 0 9 0,2 2-10 0,-3-2-1 15,2-1-1-15,-2 3 2 0,3-1-2 0,-4 0 6 16,3-2 2-16,-3 2-6 0,2 0 1 0,-1 1 0 31,-1-1-6-31,2 2 10 0,-1-2-3 0,0 0-17 0,2 2 16 0,0-1-1 0,0-2 1 16,1 1-4-16,-1 0 3 0,2-1 0 0,0 0 0 16,-1 1-16-16,-1-1 16 0,4 1 0 15,-3 0 0-15,-1-1-8 0,3 0 7 0,-1 2-2 16,-2-1-5-16,1 0 9 0,0-2-3 0,1 2-10 15,2 1 7-15,-3-3-2 0,3 2 2 0,1-2-25 16,0 2 22-16,-3-2 0 0,1 3 0 0,-1-2-17 16,3 0 17-16,-1 1-1 0,-3 1 19 15,1-2-18-15,0 0 1 0,1 1 0 16,-1 0 43-16,2-2-39 0,0 3-1 0,-3-4 5 0,4 2-5 0,-1 2 3 16,-3-4-2-16,4 1-11 0,2 0 14 0,-2 0-2 15,4-1 3-15,-5 1-4 16,3-1 1-16,-4-2 3 0,4 3-14 0,-2-2 10 15,-2 2-1-15,0-1-1 0,-1 1 1 0,1-2 2 16,1 2-4-16,-3 0 23 0,1 2-21 0,-2-1-1 16,1-1 1-16,0 0 4 0,-2 3-3 0,2-3-1 15,-2 0 1-15,0 1-29 0,0-1 30 0,0 2-1 16,0-4 9-16,-2 2-9 0,4 0 1 0,-4 1-22 16,2-1 22-16,-3 0-2 15,-1 3-1-15,0-3-19 0,-2 2 18 0,0-2 1 16,2 2 0-16,-4-1 5 0,-2 2-7 0,1-1 2 15,-2 0 0-15,1 1 2 0,-2-1-3 0,-1 0 0 16,1 2 24-16,-1 0-23 0,0 0 0 0,-2 0 0 16,2 0 53-16,-2 0-51 0,0 0 3 0,0 0 52 15,0 0 4-15,0 0-54 0,0-2 9 0,0 2 53 16,0 0-25-16,0 0 0 0,0 0-19 0,0 0-28 16,0 0 37-16,0 0-15 0,0 0-197 15,0 0 95-15,0 0 46 0,0 0 0 16,-4 0-759-16,-5 7 351 0</inkml:trace>
  <inkml:trace contextRef="#ctx0" brushRef="#br0" timeOffset="29648.82">1745 8614 617 0,'0'0'0'0,"0"2"-1"0,0-2 0 0,0 0 0 0,0 0 0 0,0 0 1 0,0 0-1 0,0 0 1 0,0 0 0 0,2 0 0 0,1 0 166 0,2 0-58 0,0 0 0 0,2 0-26 15,-5 0-20-15,6 0-13 0,-2 0 0 0,-1 0-17 16,4 0 17-16,-1 0 0 0,-1 0 13 0,-1 0-64 16,3-2 51-16,0 1 0 0,0-4-31 0,1 4-4 15,0-3 47-15,0 0-29 0,2 0-19 0,-3 1 17 16,0-1 11-16,3 2-54 0,-3-2 8 0,2 0 31 16,2 1 8-16,0 0-53 15,-1 0 49-15,1-1-8 0,1 2 14 0,-2-1-26 16,2-1 17-16,-2 0-6 0,3 0-3 0,-2 1 5 15,-1 1 6-15,1-2-12 0,-1 0 7 0,3 1 0 16,-5-2 1-16,5 4-20 0,-5-1 25 0,5-2-6 16,-2 3-1-16,-1-1-43 0,1 0 39 0,-1 0 2 15,-2 0 1-15,5 1-22 0,-2-2 15 0,0 0 4 16,1 2-5-16,-1-1 4 0,0 0 2 0,-1 0-7 16,5 1 2-16,-5-1 0 0,1 0-2 15,0 0-11-15,0 0 17 0,1 1-5 16,-4-1 1-16,5-1-21 0,-5 2 20 0,3-1 0 15,-3 0 1-15,2 1-36 0,-1-3 31 0,-1 3 3 16,1 0-39-16,1-1 37 0,-1 0 0 0,3 0-31 16,-3 0 27-16,2-2 1 0,0 0-3 0,2 1-25 15,-2-1 24-15,1 0 1 0,-1 0-3 0,-1 1-9 16,0-1 9-16,-1 3 2 0,1-4-4 0,-2 3-13 16,0 0 13-16,2 1 2 15,-4-1-10-15,2 2 9 0,2-2-2 0,-4 2-1 16,5 0 0-16,-3 0 0 0,-1 0-1 0,4 0 0 15,-3 0 1-15,1-2 0 0,1 2-1 0,0-2 0 16,-1 2 0-16,-2-2 1 0,4 0 0 0,-1 0-1 16,-2 1 1-16,0 1 1 0,0-2-2 0,0 0 1 15,-2 2 0-15,2-2-1 0,-3 0 1 0,3 2-1 16,-3-2 1-16,-1 2-1 0,-1 0 1 0,0-1 0 16,-2 1-1-16,1 0 8 15,-3 0-6-15,1-2 0 0,0 2 0 0,-2 0 52 16,0 0-50-16,0 0 2 0,0 0 34 0,0 0-30 15,0 0-4-15,0 0 19 0,0 0-16 0,0-3 4 16,0 2-4-16,0 1-261 0,0-2 125 0,0 2 57 16,0 0 33-16</inkml:trace>
  <inkml:trace contextRef="#ctx0" brushRef="#br0" timeOffset="36076.82">2974 8413 746 0,'-3'0'0'16,"2"0"0"-16,-3 0 0 0,1 0 0 0,-1 0 0 0,1 0 0 0,-2 0 0 0,3 0 0 0,-1 0 0 0,1 0 0 0,0 0 94 0,0 2-1 0,0-2-49 0,0 0 11 0,2 2 21 16,0-2-1-16,-1 0-31 0,1 0 0 15,0 0 108-15,-2 0-60 0,2 0 0 0,0 0 59 0,0 0-53 16,-3 0-1-16,3 0-5 0,0 0-10 0,0 0-39 15,0 0 1-15,0 0 88 0,0 0-44 16,0 0 11-16,0 0-55 0,0 0 62 0,0 0-32 16,0 0 1-16,0 0-31 0,0 0 78 0,0 0-44 15,0 0 23-15,3 0-29 16,0 0 0-16,1 0-28 0,2 0 82 0,-3 0-47 0,4 0 0 0,-4 0-35 16,3-2 53-16,0 2 1 15,1-2-55-15,1 0-43 0,-1 2 0 0,0-2 0 0,2 0 0 16,-2 1 0-16,1-1 0 0,-1 0 0 15,3 0 0-15,-2 0 0 0,-1 0 0 0,0 1 0 16,3-1 0-16,-2 2 0 0,1 0 0 0,2-3 0 16,-1 3 0-16,-1-1 0 0,3-1 0 0,-1 0 0 15,1 0 0-15,0 0 0 0,4 1 0 0,-3-4 0 16,-1 4 0-16,2-3 0 0,-3 0 0 16,2 3 0-16,0-1 0 0,-1-3 0 15,-1 4 0-15,-2-2 0 0,4 2 0 0,-3-1 0 0,0 2 0 16,0 0 0-16,0 0 0 15,2 0 0-15,-2 0 0 0,3 0 0 0,-3 0 0 16,2-1 0-16,1-2 0 0,-3 2 0 0,7-2 0 16,-6 0 0-16,7 0 0 0,-4-3 0 0,4-1 0 15,-2 1 0-15,2 0 0 0,-1-2 0 0,1 3 0 16,-3-1 0-16,3 2 0 0,-4 0 0 0,-1 1 0 16,2-2 0-16,-2 4 0 0,0-1 0 0,2 0 0 15,-3 1 0-15,1-1 0 0,1 0 0 0,-2 2 0 16,0 0 0-16,2 0 0 15,1 0 0-15,-2 0 0 0,4 0 0 0,-5 0 0 16,6 0 0-16,-3 0 0 0,-1-2 0 0,2 1 0 16,0-2 0-16,-2 1 0 0,2 0 0 0,-1 1 0 15,-2-1 0-15,3-1 0 0,-4 2 0 0,1-3 0 16,-2 2 0-16,6-2 0 0,-7 3 0 0,2-2 0 16,-2 0 0-16,3 1 0 0,-3 0 0 0,3 0 0 15,1 0 0-15,-1 1 0 16,-1-2 0-16,4 0 0 0,-2 1 0 0,4-2 0 15,-4 0 0-15,3 0 0 0,-1-1 0 0,0 1 0 16,1-1 0-16,-2-1 0 0,2 0 0 0,-2 2 0 16,0-1 0-16,0-1 0 0,0 2 0 0,0 1 0 15,0-1 0-15,0 0 0 0,-2 2 0 0,3-1 0 0,-4 2 0 16,5-2 0-16,-4 0 0 0,3 2 0 16,-2-1 0-16,2 2 0 0,0-1 0 0,2-2 0 15,-1 1 0-15,-1-1 0 16,1 1 0-16,0-1 0 0,0 1 0 0,1-4 0 15,0 2 0-15,-1 1 0 0,1 0 0 0,-3-1 0 16,2 1 0-16,-2-1 0 0,1 2 0 0,0-1 0 16,-2 0 0-16,-2 2 0 0,1-1 0 0,-1 0 0 15,1 0 0-15,-1 1 0 0,0-2 0 0,1 2 0 16,-3-1 0-16,5 1 0 0,-3-4 0 0,1 3 0 16,-2-1 0-16,-4 0 0 0,3 2 0 0,-1-1 0 15,-1 0 0-15,-3 0 0 0,1 0 0 16,-2 2 0-16,-1-2 0 0,-1 2 0 15,0 0 0-15,0 0 0 0,-2 0 0 0,0 0 0 16,0 0 0-16,0 0 0 0,0 0 0 0,0 0 0 16,0 0 0-16,0 0 0 0,0 0 0 0,0 0 0 15,0 0 0-15,0 0 0 0,0 0 0 0,-2 0 0 16,0 0 0-16,-1 0 0 0,-1 0 0 0,2 0 0 16,1 0 0-16,-4 0-1025 0,0 2 304 0</inkml:trace>
  <inkml:trace contextRef="#ctx0" brushRef="#br0" timeOffset="39261.87">19917 2306 1775 0,'-8'0'0'0,"4"0"0"0,1 0 0 0,3 0 0 0,-2 0 0 0,2 0 0 0,0 0 0 0,0 0 0 0,0 0 0 0,0 0 0 0,2 1 67 0,9-1 205 0,0 3-107 16,2-1-69-16,4-2 156 0,3 1-107 15,3-1-53-15,0 0 108 0,2 2-71 0,3 0-51 16,2 0 1-16,2 0 61 0,2-2-51 0,-1 2-26 16,3-2 10-16,-1 2-4 15,1-2 0-15,0 0-31 0,0 2 0 0,-4-2-36 0,0 0-2 0,-2 1 0 16,-2 1 0-16,-1-2 0 16,-6 2 0-16,2-2 0 0,-4 0 0 0,-1 0 0 0,-2 0 0 0,-3 0-8 15,-3 0-117-15,-1 0 70 16,-4-2 12-16,1-3-397 0,-3 1 203 0,-1-2 103 15,-2 3 32-15,0-3-143 0,0 1 94 0,-2 2-427 16,-8 0 270-16,-1 1 136 0,-5 2 66 0</inkml:trace>
  <inkml:trace contextRef="#ctx0" brushRef="#br0" timeOffset="39506.55">20208 2381 2496 0,'-11'6'0'0,"4"1"0"0,-3 1 0 16,4-1 0-16,2 3 0 0,1-1 0 0,1 2 0 0,2 1 0 0,0 1 0 0,0 0 0 0,2 2 267 0,1 0-119 0,5-1 72 0,-3 4-92 0,0-1-45 15,-2 0 1-15,1 1 94 0,0-1-74 0,-3 2-34 16,-1 0 1-16,0-2-86 16,0 0 26-16,0 1 10 0,0-4 16 0,0 1-238 15,0-4 119-15,0-1 60 0,-1-1-429 0,1-2 201 16,-2-3 129-16,2 0-6 0,-2-2-440 0,2-2 265 15,0 0 132-15,0 0-141 0,2-2 141 0,3-10 66 16,3 1 33-16</inkml:trace>
  <inkml:trace contextRef="#ctx0" brushRef="#br0" timeOffset="39928.41">20415 2423 2017 0,'0'-6'0'0,"0"2"0"0,0 0 0 0,0-1 0 0,0 0 0 16,0 4 0-16,0-3 0 0,0 3 0 0,0-2 0 0,0 2 0 0,0 1 84 0,1 0 169 0,-1 0-113 0,2 0-50 0,0 1-27 0,0 5 65 15,0 2-45-15,0 1 9 0,-1-2-54 0,1 5 122 16,0 0-60-16,0-1-32 0,1 0 65 16,-2-2-39-16,3 6-9 0,-2-2-47 0,0 0 44 0,0 2 0 15,-1 0-45-15,-1 1-8 16,2 0 6-16,-2-1-35 0,0 2 0 0,0 0 0 15,2 0 0-15,-2-1 0 0,0 2 0 0,2-1 0 16,-2 0 0-16,2-2 0 0,-1 0 0 0,-1-2 0 16,2 0 0-16,0-3 0 0,-2 2 0 0,0-3 0 15,2 1 0-15,-2 0 0 0,0-3 0 0,0-1 0 16,0 1 0-16,0-2 0 0,0-3 0 0,0 2 0 16,0-1 0-16,0-2 0 0,0 1 0 0,0 1 0 15,0-2 0-15,0 1 0 16,3-2 0-16,-3 0 0 0,0 2 0 0,2-2-35 0,-2 0 17 15,0 0-73-15,0 2 34 0,0-2-13 16,0 0 45-16,0 0-178 0,0 0 73 0,1 0 51 16,-1 0 0-16,2 0-250 0,-2 0 146 0,2 0 72 15,0 0-184-15,0 0 133 0,-1-2 62 0,5-2-483 16,-1 0 273-16</inkml:trace>
  <inkml:trace contextRef="#ctx0" brushRef="#br0" timeOffset="40129.28">20794 2823 3152 0,'0'0'0'0,"0"0"0"16,0 0 0-16,0 0 0 0,0 0 0 0,0 0 0 0,0 0 0 0,0 0 0 0,0 0 0 0,0 0 0 0,0 0 194 0,2 0-78 0,-1 0-38 0,1 0-1 0,3 0-214 15,-3 0 98-15,-1 0 34 0,1 0-1 0,-2 0-726 16,0 0 385-16</inkml:trace>
  <inkml:trace contextRef="#ctx0" brushRef="#br0" timeOffset="48532.59">8795 1939 1564 0,'0'0'0'0,"-3"0"0"0,3-1 0 0,0-2 0 0,0 1 0 0,0 1 0 0,0-1 0 0,0 0 0 0,0 0 0 0,0 1 0 0,0 1 74 0,0 0 1 16,0 0 64-16,3 3-49 0,0 7-26 0,0 0 49 15,-2 5-41-15,1 0-1 0,-2 1-32 16,0 3 0-16,0 2 58 0,0 4-20 0,0 1 0 15,-3-1 0-15,-6 2-38 0,2 3 0 0,-1-2 34 16,-1 3-24-16,-1-1-10 0,-1 0 0 0,0-3 25 16,0 2-25-16,1-1 0 0,1-8 64 0,-3 3-37 15,3-2 0-15,0-2-27 0,1-4 99 16,3-6-49-16,0 0-15 0,2-3 91 0,1-2-62 0,2-4-103 16,0 2 0-16,0-2 0 0,0 2 0 0,0-2 0 15,8 0 0-15,5 0 0 16,0 0 0-16,6 0 0 0,-4-2 0 0,6 0 0 15,3-2 0-15,0 1 0 0,4-3 0 0,2 1 0 16,-7 4 0-16,11-3 0 0,-4 1 0 0,2-1 0 16,-2 2 0-16,2-2 0 0,-5 3 0 0,3-2 0 15,-8 2 0-15,4 1 0 0,-7 0 0 0,-2 0 0 16,-4 0 0-16,1 0 0 0,-7 0 0 0,0 0 0 16,-2 0 0-16,-4 0 0 15,0 0 0-15,1 0 0 0,-2 0 0 0,0 0 0 16,0 0 0-16,0 0 0 0,0 0 0 0,0-2 0 15,-2-2 0-15,1 0 0 0,0-2 0 0,-2 1 0 16,1 1 0-16,0 0 0 0,2 1 0 0,-1 0 0 16,1 2 0-16,-2-1 0 0,2 2 0 0</inkml:trace>
  <inkml:trace contextRef="#ctx0" brushRef="#br0" timeOffset="50033.51">3483 5820 1562 0,'-7'-3'0'0,"3"0"0"16,2 1 0-16,1 2 0 0,-1-1 0 0,-2 1 0 0,4 0 0 0,0 0 0 15,0 0 0-15,0 0 0 0,0 1 94 0,0 7-27 0,0 1 52 0,0 4-45 0,0 0 1 0,0 4 13 0,0 3 0 16,0 0-38-16,0 6-10 0,0-9 33 0,0 9-1 0,0 1-32 0,0-3 81 15,0-2-30-15,0 9-11 0,-5-7-40 0,1 1 64 16,-1-5-33-16,2 2 1 16,-2-1-22-16,-3 0 38 0,3-4 0 0,-1 1-48 15,1-3 51-15,-1-1-26 0,1-3 10 0,0-4 14 16,0 3-49-16,2-7 0 0,-1 1 0 0,2 1 44 16,2-5 10-16,-1 0-68 0,1 1-26 15,0-1 0-15,0 0 0 0,0 0 0 0,0 0 0 0,0 0 0 16,5 0 0-16,5 0 0 0,0 0 0 0,3 0 0 15,2 0 0-15,-2-1 0 0,4 1 0 0,0-4 0 16,1 4 0-16,1 0 0 16,2 0 0-16,-3 0 0 0,1 0 0 0,-1 0 0 15,-1 0 0-15,1 0 0 0,-2 4 0 0,-2-4 0 16,-2 1 0-16,-1-1 0 0,-2 2 0 0,-3-2 0 16,0 2 0-16,-2-2 0 0,-2 0 0 0,1 0 0 15,-1 0 0-15,-2 0 0 0,0 0 0 0,0 2 0 16,0-2 0-16,0 0 0 0,0 0 0 0,0 0 0 15,0 0 0-15,0 0 0 0,0 0 0 16,-2-2 0-16,2 0 0 0,-3 0 0 0,3 1 0 16,0-3 0-16,0 3 0 0,0 1-148 15,0 0-108-15</inkml:trace>
  <inkml:trace contextRef="#ctx0" brushRef="#br0" timeOffset="56986.31">8144 6541 2924 0,'0'-2'0'0,"0"2"0"0,0 0 0 0,0-1 0 0,6-2 0 0,5 2 0 0,4-4 0 0,4 2 0 0,7-1 0 0,-3-2 0 0,6 1 107 0,-1 0 181 0,-1-2-125 0,3 2-62 15,2 1-32-15,0-2 15 16,-2 1-10-16,-2 1-36 0,1-1 0 0,-1 1-161 16,-5 0 81-16,-1 1 49 0,-2-2-9 0,0 4-131 15,-10-2 85-15,2 2-548 0,-4-1 251 0,-2 0 94 16,-5 0 115-16,-1 2-559 15,0 0 329-15</inkml:trace>
  <inkml:trace contextRef="#ctx0" brushRef="#br0" timeOffset="57419.34">8221 6691 2431 0,'-9'8'0'0,"2"7"0"0,2-2 0 0,0-2 0 0,0 0 0 0,5 2 0 0,0-2 0 0,0 1 0 0,0-2 0 0,0 1 0 0,0 0 6 0,1-2 31 0,5 0 0 16,2-3 0-16,-2 0-379 0,1 0 185 0,-2-5 97 15,-1-1 49-15,-1 0-472 0,-1 0 261 0,1-3 121 16,-3-9-292-16,0-1 152 0,0 0 102 0,0-2 110 16,-3 0-18-16,1 0 10 0,-5 0 0 15,4 2 136-15,-1 4-68 0,2 1-34 0,0 1-9 0,2-1 401 16,0 4-213-16,0-1-71 15,4-1-65-15,11 2 524 0,2 1-255 0,1-1-140 16,9-2 162-16,1 1-148 0,2 1-72 0,4-2 68 16,1-2-61-16,2 2-46 0,-2 1 1 0,1-1-11 0,-3 1-25 0,-1-1 0 15,-5 2 9 1,1 3-12-16,-5-1 3 0,-3 0 0 0,-3 2 0 0,-2 0 52 0,-3 0-16 16,-3 5-10-16,-4 3-26 15,-1 1 99-15,-1-1-113 0,-1 2-23 0,0-1 0 0,-2 4 0 16,0-2 0-16,0 0 0 15,0 3 0-15,0-3 0 0,0-2 0 0,-4 4 0 16,1-1 0-16,-3-1 0 0,1 1 0 0,-1-2-197 16,-2 0-97-16,-3 1 145 0,2-2-574 0,-3 2 343 15,1-5 172-15,-3 2-445 0,1-4 299 0</inkml:trace>
  <inkml:trace contextRef="#ctx0" brushRef="#br0" timeOffset="57614.06">8280 6572 2581 0,'-4'6'0'16,"4"2"0"-16,0-1 0 0,0 3 0 0,0 1 0 0,0 2 0 0,0-2 0 0,2 4 0 0,3 0 0 0,-1 3 0 0,2-4 112 0,2 4-28 0,-3 0-9 0,2 2-38 0,-5-4-373 15,4 0 186-15,-4-4 103 16,3 3 37-16,-3-6-526 0,3 0 276 0,-4-4 139 15,1-4 68-15,0-1-552 0</inkml:trace>
  <inkml:trace contextRef="#ctx0" brushRef="#br0" timeOffset="57921.53">8404 6524 1786 0,'2'0'0'0,"1"0"0"0,3 2 0 0,-3 6 0 0,1 3 0 0,2 1 0 15,-2 2 0-15,0 1 0 0,-2 2 0 0,-1 1 0 0,1 1 147 0,-2 2-46 0,0 0-37 0,0 1-110 0,-5-1 42 16,-3 1-1-16,-2-1 42 0,-2-1-127 0,-1-4 58 0,-2-2 35 16,0 1-32-16,-3-5 32 0,1 0 1 0,3-3 162 15,-4-2-70-15,5 0-47 16,3-2-30-16,-1 2 155 0,4-4-76 0,5-1-29 16,-1 0-7-16,3 2 301 0,0-2-163 0,0 0-81 15,9 0-42-15,6 0 135 0,6 0-92 0,1 0-41 16,5 0 10-16,-1-2-89 0,2-2 0 0,-4 0 0 15,6-3 0-15,-4-1 0 0,-5 3 0 0,2-1 0 16,-3 0 0-16,-1 1 0 16,-4 1-2-16,-5 0-573 0,2 2 236 0,-8 0 162 15,0 1 5-15,-1 1-516 0,-1 0 330 0,-2 0 160 16</inkml:trace>
  <inkml:trace contextRef="#ctx0" brushRef="#br0" timeOffset="58212.21">8340 6863 1977 0,'-7'15'0'16,"2"3"0"-16,2 0 0 0,1 2 0 0,0-2 0 0,2 1 0 0,0 0 0 0,0 0 0 0,0-1 0 0,0 1 0 0,0 0 238 0,0-3-100 0,0-1-51 0,-4-1-16 16,0 0 27-16,-3-2-31 0,2-2 0 0,0-3 120 0,0 1-76 15,1-2-27-15,0-1 181 0,1-2-113 0,3 4-58 16,0-4-28-16,0 2 163 15,0 2-229-15,5 0 0 0,8-2 0 0,2 1 0 16,0 0 0-16,2-1 0 0,3 2 0 0,-2-5 0 16,1 2 0-16,1 0 0 0,-4 0 0 0,2-2 0 15,-6 2 0-15,0-3 0 0,-2 1-28 0,-1 0-64 16,-1-2 7-16,-3 2-636 0,0-2 333 16,-1 0 180-16,-1 0 85 0,1 0-484 0,-1 0 284 0,-1-7 144 15,0-7-358-15</inkml:trace>
  <inkml:trace contextRef="#ctx0" brushRef="#br0" timeOffset="58393.71">8531 7016 2005 0,'0'-7'0'0,"2"5"0"0,0-1 0 0,0 3 0 0,-2 0 0 0,2 8 0 0,-1 5 0 0,1 2 0 0,-2 2 0 0,2 2 0 0,-2 1 479 0,0 8-222 16,0-6-100-16,0 6 47 0,-4-2-83 0,-5-2-42 0,0 1 0 0,-3 0-90 15,0-5 33-15,-4 3-9 16,3-7 24-16,-8 2-309 0,5-8 155 0,-3 0 77 15,-1-4 48-15,0-4-509 0,0-2 263 0,0 0 42 16,1-2-409-16,0-10 284 0,0-2 133 0,-2-8-106 16,1 0 129-16</inkml:trace>
  <inkml:trace contextRef="#ctx0" brushRef="#br0" timeOffset="58548.39">8066 7133 2676 0,'-11'-6'0'0,"4"4"0"0,5 2 0 0,2 0 0 0,0 0 0 0,0 0 0 0,9 0 0 0,7-1 0 15,9-5 0-15,3 2 0 0,4-4 100 0,5 1 183 0,9-6-127 0,-5 3-60 0,4 1-30 0,3-1 222 16,-3 1-125-16,-3 1-60 0,10-1-257 0,-4 2 93 16,-4-1 48-16,4 4 26 0,-4-1-579 0,-4 1 310 15,9 1 143-15,-6-2-704 0,0 1 362 0,0-1 209 16</inkml:trace>
  <inkml:trace contextRef="#ctx0" brushRef="#br0" timeOffset="58773.13">9038 6731 2908 0,'-15'2'0'0,"5"1"0"0,-1 1 0 0,6-3 0 0,1 1 0 0,4 1 0 0,0-3 0 0,18 0 0 0,7 0 0 0,5 0 0 0,2 0 253 16,5-3-112-16,0 1 33 0,0-3-68 0,1 2-35 0,-1-3 1 0,1 2-184 15,-4-1 70-15,-1 4 39 16,-6 0 0-16,-5-1-331 0,1-1 185 0,-6 3 102 15,-2 0 38-15,-3 0-251 0,-5 0 35 0,-2 0 112 16,-1 0-502-16,-2 0 280 0,-2 0 154 0,0-1-290 16,0-3 217-16,-7-6 109 0</inkml:trace>
  <inkml:trace contextRef="#ctx0" brushRef="#br0" timeOffset="59395.59">9238 6385 1997 0,'-9'-6'0'0,"0"5"0"0,2 1 0 0,2 0 0 0,1 0 0 0,2 10 0 0,2 2 0 0,0 6 0 0,0 5 0 0,2 7 0 0,5 3 86 0,4 6 205 0,-1 3-127 0,-3 0-64 16,1-1 36-16,-1 12-54 15,-1-4 0-15,-2-1-66 0,0-1 21 0,-1 2 0 16,-1-9 10-16,1 9-92 0,-2-14 41 16,-1 5 0-16,0-7 41 0,0-1-116 0,0-5 67 15,0-4 20-15,-1-3 0 0,-4-5-102 16,-2-8 55-16,-3 1-3 0,2-4 5 0,-6-4 7 15,0 0 0-15,0-2 7 0,0-8 1 0,0-3 10 16,-2-2 1-16,0-6-74 0,0 2 36 0,5-5-2 16,0 2 39-16,5 3-136 0,1 1 57 0,1-1 30 15,4 5 0-15,0 3-37 0,0 0 31 0,0 2-1 16,4 3 64-16,5 2-33 0,-3 3 0 0,0-1 66 16,1 2-33-16,-2 0 0 0,1 0-42 0,-4 0 64 15,0 3-27-15,-2 5 21 16,0-1-44-16,0 1 202 0,0-1-77 0,-4 1-49 15,-7 0-1-15,4-5 69 0,-1 3-37 0,-2-3-30 16,5-1 11-16,-1-2-40 0,3 0 25 0,-1 0-134 16,4 0 58-16,0 0 29 0,0 0 3 0,2 0-109 15,5-3 52-15,8-1 35 0,0-2-6 0,4 0-226 16,3 0 89-16,6-4 75 0,1 2-2 16,1-3-147-16,0-1 103 0,2 2 51 0,0-1-161 0,-2-4 110 15,-2 4 52-15,-2 0 24 16,-6 4 1-16,-2-3 25 0,-5 5-9 0,-2 1 197 15,-3 0-94-15,-5 2-47 0,1 1-24 0,-3-1 171 16,-1 2-92-16,0 0-52 0,-5 0 7 0,-4 0 620 16,-2 3-260-16,-1 3-162 0,0 3 241 0,-1-2-211 15,-1 6-105-15,1-2-54 0,0 0 146 0,2 1-91 16,2 0-57-16,-1 0 39 0,6-3-45 0,-1 0 1 16,3 1-45-16,2-3 33 0,0 2-10 0,0-4-23 15,2 0-5-15,5 1-32 16,5-3 0-16,-3-1 0 0,5 0 0 0,1 0 0 15,-1-2 0-15,-1 0-307 0,0 0 123 0,1 0 75 16,-1 0 58-16,-1 0-687 0,2 0 351 0,-3 0 175 16,-1-2 88-16,-1-4-611 0</inkml:trace>
  <inkml:trace contextRef="#ctx0" brushRef="#br0" timeOffset="59566.54">9496 6496 3232 0,'-3'-13'0'0,"1"7"0"0,0 2 0 0,0 2 0 0,2 1 0 0,0 1 0 0,0 0 0 0,0 0 0 0,6 9 0 0,3 3 0 0,-1 4 510 15,3 5-321-15,-1 1-189 0,1 3 0 0,-2 0 0 16,2 4-76-16,3 1 30 0,-3-1 42 0,4 0-1053 16</inkml:trace>
  <inkml:trace contextRef="#ctx0" brushRef="#br0" timeOffset="60349.12">10266 6481 1987 0,'-9'-2'0'0,"2"0"0"0,-2 2 0 0,-3 0 0 0,3 0 0 0,-3 2 0 0,1 5 0 0,0 3 0 0,-1 1 0 0,3 2 0 16,-2 1 37-16,0-2 1 0,0 3 8 0,0-1-119 0,-1-1 56 0,-1-1 27 0,1 0-1 0,-1-1-8 16,3-3 9-16,-2 3 27 15,4-1 114-15,1-1-57 0,4-2-28 0,-1 4 175 16,4-1-92-16,0 3-60 0,0 1-27 0,0 3 116 15,0 2-71-15,4 4-34 0,-1 0 8 0,1 7-13 16,-2 1-30-16,-1-2-1 0,-1 3-37 0,0 0 1 16,0-1 45-16,0-2-167 0,0-1 79 0,-1-5 40 15,-5 0 0-15,3-3-292 0,-1-5 157 0,-1-3 35 16,3-7 51-16,2-2-381 0,-1-3 197 0,-1 0 89 16,2-5 60-16,0-13-343 0,0-4 196 15,0-4 97-15,0-2-223 0,0-2 152 0,0-3 89 0,0-1-18 16,-4-2 49-16,-1 2 25 15,1 2 0-15,-1 7 79 0,1 2-23 0,-1 1 1 16,2 6-33-16,1 5 399 0,2-1-200 0,0 5-108 16,0 1-41-16,0 2 583 0,7 3-295 15,5-1-58-15,3-1 124 0,4 3-155 0,0 0-92 0,3 0-40 16,-1 0 97-16,2 0-70 16,-2 0-34-16,0 0 9 0,0 0-10 0,-4 3-33 0,-2-1-1 15,-4-1 33-15,-2 3 0 0,-1-2-23 16,-2 2-10-16,-4 0 130 0,0-2-64 0,-1 1-34 15,1 2 164-15,-2 1-233 0,0 0 0 0,0 1 0 16,0 5 0-16,0-2 0 0,0 0 0 0,2 4 0 16,0 1 0-16,1-1 0 0,1 4 0 0,3 0 0 15,-4-1 0-15,3 2 0 0,-1 0 0 0,1 0 0 16,0 0 0-16,-2 0 0 0,1-2-133 0,-1-3-197 16,-1-1 110-16,0-2 92 0,-2 2-464 0,1-5 277 15,0 0 138-15,-2-3-535 16,0-1 342-16,0 1 167 0</inkml:trace>
  <inkml:trace contextRef="#ctx0" brushRef="#br0" timeOffset="60522.58">10089 6909 1903 0,'-14'0'0'0,"9"2"0"0,-1 1 0 0,3-1 0 0,3-2 0 0,0 0 0 0,0 2 0 0,5-2 0 0,6 0 0 0,4 0 0 0,0 0 187 15,1 0-75-15,-2 0-28 0,2 0-424 0,-4 2 189 0,-3 2 94 16,2 1 47-16,-6 5-551 0,-3 0 297 0,0 2 141 16,-2-1 73-16</inkml:trace>
  <inkml:trace contextRef="#ctx0" brushRef="#br0" timeOffset="60640.21">10119 7063 1282 0,'-10'4'0'0,"1"-1"0"0,0 3 0 0,0-1 0 0,6-4 0 0,-1 1 0 0,4-2 0 0,0 0 0 0,0 0 0 0,0 0 0 0,4 0 124 0,6 0-43 0,-1 0 9 0,5-2-40 15,2-2-13-15,0-4 1 0,2-1-274 0,0 0 137 16,-3-1 78-16,1-3-511 0</inkml:trace>
  <inkml:trace contextRef="#ctx0" brushRef="#br0" timeOffset="61070.21">10611 6383 1745 0,'4'-10'0'0,"-3"7"0"0,1 1 0 0,-2 2 0 0,0 0 0 0,-5 11 0 0,-5 5 0 0,-3 0 0 0,-1 5 0 0,0 1 0 0,-2 1 74 15,2-4 8-15,-5 5 88 0,6-6-67 0,0-2-33 16,1 0 1-16,7-8 53 0,0 0-34 0,2-1-9 16,3 0-44-16,0-4 30 0,0 0 0 0,6-2-30 15,7-1 10-15,2 0-47 0,2 2 37 0,2-1 0 16,2 3-73-16,-1 0 36 0,1 1 10 0,0 5-10 15,-3 1-1-15,-1 2 23 0,1 4 13 0,-4 4 20 16,-5-2-43-16,0 8 9 0,-2 2-23 0,-5-1 205 16,-1 0-86-16,-1 5-32 15,0-6 98-15,0 3-72 0,0-1-38 0,-7-2 29 16,-1 1-100-16,1-7-2 0,-3 3 0 0,0-6 0 16,-1 1 0-16,-1-5 0 0,-2-2 0 0,-1-3 0 15,2-1 0-15,-4-4 0 0,0-2 0 0,1-2 0 16,-2 0 0-16,4 0 0 0,-2-4 0 0,4-7 0 15,0-3 0-15,3 1 0 0,3 0 0 0,2 2 0 16,3-3 0-16,1-1 0 16,0 3 0-16,0 0 0 0,9 0 0 0,2 0-52 0,4 1 11 15,1-2 1-15,0 1 42 0,2 3-398 16,5-5 175-16,-2 3 87 0,5-4-652 0,-4 0 374 16,5-3 188-16</inkml:trace>
  <inkml:trace contextRef="#ctx0" brushRef="#br0" timeOffset="61261.78">10930 6538 2754 0,'0'0'0'0,"0"0"0"0,0 0 0 0,0 0 0 0,0 0 0 0,0 1 0 0,0 6 0 0,0 1 0 0,0 1 0 0,2 3 0 0,1-1 167 0,3 3-64 0,-2-2 45 0,0-1-54 15,0 1-20-15,-1 0-9 0,-1-2-190 0,0 0 81 0,0-3 41 16,-2-2-522-16,0 0 290 0,0-3 132 15,0-2-589-15,0 0 339 0,0-2 104 0,0-10 106 0,-2-3-308 16,-2-4 211-16</inkml:trace>
  <inkml:trace contextRef="#ctx0" brushRef="#br0" timeOffset="61533.88">10925 6300 1479 0,'3'-26'0'0,"4"5"0"0,4-3 0 0,-1 9 0 0,3 1 0 0,4 6 0 0,0-2 0 0,6 3 0 0,-1-1 0 0,5 2 0 0,-5 2 188 0,8 1-79 0,-2-1 162 0,0-1-116 15,1 1-59-15,-1 1-30 0,-5 0 65 0,-2 3-52 16,0 0 0-16,-3 0 77 16,-5 0-59-16,-4 4-30 0,-1 5 9 0,-3 4 136 15,-3 2-88-15,0 2-43 0,0 1 0 0,-2 2 205 16,0 2-188-16,0 3-98 0,0 1 0 0,0 1 0 16,0-1 0-16,2 2 0 0,1-4 0 0,3 8 0 15,0-5 0-15,1 1 0 0,-1-4 0 0,-1-1 0 16,1-1 0-16,0-1 0 0,0-1 0 0,-5-5 0 15,3 0 0-15,-2-4-606 0,-2-1 238 0,0-2 170 16,0-2 81-16,0-3-449 16,0 1 265-16,-6-4 131 0,-1 0-400 0,-3 0 271 15</inkml:trace>
  <inkml:trace contextRef="#ctx0" brushRef="#br0" timeOffset="61706.97">11086 6484 2107 0,'-11'0'0'0,"1"0"0"0,1 0 0 0,3 0 0 0,3 0 0 0,3 0 0 0,0 0 0 0,0 0 0 0,7 0 0 0,7 0 0 0,4 0 404 0,1 0-179 0,3 0-98 15,1 0 28-15,-1 0-58 0,0 0-30 0,-3 0 0 16,1 0-322-16,-6 0 142 0,-4 0 75 0,1 0-577 16,-5 0 327-16,-3 5 162 0,-1 2 31 0,-2 3-682 15</inkml:trace>
  <inkml:trace contextRef="#ctx0" brushRef="#br0" timeOffset="61869.42">11121 6597 2136 0,'-9'6'0'0,"2"0"0"0,2-3 0 0,0 1 0 0,3-2 0 0,2 0 0 0,0-1 0 0,0 1 0 0,6-2 0 16,7 2 0-16,4-2 251 0,0 0-106 0,2 0-54 0,-1 0-18 0,1 0 81 0,0 0-58 15,0 0-29-15,-5-2-273 0,-2 0 121 0,-1 1 71 16,-2-1 21-16,-2 0-561 0,-4 2 296 0,-1 0 113 15,-2 0 85-15</inkml:trace>
  <inkml:trace contextRef="#ctx0" brushRef="#br0" timeOffset="62104.53">10822 6828 1898 0,'-14'5'0'16,"5"3"0"-16,1-2 0 0,8-4 0 0,0 0 0 0,4 0 0 0,14-2 0 0,7 0 0 0,1 0 0 0,4 0 0 0,4-2 362 0,5-6-163 0,0 0-81 16,13-3-40-16,-3 0 104 0,1 0-77 0,-1-1-34 15,-4 1 13-15,-7 4-24 0,-1-1 1 0,-3 3-229 16,-6 2 99-16,-5-1 52 0,-3 1 27 0,-4 1-203 16,-5 2 115-16,-6 0 66 0,-1 0 21 0,-2 0-632 15,-2 0 299-15,-6 5 111 0,-7 0 88 0,-2-2-376 16,-2 1 237-16</inkml:trace>
  <inkml:trace contextRef="#ctx0" brushRef="#br0" timeOffset="62378.59">11161 6809 1800 0,'-6'8'0'0,"4"1"0"0,0-1 0 0,2-1 0 0,0 3 0 0,0-2 0 0,0 1 0 0,0 2 0 0,2-2 0 0,2 2 0 0,0 1 167 0,-3-1-65 15,2 1-32-15,-3-1-57 0,0-2 9 0,0 1 15 16,0-2 0-16,-3 0-65 0,-4-2 33 0,0-1 0 15,1-2 41-15,-1-2-146 16,1-1 68-16,2 0 34 0,0 0-85 0,3 0 56 0,1 0-19 0,0-1 121 16,0-3-28-16,1-1-44 15,10-1-33-15,5-2 218 0,1 2-83 0,-1 1-47 16,5-1-8-16,6-2 106 0,-9 3-50 0,5-1-35 16,-2 0 9-16,-5 1-21 0,2 1-22 0,-4 2 0 15,-5 0-130-15,1 0 64 0,-4 1 43 0,-4-1-449 16,-1 2 215-16,-1 0 118 0,0 0 29 0,-1 0-586 15,-9 2 302-15,-1 1 165 0,-2-3 77 16</inkml:trace>
  <inkml:trace contextRef="#ctx0" brushRef="#br0" timeOffset="62763">11015 6878 1897 0,'-4'7'0'0,"4"4"0"0,-3-4 0 0,1 4 0 0,2 1 0 0,-1 3 0 0,-1-2 0 0,-2 4 0 0,1 0 0 0,-1 4 0 0,-3-1 253 0,-3 3 139 0,2-5-178 16,-3 3-88-16,0-1-45 0,-2 0-167 16,0-4 70-16,1-1 22 0,1-2 0 0,1-5-468 15,1-2 250-15,4-5 133 0,-1-1 53 0,3 0-622 16,1 0 316-16,2-4 97 0,0-8 100 0,0-1-232 16,2-1 170-16,3 1 88 0,4 0 38 0,-2 3 71 15,2 1 0-15,-2 2 0 0,0 1 0 0,0 1 0 16,2 3 0-16,-2 1 196 0,0-2-135 0,2 1-58 15,1 2-16-15,1 0 556 0,3 0-271 16,-1 0-52-16,4 0 359 0,1 2-262 0,5 2-145 16,2-2-67-16,-2 0 174 0,4 1-121 15,1 3-60-15,2-2 332 0,0-1-201 0,0 3-96 16,2 0-49-16,-2-2-19 0,2 5-65 0,0-2 0 16,0-1 0-16,0 1 0 0,-2 2 0 0,0-3 0 15,-2 0 0-15,-3 1 0 0,-1 0 0 0,1-3-349 16,-3 3 130-16,-1-2 115 0,0-1-8 0,-3 0-188 15,1-3 127-15,-1 1 69 0,2-2 33 0,-1 0-479 16,-3 0 257-16</inkml:trace>
  <inkml:trace contextRef="#ctx0" brushRef="#br0" timeOffset="62941.48">12192 7152 3613 0,'0'0'0'0,"4"0"0"0,1-3-1 0,-1 1 0 0,-2 1 1 0,0-2-1 0,-1 1 1 0,4 1 0 0,-1-1 0 0,1-2 0 0,-3 3 282 0,0-1-243 0,0 0-39 0,-2 0-584 0,0 0 211 16</inkml:trace>
  <inkml:trace contextRef="#ctx0" brushRef="#br0" timeOffset="64183.18">12693 6295 2166 0,'-9'-2'0'0,"4"1"0"0,1-2 0 0,4 3 0 0,-3 0 0 0,3 0 0 0,0 0 0 0,0 0 0 0,9 0 0 0,5-1 0 0,9-2 483 15,0 2-214-15,7-4-121 0,2 0-54 0,2-2 200 0,1 1-128 16,2-2-64-16,-1 2-23 0,-1 0-15 15,2-2 0-15,-3 1-62 0,-2 1-2 0,-2-2-100 16,-9 5 42-16,0-3 43 0,-1 2-406 0,-9 2 229 16,-1 1 115-16,-3-2-618 15,-2 3 290-15,-3 0 188 0,-2 0 90 0,0-1-334 16,0-1 211-16,-9-2 107 0,-1-7 43 0</inkml:trace>
  <inkml:trace contextRef="#ctx0" brushRef="#br0" timeOffset="64492.12">13052 5925 1927 0,'-7'-2'0'0,"-1"0"0"15,2 2 0-15,1 0 0 0,0 10 0 0,1 2 0 0,4 5 0 0,0 2 0 0,0 6 0 0,2 1 0 0,5 4 146 0,2 4-54 0,3 6 293 0,-3 1-173 0,0 2-88 16,-2-4 147-16,4 12-122 0,-4-6-55 16,-4 0-29-16,1-2-7 0,-2 0-21 0,0-9 10 15,-2 4-9-15,0-4-52 0,0-4 26 0,-8-4-1 0,1-7-51 16,-4-5 48-16,-1-2-9 0,0-4 38 15,-4-8 1-15,0 0-56 0,-2 0 24 0,0-10-77 16,1-7 42-16,0-2 3 0,4-3-1 0,0 1 4 16,5 4 0-16,1-4 19 0,-1 3 6 0,8 2 92 15,0 2-45-15,0 5 2 16,0-2-45-16,0 3 187 0,8-2-138 0,1 7-55 16,3-3 0-16,-2 4 0 0,4 0 0 0,-3 0 0 15,4 2 0-15,-2 0 0 0,0 0 0 0,-1 2-230 16,-1 4-29-16,-4-1 118 0,3 1 72 0,-3 0-769 15,-1-2 400-15,-1 2 200 0</inkml:trace>
  <inkml:trace contextRef="#ctx0" brushRef="#br0" timeOffset="64973.98">12541 6135 2427 0,'-14'0'0'0,"4"6"0"0,2-2 0 16,3 1 0-16,3-1 0 0,2 3 0 0,0 0 0 0,0 3 0 0,0 2 0 0,5 3 0 0,5 1 143 0,1 1 45 0,0 1-79 0,1 0-36 0,-1 5 0 15,-4-4-96-15,3 5 31 0,-4-5 9 16,-2 3 69-16,-3 1-23 0,1 3-1 16,-2-6-24-16,0 5 123 0,0-3-52 0,0 3-40 15,0-4 0-15,0-1 39 0,0-1-36 0,0-1 1 16,4 0-67-16,0-1-6 0,3 0 0 0,-1-1 0 15,3 2 0-15,0-2 0 0,-1 0 0 16,2 2 0-16,-3-1 0 0,-2-2 0 0,1 0 0 0,-4-3 0 16,0-1 0-16,-2 0 0 0,0 0 0 15,-2-4 0-15,-9 1 0 0,-4-2 0 0,0-2 0 0,-4-3 0 16,-1-1 0-16,-1 0 0 16,1 0 0-16,2 0 0 0,-1-1 0 0,5-5 0 15,2 2 0-15,1 0 0 0,5 0 0 0,3 3 0 16,1 0 0-16,2-2 0 0,0 1 0 0,11 2 0 15,10 0 0-15,5 0 0 0,1 0 0 0,8 0 0 16,8 2 0-16,0 3 0 0,-1-1 0 0,1 0 0 16,-8 2 0-16,13-1 0 0,-8 0 0 0,-4 0 0 15,2 1 0-15,-2-1 0 0,-2 1 0 0,-3-1 0 16,0-1 0-16,-5 0 0 16,-6 0-10-16,1-3-161 0,0 1-666 0,-5 0 405 15,0-2 197-15,-2 0 98 0,0 0-283 0,-1-4 191 16,-2-9 86-16</inkml:trace>
  <inkml:trace contextRef="#ctx0" brushRef="#br0" timeOffset="65316.27">13453 6134 2460 0,'3'-8'0'0,"3"6"0"0,1 2 0 15,-1 0 0-15,0 0 0 0,-3 0 0 0,1 10 0 0,0 2 0 0,1 5 0 0,2 6 0 0,2 3 291 0,-2 6-127 0,0 2 162 0,2 1-135 0,-2 11-81 0,-4-5-36 16,1 0 28-16,-2 1-32 0,-2-7-1 0,0 3 5 16,0-3-74-16,0-3 0 15,-9-3 0-15,2-9 0 0,-4 1 0 0,2-4 0 0,0-6 0 0,1-3 0 16,3-1 0-16,-1-5 0 16,2 0 0-16,3-1 0 0,1-1 0 0,0 2 0 15,0 2 0-15,3 1 0 0,12 2 0 0,2 1 0 16,8 0 0-16,-1 2 0 0,2-3 0 0,6 3 0 15,1-5 0-15,2 3 0 0,1-2 0 0,-1-3 0 16,1-1 0-16,-3-2 0 0,1 0 0 0,-7 0 0 16,-1 0 0-16,-5 0 0 0,-5 0 0 0,-4 0 0 15,-4 0 0-15,-3-2 0 0,-3 0 0 0,-2-3 0 16,0 0 0-16,-4-3-466 16,-3 1 25-16</inkml:trace>
  <inkml:trace contextRef="#ctx0" brushRef="#br0" timeOffset="66196.39">14460 6096 1820 0,'-9'-2'0'0,"8"-2"0"0,-1 3 0 0,2-2 0 0,0 3 0 0,0 0 0 0,0 0 0 0,0 0 0 16,0 6 0-16,0 7 0 0,3 4 65 0,3 2 9 0,-2 1 143 0,0 1-89 0,-2 4-45 15,0-3-1-15,-2 1 60 0,0-1-42 0,0-1-36 16,0 0 0-16,-8-4 98 0,0-1-63 0,-1 0-20 15,0-6 147-15,1 0-94 0,0-2-47 0,3-3 130 16,1 0-121-16,1-4-94 0,3 1 0 0,-2-2 0 16,2 0 0-16,0 0 0 0,2 0 0 0,9 0 0 15,10 0 0-15,1 0 0 0,2 0 0 0,4 0 0 16,1 0 0-16,-3-2 0 0,8 1 0 0,-4-2 0 16,-2 3 0-16,0 0 0 0,-1 0 0 0,-4 0 0 15,-2 0 0-15,0 0 0 0,-4 0 0 0,-2 3 0 16,-2 2 0-16,-3-2 0 15,-1 3 0-15,-2-2 0 0,-1 1 0 0,-1 3 0 0,-2-3 0 16,1 3 0-16,-2-1 0 0,1 3 0 16,-1 1 0-16,2 0 0 0,-1 0 0 0,1 3 0 15,-2 1 0-15,4 2 0 0,-2 1 0 0,1-1 0 16,1 5 0-16,-1-2 0 0,2 0 0 0,-2 1 0 16,1 0 0-16,-3-3 0 0,3 0 0 0,-3 0 0 15,-1-2 0-15,0-1 0 0,0-5 0 0,-2 1 0 16,0-2 0-16,0 0 0 0,0-3 0 15,0-1 0-15,-6 0 0 0,-5-1 0 16,0 0 0-16,-2-1 0 0,-2-2 0 0,0 0 0 16,-2-1 0-16,-4 0 0 0,2 0 0 0,-3 0 0 15,0 0 0-15,-3-5 0 0,0-8 0 0,3-4-619 16,-2-8 206-16,3-4 178 0,-2-11 103 0,9-3-735 16,-4-6 414-16</inkml:trace>
  <inkml:trace contextRef="#ctx0" brushRef="#br0" timeOffset="66366.14">14501 6138 2501 0,'-6'0'0'0,"3"0"0"0,0 0 0 0,3 0 0 0,0 0 0 0,0 0 0 0,12 0 0 0,9 0 0 0,0 0 0 0,4 0 0 0,5 1 302 0,-2-1-131 0,-1 0-67 16,1 0-33-16,-2 0-10 0,-4 2-14 0,1 0-9 15,-2 0 1-15,-3 1-427 0,-2 3 213 16,-5 1 106-16,-4 0 64 0,-1 7-671 15,-4 0 251-15,-2 1 204 0</inkml:trace>
  <inkml:trace contextRef="#ctx0" brushRef="#br0" timeOffset="66584.75">14425 6588 2473 0,'-20'9'0'0,"3"3"0"0,2-5 0 0,3-2 0 0,5-1 0 0,1 0 0 0,6 0 0 0,0-1 0 0,2 1 0 0,11 0 0 0,8-4 543 0,5 0-253 16,4 0-125-16,4 0 261 0,2 0-392 0,1-2-34 0,1 0 0 15,-2-2 0-15,-1-1 0 0,1 3 0 0,-2 0 0 16,-2 0 0-16,-1 0 0 0,0 2 0 0,-3 0-300 16,-2 0 144-16,-5 0 98 0,-1 0 10 0,1 4-1043 15</inkml:trace>
  <inkml:trace contextRef="#ctx0" brushRef="#br0" timeOffset="67427.66">15347 6039 1611 0,'-5'0'0'0,"-1"0"0"0,4 0 0 0,2 0 0 0,0 0 0 0,0 0 0 0,0 0 0 0,8 0 0 0,7 0 0 0,7 0 0 0,3 0 168 0,3 0-65 16,2 0-33-16,2 0 227 0,2 0-120 0,3 0-74 15,0 0-33-15,5 0 71 0,-6 0-52 0,1 0-25 16,0 0 69-16,-2 0-53 0,-3 0 1 0,-4 0-120 15,-6 0 38-15,1 0 1 0,-4 0 47 0,-2 0-238 16,-7 0 115-16,1 0 57 0,-6 0 28 0,-1 2-445 16,-3-2 216-16,-1 0 59 0,0 0 71 0,0 2-411 15,-7-2 232-15,-4 2 115 0,-2-2-183 0</inkml:trace>
  <inkml:trace contextRef="#ctx0" brushRef="#br0" timeOffset="67652.33">15603 6017 1872 0,'-19'6'0'0,"2"1"0"0,4 2 0 0,2 1 0 0,1 0 0 0,3 2 0 0,3 3 0 0,4 2 0 0,0 2 0 0,0 7 0 0,0-6 478 0,6 9-225 0,1 0-107 16,-1 1-54-16,2-1 249 0,-5 3-152 0,3 1-65 16,-3 0-36-16,1 1-25 0,1-1 0 0,-2 0-113 15,-1-3 44-15,0-4 10 0,0 5 34 0,0-11-360 16,-1 0 181-16,1-3 89 15,0-6 45-15,-2-2-569 0,2 0 210 0,0-8 164 16,-1-1 83-16,3 0-386 0,4-4 233 0,0-13 108 16,1-9-270-16</inkml:trace>
  <inkml:trace contextRef="#ctx0" brushRef="#br0" timeOffset="67857.39">15754 6103 2797 0,'3'-3'0'0,"-1"3"0"0,2 0 0 0,-2 0 0 0,1 5 0 0,3 5 0 0,-1 5 0 0,2 0 0 0,2 7 0 0,0 3 0 0,3 1 159 0,-3 6-61 16,-2 2 163-16,2 0-117 0,-1 11-53 0,-2-5-26 15,-1-8 197-15,1 8-208 0,-1-4-54 0,-1-1 0 16,0-1 0-16,0-4 0 0,0 0-253 0,-2-3 79 16,-1-6 115-16,1-1 44 0,-2-3-566 15,0-6 244-15,0-1 162 0,0-4 6 0,2-2-195 16,0-4 167-16,0 0 80 0,-1-9 40 0</inkml:trace>
  <inkml:trace contextRef="#ctx0" brushRef="#br0" timeOffset="68024.12">16648 5760 1929 0,'2'-8'0'0,"-2"6"0"0,0 0 0 0,0-1 0 0,0 1 0 0,-9 0 0 0,2 2 0 0,-2 0 0 0,-3 0 0 0,1 6 0 16,-2 4-217-16,0 4 137 0,0 3 54 0,-4 2-300 0</inkml:trace>
  <inkml:trace contextRef="#ctx0" brushRef="#br0" timeOffset="68205.53">16232 6043 1903 0,'-14'7'0'0,"2"2"0"0,1-6 0 0,4 1 0 0,0-2 0 0,3 0 0 0,4-1 0 0,0 1 0 0,2 0 0 0,10 2 0 0,4-2 306 16,7 0-134-16,4-2-67 0,3 0-24 0,4 0 165 16,1 0-104-16,1 0-52 0,4-4-26 0,-5-4 2 15,1 2 9-15,-2 0-37 0,-4-3-306 0,0 4 154 16,-4 1 75-16,-6-2-220 0,3 3 157 0,-4 1 66 16,-4 0 36-16,-3 0-788 0,-2 2 375 0</inkml:trace>
  <inkml:trace contextRef="#ctx0" brushRef="#br0" timeOffset="68465">16257 6247 2160 0,'-16'6'0'0,"9"2"0"0,1 1 0 0,3-2 0 0,3-2 0 0,0-2 0 0,9 1 0 0,12-4 0 0,7 0 0 0,2 0 0 0,6 0 174 16,7-1-67-16,-8-5 356 0,9-4-217 0,-1 3-105 16,-10-1-51-16,6 3 151 0,-4-3-101 0,-1 2-42 15,-4 3-111-15,-2-3 26 0,-6 4-1 16,-1-2-334-16,-2 2 179 0,-6 1 100 0,-4-1 36 16,-2 0-260-16,-4 2 113 0,-1 0 90 0,-2 0-73 15,0 0-617-15,-5 0 363 0,-6 0 177 0</inkml:trace>
  <inkml:trace contextRef="#ctx0" brushRef="#br0" timeOffset="68649.31">16375 6122 2260 0,'-12'6'0'0,"1"4"0"0,2 0 0 0,1 2 0 0,1 0 0 0,3 4 0 0,4 1 0 0,0-1 0 0,0 1 0 0,2 4 0 0,3-1 150 0,6 0-61 16,-4-1 126-16,2 3-89 0,-2-2-44 0,1-1 0 15,0 0-118-15,-3-4 32 0,1 0 0 0,-1-4-410 0,3-1 227 16,-2-3 112-16,1-4-557 0,4-3 318 0,1 0 65 16,-1-3 110-16,2-10-286 0</inkml:trace>
  <inkml:trace contextRef="#ctx0" brushRef="#br0" timeOffset="68909.09">16680 6186 1768 0,'9'-5'0'0,"2"0"0"0,-3 4 0 0,-3 1 0 0,3 0 0 0,-5 1 0 0,-1 11 0 0,0-3 0 0,-2 5 0 0,0 1 0 0,0 0 203 0,0 1-83 16,-7 1-41-16,-4 1 44 0,-1 0-47 0,-1-1 0 16,-2-2-135-16,0 0 48 0,-4-2 33 0,2-2-36 15,-4 1 26-15,0-5 0 0,2 1 25 0,-1-5 20 16,1 1-10-16,6-2-9 0,1-2-1 0,2 0 225 16,4 0-112-16,1 0-56 0,3 0-19 0,2 0 260 15,0 0-148-15,0 0-70 0,5 0-40 0,10 0-66 16,0 0-11-16,3 0 0 15,-2 0-32-15,3 0 33 0,-1-2 0 0,0 0-162 16,-4 2 109-16,2-2 40 0,-7 2 25 0,2 0-726 16,-3 0 352-16,-2 0 95 0,-5 0 93 0,1 10-577 15</inkml:trace>
  <inkml:trace contextRef="#ctx0" brushRef="#br0" timeOffset="69090.45">16496 6539 2141 0,'-20'4'0'0,"6"3"0"0,-2-1 0 0,2-5 0 0,4 2 0 0,2-2 0 0,5-1 0 0,-1 0 0 0,4 0 0 0,0 0 0 0,4 0 164 0,8 0 116 0,6 0-121 0,-2 0-60 16,3 0-31-16,1 0-25 0,0 0 4 0,1-1-10 15,-2-2 1-15,-3 2-147 0,1-1 73 0,-4 0 37 16,-4 0-432-16,1 0 230 0,-2 0 119 0,-5 1 60 16,1-1-657-16,-2-2 321 0,-1 0 150 0,-1-3-214 15,0-3 192-15</inkml:trace>
  <inkml:trace contextRef="#ctx0" brushRef="#br0" timeOffset="69374.83">16517 6097 1496 0,'-1'-3'0'0,"1"-1"0"15,0 4 0-15,0 0 0 0,0 4 0 0,0 9 0 0,1 4 0 0,6 7 0 0,-2 4 0 0,-1 12 0 0,0-3 141 0,-3 5-51 0,1 1 31 16,-2 0-42-16,0-6 10 0,0 9-51 0,-7-13 3 15,-5 4-3-15,1-6 0 0,0-3-1 0,-1-5 106 16,0-4-58-16,-1-4-23 0,3-4-1 0,2-1 155 16,1-7-89-16,2 1-36 0,2-4-8 0,1 1 141 15,2-1-93-15,0 0-47 0,0 0 18 0,12 0-23 16,3 0-9-16,2 0 18 0,3 3-25 0,1-3-49 16,5 2-14-16,-3-2 0 0,-1 2 0 0,6-2 0 15,-7 0 0-15,2 0-325 16,0 0 149-16,0 0 72 0,4 0-662 0,-4-4 354 15,1-4 188-15,0-1 93 0,4-4-530 0</inkml:trace>
  <inkml:trace contextRef="#ctx0" brushRef="#br0" timeOffset="69548.89">16994 6077 2523 0,'-7'0'0'0,"3"0"0"0,0 0 0 0,4 0 0 0,0 2 0 0,4-2 0 0,15 0 0 0,5 0 0 0,5 0 0 0,-1-4 0 0,4 0 136 0,0 1-49 0,1 0-25 0,1-3 0 16,-2 1-501-16,-6 1 248 0,4 1 109 0,-10 1-236 15,0 0 176-15,-7 0 88 0,-2 0 44 0</inkml:trace>
  <inkml:trace contextRef="#ctx0" brushRef="#br0" timeOffset="70103.56">17336 5827 1640 0,'0'-4'0'0,"0"2"0"0,-2 2 0 0,-1 0 0 0,-1 6 0 0,-2 7 0 0,-2 4 0 0,-3 5 0 0,-2 3 0 0,-4 2 0 0,-2 1 256 0,1-1-100 0,-5 2-64 16,0-3-27-16,1 1 56 0,-2-3-42 0,3-1 0 16,4-4-31-16,0-1 103 0,2-2-57 0,6 2-28 15,1-1 0-15,3 1 44 0,1 2-26 16,4 0-10-16,0 3-36 0,0 3 135 15,0 2-68-15,2 0 90 0,4 4-70 0,-3 2-48 16,3 0-40-16,-5 0-37 0,1 4 0 0,0-1 0 16,-2-3 0-16,0-3 0 0,0 0-5 0,0-9 6 15,0 1 1-15,-2-5-282 0,-1-6 138 0,1-1 43 16,0-6 54-16,0-3-251 0,0-2 135 0,-1 0 69 16,3-5-376-16,0-13 220 15,0-2 105-15,0-5-384 0,0 1 245 0,-2-4 122 16,0-2 52-16,-3-2-173 0,2-2 121 0,-3 1 62 15,-1-1 30-15,0 2 19 0,0 6 2 0,2-1 9 16,0 6 1-16,3 3 300 0,2 7-150 0,0-1-75 16,0 3 201-16,0 1-133 0,11 1-72 0,2 3 461 15,4-2-235-15,2 3-83 0,2 1-60 0,-1-1 20 16,6 0-49-16,-3 2-26 0,-2-3 0 0,3 2 10 16,-1-1-25-16,-4 2-10 0,-3 1 1 15,-4 0 51-15,-1 0-26 0,0 0 1 16,-5 0 55-16,0 0-46 0,-3 1 1 0,-1 9 167 15,0 0-102-15,0 4-50 0,0 2-17 0,-1 2 173 16,1 5-103-16,4 2-106 0,0 1-36 0,0-4 0 16,1 10 0-16,0-1 0 0,1 1 0 15,0-5 0-15,-1 1 0 0,-2-3 0 0,3 3-163 0,-2-7-25 16,0 1 113-16,-5-3-318 0,1-4 195 0,0-4 24 16,0-2 33-16,-2 0-378 0,0-5 241 0,0-3 120 15,-4-1 59-15,-3 0-360 16,-3-1 216-16,3-12 102 0</inkml:trace>
  <inkml:trace contextRef="#ctx0" brushRef="#br0" timeOffset="70557.31">17173 6435 1785 0,'-10'-3'0'0,"3"3"0"0,-1 0 0 0,3 0 0 0,0 0 0 0,5 0 0 0,0 6 0 0,0-1 0 0,0 2 0 0,7 2 0 0,0-2 72 0,2 0-49 0,-3-1 14 0,0-1 10 16,0 1-10-16,-3 0-39 0,-1-2 0 0,0 2 39 15,-2-3 1-15,0 1-86 0,0-1 38 0,0 1 23 16,0-2-31-16,-2 2 25 0,0-2-26 0,0 2 77 16,2-2-21-16,-1 3-21 0,1-1-17 0,0 1 91 15,0 1-33-15,1 1 4 0,3 2-25 0,3-2 67 16,1 2-28-16,0-2-1 0,-1 3-23 0,-1-3-23 16,1 3 10-16,-1-3-1 15,0 2-64-15,-1 1 33 0,-3 0-1 0,0-1 42 16,0 0-143-16,-2 3 63 0,0-3 22 0,0 2-173 15,-8-3 88-15,1-1 36 0,-7 3 30 0,2-3-187 16,-4-2 84-16,0 1 56 0,-5 1 1 0,-2-4 5 16,-4-2 8-16,2 1 26 0,-1 0 55 0,-4-2-28 15,-1 3 0-15,0-2 211 0,-1 1-113 0,2 1-49 16,7-1-33-16,0 2 377 0,7 0-184 0,2 1-60 16,5-4-58-16,4 2 283 15,5 0-164-15,0 2-81 0,2 1-32 0,12 0 87 16,13-3-69-16,3 3-33 0,3-3 0 0,11-1-72 15,-7 0 0-15,14-2 0 16,-4 0 0-16,2 0 0 0,-3 0 0 0,3 0 0 0,-8-2 0 0,11-2 0 16,-15-1 0-16,10-3-535 0,-8 3 254 0,-5-2 90 15,0-1 83-15,-4-2-627 0,-2 1 349 0,-1-4 174 16,-6-3-445-16</inkml:trace>
  <inkml:trace contextRef="#ctx0" brushRef="#br0" timeOffset="71100">17933 5895 2010 0,'4'-7'0'0,"-1"4"0"0,-2 2 0 0,-1 1 0 0,-1 0 0 0,-11 1 0 0,-1 11 0 0,-4 4 0 0,0 2 0 0,-4 4 0 0,2 0 204 15,-1 3-83-15,1-1 175 0,-2 1-130 0,8-3-55 0,-6 4-41 16,8-3 199-16,2-2-115 0,3 1-59 0,2 1 65 15,4 0-52-15,0 1-40 0,0-1 0 0,2 0-37 16,4 2-31-16,3 2 0 16,-3-2 0-16,3 7 0 0,-3-5 0 0,-2 3 0 0,-2-2 0 0,0-2 0 15,-1-3 0-15,-1 0-227 0,0-5 11 0,0-3 113 16,0-5 10-16,0-1-408 0,0-6 223 0,-1 0 124 16,-1-3 59-16,-2 0-140 0,2-6 99 0,-1-9 40 15,2-2 34-15,-1-3-316 16,-4-5 171-16,3 1 84 0,-3-4-135 0,-1-2 101 15,-3-2 65-15,-1-3 27 0,2 4 49 0,-5 1-21 16,3 2-1-16,2 7 211 0,-3 2-100 0,5 3-55 16,3 6-28-16,4-1 452 0,0 3-208 0,0 1-133 15,6 1 14-15,9 0 157 0,4 3-78 0,7-1-79 16,0 0 112-16,1 3-86 0,5-4-56 0,0 4-6 16,0-2 0-16,-4 1-42 15,0 1 0-15,-6-1 32 0,3 0-32 0,-6 2 0 0,-3 0 1 0,-4 0 150 16,-3 0-74-16,-2 0-30 15,-3 0-9-15,0 2 85 0,-2 3-62 0,0 4-30 16,-2 0 119-16,0 2-187 0,0 2 0 0,0 2 0 16,0 2 0-16,2 2 0 0,0-1 0 0,3 6 0 15,1-4 0-15,-3 2 0 0,5 4 0 0,0-3 0 16,-3-2 0-16,1-1 0 0,-1 3 0 0,-1-2 0 16,1-3-21-16,-4 0-153 0,1-2-312 0,-2-4 215 15,0 1 122-15,0-4-616 16,0 0 362-16,0-1 182 0</inkml:trace>
  <inkml:trace contextRef="#ctx0" brushRef="#br0" timeOffset="71401.45">17766 6456 2228 0,'-13'0'0'0,"5"0"0"0,5 0 0 0,-1 0 0 0,4-2 0 0,0 1 0 15,0-2 0-15,13 2 0 0,4-1 0 0,4 0 0 0,3 0 102 0,-3 0-24 0,3 0-9 0,-3 1-190 0,-1-2 78 0,-4 3 40 16,-5 0 10-16,-2 0-447 0,-3 0 236 0,-4 4 118 16,-2 6 59-16,0 0-424 0,0 1 159 0,-12 0 133 15,1-1 61-15,-2 5 19 16,0-6 1-16,0 2 41 0,-1 1 167 0,2-4-80 0,2 2-43 16,-1-3 268-16,5 1-156 0,1-1-77 15,1 0-12-15,2-2 152 0,2-2-38 0,0 4-65 0,0-7 44 16,0 3 12-16,2-3-40 0,9 0-34 0,0 0 1 15,5 0-126-15,-2-3 50 0,3-9 26 0,2-1-370 16,3-5 190 0,1 0 73-16,0-3-409 0,1-3 213 0,6-6 129 0</inkml:trace>
  <inkml:trace contextRef="#ctx0" brushRef="#br0" timeOffset="71752.58">18333 5953 1704 0,'8'-21'0'0,"1"2"0"0,-1 3 0 0,-5 4 0 16,1 4 0-16,-2 3 0 0,0 1 0 0,-2 4 0 0,0 0 0 0,0 4 0 0,0 13 101 0,-2 6-36 0,-7 3-1 0,-2 1 73 0,-3 4-51 0,-2 8-24 15,0-8 44-15,0 0-39 0,0 0-1 0,5-4 51 0,6-7-40 16,0-2 0-16,5-2-31 0,0-2 43 0,0-4-26 16,1-1 0-16,10-4-26 0,4 0 37 0,4-1 8 15,7 1-45-15,-3 1 0 0,3 1 35 16,-2 1 0-16,3 5-35 0,-6 2 52 0,3 4-52 15,-5 5 0-15,-4 1 0 0,-6 5-1 0,-3 1 1 16,-5 1 9-16,-1 1 61 0,0-2-40 0,-14 1-67 16,-3-4 0-16,-2-3 0 0,0-7 0 0,-5 3 0 15,-1-8 0-15,7-3 0 0,-3-4 0 0,0-5 0 16,1-1 0-16,2 0 0 0,4 0 0 16,0-7 0-16,5-7 0 0,2-1 0 0,3-2 0 0,2-1 0 15,2-3 0-15,0-1 0 16,8 3 0-16,3 1-26 0,0-2-195 0,2 6 66 15,2 1 65-15,0 3-550 0,0 2 302 0,2 3 142 16</inkml:trace>
  <inkml:trace contextRef="#ctx0" brushRef="#br0" timeOffset="72158.89">19023 5971 2587 0,'-21'-11'0'0,"0"6"0"0,5 3 0 0,-2 2 0 0,6 0 0 0,3 0 0 0,2 0 0 0,5 0 0 0,2 0 0 0,0 0 0 0,12 0 201 0,12 0-72 0,14-4-51 0,1-3 147 15,8-1-94-15,2-1-46 16,-6 0 8-16,12-3-65 0,-6 5 10 0,-6-1 0 15,-8 3-181-15,2 0 91 0,-12 4 54 0,-2 0-440 16,-4 1 238-16,-10 0 119 0,-3 0 16 0,-5 8-705 16,-1 4 353-16,-3-1 194 0,-14 2 93 15</inkml:trace>
  <inkml:trace contextRef="#ctx0" brushRef="#br0" timeOffset="72311.77">19071 6004 2326 0,'-21'11'0'0,"3"0"0"0,4 1 0 0,2-1 0 0,4-4 0 0,5 3 0 0,1-3 0 0,2 3 0 0,0-3 0 0,7 3 0 0,6-5 135 0,3 3-40 0,0-3-75 15,3-1 17-15,2 0 1 0,-3-2-1 0,3 0 1 16,0-2-549-16,-1 0 269 0,-1 0 140 0,1 0-709 0</inkml:trace>
  <inkml:trace contextRef="#ctx0" brushRef="#br0" timeOffset="72601.59">19415 6021 1781 0,'2'0'0'0,"-2"5"0"0,0 3 0 0,-6-1 0 0,-6 1 0 0,-8 2 0 0,-4 2 0 0,0 2 0 0,-4 1 0 0,-2 3 0 0,-2-2 208 16,0 0-77-16,0 0-32 0,-2-1-2 0,-2-4-30 0,0 0 1 0,1 0 9 16,-3-4 9-16,3 1-48 15,1-2 0-15,4 0 113 0,7-3-57 0,1 3-28 16,9-4 9-16,1-1 152 0,6 2-94 0,3-3-48 15,3 0-24-15,3 1 101 0,20 1-67 0,6-2-29 16,8 0-60-16,4 0 14 0,4 0-20 0,4 0 0 16,4 0 0-16,-1-2 0 0,3-3 0 0,1 0 0 15,-3 0-2-15,-10-1 4 0,2 3-2 0,-6-1-328 16,-9 1 125-16,-5 0 98 0,-4 3-480 0,-8 0 264 16,-6 0 147-16,-1 0 68 15,-4 0-424-15,-2 0 247 0,-4 0 122 0,-9 0-291 16,-2 0 212-16,-4 0 102 0</inkml:trace>
  <inkml:trace contextRef="#ctx0" brushRef="#br0" timeOffset="72818.77">19231 6000 1849 0,'-15'-5'0'0,"4"3"0"0,1 0 0 0,1 2 0 0,2 0 0 0,1 2 0 0,2 10 0 0,4 4 0 0,0 1 0 0,0 10 0 0,0 0 150 0,6 5-56 0,0 4 350 16,3 7-207-16,-4 0-100 0,-1 4 305 0,1 3-203 15,-4 3-100-15,-1 0 61 0,0-2-200 0,0 3 0 16,0-2 0-16,0-6 0 0,-1-3 0 16,-2-7 0-16,3 0 0 0,0-6-208 15,0-9 119-15,0 0 64 0,0-4 31 0,3-8-713 16,-2-3 257-16,3-4 209 0,3-2-457 0,-1-3 330 16,6-20 165-16</inkml:trace>
  <inkml:trace contextRef="#ctx0" brushRef="#br0" timeOffset="73332.75">19746 5818 1472 0,'23'-16'0'0,"1"2"-1"0,0 0 1 15,2 3 0-15,-1 0 0 0,-2 2 0 0,1 2 0 0,-4 1 0 0,1 2 0 0,-2 1-1 0,-2 3 101 0,-8 0 48 0,1 0-55 0,-5 3-18 16,-3 10 134-16,-2 8-85 0,-3 3-44 0,-17 9 0 0,0 0 274 15,-1 1-150-15,-7 13-87 16,4 0-40-16,-3-1 368 0,5 3-203 0,3-2-129 16,6-6-113-16,0 9 0 0,7-14 0 0,3 5 0 0,1-4 0 15,2-2 0-15,0 0 0 0,0-6 0 0,0-3 0 0,3-5 0 16,3-2 0-16,-1-3 0 16,-1-7 0-16,-2 0 0 0,1-5 0 0,-2-4-433 15,-1 0 100-15,0 0 121 0,0-8 76 0,-10-5-149 16,1-4 123-16,-3-5 62 0,-2-3-33 0,-1-3 47 15,2-2 16-15,2-5 12 0,-1-2 21 0,3 1-1 16,5-3 1-16,2 1 35 0,2 5-8 0,0 4-28 16,9 1 0-16,9 7 180 0,4 0-90 0,4 3-45 15,4 6-16-15,12-2 281 0,-1 5-141 16,6-1-28-16,3 5 176 0,1 0-105 0,2 1-52 16,-1 2 109-16,-1 2-97 0,-3 0-48 15,-7 0-25-15,-8 11 89 0,-1 4-47 0,-3 4-37 16,-7 3 0-16,-3 1-28 0,-4 3-38 0,-6 0 0 15,-2-2 0-15,-3 9 0 0,-2-5 0 0,1 2 0 16,-3-2 0-16,0-2 0 0,2-3 0 0,-2 4 0 16,1-4 0-16,1 0 0 0,0-2 0 0,0-3 0 15,0-3 0-15,-1 1 0 0,-1-7 0 0,0 2-141 16,0-1-333-16,0 0 218 0,-7-3-564 0,-5 0 396 16,0-3 194-16,-6 0 95 15,0-4-446-15</inkml:trace>
  <inkml:trace contextRef="#ctx0" brushRef="#br0" timeOffset="73525.28">19999 6020 2775 0,'0'-9'0'0,"0"9"0"0,0 0 0 0,2 0 0 0,1 10 0 0,-1 10 0 0,1 7 0 0,1 5 0 0,3 9 0 0,-3-1 0 0,-1 5 302 0,1-8-123 0,1 12 61 0,-2-14-102 16,3 6-50-16,-3-8-26 0,3-1-224 0,-3-8 108 15,1-2 41-15,1-3-576 0,-4-5 313 0,1-5 156 16,0-4 79-16,-2-3-772 0,0-2 396 0,0-3 167 16,0-14 107-16</inkml:trace>
  <inkml:trace contextRef="#ctx0" brushRef="#br0" timeOffset="73948.45">20137 5999 2446 0,'2'1'0'0,"-2"16"0"0,0-2 0 0,0 0 0 0,0 6 0 0,-6 3 0 0,4-1 0 0,0 1 0 0,2 3 0 16,0-5 0-16,0 1 66 0,0-1 111 0,0-2-70 0,4-1-35 15,-2-2 0-15,0-6-152 0,0 1 53 0,-1-2 33 0,-1-5-1 0,0 1-120 16,0-5 76-16,-1 3 47 16,-5-4-71-16,1 0 49 0,-2 0 25 0,2 0-1 15,1 0 1-15,0 0-37 0,4 0 24 0,-1 0 63 16,1 0-32-16,0 0 0 0,0 0-32 0,0 2 62 15,1 5-3-15,5 2-10 0,-1 0-28 0,4 1 33 16,-6 0-4-16,3 5-19 0,-3-4-44 0,-1 2 3 16,0 1 39-16,-2-2-2 0,0 2 44 0,0-1-7 15,-7 0-51-15,-1-3 45 16,-3 3-33-16,0-4-7 0,-3 1 17 0,1-3 19 0,-1 0-18 16,-4-1-7-16,1-2 8 0,-1-3 63 0,-1 2-16 15,2-2-9-15,0-1 98 0,1 0-133 16,2 0-37-16,5 0 0 0,0 0 0 0,2 0 0 15,4 0 0-15,1 0 0 0,0 0 0 0,2 0 0 16,0 0 0-16,11 2 0 0,4 5 0 0,8 0 0 16,1 1 0-16,4 0 0 0,2-1 0 0,7 3 0 15,-2-4 0-15,8 1 0 0,-4-1 0 0,5-2 0 16,-7-1 0-16,13-1 0 0,-8 0 0 16,1 0-753-16,1-2 126 0</inkml:trace>
  <inkml:trace contextRef="#ctx0" brushRef="#br0" timeOffset="74108.89">21004 6484 3931 0,'-5'-5'0'0,"5"3"0"0,2-2 0 0,-1 2 0 0,-1 1 0 0,0-3 0 0,0 2 0 0,0-2 0 0,0 3 0 0,0-2 0 0,0 1 0 0,0 2 0 0,0 0 0 0</inkml:trace>
  <inkml:trace contextRef="#ctx0" brushRef="#br0" timeOffset="88186.25">9190 7835 2519 0,'0'0'0'0,"0"14"0"0,0 8 0 0,0-4 0 0,0-1 0 0,-2 1 0 0,2 1 0 0,0 2 0 0,0 1 0 0,0-1 0 0,0 2 129 0,0-2 89 0,0 3-95 16,0-2-44-16,0 3-87 0,0-2 0 0,0 0 44 16,0-5 9-16,0 0-312 15,0-1 152-15,0-3 75 0,0-5 38 0,0-2-254 0,0-4 136 0,0-3 71 16,2 0-90-16,3-10-656 0</inkml:trace>
  <inkml:trace contextRef="#ctx0" brushRef="#br0" timeOffset="88329.46">9176 8036 2396 0,'-2'-12'0'0,"-3"7"0"0,1 1 0 0,-1 0 0 0,1 2 0 0,3 0 0 0,1 2 0 0,0 0 0 0,1 0 0 0,13 0 0 0,4-1 467 0,7-1-215 0,0 0-109 0,1 1 63 15,-1 1-86-15,-3-3-33 0,2 3-8 0,1-2-464 16,-4 2 210-16,-3 0 106 0,-1 0 53 0,-6 0-651 16,-2 0 347-16,-2 0 178 0,-5 6-11 0</inkml:trace>
  <inkml:trace contextRef="#ctx0" brushRef="#br0" timeOffset="88518.9">9061 8267 2755 0,'-15'7'0'0,"7"8"0"0,1 2 0 0,3 2 0 0,-1-4 0 0,3-1 0 0,2 2 0 0,0-3 0 0,0 0 0 0,0 2 0 0,3-2-45 0,5 1 41 15,-1-1 0-15,1-3-226 0,2-1 128 0,-5-2 70 16,0-3 34-16,3-3-736 0,-6-1 365 0,0 0 180 16</inkml:trace>
  <inkml:trace contextRef="#ctx0" brushRef="#br0" timeOffset="88839.78">8988 8342 2034 0,'-14'-13'0'0,"3"2"0"0,4 5 0 0,0 0 0 0,2 0 0 0,5 2 0 0,0 1 0 0,2-1 0 0,15 0 0 0,8 1 0 0,5-2 154 0,4 0-59 0,5 2 287 15,6-2-178-15,-4 0-83 16,-5 3-43-16,3 1 97 0,-4-1-70 0,-8 2-25 16,0 0-139-16,-5 0 48 0,-6 3 23 0,-5 7-125 15,-6-1 84-15,-3 4 28 0,-2 0 1 16,-2 3-35-16,-14 1 36 0,-4-2 1 16,-6 0-29-16,-2 0-9 0,-1 0-13 0,-4-3 1 0,1 3 5 15,0-1 256-15,0-3-108 0,4 0-53 0,7-3 392 16,3-2-319-16,4 1-125 0,5-4 0 15,2 0 0-15,5-3 0 0,2 2 0 0,2-1 0 16,11-1 0-16,11 0 0 0,3 0 0 0,1 0 0 16,2 0 0-16,2 0 0 0,0-1 0 0,-2-4 0 15,-4 4 0-15,1-3 0 0,-4 3 0 0,-2-3 0 16,-3 3 0-16,-7 0 0 0,0 1 0 0,-6 0-212 16,0 0 42-16,-4 0-773 0,-1 1 453 0,0 7 227 15,-6 0 104-15</inkml:trace>
  <inkml:trace contextRef="#ctx0" brushRef="#br0" timeOffset="88997.2">9066 8629 3169 0,'-7'8'0'0,"2"5"0"15,1-5 0-15,0-1 0 0,4 0 0 0,0 1 0 0,0-3 0 0,4 2 0 0,5 0 0 0,0 0 0 0,1 1 216 0,1-1 93 0,-4 1-127 0,5 0-127 16,-3-1-55-16,-3 0-293 0,1-1 104 0,1 0 113 15,-2-1 65-15,1-1-858 0,-2-4 449 0</inkml:trace>
  <inkml:trace contextRef="#ctx0" brushRef="#br0" timeOffset="89156.63">9337 8633 3884 0,'0'15'0'0,"0"4"0"0,0-4 0 0,0-4 0 0,2 2 0 0,0-1 0 0,3-3 0 0,1 1 0 0,2-3 0 0,1 2 0 16,1-2 47-16,-3-1-47 0,0 0 0 0,3-2 0 0,0-1 0 0,-1-1 0 0,-2-2-768 16,2 0 374-16,-1 0 215 15,3 0 108-15</inkml:trace>
  <inkml:trace contextRef="#ctx0" brushRef="#br0" timeOffset="89320.08">9606 8692 3071 0,'0'3'0'16,"3"4"0"-16,-3 1 0 0,0-3 0 0,2 1 0 0,2 2 0 0,1-3 0 0,4 0 0 0,0-2 0 0,2 2 0 0,1-3 99 0,-2 0-31 0,6-2-351 0,-3 0 159 0,3 0 90 31,0 0 30-31</inkml:trace>
  <inkml:trace contextRef="#ctx0" brushRef="#br0" timeOffset="89413.33">9875 8718 3731 0,'5'3'0'0,"-3"3"0"0,0-1 0 0,0 2 0 0,-2-2 0 0,0 2 0 0,1-1 0 16,-1-3 0-16,2 3 0 0,3-2 0 0,-1 0 168 0,5-1-136 0,-2-1-32 0,4 2 0 0,-3-2 0 0,3 2 0 15,0-3 0-15,4 2 0 0</inkml:trace>
  <inkml:trace contextRef="#ctx0" brushRef="#br0" timeOffset="101293.34">11091 7958 1263 0,'0'0'0'0,"0"0"0"0,0 0 0 0,0 0 0 0,0-4 0 0,-2 3 0 0,2-2-1 0,-1 0 0 0,-3-1 0 0,2 1 1 0,0-1 142 0,2 3-42 0,-1-2-36 0,-1 2 147 15,0-1-87-15,0 0-42 0,-1 0 9 0,1 1 94 16,-1 1-74-16,-3 0-36 15,1 0 1-15,-1 0 44 0,-2 1-30 0,-1 6-10 0,-2 3-13 0,-4 2 1 16,0 9-29-16,-2 2 234 0,-1 3-108 0,-2 3-68 16,-1 8-29-16,5 0 119 15,-3 1-74-15,4 0-70 0,3-2-43 0,3 9 0 16,4-5 0-16,5-6 0 0,0 6 0 16,0-2 0-16,7-2 0 0,9-1 0 0,-2 0 0 0,7-6 0 15,-3-1 0-15,5-5 0 0,-2 1 0 0,2-3 0 16,-3-5 0-16,1 0 0 0,-5-3 0 0,4-1 0 15,-3-4 0-15,-4 2 0 0,-2-7 0 0,-1 3 0 16,-3-4 0-16,-2-1 0 0,1-1 0 0,-3 0 0 16,-1 0-71-16,3 0-291 0,0 0 161 0,1-1-853 15,1-5 499-15</inkml:trace>
  <inkml:trace contextRef="#ctx0" brushRef="#br0" timeOffset="101886.66">11531 7989 1997 0,'0'-3'0'0,"0"2"0"0,0-1 0 0,-2 0 0 0,0 0 0 0,0 0 0 0,0 2 0 0,0-2 0 0,2 2 0 0,0 0 0 0,0 0 405 0,0 6-174 0,0 6-102 0,0-1-47 16,0 6 260-16,0 0-152 0,2 7-77 0,2-4 102 15,0 9-94-15,2-1-41 0,-1 4-54 0,1 0-26 16,-3 1 0-16,1 3 0 0,-2 1 0 16,0 1 0-16,0 0 0 0,-1-1 0 0,-1-1 0 15,0 0 0-15,0-3 0 0,0-3 0 16,0 1 0-16,0-5 0 0,0-3 0 0,0-2 0 16,0-3 0-16,0-5 0 0,0-2 0 0,0-3 0 15,0-2 0-15,0-5 0 0,0 2 0 0,0-3 0 16,0 0 0-16,0 0 0 0,0 0 0 0,0-3 0 15,0-2-112-15,3-6-38 0,1-1-713 0,1-1 413 16,3 0 207-16,2-4-649 0</inkml:trace>
  <inkml:trace contextRef="#ctx0" brushRef="#br0" timeOffset="102126.87">11847 8446 2846 0,'7'1'0'0,"-1"5"0"0,-1-2 0 0,-3 0 0 0,1 1 0 0,2 0 0 0,-1 1 0 0,1-1 0 0,1 3 0 0,-1 1 0 0,1 2 360 0,2-2-162 0,-5 1-81 16,3 4 293-16,-3 0-410 15,-1 4 0-15,0-1 0 0,-2 1 0 0,0 1 0 16,0 4 0-16,-5-1 0 0,-4-3 0 0,-1 2 0 16,-3-3 0-16,0-1 0 0,-2-2 0 15,0-3 0-15,-2-3 0 0,-3-1 0 0,4-5 0 0,-3-1 0 16,4-2 0-16,0 0 0 15,6 0 0-15,-2-5-838 0,4-7 396 0,7 1 203 16,0-5 101-16</inkml:trace>
  <inkml:trace contextRef="#ctx0" brushRef="#br0" timeOffset="102791.66">12237 8287 1838 0,'-13'-2'0'0,"2"1"0"0,-1-1 0 0,1 0 0 0,2-1 0 0,1 2 0 0,3-1 0 0,-1 0 0 0,4 2 0 0,2-1 0 0,0-1 219 0,4 0-92 0,10 0-45 0,4-2 107 16,6-1-77-16,-1 0-28 0,9 0-10 16,-5 1 268-16,3-2-153 0,2 3-76 15,-3-1 222-15,-3 2-140 0,6-1-163 0,-6 0-32 16,-5 2 0-16,-1 1 0 0,-2 0 0 0,-1 0 0 0,-4 0 0 15,0 0 0-15,-3 0 0 0,-3 0 0 0,0 4-71 16,-1-3 17-16,-2 3 45 0,0-2-394 0,0 0 199 16,-3-2 99-16,3 0-667 0,-2 0 372 15,1 0 182-15,1 0-490 0</inkml:trace>
  <inkml:trace contextRef="#ctx0" brushRef="#br0" timeOffset="103089.33">12699 7908 2944 0,'-2'-2'0'0,"0"0"0"0,-1 2 0 0,-1-2 0 0,2 2 0 0,2 0 0 0,-2 0 0 0,2 0 0 0,0 0 0 0,0 10 0 0,0-1 283 0,2 6-124 0,2 2-61 16,1 2 134-16,1 5-103 0,0 2-46 0,0 3-80 16,-1 2-3-16,-1 6 0 15,-1 0 0-15,3 6 0 0,-4 0 0 0,2 0 0 16,0 1 0-16,-2-1 0 0,-1-6 0 0,3 5 0 15,-2-5 0-15,2-1 0 0,-1-4 0 0,1-4 0 0,-1-5 0 0,0-1 0 16,1-5 0-16,0-2 0 0,-3-4 0 16,1-3 0-16,0-3 0 0,-2-3 0 15,0 0 0-15,0-2 0 0,0 0 0 0,0 0 0 16,0 0 0-16,0 0 0 0,-2-2 0 0,0 0 0 16,-1-1 0-16,3-1 0 0,0 0-664 0,0 1 211 15,0-3 208-15,0 1-756 0</inkml:trace>
  <inkml:trace contextRef="#ctx0" brushRef="#br0" timeOffset="103328.18">13195 8436 3683 0,'0'2'0'0,"0"2"0"0,0 0 0 0,0 1 0 0,0 1 0 0,0-1 0 15,0 3 0-15,0-2 0 0,0 0 0 0,0 4 0 0,0 1 149 0,1-1-50 0,-1 1-99 0,0 0 0 0,0 2 0 16,0 1 0-16,0 1 0 0,-5-2 0 16,-2 0 0-16,-4-2 0 0,-1 0 0 0,-1 1 0 15,-2-3 0-15,0 1 0 0,-4-3 0 0,3-1 0 16,-2-3 0-16,2 1-255 0,0-4 9 0,7 0-631 16,2 0 419-16,3 0 202 0,4 0 114 0</inkml:trace>
  <inkml:trace contextRef="#ctx0" brushRef="#br0" timeOffset="103759.9">13648 8161 2624 0,'-8'-9'0'0,"1"3"0"0,1 3 0 16,-2-1 0-16,1 1 0 0,2 2 0 0,-1 1 0 0,0 0 0 0,0 0 0 0,1 1 0 0,-1 11 219 0,1 3-91 0,-1 5-46 0,2 1 202 0,0 4-123 16,4 0-53-16,0 6 80 0,0-1-75 15,0 1-89-15,2 0-24 0,6-2 0 0,1-4 0 0,8 5 0 16,-2-9 0-16,2 0 0 0,4-4 0 16,-2-4 0-16,4-3 0 0,2-1 0 15,0-7 0-15,-1-2 0 0,3 0 0 0,-6 0 0 16,11-12 0-16,-9-8 0 0,4-3 0 0,-5-4 0 15,-1 1 0-15,-4-5 0 0,-5 1 0 0,-1-4 0 16,-6 3 0-16,-3-4 0 0,-2 0 0 0,0 1 0 16,-9-1 0-16,-7 2 0 15,-4 5 0-15,-3 4 0 0,-5 3 0 0,-4 8 0 0,0 4 0 16,-1 5 0-16,-1 4 0 0,0 0 0 0,2 4 0 16,8 7 0-16,-5 4 0 15,12 0 0-15,3 0 0 0,3 2 0 0,6 0 0 0,3-1 0 16,2 1 0-16,0 0 0 0,4-2 0 0,10 1-39 15,2-5-328-15,3-2 155 0,2-2 93 16,3-2-772-16,-3-4 427 0,2-1 214 0</inkml:trace>
  <inkml:trace contextRef="#ctx0" brushRef="#br0" timeOffset="104072.31">14097 7814 3351 0,'2'-4'0'0,"0"1"0"0,5 0 0 15,-2 2 0-15,4-1 0 0,0 2 0 0,2 0 0 0,2 0 0 0,4 0 0 0,4 9 0 0,1 5 246 0,2-2 88 0,2 6-334 16,-1 0 0-16,0 5 0 0,-3 2 0 0,0 2 0 16,-3 1 0-16,0 3 0 0,-4 1 0 0,-4 1 0 15,-3 3 0-15,-4 2 0 0,-4 5 0 0,0-4 0 16,-4 10 0-16,-11-4 0 0,-2 0 0 0,-2-4 0 15,0-5 0-15,-3 8 0 0,1-14 0 0,-1 1 0 16,-1-4 0-16,1-5 0 0,3-5 0 0,-2-2 0 16,3-1 0-16,-2-7 0 0,6 1 0 0,4-5 0 15,-1-1 0-15,4 0 0 0,1-2 0 16,3 0 0-16,0 0 0 0,3 0 0 0,0 0-483 0,0 0-70 16,3-2 257-16</inkml:trace>
  <inkml:trace contextRef="#ctx0" brushRef="#br0" timeOffset="104255.09">14878 8501 3931 0,'-21'2'0'0,"15"14"0"0,6-9 0 0,0-6 0 0,-1 1 0 0,-3 2 0 0,4-2 0 0,-2-2 0 0,2 0 0 0,0 0 0 0,0 0 0 0,0 0 0 0,2 0-139 0,2 0-222 16</inkml:trace>
  <inkml:trace contextRef="#ctx0" brushRef="#br0" timeOffset="108592.12">10769 4796 1523 0,'-12'0'0'0,"3"0"0"0,1 0 1 0,0 0 0 0,1 0 0 0,3 0-1 0,1 0 1 0,1 0 0 0,2 0 0 0,-2 0 0 0,2 0 64 0,0 0 266 15,0 0-146-15,0 0-62 0,0 0 86 0,0 2-84 16,4-2-42-16,1 2 127 0,2 0-75 0,2 1-51 15,0-3-1-15,0 1 125 0,3-1-84 0,-1 0-42 16,0 0 10-16,2 0 78 0,-2 0-78 16,1 0-92-16,-1 0 0 0,0 0 0 0,1 0 0 0,-3-1 0 15,2-2 0-15,-1 1 0 0,-1 0 0 0,0 0 0 16,1-2 0-16,-1 3 0 0,0-2 0 0,3 1 0 16,-1-2 0-16,0 3 0 15,1 0 0-15,4-2 0 0,-2 1 0 0,0 2 0 0,2 0 0 0,-1 0 0 16,2 0 0-16,-1 0 0 15,0 0 0-15,0 0 0 0,2 0 0 0,-2 0 0 16,1 0 0-16,0 0 0 0,0 0 0 0,2 5 0 16,1-3 0-16,-1 1 0 15,-1 0 0-15,2 1 0 0,-1 0 0 0,1 2 0 0,1-2 0 0,3 1 0 16,-1 0 0-16,3 0 0 0,-2-1 0 0,3-1 0 16,-1 1 0-16,2 0 0 0,-3 0 0 0,7-1 0 15,-2-1 0-15,0 0 0 16,0-2 0-16,2 2 0 0,2 1 0 0,-2-3 0 0,3 0 0 0,1 0 0 15,-1 0 0-15,1 0 0 16,2 0 0-16,-1 0 0 0,6 0 0 0,-9 0 0 16,6 0 0-16,-3 0 0 0,3-5 0 0,2-1 0 15,-7 1 0-15,2 1 0 0,1 0 0 0,-3 1 0 16,3 1 0-16,-2-3 0 0,-2 4 0 0,0 1 0 16,1 0 0-16,3-1 0 0,-3 1 0 0,9-3 0 15,-7 3 0-15,2 0 0 16,-3 0 0-16,11 0 0 0,-11-2 0 0,11 2 0 0,-4-1 0 15,2-2 0-15,0 2 0 0,-2 0 0 16,8-4 0-16,-3 3 0 0,2-1 0 0,-1 0 0 16,-3 2 0-16,-2-2 0 0,8 1 0 0,-6 1 0 15,-2-2 0-15,4 3 0 0,-4 0 0 0,-2-1 0 16,8 0 0-16,-4-2 0 0,2 1 0 0,3 2 0 16,0-1 0-16,-1 1 0 0,1-3 0 0,1 3 0 15,-1-1 0-15,2-1 0 0,2 2 0 0,-1-2 0 16,0 0 0-16,5 0 0 15,8 0 0-15,-5-1 0 0,0-1 0 0,-5 3 0 16,10-3 0-16,-5 0 0 0,0-1 0 0,0 1 0 16,-2-1 0-16,-2 2 0 0,15-1 0 0,-6 1 0 15,-3 0 0-15,1 0 0 0,-3-1 0 0,-5 0 0 16,10 2 0-16,-7 0 0 0,1 0 0 0,0 1 0 16,3 1 0-16,-7-2 0 0,10 0 0 0,-5 0 0 15,-2 0 0-15,-1 0 0 0,1 0 0 0,-7 0 0 16,12 1 0-16,-1-1 0 0,2 0 0 15,1-2 0-15,-3 0 0 0,-6 2 0 0,13-1 0 16,-5 0 0-16,-1 3 0 0,-3 0 0 16,1 0 0-16,-1 0 0 0,11 0 0 0,-6 0 0 15,-1 0 0-15,-2 0 0 0,-2 0 0 0,-6 0 0 16,2 0 0-16,-1-1 0 0,1 1 0 0,-3 0 0 16,-3-2 0-16,-8 2 0 0,4 0 0 0,-2 0 0 15,-11 0 0-15,2 0 0 0,-5 0 0 16,-3 0 0-16,1 0 0 0,-9 0 0 0,0 0 0 0,0 0 0 15,-1 0 0-15,-8 2 0 16,0-1 0-16,-1-1 0 0,-2 0 0 0,-2 0 0 16,0 0 0-16,-3 0 0 0,-1 0 0 0,-1 0 0 15,0 0 0-15,0 0 0 0,-1 0 0 0,-1 0 0 16,0 0 0-16,0 0 0 0,0 0 0 0,0 0 0 16,0 0 0-16,0 0 0 0,-10 0 0 0,-4 6 0 15,-8 8 0-15,-8 9 0 0</inkml:trace>
  <inkml:trace contextRef="#ctx0" brushRef="#br0" timeOffset="116409.87">18864 6994 2366 0,'-5'-3'0'0,"-4"3"0"0,2 0 0 0,1 0 0 0,-2 0 0 0,2 0 0 0,1 0 0 0,0 0 0 0,1 0 0 0,2 0 0 0,0 0 152 0,2 0-58 0,0 0 141 16,0 0-104-16,0 3-46 0,0-3-1 0,0 1 42 16,2 1-34-16,4 1-11 0,-1 0-43 0,2-2 121 15,2 2-61-15,-2 0-30 0,0-1 9 0,0 0-32 16,2 0-45-16,-2 2 0 0,-2-3 0 0,4 2 0 16,-1-2 0-16,2 1 0 0,1 0 0 15,1-2 0-15,0 0 0 0,1 2 0 16,4-2 0-16,0 0 0 0,2 0 0 0,2 0 0 15,-1 2 0-15,3 0 0 0,1-1 0 0,5 1 0 16,-3 0 0-16,2 3 0 0,1-4 0 0,2-1 0 16,1 2 0-16,4-2 0 0,-1 0 0 0,3 0 0 15,6 0 0-15,-5 0 0 0,-2 0 0 0,9 0 0 16,-4 0 0-16,3 0 0 0,1-2 0 0,-4 1 0 16,-1-2 0-16,7 1 0 15,-4 0 0-15,0 2 0 0,4 0 0 0,-4-2 0 16,-3 2 0-16,9 0 0 0,-9 0 0 0,4 0 0 15,-4 0 0-15,0 0 0 0,-4 0 0 0,2 0 0 16,0 0 0-16,-2 0 0 0,2 0 0 0,-2-1 0 16,-1-1 0-16,1 0 0 0,-3 0 0 0,-3-2 0 15,0 3 0-15,-5-3 0 0,-3 2 0 0,-2 0 0 16,-3 0 0-16,-2 0 0 0,-4 0 0 0,-1 1 0 16,-3-1 0-16,0 2 0 0,-3-3 0 15,1 3 0-15,-3 0 0 0,-1 0 0 16,1 0 0-16,-1 0 0 0,-2 0 0 0,0-1 0 15,0 1 0-15,0 0 0 0,0 0 0 0,0 0 0 16,0-2 0-16,0 1 0 0,0-2 0 0,0 1 0 16,-9 2 0-16,0 0 0 0,-5 0 0 0,-7 0 0 15</inkml:trace>
  <inkml:trace contextRef="#ctx0" brushRef="#br0" timeOffset="120550.27">21762 4184 1927 0,'-9'0'0'0,"4"0"0"0,-1 0 0 0,3 0 0 0,1 0 0 0,0 0 0 0,0 0 0 0,2 0 0 0,0 0 0 0,0 0 0 0,0 0 85 0,6 0 131 0,3 0-90 0,5 0-35 16,0 0-10-16,4-4 57 0,-2 0-51 0,1 1-26 15,0-1 1-15,-2-1 143 0,1 3-88 0,0-2-41 16,-1 0 1-16,-2 3 48 0,-2-4-44 0,5 3 10 16,-4-1 94-16,1 1-85 15,3-2-100-15,-2 1 0 0,2-1 0 0,0-1 0 0,2 2 0 0,1-1 0 16,-1 0 0-16,1 3 0 0,1-3 0 0,3 2 0 15,-2 0 0-15,2 0 0 0,-2 1 0 0,4 1 0 16,1-3 0-16,-1 3 0 0,5 0 0 0,0 0 0 16,0 0 0-16,2 0 0 0,0 0 0 0,4 0 0 15,-4 0 0-15,1 0 0 0,-1 0 0 0,2 0 0 16,-2 0 0-16,1 0 0 16,-1 0 0-16,2 0 0 0,1 0 0 0,-3 0 0 15,1 0 0-15,-1 0 0 0,2 0 0 0,0 0 0 0,-1 0 0 16,1 3 0-16,0-3 0 15,1 0 0-15,2 0 0 0,0 0 0 0,1 0 0 16,4 0 0-16,-7 0 0 0,3 0 0 0,6 0 0 16,-10 0 0-16,4-3 0 0,-1 2 0 0,3-1 0 15,-1-1 0-15,6 2 0 0,-5-1 0 16,1 0 0-16,-1 2 0 0,1-1 0 0,-5 1 0 0,11-3 0 16,-6 0 0-16,0 1 0 0,1 0 0 0,-1 0 0 15,-4-1 0-15,9-2 0 0,-4 2 0 16,2 1 0-16,1-2 0 0,-2 2 0 15,-3-2 0-15,6 1 0 0,-2 0 0 0,-1 2 0 0,1-2 0 16,0 0 0-16,-3 1 0 16,8 1 0-16,-4-1 0 0,4 0 0 0,0-2 0 0,5 3 0 15,-1-3 0-15,-2-1 0 0,1 4 0 0,-1 0 0 16,0-2 0-16,-1-1 0 0,-2 2 0 16,-2 1 0-16,1-2 0 0,-4 2 0 0,5-1 0 15,-7 2 0-15,10 0 0 0,-7 0 0 16,0 0 0-16,1 0 0 0,-2 0 0 0,-3 0 0 15,8 0 0-15,-4 0 0 0,-1 0 0 0,0 0 0 16,0-2 0-16,-4 2 0 0,12-2 0 0,-4 0 0 16,-2 2 0-16,2-2 0 0,-2 2 0 0,-7 0 0 15,11 0 0-15,-6 0 0 0,-2 0 0 0,1 0 0 16,0 0 0-16,-2 0 0 0,7 0 0 0,-2 0 0 16,0 0 0-16,2 0 0 0,0 0 0 0,-8 0 0 15,13 0 0-15,-9 0 0 0,2 0 0 16,0 0 0-16,-5 0 0 15,1 0 0-15,3 0 0 0,-3 0 0 0,-1 0 0 0,2 0 0 16,1 0 0-16,-4 0 0 0,8 0 0 0,-5 0 0 16,-1 0 0-16,0 0 0 0,-5 0 0 0,5-1 0 15,4 1 0-15,-4 0 0 0,1-3 0 0,-1 2 0 16,-1-1 0-16,-4 2 0 0,2-1 0 0,0 1 0 16,-4-3 0-16,-1 3 0 0,-6 0 0 0,-4 0 0 15,0 0 0-15,-6 0 0 16,-1 0 0-16,-5 0 0 0,-2 0 0 0,0 0 0 15,-2 0 0-15,-4 0 0 0,-1 0 0 0,0 0 0 16,-1 0 0-16,-1 0 0 0,4 0 0 0,-4 0 0 16,0 0 0-16,0 0 0 0,0-2 0 0,-4-1 0 15,-4-3 0-15,-6 0 0 0,-6 1 0 0,-8 2-475 16</inkml:trace>
  <inkml:trace contextRef="#ctx0" brushRef="#br0" timeOffset="121313.98">22852 2121 1383 0,'0'-6'0'0,"-3"-2"0"0,3 2 1 0,-2-3 0 0,0 2 0 0,0-1-1 0,-1 2 1 0,-4-1 0 0,4 3-1 0,-3 0 1 0,1 3 152 0,-3-2-58 0,-2 2 133 0,0 1-100 0,-1 0-45 15,-3 9-23-15,-1 8 91 0,0 4-56 16,-2 2-20-16,2 7 223 0,2 0-129 0,1-3-67 16,3 7-32-16,4 2 183 0,1 1-99 0,2 8-64 15,2-6-26-15,0-3 210 16,2 2-274-16,9-1 0 0,6-2 0 0,0-2 0 15,6-5 0-15,-1 1 0 0,3-5 0 0,0-1 0 16,0-3 0-16,0-3 0 0,-1-3 0 0,-2 2 0 16,-1-6 0-16,0-1 0 0,-3-2 0 0,0-4 0 15,-4 2 0-15,-2-3-195 0,-3-2-108 0,3 0 99 0,-5 0-404 16,1 0 291-16,-1-7 140 0,0-1 70 16</inkml:trace>
  <inkml:trace contextRef="#ctx0" brushRef="#br0" timeOffset="121330.02">23070 2721 363 0</inkml:trace>
  <inkml:trace contextRef="#ctx0" brushRef="#br0" timeOffset="121862.03">23067 2268 2331 0,'-8'-9'0'0,"3"3"0"0,0 1 0 0,3-2 0 0,1-2 0 0,1 4 0 0,0-2 0 0,12 1 0 0,6 0 0 0,3 4 0 0,7-2 513 0,0 3-239 0,2 1-119 0,0 0 137 16,-1 0-128-16,-8 3-55 0,8 10-41 0,-6 1-43 0,-8-1-25 15,0 3 0-15,-7 6 0 0,-4 0 0 16,-4 6 0-16,0-1 0 0,-5 1 0 0,-10 2 0 16,-4-3 0-16,-2-1 0 0,-1-4 0 0,-2 2 0 15,-1-9 0-15,-1 2 0 0,2-5 0 0,3-3 0 16,0-2 0-16,3-1 0 16,6-4 0-16,-1 0 0 0,6 0 0 0,1-2 0 0,4 0 0 0,0 0 0 15,2 0 0-15,0 2 0 0,12-2 0 0,4 1 0 16,9-1 0-16,-2 0 0 15,3 0 0-15,3 0 0 0,-1 0 0 0,4 0 0 16,-3 0 0-16,-1 0 0 0,0-1 0 0,-2-1 0 16,-3 2 0-16,-3 0 0 0,1 0 0 0,-2 0 0 15,-2 0 0-15,-2 0-262 0,0 0-193 0,0 0 200 16,-2 0-315-16,3 0 267 0,-2 0 133 16,2 0-524-16,0-2 328 0,-2-3 156 15,-3-3 91-15,-2 2-162 0,0-1 140 0,-1-2 70 16,-1 3 37-16,-1 0 116 0,-1 0-77 0,0 0 0 15,-3 5 532-15,1-4-286 0,1 4-144 0,2 1-81 0,-3 0 730 16,3 0-296-16,-3 5-212 0,2 3 239 16,-1 4-226-16,-3-2-103 0,1 6-66 0,-2-1 364 15,0 1-456-15,-2 3 0 0,-8-2 0 0,-1 2 0 16,-5 4 0-16,0-5 0 0,-3 0 0 0,1-4 0 16,1 0 0-16,-5-1 0 0,3-6 0 0,-2-1 0 15,1-4 0-15,1 0 0 16,4-2-153-16,1 0-16 0,5-2 86 0,6-7-819 0,3-9 433 15,0-4 216-15</inkml:trace>
  <inkml:trace contextRef="#ctx0" brushRef="#br0" timeOffset="122038.72">23767 2378 3341 0,'8'0'0'0,"-3"0"0"0,2 0 0 0,0 0 0 0,0 0 0 0,2 0 0 0,5 0 0 0,4 0 0 0,5 0 0 0,3-2 0 15,3-1 232-15,1 2 61 0,2-1-228 0,0 1-65 16,-2 1 0-16,2 0 0 0,-2 0 0 0,-2 0 0 0,-5 1 0 0,2 5-336 16,-4-1 76-16,-3 1 149 0,-2 0 73 0,-7-5-885 15</inkml:trace>
  <inkml:trace contextRef="#ctx0" brushRef="#br0" timeOffset="122238.69">24352 2086 3931 0,'0'-9'0'0,"0"2"0"0,0-1 0 0,0 5 0 0,0-1 0 0,0 1 0 0,0 2 0 0,0 1 0 0,0 0 0 0,7 9 0 0,-5 6 0 0,3 6 0 16,-3-2 0-16,0 11 0 0,0 1 0 0,-2 5 0 16,0 4 0-16,0 6 0 0,0-6 0 0,0 3 0 15,0 1 0-15,0-7 0 0,0 2 0 0,1 1 0 16,1-3 0-16,5-1-135 0,2-2-299 0,-1-4 142 15</inkml:trace>
  <inkml:trace contextRef="#ctx0" brushRef="#br0" timeOffset="122462.16">24683 2503 3931 0,'-2'0'0'0,"2"0"0"0,0 0 0 15,0 2 0-15,2 3 0 0,3 5 0 0,0 1 0 0,1 1 0 0,-1 2 0 0,1 2 0 0,-4 1 0 0,-2 3 0 0,0 5 0 0,0-1 0 0,-8-1 0 16,-4-1 0-16,-2-1 0 0,1-2 0 0,-3-3 0 16,2-2-125-1,0-3 59-15,0-6-985 0,3-2 523 0</inkml:trace>
  <inkml:trace contextRef="#ctx0" brushRef="#br0" timeOffset="122709.63">24991 2274 3393 0,'-1'-1'0'0,"1"1"0"0,0 0 0 0,0-3 0 0,1 3 0 0,8-2 0 0,3 2 0 15,4-1 0-15,3-2 0 0,8 3 0 0,2-1 538 0,1 1-538 0,-4 0 0 0,8 0 0 0,-4 0 0 0,-3-3 0 16,2 3 0-16,0-1-71 0,-5 1-188 0,4-2 143 16,-8 1 77-16,2 1-378 0,-6-3 227 0,-1 2 113 15,-6-3-980-15</inkml:trace>
  <inkml:trace contextRef="#ctx0" brushRef="#br0" timeOffset="123078.92">25473 2002 2520 0,'1'-3'0'0,"7"2"0"0,2 1 0 0,2-2 0 15,2 2 0-15,3 0 0 0,0 0 0 0,1 0 0 0,3 0 0 0,0 8 0 0,-3 1 118 0,3 4 324 0,-4 0-194 0,-2 3-110 0,-3-1-51 16,1 1 43-16,-8 4-47 0,-1-1-23 0,-4 1 9 15,0 2-77-15,-11-1 1 0,-6-1 44 0,-2-2-101 16,-3-2 50-16,4-5 35 0,0 0-37 16,1-2 27-16,2-4-1 0,3-3 27 0,3 0-8 15,3-2-29-15,1 0 0 0,5 0 0 0,0 0 0 16,0 0 0-16,4 0 0 0,12 0 0 0,7 0 0 16,-1 0 0-16,2 4 0 0,3 2 0 0,-1 3 0 15,-3 0 0-15,4 4 0 16,-7 2 0-16,-2 0 0 0,0 1 0 0,-7 2 0 15,-2-1 0-15,-3-1 0 0,-4 2 0 0,-2-1 0 16,-4-2 0-16,-9 0 0 0,-6-2 0 0,-1-2 0 16,-1-4 0-16,-9 2 0 15,2-7 0-15,-1-2 0 0,6 0 0 0,-7 0 0 0,10 0 0 0,1 0 0 0,4-2 0 16,2-4 0-16,4-4 0 0,1 2 0 16,5-4 0-16,3-2-561 0,0-1 44 15,2-4 232-15</inkml:trace>
  <inkml:trace contextRef="#ctx0" brushRef="#br0" timeOffset="123313.43">25942 1938 3275 0,'9'0'0'0,"7"0"0"0,1 1 0 0,1 1 0 0,3 2 0 0,4 4 0 0,1 5 0 0,0 4 0 0,-3 5 0 0,5 5 0 0,-2 6 150 16,-3 3 356-16,-5 1-506 0,-2 1 0 0,-2 9 0 15,-2-6 0-15,-8 2 0 0,-3 2 0 0,-1-7 0 16,-1-2 0-16,-15 0 0 0,-2-2 0 16,-6-3 0-16,-1-2 0 15,-5-4 0-15,-3-5 0 0,2-4 0 0,-1-1 0 0,5-5 0 0,6-2 0 16,1-2 0-16,7-5-55 0,0 1-29 0,3-2-973 16</inkml:trace>
  <inkml:trace contextRef="#ctx0" brushRef="#br0" timeOffset="123479.04">26558 2805 3931 0,'0'0'0'0,"10"0"0"0,3 0 0 0,-6 0 0 0,-5 0 0 16,0 0 0-16,-2 0 0 0,0 0 0 0,0 0 0 0,0 0 0 0,-2 0 0 0,-5 0 0 0,-1 0 0 0,-1 0-44 0</inkml:trace>
  <inkml:trace contextRef="#ctx0" brushRef="#br0" timeOffset="126167.98">15928 1600 2566 0,'-15'0'0'0,"3"0"0"0,3 0 0 0,2 0 0 0,1 0 0 0,2 0 0 0,4 0 0 0,0 0 0 0,0 0 0 0,3 0 0 0,13 0 107 0,9-2 321 0,1-1-187 0,4-2-107 15,2 2 101-15,0 1-99 0,3-2-52 0,-1 3-84 16,-2-1 0-16,0 0 0 0,-2 0 0 15,0 2 0-15,-3 0 0 0,-5 0 0 0,0 0 0 16,-3 0-89-16,-4 0-148 0,-3 0 136 16,-3 0 69-16,0 0-966 0,-1 0 472 0,-4 0 249 0</inkml:trace>
  <inkml:trace contextRef="#ctx0" brushRef="#br0" timeOffset="126356.99">16303 1302 2584 0,'-3'0'0'0,"-1"4"0"0,4 2 0 0,0-1 0 0,0 0 0 0,12-1 0 0,4 1 0 0,9-1 0 0,-1 2 0 0,5-1 0 0,-2 2 171 0,1 2-68 0,-3-2-24 0,5 2 305 15,-4 1-174-15,-3-1-86 0,-5 1-44 0,0 2-36 16,-7 2 2-16,-3 2-9 0,-6 4-308 0,-2 2 154 16,0 1 76-16,-16 1 40 0,-5 2-495 0,-1 0 261 15,-4-1 45-15,1 0-285 0,-1-3 201 0,-1-1 118 16,1-1 51-16</inkml:trace>
  <inkml:trace contextRef="#ctx0" brushRef="#br0" timeOffset="126704.66">16335 1888 2177 0,'5'4'0'0,"-2"2"0"0,1-1 0 0,-2-5 0 16,0 0 0-16,-1 0 0 0,1 0 0 0,0-8 0 0,0-2 0 0,-2-1 0 0,0 1 167 0,0 1 57 0,0-2-97 0,-6 4-46 0,-4 0 1 0,-4 2-30 15,-1 3-15-15,-4 2 9 0,-2 0-10 0,-1 0 64 16,1 10-31-16,-2 1-1 16,7 3-31-16,-1-2 73 0,2 1-42 0,3 2 1 15,5 0 120-15,2-2-76 0,3 0-39 0,2 3-69 16,0-2-5-16,2 0 0 0,9 1 0 0,2 0 0 16,5 2 0-16,0-2 0 0,5 2 0 0,-5 1 0 15,-3-4 0-15,0 4 0 0,-1 0 0 0,-4 0 0 16,-2-1 0-16,-5 0 0 0,-3 2 0 0,0-3 0 15,0 2 0-15,-7-1 0 0,-6-2 0 0,-4-2 0 16,-1-1 0-16,-3-3 0 0,0-3 0 16,0-1 0-16,-1-2 0 0,-1-3 0 15,2 0 0-15,3 0 0 0,-1 0 0 0,6-2 0 16,-1-7 0-16,5-2 0 0,4-4 0 0,5-6-147 16,0-4 15-16,7-3-888 0,16-7 496 0</inkml:trace>
  <inkml:trace contextRef="#ctx0" brushRef="#br0" timeOffset="126871.79">16533 1867 3227 0,'5'1'0'0,"3"5"0"0,2 0 0 0,-5-4 0 0,1-1 0 0,1 1 0 0,0-2 0 0,5 0 0 0,1 0 0 0,4 0 0 0,1 0 534 0,3 0-364 0,0-2-170 15,1 1 0-15,-1 1 0 0,2-2 0 0,-5 2-304 16,1 0 142-16,-1 0 100 0,-6 0 49 15,1 8-993-15,-5-1 505 0</inkml:trace>
  <inkml:trace contextRef="#ctx0" brushRef="#br0" timeOffset="127021.2">16685 2044 2354 0,'-17'7'0'0,"4"1"0"0,6-3 0 0,-3-2 0 0,4 1 0 0,4-2 0 0,2 2 0 16,0-1 0-16,6-3 0 0,9 5 0 0,4-4 117 0,2 2 317 0,0-2-198 0,-1 1-100 0,2 0-227 0,1-2 63 15,-3 2 42-15,1 0-654 0,0 0 338 0,-3-2 169 16,1 1 85-16,-4 4-713 16,2-5 303-16</inkml:trace>
  <inkml:trace contextRef="#ctx0" brushRef="#br0" timeOffset="127722.12">17295 1560 2091 0,'-14'-7'0'0,"2"1"0"0,-4 3 0 0,0-2 0 0,-1 4 0 0,-2 1 0 0,-2 0 0 0,4 0 0 0,-1 3 0 0,0 9 0 0,0 6 582 0,3 6-264 0,2 1-145 0,-1 6 273 16,5 3-205-16,0 8-161 0,4 2-80 0,2-7 0 15,3 14 0-15,0-6 0 0,0-1 0 0,3-2 0 16,9 0 0-16,-3-9 0 16,7 3 0-16,-3-4 0 0,4-3 0 0,-2-3 0 15,2-4-139-15,-1-6-23 0,2-4 88 0,0-4-635 16,3-6 335-16,2-2 170 0,-2 0 83 0,4-13-417 16,-2-6 255-16,3-4 123 0,-3-1 62 0,1 0-286 15,-1-5 174-15,-1 2 78 0,-2-3 52 16,0 1-68-16,-3-2 72 0,-4 1 37 0,0-1 39 0,-4-1 0 15,-1 2 0-15,-1-2 149 0,-3 0-111 0,-3 1-37 16,-1 1-1-16,0-3 304 0,0 6-165 16,0-2-10-16,-1 1-70 0,-5 3 424 15,-1 5-222-15,-2 0-95 0,-3 0 147 0,-1 5-139 16,-1 4-68-16,-2 3-35 0,-1 5 152 0,0 1-84 16,-2 2-55-16,3 0 62 0,-5 11-54 0,2 7-28 15,4 2 0-15,4 1 166 0,1 1-101 0,7 1-46 16,1 1-23-16,2-2 164 15,0-1-224-15,2-1 0 0,11-2 0 0,2-3 0 16,2-3 0-16,1-4 0 0,3-4 0 0,2-2 0 16,-3-2 0-16,1 0 0 0,-2 0 0 0,-2-6-1 15,0-6-20-15,-4 1-55 0,-4 0 3 0,-1 4 37 16,-4-2-45-16,-2 1 148 0,-1 2-68 0,-1 1-7 16,0 3-58-16,0 0 362 0,-3 2-296 0,-7 0 0 15,1 0 0-15,-1 14 0 0,1 1 0 0,1 9 0 16,3 0 0-16,1 5 0 0,2 0 0 0,2 4 0 15,0 2 0-15,0 0 0 16,0 4 0-16,0-4 0 0,4 0 0 0,1-1 0 16,1 0 0-16,-2-3 0 0,0 0 0 0,0-2 0 15,-3-4 0-15,1 4 0 0,-2-11 0 0,0 1 0 16,0-4 0-16,0-4 0 0,-2-3 0 0,-3-3-488 16,-1-1 141-16,0-3 156 0,2-1 77 0,1 0-250 15,-1 0 155-15,2 0 91 0,1 0 40 0</inkml:trace>
  <inkml:trace contextRef="#ctx0" brushRef="#br0" timeOffset="127950.08">17683 2082 3828 0,'8'0'0'0,"2"3"0"0,-7 1 0 0,3 1 0 0,-3 2 0 0,-1 2 0 0,0 2 0 0,-2 1 0 0,0 3 0 16,0 2 0-16,0 1 103 0,0 3-103 0,0 1 0 0,0 0 0 0,-2 0 0 0,-3 3 0 16,-1-7 0-16,-3 2 0 0,1 0 0 0,1-3 0 15,-2-4 0-15,-1-2 0 0,2-3 0 0,-1-3 0 16,2-3 0-16,0-2-387 0,2 0-69 0,0 0 170 16,3-5 125-16,2-9-690 0</inkml:trace>
  <inkml:trace contextRef="#ctx0" brushRef="#br0" timeOffset="128183.07">17849 1817 3363 0,'-10'-3'0'0,"7"-1"0"0,1 2 0 0,2 1 0 0,0-4 0 0,0 2 0 0,0 2 0 0,3-5 0 0,11 3 0 0,1 0 0 0,0 0 118 0,2 1 104 16,2-1-94-16,-3 2-36 0,3-1-84 0,-2 2-8 16,-2 0 0-16,0 0 0 0,-2 0 0 0,-4 0-335 15,3 0 153-15,-3 0 109 0,-1 0-750 0,-1 2 417 16,-2 2 88-16,4-3-527 0</inkml:trace>
  <inkml:trace contextRef="#ctx0" brushRef="#br0" timeOffset="128496.64">18227 1508 2367 0,'3'-2'0'0,"1"2"0"0,-1 0 0 0,1 0 0 0,-2 4 0 0,0 5 0 0,1 2 0 0,-2 3 0 0,-1 1 0 0,0 2 0 0,0 3 102 16,0 4 212-16,-8 0-139 0,-3-1-69 0,0-4-26 15,-2 7 34-15,-2-5-39 0,3-3 0 0,-2-4 27 16,0 2-33-16,3-5 9 0,2-4-41 0,-1-2 151 15,4-1-139-15,1 0-49 16,3-4 0-16,0 2 0 0,2-2 0 0,0 0 0 16,4 0 0-16,13 0 0 0,5 0 0 0,1 0 0 15,7-2 0-15,0 0 0 0,2 0 0 16,2 1 0-16,-1 1 0 0,1-3 0 0,-2 1 0 0,0 2 0 16,-4-1 0-16,0 1 0 15,-7 0 0-15,2 0 0 0,-7-2-17 0,-4 2-122 16,-3 0 58-16,-3 0-297 0,-2 0 162 0,-3 0 94 15,-1-1-621-15,0-2 354 0,0 0 176 0,-7-6-454 0</inkml:trace>
  <inkml:trace contextRef="#ctx0" brushRef="#br0" timeOffset="128693.17">18433 1506 2470 0,'-4'-5'0'0,"0"3"0"0,2 2 0 0,1 0 0 15,-1 0 0-15,2 11 0 0,0 2 0 0,0 5 0 0,0 7 0 0,0 4 0 0,0 1 728 0,0 3-346 0,2 10-173 0,-2-3-86 0,0-4-104 16,0 1-19-16,0 8 0 0,-4-12 0 16,-3 3 0-16,1 0 0 0,-2-2 0 15,1-2 0-15,1-2 0 0,-1-4 0 0,3-3 0 0,-2-1 0 16,0-2 0-16,3-4 0 0,-1-1-673 0,4-6 139 16,0-1 232-16</inkml:trace>
  <inkml:trace contextRef="#ctx0" brushRef="#br0" timeOffset="128874.92">18503 2064 3502 0,'3'0'0'0,"3"3"0"0,-3 3 0 0,-1 1 0 0,0 2 0 0,0 0 0 0,0 2 0 0,-1 1 0 0,-1 2 0 0,0 2 0 0,0-2 128 0,-3 2 140 0,-6-2-235 0,0-1-33 15,-1 1 0-15,-1-4 0 0,0 0 0 0,4-6 0 16,-4 2 0-16,2-5-212 0,4-1-34 0,-1 0 140 15,2 0-769-15,4-9 443 0,0-5 87 0</inkml:trace>
  <inkml:trace contextRef="#ctx0" brushRef="#br0" timeOffset="129035.04">18671 1808 2887 0,'4'0'0'0,"4"0"0"0,5 2 0 0,-2-2 0 0,4 0 0 0,2 0 0 0,2 0 0 0,4 0 0 0,-1 0 0 0,4 0 0 0,-5 0 471 0,2 0-209 16,-3 0-117-16,1 0-440 0,0 0 165 0,-7 0 84 16,2 0 40-16,-7 0-816 0,0 4 425 0,-3-2 216 15</inkml:trace>
  <inkml:trace contextRef="#ctx0" brushRef="#br0" timeOffset="129237.1">19060 1559 3698 0,'4'0'0'0,"-2"0"0"0,2 4 0 0,-3 9 0 0,1 3 0 0,0 9 0 0,0-2 0 0,-2 8 0 0,3 1 0 0,-3 3 0 0,0 4 233 0,0-4-233 16,0 2 0-16,0-3 0 0,0-2 0 16,0 1 0-16,0-5 0 0,0-6 0 0,0 0 0 15,0-3 0-15,0-3-176 0,0-6-130 0,0 0 172 16,0-5-802-16,0 0 403 0,-3-5 252 0,-1 0-183 0</inkml:trace>
  <inkml:trace contextRef="#ctx0" brushRef="#br0" timeOffset="129445.43">19237 1474 3335 0,'15'4'0'0,"6"9"0"0,-3-1 0 0,3 2 0 0,-2 4 0 0,1 6 0 0,3 4 0 0,0 7 0 0,-7 3 0 0,1 2 0 0,-4-2 596 0,-1 11-596 16,-8-1 0-16,-3-3 0 0,-1 0 0 0,-3-1 0 16,-11-6 0-16,-8 10 0 0,-2-9 0 0,-3-2 0 15,-3-1 0-15,0-2 0 0,2-5 0 0,-9 0 0 16,8-8 0-16,1-3 0 0,0-3 0 0,7-1 0 16,-1-3-1328-16</inkml:trace>
  <inkml:trace contextRef="#ctx0" brushRef="#br0" timeOffset="129609.58">19733 2342 347 0,'0'-4'0'0,"0"3"0"0,0-4 1288 0,0-4-645 0,0 3-321 0,-4 1-161 0,-6 0-727 0</inkml:trace>
  <inkml:trace contextRef="#ctx0" brushRef="#br0" timeOffset="140142.53">23016 2982 1413 0,'-2'-2'0'0,"2"0"0"0,0 0 0 0,-2 2 0 0,2 0 0 0,0-1 0 0,0 1 0 0,-2 0 0 0,2-2 0 0,0 2 0 0,0 0 95 0,0 0-28 0,0 0 136 15,0 0-82-15,0 0-41 16,0 0 9-16,0 0 104 0,0 0-78 0,0 0-38 16,0 0 147-16,0 0-93 0,0 0-37 0,0 0 139 15,2 0-97-15,0 0-50 0,1 0-23 0,4 0 67 16,-4 0-36-16,3 0-9 0,1 0-47 0,-1 0 126 16,2-2-164-16,-1 1 0 0,2-2 0 0,0 3 0 15,3-1 0-15,-4-1 0 0,2 0 0 0,2 0 0 16,-1 2 0-16,3-3 0 0,-1 2 0 0,1 0 0 15,0-2 0-15,2 1 0 16,0 1 0-16,-2-3 0 0,2 2 0 0,0 0 0 16,0 0 0-16,0 2 0 0,0 0 0 0,1 0 0 15,-1 0 0-15,2 0 0 0,0 0 0 0,1 0 0 16,-1 0 0-16,3 2 0 16,-2 0 0-16,1 0 0 0,3 2 0 0,-2-1 0 0,2 0 0 0,-1-1 0 15,-1 3 0-15,2-1 0 16,-3 0 0-16,2-1 0 0,-1 0 0 0,-1 1 0 15,1 0 0-15,-1-3 0 0,0 2 0 0,-1-1 0 16,2-1 0-16,-3 1 0 0,3 0 0 0,0 1 0 16,-1-3 0-16,1 1 0 0,0-1 0 0,1 1 0 15,-1 1 0-15,1-2 0 16,0 3 0-16,1-3 0 0,0 1 0 0,0-1 0 0,3 2 0 0,-2-2 0 16,2 0 0-16,-3 0 0 15,7 0 0-15,-3 0 0 0,0 0 0 0,2 0 0 16,-4 0 0-16,-2 0 0 0,6 0 0 0,-3 0 0 0,-1 0 0 0,-1 0 0 15,0 0 0-15,-1 0 0 16,7 0 0-16,-6 0 0 0,3 0 0 0,-1 0 0 16,-2 0 0-16,-1 0 0 0,5 0 0 0,-2 0 0 15,-1 0 0-15,0 0 0 0,2 0 0 0,-2 0 0 16,5 0 0-16,-2 0 0 0,0 0 0 0,-1 0 0 16,0 0 0-16,-3 0 0 0,7 0 0 15,-5 0 0-15,2 0 0 0,-1 0 0 0,1 0 0 0,-2 0 0 16,6 0 0-16,-3 0 0 0,-1 0 0 0,2 0 0 0,-2 0 0 15,-4 0 0-15,8 0 0 16,-4 0 0-16,0-2 0 0,0 1 0 0,0-2 0 16,1 1 0-16,-1 1 0 0,0 0 0 0,-1-2 0 15,1 1 0-15,-1 2 0 0,1-2 0 16,2 1 0-16,0-1 0 0,0-1 0 0,0 3 0 0,1-1 0 16,-5-1 0-16,5 0 0 0,-9 2 0 15,7-2 0-15,-9 0 0 0,2 2 0 0,1 0 0 0,-1 0 0 16,-1 0 0-16,0 0 0 15,-3 0 0-15,1 0 0 0,-1 0 0 0,-3-1 0 16,2 1 0-16,-4 0 0 0,2 0 0 0,-6 0 0 16,0 0 0-16,-1 0 0 0,-2 0 0 0,-3 0 0 15,1 0 0-15,-2 0 0 0,0 0 0 0,-1 0 0 16,0 0 0-16,-1 0 0 0,3 0 0 16,-3 0 0-16,0 0 0 0,0 0 0 0,0 0 0 0,2 0 0 15,-2 0 0-15,0 0 0 0,0 0 0 0,0 0 0 16,0 0 0-16,0 0 0 0,0 0 0 15,0 0 0-15,0 0 0 0,0 0 0 0,0 0 0 16,0-2 0-16,0 0 0 0,-9 1 0 16,-9 1-331-16</inkml:trace>
  <inkml:trace contextRef="#ctx0" brushRef="#br0" timeOffset="147687.04">16632 7880 2155 0,'-26'0'0'0,"3"2"0"0,7 5 0 0,5-3 0 0,2-4 0 0,6 2 0 0,3-2 0 0,0 0 0 0,2 0 0 0,13 0 0 16,10 0 210-16,-3-2-78 0,9-2 286 0,0-1-191 0,2 1-95 0,1 1-47 15,1 2 223-15,0 1-126 0,3 0-100 0,-1 0-82 16,2 0 0-16,-1 0 0 0,1 0 0 16,-3 0 0-16,-1 0 0 15,-3 0 0-15,-2 1 0 0,-7 2 0 0,2-3 0 0,-7 2 0 0,-1-2-468 0,-4 0 65 16,0 0 195-16,-2-2-753 0</inkml:trace>
  <inkml:trace contextRef="#ctx0" brushRef="#br0" timeOffset="147897.41">17175 7576 3320 0,'-2'0'0'0,"2"0"0"0,0 2 0 16,0-1 0-16,0 6 0 0,7-2 0 0,6 0 0 0,4 1 0 0,3 1 0 0,7 1 0 0,-4 2 287 0,-1-2-125 0,-2 0-54 0,1 2-54 0,2-1-54 15,-6 1 0-15,2-1 0 0,-7 0 0 16,-3 0 0-16,-4 5-21 0,-3-1-93 0,-2 3 75 0,0 1 38 15,-9 4-515-15,-5-2 265 0,-6 3 137 16,-1 1-52-16,-3 0-556 0,1-1 343 0,-4-2 171 16,2 2 76-16,-3-3-197 0</inkml:trace>
  <inkml:trace contextRef="#ctx0" brushRef="#br0" timeOffset="148320.64">16924 8136 2275 0,'-12'14'0'0,"3"1"0"0,0 1 0 0,1-2 0 0,2 3 0 0,1 2 0 0,1 1 0 0,4 3 0 0,-2 2 0 0,2 1 0 0,-2 2 581 16,2-1-272-16,-1-7-135 0,1 8-69 0,-4-5 142 0,1 5-109 16,-1-8-50-16,1 3-74 0,-1-3-14 15,1-2 0-15,-3-3 0 0,2-4 0 0,1-2 0 16,-2-3 0-16,2-4 0 0,-1-2 0 0,0 0 0 16,2-2 0-16,2-9 0 15,0-7 0-15,0-6 0 0,2 0 0 0,9-3 0 0,5 0 0 16,0-1 0-16,5-3 0 0,4 3 0 0,-1 3 0 0,0 4 0 15,2-1 0-15,2 6 0 0,-3 2 0 16,-6 6 0-16,1 5 0 0,-1 3 0 0,-3 0 0 0,0 2 0 16,-5 11 0-16,1 10 0 15,-3 0 0-15,-2-1 0 0,0 8 0 0,2 0 0 16,-4 0 0-16,1 2 0 0,-1 0 0 0,1-1 0 16,-2-2 0-16,0-1 0 0,1 0 0 0,-1-1 0 15,0-3 0-15,-3-2 0 0,1 3 0 0,0-5 0 16,0 1 0-16,0 0 0 0,-2-4 0 0,0-2 0 15,0-2 0-15,0-3 0 0,0-3 0 0,0-3 0 16,0 0 0 0,0-4 0-16,0 0 0 0,0 0 0 0,0 0 0 0,0 0 0 15,-2-3 0-15,0-6 0 0,0-2 0 0,2-2-425 16,0-4-23-16,0 0 205 0,0-6 104 0,6 3-361 16,5-6 236-16</inkml:trace>
  <inkml:trace contextRef="#ctx0" brushRef="#br0" timeOffset="148531.78">17671 8198 3496 0,'1'-6'0'0,"1"4"0"0,4 0 0 0,-1 0 0 0,5 0 0 0,1-1 0 0,0 0 0 0,6 0 0 0,-2 2 0 0,10-4 0 0,-3 4 144 0,7-4 147 0,-3 3-291 0,2 0 0 16,0 0 0-16,0 1 0 0,-3-1 0 0,-1 0 0 15,1 2 0-15,-3 0 0 0,-1 0 0 0,-4 0 0 16,-6 0-407-16,0 0 110 16,-3 0 166-16,-6 7-898 0,0 3 496 0,-2 2 249 15</inkml:trace>
  <inkml:trace contextRef="#ctx0" brushRef="#br0" timeOffset="148756.04">17871 8380 3379 0,'-18'9'0'0,"1"2"0"0,2-4 0 0,3 1 0 0,3-1 0 0,4-1 0 0,5-2 0 0,0 2 0 0,0-1 0 0,9 1 0 0,10-1 402 0,7-1-252 16,0 0-150-16,4 0 0 0,2 0 0 0,0-3 0 15,-1 4 0-15,4-4 0 0,-3 1 0 0,2-2 0 16,-2 0 0-16,-4 0 0 0,-6 0 0 0,1 0 0 16,-6 0 0-16,-6 0 0 0,-4 0 0 0,-3 0 0 15,-1 0 0-15,-3 0 0 0,0-2 0 0,-7-3 0 16,-4 1 0-16,0-2 0 0,-2 1-429 0,2-1 91 15,3 2 152-15,-2-1-287 0,3 2 218 0,0 0 101 16</inkml:trace>
  <inkml:trace contextRef="#ctx0" brushRef="#br0" timeOffset="149562.43">18829 7842 2127 0,'0'-11'0'0,"-4"4"0"0,-3 3 0 0,0 3 0 0,-3-4 0 0,1 3 0 0,-1 2 0 0,-3 0 0 0,2 0 0 0,0 9 0 0,-3 5 281 0,0 7-123 0,-2 0-50 0,0 8 289 15,-2 8-175-15,2-1-93 0,2 4-45 0,2 1 341 16,3-5-425-16,0 13 0 0,6-8 0 15,1-6 0-15,2 5 0 0,0-2 0 0,7-2 0 16,9-1 0-16,0-3 0 0,5-3 0 0,2-2 0 16,1 0 0-16,0-5 0 0,2 0 0 0,3-3 0 15,-3-2 0-15,-1-1-397 0,1-4-128 16,-6-4 235-16,7 1 131 0,-6-6-709 0</inkml:trace>
  <inkml:trace contextRef="#ctx0" brushRef="#br0" timeOffset="150295.1">19430 8001 1589 0,'0'0'0'0,"0"-3"0"0,0 0 0 0,0-3 0 0,0 0 0 0,0-2 0 15,0 1 0-15,2-3 0 0,0-2 0 0,0 2 0 0,2-1 104 0,-3-2-33 0,1 2-1 0,0 2 23 16,-2-6-56-16,0 3 0 0,0 1 0 0,0-1 43 16,0 1-43-16,0-1 10 0,-7-3-10 0,-1 1 32 15,-1 1-1-15,-3-3-31 0,0 1 0 16,-4 2 72-16,0-1-41 0,-2 2 0 0,-2 2 11 16,-1 5 0-16,-1 1-42 0,-1 4 85 0,-1 0-47 15,0 4 0-15,1 11-38 0,-2 2 93 16,5 5-46-16,-1 1-15 0,6 3-9 0,2-1 75 0,4 4-50 0,5-4-24 15,4-3 47-15,0 7-108 0,0-7 0 16,6-3 0-16,6 5 0 0,2-8 0 16,2-1 0-16,4-4 0 0,1-1 0 15,-1-5 0-15,1-1 0 0,1-4 0 0,-2 0 0 0,0 0 0 16,-2-2 0-16,1-8 0 0,-4-3 0 16,-2 0 0-16,0-2 0 0,-3 0 0 15,-5-2 0-15,1 2 0 0,-4 0 0 0,0 3 0 16,-2 2 0-16,0 0 0 0,0 1 0 0,0 0 0 0,0 7 0 15,-4-2 0-15,2 1 0 0,-2 2 0 0,3 1 0 16,-1 0 0-16,2 0 0 0,-2 4 0 0,2 8 0 16,0 2 0-16,0 1 0 0,0 4 0 0,0 3 0 15,0 5 0-15,0-5 0 0,2 9 0 0,-2-2 0 16,2 4 0-16,-2 2 0 0,0 1 0 16,0 3 0-16,0-2 0 0,0 1 0 15,0 0 0-15,0 0 0 0,0-5 0 0,0 1 0 16,0-4 0-16,0-7 0 0,0 2 0 0,0-8 0 15,0 1 0-15,0-7 0 0,1-2 0 0,1-2 0 16,0-2 0-16,0-4 0 0,0 2 0 0,-2-3-281 16,2 0 97-16,-2 0 58 0,1-9-367 15,1-3 227-15,2-1 115 0,0-7 47 0</inkml:trace>
  <inkml:trace contextRef="#ctx0" brushRef="#br0" timeOffset="150510.19">19571 8296 3385 0,'6'0'0'0,"0"4"0"0,-3 0 0 0,1 4 0 0,-2 0 0 0,1 1 0 0,-1 0 0 16,2 3 0-16,0 1 0 0,0 1 0 0,0 4 338 0,-2-2-151 0,-2 1-166 0,0 4-21 0,0-2 0 16,0 1 0-16,-2-1 0 0,-4 0 0 0,-2-2 0 15,1 0 0-15,-2-6 0 0,1-1 0 0,0-3 0 16,1-3-86-16,-2-3-167 0,1-1 114 0,2 0 82 15,-1-1-788-15,7-13 408 0,-2-2 200 0,2-9 101 16,0-2-564-16</inkml:trace>
  <inkml:trace contextRef="#ctx0" brushRef="#br0" timeOffset="150704.73">19689 8127 3391 0,'7'-5'0'0,"-2"3"0"0,1 1 0 0,-3-1 0 0,4 0 0 0,1-2 0 0,5 0 0 16,0 0 0-16,6-2 0 0,1 1 0 16,3-2 229-16,2 1 82 0,-1 1-311 0,5-1 0 0,-3 2 0 0,-1 0 0 15,4 1 0-15,-6 0 0 16,-1 2 0-16,1-1 0 0,-6 2-71 0,0 0-14 0,-3 0-830 0,-3 0 473 16,-1 2 95-16,0-1 164 15</inkml:trace>
  <inkml:trace contextRef="#ctx0" brushRef="#br0" timeOffset="151033.63">20367 7783 2775 0,'7'0'0'0,"-4"0"0"0,3 0 0 0,-3 3 0 0,1 1 0 0,-2 4 0 0,1 2 0 0,-1 2 0 0,-2 3 0 0,0 4 0 0,0 3 204 0,-3 3 191 0,-8 3-178 0,-3-3-91 0,0 4-44 15,-4-1 7-15,0-1-46 0,-1-1-43 0,1-2 0 16,0-3 0-16,4-6 0 0,0 0 0 0,1-4 0 15,5-4 0-15,-1 1 0 0,2-4 0 0,3-2 0 16,2 1 0-16,0-3 0 16,2 0 0-16,0 0 0 0,2 0 0 0,9 0 0 15,6 0 0-15,5-5 0 16,3 4 0-16,3-4 0 0,2 3 0 0,2-2 0 0,2 3 0 0,1-1 0 16,1 0 0-16,2 0 0 15,-2 0 0-15,-1 2 0 0,-8 0 0 0,5 0 0 0,-10 0 0 0,0 0 0 16,-3 0 0-16,-8 0 0 15,1 2 0-15,-6 2 0 0,-4-2-50 0,-1-2-755 16,-1 1 384-16,0-1 192 0,0 0 87 0,-3 0-556 16,-5-7 331-16,0-4 166 0,-5-8 81 0</inkml:trace>
  <inkml:trace contextRef="#ctx0" brushRef="#br0" timeOffset="151238.18">20590 7831 2973 0,'-9'-6'0'0,"2"5"0"0,2-2 0 0,-1 3 0 0,1 0 0 0,0 0 0 0,2 0 0 0,1 12 0 0,2-1 0 0,0 8 0 0,0 3 216 0,0 2-90 0,0 7 265 0,0 1-182 16,0 5-193-16,0 5-16 0,0-1 0 0,0 2 0 15,-2-3 0-15,-5 10 0 0,1-6 0 0,1-1 0 16,-2-2 0-16,2-5 0 0,-2-1 0 0,3-1 0 16,-2-4 0-16,3-3 0 0,-2-7 0 0,3 1 0 15,2-6 0-15,-1-2 0 0,1-4 0 0,0-1-590 16,0-6 65-16,0-2 233 0,3 0 132 0</inkml:trace>
  <inkml:trace contextRef="#ctx0" brushRef="#br0" timeOffset="151428.25">20749 8406 3568 0,'13'0'0'0,"-1"0"0"0,-5 0 0 0,0 0 0 0,-1 5 0 0,-4 3 0 0,1-1-3 0,-3 5 0 0,2-1 1 0,-2 4 0 0,0 0 238 0,0 0-99 15,-5 2-137-15,-5 1 0 0,1 0 0 0,-4-3 0 16,2 0 0-16,-1 0 0 0,-1-6 0 0,0 0 0 16,2-1 0-16,1-6 0 0,1-1 0 0,1-1-212 15,3 0-135-15,1-1 188 0,4-12-834 0,0-6 478 16</inkml:trace>
  <inkml:trace contextRef="#ctx0" brushRef="#br0" timeOffset="151609.43">21087 8082 3931 0,'6'-5'0'0,"1"3"0"0,-2-2 0 0,6 1 0 0,-2-3 0 0,3 2 0 16,6 0 0-16,4 1 0 0,2-1 0 0,4 0 0 0,4 0 0 0,-2 1 0 0,2 0 0 0,0 2 0 0,-2-1 0 0,0 2 0 0,-7 0 0 0,0 0 0 15,-5 0-105-15,-1 0 22 0,-8 3 59 16,0 3-1020-16,-2-2 442 0,-3 0 293 15</inkml:trace>
  <inkml:trace contextRef="#ctx0" brushRef="#br0" timeOffset="151831.03">21629 7801 3468 0,'0'-3'0'0,"0"0"0"0,0 1 0 0,0 2 0 0,0 0 0 0,0 2 0 0,0 10 0 0,0 5 0 0,0 5 0 0,0 3 0 0,0 5 186 0,0 1-80 15,0 5 65-15,0 2-171 0,0-1 0 0,0 1 0 16,0 0 0-16,0-5 0 0,0 1 0 0,2-2 0 16,0-1 0-16,3-6 0 0,-3-4 0 0,-1-1 0 15,1-3 0-15,0-6 0 0,-2-1 0 0,2-3 0 16,-2-2 0-16,0-4-496 0,0-1 180 0,0 0 140 16,0 0 68-16,2-8-795 15</inkml:trace>
  <inkml:trace contextRef="#ctx0" brushRef="#br0" timeOffset="152122.96">21911 7711 3931 0,'19'0'0'0,"6"3"0"0,-1 5 0 0,0-1 0 0,1 6 0 0,-2 1 0 0,3 4 0 0,-1 0 0 0,-4 4 0 0,4 6 0 0,-2 4 0 0,-7 2 0 16,-2 1 0-16,-7 5 0 0,-3 3 0 0,-4 1 0 15,0-3 0-15,-17 4 0 0,-4 0 0 0,-3 0 0 16,-4 1 0-16,-4-3 0 0,0-3 0 0,0-4 0 16,0-1 0-16,6-11 0 0,-3 0 0 0,4-3 0 15,4-9 0-15,-2 3 0 0,7-7 0 16,0-2 0-16,7-2 0 0,-3-1 0 16,7-3 0-16,-1 2 0 0,3-2 0 0,1 0 0 15,0 2 0-15,2-2 0 0,0 0 0 0,0 2 0 16,0 0 0-16,0-2-49 0,0 0-909 0,5 0 462 15,3 0 230-15,4 0 116 0,-1 0-704 0</inkml:trace>
  <inkml:trace contextRef="#ctx0" brushRef="#br0" timeOffset="152420.81">23068 7769 3243 0,'0'0'0'0,"0"0"0"0,0 0 0 0,0 0 0 16,0 0 0-16,-5 6 0 0,-2 2 0 0,-2 2 0 0,0 4 0 0,-3 3 0 0,-4 8 487 0,-2 2-286 0,-5 9-201 0,-1-2 0 0,1-1 0 15,-9 10 0-15,2-3 0 0,-2-1 0 0,-2 2 0 16,0-2 0-16,4-6 0 0,-5 9 0 15,5-9 0-15,0-1 0 0,5-7 0 0,0 1 0 0,2-3 0 0,0-5 0 16,6-3 0-16,-2-4 0 0,2-1 0 0,4-5 0 16,1-2-322-16,3-3 79 0,0 0-667 15,6-6 437-15,-2-13 220 0</inkml:trace>
  <inkml:trace contextRef="#ctx0" brushRef="#br0" timeOffset="152695.57">22435 7814 2882 0,'5'-4'0'0,"0"2"0"0,2 2 0 16,2 0 0-16,2 0 0 0,-1 6 0 0,8 7 0 0,0 2 0 0,5 6 0 0,3 2 0 0,3 6 749 0,2 7-449 0,-2-1-300 0,1 5 0 0,2 4 0 0,-2-1 0 16,0 3 0-16,0-1 0 0,0 1 0 15,-3-4 0-15,5-3 0 0,-2-4 0 0,-3-8 0 16,1 1 0-16,-4-3 0 0,-1-5 0 0,-8-7 0 15,0 0 0-15,-6-6 0 0,-1-3 0 0,-3 0 0 16,-2-4 0-16,-1 0 0 0,-2 0 0 16,0 0 0-16,0-6 0 0,0-1 0 0,0-2 0 0,0 0 0 15,-5 1 0-15,3 1 0 0,-1-1 0 0,1 1 0 16,0 0 0-16,0 1 0 16,2 1 0-16,0 1-652 0</inkml:trace>
  <inkml:trace contextRef="#ctx0" brushRef="#br0" timeOffset="153517.25">23831 7850 1663 0,'0'-15'0'0,"-3"1"0"0,-4 3 0 0,0 2 0 0,1-2 0 0,-4 4 0 0,-1-1 0 0,2 7 0 0,-3-2 0 0,0 3 0 0,-1 0 202 0,-2 7-83 16,-4 10 246-16,2 4-155 16,-1 3-91-16,0 7-42 0,2 0 324 0,2 3-183 0,2 0-90 15,3 0-37-15,4 0 136 0,3-2-116 0,2-1-111 16,0 0 0-16,0-2 0 0,6-4 0 16,7 3 0-16,0-3 0 0,3 0 0 15,0-5 0-15,1-2 0 0,-2 0 0 0,4-3 0 0,-3 0 0 16,3-5 0-16,-1 0 0 0,-1-3 0 0,0-3 0 15,-3-2-593-15,2-2 151 0,-2 0 203 0,2 0 101 16,-4 0-282-16,4-8 183 0,-1-2 104 0</inkml:trace>
  <inkml:trace contextRef="#ctx0" brushRef="#br0" timeOffset="153898.9">23968 7970 2514 0,'-7'-12'0'0,"3"7"0"0,1 2 0 0,3-5 0 16,0-2 0-16,0 2 0 0,8-1 0 0,10 0 0 0,2-1 0 0,6 6 0 0,-1-2 259 0,1 5-111 0,3 1-56 15,-3 0 154-15,-2 0-96 0,4 8-62 0,-9 3 27 0,-1 5-39 16,-4 2 0-16,-5 2-23 0,-5 3-7 16,-4 5-10-16,0 1-4 0,-9 1-32 0,-9-1 0 15,-2 1 0-15,-3 0 0 0,-1-1 0 0,-3-3 0 16,4-3 0-16,-2-2 0 0,4-6 0 0,-2-2 0 15,3-5 0-15,-1-1 0 0,5-6 0 0,-1 1 0 16,6 0 0-16,-1-2 0 0,3 0 0 0,3 0 0 16,1 0 0-16,3 0 0 15,-1 0 0-15,3 0 0 0,0 0 0 0,0 0 0 0,9 0 0 0,3 0 0 16,4 4 0-16,0 0 0 16,3-2 0-16,4-1 0 0,1 2 0 15,-3-3 0-15,5 0 0 0,4 0 0 0,-3 0 0 0,1 0 0 16,-3 0 0-16,-2 0 0 0,2-3 0 0,-2 2 0 15,-3-4 0-15,-1 4 0 0,-2-1 0 0,-2 0-890 16,-3 0 404-16,2 0 229 0,-3 1 110 0,1 1-638 16,-3-3 374-16</inkml:trace>
  <inkml:trace contextRef="#ctx0" brushRef="#br0" timeOffset="154107.4">24497 8229 2573 0,'5'-4'0'0,"-1"3"0"0,-1-2-1 0,1 3 1 0,0 0 0 0,-1 0 0 0,1 0 0 0,1 8 0 16,0 2 0-16,-1 1 0 0,-1 3 316 0,-2-1-130 0,-1 5-80 0,0-1 188 0,0 3-129 16,-1 1-65-16,-6 0 92 0,-5 0-192 0,1-3 0 15,-3 2 0-15,2-2 0 0,-1-1 0 16,-3-3 0-16,4-2 0 0,-3-2 0 16,1-1 0-16,1-3 0 0,2-3-299 0,2-1 4 15,-1-2 168-15,2 0-33 16,5 0-594-16,1-2 358 0,2-10 180 0,0-2 90 0,0-5-256 0</inkml:trace>
  <inkml:trace contextRef="#ctx0" brushRef="#br0" timeOffset="154322.54">24759 8064 3546 0,'-5'0'0'0,"1"0"0"0,2 0 0 16,-2 0 0-16,4 0 0 0,0 0 0 0,4-2 0 0,7 0 0 0,5-1 0 0,7 0 0 0,0 2 385 0,5-3-385 0,0 0 0 16,3 2 0-16,0 1 0 0,0-2 0 0,-5 2 0 0,6-1 0 15,-6 2 0-15,-4 0 0 0,1 0 0 0,-4 0-446 0,-3 0 137 16,0 0 168-16,-7 0 89 16,2 0-938-16,-3 0 477 0</inkml:trace>
  <inkml:trace contextRef="#ctx0" brushRef="#br0" timeOffset="154546.44">25360 7739 3352 0,'0'-1'0'0,"-2"1"0"0,2 0 0 15,-2 0 0-15,2 1 0 0,0 6 0 0,0 5 0 0,0 4 0 0,0 0 0 0,0 8 0 0,2-2 448 0,0 7-317 0,1 1-131 0,0 4 0 16,-1-3 0-16,-2 5 0 0,0-2 0 0,0 0 0 0,0-1 0 15,0-1 0-15,0-2 0 0,0 1 0 0,0-7 0 16,0 6 0-16,0-7 0 0,0-1 0 0,0-3 0 16,0-2 0-16,0-7-105 0,0-2-44 0,2-4-12 15,3-1-821-15,2-3 473 0</inkml:trace>
  <inkml:trace contextRef="#ctx0" brushRef="#br0" timeOffset="154747.51">25606 8150 3695 0,'6'0'0'0,"-1"0"0"0,1 2 0 0,-2 2 0 0,-3 1 0 0,1 5 0 0,0 0 0 16,0 1 0-16,-2 4 0 0,1-1 0 0,-1 5 152 0,0 0-68 0,0-1-84 0,-3 5 0 0,-6 2 0 0,-1-4 0 16,-1 1 0-16,0-5 0 0,0 2 0 0,-1-4 0 15,0-2 0-15,0-2 0 16,1-5 0-16,1-2 0 0,3-3-19 0,-1-1-960 15,4 0 471-15,1 0 236 0,3-8 118 0</inkml:trace>
  <inkml:trace contextRef="#ctx0" brushRef="#br0" timeOffset="154925.99">25768 8002 3805 0,'7'0'0'0,"0"0"0"0,1 0 0 0,7-1 0 0,2-7 0 0,7-2 0 0,3 2 0 0,5-1 0 0,5 0 0 0,5-1 0 0,-8 5 126 0,3-2-126 16,1 1 0-16,-1 2 0 0,-3 3 0 0,-2-2 0 0,-2 2 0 15,-4 1 0-15,-3 0-539 0,-2 0 113 0,1 0 239 16</inkml:trace>
  <inkml:trace contextRef="#ctx0" brushRef="#br0" timeOffset="155300.67">26438 7720 2685 0,'0'-1'0'0,"4"-1"0"0,7-1 0 0,2 0 0 0,2 1 0 0,4 0 0 0,2 2 0 0,7 0 0 0,-2 0 0 0,-2 0 0 0,-1 7 115 0,-4 3 173 16,-2 1-117-16,-2 0-72 0,-7 2-53 15,-2 3-10-15,-6 1-1 0,0 1 1 0,-11-1-41 0,-9 5 16 16,-2-6 0-16,-5 1 110 15,4-4-42-15,-1 0 0 0,7-6-35 0,0 2 36 16,10-4-80-16,0-2 0 0,1 0 0 0,6 0 0 16,0-1 0-16,2 0 0 0,9 2 0 0,8 0 0 15,5 0 0-15,-2 4 0 0,1 0 0 0,4 3 0 16,-2 3 0-16,-3-2 0 0,0 3 0 0,-7 2 0 16,-2 1 0-16,-4 0 0 0,-5 3 0 15,-4-2 0-15,0 5 0 0,-9-4 0 0,-10 2 0 16,-5-4 0-16,-1-1 0 0,-3-2 0 0,-2-4 0 15,2-2 0-15,-2-3 0 0,0-2 0 0,0-1 0 16,0-3 0-16,5 0 0 0,5 0 0 0,0-8 0 16,8-6-381-16,1-1-95 15,8-8 221-15,3-3 109 0,2-9-402 0</inkml:trace>
  <inkml:trace contextRef="#ctx0" brushRef="#br0" timeOffset="155515.25">26831 7672 3502 0,'26'0'0'0,"4"2"0"0,-3 3 0 0,2 2 0 0,2 6 0 0,-1 2 0 0,2 4 0 0,1 6 0 0,-3 1 0 0,2 2 0 0,-4 4 429 0,-1 4-429 0,-9-2 0 0,0 9 0 16,-8-2 0-16,-8 3 0 0,-2-1 0 0,-5 1 0 16,-20 2 0-16,-5-1 0 0,-5-4 0 0,0-2 0 15,-2-2 0-15,-3-6 0 0,4-6 0 0,-8-1 0 16,10-8 0-16,0 0 0 0,9-7 0 0,1-3 0 15,12-4 0-15,-5-2 0 0,9 0 0 0,3 0-162 16,5-2 29-16,0-8 55 0</inkml:trace>
  <inkml:trace contextRef="#ctx0" brushRef="#br0" timeOffset="155684.71">27666 8562 345 0,'-4'0'0'0,"4"0"0"0,0-5 0 0,0-4 0 0,-5 0 0 0,-2-1 1153 0,0 3-589 0,-4-2-300 0,-1-1-697 0</inkml:trace>
  <inkml:trace contextRef="#ctx1" brushRef="#br0">20932 17313 0,'0'0'16,"0"0"-1,0 0-15</inkml:trace>
  <inkml:trace contextRef="#ctx0" brushRef="#br0" timeOffset="156603.18">10956 9760 3095 0,'0'0'0'0,"0"0"0"0,0 3 0 0,6 1 0 0,3-2 0 0,3 0 0 0,1 0 0 0,4 0 0 0,1-1 0 0,3 2 0 0,2-1 623 0,9 1-410 0,-4-3-213 0,-1 4 0 16,3-2 0-16,0 0 0 0,-3-1 0 0,3 1 0 16,-4 2 0-16,-5 0 0 0,4-2 0 0,-5 1 0 15,-1 3-21-15,-1-1-85 0,-4 4-1015 0,-3-2 472 16</inkml:trace>
  <inkml:trace contextRef="#ctx0" brushRef="#br0" timeOffset="156772.65">11097 10208 3931 0,'-15'6'0'0,"6"5"0"0,3-1 0 0,4-6 0 0,2 1 0 0,0-1 0 0,10 0 0 0,12-2 0 0,6-2 0 0,6 0 0 0,9 0 0 0,-9 0 0 0,5 0 0 15,-3 0 0-15,1-2 0 0,2 2 0 0,-4 0 0 16,1 0 0-16,-3 0 0 0,-1 2-14 0,0 7-53 16,-5 1 52-16</inkml:trace>
  <inkml:trace contextRef="#ctx0" brushRef="#br0" timeOffset="157560.88">12215 9518 1880 0,'0'-29'0'0,"0"8"0"0,0 5 0 0,-2 1 0 0,-1 2 0 0,3-3 0 0,-1 7 0 0,1 2 0 0,0 0 0 0,0 6 0 0,0-1 453 15,0 2-208-15,0 0-103 0,1 15-52 0,4 6 320 16,-1 8-190-16,-1 4-91 0,3 9-46 0,-4 8 196 16,-1 2-279-16,1 9 0 15,-2 8 0-15,2 1 0 0,-2 5 0 0,0 16 0 0,0 1 0 0,0-3 0 16,0 20 0-16,2-13 0 16,0 3 0-16,-1 5 0 0,2-15 0 15,1 15 0-15,1-25 0 0,1 5 0 0,1-7 0 0,0-6 0 0,2-8 0 16,0 5 0-16,-4-16 0 0,5-1 0 0,-1-6 0 15,-3-10 0-15,1 1 0 0,-3-12 0 16,0 0 0-16,-2-7 0 0,0-3 0 0,-2-7 0 0,0-3 0 16,0-1 0-16,0-3 0 15,-2 0 0-15,-4-2-24 0,0-10-744 0,3-8 356 16,1-8 191-16,2-10-735 0</inkml:trace>
  <inkml:trace contextRef="#ctx0" brushRef="#br0" timeOffset="157816.14">12856 9329 3829 0,'-7'-1'0'0,"7"-1"0"0,0 2 0 0,0-2 0 0,4 0 0 0,10-1 0 0,4 2 0 0,5 0 0 0,3-5 0 0,8 1 0 0,3-1 102 0,0 0-102 0,0 0 0 16,-2 2 0-16,-1 1 0 0,2 1 0 0,-4 1 0 15,-2 1 0-15,-2 0 0 0,-7 0-381 0,1 0 24 16,-3 0 192-16,-2 0 102 0,-4 0-1027 0,-2 0 526 16</inkml:trace>
  <inkml:trace contextRef="#ctx0" brushRef="#br0" timeOffset="157982.24">13349 9117 2326 0,'0'-7'0'0,"0"3"0"0,0 3 0 0,1-4 0 0,8 4 0 0,0-1 0 0,6-1 0 0,2 2 0 0,4 1 0 0,-1 0 0 0,1 0 340 0,-2 6-141 16,-3 3-86-16,2 4-38 0,-6 0 204 0,-3 4-121 0,-4 0-60 0,-3 3-311 16,-2 5 121-16,-2 0 65 0,-12-1 32 0,0 2-587 15,-7-1 310-15,0-3 164 16,-1 1 68-16,-3 0-800 0,-3-5 401 0</inkml:trace>
  <inkml:trace contextRef="#ctx0" brushRef="#br0" timeOffset="158173.78">13141 9632 3227 0,'-4'23'0'0,"1"3"0"0,3-1 0 0,-1-3 0 0,1 4 0 0,0-1 0 0,0 3 0 0,0-2 0 0,0 2 0 0,4-2 0 0,0-5 208 0,3 2 138 16,-1-3-196-16,1-1-150 0,-1-4 0 0,3 0 0 15,1-7 0-15,-3 1 0 0,7-1 0 0,-4-7 0 16,2-1 0-16,3 0 0 0,-2 0-467 0,2-3 213 16,-2-12 141-16,1 1 71 0,-4-4-777 0,2-7 386 15,-4-1 198 1,-3-2-214-16</inkml:trace>
  <inkml:trace contextRef="#ctx0" brushRef="#br0" timeOffset="158320.69">13265 9399 2818 0,'-6'0'0'0,"2"0"0"0,2 0 0 0,-2 0 0 15,2 1 0-15,2 7 0 0,0 1 0 0,0-5 0 0,0 7 0 0,6-4 0 0,0 2 306 16,3-1-134-16,1-1-269 0,0 2 63 0,2 1 36 0,1-3-1 0,1 1-778 0,2-2 407 16</inkml:trace>
  <inkml:trace contextRef="#ctx0" brushRef="#br0" timeOffset="158515.25">13966 9245 3421 0,'0'0'0'0,"3"0"0"0,8 0 0 0,0-2 0 0,5 1 0 0,0-2 0 0,7 2 0 0,1-4 0 0,3 0 0 0,8 1 0 0,1-2 158 0,5-1-61 0,1-1-30 0,-1 3-459 15,-6 0 224-15,13-3 97 0,-9 2 55 0,-3-1-727 16,-1 1 389-16,-1-2 196 0,-10 1-348 0</inkml:trace>
  <inkml:trace contextRef="#ctx0" brushRef="#br0" timeOffset="158703.26">14587 9003 2688 0,'-2'-2'0'0,"2"0"0"0,0 0 0 0,4-2 0 0,11 1 0 0,6 1 0 16,0 0 0-16,2 0 0 0,7 2 0 0,-2 0 0 0,1 0 187 0,-1 8-76 0,-3 1 236 0,-4 0-145 0,-3 2-88 16,-4 3-38-16,-7 1-119 15,-5 3 40-15,-2 6 0 0,-9-2 49 0,-12 1-530 0,-4 0 261 0,-3 0 130 16,-4 0-297-16,-2-1 172 0,-5 3 117 0,-3-6-751 16</inkml:trace>
  <inkml:trace contextRef="#ctx0" brushRef="#br0" timeOffset="158932.07">14361 9429 2764 0,'0'11'0'0,"0"3"0"0,2-2 0 0,0 4 0 0,4 2 0 16,0 7 0-16,-1-1 0 0,1 3 0 0,-1 3 0 0,-1 1 0 0,2 1 134 0,-2 5 732 0,-2-3-699 0,-1 2-167 0,1 0 0 0,0 0 0 16,0-2 0-16,-2-1 0 15,0-1 0-15,0 0 0 0,0-3 0 0,0 0 0 16,0-4 0-16,-7-5 0 0,-1 4 0 0,-2-7 0 15,-1-3 0-15,-4-5 0 0,0-1 0 0,-4-4 0 16,-3-1 0-16,1-3 0 0,-5 0 0 0,-2 0 0 16,-1-3 0-16,1-3 0 0,0-7 0 0,2-2-313 15,2-3 115-15,3-7-699 0,4-7 431 0,2-9 215 16,8-5 107-16</inkml:trace>
  <inkml:trace contextRef="#ctx0" brushRef="#br0" timeOffset="159057.47">14264 9403 2943 0,'12'-6'0'0,"-2"4"0"0,-2 2 0 0,-1 0 0 0,-1 0 0 0,-2 0 0 0,2 0 0 0,-3 5 0 0,4 5 0 0,1-1 0 0,-2 1 125 15,3 1 18-15,-2 3-54 16,4-2-25-16,1 4-1 0,5-1-918 0</inkml:trace>
  <inkml:trace contextRef="#ctx0" brushRef="#br0" timeOffset="159257.57">15069 9251 3680 0,'9'-12'0'0,"9"6"0"0,6 1 0 0,6-5 0 0,2 2 0 0,4 0 0 0,5-1 0 0,1-1 0 0,6 1 0 0,5-1 0 0,0 1 222 16,0 1-193-16,-3 1-29 0,-6 1 0 0,7 3-327 15,-7-1 56-15,-8 2 153 0,-4-1 77 0,-6 2-880 16,-10-1 487-16</inkml:trace>
  <inkml:trace contextRef="#ctx0" brushRef="#br0" timeOffset="159453.76">15768 8918 2461 0,'8'-8'0'0,"3"1"0"0,4 1 0 0,2 1 0 0,1 3 0 0,5 0 0 0,2 2 0 0,0 0 0 0,0 2 0 0,0 8 0 0,-3 3 190 0,-2 0-68 0,-4 0 226 0,-1 4-156 16,-7-1-78-16,-5 5-39 0,-3 2-144 0,0-2 62 15,-15 3 17-15,-3-2-1 0,-7 3-483 0,-5-4 254 16,-7 1 129-16,1-5-624 0,-13 3 294 0,2-2 203 16,-4-3-188-16,0-4 185 0,8-1 93 15</inkml:trace>
  <inkml:trace contextRef="#ctx0" brushRef="#br0" timeOffset="159858.37">15511 9258 1843 0,'-10'0'0'0,"5"0"0"0,3 0 0 0,2 0 0 0,0 0 0 0,2 0 0 0,3 10 0 0,7 3 0 0,-3 3 0 0,2 9 0 0,-3 3 371 0,-2 4-168 0,-3 5-74 0,-1 9-52 15,-2-3 537-15,0 2-290 0,-5 1-144 0,-4-3-72 16,-3-7-26-16,1 1-82 0,-1-2 0 0,1-3 0 16,2-2 0-16,-1-5 0 0,3-6 0 0,-1-2 0 15,3-7 0-15,1-4 0 0,1 0 0 0,-2-6 0 16,3 0 0-16,0-5 0 0,2-9 0 0,0-8 0 15,0-3 0-15,2-3 0 0,10-4-70 16,1 0-155-16,2 1 95 0,4 0-99 16,2 3 96-16,0 2 49 0,2 5 16 0,2 4 76 15,-1 4 0-15,3 6-43 0,-7 5 161 0,1 2-81 16,-2 0-49-16,-3 3 9 0,-4 11 121 0,-3 1-67 16,-5 3-44-16,-4 1 22 0,0 2 70 0,-4 0-14 15,-11-1-42-15,2-5 81 0,-6-2-52 0,1-1-5 16,-5-5-64-16,2-6-11 0,3-1 0 0,-3 0 0 15,4-1 0-15,0-6 0 16,4-7 0-16,1 2 0 0,3-2 0 0,4 1 0 16,1 3 0-16,4 3 0 0,0 0 0 0,0 1 0 15,6 4 0-15,8 2 0 0,9 0 0 0,2 2 0 16,3 11 0-16,2 4 0 0,6 4 0 0,-3 1 0 16,3 2 0-16,-2-1 0 0,-4-2 0 0,3 1 0 15,-1 1 0-15,0-4 0 0,-2 0 0 0,0-5 0 16,0-2-1192-16,0-5 572 0</inkml:trace>
  <inkml:trace contextRef="#ctx0" brushRef="#br0" timeOffset="160125.67">16467 8819 3382 0,'2'-13'0'0,"2"11"0"0,-1 2 0 0,-1 0 0 0,0 3 0 16,0 15 0-16,0 4 0 0,-1 8 0 0,1 6 0 0,2 11 0 0,1 14 537 0,-4 1-525 0,3-2-12 0,-2 19 0 0,0 0 0 15,-1 13 0-15,1 0 0 0,0 2 0 0,0-11 0 16,0 28 0-16,-2-6 0 0,0 6 0 0,0 1 0 16,0-1 0-16,0 0 0 0,0-1 0 0,0-2 0 15,-2-1 0-15,2-6 0 0,0-4 0 0,0-19 0 16,0 1 0-16,2-8 0 0,5-15 0 15,-1 3 0-15,2-8 0 0,-3-15 0 0,-1 5 0 0</inkml:trace>
  <inkml:trace contextRef="#ctx0" brushRef="#br0" timeOffset="161028.51">13471 10537 1493 0,'4'-2'0'0,"0"0"0"0,0-3 0 0,-1-3 0 0,1-4 0 0,1 0 0 0,-3-4 0 0,2-1 0 0,-1 0 0 0,2-4 0 0,-3 0 90 0,0 0-31 16,-2-1 14-16,0 1 1 0,0 0-39 16,-2 1 25-16,-8 1-15 0,-3 2-9 0,-4 0 0 0,2 6 27 15,-4 1 1-15,-3 4-28 0,-1 5 48 0,-5 1-9 16,2 0-40-16,-3 13 1 0,1 6 101 0,4 1-50 15,0 3-17-15,5 3-9 16,4-2 130-16,3 4-78 0,5-3-39 0,7-4 142 0,0 2-94 16,0-3-44-16,6 0 1 0,9-1 1 15,1-5 0-15,5-3-35 0,6 0-63 0,-4-5 27 16,2-4-1-16,2-2 28 0,-1 0-38 0,-5 0 8 16,-1-8 30-16,1-3-7 0,-4-2-112 0,-2-2 42 15,-4-2 36-15,-3 1-95 0,-1 2 54 0,-3-1 2 16,-2 2 23-16,0 2 80 0,-2 1-31 0,0 3-12 15,0 0 221-15,0 4-237 16,-2 1 0-16,-2 2 0 0,-1 0 0 0,3 4 0 16,0 11 0-16,2 4 0 0,0 5 0 0,0 0 0 15,2 8 0-15,3 0 0 0,6 8 0 0,-1-1 0 16,-1 5 0-16,0-1 0 0,-1 0 0 0,-2-4 0 16,0 10 0-16,-1-6 0 0,-1-2 0 0,-1-5 0 15,-1 2 0 1,0-2 0-16,0-4 0 0,-2-5 0 0,2-2 0 0,-2-2 0 0,0-5 0 15,0-5 0-15,2-1 0 0,0-5 0 16,0-3-666-16,2-2 234 0,1-2 197 0,2 0 91 16,5-5-656-16,-1-5 382 0</inkml:trace>
  <inkml:trace contextRef="#ctx0" brushRef="#br0" timeOffset="161231.91">13911 10730 3580 0,'-17'0'0'0,"6"0"0"0,9 4 0 0,0-2 0 16,2-2 0-16,0 0 0 0,0 2 0 0,7-2 0 0,8 0 0 0,6 0 0 0,4 0 351 0,1 0-351 0,4-2 0 0,-6 0 0 0,10-2 0 16,-2 3 0-16,-2-3 0 0,-1 2-6 0,-4 0-237 15,-4 2 148-15,2 0-720 0,-3 0 426 16,-1 0 212-16,2 0-33 0,-3 0-321 0</inkml:trace>
  <inkml:trace contextRef="#ctx0" brushRef="#br0" timeOffset="161524.76">14605 10383 2683 0,'2'0'0'0,"0"2"0"0,0 9 0 15,-2 0 0-15,0 4 0 0,0 3 0 0,-6 4 0 0,-3 1 0 0,-2 3 0 0,-1 0 0 0,0 2 331 0,-4-1-138 0,0-1 164 0,-1-1-160 16,0-3-81-16,2-6-62 0,0 2-54 0,1-5 0 0,3-4 0 0,6-4 0 16,0-1 0-16,0-2 0 0,3-2 0 0,2 0 0 15,0 0 0-15,14 0 0 0,9-6 0 0,4-2 0 16,5-2 0-16,4 1 0 16,7-3 0-16,0 5 0 0,-1 0 0 0,2-1 0 15,0 1 0-15,-5 4 0 0,2 0 0 0,-3 0 0 16,-4 2 0-16,-3 1 0 0,-8 0 0 0,0 0-362 15,-4 0 151-15,-6 0 87 0,-4 0 43 16,-1 0-609-16,-6 0 327 0,-2 0 154 0,0 0-431 0,0-5 301 16,-5-9 152-16</inkml:trace>
  <inkml:trace contextRef="#ctx0" brushRef="#br0" timeOffset="161698.23">14878 10368 2469 0,'-13'-12'0'0,"1"7"0"0,5 3 0 0,0 2 0 0,1 0 0 0,0 2 0 0,4 13 0 0,0 5 0 0,2 4 0 0,0 8 0 0,0 1 123 0,0 10-44 0,0 1 1 0,0 2-44 16,0-5 9-16,0 14 815 0,0-6-621 0,0-2-239 16,0-4 0-16,0 0 0 0,0-9 0 15,0 4 0-15,0-4 0 0,0-4 0 0,0-8 0 0,0 2-244 16,4-6-121-16,6-5 156 0,1-6 114 0,6-3-924 16,1-4 492-16</inkml:trace>
  <inkml:trace contextRef="#ctx0" brushRef="#br0" timeOffset="161860.23">15218 10592 2960 0,'9'-13'0'0,"1"7"0"0,5 0 0 0,2 2 0 0,-1 1 0 0,3 1 0 0,8 0 0 0,3 2 0 0,4 0 0 0,7 0 0 0,1 0 176 0,0 0-69 0,-6 0-29 15,5 0 10-15,6 0-52 0,-13 0 0 0,0 0-586 16,-2 0 294-16,-4 2 145 0,-7 0 83 0,-8-2-794 15</inkml:trace>
  <inkml:trace contextRef="#ctx0" brushRef="#br0" timeOffset="162028.49">15905 10167 3931 0,'5'-6'0'0,"2"3"0"0,-2 3 0 0,1 0 0 0,-3 3 0 0,1 18 0 0,2 7 0 15,-2 12 0-15,0 6 0 0,-2 5 0 0,-1 3 0 0,-1 14 0 0,0-4 0 0,0 2 0 0,0-4 0 16,0 15 0-16,0-5 0 0,0-2 0 0,0 0 0 16,0 2 0-16,0 0-428 0</inkml:trace>
  <inkml:trace contextRef="#ctx0" brushRef="#br0" timeOffset="162894.38">13056 11569 1634 0,'-9'-16'0'0,"1"2"1"0,2 1 0 0,1 1 0 0,5-1 0 0,0-2-1 0,0-3 1 0,2 3 0 0,15-1-1 0,1 1 1 0,7 1 123 0,-1 2 239 0,5 3-163 16,1 2-73-16,0 3 64 0,2 3-77 0,0 1-40 15,-2 0 1-15,-2 7 85 0,-6 4-54 16,4 8-39-16,-8 0 0 0,-4 3-38 16,-4 3 6-16,-4 1 1 0,-6 2-48 0,0 1 19 15,-2 1 0-15,-14-1 29 0,-2 1-27 0,-5-1-1 16,-1-1 37-16,-5-2 41 0,1-5-29 0,-2-2 1 15,0-6-51-15,2-2 182 0,4-3-164 0,-2-3-25 16,3-3 0-16,0 0 0 0,9-2 0 0,2 0 0 16,3 0 0-16,5 0 0 0,2 0 0 0,2 0 0 15,0-2 0-15,9 0 0 0,10-1 0 0,8-2 0 16,1 2 0-16,4 1 0 0,2 1 0 0,5-2 0 16,0 3 0-16,7 0 0 15,-13 0 0-15,7 0 0 0,-5 0 0 0,1 0 0 16,-5 6 0-16,2-4 0 0,-5 2 0 0,0 1 0 15,-2-1 0-15,-3-1-208 0,4 2 62 0,-6-1-777 16,2-2 444-16,2-2 221 0,1 0 111 0</inkml:trace>
  <inkml:trace contextRef="#ctx0" brushRef="#br0" timeOffset="163065.84">14055 11529 3286 0,'0'0'0'0,"2"0"0"0,1 0 0 0,2 0 0 0,2 0 0 0,2 1 0 16,7-1 0-16,4 0 0 0,5 2 0 0,1-2 0 0,4 0 174 0,2 0-73 0,2 0-6 0,-2 0-29 0,3 0 0 15,-3 0-29-15,2 0-600 0,-1 0 296 16,-6 2 152-16,-4-2 76 0,-1 0-797 16,-5 0 437-16</inkml:trace>
  <inkml:trace contextRef="#ctx0" brushRef="#br0" timeOffset="163238.51">14579 11225 3152 0,'2'-8'0'0,"1"6"0"0,-2 1 0 0,3 1 0 0,0 3 0 0,1 12 0 0,1 9 0 0,1 6 0 0,1 8 0 0,-2 3 0 0,-3 4 105 0,1-3 569 0,-2 12-674 0,-1-3 0 15,3-1 0-15,0 0 0 0,4-2 0 0,-1 1 0 16,4-1 0-16,-1-1-215 0,-1 1 86 0,2-3 82 15</inkml:trace>
  <inkml:trace contextRef="#ctx0" brushRef="#br0" timeOffset="163624.28">15167 11497 3307 0,'-11'0'0'0,"2"1"0"0,3 7 0 0,3-4-1 0,0 0 0 0,3 0 0 0,0-3 0 0,0 3 1 0,10-3-1 0,10-1 0 0,8 0 625 0,2 0-618 0,4-1-6 16,4-4 0-16,0-4 0 0,-1-2 0 0,-1 5 0 15,-1-5 0-15,-1 3 0 0,-1 3 0 0,-3 2 0 16,-5-1 0-16,-4 2-48 0,2 0-16 0,-5 0 49 15,-1 2-1046-15,-2 0 484 0,-1-2 270 0</inkml:trace>
  <inkml:trace contextRef="#ctx0" brushRef="#br0" timeOffset="163978.81">15770 11226 2044 0,'7'-15'0'0,"3"2"0"0,1 2 0 0,4-1 0 0,0-1 0 0,5 6 0 0,1-2 0 0,2 5 0 0,-2 2 0 0,1 0 0 0,1 2 420 0,-2 0-195 0,0 4-94 0,-7 7 68 16,-1 3-80-16,-3-1-41 0,-6 5 7 0,-2 1-9 16,-2 2-39-16,-4 2 0 0,-10-3 85 0,-2 0-43 15,0-6 10-15,0 0-53 0,0-2 118 0,6-5-154 16,-1-1 0-16,4 0 0 0,2-4 0 0,3-2 0 16,2 0 0-16,0 0 0 0,7 0 0 0,11 0 0 15,4 0 0-15,2 2 0 0,2 3 0 0,4 1 0 16,2-1 0-16,-2 7 0 15,-7-1 0-15,6 6 0 0,-8 1 0 0,-11-1 0 16,3 8 0-16,-8-4 0 0,-3 2 0 0,-2 4 0 16,-9-2 0-16,-9-5 0 0,-5 3 0 0,-5-4 0 15,-2-4 0-15,-6-3 0 0,1-2 0 0,-2-3 0 16,-2-6 0-16,4-1 0 0,1 0 0 0,2 0 0 16,2-4 0-16,9-6 0 0,3 0 0 15,2-2 0-15,11 0 0 0,1-4 0 0,4 2 0 0,2 3-294 16,19 0-206-16</inkml:trace>
  <inkml:trace contextRef="#ctx0" brushRef="#br0" timeOffset="164563.37">17299 10158 3021 0,'-14'0'0'0,"7"0"0"0,1 0 0 0,3 0 0 0,3 0 0 0,0 0 0 0,0 3 0 0,2-3 0 0,10 0 0 0,9 0 0 0,2 0 321 0,7 0-147 0,-3 0-69 0,3-3 142 16,1-3-184-16,-1-2-63 0,-6 3 0 0,8-1 0 15,-5 1 0-15,-6 3 0 0,-3 0-247 0,-1 1 28 16,-6 1 137-16,-3 0 55 0,-2 5-958 16</inkml:trace>
  <inkml:trace contextRef="#ctx0" brushRef="#br0" timeOffset="164726.21">17384 10422 3327 0,'-16'8'0'0,"3"0"0"0,3-3 0 0,1 0 0 0,4-4 0 0,1-1 0 0,4 0 0 0,0 0 0 0,7 0 0 0,10 0 0 0,6 0 604 0,7 0-604 0,-2 0 0 16,2 0 0-16,4 0 0 0,-2 0 0 0,1 0 0 15,1 3 0-15,-2 2 0 0,-2 1 0 0,0 4 0 16,-4 2-790-16</inkml:trace>
  <inkml:trace contextRef="#ctx0" brushRef="#br0" timeOffset="165768.34">18386 9703 2228 0,'-5'0'0'0,"-7"-2"0"0,1 1 0 0,0 1 0 0,-3-2 0 0,3 2 0 0,-1 0 0 0,-4 0 0 0,1 8 0 0,-2 3 0 0,0 4 117 16,-3 7 441-16,-1 5-260 16,-2 6-130-16,1 5 185 0,-1 7-157 0,-1 7-183 0,1 12-13 0,3 1 0 15,4 1 0-15,4-2 0 0,4 1 0 0,4-13 0 16,4 8 0-16,0-5 0 0,2-3 0 0,11-1 0 16,8-4 0-16,5-2 0 0,6-6 0 0,2-3 0 15,2-4 0-15,3-2 0 0,0-6 0 0,-5-5 0 16,10 0 0-16,-11-4 0 15,1 0 0-15,-2-4 0 0,-6-4 0 0,1 2-319 0,-5-4-194 0,-1-1 237 32,-4-4 118-32,-2 0-741 0</inkml:trace>
  <inkml:trace contextRef="#ctx0" brushRef="#br0" timeOffset="166166.91">18843 9613 2730 0,'0'-7'0'0,"-4"5"0"0,-1 0 0 0,-2 2 0 0,2 0 0 0,-1 0 0 0,1 0 0 0,-1 11 0 0,2 2 0 16,4 6 0-16,0 5 195 0,0 7 337 0,0 1-238 0,0 11-133 0,2 0-142 0,4 4-19 15,-1 7 0-15,1 12 0 0,-4-8 0 0,1 19 0 16,-1-8 0-16,-2 5 0 0,0-3 0 0,0 0 0 16,0-7 0-16,0 16 0 15,0-13 0-15,0-3 0 0,2-10 0 0,0 1 0 31,2-10 0-31,-2-3 0 0,2-3 0 0,-1-8 0 0,-1-8 0 16,0-4 0-16,0-8 0 0,-2-2 0 0,0-5 0 0,0 0 0 0,0-4-337 0,0 0-22 0,0 0 165 16,-2 0 78-16,-3-2-332 0,1-4 205 15,-1-3 103-15</inkml:trace>
  <inkml:trace contextRef="#ctx0" brushRef="#br0" timeOffset="168538.54">19115 9936 1671 0,'-8'-2'0'0,"2"0"0"0,1 1 0 0,-1-1 0 16,3-1 0-16,3 2 0 0,-2 1 0 0,2 0 0 0,0 0 0 0,0 0 0 0,9 0 230 0,4 1-96 0,4 5-49 0,4 0 365 0,-1-2-211 0,3-1-101 0,3 1-51 15,-1 0 286-15,-1-2-167 0,-3 1-76 0,3 0-52 16,-3 0 32-16,-1 0-110 0,-2 0 0 0,-2 1 0 15,-4-2 0-15,-1 0 0 16,-2-1 0-16,-1 1-230 0,-2-2 43 0,-1 2 112 0,-1-2 65 0,-1 0-390 16,1 0 124-16,1 0 133 15,2 0-646-15,0-5 376 0</inkml:trace>
  <inkml:trace contextRef="#ctx0" brushRef="#br0" timeOffset="168862.42">19877 9606 2088 0,'5'1'0'0,"-4"3"0"0,1 4 0 0,0-1 0 0,-2 1 0 0,0 5 0 0,0 0 0 0,-5 2 0 0,-4 2 0 0,-2 6 0 0,0-3 394 16,-2 3-179-16,0-2-89 0,-1-1 40 0,2-3-56 16,-4 2-41-16,2-2 0 0,0-2 103 0,-1-4-68 15,4-2-33-15,3-1 121 0,1-4-82 0,3 0-65 16,2-2-45-16,1-2 0 0,1 0 0 15,0 1 0-15,7-1 0 0,10 0 0 0,5 0 0 0,1 0 0 16,1 0 0 0,1 0 0-16,9 0 0 0,-4 0 0 0,2 0 0 0,0 0 0 15,0 0 0-15,-2 2 0 0,0-2 0 0,-4 2 0 16,-4 0 0-16,1-2 0 0,-4 0-68 0,-3 1-102 16,-4-1 77-16,-1 0-589 15,-4 0 322-15,0 0 162 16,-4 0-512-16,-1 0 328 15,0-1 177-15</inkml:trace>
  <inkml:trace contextRef="#ctx0" brushRef="#br0" timeOffset="169039.91">20093 9553 2574 0,'-2'4'0'0,"-2"7"0"0,-1 4 0 0,1 1 0 16,-1 2 0-16,3 7 0 0,0 1 0 0,2 1 0 0,0 4 0 0,0 1 0 0,2 2 212 0,0-1-93 0,3 2 382 0,-3-2-232 0,2 3-116 0,-2-3-50 15,-1-1-103-15,1-1 0 0,0-1-162 16,0-4-1-16,1-4 100 0,-3-1 49 0,2-2-620 0,-1-6 331 16,-1-2 170-16,4-4-21 0,-2-2-340 0,3-5 228 15,3 0 105-15</inkml:trace>
  <inkml:trace contextRef="#ctx0" brushRef="#br0" timeOffset="169220.4">20531 9776 2731 0,'8'-3'0'0,"1"1"0"0,3 0 0 0,2-2 0 0,3 0 0 0,5 1 0 16,3-1 0-16,5 2 0 0,2-2 0 0,3 2 0 0,1-1 215 0,2 0-89 0,-4 3-44 16,0 0-261-16,-8 0 117 0,8 0 44 0,-8 0 28 0,-8 0-262 0,2 3 145 15,-4 0 72-15,-4-1-729 0,-1-2 380 0</inkml:trace>
  <inkml:trace contextRef="#ctx0" brushRef="#br0" timeOffset="169399.53">21121 9457 2526 0,'-5'-15'0'0,"1"8"0"0,-1 1 0 0,2 2 0 0,-1 3 0 0,2 1 0 0,2 0 0 0,0 11 0 0,0 11 0 0,0 3 0 0,2 6 650 0,3 4-297 0,4 7-163 0,-4 2-77 16,1 3-14-16,-3 0-99 0,-1-2 0 0,3-6 0 15,-1 10 0-15,3-5 0 0,0-4 0 0,-2 0 0 16,-1-4 0-16,0 1 0 0,-3-2-928 0,-1 0 460 16,0-2 113-16</inkml:trace>
  <inkml:trace contextRef="#ctx0" brushRef="#br0" timeOffset="169721.29">19684 10588 3433 0,'-25'-5'0'0,"7"5"0"0,1 0 0 0,4 0 0 0,3 0 0 0,6 0 0 0,4 3 0 0,0-3 0 0,4 0 0 0,19 0 0 0,1 0 224 0,6 0-85 0,2 0-4 15,2 0-135-15,1 0 0 0,-1 0 0 0,3 0 0 16,-4 0 0-16,1 2 0 16,-4 3-207-16,-2-1-72 0,-8 2 158 0,0-1 78 15,-8 1-353-15,-2 2 95 0,-2-1 150 0,-5-1-751 16</inkml:trace>
  <inkml:trace contextRef="#ctx0" brushRef="#br0" timeOffset="169915.49">20107 10390 3385 0,'1'-4'0'0,"-1"4"0"0,0 0 0 0,0 7 0 0,0 5 0 0,0 4 0 0,0 5 0 0,0 3 0 16,0 4 0-16,0 1 0 0,0 1 218 0,2 3-92 0,0 0 76 15,4 2-202-15,-3 0 0 0,1-3 0 0,2 0 0 0,-2-6 0 16,1 6 0-16,-1-12 0 0,0 3-76 16,-1-2 9-16,1-5-730 0,1-6 425 0,0 0 72 15,-1-3 146-15,1-5-679 0</inkml:trace>
  <inkml:trace contextRef="#ctx0" brushRef="#br0" timeOffset="170121.05">20608 10580 3719 0,'0'-4'0'0,"5"3"0"0,4-5 0 0,1 0 0 0,3 3 0 0,6-4 0 0,4 3 0 0,2-2 0 16,7-2 0-16,0 2 0 0,3 1 144 0,2 1-76 0,-1-1-68 0,3 3-259 15,-1 0 109-15,-2-1 92 16,-2 2 57-16,-1-1-961 0,-2 1 488 0</inkml:trace>
  <inkml:trace contextRef="#ctx0" brushRef="#br0" timeOffset="170446.42">21231 10340 2265 0,'2'-8'0'16,"3"1"0"-1,4 3 0-15,2-2 0 0,2 1 0 0,2 3 0 0,4 0 0 0,1 1 0 0,1 1 0 0,2 0 0 0,0 0 77 0,-3 7-18 0,1 2 1 0,-7 2-25 0,-2 3 10 0,-6-2-51 0,-5 4-1 0,-1-1 43 0,0 1-1 16,-9 0 39-16,-8-1 9 0,1 0-47 0,-4-3 188 0,3 0-94 0,1-1-47 16,8-5-15-16,-2 1 264 0,7-5-148 15,3 1-74-15,0-2-102 0,0 1-8 0,13-2 0 0,6 0 0 16,5 1 0-16,1 4 0 0,3-1 0 16,0 3 0-16,-8 0 0 0,9 6 0 15,-14 1 0-15,1 3 0 0,-4 1 0 0,-8 3 0 16,-2 0 0-16,-2 5 0 0,-6-4 0 0,-9 1 0 15,-5-4 0-15,-1-1 0 16,0-4 0-16,-7-1 0 16,6-4 0-16,1-5 0 0,-4 0 0 0,2-4 0 0,3 0 0 0,1 0 0 15,3-2 0 1,0-7-250-16,5-6-114 0,3-8 142 0,5-3-636 0,3-8 416 0</inkml:trace>
  <inkml:trace contextRef="#ctx0" brushRef="#br0" timeOffset="170695.08">21785 9435 3669 0,'0'-10'0'0,"2"9"0"0,1 1 0 16,-1 0 0-16,0 0 0 0,-1 9 0 0,5 12 0 0,-3 8 0 0,5 10 0 0,-3 9 0 0,3 12 262 0,-2 2-262 0,-2 4 0 0,1 4 0 0,-1 3 0 0,1 4 0 0,2 2 0 0,-4 1 0 0,1-1 0 15,-1 1 0-15,1-5 0 0,-2-8 0 16,1 12 0-16,-1-13 0 0,-2 0 0 0,0-3 0 16,0-13 0-16,0-1 0 0,0 2 0 15,-2-17 0-15,-1-2 0 0,-3-10 0 0,1 1 0 0,0-6 0 16,-4-4 0 0,6-4-959-16,-5-3 346 0</inkml:trace>
  <inkml:trace contextRef="#ctx0" brushRef="#br0" timeOffset="170858.02">22334 10674 3931 0,'0'0'0'0,"0"2"0"0,0 8 0 15,0-3 0-15,0 6 0 0,-4 2 0 0,-3 2 0 0,-2-2 0 0,-1 4 0 0,-3 5 0 0,-1-1 0 0,3-2 0 16,-1 3 0-16,0-3 0 0,1-1-529 0,-5 3 116 0</inkml:trace>
  <inkml:trace contextRef="#ctx0" brushRef="#br0" timeOffset="171489.65">22656 9606 2067 0,'0'0'0'15,"0"-4"0"-15,-4 4 0 0,1 0 0 0,3 0 0 0,0 0 0 0,0 8 0 0,0 6 0 0,0 6 0 0,3 11 0 0,4 7 294 0,1 3-129 0,-1 8-63 0,3 4-33 16,-3 4 325-16,0 15-183 0,-1-2-87 0,-1 7-43 15,-3 1 343-15,-2 2-424 0,0 4 0 0,0-1 0 0,0 1 0 16,0-1 0-16,0-6 0 0,0-8 0 0,0-14 0 16,0-4 0-16,0-12 0 0,3-4 0 0,1-10 0 15,1-4 0-15,-1-9 0 0,-1-2 0 0,-1-6 0 16,0-2 0-16,0-2 0 0,-2 0 0 0,0 0 0 16,0-2 0-16,0-4 0 0,-2-3 0 0,-2 1 0 15,1-3-367-15,1 1-64 0,-2-3 202 0,4 0 95 16,0 0-324-16,0-2 211 0,0-1 104 15</inkml:trace>
  <inkml:trace contextRef="#ctx0" brushRef="#br0" timeOffset="172913.77">22911 9678 2523 0,'-9'0'0'0,"7"0"0"0,2 0 0 0,0 0 0 0,0-3 0 0,11 0 0 0,8-1 0 0,6-4 0 0,4 3 0 0,3-1 0 0,11-1 403 0,-9 1-183 15,5-1-92-15,0 2-106 0,-2 2 24 0,-2 1-10 16,-3 0-441-16,-2 2 220 0,-5 0 111 0,-3 0 56 16,-3 0-710-16,-3 2 366 0,-6 1 183 15,1-3-3-15</inkml:trace>
  <inkml:trace contextRef="#ctx0" brushRef="#br0" timeOffset="173089.63">23531 9375 2835 0,'0'-9'0'0,"0"1"0"0,0 4 0 0,0 2 0 0,-2 2 0 0,2 0 0 15,0 2 0-15,0 13 0 0,0 6 0 0,0 1 0 0,0 8 214 0,0 0 346 0,2 3-262 0,-1 0-274 0,1 3-24 16,0 1 0-16,0 1 0 0,0-1 0 0,-1 1 0 16,1 1-260-16,1-1-51 0,-1 0 183 0,0-1 78 15,-1 0-921-15,-1 1 479 0</inkml:trace>
  <inkml:trace contextRef="#ctx0" brushRef="#br0" timeOffset="173287.81">23200 10383 3195 0,'-20'7'0'0,"2"1"0"0,4-1 0 0,4-5 0 0,2 1 0 0,3-3 0 0,5 0 0 0,0 0 0 0,0 0 0 16,13 0 0-16,8 0 323 0,5 0-147 0,1 0-70 0,1-3 25 0,2 1-131 15,-3 1 0-15,-4-2 0 0,3 3 0 0,-1 0 0 16,-4 0 0-16,-5 0-220 0,2 0 99 0,-7 0 87 16,0 0-761-16,-1 0 274 0,-1 0 244 0,-2 0 113 15</inkml:trace>
  <inkml:trace contextRef="#ctx0" brushRef="#br0" timeOffset="173645.59">23675 10163 2562 0,'6'-5'0'0,"1"3"0"0,2-2 0 0,3 0 0 0,-1 2 0 0,5 0 0 0,0 1 0 15,3 1 0-15,-1 0 0 0,3 0 0 0,-2 1 105 0,0 9 65 0,-2 1-67 0,-2 0-24 0,-4 5-80 16,-5-1-1-16,-2 0 39 0,-4 2-1 0,0-1-4 16,-6 3 13-16,-11 0-9 0,-2-2 147 0,4-4-74 15,-3 0-36-15,-1 0-1 0,4-4 220 0,4-1-292 16,3-3 0-16,2 2 0 0,5-6 0 0,1 3 0 15,0-4 0-15,7 2 0 0,9-2 0 0,9 0 0 16,0 4 0-16,1 0 0 16,-1 1 0-16,7 2 0 0,-6 3 0 0,-3 1 0 15,0 5 0-15,-7-1 0 0,-5 3 0 0,-2 6 0 16,-7-5 0-16,-2 7 0 0,0-3 0 0,-8 0 0 16,-4-5 0-16,-9 5 0 0,0-6 0 0,-3-2 0 15,-2-2 0-15,1-3 0 0,-5 0 0 0,4-7 0 16,5 1 0-16,-3-3 0 0,1-1 0 0,4 0 0 15,4 0 0-15,0-1 0 16,4-6 0-16,2-6-362 0,4 1-126 0,3-4 216 16,2 0 124-16</inkml:trace>
  <inkml:trace contextRef="#ctx0" brushRef="#br0" timeOffset="174479.81">24877 9561 1708 0,'2'-3'0'0,"2"-2"0"0,-2-3 0 0,0 0 0 0,3-4 0 0,0-3 0 0,0 0 0 0,1-6 0 0,-1 1 0 0,-1-1 0 0,3-5 87 0,-2 4-17 0,0-3-8 16,-4 0 0-16,2 5-26 0,-3-3 21 15,0 0-21-15,-3 5 9 0,-10 0-9 16,-4 6 55-16,-5 2-27 0,-4 5-1 0,-4 5 111 0,-1 0-61 15,-8 4-42-15,7 10-1 0,-1 5 127 16,1 4-80-16,3 3-41 0,5 0 10 0,6 2 89 16,6 1-69-16,6-4-35 0,6 0 0 0,0 0-4 15,1-7 8-15,16 3-39 0,4-5-36 0,2-6-1 16,4-3 11-16,-2-1-10 0,0-6-40 0,5 0 3 16,-9 0 36-16,2-3-78 0,-5-3 54 0,-3 0-3 15,-5-2 28-15,-1 2 58 0,-3 0-25 0,-4 3-29 16,0 2-2-16,-1-1 111 0,-1 2-113 0,0 0 0 15,0 3 0-15,-3 13 0 16,-5 7 0-16,-1 1 0 0,3 4 0 0,1 2 0 16,1 4 0-16,0 0 0 0,4 2 0 0,0-1 0 15,0 1 0-15,2 0 0 0,4-1 0 16,4 1 0-16,1 0 0 0,3-3 0 0,-3-1 0 0,1 0 0 16,-3-1-2-16,-2-2-308 15,-3-2 141-15,-2-3-385 0,-1 4 263 0,-1-7 128 0,0 3 63 16</inkml:trace>
  <inkml:trace contextRef="#ctx0" brushRef="#br0" timeOffset="174826.76">24621 10306 2428 0,'-9'0'0'0,"4"0"0"0,3 0 0 0,2 0 0 0,0-1 0 0,2-1 0 0,10-2 0 0,8 1 0 0,4-3 0 0,6 5 0 0,2 1 190 0,0 0-77 0,2 0-38 0,-4 8 51 16,-4 3-45-16,-7 0-13 0,-2 6-10 0,-8 2-90 16,-5 2 33-16,-4 4 1 0,0 0-13 0,-17 1 32 15,-5 1-9-15,-1-2 24 0,-3-3 36 0,-4 1 1 16,0-5-42-16,0-3 169 0,4-4-86 0,3-1-40 16,-2-5 1-16,2-1 49 0,7-4-124 0,3 0 0 15,1 0 0-15,4 0 0 0,4 0 0 16,4 0 0-16,0-2 0 0,0-3 0 0,7-1 0 0,14 0 0 15,-1 1 0-15,6-1 0 16,3 3 0-16,4 0 0 0,1 2 0 0,2 1 0 16,2 0 0-16,-1 0 0 0,-1 0 0 0,1 0 0 15,-3 0 0-15,-2 4 0 0,-3-3 0 0,1 1 0 16,-3-1-504-16,-6-1 66 0,0 0 206 0,-1 0 98 16,-2 0-683-16,-4-3 391 0</inkml:trace>
  <inkml:trace contextRef="#ctx0" brushRef="#br0" timeOffset="175104.26">25480 8971 3323 0,'0'0'0'0,"0"17"0"0,0 5 0 0,0 3 0 0,0 3 0 0,0 9 0 0,0 6 0 0,0 8 0 0,0 13 0 0,2 6 0 0,-2 9 608 16,0 3-608-16,0 12 0 0,0-8 0 0,1 3 0 16,-1-14 0-16,3 21 0 0,-3-21 0 0,0 9 0 15,0-3 0-15,2-6 0 0,0-4 0 0,0-15 0 16,1 3 0-16,1-7 0 0,0-5 0 0,-3-9 0 16,0 0 0-16,2-8 0 0,-3-7-2 0,0 2-164 15,0-7 69-15,0-3-781 0,0-5 420 0,-4 0 211 16</inkml:trace>
  <inkml:trace contextRef="#ctx0" brushRef="#br0" timeOffset="175276.42">25944 10404 3762 0,'0'0'0'0,"0"0"0"0,0 6 0 0,-2 1 0 0,0 2 0 0,-2 5 0 0,1-2 0 0,-1 3 0 0,1 0 0 0,-3 4 0 0,-2 6 169 0,1-7-169 16,-4 9 0-16,3-8 0 0,0 3 0 0,1-1 0 16,0-2-882-16,1 0 415 0</inkml:trace>
  <inkml:trace contextRef="#ctx0" brushRef="#br0" timeOffset="175851.17">26243 9151 2866 0,'0'-13'0'0,"-2"7"0"0,-3 3 0 15,5 1 0-15,-1 2 0 0,1 0 0 0,-1 4 0 0,1 14 0 0,0 12 0 0,0 8 0 0,0 7 349 0,0 6-155 0,0 15-80 16,1-10 209-16,3 19-238 0,1-2-85 0,-1 2 0 15,-2 2 0-15,0 0 0 0,-2 1 0 0,0 4 0 16,0 1 0-16,0-3 0 0,-2 1 0 0,-2-7 0 16,1-11 0-16,3-1 0 0,0-6 0 0,0-7 0 15,0-6 0-15,0-7 0 0,0-6 0 0,0-4 0 16,0-5 0-16,0-8 0 0,0-1 0 0,0-7 0 16,0-3 0-16,0 0 0 0,0-2 0 15,0 0 0-15,0-2 0 0,0-7-778 0,0-4 337 0,0-2 207 16</inkml:trace>
  <inkml:trace contextRef="#ctx0" brushRef="#br0" timeOffset="177153.61">27004 9442 1527 0,'0'0'0'0,"0"0"0"0,3 0 0 0,-1 0 0 0,0 0 0 0,3-2 0 0,-1-3 0 0,2-5 0 0,0-2 0 0,-1-1 0 0,1-2 116 0,-1-1-40 0,1-1 4 15,-3-2 0-15,2 3-35 0,-3-4-9 0,-2 2 19 16,0-1-19-16,0 1 0 0,0 0 7 0,-7 1 3 15,-6 3-10-15,1-2 0 0,-6 5 26 0,-5 2 0 16,-2 3-26-16,-4 4 10 0,0 2 76 0,-7 0-43 16,-5 15 1-16,7 4 37 0,3 1-30 15,-6 9-10-15,14-7-41 0,1 6 180 0,7 1-90 16,5-1-45-16,9-6 126 0,1 9-90 0,0-6-41 16,8-3-20-16,10-4-56 0,3-3 0 15,1-4 0-15,9-1 0 0,-3-6 0 16,-2-4 0-16,3 0 0 0,-4 0 0 0,-7-8 0 15,4-5 0-15,-6-1-21 0,-2-1 8 0,-3-3-12 16,-4 1-1-16,-1 0 0 0,-2 1 29 0,-2 3-45 16,-2-1 36-16,0 5 162 0,0-1-156 0,0 5 0 15,-2 3 0-15,-2 0 0 0,-2 2 0 0,1 0 0 16,-1 13 0-16,3 8 0 0,-1 6 0 0,2 5 0 16,2 1 0-16,0 10 0 0,0-3 0 15,0-5 0-15,0 7 0 0,3-5 0 16,4 2 0-16,2-3 0 0,-2 0 0 0,0-2 0 15,0-4 0-15,0 2 0 0,-4-4 0 0,1 0-71 16,-2-4-754-16,-2-1 386 0,0 1 206 0,0-1-605 16,0-1 402-16</inkml:trace>
  <inkml:trace contextRef="#ctx0" brushRef="#br0" timeOffset="177506.02">26681 10193 2213 0,'-10'0'0'0,"-2"0"0"0,7 0 0 0,-1 0 0 0,3 0 0 0,3 0 0 0,0 0 0 0,6 0 0 0,14-1 0 15,5-2 0-15,3 2 419 0,-6 1-182 0,14 0-105 0,-8 1-48 0,-4 11 102 0,-1 1-74 16,-6 4-39-16,-4 0 10 0,-4 5-3 16,-5 5 0-16,-2-3-44 0,-2 2 31 0,-6 3-22 0,-7-4-9 15,-6 0 1-15,1 0-26 0,-4-5-11 0,-1-4 0 16,6-2 0-16,-9 0 0 15,6-6 0-15,0-3 0 0,-1-2 0 0,4-1 0 16,4-2 0-16,0 0 0 0,5 0 0 0,3 0 0 16,1 0 0-16,4 0 0 0,0 0 0 0,0-2 0 15,13 0 0-15,6-3 0 0,4 1 0 0,1 1 0 16,-2 1 0-16,8 0 0 0,-4 0 0 0,1-1 0 16,-2 3 0-16,-1 0 0 0,-2 0 0 0,0 0 0 15,1 0 0-15,0 0 0 0,-2 0 0 16,2 0 0-16,-3 0 0 0,2-1 0 15,-1-2 0-15,-1-2-829 0,5-4 332 0,0-1 230 16,-1-3-283-16</inkml:trace>
  <inkml:trace contextRef="#ctx0" brushRef="#br0" timeOffset="177729.21">27570 9337 3658 0,'0'-15'0'0,"-1"11"0"0,1 3 0 0,0-1 0 0,7-2 0 0,7 0 0 0,2 3 0 0,7-4 0 0,0 4 0 0,7-4 0 0,3 4 146 0,1-1-19 0,-1 2-127 16,2 0 0-16,-2 0 0 0,1 0 0 16,-4 0 0-16,0 0 0 0,-2 0-125 0,-8 3-125 15,1 3 139-15,-4 0 73 0,-1 0-834 16,-2-1 438-16,-1-1 90 0</inkml:trace>
  <inkml:trace contextRef="#ctx0" brushRef="#br0" timeOffset="178005.76">28392 9094 2823 0,'0'6'0'0,"0"4"0"0,0 2 0 0,-6 3 0 0,-6 3 0 0,-2 4 0 0,-4 4 0 15,-1 4 0-15,-6 5 0 0,0-6 0 0,-5 11 172 0,2-6-68 0,5-8-35 0,-2 5 298 0,-2-3-165 0,7-8-75 16,3 3-60-16,1-7-67 0,5-2 0 0,5-6 0 16,2-2 0-16,2 0 0 0,2-2 0 0,0-2 0 15,14-2 0-15,11 0 0 0,-1 0 0 0,6 0 0 16,5 0 0-16,1-4 0 0,2 1 0 0,1-3 0 16,3 2 0-16,-6 3 0 0,4-2 0 0,-3 2 0 15,-2 1 0-15,-5 0 0 0,-4 0-359 16,-4 0-35-16,-3 0 184 0,-5 0-543 15,-3 0 359-15,-6 0 179 0,-3 0 89 0,-1 0-453 16,-1-2 275-16</inkml:trace>
  <inkml:trace contextRef="#ctx0" brushRef="#br0" timeOffset="178169.21">28528 9282 2833 0,'-11'-13'0'0,"2"6"0"0,-1 2 0 0,-1 1 0 0,2 2 0 0,1 2 0 0,-2 0 0 0,5 11 0 0,2 8 0 0,1 6 0 0,2 2 203 0,0 7 200 0,0 2-183 15,0 8-92-15,0-6-47 0,0 5-18 0,0-7-63 16,0 11 0-16,0-5 0 0,0-1 0 0,-2-2 0 16,0-5 0-16,-1 6-692 0,-2-3 295 0,-3-1 217 15,0-1 108-15</inkml:trace>
  <inkml:trace contextRef="#ctx0" brushRef="#br0" timeOffset="178349.37">27817 10207 3397 0,'-19'0'0'0,"-2"0"0"0,4 0 0 16,2 0 0-16,8 0 0 0,1 0 0 0,6-2 0 0,0 0 0 0,15 0 0 0,12 0 0 0,11 2 358 0,2 0-182 0,0 0-176 0,10 0 0 0,-4 0 0 0,-2 0 0 16,-6 4 0-16,0 0 0 0,-1 1 0 0,-5 1 0 0,-2 0-553 0,-7-1 220 15,-1 3 185-15,-6-2 92 0,-4-1-928 0,0 1 478 16</inkml:trace>
  <inkml:trace contextRef="#ctx0" brushRef="#br0" timeOffset="178547.45">28422 10030 3342 0,'-2'-5'0'0,"-2"1"0"0,1 2 0 0,-2 0 0 0,1 2 0 0,0 0 0 0,1 15 0 0,1 6 0 0,2 4 0 0,-2 3 0 0,2 1 436 0,0 5-283 0,0 0-153 0,0-2 0 15,0 1 0-15,0 2 0 0,0-9 0 0,0 7 0 16,0-5 0-16,0-1 0 0,0-6 0 0,0-2 0 16,0-3 0-16,2-3-151 0,0 0-43 0,1-5 115 15,-1-2-1004-15,1-2 524 0,3-4 252 0</inkml:trace>
  <inkml:trace contextRef="#ctx0" brushRef="#br0" timeOffset="178888.81">29029 9012 3217 0,'-6'-11'0'0,"5"7"0"0,-3 2 0 0,1 0 0 0,1 1 0 0,-2 1 0 0,1 0 0 0,1 16 0 0,-1 9 0 0,2 10 0 0,1 9 184 0,0 4-74 0,0 10 310 16,0 12-420-16,0 2 0 0,0 1 0 0,0 2 0 15,0 4 0-15,1 0 0 0,-1 1 0 0,0-1 0 16,0 2 0-16,0 0 0 0,-8 0 0 0,2-1 0 16,-3-6 0-16,-1 0 0 15,-1-9 0-15,2-4 0 0,-1-8 0 0,0-5 0 0,-2 2 0 16,6-16 0-16,-2 0 0 0,1-7 0 15,-2-4 0-15,1-1 0 0,-2-1-13 0,0-2-102 16,0-2 45-16,-3 2-892 0,1-3 463 0</inkml:trace>
  <inkml:trace contextRef="#ctx0" brushRef="#br0" timeOffset="179074.36">29541 11018 3931 0,'-8'-6'0'0,"4"4"0"16,3 0 0-16,-3 1 0 0,-4-5 0 0,3 2 0 0,5-1 0 0,-2-1 0 0,2-2 0 0,0 3 0 0,0-1-560 0,0 3 137 0,5-9 229 0</inkml:trace>
  <inkml:trace contextRef="#ctx0" brushRef="#br0" timeOffset="179574.84">29562 9294 3323 0,'-4'-25'0'0,"4"18"0"0,0 5 0 0,4 0 0 0,10 1 0 0,6 1 0 0,8 0 0 0,4 15 0 0,8 10 0 0,10 13 0 0,-7 8 230 0,0 10-98 0,-2 4 114 15,-3 6-246-15,-6 1 0 0,-8 3 0 0,-5-1 0 16,-4 2 0-16,-12-1 0 0,-3-6 0 0,0 13 0 15,-18-5 0-15,-11-6 0 0,-7 0 0 0,-8-3 0 16,-4-5 0-16,-5-6 0 16,-2-2 0-16,0-10 0 0,1-2 0 0,8-11 0 15,1 0 0-15,-3-6 0 0,7-4 0 0,6-7 0 16,-1 3 0-16,7-6 0 0,6-2-351 0,5 1-101 16,1-4 209-16,-1-2 103 0</inkml:trace>
  <inkml:trace contextRef="#ctx0" brushRef="#br0" timeOffset="180307.21">11479 12370 2963 0,'-23'0'0'0,"10"0"0"0,5 6 0 0,4 0 0 0,2-5 0 0,2 1 0 0,0 0 0 0,4 2 0 0,12-1 0 0,2-1 0 0,8 0 232 0,2 0-102 0,2-2 445 0,1 2-544 15,0 0-31-15,0-1 0 0,-5 2 0 0,4-2 0 16,-3 4 0-16,-6-4 0 0,2 3 0 16,-2 0 0-16,0 0 0 0,-3 1 0 15,-2-1 0-15,-2 1 0 0,-2 4 0 16,-1-2 0-16,-4 0-135 0,-1 6-110 0</inkml:trace>
  <inkml:trace contextRef="#ctx0" brushRef="#br0" timeOffset="180498.42">11597 12821 3618 0,'-17'17'0'0,"4"-1"0"0,3-1 0 0,3-5 0 0,1-2 0 0,6-3 0 0,0 1 0 0,2 0 0 0,9-3 0 0,14 2 0 0,-1-1 266 16,3-2-219-16,1-1-47 0,2 2 0 0,-2-3 0 16,-1 0 0-16,-6 0 0 0,4 2 0 0,-7-2 0 15,1 0 0-15,-1 1 0 0,-5 2 0 0,-4-1 0 16,-1 0 0-16,-3 0 0 0,-1 4 0 0,0-1-836 15,-3 0 232-15,1 0 284 0</inkml:trace>
  <inkml:trace contextRef="#ctx0" brushRef="#br0" timeOffset="180852.08">12596 12366 3267 0,'-13'-7'0'0,"3"5"0"0,-1 2 0 0,-4 0 0 0,0 0 0 0,-2 5 0 0,0 11 0 0,-4 4 0 0,3 6 0 0,-3 4 0 0,2 10 624 0,6-6-584 0,-2 13-40 16,6-2 0-16,5 1 0 0,2 2 0 16,2-1 0-16,0-6 0 0,2 10 0 0,9-8 0 15,3-2 0-15,0-1 0 0,0-6 0 0,4 0 0 16,1-4 0-16,-1-4 0 0,2-5 0 0,-5-6 0 16,2 3 0-16,-2-7 0 0,0-3 0 0,-6 0 0 15,1-5 0-15,-1 0 0 0,-4 0 0 0,-1 1 0 16,-2 1-685-16</inkml:trace>
  <inkml:trace contextRef="#ctx0" brushRef="#br0" timeOffset="181763.42">12938 12467 2218 0,'0'0'0'0,"0"0"0"0,0 0 0 0,0 0 0 0,0 0 0 0,1 4 0 0,1 2 0 0,0 4 0 0,0 1 0 0,0 1 0 0,2 6 148 0,0 1-46 0,0 3 276 16,-1 2-171-16,-1 3-85 0,2 1-43 0,-2 1 118 15,-1-5-72-15,1 7-48 0,0-2 114 0,0-3-104 16,-2 1-87-16,0-3 0 0,0-4 0 0,0 4 0 16,0-5 0-16,0-1 0 15,0 0 0-15,0-2 0 0,-4-4 0 0,2-2-276 16,-1-1 92-16,-1-3 104 0,2 0-6 0,0-5-533 0,1-1 282 15,1 0 155-15,0 0 72 0,0 0-194 0,0-7 133 16,1-10 67-16</inkml:trace>
  <inkml:trace contextRef="#ctx0" brushRef="#br0" timeOffset="182200.6">13180 12383 2532 0,'0'-11'0'0,"0"4"0"0,0 1 0 0,0 0 0 0,-2 3 0 0,2 1 0 0,-2 0 0 0,2-1 0 0,0 3 0 0,0 0 0 0,0 0 143 15,0 0-43-15,0 0 86 0,0 7-74 16,2-2-37-16,0 2-1 0,2 1 181 0,-1 1-99 0,3 3-65 16,-4-1 116-16,2 1-207 0,0-2 0 0,0 4 0 15,-1 1 0-15,1-1 0 0,-2 2 0 0,-1 2 0 16,1 3 0-16,2 4 0 0,-2-5 0 0,-1 9 0 15,2-4 0-15,-3 5 0 0,2 1 0 16,0 1 0-16,0-3 0 0,1 6 0 0,1-5 0 16,1 1 0-16,1 2 0 0,2-4 0 15,-2 3 0-15,1-1 0 0,-2-4 0 0,3 0 0 0,-4 0 0 16,2-3 0-16,-3-6 0 0,1 3 0 16,0-4 0-16,-3-2 0 0,1 0 0 15,0-5 0-15,-2-3 0 0,0 0 0 0,0-1 0 16,0-3 0-16,0 2 0 0,0-3 0 0,0-2 0 15,0 0 0-15,0 0 0 0,0 0 0 0,0 0 0 16,0 0 0-16,0 0 0 0,0 0 0 0,0 0 0 16,0 0 0-16,0 0 0 0,0 0 0 0,0 0 0 15,-2 0 0-15,-1 0 0 0,-1 0 0 0,0 0 0 16,1 0 0-16,-1 0-114 0,2 0-300 0,-1 0 189 16,3 0-671-16,0-2 430 0</inkml:trace>
  <inkml:trace contextRef="#ctx0" brushRef="#br0" timeOffset="182443.34">13610 13012 2853 0,'2'0'0'0,"-2"0"0"0,0 0 0 0,0 0 0 0,0 0 0 0,2 2 0 0,0 0 0 0,-1 2 0 0,1 0 0 0,0 0 0 0,0-2 243 0,2 4 419 16,0 1-489-16,-2 0-173 0,2-2 0 0,-3 2 0 16,1 2 0-16,-2 0 0 0,0 2 0 0,0 2 0 15,0 2 0-15,-9 2 0 0,-5 4 0 16,2 1 0-16,-6 2 0 0,0 5 0 0,-8 5-1074 0</inkml:trace>
  <inkml:trace contextRef="#ctx0" brushRef="#br0" timeOffset="186175.28">14085 12762 1176 0,'0'0'0'0,"-4"0"0"0,3 0 0 0,-3 0 0 0,0 0 0 0,1 0 0 0,-1 0 0 0,2 0 0 0,0-1 0 0,1-3 0 0,-2 0 191 0,3 1-67 0,0-4-48 0,0 4 0 15,0-3 66-15,0 1-52 0,0-2-27 0,0 4 84 16,3-2-60-16,-2 1-24 0,1 0 45 0,2 0-35 16,-1 3-1-16,-1-3-24 0,4 1 94 0,-4 0-51 15,5-1-27-15,-1 1 0 0,0-1 66 16,1 1-36-16,0-3-10 0,3 0-47 15,-1 0 56-15,-1 4-27 0,1-1-1 0,-1-1 6 0,1 2-33 16,-2 0 0-16,1 2-5 0,2 0 5 0,-5 0 0 16,2 0 9-16,1 2 2 0,0 5-11 15,-1 3 0-15,-1-1-1 0,-1 4-37 0,-1 0 0 0,2-1 0 16,-2 3 0-16,0 0 0 16,-3 1 0-16,-1 2 0 0,0 0 0 0,0 2 0 15,0-2 0-15,-3 3 0 0,-5-1 0 0,-3 2 0 16,0-5 0-16,-1 3 0 0,-3-2 0 0,0-1 0 15,0 0 0-15,1-4 0 0,-4-1 0 0,3-3 0 16,-2-1 0-16,4-4 0 0,0-1 0 0,4 0 0 16,-1-3 0-16,2 3 0 0,5-3 0 0,-1 0 0 15,2 0 0-15,2 0 0 0,0 0 0 0,0 0 0 16,0 4 0-16,9-1 0 16,5 1 0-16,3 1 0 0,2-1 0 0,5 2 0 15,-4-2 0-15,3-2 0 0,5 2 0 0,-5-2 0 16,-1-1 0-16,1 1 0 0,-2-2 0 0,-3 2 0 15,-2-2 0-15,-4 2 0 0,4-2 0 0,-7 0 0 16,0 0 0-16,1 0 0 0,-1 0 0 0,0 0 0 16,-1 0-387-16,3 0 165 0,0 0 92 0,-1 0-346 15,3-2 219-15,0-3 100 16,1-7-626-16</inkml:trace>
  <inkml:trace contextRef="#ctx0" brushRef="#br0" timeOffset="186584.04">14653 12548 2292 0,'5'-4'0'0,"1"3"0"0,-1 1 0 0,2 0 0 0,-4 0 0 0,1 0 0 0,-2 5 0 0,0 7 0 0,-1 1 0 0,-1-1 0 0,0 6 359 16,0-1-160-16,0 2-71 0,0-3 41 0,-3 1-66 15,-5 1-33-15,-2-6 1 0,1 3 150 0,2-5-83 16,-5-1-54-16,7-3 13 0,-3-1-97 0,3-1 0 15,1-2 0-15,1 0 0 0,0-2 0 0,3 0 0 16,0 0 0-16,0 0 0 0,0 0 0 0,6 0 0 16,9 0 0-16,2 0 0 0,0 0 0 0,7 0 0 15,-1 3 0-15,-1 1 0 16,6 4 0-16,-3 1 0 0,-1 3 0 0,-1-1 0 16,-5 1 0-16,1 3 0 0,-2-1 0 0,-4 2 0 15,-2 2 0-15,-2 0 0 0,-4-3 0 0,-3 0 0 16,-2 3 0-16,0-3 0 0,0-2 0 0,-2 1 0 15,-8-2 0-15,-1 2 0 0,-2-5 0 0,0 0 0 16,-2 1 0-16,-2-3 0 0,-1 1 0 0,-2-3 0 16,1 1 0-16,-3-2 0 0,1-1 0 0,0 0 0 15,-1-1 0-15,4-2 0 16,-3 0 0-16,2 0 0 0,0 0 0 0,2-5-797 16,4-6 326-16,0-4 221 0,3-7 106 0,5-2-336 15,1-9 220-15</inkml:trace>
  <inkml:trace contextRef="#ctx0" brushRef="#br0" timeOffset="186771.55">14572 12548 2363 0,'0'-8'0'0,"0"3"0"0,0 2 0 0,1 0 0 0,1-2 0 0,4-1 0 0,4 3 0 0,3-5 0 0,8 2 0 0,0 1 0 0,9-1 207 0,-1 1 414 0,4 2-292 15,-2-2-146-15,1 1 45 0,0 0-228 0,-2 2 0 16,-1-1 0-16,-4 1 0 0,-4 0 0 0,2 1 0 15,-5-1 0-15,-2-1 0 0,-6 3 0 0,1 0 0 16,-2 0 0-16,-2 0-554 0,-2 5 102 0,4 3 228 16</inkml:trace>
  <inkml:trace contextRef="#ctx0" brushRef="#br0" timeOffset="187581.2">15407 12858 2156 0,'0'-4'0'0,"0"3"0"0,0-1 0 0,0 2 0 0,0 0 0 0,0 0 0 0,0 0 0 0,0 0 0 0,0 0 0 0,0 3 0 0,0 5 99 0,0 3 295 0,0-1-170 0,0 3-98 15,0 0-44-15,-1 3 259 16,-5-1-152-16,1 3-76 0,-4 1-29 0,0 0 39 0,-2-3-123 0,0 2 0 16,0 0 0-16,-2-1 0 0,-1-2 0 15,3-2-129-15,-2 0-29 0,0-4 97 16,0 3 49-16,-1-5-667 0,7-1 333 0,-2 1 93 16,4-3 110-16,-2-1-458 0,7-2 283 0,-2-1 140 15</inkml:trace>
  <inkml:trace contextRef="#ctx0" brushRef="#br0" timeOffset="188060.9">15674 12712 3097 0,'-15'0'0'0,"0"0"0"0,4 0 0 0,0 0 0 0,0 0 0 0,3 0 0 0,5 0 0 0,0 0 0 0,3 0 0 0,0 0 0 0,0 0 131 0,12 0 176 0,8 0-135 0,1 2-58 15,9-1-4-15,0-1-110 0,2 0 0 0,0 0 0 16,0 0 0-16,-6 0 0 0,6 0 0 0,-4 0 0 15,-7 0 0-15,1 0 0 0,-1 0 0 0,-2 2 0 16,-4 0 0-16,0 0 0 0,-6-1 0 0,2 4 0 16,-1-2 0-16,-2 3 0 15,-1-2 0-15,2 2-654 0,1-2 247 0,1-1 185 16,1-1-541-16,2-2 353 0,6 0 192 0</inkml:trace>
  <inkml:trace contextRef="#ctx0" brushRef="#br0" timeOffset="188334.78">16386 12424 3315 0,'0'-13'0'0,"0"6"0"0,0 1 0 0,0 1 0 0,0 1 0 0,0 2 0 0,-2 0 0 0,2 0 0 0,0 2 0 0,0 0 0 0,0 11 373 16,0 6-168-16,4 6-167 0,0 0-38 0,-1 9 0 15,2 1 0-15,-2 5 0 0,-1 5 0 0,0-4 0 16,-2-3 0-16,2 3 0 0,-2 1 0 0,0-3 0 15,0-1 0-15,0 0 0 0,0-2 0 0,0-2 0 16,0-2 0-16,0-2 0 0,0-4 0 0,0-2 0 16,0-1 0-16,0-1 0 15,0-7 0-15,0-2 0 0,0-4 0 0,0 0 0 16,0-3 0-16,0-1-642 0,2-3 255 0,-2 0 174 16,0 0 88-16,2 0-520 0,-1 0 295 0,1-4 160 15,-2-8 77-15</inkml:trace>
  <inkml:trace contextRef="#ctx0" brushRef="#br0" timeOffset="188660.5">16749 12249 3290 0,'0'-7'0'0,"4"5"0"0,1 1 0 0,2-3 0 0,5 2 0 0,-1 2 0 0,6 0 0 0,3 0 0 0,3 7 0 0,4 7 0 0,-1 4 124 0,1 7 232 15,1 6-195-15,-3 6-161 0,-2 3 0 0,-4 6 0 16,-3 1 0-16,0 2 0 0,-7 0 0 0,-2-1 0 16,-3-1 0-16,-3-6 0 0,-1 10 0 0,0-5 0 0,-3-3 0 15,-8-1 0-15,-4-1 0 0,0-5 0 0,-6 6 0 16,3-13 0-16,-5 2 0 15,-1-3 0-15,-5-3 0 0,1-5 0 0,-2-3 0 16,3-2 0-16,0-1 0 0,1-1 0 0,7-5 0 16,-1 2 0-16,2 0-287 0,8-5-158 0,1 3 205 15</inkml:trace>
  <inkml:trace contextRef="#ctx0" brushRef="#br0" timeOffset="194414.73">10732 13368 1795 0,'-9'0'0'0,"4"0"0"0,-1 0 0 0,1 0 0 0,1 1 0 0,-1 1 0 0,4-2 0 16,1 2 0-16,-2-2 0 0,2 0 0 0,0 4 86 0,0 1-25 0,0 1 158 0,0 1-92 15,0 3-46-15,2 1 169 0,1 3-112 16,0 6-51-16,-1-1-26 0,0 7 208 0,0 0-117 16,-2 3-49-16,0 3 208 0,0 1-138 0,0-1-155 15,0-2-18-15,0 1 0 16,0 2 0-16,0-1 0 0,0-2 0 0,0-4 0 0,0-3 0 0,0 0 0 16,0-3 0-16,1-1 0 0,-1-4 0 0,2-3 0 15,-2 0 0-15,0-4 0 16,0-1 0-16,0-3 0 0,0 0 0 0,0-1 0 0,0-2 0 0,0-1 0 15,0 0 0-15,0 0 0 16,0 0 0-16,0 0 0 0,0 0-127 0,0 0 25 16,0 0-530-16,0 0 299 0,0-4 148 0,6-9 75 15,6-6-601-15,4-2 330 0</inkml:trace>
  <inkml:trace contextRef="#ctx0" brushRef="#br0" timeOffset="194661.4">10939 13410 2625 0,'0'-1'0'0,"0"1"0"0,0 0 0 0,0 0 0 0,0 13 0 0,0 2 0 0,0 5 0 0,0 3 0 0,0 5 0 0,0 2 0 0,2 4 632 0,3 1-298 16,4 9-149-16,-2-5-30 0,-2 0-155 0,3-6 0 16,-2 3 0-16,1 0 0 0,1-1 0 0,-3-4 0 15,-1-1 0-15,-1-3 0 0,2 2 0 0,-3-1 0 16,-2-8 0-16,0 3 0 0,0-4 0 0,0-3 0 15,0-5 0-15,-4-1 0 16,-1-1 0-16,2-5-245 0,3-2 31 0,-4 0 32 16,4-2 78-16,0 0-560 0,0-10 315 0,0-9 156 15,2-3 79-15</inkml:trace>
  <inkml:trace contextRef="#ctx0" brushRef="#br0" timeOffset="194930.78">11183 13670 2669 0,'6'-6'0'0,"4"0"0"0,-1 0 0 0,2 1 0 0,3-1 0 0,0 0 0 0,5 3 0 15,1 1 0-15,3 0 0 0,2 2 0 0,-1 0 115 0,-6 7 373 0,9 9-230 0,-6 1-112 0,-2 5 104 16,-3 2-245-16,-5 3-5 0,-1 5 0 0,-6-1 0 16,-2 4 0-16,-2 1 0 0,0-1 0 0,-7-1 0 15,-7-2 0-15,-2-2 0 0,-2-2 0 0,2-5 0 16,-5-3 0-16,2-1 0 0,0-7 0 0,0 0 0 15,-2 0 0-15,1-5 0 0,-2-1 0 0,1-3 0 16,2-3 0-16,2 0 0 16,2 0 0-16,5 0 0 0,3-1-192 0,2-7-182 15,5-1 160-15,0-5 93 0,0-1-575 0,9 0 331 16,8-3 164-16,6-2-517 0</inkml:trace>
  <inkml:trace contextRef="#ctx0" brushRef="#br0" timeOffset="195256.23">11700 13635 2262 0,'2'-13'0'0,"0"3"0"0,0-4 0 0,-2 1 0 0,0 4 0 0,0-2 0 0,0 3 0 0,0 1 0 0,0 3 0 0,0 2 0 0,-4-1 144 0,-2 3-54 0,-1 0 297 15,-3 6-167-15,1 10-96 0,-5 6-45 16,2 2 376-16,-1 4-285 0,-1 7-170 0,1 0 0 15,3 3 0-15,3-1 0 0,2-1 0 0,5-1 0 0,0-1 0 16,0-2 0-16,5-1 0 16,7-4 0-16,2 0 0 0,4-2 0 0,0-3 0 15,1 0 0-15,2-3 0 0,-1-3 0 0,1-1 0 16,-3-2 0-16,1-4 0 0,1-2 0 0,-2-1 0 16,-1-4 0-16,-2-2 0 0,0 0 0 0,-4 0 0 15,-1 0 0-15,-1 0 0 0,-1 0 0 0,-3 0 0 16,1 0 0-16,-2 0 0 0,0 0-330 0,-1 0 91 15,1 0 101-15,0 0-661 16,1 0 381-16,2 0 183 0</inkml:trace>
  <inkml:trace contextRef="#ctx0" brushRef="#br0" timeOffset="196874.23">11529 13314 1598 0,'-18'-5'0'0,"0"3"0"0,0 0 0 0,-1 2 0 0,0 0 0 0,-3 13 0 0,-1 8 0 0,4 8 0 0,-1 12 0 0,3 5 0 0,2 18 109 0,1 0-37 0,3 7 111 16,4 4-64-16,-1 0-46 0,4 1 229 0,4-3-132 15,0-5-68-15,0-12-24 0,2 4 133 0,12-3-88 16,0-8-44-16,7-2 1 0,2-8-16 16,-1-7 9-16,12 1-37 0,-3-6-209 0,4-7 105 15,-3-3 52-15,4-2 25 0,1-6-182 0,-2-1 100 16,-1-6 54-16,0-2 1 0,-4 0-550 0,2 0 219 15,-4-4 148-15,0-11-325 0,1-1 245 0</inkml:trace>
  <inkml:trace contextRef="#ctx0" brushRef="#br0" timeOffset="197066.72">11953 13915 3173 0,'-11'0'0'0,"6"0"0"0,0 0 0 0,5 0 0 0,-1 0 0 0,1 0 0 0,0 0 0 0,6 0 0 0,9 0 0 0,4 3 0 0,4-2 152 0,-2-1-49 0,9 0-16 16,-1 0-25-16,1 0 0 0,-2 2-401 0,0 0 187 15,-5 0 103-15,-1-1 38 16,1 3-632-16,-2-1 339 0,-1-2 170 0,-1-1 84 16,-5 2-732-16</inkml:trace>
  <inkml:trace contextRef="#ctx0" brushRef="#br0" timeOffset="197296.23">12491 13664 3197 0,'-8'-2'0'0,"1"2"0"0,-1 0 0 0,-1 6 0 15,5 6 0-15,2 4 0 0,2 1 0 0,0 3 0 0,0 6 0 0,2 1 0 0,4 0 322 0,1 0-144 0,2 2-62 0,0 0 2 16,2-1-118-16,-4 1 0 0,0-1 0 0,0-2 0 15,-2-3 0-15,0 3 0 0,-3-4 0 0,0-1-34 0,0 0-29 16,-2-2-528-16,0-7 256 0,0 3 168 0,0-6-19 16,0-3-174-16,0-3 163 0,2-3 80 0,0 0 32 15,1-6-470-15,1-14 260 16</inkml:trace>
  <inkml:trace contextRef="#ctx0" brushRef="#br0" timeOffset="197529.69">12607 13622 2884 0,'0'-10'0'0,"2"2"0"0,4 2 0 0,1 4 0 0,4 1 0 0,5 1 0 0,2 0 0 0,5 7 0 0,1 6 0 0,5 4 0 0,-3 3 118 15,0 5 378-15,0 3-221 0,2 8-125 0,-5-4-142 0,-4 4-8 0,-4 1 0 16,-4 1 0-16,-3-3 0 16,-6 11 0-16,-2-5 0 0,0 0 0 0,-2 0 0 15,-10-1 0-15,-1-6 0 0,-2-1 0 0,-3-2 0 16,-2-5 0-16,2-3 0 0,-3-5 0 0,4-7 0 15,-1 0 0-15,0-6 0 0,4-2-255 0,2-3-149 16,3 0 184-16,2 0 83 0,3-3-594 0,4-9 348 16,0-3 173-16,0-2-232 0</inkml:trace>
  <inkml:trace contextRef="#ctx0" brushRef="#br0" timeOffset="197747.13">13268 13893 3317 0,'0'3'0'0,"0"-1"0"0,0 0 0 0,0 0 0 0,2-2 0 0,2 0 0 0,7 0 0 0,3 0 0 0,4 0 0 0,6 0 0 0,5 0 180 0,1 0 63 0,5 0-94 0,1 0-107 16,8 0-42-16,-9 0 0 0,2 0 0 0,1 0 0 15,-2 0-138-15,-4 0-6 0,-2 0 90 0,-10 0 45 16,1 0-634-16,-4 0 337 0,-4 0 38 0,-4 0 130 15,-1 0-590-15,-2 0 346 0</inkml:trace>
  <inkml:trace contextRef="#ctx0" brushRef="#br0" timeOffset="197946.33">13567 13514 2484 0,'-8'7'0'0,"1"10"0"0,3 4 0 0,2-1 0 0,2 5 0 0,0 1 0 0,0 6 0 0,2 2 0 0,6 3 0 0,3 4 0 0,0-1 563 16,-3-6-263-16,1 4-124 0,-1-1-74 0,-3 1 127 16,-1-1-152-16,-2-1-77 0,0-2-15 0,-2-1-36 15,0 2 39-15,0-6 24 0,0-3-556 0,0-3 289 16,-2-4 146-16,-2-6-686 0,2 0 345 0,1-3 207 16,1-4 104-16</inkml:trace>
  <inkml:trace contextRef="#ctx0" brushRef="#br0" timeOffset="198316.65">13922 13687 3024 0,'2'-14'0'0,"0"13"0"0,7-1 0 0,3 0 0 0,0 0 0 0,4 2 0 0,2 0 0 0,1 0 0 0,2 6 0 0,3 7 0 0,0 3 114 0,3 3 126 0,-4 4-93 0,-1-1-60 15,-3 4-26-15,-4 2 14 0,-4 1 0 0,-6 3-39 16,-5-1 36-16,0 6-72 0,-9 1 0 0,-10-2 0 16,-3 0 0-16,-4-2 0 0,3-4 0 0,-11 1 0 15,6-10 0-15,-2 0 0 0,2-3 0 0,0-5 0 16,7-6 0-16,-1-3 0 0,3-1 0 0,6-3 0 16,1 0 0-16,7 0 0 0,1 0 0 0,2 0 0 15,2 0 0-15,2 0 0 0,13 0 0 0,9-1 0 16,-3-1 0-16,9-1 0 15,0 2 0-15,0 1 0 0,2 0 0 0,-2 0 0 16,-3 0 0-16,5 0 0 0,-4 0 0 0,0 0 0 16,-1 0 0-16,-6 0 0 0,4 0 0 0,-2 0 0 15,0 0 0-15,-3 0 0 0,-1 0-611 0,-1-3 115 16,1-3 221-16,2-9-600 0,-3-5 420 0</inkml:trace>
  <inkml:trace contextRef="#ctx0" brushRef="#br0" timeOffset="198634.62">14573 13668 2396 0,'6'-6'0'0,"0"4"0"0,2 2 0 0,-1 0 0 0,-3 0 0 0,1 2 0 0,0 9 0 0,-4 3 0 0,1 0 0 0,-2 3 0 0,0 2 445 0,0 2-209 0,-2-2-100 0,-6-1-50 16,-1 1 221-16,0-3-126 0,-3-1-77 0,3-3-64 15,4-4-40-15,-1 0 0 16,0-3 0-16,4-3 0 0,0 0 0 0,2-2 0 0,0 0 0 0,0 2 0 15,6-2 0-15,7 0 0 16,5 0 0-16,2 0 0 0,4 2 0 0,1 3 0 16,-1 0 0-16,0 3 0 0,6 6 0 0,-3-2 0 15,-3 4 0-15,1 3 0 0,-7-4 0 0,-2 5 0 16,-6 1 0-16,-2 1 0 0,-5 1 0 0,-3 6 0 16,0-8 0-16,-11 2 0 0,-7 1 0 0,-1-4 0 15,-4 0 0-15,0-5 0 0,-4-4 0 0,3-3 0 16,-8-1 0-16,2-3 0 15,0-4 0-15,-1 0 0 0,3 0 0 0,5 0 0 16,-3-8 0-16,8-8 0 0</inkml:trace>
  <inkml:trace contextRef="#ctx0" brushRef="#br0" timeOffset="198651.67">14471 14128 356 0</inkml:trace>
  <inkml:trace contextRef="#ctx0" brushRef="#br0" timeOffset="198774.15">14602 13752 2611 0,'15'-1'0'0,"0"-2"0"0,2 2 0 0,-2-3 0 0,2 2 0 0,1-2 0 0,5 2 0 0,0-1 0 0,0 0 0 0,-2 2 0 0,10 1 169 0,-5 0-376 0,2 0 121 0,0 0 61 16,3 0 30-16,-5 0-910 0</inkml:trace>
  <inkml:trace contextRef="#ctx0" brushRef="#br0" timeOffset="198971.19">15306 13534 3931 0,'-14'0'0'0,"-4"4"0"0,-4 11 0 0,2 6 0 0,-3 3 0 0,4 6 0 0,2 4 0 0,7 4 0 0,3 5 0 0,7-2 0 0,0-7 0 15,0 11 0-15,9-4 0 0,6-5 0 0,6 4 0 16,1-4 0-16,5-4 0 0,-3-7 0 0,6-1 0 16,0-5 0-16,2-3 0 0,-2-3 0 15,-3-6-184-15,-4 1 96 0,-2 0 31 0,-1-3-692 16</inkml:trace>
  <inkml:trace contextRef="#ctx0" brushRef="#br0" timeOffset="199465.25">15789 13570 2559 0,'-17'-4'0'0,"4"4"0"0,3 0 0 0,5 0 0 0,-1 4 0 0,3-2 0 0,3 3 0 0,0 1 0 0,0 3 0 0,1 1 0 0,10 1 236 0,1 2-104 0,1 1-49 0,2-2 131 0,0 4-90 15,1 1-44-15,-2-1 9 0,2 1-302 16,-2 0 124-16,-1 0 62 0,-1-1-535 0,-3-4 299 16,0 2 159-16,1-4 65 0,-3-4-656 0,2 0 308 15,0-6 176-15,0 0 87 0</inkml:trace>
  <inkml:trace contextRef="#ctx0" brushRef="#br0" timeOffset="199668.8">16052 13457 2287 0,'0'-17'0'0,"0"10"0"0,0-1 0 0,-2 5 0 0,-2 1 0 0,-1 2 0 0,1 4 0 0,2 12 0 0,0 12 0 0,1 0 0 0,-4 10 603 0,0 11-288 0,-1 2-140 0,-1 3-69 15,-5 10 339-15,3-3-445 0,0-11 0 0,-3 8 0 16,-1-2 0-16,-1 1 0 0,0-1 0 0,-1-3 0 15,0-1 0-15,2-4 0 0,1-4 0 0,3-11 0 16,2 2 0-16,3-13 0 0,1 1 0 0,3-12-249 16,0-1-28-16,0-5 136 15,0-5-798-15,5 0 452 0,6-20 217 0</inkml:trace>
  <inkml:trace contextRef="#ctx0" brushRef="#br0" timeOffset="199856.31">16124 13801 3030 0,'3'0'0'0,"3"0"0"0,1 0 0 0,4 0 0 0,3 0 0 0,7 0 0 0,4 0 0 0,5 0 0 0,12 0 0 0,-3 0 0 0,-3 0 212 0,11 0-93 0,-6-3 58 16,2 2-70-16,-1-1-36 0,-6 1-208 0,1-2 96 16,-3 1 34-16,-6 1-1 0,-5-1-460 0,-4 2 252 15,-8 0 125-15,-2 0 73 0,-5 0-703 0,-3 0 280 16,-1 0 202-16,-3 0-299 0</inkml:trace>
  <inkml:trace contextRef="#ctx0" brushRef="#br0" timeOffset="200047.86">16521 13500 3117 0,'-9'-7'0'0,"5"5"0"0,-1 2 0 0,-1 0 0 16,3 2 0-16,0 11 0 0,3 7 0 0,0 5 0 0,0 6 0 0,0 5 0 0,0 4 201 0,3 3-83 0,-1 1 233 0,1 0-207 0,1 0-144 15,-2-7 0-15,-1 1 0 0,3 0 0 0,0-4 0 0,-2 0 0 16,1-7 0-16,2-4 0 16,-2 0-195-16,1-7-127 0,0-4 178 0,1-5 90 0,1-3-893 15,2-4 430-15,1 0 245 0,2-10 119 16</inkml:trace>
  <inkml:trace contextRef="#ctx0" brushRef="#br0" timeOffset="200216.81">16832 13536 3643 0,'0'-2'0'0,"0"2"0"0,0 4 0 0,0 8 0 0,0 6 0 0,3 5 0 16,3 1 0-16,-1-2 0 0,4 13 0 0,-2-6 0 0,0 3 288 0,-1-1-288 0,-1-1 0 0,1-6 0 0,2 6 0 16,-5-8 0-16,1 1 0 0,0-2 0 0,-1-5-31 15,-1-2-22-15,0-3 39 0,0-3-685 0</inkml:trace>
  <inkml:trace contextRef="#ctx0" brushRef="#br0" timeOffset="200263.45">16926 13948 356 0</inkml:trace>
  <inkml:trace contextRef="#ctx0" brushRef="#br0" timeOffset="200471.8">17085 13407 3097 0,'14'-4'0'0,"4"2"0"0,0 2 0 15,1 0 0-15,4 0 0 0,1 13 0 0,0 2 0 0,2 4 0 0,1 4 0 0,3 7 0 0,-7-1 222 0,3 9-98 0,-8 1 364 0,-2 1-488 0,-3 3 0 16,-8 2 0-16,-3-1 0 0,-2 7 0 0,0-1 0 16,-9-1 0-16,-9-2 0 0,0-1 0 0,-1-4 0 15,-7 2 0-15,4-5 0 0,1-13 0 0,-2-1 0 16,3-5 0-16,3-8 0 0,-4-2 0 0,4-4 0 16,4-4 0-16,0-2 0 0,0 0-314 0,5 0-131 15,-1-4 210-15,3-7-718 16,3 2 458-16</inkml:trace>
  <inkml:trace contextRef="#ctx0" brushRef="#br0" timeOffset="202040.72">17761 13705 1285 0,'0'0'0'0,"-2"0"0"0,0 0 0 0,-2 0 0 0,2 0 0 0,2 0 0 0,-2 0 0 15,2 0 0-15,-2 0 0 0,2 0 0 0,0 0 120 0,0 0-43 0,0 0 1 0,0 0 123 0,0 0-82 0,0 0-33 16,2 0-9-16,0 0 65 0,6 0-53 0,-1 0-26 15,2 0 254-15,5 0-132 0,-1 0-79 0,4 0 90 0,3 0 40 16,5 0-100-16,-1 0-50 16,3 0 146-16,1 0-132 0,0-2-100 0,1-1 0 15,0 1 0-15,1 0 0 0,-6 0 0 0,8 2 0 16,-5 0 0-16,-6 0 0 0,1 0 0 0,-1 0 0 16,-4 0 0-16,-4 0 0 0,-1 0 0 0,-3 0 0 15,-4 0 0-15,-1 0 0 0,-2 0 0 0,-1 0 0 16,-1 0 0-16,0 0 0 0,0 0 0 0,0 0 0 15,0-2 0-15,0 0 0 0,-1-3 0 0,-1 0 0 16,-2 2 0-16,2 1 0 0,0 0-49 0,1 1-47 16,1-1-835-16,0 2 448 15,0 0 223-15,3 0 113 0</inkml:trace>
  <inkml:trace contextRef="#ctx0" brushRef="#br0" timeOffset="202942.98">18645 13382 2586 0,'-18'0'0'0,"0"0"0"0,2 0 0 0,4 0 0 0,1 0 0 0,6 0 0 0,1 0 0 0,4 0 0 0,0 0 0 0,4-2 0 0,14-3 107 16,6-2 270-16,5-2-170 0,3 1-86 0,1-2-43 15,3 2 184-15,0-1-117 0,-2 3-97 0,-2-1-48 16,-2 3 0-16,-8 2 0 0,4-2 0 0,-3 3 0 16,-6 1 0-16,0 0 0 0,-2 0 0 15,-4 0 0-15,-3 0 0 0,2 0 0 0,-5 3 0 0,-1 3 0 16,-1 1 0-16,-1 5 0 0,0 1 0 15,-2 0 0-15,0 4 0 0,-4 5 0 0,-7 3 0 0,-4 2 0 16,-4 4 0-16,-5 4 0 16,1 1 0-16,-5 2 0 0,0 2 0 0,-2-1 0 15,1-5 0-15,-4 7 0 0,3-7 0 0,5-4 0 16,1-3 0-16,3 0 0 0,8-8 0 0,0 0 0 0,6-6 0 16,3-3 0-16,2-2 0 15,2 0 0-15,0-3 0 0,2-3 0 0,9 3 0 16,5-5 0-16,2 0 0 0,6 0 0 0,-3 0 0 15,8 0 0-15,-4 0 0 0,1-2 0 0,-5-1 0 16,4 1 0-16,-5-3 0 0,1 4 0 0,-4-2 0 16,-2 2 0-16,-2 1 0 0,-1 0 0 0,-5 0 0 15,0 0 0-15,0 0-163 0,-4 1 26 0,-1 2-747 16,0 0 425-16,-2 0 203 0,0-3 114 0,0 0-301 16</inkml:trace>
  <inkml:trace contextRef="#ctx0" brushRef="#br0" timeOffset="203158.57">18694 13551 3614 0,'-25'-5'0'0,"9"5"0"0,-1 0 0 0,8 0 0 0,3 0 0 0,4 0 0 0,2 0 0 0,6 0 0 0,18 1 0 0,7 3 0 0,8 2 317 0,0 0-317 0,0-1 0 15,-2 3 0-15,7 1 0 0,-10 1 0 0,1-1 0 16,-1 0 0-16,-4 0 0 0,-7-1 0 0,2 2 0 15,-4-3 0-15,-7 0 0 0,-3-3 0 0,-1 0 0 16,-3 0 0-16,-3-4 0 0,-2 0-436 0,0 0-44 16,-2 0 217-16,0 0 113 0,0 0-656 15</inkml:trace>
  <inkml:trace contextRef="#ctx0" brushRef="#br0" timeOffset="203528.5">19498 13459 3931 0,'-17'0'0'0,"4"0"0"0,2 0 0 0,4 0 0 0,2 0 0 0,1 0 0 0,4 0 0 0,0 0 0 0,2 0 0 0,14 0 0 0,6-2 0 15,4-2 0-15,2-1 0 0,0 0 0 0,4 1 0 0,-2-2 0 16,-3 3 0-16,3 0 0 0,-4 1 0 15,-3 1 0-15,-1-1 0 0,1 0 0 16,-4 2 0-16,-4 0 0 16,-2 0 0-16,-2 0-1018 0,-4 0 443 0,-3 5 270 0,-2 9 125 0</inkml:trace>
  <inkml:trace contextRef="#ctx0" brushRef="#br0" timeOffset="203702.47">19500 13722 2744 0,'-17'10'0'0,"2"-1"0"0,4 1 0 0,4-8 0 0,0 4 0 15,5-3 0-15,2 0 0 0,0 0 0 0,12-2 0 0,12 1 0 0,-3-2 607 0,9 0-290 0,0 0-141 0,2 0-170 0,0 0 0 0,0-2 30 16,-2 1 3-16,2-5-705 0,-4 0 348 0,0 1 177 16,-3 1-739-16,-2 2 437 0,-2-2 216 0</inkml:trace>
  <inkml:trace contextRef="#ctx0" brushRef="#br0" timeOffset="204067.41">20206 13435 3377 0,'-11'0'0'0,"-3"0"0"0,0 2 0 0,-4 7 0 0,2 4 0 0,-5 6 0 0,7 3 0 0,3-4 0 0,2 8 0 0,8 2 0 0,1 0 217 0,0 2 120 0,5 0-337 16,9 0 0-16,4 2 0 0,3-2 0 0,4-2 0 15,0-1 0-15,3-5 0 16,2-3 0-16,0-4 0 0,2-3 0 0,-2-5 0 0,0-5 0 16,-7-2 0-16,5 0 0 0,-3 0 0 15,-3-11 0-15,-1-5 0 0,0-2 0 0,-7-2 0 16,2-5 0-16,-3 0 0 0,-3-3 0 0,-3 0 0 16,-3-2 0-16,-2-2 0 0,-2 0 0 0,0-4 0 15,-2 0 0-15,-9 0 0 0,-5 1 0 0,-5 5 0 16,-1 2 0-16,-4 7 0 0,-4 4 0 0,-4 8 0 15,-8 3 0-15,5 6 0 0,-10 0 0 0,4 12 0 16,2 6 0-16,3 3 0 16,6 0 0-16,10-3 0 0,-3 9 0 0,10-3 0 15,5 0 0-15,7 1 0 0,3-1 0 0,0-3 0 16,3 4 0-16,11-5-414 0,-1-3 139 0,6 1 120 16</inkml:trace>
  <inkml:trace contextRef="#ctx0" brushRef="#br0" timeOffset="205203.01">22530 13118 2359 0,'0'-3'0'0,"-3"2"0"0,3 1 0 0,0 0 0 0,0 4 0 0,0 8 0 0,0 8 0 0,0 2 0 0,0 4 0 0,0 4 0 0,0 2 489 0,0 2-226 0,3 0-104 0,-1 0-66 15,1 1 213-15,-1 1-134 0,0-1-82 0,0-1-90 16,-2-2 0-16,2 2 0 16,-2-4 0-16,0 0 0 0,0-4 0 0,0-5 0 15,0 0 0-15,0-3-64 0,0-6-87 0,0-1 94 16,0-3-678-16,0-5 357 0,0-3 127 0,0 0 113 16,3 0-534-16,8-15 318 0</inkml:trace>
  <inkml:trace contextRef="#ctx0" brushRef="#br0" timeOffset="205399.9">22734 13110 2954 0,'0'-4'0'0,"0"4"0"0,0 0 0 0,0 8 0 0,0 7 0 0,0 3 0 0,0 7 0 15,0 1 0-15,2 4 0 0,3 2 0 0,2 4 175 0,0 7-70 0,-2-3 361 0,1-1-235 0,-2-2-231 0,-1 9 0 0,2-15 0 0,0 5 0 16,-1-6 0-16,1-2 0 15,-1-6 0-15,0-2-50 0,-1-5-24 0,2-6-624 16,-3-1 355-16,-1-5 186 0,3-3-42 0,2 0-515 16,-1-7 339-16,2-14 170 0</inkml:trace>
  <inkml:trace contextRef="#ctx0" brushRef="#br0" timeOffset="205625.29">22973 13202 2229 0,'7'-11'0'16,"7"5"0"-16,-2 3 0 0,6-1 0 0,4 2 0 0,0 2 0 0,9 0 0 0,-3 2 0 0,2 7 0 0,2 4 0 0,-4 2 84 0,0 3 263 0,-1 6-155 16,-7-2-78-16,-3 4-39 0,-8 2 153 0,-3 3-87 15,-6 0-57-15,0 3 168 0,-9-2-108 0,-11 0-103 16,-7 4-41-16,2-10 0 0,-10 4 0 0,-2-8 0 16,0-1 0-16,0-4 0 0,3-5 0 0,-3-3 0 15,3-3 0-15,4-3 0 0,9-3 0 0,2 0-152 16,6 0-118-16,8-9 94 0,5-6-654 15,1-8 398-15,19-3 197 0,10-2 100 16</inkml:trace>
  <inkml:trace contextRef="#ctx0" brushRef="#br0" timeOffset="205828.47">23532 13115 3726 0,'-3'-1'0'0,"-15"1"0"0,-3 0 0 0,-2 5 0 0,-2 8 0 0,0 2 0 0,5 4 0 0,-1 6 0 0,7-1 0 16,0 6 0-16,5 0 205 0,4 4-205 0,5-2 0 0,0 0 0 0,3 0 0 0,12-2 0 16,6-3 0-16,2 1 0 0,3-7 0 0,3 2 0 15,1-6 0-15,0 0 0 0,0-3 0 0,-1-4-62 16,-8-4-14-16,3 0 65 0,-4-4-924 0,-1-2 449 16,1 0 225-16,-6 0-240 0,0-4 232 0</inkml:trace>
  <inkml:trace contextRef="#ctx0" brushRef="#br0" timeOffset="206007.97">23713 13248 3078 0,'-16'0'0'0,"4"0"0"0,2 3 0 0,5-3 0 0,-1 2 0 0,6-2 0 0,0 0 0 0,8 0 0 0,14 0 0 0,6 0 0 0,2 0 403 0,2 0-183 0,3 0-83 0,2 0-55 15,-2-2-159-15,3-1 56 0,-3 0 29 0,-1 1-495 16,-6 0 271-16,-1 1 122 0,-4 1 64 15,-5 0-257-15,-1 0 161 0,-8 0 81 0,-2 0-812 16,0 0 415-16</inkml:trace>
  <inkml:trace contextRef="#ctx0" brushRef="#br0" timeOffset="206185.2">23998 13045 2520 0,'-16'-9'0'0,"2"6"0"0,3 0 0 0,0 3 0 0,3 0 0 0,1 3 0 0,5 10 0 0,2 7 0 0,0 4 0 0,0 4 0 0,5 1 186 0,1 3-75 16,2 1 381-16,-3 2-233 0,1 1-111 0,-3-3 12 16,3 2-105-16,-3-4-55 0,-1-4-363 0,3 3 140 15,-1-10 129-15,-1 1 66 0,1-5-369 0,1-4 217 16,1-2 117-16,-1-7-929 0</inkml:trace>
  <inkml:trace contextRef="#ctx0" brushRef="#br0" timeOffset="206501.52">24081 13115 2355 0,'2'-13'0'0,"5"6"0"0,5-3 0 0,2 3 0 0,7 1 0 0,6 3 0 0,3 0 0 0,0 3 0 0,2 0 0 0,-1 6 0 0,0 7 211 0,-1 3-92 0,-3 2-42 16,-3 0 1-16,-4 7-68 0,-5 0 1 0,-9-3 34 0,-4 12-9 15,-2-5-38-15,-7 2 0 0,-11-1 38 0,-6-1-24 16,-3-3-9-16,-8 2 33 15,5-9 147-15,-6-1-73 0,1-2-38 0,-1-3 10 16,4-4 245-16,2 0-195 0,9-5-132 0,2-2 0 16,8 0 0-16,2 0 0 0,3-2 0 0,5 0 0 15,1 0 0-15,5 0 0 0,17 0 0 0,4 0 0 16,4-2 0-16,4 0 0 0,2-2 0 0,0 2 0 16,2-3 0-16,-5 3 0 0,1 0 0 0,-2 1 0 15,-2 1 0-15,-4 0 0 0,3 0 0 0,-8 0-198 16,4 0 35-16,-2 0 66 0,-2 0-634 15,-1 0 347-15,-1 0 174 0,0 0-233 16,-2-6 208-16</inkml:trace>
  <inkml:trace contextRef="#ctx0" brushRef="#br0" timeOffset="206842.46">24867 12875 2240 0,'8'-3'0'0,"-2"3"0"0,-2 0 0 0,-2 5 0 0,-2 8 0 0,0 6 0 0,0 5 0 0,-6 3 0 0,-3 1 0 0,-3 0 0 0,1 2 94 16,-4-1 274-16,2-3-165 0,-3-5-84 0,3-1 178 0,-1-3-135 0,2-2-63 15,3-7-31-15,2-2 167 0,1-1-189 0,5-2-46 16,0-3 0-16,1 0 0 0,0 0 0 0,8 0 0 16,8 0 0-16,3 0 0 0,8-1 0 0,-3 1 0 15,4 0 0-15,-2 0 0 0,1 0 0 0,-5 8 0 16,9 4 0-16,-11 3 0 15,-1 2 0-15,-7 0 0 0,0 4 0 0,-6 1 0 0,-4 0 0 0,-2 1 0 16,0 2 0-16,-11-5 0 16,-3-3 0-16,-6 4 0 0,-1-6 0 0,-4-4 0 15,1-1 0-15,-5-5 0 0,6-1 0 0,-9-2 0 16,4-2 0-16,-1 0 0 0,5 0 0 0,3-6 0 16,3-8 0-16,2-2-15 0,5-5-966 0,8-4 473 15,3-6 235-15,0-10 119 0</inkml:trace>
  <inkml:trace contextRef="#ctx0" brushRef="#br0" timeOffset="206976.9">24872 13024 3027 0,'11'0'0'0,"0"0"0"0,4 0 0 0,-2 0 0 0,0-3 0 0,2 2 0 0,3-1 0 0,0 0 0 0,1 0 0 0,4 0 0 0,-4 2 203 16,5-1-74-16,-3 1 105 0,-1 0-99 0,4 0-50 15,-3 0-24-15,0 0-752 0,-3 0 373 16,2 3 173-16</inkml:trace>
  <inkml:trace contextRef="#ctx0" brushRef="#br0" timeOffset="207125.81">25278 13051 3231 0,'-8'3'0'0,"2"0"0"0,0 2 0 0,5-2 0 0,-1 1 0 0,2 2 0 16,0-1 0-16,9 0 0 0,6 3 0 0,0 0 0 0,4-1 261 0,0 3-113 0,1-3-47 0,1 0-216 0,-1 1 75 0,1-1 38 0,-3 0-731 15,-2-2 384-15,1-2 201 0,-2 0 88 16</inkml:trace>
  <inkml:trace contextRef="#ctx0" brushRef="#br0" timeOffset="207316.33">25678 12710 3931 0,'5'-4'0'0,"-3"4"0"0,2 0 0 0,-3 6 0 0,-1 11 0 0,0 9 0 0,0 12 0 0,-7 4 0 0,-4 21 0 0,-4 1 0 0,0 9 0 0,-4 6 0 16,-4 15 0-16,-1-8 0 0,0 4 0 0,-5 4 0 15,1 2 0-15,-2-10 0 0,-7 19 0 0,0-13 0 16,2-3 0-16,1-1-264 0,0 1-120 0,3 7 220 16</inkml:trace>
  <inkml:trace contextRef="#ctx0" brushRef="#br0" timeOffset="207823.15">25816 13332 3011 0,'-13'-3'0'0,"4"2"0"0,5 1 0 16,2-2 0-16,2 0 0 0,0-3 0 0,10-2 0 0,10 2 0 0,3-1 0 0,0 3 0 0,8-1 296 0,0 0-130 0,-3 3 65 0,4 1-98 0,-2 0-49 15,0 0-74-15,2 0-10 0,-2 0-8 0,-2 1 16 16,0 1-558-16,-2 2 291 0,-3 0 156 0,7-3 64 16,-7-1-998-16</inkml:trace>
  <inkml:trace contextRef="#ctx0" brushRef="#br0" timeOffset="208152.64">26491 12934 2496 0,'0'-10'0'15,"3"2"0"-15,11 2 0 0,4 0 0 0,2-2 0 0,6 1 0 0,6 1 0 0,3 2 0 0,2 0 0 0,9 2 0 0,-12 2 232 0,4 0-90 0,-3 0-57 16,-3 2 31-16,-4 7-40 0,-8 3 0 0,-3 1-40 15,-6 6 87-15,-8 7-48 0,-3 0 0 0,-6 10 67 16,-14 2-53-16,-7-1-17 0,-6 2-10 0,0 1-28 0,-4-1-34 16,-3-1 0-16,1 0 0 0,5-11 0 0,-5 8 0 15,11-11 0-15,5-2 0 16,10-6 0-16,1 0 0 0,7-4 0 0,3-1 0 16,2-2 0-16,2 2 0 0,15-7 0 0,9 2 0 15,2-4 0-15,4 2 0 0,2-4 0 0,2 0 0 16,-2 0 0-16,-1 0 0 0,-6 0 0 0,6 0 0 15,-12 0 0-15,1 0 0 0,-3 0 0 0,-2 0 0 16,-5 0 0-16,-3 0-581 0,-4 0 196 0,-1 0 174 16,0 0-571-16,-2-2 372 0</inkml:trace>
  <inkml:trace contextRef="#ctx0" brushRef="#br0" timeOffset="208350.17">26622 13142 3927 0,'-30'4'0'0,"7"0"0"15,3 1 0-15,9-3 0 0,1 0 0 0,6 0 0 0,4-1 0 0,7 2 0 0,20 0 0 0,13-1 0 0,-1 2 4 0,13 1-4 0,-1 3 0 0,0-2 0 16,-1 1 0-16,-4 1 0 0,-9-1 0 0,11 1 0 16,-13-3 0-16,1 0 0 0,-5 2 0 0,-8-4-225 15,0 1-124-15,-10 0 161 0,-2-2 107 0,-1-2-921 16,-8 0 483-16</inkml:trace>
  <inkml:trace contextRef="#ctx0" brushRef="#br0" timeOffset="209860.11">27434 13093 2763 0,'2'0'0'0,"-2"0"0"0,1 0 0 0,4 0 0 0,1-2 0 0,3 1 0 0,0-2 0 0,4 1 0 0,5-1 0 0,5 1 0 0,3-1 180 0,-2-2 90 15,3 2-118-15,-2-1-49 0,3 0-38 16,-5 2-81-16,0 0 26 0,-2 0 0 0,0 1-142 16,-3 1 93-16,0 0 33 0,-7 0-1 0,-1 0-443 15,-1 0 242-15,-4 0 101 0,-3 0-68 0,-1 0-527 16,2 0 333-16,-3 0 167 0,0 0-324 0</inkml:trace>
  <inkml:trace contextRef="#ctx0" brushRef="#br0" timeOffset="210058.89">27680 12755 2868 0,'-12'-15'0'0,"3"7"0"0,0 5 0 0,2 1 0 0,0 2 0 0,3 0 0 0,3 7 0 0,1 14 0 0,0 6 0 0,0 2 0 0,7 11 117 0,0 1 194 0,0 1-137 0,0 6-70 15,-4-4-25-15,1 8 199 0,-2-5-278 0,3-2 0 16,-4-3 0-16,0-7 0 0,2 1 0 16,-1-3 0-16,0-2-367 0,-2-9 155 15,3 0 123-15,-3-3-623 0,2-7 283 0,0-1 202 16,0-4 84-16,-1-2-475 0,4-5 291 0</inkml:trace>
  <inkml:trace contextRef="#ctx0" brushRef="#br0" timeOffset="210284.72">28023 12796 3931 0,'0'0'0'0,"0"0"0"0,4 2 0 0,-2 9 0 0,1 7 0 0,2 3 0 0,1 10 0 0,-1 4 0 15,0 9 0-15,1 1 0 0,-3 0 0 0,2 2 0 0,1-2 0 0,-6-6 0 0,3 9 0 0,-1-13 0 16,0 3 0-16,0-4 0 0,0-3 0 0,-2-6 0 15,0-1 0-15,0-5 0 0,0-2 0 0,0-8-204 16,0 0 94-16,0-6-840 0,0-2 462 0,1-1 226 16,3-1 112-16,4-15-462 0,3-6 287 15</inkml:trace>
  <inkml:trace contextRef="#ctx0" brushRef="#br0" timeOffset="210553.72">28377 12824 2558 0,'9'-6'0'16,"-2"5"0"-16,-3 1 0 0,-2 0 0 0,-1 7 0 0,-1 10 0 0,0 6 0 0,-1 0 0 0,-10 2 0 0,-3 2 0 0,0 3 97 0,-4 1 127 0,2-3-93 0,-1-2-48 0,1-5 140 15,2-1-99-15,-2-1-43 0,1-4 0 16,5-7 106-16,2 1-75 0,0-4-82 0,4-2-30 16,3-2 0-16,-1-1 0 0,2 0 0 0,0 0 0 15,0 0 0-15,13 0 0 16,7 0 0-16,5-4 0 0,2 0 0 0,3 1 0 0,9-4 0 15,0 4 0-15,5-1 0 0,-3 1 0 16,2 1 0-16,-6-1 0 0,3 3 0 0,-5 0 0 16,2 0 0-16,-7 0 0 0,-2 3 0 0,-4 4-754 15,-5-2 353-15,-4 4 182 0,-6-4 92 0,1 3-598 16,-7-5 345-16</inkml:trace>
  <inkml:trace contextRef="#ctx0" brushRef="#br0" timeOffset="210776.13">28659 12690 3314 0,'-11'0'0'0,"4"7"0"0,2 8 0 0,0 0 0 0,3 5 0 0,2 9 0 16,0 9 0-16,0 2 0 0,0 7 0 0,0 6 0 0,1 2 439 15,0 1-261-15,1-2-178 0,1 1 0 0,-3-2 0 0,0-8 0 0,0 7 0 0,0-8 0 0,0-9 0 16,-7 2 0-16,0-2 0 0,2-9 0 15,-1-4 0-15,1-4 0 0,2-8 0 0,0 0 0 16,1-6 0-16,2-4-835 0,0 0 330 0,0-2 235 0,2-14 116 16,6-10-587-16</inkml:trace>
  <inkml:trace contextRef="#ctx0" brushRef="#br0" timeOffset="210952.37">28930 12930 3731 0,'2'-8'0'0,"10"5"0"0,2 2 0 0,6-3 0 0,6 0 0 0,-1 1 0 0,7 0 0 0,10-1 0 15,-2 0 0-15,1 0 0 0,-7 2 200 0,4 1-200 0,1-1 0 0,-6 2 0 0,0 0 0 16,-3 0 0-16,-5 0 0 0,-3 0 0 0,-7 2-481 16,-2 7 92-16,-8 2 212 0,-3 2 107 0</inkml:trace>
  <inkml:trace contextRef="#ctx0" brushRef="#br0" timeOffset="211134.73">29123 13264 3511 0,'-7'5'0'0,"3"1"0"15,3-1 0-15,1-2 0 0,0-1 0 0,0-2 0 0,10 0 0 0,10 0 0 0,4 0 0 0,5 0 0 0,2 0 212 0,0 0-93 0,4 0-30 16,-1 0-89-16,-1 0 0 0,-1 0 0 0,1 0-60 15,-3 0-173-15,-2 0 134 0,0 0 68 0,-6 2-791 16,1 1 423-16,-3 1 218 0,0-4-741 0</inkml:trace>
  <inkml:trace contextRef="#ctx0" brushRef="#br0" timeOffset="211478.67">29813 13009 2606 0,'1'-6'0'0,"-1"3"0"0,0 3 0 0,0 0 0 0,-8 11 0 0,-4 2 0 0,1 9 0 16,4 1 0-16,0 5 0 0,7 5 0 0,0 3 354 0,0 1-159 0,0 1-79 0,5 4 454 0,7-9-480 0,8 2-90 0,0-4 0 0,5-4 0 15,5-6 0-15,7 1 0 16,-3-12 0-16,10 0 0 0,-9-7 0 0,9-3 0 16,-10 0 0-16,1-6 0 0,-3-8 0 0,-1-2 0 15,-4-5 0-15,-5 0 0 16,-4-3 0-16,-2-2 0 0,-2-5 0 0,-7-2 0 0,-2-9 0 0,-3 3 0 15,-2-6 0-15,0 0 0 16,-6-5 0-16,-11 2 0 0,-4 1 0 0,-4 4 0 0,-7 8-34 16,-6 5-20-16,1 14-31 0,-18 3 130 15,4 12-45-15,0 1-1 0,0 1-39 0,8 16 39 16,11 0-46-16,2 8 11 0,3 2 118 0,6 5-43 16,9 4-31-16,2 1 0 0,4 1-96 0,4 7 50 15,0-3-1-15,2-1-613 0,0-1 308 0,0 1 153 16,0-9 69-16,0-3-965 0</inkml:trace>
  <inkml:trace contextRef="#ctx0" brushRef="#br0" timeOffset="214012.29">10102 15379 1501 0,'1'0'0'0,"1"0"0"0,0 0 0 0,2 0 0 0,-1 0 0 0,-1 0 0 0,3-2 0 0,-2-6 0 0,-1-1 0 0,2-5 0 0,1 0 305 0,-3-2-134 0,2 0-58 0,-2-3-44 15,1-1 83-15,0-2-58 0,-1 2-29 0,0-2-1 16,-1-1 8-16,-1 0-10 0,0 1-26 0,0 1 0 16,0-1-21-16,0 1 21 0,-8 0 10 0,-1 4 1 15,-2-2-11-15,-4 6 0 0,-2 2 106 16,-6 2-54-16,-1 5-16 0,-8 4-10 0,0 0 87 16,-9 6-57-16,4 12-28 0,-4 5 0 0,1 5 99 15,0 4-84-15,2 2-79 0,4 0 0 0,2 2 0 16,6-2 0-16,10-3 0 0,3-1 0 0,5 0 0 15,6-7 0-15,2 3 0 16,2-5 0-16,15-3 0 0,8-1 0 0,0-2 0 0,3-4 0 0,1-2 0 16,1 0 0-16,-7-2 0 15,7-2 0-15,-9 3 0 0,-2-1 0 0,-3 3 0 16,-1-1 0-16,-5 2 0 0,-5 5 0 0,1 1 0 16,-5 5 0-16,-1 0 0 0,0 4 0 0,-1 3 0 15,-8-1 0-15,-4 4 0 0,-1-1 0 0,0 2 0 16,4-1 0-16,-1-2 0 0,1-2 0 0,0 0 0 15,7 3 0-15,1 0 0 0,2 1 0 0,0 0 0 16,0-2 0-16,2 4 0 16,3-2 0-16,4 4 0 0,2-2 0 0,-2-1 0 15,1 1 0-15,0 1 0 0,0 1 0 0,-2-1 0 16,-2 4 0-16,1-2 0 0,-4 7 0 0,-1-3 0 16,0 1 0-16,-2 4 0 0,0-5 0 0,0 14 0 15,0-6 0-15,0 0 0 0,-2-3 0 0,-2 1 0 16,1-5 0-16,-2 8 0 0,3-6 0 0,-1-1 0 15,3-4 0-15,0-4 0 0,0 5 0 0,0-4 0 16,0-1 0-16,0-2 0 16,0-5 0-16,0-1 0 0,1-5 0 0,1 3 0 15,-2-4 0-15,0-4 0 0,0-2 0 0,0 0 0 16,0-4 0-16,0-2 0 0,0 1 0 0,0-2 0 16,0-1 0-16,0-1 0 0,0-2 0 0,0 0 0 15,0-3 0-15,0 2 0 0,0-1 0 0,0-2 0 16,0 5 0-16,0-1 0 0,2 3 0 0,5 1 0 15,2 2 0-15,0 1-584 0,4 5-26 0,4 5 291 16,2 3 142-16</inkml:trace>
  <inkml:trace contextRef="#ctx0" brushRef="#br0" timeOffset="-212222.5">10680 14858 2010 0,'-7'-7'0'0,"2"4"0"0,4 2 0 0,-1-1 0 0,0 2 0 0,2 0 0 0,-2 0 0 0,2 11 0 0,0 4 0 0,2 8 0 0,5-1 334 0,3 5-139 0,-1 1-85 16,0 1-37-16,2 0 49 0,-2 3-44 0,0 0 1 16,-4 0 112-16,2 0-82 0,-2 0-36 0,-1-2-1 15,-2 0-22-15,-1-2-14 0,1-4 9 16,-2 7-151-16,0-7 71 0,0-3 36 0,0 2-1 15,-2-7-333-15,-1-3 188 0,1-2 39 16,0-5 60-16,0-2-331 0,2-2 175 0,0-2 51 16,2 0-466-16,9-15 294 0</inkml:trace>
  <inkml:trace contextRef="#ctx0" brushRef="#br0" timeOffset="-212042.34">10937 14890 2764 0,'0'0'0'0,"0"0"0"0,0 0 0 0,0 11 0 0,0 3 0 0,0 5 0 0,2 3 0 0,0 3 0 0,2 1 0 0,0 5 0 0,0 2 268 0,-1 3-120 15,1-1 70-15,0 0-90 0,1 1-46 0,1 0-23 0,0-4-431 0,-1-2 200 16,1-2 104-16,1-7-281 0,-1 0 193 16,2-5 96-16,-3-6 57 0,4-2-834 0,1-8 404 0</inkml:trace>
  <inkml:trace contextRef="#ctx0" brushRef="#br0" timeOffset="-211818.11">11137 15026 2307 0,'9'-8'0'0,"4"6"0"0,2 1 0 16,0-2 0-16,6 3 0 0,3 0 0 0,3 0 0 0,-2 0 0 0,5 9 0 0,-3 3 0 0,-1 3 115 0,-1 2 264 0,-2 1-171 0,-9 6-86 0,-2 0 206 15,-6 0-151-15,-5 0-61 0,-1 9-45 0,-3-6 37 16,-13 4-108-16,-4-6 0 0,-4 1 0 15,-3-1 0-15,-1-2 0 0,-2-5 0 16,0 0 0-16,0-5 0 0,3-4 0 0,6-3-150 16,1-2-96-16,8-4 141 0,3 0 14 0,2 0-665 15,7-14 360-15,0-8 171 0,15-7 99 0,9-4-574 16,6-2 332-16</inkml:trace>
  <inkml:trace contextRef="#ctx0" brushRef="#br0" timeOffset="-211648.38">11488 14939 2755 0,'3'-5'0'0,"-3"3"0"0,0 2 0 0,0 0 0 0,-9 7 0 0,-4 8 0 0,0 6 0 0,0 1 0 0,3 4 0 0,1 5 0 0,5 1 126 0,2 1 563 0,2-1-328 15,0-1-361-15,4 0 0 0,12-3 0 0,5 1 0 16,6-7 0-16,1-1 0 0,4-6 0 0,0-2 0 16,-2-3 0-16,2-5-714 0,-2-1 338 0,-4-4 161 15,-1 0 118-15,-3 0-817 0,-1-2 443 0,-2-7 218 16</inkml:trace>
  <inkml:trace contextRef="#ctx0" brushRef="#br0" timeOffset="-211478.89">11777 15112 2592 0,'-11'-8'0'0,"5"5"0"0,3-1 0 0,-3 1 0 0,6 2 0 0,0-1 0 0,0 0 0 0,7 0 0 0,10 1 0 0,7-2 0 0,1 2 139 0,1 0-51 0,1-2 244 15,-3 1-140-15,7 0-82 0,-1 2-37 0,1-1-226 16,-5 1 94-16,2 0 48 0,-7 0 32 15,0 0-557-15,-3 0 287 0,-2 0 142 16,-7 0-648-16,-2 3 312 0,-1-1 195 0,-4 1 110 16</inkml:trace>
  <inkml:trace contextRef="#ctx0" brushRef="#br0" timeOffset="-211306.42">11993 14900 2114 0,'-17'-12'0'0,"5"6"0"0,3 3 0 0,2 1 0 0,1 2 0 0,3 0 0 0,3 2 0 0,0 10 0 0,0 6 0 0,2 3 0 0,5 5 153 0,-2 0-58 0,3 3 389 16,0 0-224-16,-3 2-112 0,1-1-47 0,-1-2-6 16,1 0-30-16,0-8 1 0,0 3-515 0,-3-3 242 15,3-6 131-15,-3-3 51 0,1-1-651 0,-2-4 348 16,4-5 67-16,0-1-183 0,-1 0 194 0</inkml:trace>
  <inkml:trace contextRef="#ctx0" brushRef="#br0" timeOffset="-211021.81">12100 14932 1643 0,'11'-14'0'0,"1"3"0"0,4 4 0 0,3 1 0 0,4 0 0 0,3 4 0 0,0 2 0 0,4 0 0 0,-3 0 0 0,3 5 0 0,-4 9 78 0,-1 2 360 0,-5 4-201 16,-3 2-101-16,-4 2 217 0,-5 5-159 0,-4 1-70 0,-4 0-48 16,0 2 106-16,-8-2-73 0,-7-2-37 0,-6-1 97 15,1-4-57-15,-3-1-104 0,-1-4-8 0,1-3 0 16,-1-2 0-16,7-3 0 15,-2-3 0-15,8-1 0 0,0-2 0 0,4-2 0 16,4 0 0-16,1-2 0 0,2 0 0 0,0 0 0 16,5 1 0-16,11-1 0 0,3 3 0 0,1-3 0 15,3 0 0-15,3 0 0 0,-1 0 0 0,-3 0 0 16,6 0 0-16,-7 0 0 0,2 0 0 0,0 0 0 16,-2 0-88-16,0 0-39 0,-1 0-599 15,0 0 336-15,-1 0 182 0,-1 0 85 0,3 0-559 0,0-4 322 16</inkml:trace>
  <inkml:trace contextRef="#ctx0" brushRef="#br0" timeOffset="-210705.94">12771 14862 2483 0,'5'-7'0'0,"3"4"0"0,-3 2 0 0,-1 1 0 0,2 0 0 0,-2 10 0 0,-2 2 0 0,-2 5 0 0,0 2 0 0,0 2 0 0,0 1 104 0,0-2 282 16,-10 1-171-16,2 1-90 0,-3-4 139 0,2-3-105 15,-1-2-66-15,3-6-29 0,0 1-26 0,-2-2-38 16,8-2 0-16,-3-4 0 0,4 1 0 0,0-1 0 16,0 0 0-16,4 0 0 0,13 0 0 0,4 0 0 15,3 0 0-15,0 0 0 0,4 4 0 0,-1 4 0 16,-1 0 0-16,-3 3 0 0,3 2 0 0,-7 2 0 16,-4-1 0-16,-2 3 0 0,-4 3 0 0,-5-1 0 15,-4 3 0-15,0 2 0 0,-6-5 0 0,-8 0 0 16,-5 0 0-16,0-6 0 0,-7 4 0 15,-1-6 0-15,-1-5 0 0,0 0 0 16,-2-3 0-16,5-1 0 0,-7-2 0 0,8 0-527 16,4-5 135-16,-3-11 178 0,12-3 80 0,-1-9-312 15,7-5 205-15,5-11 103 0</inkml:trace>
  <inkml:trace contextRef="#ctx0" brushRef="#br0" timeOffset="-210578.6">12759 14915 2944 0,'16'-4'0'0,"-2"0"0"0,2 1 0 0,-2-1 0 0,2 0 0 0,2-1 0 0,3 2 0 0,3 1 0 0,-1-3 0 0,-1 3 0 0,6 0 210 0,-1 2-87 0,1 0-50 16,0 0 0-16,2 0-37 0,-5 0-878 0,5 2 435 15,-4 5 222-15,-5-7 110 0</inkml:trace>
  <inkml:trace contextRef="#ctx0" brushRef="#br0" timeOffset="-210438.2">13242 14900 2940 0,'-4'0'0'0,"3"0"0"0,-1 0 0 0,2 0 0 0,0 0 0 0,0 1 0 0,9 3 0 0,4 0 0 0,2 2 0 0,1 0 0 0,2 3 106 15,-1-2-217-15,0 3 83 0,-2-1 28 0,1-2 0 0,0 1-301 0,0-2 169 0,2-5 84 16,-2 2-749-16,0-3 405 0</inkml:trace>
  <inkml:trace contextRef="#ctx0" brushRef="#br0" timeOffset="-210280.77">13633 14621 3552 0,'0'-7'0'0,"0"1"0"0,0 5 0 0,0 1 0 0,0 6 0 0,-2 20 0 0,-8 11 0 0,-1 6 0 0,-4 15 0 0,0 6 0 0,-2 8 379 16,-1 4-379-16,-3 3 0 0,-2 12 0 0,1-5 0 16,-1 3 0-16,0-7 0 0,-7 21 0 0,0-9 0 15,-2-2 0-15,0 3 0 0</inkml:trace>
  <inkml:trace contextRef="#ctx0" brushRef="#br0" timeOffset="-209747.38">13687 15155 2750 0,'-8'-7'0'0,"7"3"0"0,1 2 0 16,0-3 0-16,0 1 0 0,3-4 0 0,7 2 0 0,3-1 0 0,4 2 0 0,3-1 0 0,1 2 231 15,2 0-98-15,-1 2-40 0,1 0 77 0,3 2-67 0,-1 0-34 0,-3 0 0 0,4 0-120 0,-3 2 52 16,5 1-9-16,-3-3-515 0,-1 3 279 15,-4-3 140-15,9 0-718 0,-8 0 341 0,7-8 205 0</inkml:trace>
  <inkml:trace contextRef="#ctx0" brushRef="#br0" timeOffset="-209421.63">14276 14739 2099 0,'0'-6'0'0,"1"2"0"0,10 2 0 0,4-2 0 0,6 0 0 0,5 0 0 0,2 3 0 0,6 1 0 16,2 0 0-16,5 0 0 0,-7 0 116 0,4 6-45 0,-1 3 39 0,-3 1-37 0,-2 1 0 0,-6-1-38 0,-7 2 92 16,-4 5-51-16,-6-1 1 0,-7 10 11 0,-2-2-27 15,-6 3 1-15,-16 6-19 16,-9 4 129-16,-6-3-69 0,-2 0-34 0,-4 0 1 16,-2-2 206-16,2-2-146 0,1-4-130 0,12-8 0 15,2 4 0-15,7-11 0 0,6 0 0 0,8-3 0 16,-1-5 0-16,8 1 0 0,0 0 0 0,6-1 0 15,17 0 0-15,1-3 0 0,8 1 0 16,9-1 0-16,-2 0 0 0,3 0 0 0,-8 0 0 0,3 0 0 16,-1 0 0-16,-4 0 0 15,-4 4 0-15,-5-2-19 0,-3 3-41 0,-3-1-604 16,-1 1 314-16,-9 1 158 0,0 0-227 0,-1 0 191 16,-5-3 89-16,1 2 56 0,-2-5-520 0</inkml:trace>
  <inkml:trace contextRef="#ctx0" brushRef="#br0" timeOffset="-209249.62">14487 14886 2844 0,'-16'0'0'0,"5"0"0"0,-1 4 0 0,6-3 0 0,1 2 0 0,5 0 0 0,0 4 0 0,9-2 0 0,14 2 0 0,0 1 0 0,7 2 450 0,-1-3-208 0,4 3-103 15,-2-3-307-15,3 0 101 0,0-1 60 0,-2 1 17 16,-2-1-397-16,-2-1 212 0,-1 1 104 0,-2-1-760 15,-4-4 441-15,4-1 61 0</inkml:trace>
  <inkml:trace contextRef="#ctx0" brushRef="#br0" timeOffset="-209092.19">15000 14936 2566 0,'-4'-4'0'0,"3"2"0"0,-1-1 0 0,2 2 0 0,0-4 0 0,2 4 0 0,12-1 0 0,9-1 0 16,5 1 0-16,6 0 0 0,7 0 238 0,-1 0-101 0,-4 0-51 0,10 2 28 0,-10 0-40 15,4 0 10-15,-3 0-49 0,0 0-458 0,-5 0 229 16,-4 0 115-16,-7 0 57 0,-6 2-296 0,-3 4 172 16,-5-3 44-16,-5 1-707 0</inkml:trace>
  <inkml:trace contextRef="#ctx0" brushRef="#br0" timeOffset="-208913.87">15287 14704 2383 0,'-11'-11'0'0,"6"5"0"0,1 3 0 0,2 1 0 0,0 2 0 0,2 0 0 0,0 11 0 0,2 8 0 0,5 3 0 0,6 4 0 0,-1 4 300 0,-1 5-137 0,2 1-64 16,-3 0 321-16,-1 8-192 0,-4-4-96 0,-1-6-153 15,-2 10 24-15,1-10 0 16,-3 4 32-16,0-3-255 0,0-2 128 0,0-9 72 16,0 0-692-16,0-3 374 0,0-5 133 0,0-5 112 15</inkml:trace>
  <inkml:trace contextRef="#ctx0" brushRef="#br0" timeOffset="-208700.39">15712 14678 3210 0,'5'0'0'0,"3"0"0"0,0 11 0 0,-5 7 0 0,-1 2 0 0,2 7 0 0,-2 2 0 16,-1 4 0-16,-1 3 0 0,0 2 0 0,0-1 358 0,0 1-162 0,0-1-80 0,-1-1-108 0,-1-3 35 15,-2-3-43-15,2-8 0 0,2 1-307 0,0-6 135 16,0-6 104-16,0-2 60 0,0-3-619 16,0-2 258-16,2-2 189 0,2-2-526 15,3 0 336-15,1-11 158 0,-2-13 94 0,-3-5-297 0</inkml:trace>
  <inkml:trace contextRef="#ctx0" brushRef="#br0" timeOffset="-208440.68">15982 14665 2338 0,'8'0'0'0,"-3"0"0"0,0 1 0 0,-5 9 0 0,0 3 0 0,0 2 0 0,-7 1 0 0,-5 8 0 0,1-3 0 0,-3 0 0 0,-1 3 447 0,0-3-206 0,0-5-103 0,2 1-52 16,0-2 196-16,3-4-115 16,3-1-70-16,1-5 38 0,2 1-135 0,3-2 0 0,1-3 0 0,0 3 0 15,1-3 0-15,16 2 0 16,2-1 0-16,7-1 0 0,-1 2 0 0,5-3 0 15,2 2 0-15,2-2 0 0,-2 0 0 0,1 0 0 16,-1 0 0-16,-3 0 0 0,4 0 0 0,-5 0-106 16,-7 0-204-16,1 0 146 0,-6 2 28 0,-5 0-674 15,-1 1 391-15,-7-1 192 0,-1 0 97 0,0-2-567 16,-2 0 332-16</inkml:trace>
  <inkml:trace contextRef="#ctx0" brushRef="#br0" timeOffset="-208266.13">16181 14637 2773 0,'-7'0'0'0,"0"2"0"0,1 7 0 0,1 9 0 0,3 5 0 0,-1 3 0 0,3 9 0 0,0 5 0 0,0-1 0 0,0 9 0 16,0-1 709-16,0 0-337 0,0 2-295 0,0-1-77 0,0-7 0 0,0 9 0 0,-2-7 0 16,0-9 0-16,1 0 0 0,1-4 0 0,0-9-14 15,0 1 11-15,0-9-891 16,0-4 464-16,1-5 172 0,6-4-809 0</inkml:trace>
  <inkml:trace contextRef="#ctx0" brushRef="#br0" timeOffset="-208096.46">16384 14750 3352 0,'11'-16'0'0,"8"9"0"0,2 0 0 0,1 2 0 0,1-1 0 0,2 1 0 0,1 1 0 0,2 2 0 0,-1-2 0 0,5 3 0 0,1 1 402 15,-3 0-225-15,2 0-177 0,-2 0 0 0,-1 0-47 0,-9 0 36 16,-1 0-869-16,-6 5 453 0,-3 6 232 0,-7 3-410 16,-3 5 321-16,-3-1 159 0</inkml:trace>
  <inkml:trace contextRef="#ctx0" brushRef="#br0" timeOffset="-207942">16505 15050 2148 0,'-9'8'0'0,"0"-1"0"0,7-1 0 0,2-3 0 0,0 1 0 0,0-1 0 0,2-3 0 0,14 0 0 0,-2 0 0 0,11 1 0 0,0-1 73 0,-1 0 332 16,1 0-176-16,4 0-101 0,-1 0-233 0,0 0 70 16,-1 0 36-16,-6-4-1 0,3-3-596 0,-2 1 311 15,1 0 160-15,-2 1-517 0,-1-1 245 0,-1-2 183 16,0-1 68-16</inkml:trace>
  <inkml:trace contextRef="#ctx0" brushRef="#br0" timeOffset="-207631.15">17086 14866 2285 0,'6'-5'0'0,"-4"2"0"0,0 1 0 0,-2 2 0 0,0 0 0 0,0 0 0 0,-8 10 0 0,-1 5 0 0,3 9 0 0,2 3 0 0,4 3 656 0,0 3-301 0,0 3-164 15,10-1 107-15,5 1-152 0,4-1-146 16,3-6 0-16,2 0 0 0,6-9 0 0,2-3 0 16,6-6 0-16,4-5 0 0,-9-6 0 0,7 0 0 15,3-6 0-15,-5-11 0 0,-8 3 0 0,2-8 0 16,-11 6 0-16,6-10-48 0,-10 3-49 0,-6 0 47 15,-4-3-71-15,-4-2 46 0,-3-2-16 0,0-4 28 16,-8-3 1-16,-8-3 26 0,-5 3 32 0,-2-1-1 16,1 8-40-16,-12-6 10 15,6 15 234-15,-6 3-111 0,-4 5-44 0,-5 6-32 16,8 4 377-16,-3 3-389 0,4 0 0 0,2 11 0 16,6 5 0-16,5 3 0 0,6-4 0 0,4 6 0 15,4 4 0-15,1 2 0 0,6 1 0 0,0 0-46 16,0 2-25-16,2 0 47 0,3 0-1033 0,1 4 511 15,-6-14 255-15</inkml:trace>
  <inkml:trace contextRef="#ctx0" brushRef="#br0" timeOffset="-207468.72">17712 15559 350 0,'-4'0'0'0,"4"7"0"0,0 1 694 0,0-7-347 0,-11-1-173 0</inkml:trace>
  <inkml:trace contextRef="#ctx0" brushRef="#br0" timeOffset="-206580.15">10667 16644 1215 0,'-11'-11'0'0,"2"-2"0"0,3 2 0 0,1 1 0 0,4-1 0 0,1-1 0 0,0-3 0 0,0 0 0 0,15 1 0 0,2 1 0 0,2-1 72 0,4 4 154 0,0 2-95 16,0 4-39-16,7 0-33 0,-2 2 182 0,-1 2-102 15,-1 0-53-15,-1 6 68 16,-7 4-51-16,3 4-38 0,-5 1-1 0,0 7-7 0,-11 2 0 15,-1 2-22-15,-4 4 36 0,0 0-9 0,-7 2-27 16,-8-2 0-16,-6-2 35 0,-2-2-35 0,-3-1 9 16,-4-3-9-16,-2-3 41 0,0-7 0 0,2 1-41 15,0-6 96-15,10-3-39 0,-7-1-33 0,8-3 0 16,3 0 161-16,8 0-220 0,0 0 0 0,5 0 0 16,1 0 0-16,2 0 0 0,0 0 0 0,4-2 0 15,13-3 0-15,1 1 0 0,1 2 0 0,4-2 0 16,-3 4 0-16,5 0 0 15,1 0 0-15,-3 0 0 0,2 0 0 0,0 6 0 16,-4 2 0-16,2-3 0 0,-1 3 0 0,0-5-47 16,1 2-701-16,2-4 356 0,-2-1 179 0,4 0-543 15,1-1 352-15,-1-11 189 0</inkml:trace>
  <inkml:trace contextRef="#ctx0" brushRef="#br0" timeOffset="-206347.89">11121 16447 2288 0,'0'-9'0'0,"0"1"0"0,8 2 0 0,4-1 0 0,2 2 0 0,7 0 0 0,5 4 0 0,1 1 0 0,1 0 0 15,1 7 0-15,-2 8 236 0,1 4-92 0,-5 2 192 0,-4 5-151 0,-5 4-75 16,-4 4-38-16,-9 2 144 0,-1 0-82 0,0 6-54 16,-11-10-23-16,-5 2 16 0,-3-2-73 15,-6-5 0-15,1-1 0 0,-5-6 0 16,4-2 0-16,-3-6 0 0,7-2 0 0,-2-5 0 15,5 0 0-15,2-5-381 0,5 0 151 0,1 0 70 16,8-5 79-16,2-8-608 0,2-4 318 0,16-8 172 16,4 2 82-16</inkml:trace>
  <inkml:trace contextRef="#ctx0" brushRef="#br0" timeOffset="-206139.3">11610 16329 3275 0,'0'-2'0'0,"-4"2"0"0,-10 0 0 0,-2 11 0 0,-3 8 0 0,3 1 0 0,0 5 0 0,3 5 0 0,6 1 0 0,2 8 0 0,4 5 406 16,1-2-186-16,1-1-190 0,13-1-30 0,4-3 0 15,3-6 0-15,2-1 0 0,4-2 0 16,1-4 0-16,0-3 0 0,-1-4 0 0,-2-1 0 0,-4-4 0 16,0-1 0-16,-1-3 0 15,-3-1-579-15,0-1 222 0,0 0 83 0,-2-3-195 16,0-1 217-16,0-2 109 0,0 0 54 0</inkml:trace>
  <inkml:trace contextRef="#ctx0" brushRef="#br0" timeOffset="-205986.94">11881 16686 2592 0,'-6'0'0'0,"4"0"0"0,-2 0 0 0,4 0 0 0,0 0 0 0,4 0 0 0,13-2 0 0,5-1 0 0,1 2 0 0,6 1 0 0,4 0 224 16,-3 0-95-16,4 0-47 0,-2 0-217 0,2 0 93 15,-4 0 34-15,-2 0 0 0,0 0-578 0,-8 0 310 16,5 0 156-16,-8 0-701 0</inkml:trace>
  <inkml:trace contextRef="#ctx0" brushRef="#br0" timeOffset="-205804.65">12339 16412 2888 0,'-7'-3'0'0,"6"3"0"0,-1 0 0 0,2 3 0 0,0 7 0 0,6 1 0 0,9 5 0 0,2 2 0 0,3-2 0 0,1 5 0 0,-3-5 231 0,7 7-103 0,-2-3-182 16,0 0 44-16,-2-4 23 0,2-3 0 15,-4-1-535-15,0 0 274 0,-2-3 141 0,-3 0 71 0,2-2-677 16,-3-1 353-16,-3-1 92 16</inkml:trace>
  <inkml:trace contextRef="#ctx0" brushRef="#br0" timeOffset="-205603.22">12780 16169 3482 0,'4'-1'0'0,"-1"1"0"0,-1 1 0 0,0 10 0 0,-2 6 0 0,0 10 0 0,0 3 0 0,0 7 0 0,-7 14 0 0,-1 9 0 0,-1 1 270 0,-1 8-117 0,1 4-127 0,0 2-26 15,-3 2 0-15,1 2 0 0,-3 0 0 0,-2 1 0 16,-3 12 0-16,-1-12 0 0,-5 15 0 0,1-9 0 15,1-1 0-15,3-13 0 0,-1 4 0 0,5-12 0 16,0 8-574-16,3-22 24 16,1 1 257-16</inkml:trace>
  <inkml:trace contextRef="#ctx0" brushRef="#br0" timeOffset="-205103.01">13088 16687 2394 0,'-9'-8'0'0,"7"3"0"0,0 3 0 0,2 2 0 0,0-3 0 15,0-1 0-15,9 0 0 0,4-1 0 0,6-1 0 0,2 1 0 0,-1 2 95 0,3 2 193 0,5-2-127 16,-1 1-63-16,-1 2-32 0,-4 0-139 0,8 0 49 0,-3 0 30 0,-6 6-181 15,1 0 106-15,-2-3 52 0,1 2 34 16,-3-2-584-16,0-1 231 0,-1-2 174 16,-2 0-558-16</inkml:trace>
  <inkml:trace contextRef="#ctx0" brushRef="#br0" timeOffset="-204749.38">13627 16307 1669 0,'4'-5'0'0,"3"0"0"0,6 1 0 0,3 1 0 0,0 0 0 0,7 2 0 0,2 1 0 0,-3 0 0 0,6 1 0 0,-2 11 0 0,0-1 100 16,-3 4-32-16,-2 2 0 0,-8-2-53 0,-2 3-8 0,-5 1 28 15,-4 2 0-15,-2 4 30 16,-3-5 0-16,-11-1-21 0,-9 1-9 0,1-2 170 0,-1-3-85 0,1-3-42 16,3-2 8-16,0-1 166 15,4-4-109-15,6-3-54 0,1 1 207 0,3-3-130 16,3 0-57-16,2 0-42 0,0 0 34 0,11 0-88 15,12 0-13-15,3 0 0 0,1 0 0 0,6 0 0 16,-1 0 0-16,0 2 0 0,-4 9 0 0,-4 4 0 16,-7 0 0-16,0 10 0 0,-7-3 0 0,-7 2 0 15,-1 3 0-15,-2-3 0 0,-3-4 0 0,-13 8 0 16,-2-8 0-16,-5-2 0 0,-1-1 0 0,-3-4 0 16,3-5 0-16,-7-1 0 0,4-4 0 0,1-3 0 15,7 0 0-15,-4 0 0 16,6-4 0-16,2-10-273 0,6-2-74 0,3-7 162 15,6-4-599-15,0-3 374 0,4-5 179 0</inkml:trace>
  <inkml:trace contextRef="#ctx0" brushRef="#br0" timeOffset="-204355.87">14095 16284 2427 0,'7'0'0'0,"4"0"0"0,3 0 0 0,-3 0 0 0,4 0 0 0,0-3 0 0,6-3 0 0,4 0 0 0,2-2 0 0,3 1 0 0,5 1 143 0,-2 0 56 0,3 0-87 16,1 1-38-16,1 1 0 0,-1 1 19 0,-2 1-30 16,-10 0 10-16,1 2 34 0,-5 0-37 0,-4 0 1 15,-5 0-36-15,-5 2 117 16,-2 3-50-16,-3 2-38 0,-2 7 0 0,0 1-56 0,-9 3-8 0,-5 5 0 16,-4 4 0-16,-1 0 0 15,-3 9 0-15,-1 0 0 0,1 2 0 0,4-4 0 16,-7 8 0-16,4-3 0 0,2 0 0 0,1 0 0 15,2-7 0-15,1 2 0 0,2-4 0 0,0-1 0 16,4-9 0-16,-1 0 0 0,1-3 0 0,3-6 0 16,1-1 0-16,3-5 0 0,0-1 0 0,0-4 0 15,2 0 0-15,0 0 0 0,0 2 0 0,2-2 0 16,7 0 0-16,6 0 0 0,4 0 0 0,2 0 0 16,5 0 0-16,0 0 0 15,2 0 0-15,-1 0 0 0,-1 0 0 0,-5 0 0 16,-1 0 0-16,1 0 0 0,-4 0 0 0,-4 0 0 15,-2 0-223-15,-1 0-141 0,-3 0 170 0,-1 2-300 16,-1 0 230-16,-3-2 115 0,2 0 56 0</inkml:trace>
  <inkml:trace contextRef="#ctx0" brushRef="#br0" timeOffset="-204180.81">14347 16511 2486 0,'-25'0'0'0,"12"0"0"0,1 0 0 0,5 0 0 0,3 0 0 0,4 0 0 0,0 0 0 0,15 0 0 16,10 0 0-16,1 0 0 0,4 0 445 0,0 0-196 0,4 2-111 0,-2-1-196 0,0 4 47 0,0-2 23 15,-4 3 0-15,-5-2-292 0,1 1 154 0,-6 1 80 16,2-3 41-16,-4 3-740 16,0 0 293-16</inkml:trace>
  <inkml:trace contextRef="#ctx0" brushRef="#br0" timeOffset="-204006.69">14756 16494 2302 0,'0'-6'0'0,"0"2"0"0,0 3 0 16,0-3 0-16,0 0 0 0,0 3 0 0,7-4 0 0,10 4 0 0,4 0 0 0,8-3 0 0,0 4 164 0,5 0-65 0,0 0 178 0,3 0-120 0,1 0-53 16,6 0-131-16,-5 0 31 0,-6 0-1 15,5 0 32-15,-6 0-479 0,-6 0 249 0,1 0 110 16,-5 0 60-16,-5 0-346 0,-5 0 191 0,-3 0 96 15,-7 0-611-15</inkml:trace>
  <inkml:trace contextRef="#ctx0" brushRef="#br0" timeOffset="-203825.28">15117 16149 2498 0,'-14'-6'0'0,"5"4"0"0,0 2 0 0,2 0 0 0,-2 4 0 0,6 11 0 0,1 8 0 0,2 3 0 0,0 6 0 0,0 8 0 0,2 1 160 0,1 1-62 0,1 3 326 15,1-3-185-15,-2 12-107 0,-1-4-59 0,0 0-1 16,0-4-37-16,-2 0 0 0,0-11-205 0,0 5 98 16,0-6 54-16,0-4-632 0,0-8 342 0,1-1 172 15,3-4 95-15,3-4-818 0</inkml:trace>
  <inkml:trace contextRef="#ctx0" brushRef="#br0" timeOffset="-203461.16">15740 15925 3109 0,'0'-7'0'0,"0"2"0"0,0 5 0 0,-11 0 0 0,-8 18 0 0,-6 12 0 0,2 10 0 0,-4 4 0 0,-1 15 0 0,5-3 0 0,0 6 202 15,5 3-83-15,3-3 382 0,0 15-501 0,5-5 0 16,10-2 0-16,0-8 0 0,2-8 0 0,15-1 0 15,6-9 0-15,3-8 0 0,0-12 0 0,4-4 0 0,2-8 0 16,1-6 0-16,-1-6 0 16,-5 0 0-16,1-7 0 0,-5-11 0 0,-2-3 0 15,-8 1 0-15,0-7 0 0,-5-1 0 0,-5 1 0 16,-3-2 0-16,0-1 0 0,-3 2 0 0,-11-1 0 16,-6 2 0-16,-3 0 0 0,-3 6 0 0,-3 3 0 15,-2 5 0-15,-1 6 0 0,0 4 0 0,0 3 0 16,4 0 0-16,3 12 0 0,7 1 0 15,-1 4 0-15,6 2 0 0,6 0 0 16,2 1 0-16,5-1 0 0,2-1 0 0,13 2-658 0,6-7 216 0,3-3 203 16,6-8-658-16,4-2 431 15</inkml:trace>
  <inkml:trace contextRef="#ctx0" brushRef="#br0" timeOffset="-203288.07">16029 16338 3422 0,'3'-1'0'0,"-2"-2"0"0,5 1 0 0,-1 1 0 0,6-1 0 0,7 0 0 0,4-3 0 0,7 3 0 0,3-1 0 0,10-1 0 0,-4 1 134 0,13-1 222 16,-3 0-337-16,-2-1-19 0,0-1-26 0,-9 2-115 0,2 1 97 0,-5-1 35 16,-10 2-813-16,-2 2 428 0,-7 0 215 0,-7 3 107 15</inkml:trace>
  <inkml:trace contextRef="#ctx0" brushRef="#br0" timeOffset="-203128.11">16271 16541 2860 0,'-22'8'0'0,"5"-2"0"0,3 2 0 0,2-1 0 16,3-1 0-16,3-2 0 0,4 0 0 0,2 2 0 0,2-1 0 0,11 2 0 0,10 0 198 0,1-4-81 0,5 1-41 0,1 0 16 0,-7-4-19 15,9 2-9-15,-4-2-29 0,-7 0-578 0,4 0 289 16,-2 0 144-16,-3 0 82 0,3 0-679 15,-2 0 363-15,0-2 57 0</inkml:trace>
  <inkml:trace contextRef="#ctx0" brushRef="#br0" timeOffset="-202829">16813 16444 3024 0,'-6'-3'0'0,"-8"2"0"0,2 1 0 0,-6 0 0 0,2 5 0 0,1 9 0 0,2 6 0 0,4 6 0 0,2 3 0 0,5 5 0 0,2 7 125 0,0-6 198 0,12 7-148 0,7-5-69 15,3-3 72-15,3-8-178 0,5 1 0 0,4-11 0 16,7-2 0-16,1-9 0 16,0-5 0-16,-1-2-161 0,1-11 29 0,-8-5 93 15,3-11 32-15,-9 7-262 0,-1-4 138 0,-7-3-19 16,-5 2 77-16,-6-1-12 0,-3-5 50 0,-4 3 0 16,-2-4 34-16,-2 0 1 0,-15-6-35 0,0 11-9 15,-9-9 59-15,-3 8-25 0,-3 4 0 0,-5 6-6 16,-2 6 233-16,0 8-94 0,-14 5-64 15,4 1 414-15,3 7-221 0,-2 14-158 16,11-3-94-16,-6 11 0 0,19-5 0 0,1 6 0 16,10 0-113-16,6 2-66 0,7 2 115 0,0 1 46 15,9 7-444-15,9-4 215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11:51.3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12:51.077"/>
    </inkml:context>
  </inkml:definitions>
  <inkml:trace contextRef="#ctx0" brushRef="#br0">11982 6199 2000 0,'-9'0'0'0,"3"1"0"0,0 4 0 0,0-3 0 0,3 0 0 0,-1-2 0 0,0 2 0 0,1-2 0 0,1 0 0 0,0 0 0 0,0 0 135 0,2 1-54 16,0-1 154-16,0 0-98 0,0 2-50 0,0 2-11 15,0-2 11-15,0 1-50 0,0 1 1 0,0 0 61 16,2 0-29-16,0-1-1 0,3 1 85 0,1-2-63 16,-1 0-26-16,1-1 1 0,-3-1 59 0,2 0-34 15,0 0-10-15,-1 3-42 0,1-3 29 16,1 0-68-16,-1 0 0 0,2 0 0 0,0 0 0 16,0 0 0-16,1 2 0 0,4-2 0 0,-2 0 0 15,4 1 0-15,1-1 0 0,0 0 0 0,2 0 0 16,0 0 0-16,1 0 0 0,-1 0 0 0,3 0 0 15,0 0 0-15,-1-1 0 0,-1-1 0 0,1-1 0 16,-1 3 0-16,0 0 0 0,1 0 0 0,-1 0 0 16,1 0 0-16,2 0 0 0,-3 0 0 0,3 0 0 15,-2 0 0-15,3 0 0 0,-1 3 0 0,0-3 0 16,1 2 0-16,1-2 0 16,3 0 0-16,-1 0 0 0,0 0 0 0,2 0 0 15,-1 0 0-15,4-2 0 0,-1-1 0 0,-3 3 0 16,2-1 0-16,-1 1 0 0,-4 0 0 0,6 0 0 15,-3 0 0-15,-1 0 0 0,1 0 0 0,1 0 0 16,-3 0 0-16,6 0 0 0,-2 0 0 0,2 0 0 16,0 0 0-16,0-2 0 0,2 0 0 0,1-2 0 15,2 1 0-15,1 1 0 16,-3 0 0-16,1-2 0 0,0 3 0 0,-2-2 0 16,1 3 0-16,-1 0 0 0,0 0 0 0,-2 0 0 15,0 0 0-15,2 0 0 0,0 0 0 0,2 0 0 16,1 0 0-16,0 0 0 0,-1 0 0 0,9 0 0 15,-4 0 0-15,3 0 0 0,-1 0 0 0,-2-2 0 16,-1 1 0-16,5 1 0 0,-9-2 0 0,5 2 0 16,-1 0 0-16,0 0 0 0,-1 0 0 0,2 0 0 15,-1 0 0-15,2 0 0 16,2 0 0-16,2 0 0 0,-3 0 0 0,12 0 0 16,-7 0 0-16,4 0 0 0,-4 0 0 0,-4 0 0 15,12-2 0-15,-9 0 0 0,2 2 0 0,0 0 0 16,-2 0 0-16,-1 0 0 0,10 0 0 15,-4 0 0-15,2 0 0 0,-1 0 0 0,-3 6 0 0,3-5 0 16,-1 5 0-16,1-2 0 0,0-2 0 0,1 0 0 16,1 1 0-16,3-3 0 0,10 3 0 0,-6-3 0 15,0 0 0-15,2 0 0 16,-7 0 0-16,5 0 0 0,6 0 0 0,-4 0 0 16,-2 0 0-16,4 0 0 0,5 0 0 0,-5 0 0 15,13 0 0-15,-8 0 0 0,2 0 0 0,2 0 0 16,-2 0 0-16,-8 0 0 0,20 0 0 0,-6 0 0 15,0 0 0-15,-2 0 0 0,-3 0 0 0,-5 0 0 16,13 0 0-16,-8 0 0 0,3 1 0 0,4 1 0 16,-2 0 0-16,0 2 0 0,-2-2 0 0,0 3 0 15,0-1 0-15,0 0 0 16,6-1 0-16,2 1 0 0,-1 1 0 0,-3-3 0 16,3 3 0-16,0-4 0 0,-1 2 0 0,1-2 0 15,14 2 0-15,-8-3 0 0,-13 1 0 0,19-1 0 16,-19 0 0-16,8 0 0 0,2 0 0 0,10 0 0 15,-20 0 0-15,10 0 0 0,-4 0 0 16,-3 2 0-16,2 0 0 0,-4 0 0 0,5-1 0 0,-1 1 0 16,-2 2 0-16,-11-2 0 15,14 0 0-15,-8 1 0 0,-1 0 0 0,-2-1 0 16,1 2 0-16,3-1 0 0,-3-1 0 0,-4 0 0 16,-1 0 0-16,-4 0 0 0,-8 3 0 0,5-5 0 15,-3 2 0-15,-4 1 0 0,3 0 0 0,-1 0 0 16,-4-2 0-16,-9 5 0 0,7-3 0 0,-10 1 0 15,-2-1 0-15,-1 1 0 0,-6-3 0 0,3 3 0 16,-6 0 0-16,-6 0 0 0,1 1 0 16,-4-4 0-16,0 3 0 0,-4-2 0 15,-2 1 0-15,0-1 0 0,-3 1 0 0,0-2 0 0,-1 1 0 16,-3 0 0-16,1-2 0 0,-2 1 0 16,1-1 0-16,-3 0 0 0,1 0 0 0,0 0 0 15,0 0 0-15,0 0 0 0,-2 0 0 0,0 0 0 16,0 0 0-16,0 0 0 0,0 0 0 0,0 0 0 15,-2 0 0-15,-12 0 0 0,-4 2 0 0,-16 15-20 16</inkml:trace>
  <inkml:trace contextRef="#ctx0" brushRef="#br0" timeOffset="27600.77">4997 8250 2951 0,'-6'-10'0'0,"2"9"0"0,4-2 0 0,-2 2 0 0,2 1 0 0,0 0 0 0,0-2 0 0,6 2 0 0,11-2 0 0,5 0 0 0,4-2 516 16,4 3-239-16,2-2-120 0,2 0-127 0,4 1-30 16,0-4 0-16,5 3 0 0,-2-5 0 0,2 1 0 15,-3-1 0-15,8-2 0 0,-6 1 0 0,-7 0 0 16,3-1 0-16,-4 3 0 0,-8 1 0 0,1-1 0 16,-7 1 0-16,-2 3 0 0,-8 1-99 0,-2 0-47 15,-5 0-1-15,-1 0-354 0,-2 2 232 0,0 0 115 16,-13 0 59-16,-7 0-671 0</inkml:trace>
  <inkml:trace contextRef="#ctx0" brushRef="#br0" timeOffset="27752.94">5230 8304 3102 0,'-18'16'0'0,"6"-1"0"0,0-3 0 0,4-1 0 0,1-3 0 0,5 1 0 0,2-1 0 0,0-1 0 0,0 1 0 0,9 1 0 0,4-3 115 0,-1 2 213 16,1-1-145-16,2 1-64 15,0-1-45-15,2 3-415 0,1-2 190 0,-1-1 94 0,1 1-698 16,-1-2 406-16</inkml:trace>
  <inkml:trace contextRef="#ctx0" brushRef="#br0" timeOffset="27770.99">5393 8497 377 0</inkml:trace>
  <inkml:trace contextRef="#ctx0" brushRef="#br0" timeOffset="28076.82">5608 8318 2276 0,'7'-3'0'0,"-1"2"0"0,-5 1 0 0,-1 0 0 0,0 1 0 0,0 9 0 0,-6 2 0 0,-5 1 0 0,0 2 0 0,-3 5 0 0,2-1 154 0,-6 5-63 0,-1 1 23 16,-3-2-38-16,1 2 0 0,-9 6-62 0,4-7 9 15,-10 4 15-15,1-4 84 0,-1-1-42 0,-1-4-1 16,7-4-41-16,-5 2 82 0,0-6-46 0,5-2 0 16,8-1-36-16,-1-3 205 0,8 0-102 0,3-4-81 15,6 2-60-15,2-3 0 0,4 0 0 0,0 1 0 16,12-1 0-16,11 0 0 0,9 0 0 0,7 0 0 15,2 0 0-15,4 0 0 0,3 0 0 0,2-4 0 16,2-2 0-16,-2-3 0 16,-3 2 0-16,-1 0 0 0,-11-2 0 0,0 4 0 15,-1-1 0-15,-8 5 0 0,-3-3-125 0,-4 0-49 16,-6 2-495-16,-5 1 320 0,-3-1 156 0,-3 0-486 16,0 0 320-16,-2 0 160 0,0-4 71 0,-15-3-367 15</inkml:trace>
  <inkml:trace contextRef="#ctx0" brushRef="#br0" timeOffset="28281.68">5443 8300 2922 0,'-11'0'0'0,"4"0"0"0,0 8 0 0,-1 4 0 0,4 3 0 0,-2 1 0 0,4 7 0 0,2-1 0 0,0 4 0 0,0 5 0 0,2 3 130 0,6 1 454 0,2 6-289 15,-3 0-295-15,-2 1 0 0,0 4 0 16,1-1 0-16,-4-5 0 0,-1 11 0 15,1-4 0-15,-2-4 0 0,0-7 0 0,0 3-54 0,0-3-171 16,0-4 126-16,0-8 69 0,2-1-667 0,-1-6 285 16,1-8 187-16,3-1-173 0,1-8 185 15,3 0 87-15</inkml:trace>
  <inkml:trace contextRef="#ctx0" brushRef="#br0" timeOffset="28890.33">5931 8186 2460 0,'12'-10'0'0,"1"5"0"0,2-1 0 0,-6 0 0 0,5 1 0 0,-2-1 0 0,0 3 0 0,1 0 0 0,-1-3 0 0,-1 5 0 0,-2-1 86 0,2 1-24 0,-1 1-60 16,-5 0 0-16,-2 0 45 0,-1 0-10 0,-2 3-93 15,0 7 46-15,-3 2 24 16,-12 6 0-16,1-1 63 0,-7 5-9 0,-2 3-30 15,1 0-1-15,2 0 199 0,-2 4-100 0,2 0-40 16,5-1 346-16,0 3-299 0,4 1-143 0,1 0 0 16,3-3 0-16,3 4 0 0,4-2 0 0,0 1 0 15,0 0 0-15,0 1 0 0,0-4 0 0,0-3 0 16,6 4 0-16,-1-3 0 16,0-9 0-16,1 3 0 0,1-2 0 0,-4-2 0 15,-1-6 0-15,0-1 0 0,-1-3 0 0,1-1 0 16,-2-5-123-16,0-1-66 0,0 0 75 0,0-1-111 0,-3-11 95 15,-3-4 46-15,0-7 23 0,0-3-297 16,1-4 165-16,-1-4 78 0,3-4 39 0,-1 1-130 16,4-1 85-16,0 3 32 0,0 3 76 0,0 1 0 15,0 12-25-15,7-4 362 0,4 4-181 0,3 4-100 16,2 1-35-16,7 3 408 0,2 2-180 0,1 1-118 16,2 1 9-16,4 3 130 15,-2-1-114-15,2 0-53 0,1 4-26 0,-2-1 115 16,1 0-179-16,-5 0 0 0,4 2 0 0,-5 0 0 15,-5 0 0-15,2 0 0 0,-5 0 0 0,0 4 0 16,-6 4 0-16,2-1 0 0,-4 2 0 0,-2 2 0 16,1 3 0-16,-3 1 0 0,0 2 0 0,-1 2 0 15,3-2 0-15,-6 5 0 0,4 0 0 0,-1 1 0 16,-1-2 0-16,-1 1 0 16,1 1 0-16,-1 0 0 0,-2-1 0 0,2 0 0 0,-2 1 0 0,2-1 0 15,-3-1 0-15,0-1 0 0,0 1 0 0,0-2 0 16,0-2-292-16,-7-2 99 0,1-5 74 0,-1 3-238 15,-2-6 149-15,-3-2 90 0,1-1-472 16,-2-4 277-16,-4 0 137 0,-4 0-389 16,1-13 254-16</inkml:trace>
  <inkml:trace contextRef="#ctx0" brushRef="#br0" timeOffset="29084.66">6054 8407 3047 0,'0'0'0'0,"0"0"0"0,0 2 0 0,0 4 0 0,0 3 0 0,2 3 0 0,3 1 0 0,-3 4 0 0,6-1 0 0,-1 9 0 0,1 0 130 16,-2-1 397-16,-2 1-300 0,-1 7-227 0,1-2 0 0,-3-1 0 15,1 1 0-15,0 0 0 0,0-2 0 0,-2 1 0 16,0-3 0-16,0-5-412 0,0 0 145 0,0-3 152 16,0-5 85-16,0-4-809 0,0-3 402 0,0-3 200 15,0-3 100-15,0-3-433 0</inkml:trace>
  <inkml:trace contextRef="#ctx0" brushRef="#br0" timeOffset="29281.35">6184 8396 3232 0,'7'0'0'0,"2"2"0"0,0 9 0 0,-4 1 0 0,0 3 0 0,-1 2 0 0,1 1 0 0,0 7 0 0,1-1 0 0,1 3 0 0,-2-2 178 0,1 4-70 16,-2-8-27-16,1 13 68 0,1-8-56 0,-2-2-28 15,-1-1-40-15,1 1-336 0,-1-3 163 0,-2-1 88 0,-1 1-534 16,0-4 315-16,0-4 158 0,0-1-592 16,-1-5 324-16,-6-2 180 0,-2-5 87 0,-3 0-160 15</inkml:trace>
  <inkml:trace contextRef="#ctx0" brushRef="#br0" timeOffset="29436.45">6099 8618 2366 0,'-2'-5'0'0,"2"2"0"0,0 1 0 0,0 2 0 0,0 0 0 0,0 0 0 16,0 0 0-16,2 0 0 0,7 0 0 0,4 0 0 0,-1 0 74 0,0 0 337 0,4 0-192 0,-3 0-91 0,2 0-135 0,-1 0 1 15,-1 0 42-15,-2 2-611 16,-1 1 301-16,-1 0 156 0,-4 1 77 0,0 3-744 16,-4 1 318-16</inkml:trace>
  <inkml:trace contextRef="#ctx0" brushRef="#br0" timeOffset="29585.78">6159 8731 2102 0,'0'1'0'0,"-2"4"0"0,2-2 0 0,-1-3 0 0,1 2 0 0,0 0 0 0,0-1 0 0,3 1 0 0,6 0 0 0,5 0 0 0,0-2 86 0,-3 2 97 0,3-2-78 0,2 0-35 16,-7 1-168-16,2-1 68 0,-2 6 33 16,-3-3 9-16,-2 2-517 0,-1 4 271 15,-3 3 136-15,0 3-522 0,-15 2 241 0</inkml:trace>
  <inkml:trace contextRef="#ctx0" brushRef="#br0" timeOffset="29767.89">6054 8960 1713 0,'-23'9'0'0,"-2"1"0"0,2-1 0 0,-2 0 0 0,8-1 0 0,-1-3 0 0,4-1 0 0,4 0 0 0,4-3 0 0,1 1 0 0,5-2 522 0,0 3-242 0,0-3-122 0,8 0-61 16,9 0 327-16,8 0-198 0,1 0-95 0,2 0 115 15,4 0-112-15,2 0-134 0,2 0 0 16,-3-3 0-16,3 0 0 0,-1-1 0 0,1 0 0 15,0 1 0-15,-2-1 0 0,1-2 0 0,-1 2-227 16,0-3-72-16,-2 0 164 0,2-3 93 0,-1-1-986 16,6-8 495-16</inkml:trace>
  <inkml:trace contextRef="#ctx0" brushRef="#br0" timeOffset="29973.5">6659 8221 3139 0,'0'-7'0'0,"0"5"0"0,2 0 0 0,3-1 0 0,5-1 0 0,5 2 0 0,3 0 0 0,1 1 0 16,2-2 0-16,2 3 0 0,3 0 390 0,0 0-178 0,3 0-22 0,-1 0-190 16,-4 0 0-16,5 0 0 0,-6 0 0 0,-2 0 0 15,1 0 0-15,-4 0-306 0,-2 0 176 0,-3 0 79 0,-3 3 43 16,-3 0-883-16,-2 3 332 0</inkml:trace>
  <inkml:trace contextRef="#ctx0" brushRef="#br0" timeOffset="30298.51">6764 8413 2287 0,'-10'11'0'0,"5"4"0"0,1-7 0 0,0 2 0 0,3-3 0 0,1-3 0 15,0-1 0-15,0 2 0 0,0-4 0 0,0 1 0 0,0-2 92 0,0 0-132 0,1 0 33 0,-1 0 0 16,3 0 43-16,-3 0-153 0,0 0 77 0,0 0 46 0,0-2-29 0,0-3 30 16,0 1-1-1,0-2 30-15,0 1-37 0,5-3 8 0,8 1-46 0,4-3 131 0,4 2-63 0,6 1 0 16,1-1-36-16,2 3 144 16,2-1-63-16,-1 3-5 0,-1 1-1 0,-1 2-63 15,-7 0 44-15,2 0-1 0,-3 0-37 0,-5 0 0 16,-4 3 25-16,-4 5 0 0,-3-3-26 0,-3 5 0 15,-2-1 23-15,-2 1 16 0,-12 1-20 0,-7 1-14 0,0-3 11 16,1-2-38-16,-10 1-6 0,5-3 40 0,-2-1 1 16,1-2-309-16,4-2 146 15,0 0 67-15,2 0-452 0,4 0 237 0,2-9 125 0,4-7 64 16,1-9-231-16</inkml:trace>
  <inkml:trace contextRef="#ctx0" brushRef="#br0" timeOffset="30504.16">6895 7754 3870 0,'0'15'0'0,"0"11"0"16,0-1 0-16,0 4 0 0,0 6 0 0,0 10 0 0,-1 1 0 0,1 6 0 0,0 13 0 0,0-3 0 0,1-2 61 0,8 15-61 0,-4-6 0 0,3-3 0 0,-1-3 0 15,0-2 0-15,-3-8 0 0,1 6 0 0,-1-1 0 16,-1-4 0-16,-3-1 0 0,0-3 0 0,0-10 0 15,0-3-197-15,-5-5 104 0,2-11 64 0,-1-10-951 16,-2-3 473-16,-1-8 226 0</inkml:trace>
  <inkml:trace contextRef="#ctx0" brushRef="#br0" timeOffset="30659.27">6922 8470 3627 0,'0'11'0'0,"0"4"0"0,-7 2 0 0,-9 5 0 0,2-1 0 0,-4 4 0 0,2 1 0 0,-3 2 0 0,3 0 0 0,0 1 0 0,0-3 171 16,6-5-58-16,-2 0-257 0,1-2 91 0,1-2 44 16,6-7 22-16,-1-3-835 0,1-1 437 0,4-6 207 15,0 0 106-15</inkml:trace>
  <inkml:trace contextRef="#ctx0" brushRef="#br0" timeOffset="30782.78">6837 8669 3167 0,'21'-9'0'0,"0"3"0"0,-1 4 0 0,1 2 0 0,1 0 0 0,1 4 0 0,1 9 0 0,5 1 0 16,1 5 0-16,2 0 0 0,3 4 583 0,2-3-402 0,-5 1-181 0,10 5 0 0,-6-3 0 0,1 0 0 16,-1 1 0-16,-1-2 0 0,-3-5 0 0,6 0-602 15,2 0 66-15</inkml:trace>
  <inkml:trace contextRef="#ctx0" brushRef="#br0" timeOffset="31135.22">7669 8024 2562 0,'-9'-3'0'0,"1"1"0"0,6 2 0 0,0 0 0 0,2 0 0 0,0 0 0 0,0 0 0 16,0 5 0-16,0 3 0 0,2 3 0 0,6-1 169 0,0 4-66 0,-1-4 126 0,-2 5-101 0,4 2-46 0,-6 1-303 15,-1 7 128-15,1-1 65 0,-3-1 41 16,0 7-601-16,-3-2 312 0,-4-1 156 0</inkml:trace>
  <inkml:trace contextRef="#ctx0" brushRef="#br0" timeOffset="31155.27">7650 8347 362 0,'-15'16'0'0</inkml:trace>
  <inkml:trace contextRef="#ctx0" brushRef="#br0" timeOffset="31484.76">7526 8395 1580 0,'-7'0'0'0,"1"0"0"0,3 1 0 0,1 1 0 0,2 0 0 0,0 2 0 0,0-1 0 0,4-1 0 0,8 0 0 0,4 0 0 0,4 0 156 15,3 0-60-15,-1-2-29 0,-1 0-1 0,0 2 70 16,-2 0-55-16,-3 1-22 0,-2 1-118 0,-5 4 48 16,-2 2 23-16,-5 1-117 0,-2 3 67 0,0 7 37 15,-9 0-1-15,-8 3 34 0,-2 1-19 0,-5 3 22 16,-1-2-45-16,1 1 209 0,0-1-101 0,1-3-39 16,2-3-16-16,8-5 86 0,4-3-45 0,4-2-28 15,0-2 19-15,5-2 86 0,0-3-62 0,9-1-23 16,8-2-61-16,10 0 21 15,1 0 0-15,4 0-81 0,0-2 49 0,2-1-8 16,-1 0 40-16,-1 3-72 0,-2 0 37 0,-3 0-1 16,-8 3 16-16,-3 8-11 0,-4 4-18 0,-5 0 33 15,-5 3-32-15,-2 5 113 0,0-2-48 0,-7 3-2 16,-9 1 155-16,-3-3-89 0,-2 1-33 0,-2-2-10 16,4-7-74-16,-11 5 0 0,7-8 0 0,3-3 0 15,-3-1 0-15,3-3 0 0,1-4 0 0,2 0-432 16,5 0 170-16,3-5 108 15,4-13 77-15,3-8-344 0</inkml:trace>
  <inkml:trace contextRef="#ctx0" brushRef="#br0" timeOffset="31501.3">7587 8860 362 0</inkml:trace>
  <inkml:trace contextRef="#ctx0" brushRef="#br0" timeOffset="31645.19">8257 8104 2810 0,'9'0'0'0,"-4"0"0"0,-5 0 0 0,-3 7 0 0,-17 6 0 0,-1-1 0 0,-1 4 0 0,-4 3 0 0,0 0 0 0,-1 1 0 0,2 1 69 0,1-1 1 0,5 3-34 0,-3-1-667 16,2 2 338-16,4-1 159 0</inkml:trace>
  <inkml:trace contextRef="#ctx0" brushRef="#br0" timeOffset="31801.58">7901 8543 3121 0,'2'7'0'0,"1"0"0"0,1 1 0 0,-1-4 0 0,5-2 0 0,2-1 0 0,4-1 0 0,6 0 0 0,5 0 0 16,5-1 0-16,8-7 215 0,2-1-94 0,-7 3-42 0,6 1 316 0,-7-1-395 0,2 2 0 16,-2 3 0-16,-2-2 0 0,-3 3 0 0,-4 0 0 15,-3 0-771-15,-5 3 392 0,-2 2 204 0,-9 3 105 16,-2-1-909-16,0 1 456 0</inkml:trace>
  <inkml:trace contextRef="#ctx0" brushRef="#br0" timeOffset="31999.41">8174 8377 2567 0,'-7'-2'0'0,"5"2"0"0,0 0 0 0,0 0 0 0,2 10 0 0,0 5 0 16,0 6 0-16,4 1 0 0,5 5 0 0,1 2 0 0,-1 5 743 0,-2 2-353 0,-1 2-177 0,-1-1-195 0,-2 2-18 16,-1 2 0-16,-2-5 0 0,0 2 0 15,0-2 0-15,0-2 0 0,0-8 0 0,0 6 0 0,-4-12 0 16,-2 3 0-16,0-4-463 15,1-6 28-15,1-6 226 0,1-1-23 16,-1-6-299-16,1 0 247 0</inkml:trace>
  <inkml:trace contextRef="#ctx0" brushRef="#br0" timeOffset="32145.9">8140 8676 3065 0,'0'-2'0'0,"0"2"0"0,0 0 0 0,0 11 0 15,-9 3 0-15,2 2 0 0,-3 3 0 0,1-2 0 0,-2 4 0 0,2 0 0 0,-1-1 199 0,2-1-81 0,1 0-142 0,-1-2 26 0,2-4-1 0,0-2 35 16,3-3-639-16,2-1 319 0,-1-4 169 16,2-3 71-16,0 0-813 0</inkml:trace>
  <inkml:trace contextRef="#ctx0" brushRef="#br0" timeOffset="32295.3">8244 8714 3758 0,'11'0'0'0,"-4"0"0"0,2 6 0 0,-2 3 0 0,0 4 0 0,3-1 0 0,1 2 0 0,0-1 0 0,2 2 0 0,0 0 0 0,-3-1 173 0,0-1-173 0,0-2 0 0,-4 2 0 16,1-4 0-16,3 1 0 0,-8-3 0 0,4 0-447 15,-2-2 111-15,-1-5 182 0,-1 0 95 0,0 0-916 16</inkml:trace>
  <inkml:trace contextRef="#ctx0" brushRef="#br0" timeOffset="32749.43">8524 8176 3299 0,'6'-2'0'0,"3"-1"0"0,3 3 0 0,-9 0 0 0,1 4 0 0,1 4 0 0,-3 2 0 0,1 0 0 0,-2-1 0 0,0 0 0 0,1 3 100 0,0-3 157 0,-2 0-102 0,2 1-64 16,-2 0-62-16,0-4-400 0,0 1 185 0,0-2 112 15,0-2-551-15,0-2 326 16,-7-1 167-16,-1 0 85 0,-1 0-521 0,1-6 266 15,-3-7 124-15,2-2 29 0,1-4 56 0,-3-3 29 16,4-3-1-16,1 0 98 0,4 0-43 0,1 1 9 16,1 1-36-16,0 1 257 0,1 2-129 0,7 5-63 15,4 2 425-15,6 2-232 0,5 3-41 0,0 2-84 16,4 1 336-16,1 4-197 0,2-1-91 0,-2 2 228 16,0 0-168-16,-1 0-84 0,-6 2-42 0,-1 7 65 15,-2 2-44-15,-6 1-47 0,-5 4-52 16,-5 1 0-16,-2 5 0 0,0-3 0 15,-15 6 0-15,-4-1 0 0,-3-3 0 0,-3 1 0 16,-2-3-56-16,-2 0 55 0,3-4 14 0,-1-4 3 16,9-1-27-16,-1-3 26 0,3 1-35 0,6-5 64 15,2 1-44-15,5-1 0 0,1-2 0 0,2 1 0 16,0-1 0-16,9-1 0 0,7 0 0 0,5 0 0 16,2 0 0-16,0 0 0 15,3 0 0-15,-6 0 0 0,5 0 0 0,0-1 0 0,-4-2 0 16,-3 0 0-16,-3 1 0 0,-4 0-110 0,-2 1-249 0,0 1 168 15,-6 0 42-15,-1 0-894 16,-2 9 503-16</inkml:trace>
  <inkml:trace contextRef="#ctx0" brushRef="#br0" timeOffset="32925.01">8528 8504 3371 0,'-6'9'0'0,"5"-2"0"0,1-1 0 0,0-3 0 0,0 0 0 0,1-3 0 0,14 0 0 0,4 0 0 0,7 0 0 0,3 0 0 0,1-3 373 0,0-2-186 16,2 0-187-16,-2-3 0 0,-5 1 0 0,-2 2 0 16,2 2 0-16,-4-1 0 0,-3 0 0 0,-4 3 0 15,-4 1-600-15,-2 0 143 0,-5 0 246 0,0 0 124 16,-3 7-616-16</inkml:trace>
  <inkml:trace contextRef="#ctx0" brushRef="#br0" timeOffset="33092.39">8569 8712 2540 0,'-13'9'0'0,"6"1"0"0,0-2 0 0,5-5 0 0,2-1 0 15,0-1 0-15,2-1 0 0,12 0 0 0,4 0 0 0,6 0 0 0,1 0 546 0,2 0-255 0,1-1-127 0,0-4-64 0,-9 0 10 16,7-2-27-16,-3 4-10 0,-5-1-616 0,-1-1 289 16,-6 4 145-16,1-1-686 0,-5 0 412 0,-3 0 200 15,-2 2-1-15,-2-2-263 16,0 0 205-16</inkml:trace>
  <inkml:trace contextRef="#ctx0" brushRef="#br0" timeOffset="33356.36">8726 8547 1817 0,'-1'0'0'0,"1"0"0"0,0 0 0 0,0 5 0 0,0 8 0 0,1 0 0 0,3 4 0 0,2 1 0 0,-1 2 0 0,0 7 0 0,-4-4 316 0,-1 2-132 0,0 6-78 15,0-4-104-15,-5 1 34 16,-9 0 0-16,0-1 0 0,-4-1-54 0,0-1 23 15,-2-5-1-15,-2-3 123 0,0-2-46 0,3-2 1 16,0-3-37-16,1-3 169 0,2 1-89 0,5-5-44 16,2-1 0-16,4 0 90 0,4 0-59 0,1-2-42 15,0 2 148-15,1 0-218 0,10 0 0 0,8 0 0 16,2-1 0-16,6 1 0 0,3 0 0 0,0 0 0 16,4 0 0-16,2 1 0 0,-3-1 0 0,1 1 0 15,1 0 0-15,-3 1 0 0,-2 2 0 0,-2 1 0 16,-2 0 0-16,3 3 0 15</inkml:trace>
  <inkml:trace contextRef="#ctx0" brushRef="#br0" timeOffset="33528.37">9535 8986 3931 0,'-7'-2'0'0,"7"0"0"0,3-4 0 0,-1 1 0 0,0 3 0 0,0-2 0 0,1 0 0 16,1-3 0-16,3 1 0 0,-1 1 0 0,-2 1 0 0,0 0 0 0,-2 2 0 0,-1 1-209 0,1 1-79 0</inkml:trace>
  <inkml:trace contextRef="#ctx0" brushRef="#br0" timeOffset="34269.11">10682 8383 2741 0,'-4'-2'0'0,"1"2"0"0,3 0 0 0,-2 0 0 0,2 2 0 0,0 5 0 0,0 3 0 0,0 1 0 0,0 2 0 0,0 5 0 0,2 1 551 0,0 1-257 0,-2 6-129 0,0 0 15 16,-2 3-180-16,-10 2 0 0,-3 1 0 15,-2 1 0-15,-3-4 0 0,-3 4 0 0,0-6 0 16,-1 0 0-16,-3-5 0 0,2-3 0 0,-2-4 0 15,6-7 0-15,-1-3-11 16,2-5 5-16,2 0-720 0,4-1 348 0,2-15 155 0,5-10-515 16,5-6 342-16,2-9 184 0</inkml:trace>
  <inkml:trace contextRef="#ctx0" brushRef="#br0" timeOffset="34493.94">10370 8026 2860 0,'0'-11'0'0,"0"3"0"0,2 3 0 0,-2 1 0 0,2 1 0 0,2 1 0 0,5 2 0 0,1 0 0 0,6 0 0 0,5 5 0 0,2 10 621 0,2 5-292 0,2 7-208 16,7 9-121-16,-2 3 0 15,4 12 0-15,-6-1 0 0,-1 6 0 0,-6-5 0 16,5 15 0-16,-7-5 0 0,-4-11 0 0,2 7 0 16,-2-7 0-16,-4-6 0 0,1 6 0 0,2-11 0 15,-5-5 0-15,1 0 0 0,-3-5 0 0,-2-7 0 16,2 0 0-16,-2-3 0 0,-2-4 0 0,-1-4 0 15,-1-1 0-15,-1-3 0 0,2 1 0 0,1-3-1338 16</inkml:trace>
  <inkml:trace contextRef="#ctx0" brushRef="#br0" timeOffset="35042.87">11443 8163 2882 0,'-15'-7'0'0,"2"5"0"0,-1 0 0 0,-2 2 0 0,0 0 0 0,0 0 0 16,-5 16 0-16,4 0 0 0,0 8 0 0,2 4 0 0,2 12 342 0,6-1-153 0,1 4 329 15,6 5-518-15,0-1 0 0,0 1 0 0,2 1 0 16,11-4 0-16,1-1 0 0,4-5 0 0,3-2 0 15,-3-8 0-15,3 1 0 0,2-4 0 0,-2-1 0 16,0-3 0-16,-5-5 0 0,0-2 0 0,-2-2 0 16,-5-5 0-16,0-1-806 0,-2-3 331 0,2-4 220 15,-2 0 101-15,-2-1-315 0,1-14 217 0</inkml:trace>
  <inkml:trace contextRef="#ctx0" brushRef="#br0" timeOffset="35338.68">11491 8381 3172 0,'-7'-1'0'0,"3"-2"0"0,3 1 0 0,1 2 0 0,0-1 0 0,0-1 0 0,3 0 0 0,8-2 0 0,7 3 0 0,0-4 0 0,1 3 276 0,0 1-110 0,1-2-70 16,-1 2 85-16,2-1-141 0,-4 2-40 15,2 0 0-15,-5 0 0 0,4 0 0 0,-7 7 0 16,2 3 0-16,-5 3 0 0,-1 2 0 0,-2 2 0 15,-1 2 0-15,-2 2 0 0,-2 2 0 0,0-3 0 16,0-1 0-16,0 1 0 0,-4-3 0 0,-3 0 0 16,-2-2 0-16,-3-2 0 0,-1-2 0 0,-4 1 0 15,4-3-8-15,-6-1-51 0,2-1 23 0,-4-1-201 16,2-2 93-16,3 2 27 0,-3-5-298 0,4 3 188 16,3-4 96-16,3 0-365 0,0 0 230 15,6 0 105-15,3-4 66 0,0-13 30 16</inkml:trace>
  <inkml:trace contextRef="#ctx0" brushRef="#br0" timeOffset="35599.81">11914 8276 2677 0,'2'-5'0'0,"-2"1"0"0,0 1-1 0,0-4-1 0,0 1 1 0,0 1 1 0,0-2 0 0,0 1 0 0,0 2 0 0,0 0 0 0,-4 3 169 16,1-2-66-16,-5 3 192 0,-3 0-129 0,-2 8-55 15,-6 13-42-15,-2 3 80 0,-3 10-56 0,3 0-29 16,2-2-25-16,3 5-39 0,-2-1 0 0,9-2 0 16,4 0 0-16,1-4 0 0,4-6 0 0,0 0 0 15,2-1 0-15,9-2 0 0,1-4 0 0,6 0 0 16,1-5 0-16,3 2 0 0,-3-5 0 0,4-1 0 16,-3-1 0-16,3-1 0 0,-1-2 0 15,1-3 0-15,-1-1 0 0,1 0 0 16,-2 0-864-16,1 0 283 0,-1-1 261 0</inkml:trace>
  <inkml:trace contextRef="#ctx0" brushRef="#br0" timeOffset="35800.72">12061 8422 3528 0,'-6'0'0'0,"6"0"0"0,0 0 0 0,0 0 0 0,0 0 0 0,11 0 0 0,6 0 0 0,4 0 0 0,11 0 0 0,7 0 0 0,-1 0 272 0,3-1-141 0,2-5-131 16,-5 0 0-16,3-1 0 0,0 0 0 0,-3 1 0 16,-7 0 0-16,0 0 0 0,-9 3 0 15,-1 1 0-15,-8 0 0 0,-1 0-919 0,-7 0 369 0,-3 1 273 16,-2-1 27-16</inkml:trace>
  <inkml:trace contextRef="#ctx0" brushRef="#br0" timeOffset="35971.22">12371 8088 3369 0,'-7'-2'0'0,"6"2"0"0,-1 0 0 0,0 10 0 0,2 3 0 0,0 4 0 0,0 5 0 0,0 4 0 0,2 3 0 0,6 8 0 0,-4-1 562 0,-1 12-562 0,-1-4 0 0,0 1 0 16,-2 0 0-16,0-2 0 0,0-5 0 0,2 1 0 15,-2-1 0-15,2 0 0 0,-2-5 0 0,1 4 0 16,-1-1-228-16</inkml:trace>
  <inkml:trace contextRef="#ctx0" brushRef="#br0" timeOffset="36667.56">12908 8481 1914 0,'-10'-11'0'0,"-1"2"0"0,3-3 0 0,-1-1 0 0,2-6 0 0,0 0 0 15,2-7 0-15,3 5 0 0,2-9 0 0,0 2 0 0,7 0 224 0,7 2-93 0,3-3-48 16,4 5 219-16,1 1-138 0,1 6-63 0,1 3-32 16,0 2 136-16,1 7-84 0,-2 3-33 0,3 2-8 15,-2 0 1-15,1 11-45 0,-4 8 1 0,-3 1-71 16,-1 5 44-16,-4 3-9 0,-3 5 36 0,-5 0-94 0,-5 10 47 15,0-3 24-15,-3-5-211 0,-15 12 108 16,0-4 17-16,-5-1-150 0,-3-3 83 16,-2-2 61-16,1-6-13 0,-8 2 80 15,6-10 0-15,-4-4-26 0,3-4 1 0,1-5 269 16,5-5-137-16,2-2-50 0,1-1-35 0,4-2 418 0,8 0-206 16,-1 0-104-16,7 0-5 0,1 0-68 0,2 0-46 15,0 0 0-15,7 0 0 0,11 0 0 0,2 0 0 16,8 0 0-16,0 0 0 0,2 0 0 0,0 0 0 15,2 4 0-15,-2 3 0 16,2-1 0-16,-2 2 0 0,-2-3 0 0,1 1 0 0,-3-2 0 16,-2 0-191-16,4-1-281 15,-2-3 218-15,1 0 109 0,-2 0-369 0,-1 0 238 16,-6-6 111-16</inkml:trace>
  <inkml:trace contextRef="#ctx0" brushRef="#br0" timeOffset="37035.28">13465 8161 2988 0,'4'-4'0'0,"4"3"0"0,3 1 0 0,0 0 0 0,3 0 0 0,4 0 0 0,1 0 0 0,4 0 0 0,7 0 0 0,0 3 0 0,2-1 153 0,-2 2 121 0,0 0-118 16,-6 1-50-16,6-3-40 0,-9 5 18 0,0 0-23 15,-5 2-18-15,-4 2-43 0,-7 4 0 0,-3 2 0 16,-2 8 0-16,-7 3 0 0,-16 6 0 15,-1-3 0-15,-1-2 0 0,-7 8 0 0,-2-2 0 16,1-2 0-16,-5 0 0 0,3-3 0 0,1-3 0 16,-4 3 0-16,12-9 0 0,-2 2 0 15,3-3 0-15,10-5 0 0,2-2 0 0,6-1 0 16,3-1 0-16,4-1 0 0,0-2 0 0,0 2 0 16,13-3 0-16,4 1 0 0,5 1 0 0,3-3 0 15,1 0 0-15,2-1 0 0,-3-3 0 16,7 2 0-16,-4-2 0 0,-2-2 0 0,0 0 0 0,-5 0 0 15,0 0 0-15,-5 0 0 16,2 0 0-16,-9-2 0 0,0 0 0 0,-3 0 0 16,-2-2 0-16,-2-2-581 0,0 1 68 0,-2-3 237 15,0-3 120-15,0-2-677 0</inkml:trace>
  <inkml:trace contextRef="#ctx0" brushRef="#br0" timeOffset="37202.74">13539 8366 3739 0,'-8'0'0'0,"4"6"0"0,2-1 0 0,1 1 0 0,1 1 0 0,0 1 0 0,12 0 0 0,6 1 0 0,6 0 0 0,1 0 0 0,3 1 142 15,-1 0-92-15,-2-2-50 0,5 1 0 0,-3 0 0 0,-3 0 0 16,1-1 0-16,-5-1 0 0,1 1 0 16,-2 0 0-16,-1-1 0 0,-2 0-1009 0,-2-1 481 15,0-6 142-15</inkml:trace>
  <inkml:trace contextRef="#ctx0" brushRef="#br0" timeOffset="37387.25">13995 8462 3276 0,'4'0'0'0,"4"2"0"0,1-2 0 0,4 0 0 0,6 0 0 0,5 0 0 0,8 0 0 0,9-3 0 0,-1-5 0 0,14 1 0 0,-5-1 625 0,0 1-595 0,0 0-30 15,-2 2 0-15,-6 1 0 0,7-2 0 16,-15 3 0-16,1-1 0 0,-9 2 0 0,-4 0-72 15,-7 0 60-15,-5 1-755 0,-7 1 402 0,-2 0 174 16,-4-2 109-16,-11-1-798 0,-3 0 412 16,-9-7 221-16</inkml:trace>
  <inkml:trace contextRef="#ctx0" brushRef="#br0" timeOffset="37568.43">14384 8142 3099 0,'-7'-3'0'0,"-1"3"0"0,0 0 0 0,4 3 0 0,-1 11 0 0,3 5 0 0,2 5 0 0,0 2 0 0,0 3 0 0,0 4 0 0,0 1 408 0,0 3-185 0,0 1-22 16,0 2-201-16,2-5 0 0,-2 4 0 16,0-6 0-16,0-1 0 0,0-4 0 0,0-6 0 15,0 3 0-15,0-4 0 0,0-5 0 0,0-4 0 16,2-3-189-16,0-2-169 0,-1-4 207 0,7-3-877 16,2 0 495-16,3-14 249 0</inkml:trace>
  <inkml:trace contextRef="#ctx0" brushRef="#br0" timeOffset="37758.94">14761 8142 3802 0,'7'-6'0'0,"-2"6"0"16,-3 0 0-16,-2 6 0 0,0 9 0 0,0 9 0 0,0 2 0 0,-2 3 0 0,2 6 0 0,0 0 0 0,0 2 129 0,0 1-129 0,0 0 0 0,0-3 0 15,2 1 0-15,0-7 0 0,3 2 0 0,-1-6 0 16,-1-3 0-16,1-1 0 0,-2-4 0 0,0-6 0 15,1 1 0-15,-3-5-67 0,0-3-293 0,0-2 182 16,0-2-33-16,0 0-324 0,-3-2 253 0</inkml:trace>
  <inkml:trace contextRef="#ctx0" brushRef="#br0" timeOffset="38067.39">14974 7909 3931 0,'13'3'0'0,"5"6"0"0,5-3 0 0,2 2 0 0,1 0 0 0,0 6 0 0,4 4 0 0,5 8 0 0,-5 0 0 0,-3 9 0 0,-2 2 0 0,-5 6 0 0,-5-2 0 15,1 11 0-15,-11-2 0 0,-3 5 0 0,-2 9 0 16,-7-4 0-16,-14-7 0 0,-8 12 0 0,-1-8 0 16,-3-3 0-16,-3-3 0 15,2-10 0-15,-3 2 0 0,1-5 0 0,8-12 0 16,2-3 0-16,8-11 0 0,4-2 0 0,0-3 0 15,5-3 0-15,2-4 0 0,3 0 0 0,2 0 0 16,2 0 0-16,0 0 0 0,0 0 0 0,0 0 0 16,0 0 0-16,0-2 0 0,2 2 0 0,0 0 0 15,2 0 0-15,-3 0 0 16,3 0 0-16,-2 0 0 0,-2 0 0 0,0 0 0 0,0 4-66 0,0-2-56 16,0-2-1266-16</inkml:trace>
  <inkml:trace contextRef="#ctx0" brushRef="#br0" timeOffset="38934.96">15639 8342 2695 0,'-6'-2'0'0,"6"0"0"0,0 2 0 0,0-1 0 0,9-1 0 0,8-4 0 0,6 2 0 0,5-1 0 0,6 0 0 0,1 2 0 0,11-1 86 0,-13 2 385 0,5 2-208 0,-1 0-118 16,0 0-54-16,-4 0 89 0,1 6-180 0,-6 0 0 16,-4 1 0-16,-1 0-67 0,-2 1 43 0,-7-1-558 15,-2 0 310-15,-4 2 154 0,-1-4 87 0,-4-1-835 16,-1-1 413-16,0-1 208 16,-2-2 104-16</inkml:trace>
  <inkml:trace contextRef="#ctx0" brushRef="#br0" timeOffset="39110.94">16003 8136 2765 0,'-15'-3'0'16,"4"3"0"-16,-1 0 0 0,5 0 0 0,0 9 0 0,5 3 0 0,2 5 0 0,0 2 0 0,0 5 0 0,2-2 0 0,5 7 353 0,0 1-159 0,3 0 339 0,-3 2-447 0,-1 0-86 16,-1 0 0-16,-1 0 0 15,1 2 0-15,-4-1 0 0,-1 1 0 0,0 0-293 16,0 0-26-16,0 4 173 0,0-3 91 0,0 1-464 15,-3 1 266-15</inkml:trace>
  <inkml:trace contextRef="#ctx0" brushRef="#br0" timeOffset="39680.61">16089 9333 3149 0,'5'7'0'0,"0"-1"0"0,-3-4 0 0,2-2 0 0,1 0 0 0,0-2 0 0,7-11 0 0,3-5 0 0,2-5 0 0,3-1 0 16,5-11 278-16,1 2-120 0,3-4-61 0,-1-4-30 0,4 1 1 0,-2-3-22 16,0-3-117-16,0-1 54 0,-4-2 27 0,1 1 0 15,-5-3-47-15,0-3 46 16,-4-1-9-16,-4-9-112 0,-1 2 74 0,-1-4 20 0,-5 2 25 0,0 8-197 16,-1 0 93-16,-1 7 2 15,-4 12 37-15,1 1 195 0,-2 13-77 0,0 4-46 16,0 5 394-16,0 4-262 0,0 6-146 0,0 2 0 15,0 2 0-15,0 5 0 0,0 19 0 0,0 4 0 16,0 12 0-16,0 3 0 0,2 2 0 0,2-3 0 16,3 11 0-16,2-7 0 0,1-9 0 0,3-1 0 15,2-5 0-15,-4-6 0 16,8 0 0-16,-4-11 0 0,1-2 0 0,0-5 0 16,1-4 0-16,-2-3 0 0,2 0 0 0,1-14 0 15,0-7 0-15,1-3 0 0,-1-4 0 0,1-4 0 16,1-7 0-16,1 1 0 0,-3-2 0 0,-2-1 0 15,1-1 0-15,-6 2 0 0,4-8 0 0,-6 15 0 16,0 1 0-16,-5 9 0 0,0 2 0 0,-3 11 0 16,2 0 0-16,-3 6 0 0,0 2 0 0,0 2 0 15,0 2 0-15,-4 15 0 0,-4 8 0 0,7-1 0 16,-1 5 0-16,2 0 0 16,0 5 0-16,0 0 0 0,0 2 0 0,3-2 0 15,6-1 0-15,3 0 0 0,-1-6 0 0,-1-3 0 16,3 7 0-16,-2-9 0 0,-1-3 0 0,-3-1 0 15,2 0 0-15,0-4 0 0,0 0 0 0,-4-3 0 16,2-1 0-16,-3-3 0 0,2-1 0 0,-2-2 0 16,-2 0 0-16,2-3 0 0,-3 3 0 0,1-2-231 15,0 0-246-15,0 1 225 0,2 1 107 0,-3 0-738 16,3-1 423-16,1-1 212 0</inkml:trace>
  <inkml:trace contextRef="#ctx0" brushRef="#br0" timeOffset="39940.61">17676 8060 3931 0,'-7'-11'0'0,"-7"9"0"0,1 2 0 0,-2 0 0 0,-2 0 0 0,-2 2 0 0,1 13 0 0,-5 3 0 0,4 4 0 0,1 9 0 0,1 2 0 0,2 7 0 0,5 2 0 0,5 1 0 15,5-4 0-15,0 14 0 0,0-7 0 0,1-1 0 16,15-2 0-16,0-2 0 0,2-8 0 0,3 7 0 16,0-10 0-16,2-1 0 0,2-1 0 0,-3-4 0 15,-3-5 0-15,7 1 0 0,-9-7 0 16,0 2 0-16,-2-4 0 0,0-1-387 0,-6-2-161 0,1-1 258 16</inkml:trace>
  <inkml:trace contextRef="#ctx0" brushRef="#br0" timeOffset="40536.37">17903 8387 2155 0,'-20'-13'0'0,"3"2"0"0,2-1 0 0,1-1 0 0,5 0 0 0,2-3 0 0,5 2 0 0,2-4 0 0,0 2 0 0,9-1 0 0,14 0 149 16,3 2-55-16,5 4 154 16,4 3-111-16,1 5-49 0,-1 3 248 0,3 0-150 0,-3 5-74 0,-1 12 139 15,-4 4-111-15,-2 3-105 0,-5 6-35 0,-6 3 0 16,-4 1 0-16,-8 5 0 16,-3-1 0-16,-2-1 0 0,0-2 0 0,-12 1 0 15,-8 0 0-15,0-7 0 0,-6 0 0 0,0-4 0 16,-5-5 0-16,1-3 0 0,4-8 0 0,-4 1 0 15,3-6 0-15,5-2 0 0,2-2 0 0,-1 0 0 16,4-2-211-16,5-6 38 0,3-5 72 0,7-4-473 16,2-5 269-16,0-3 133 0,15-4-542 0,11-4 344 15,5-1 166-15</inkml:trace>
  <inkml:trace contextRef="#ctx0" brushRef="#br0" timeOffset="40751.57">18437 8067 3100 0,'0'-5'0'0,"0"3"0"0,-8 2 0 0,-14 4 0 0,-3 11 0 0,-1 3 0 0,0 7 0 0,-5 5 0 0,7 2 0 0,2 2 0 0,1 4 90 0,5 1 645 0,9-5-729 0,4 3-6 15,3 1 0-15,0 0 0 16,13 2 0-16,9-5 0 0,1-7 0 0,12 4 0 16,1-6 0-16,2-4 0 0,1-3 0 0,-1-2 0 15,-6-4 0-15,1 0 0 0,-1-1 0 0,-9-5 0 0,0 1 0 16,-3-4 0-16,-1-2-295 0,-6-2 90 0,2 0 80 15,-6 0-730-15,2 0 409 16,-2-8 205-16</inkml:trace>
  <inkml:trace contextRef="#ctx0" brushRef="#br0" timeOffset="40937.75">18668 8398 3470 0,'-13'0'0'0,"1"4"0"0,3 0 0 0,3-1 0 0,1-1 0 0,3 0 0 0,2 0 0 0,0 0 0 0,9-2 0 0,8 2 0 0,7 0 232 16,1-2-98-16,-4 1-39 0,3 1-95 0,0 0 0 0,1 0 0 16,-2 1 0-16,-1-2 0 0,0-1 0 0,-3 1 0 15,-2-1 0-15,0 0 0 0,-4 0 0 0,-3 0-314 16,1 0-69-16,-2 0 175 0,1 0-918 0,-3 0 544 16</inkml:trace>
  <inkml:trace contextRef="#ctx0" brushRef="#br0" timeOffset="41177.18">19111 8176 3595 0,'-8'0'0'0,"1"0"0"0,3 0 0 0,1 0 0 0,3 0 0 0,0 0 0 0,0 0 0 0,3 7 0 0,12 3 0 0,4 5 0 0,0 1 336 0,1 2-336 0,1 1 0 16,2 2 0-16,-1 1 0 0,1 1 0 0,-1-3 0 15,1 1 0-15,-3 0 0 0,1-3 0 0,-6-1 0 16,2 1 0-16,-4-3 0 0,-1-1 0 0,-5-3 0 16,-2 1 0-16,1-5 0 0,-1-1 0 0,-4-2-310 15,1-2-209-15,0-2 241 16,0 0 121-16,0 0-776 0,-1-14 452 0</inkml:trace>
  <inkml:trace contextRef="#ctx0" brushRef="#br0" timeOffset="41480.8">19615 7998 3211 0,'1'-13'0'0,"3"3"0"0,-2 3 0 0,0-1 0 0,-2 5 0 0,0-1 0 0,0 2 0 0,0 1 0 0,0 1 0 0,-2 0 0 0,-5 7 243 0,-1 10 234 16,-2 7-477-16,-1 4 0 0,0 4 0 0,-4 11 0 15,4 2 0-15,-5 4 0 0,2 5 0 0,-4 6 0 16,6-6 0-16,-6 14 0 0,2-9 0 0,-1 3 0 15,-1-1 0-15,0-2 0 0,4-6 0 0,-7 12 0 16,5-8 0-16,2-7 0 0,0 5 0 0,1-4 0 16,2-10 0-16,1 2 0 0,1-8 0 15,2-2 0-15,1-9 0 0,0-3 0 0,0-6 0 16,5-4 0-16,-3-1 0 0,0-4 0 16,4-5 0-16,-1 1 0 0,-1-2 0 0,2 0 0 15,-2 0 0-15,2-6 0 0,0-5-215 0,0-6 46 16,4-6 49-16,5-5-908 0,6-7 496 0,0-5 247 15</inkml:trace>
  <inkml:trace contextRef="#ctx0" brushRef="#br0" timeOffset="41662.32">19624 8464 3874 0,'3'-7'0'0,"6"4"0"0,-2 0 0 0,0-2 0 0,2 1 0 0,5 0 0 0,2-1 0 0,7 3 0 0,3-1 0 15,5 1 0-15,-1 0 57 0,3 2-57 0,1 0 0 0,2 0 0 0,-1 0 0 0,-1 0 0 16,2 0 0-16,-2 0 0 0,-4-2 0 0,-2 1-132 16,-6-3-211-16,-1 0 186 0,-2-2-409 0,-4 1 165 15,-6-4 194-15</inkml:trace>
  <inkml:trace contextRef="#ctx0" brushRef="#br0" timeOffset="42001.9">20371 8060 3619 0,'8'0'0'0,"5"0"0"0,2 0 0 0,4 0 0 0,7-6 0 16,6 1 0-16,7-5 0 0,3 1 0 0,-1 0 0 0,-4 3 0 0,4-2 312 0,-2 5-312 0,-6 1 0 0,-1 1 0 16,-3 1 0-16,-8 0 0 0,-5 0 0 0,-2 8 0 0,-5 5 0 15,-7 7 0-15,-2 6 0 16,-4 2 0-16,-19 5 0 0,-2 3 0 0,-1 0 0 15,-4 2 0-15,-2-3 0 0,2-3 0 0,-7 5 0 0,5-5 0 16,7-7 0-16,1-1 0 0,7-5 0 0,1 0 0 16,4-2 0-16,5-2 0 0,5-5 0 0,2 3 0 15,0-3 0-15,2 0 0 16,9 1 0-16,6-3 0 0,1 1 0 0,5-2 0 16,1-1 0-16,-3-2 0 0,8-2 0 0,-9 0 0 15,3-2 0-15,-2 0 0 0,-2 0 0 0,-1 0 0 16,-4 0 0-16,-4 0 0 0,-2 0 0 0,-3 0-49 15,-1 0-298-15,-2-2 150 0,-1-1 71 0,-1-6-436 16,0 0 263-16</inkml:trace>
  <inkml:trace contextRef="#ctx0" brushRef="#br0" timeOffset="42175.06">20491 8208 3596 0,'-11'0'0'0,"9"2"0"0,2 2 0 0,0 0 0 0,0 2 0 0,8 3 0 0,9 0 0 0,5 0 0 0,3-1 0 0,3 2 0 0,7-3 335 0,2 1-335 0,-2 0 0 16,1-4 0-16,-1 2 0 0,1-4 0 0,-2 0 0 15,-1 0 0-15,-3-2 0 16,-1 0-164-16,-6 0 90 0</inkml:trace>
  <inkml:trace contextRef="#ctx0" brushRef="#br0" timeOffset="42354.85">21185 8224 3560 0,'0'-4'0'0,"0"2"0"0,0 0 0 0,5 0 0 0,8 0 0 0,6 0 0 0,4 0 0 0,7 1 0 0,2-2 0 0,9 0 0 0,1 1 167 0,-3-2 37 0,-3 1-204 0,3 1 0 16,-2 0 0-16,0 0 0 0,-6 2 0 0,-9 0 0 15,3 0 0-15,-6 0-261 0,-8 0 107 0,-6 0 89 16,-3 0-752-16,-2 0 273 15,0 0 263-15,-12 0-443 0</inkml:trace>
  <inkml:trace contextRef="#ctx0" brushRef="#br0" timeOffset="42547.71">21472 7935 2461 0,'-6'-6'0'0,"3"4"0"0,1 2 0 0,0 0 0 0,0 0 0 0,0 11 0 0,2 2 0 0,0 6 0 0,0 6 0 0,0 4 0 0,0 4 847 0,0 9-407 0,0-2-257 0,0 4-183 15,2 0 0-15,-2-4 0 0,2 7 0 16,-2-11 0-16,2 3 0 0,-2-4 0 0,2-2 0 0,-2-8 0 16,2 3 0-16,-1-6 0 0,1-6 0 0,2-1 0 15,-1-6 0-15,4-3 0 0,0-3-811 0,2-3 202 16,2-3 286-16</inkml:trace>
  <inkml:trace contextRef="#ctx0" brushRef="#br0" timeOffset="42749.36">21856 7943 3931 0,'0'0'0'0,"1"0"0"0,3 8 0 0,-2 1 0 0,0 1 0 0,-1 6 0 0,-1 5 0 0,0 4 0 0,2 1 0 0,-2 8 0 0,2 3 0 0,0 3 0 16,0 5 0-16,-1-2 0 0,-1-1 0 0,2-6 0 15,-2 3 0-15,2-4 0 0,1-2 0 0,-3-4 0 16,2-1 0-16,-2-7 0 0,2 1 0 0,-2-7 0 15,0 0 0-15,0-1 0 0,0-3 0 0,-2 0-757 16</inkml:trace>
  <inkml:trace contextRef="#ctx0" brushRef="#br0" timeOffset="43264.23">22102 7825 3051 0,'0'-22'0'0,"3"12"0"0,10 7 0 0,1 1 0 0,2 0 0 0,5 2 0 15,4 0 0-15,0 12 0 0,3 6 0 0,9 6 0 0,-7 5 214 0,-5-2 360 0,5 13-482 0,-5-1-92 0,-6 5 0 16,-8 1 0-16,-5 4 0 0,-6-1 0 0,0 1 0 16,-15 2 0-16,-8-4 0 0,-5-1 0 0,-4 0 0 15,4-10 0-15,-11 5 0 0,3-8 0 0,1-6 0 16,5-8 0-16,-2 0 0 15,5-8 0-15,1-2 0 0,5-5 0 0,8-2 0 0,1-2 0 16,7 0-71-16,5-11-107 0,2-12-345 0,20-5 243 16,8-7 121-16</inkml:trace>
  <inkml:trace contextRef="#ctx0" brushRef="#br0" timeOffset="43424.73">22727 8019 3931 0,'9'0'0'0,"1"0"0"0,-1 0 0 0,-2 0 0 0,2 0 0 0,5 0 0 0,2-2 0 0,5 2 0 0,2-2 0 0,5 2 0 0,1 0 0 0,-1 0 0 16,2 0 0-16,-1 0 0 0,1 0 0 0,0 6 0 15,-3 0-141-15,-6 0-262 0,-2 4 221 0,-6 1 109 16,-2 2-1107-16</inkml:trace>
  <inkml:trace contextRef="#ctx0" brushRef="#br0" timeOffset="43592.24">22757 8287 2857 0,'-32'9'0'0,"5"3"0"15,8-2 0-15,7-3 0 0,2-1 0 0,10-2 0 0,0 1 0 0,6-2 0 0,19 1 0 0,3 0 0 0,4-1 704 0,5 0-334 0,0 0-370 0,3 0 0 0,7-1 0 16,-11-1 0-16,3 1 0 0,-4-2 0 16,-3 2 0-16,-2 2 0 0,-7-3 0 0,-2 4-225 0,-3-2-170 15,0 1 216-15,-6-1-1009 16,0 0 576-16</inkml:trace>
  <inkml:trace contextRef="#ctx0" brushRef="#br0" timeOffset="43945.24">23632 8021 3684 0,'-15'0'0'0,"0"6"0"0,0 12 0 0,-1-1 0 0,-2 2 0 0,1 3 0 15,4 4 0-15,3 4 0 0,7 1 0 0,1 4 0 0,2 9 247 0,2-4-247 0,13-2 0 0,6-2 0 0,3-4 0 16,2-8 0-16,11 5 0 0,0-10 0 0,-3-7 0 0,3-4 0 16,0-4 0-16,1-4 0 0,-3 0 0 15,0-4 0-15,-5-11 0 0,-3-6 0 0,0-1 0 16,-4-3 0-16,-6-3 0 0,-4 0 0 16,-4-2 0-16,-6-4 0 0,0-1 0 0,-3-7 0 15,0 1 0-15,-6 0 0 0,-11-3 0 0,-4 1 0 16,-2 7 0-16,-7-5 0 0,-3 11 0 0,-5 8 0 15,-1 7 0-15,-8 9 0 0,-3 6 0 0,-12 0 0 16,2 19 0-16,3 5 0 0,15-1 0 16,8 1 0-16,3 5 0 0,11 4 0 15,4 3 0-15,9 7 0 0,7-4 0 0,0 3 0 16,0-5 0-16,14 12 0 0,5-5 0 0,6-1-8 16,3 0-306-16,6-7 143 0</inkml:trace>
  <inkml:trace contextRef="#ctx0" brushRef="#br0" timeOffset="44090.63">24429 8704 3931 0,'0'-9'0'0,"6"9"0"0,6 0 0 0,-6-2 0 0,-6-2 0 0,0 2 0 0,0 0 0 0,0 0 0 0,0 1 0 0,0 1 0 0,-6 0-211 16,-1 0 115-16</inkml:trace>
  <inkml:trace contextRef="#ctx0" brushRef="#br0" timeOffset="48300.33">9419 9495 2209 0,'-6'-10'0'0,"1"3"0"0,0 0 0 0,-1-2 0 0,-1 1 0 0,1-2 0 0,1 3 0 0,-3 2 0 0,0-3 0 0,1 3 0 0,0 3 140 0,-1-2-42 0,-3 4 240 0,2 0-150 16,-5 6-75-16,-1 12-37 0,0 5 264 0,-2 4-142 15,-2 11-84-15,3 0 3 0,-1 3-117 16,1 4 0-16,3 1 0 0,1 4 0 16,1-2 0-16,6 3 0 0,3 0 0 0,2-1 0 15,0-1 0-15,2-7 0 0,10 7 0 0,2-10 0 16,1-7 0-16,4 0 0 0,4-6 0 0,0-3 0 15,-3-3 0-15,3-4 0 0,-4-6 0 0,-1 0 0 16,-1-4 0-16,-6-2 0 0,0-2 0 0,-3-1 0 16,-2-1 0-16,-3 0 0 0,-1 0 0 0,0 0 0 15,-2 0 0-15,0 0 0 0,0 0 0 0,0 0 0 16,0 4-1009-16</inkml:trace>
  <inkml:trace contextRef="#ctx0" brushRef="#br0" timeOffset="49097.32">9831 9692 2107 0,'-2'-6'0'0,"2"5"0"0,0-2 0 15,-2 3 0-15,2 0 0 0,0 0 0 0,0 0 0 0,0 12 0 0,0 1 0 0,0 6 0 0,2 1 401 0,0 5-181 0,0 1-89 16,0 2-35-16,-2 3 152 0,0 0-103 0,-2 1-52 16,-7 0-27-16,-2 2 16 0,-3 0 10 0,-1-2-51 15,0-1-1-15,-1-2 44 0,-4-3-43 0,1-2-2 16,3-6-140-16,-5-4 63 0,3-2 37 0,-1-3-346 16,1-5 175-16,2-4 100 0,2 0 6 0,5-2-555 15,0-11 272-15,5-8 154 0,4-7 77 0,0-9-483 16,0-7 270-16</inkml:trace>
  <inkml:trace contextRef="#ctx0" brushRef="#br0" timeOffset="49313.75">9668 9393 2430 0,'2'-12'0'0,"-2"3"0"0,1 6 0 0,2 1 0 0,-2 2 0 0,3 0 0 0,6 8 0 0,1 9 0 0,3 9 0 0,5 6 0 0,2 3 207 0,1 2-83 0,3 5 526 16,1 1-295-16,1 1-190 0,-1-1-165 15,1 2 0-15,-4-3 0 0,0-1 0 16,-4-3 0-16,4 7 0 0,-7-3 0 0,2 0 0 0,-6 1 0 0,1-2 0 16,-3-7 0-16,-1 3 0 15,0-2 0-15,0-6 0 0,-2-8 0 0,-2-2 0 0,3-9-437 16,0 0 187-16,1-4-596 0,0-6 401 16,5 0 201-16,-3-4 101 0</inkml:trace>
  <inkml:trace contextRef="#ctx0" brushRef="#br0" timeOffset="49498.18">10173 9871 2796 0,'-9'-11'0'0,"3"7"0"0,1 0 0 0,3 2 0 0,2 0 0 0,0-2 0 0,0 3 0 0,14-3 0 0,9 0 0 0,2 0 0 0,5 1 631 0,2-1-297 16,0 2-164-16,0-2-170 0,-1 2 0 0,-4 0 0 15,7 0 0-15,-6 1 0 0,-3-2 0 0,-2 2 0 0,-2 1 0 16,-3 0-74-16,-2 0-191 0,-5 0 152 0,-1 0 76 15,-5 0-921-15,-1-2 467 0,-2 0 178 0,-2-2-378 16</inkml:trace>
  <inkml:trace contextRef="#ctx0" brushRef="#br0" timeOffset="49665.59">10413 9460 2836 0,'-7'-3'0'0,"3"3"0"0,1 0 0 0,1 8 0 16,-3 7 0-16,5 4 0 0,0 7 0 0,0 0 0 0,0 4 0 0,3 6 0 0,4 5 172 0,-5-4-56 0,4 11 162 0,-5-3-120 0,3 0-59 0,0 2-30 0,-1-1-122 0,2-2 56 16,-1 9-10-16,-1-5-728 0,3-1 387 0,-1 0 193 15,1 2 98-15,-6-8-938 0</inkml:trace>
  <inkml:trace contextRef="#ctx0" brushRef="#br0" timeOffset="50151.63">10509 10671 2353 0,'7'3'-1'0,"0"1"-2"0,-2-4-1 0,-1 0 1 0,-1-2 1 0,3-7-1 0,-1-9 1 0,5-3 0 0,1-4 1 0,3-3 1 0,1-4 350 0,4-6-156 0,-3 2-77 15,1 1-39-15,0-3 22 0,-2 4-21 0,2-10-9 16,-2 1-18-16,-4-1-13 0,1-3-1 0,-1-4-59 16,-4-3 40-16,0-10-10 0,0 2 30 0,-3-4-156 15,-1-3 77-15,-1 3 40 0,0 12 10 0,0 1-155 16,-2 15 78-16,0 3 9 0,0 12 30 0,0 8 232 15,0 3-101-15,0 5-50 0,-2 5 136 0,0 2-88 16,-2 20-40-16,4 8 109 16,0 5-170-16,0 13 0 0,0 0 0 0,2 5 0 15,4 0 0-15,3 0 0 0,1-10 0 0,4 10 0 16,4-10 0-16,-4-11 0 0,4 0 0 0,0-5 0 16,-3-9 0-16,3-3 0 0,-2-7 0 0,-1-5 0 15,0-1 0-15,1-5 0 0,-4-14 0 0,1-8 0 16,-1-4 0-16,-3-2 0 0,-2-3 0 0,-1-1 0 15,-1-1 0-15,0-7 0 0,-2 4 0 0,-1-1 0 16,2 6 0-16,-2 1-92 16,0 4-14-16,-1 11 35 0,-1 5 193 0,0 3-80 15,0 5-41-15,0 5-9 0,0 2 120 0,0 4-112 16,0 17 0-16,0 3 0 0,0 3 0 0,0 4 0 16,0 1 0-16,4 4 0 0,3 0 0 0,2-3 0 15,0 2 0-15,2-5 0 0,2 1 0 0,-2-3 0 16,5-3 0-16,-5-7 0 0,1 1 0 0,2-4 0 15,-3-1 0-15,1-3 0 0,-3-5 0 0,0-1-449 16,3-4 159-16,-5 2 116 16,2-3 73-16,0 0-731 0,0-4 397 0,-2-11 198 15</inkml:trace>
  <inkml:trace contextRef="#ctx0" brushRef="#br0" timeOffset="50372.62">11300 9529 3039 0,'0'-11'0'0,"5"3"0"0,3 3 0 0,2 0 0 0,3 4 0 0,2 1 0 0,7 1 0 0,1 14 0 0,-1 7 0 0,3-1 0 0,-3 8 718 16,1 8-544-16,-6-1-174 0,-6 5 0 0,-4 1 0 15,-5 3 0-15,-2-5 0 0,0 10 0 0,-7-5 0 16,-6 0 0-16,-4-6 0 0,4-6 0 0,-6-2 0 16,0-4 0-16,0-5 0 0,2-7 0 0,-1-4 0 15,-1-3 0-15,1-4 0 0,2-1 0 0,2-3 0 16,2 0 0-16,3 0-420 0,0-9-40 0,7-6 200 15,2-5 115-15,0-5-735 16,0-4 421-16</inkml:trace>
  <inkml:trace contextRef="#ctx0" brushRef="#br0" timeOffset="50588.12">11555 9750 2262 0,'17'-10'0'0,"3"5"0"0,3 2 0 0,-2-3 0 0,6 4 0 0,-5 0 0 0,0 2 0 0,5 0 0 0,-1 6 0 0,1 6 0 0,-4 6 717 0,0 3-340 15,-4 1-160-15,-2 5-94 0,-4 1 112 0,-4 1-235 16,-3 4 0-16,-6-2 0 0,0 3 0 0,-2-2 0 16,-11-1 0-16,-2-4 0 0,-3-2 0 0,-3-3 0 15,0-7 0-15,-5 2 0 0,0-8 0 0,1-1 0 16,4-4 0-16,-2-3 0 0,7-1 0 0,0 0 0 16,7-1 0-16,4-9-193 0,5-10-19 0,0-5-679 15,5-5 417-15,16-7 222 0,2 1 108 0</inkml:trace>
  <inkml:trace contextRef="#ctx0" brushRef="#br0" timeOffset="50761.17">12038 9636 2843 0,'11'-15'0'16,"-4"4"0"-16,-2 1 0 0,-3 4 0 0,-2 2 0 0,0 4 0 0,-8 0 0 0,-5 4 0 0,-6 15 0 0,0 5 0 0,2 5 152 0,-1 11 741 0,4-3-850 0,5 2-43 0,7-3 0 0,2 3 0 15,0-1 0-15,4 5 0 0,15-7 0 0,3-4 0 16,6-2 0-16,4-3 0 0,0-5 0 15,14 0 0-15,-4-6 0 0,4-6 0 16,-5 1 0-16,2-1 0 0,-5-1 0 0,5 1-540 16</inkml:trace>
  <inkml:trace contextRef="#ctx1" brushRef="#br0">23896 16790 0,'0'0'0,"0"0"16,0 0 0,0 0-16,0 0 15,0 0-15,0 0 16</inkml:trace>
  <inkml:trace contextRef="#ctx0" brushRef="#br0" timeOffset="60201.43">12401 9885 2449 0,'-23'-17'0'0,"14"12"0"0,1 2 0 0,6 0 0 0,0 0 0 0,2 1 0 0,0 0 0 0,0 0 0 0,2-2 0 0,12 0 0 0,7 3 103 0,2-3 95 15,4 2-79-15,-4 2-31 0,8 0 208 0,-4 0-129 16,1 0-63-16,-2 0 43 0,0 0-54 0,-3 0-17 16,5 0-10-16,-7 0-144 0,1 0 58 0,-1 0 30 15,-2 0 0-15,-3 0-313 0,-2 0 166 0,-3-2 88 16,-2 0 44-16,-1 1-704 0,-2-2 339 0,-3 3 134 16,-1 0-170-16,0 0 183 15,-2 0 92-15</inkml:trace>
  <inkml:trace contextRef="#ctx0" brushRef="#br0" timeOffset="60913.4">12660 10487 1808 0,'0'5'0'0,"0"2"0"0,0-1 0 0,0-3 0 0,0 2 0 0,0-1 0 0,0-1 0 0,0 1 0 0,5 0 0 0,7-3 0 0,-1 1 214 0,2-2-87 0,2 0 79 0,2 0-74 16,0 0-51-16,0-5-1 0,1-4 134 0,2-4-88 15,-4-4-43-15,3 1 10 0,0-6 25 0,-2-1-40 16,0-2 1-16,-1 0-40 0,0-4-24 0,0-3 34 15,0 0-10-15,-2-1-74 16,4-5 37-16,-4-1 0 0,0-1-79 0,-1 3 68 16,-1-10 19-16,0 0-8 0,-3 0-129 0,0-3 57 15,2 1 40-15,-6 7-1 0,0-7-33 0,-1 14 11 16,0-1-1-16,-2 4 8 0,0 10 93 0,-2 1-19 16,0 6-44-16,0 4 254 0,0 1-119 0,0 6-53 15,0 1 231-15,0 1-146 0,0 2-151 0,0 0 0 16,0 2 0-16,-2 15 0 0,2 7 0 0,-2 3 0 15,2 1 0-15,0 7 0 0,0 1 0 16,0 0 0-16,0-1 0 0,0 1 0 16,2-3 0-16,4-1 0 0,3-4 0 15,-2-7 0-15,5 0 0 0,-1-2 0 0,2-4 0 0,1-2 0 16,-2-5 0-16,2-2 0 0,-3-5 0 0,2-1 0 16,2 0 0-16,0-1 0 0,0-17 0 0,0-2 0 15,0-1 0-15,-2-5 0 0,1-3 0 0,-1 2 0 16,-4-4 0-16,1 1 0 0,-3-3 0 0,0-3-113 15,-3 1 33-15,1 2-1 16,-4 4 67-16,1 6-25 0,-2 2 0 0,0 6-10 16,0 2 222-16,0 6-107 0,0 1-52 0,0 3-26 15,-3 3 186-15,-4 0-174 0,2 4 0 0,1 9 0 16,0 6 0-16,1 6 0 0,1-4 0 0,2 10 0 16,0-2 0-16,0 4 0 0,0-1 0 0,0 0 0 15,0 0 0-15,5 0 0 0,3-4 0 16,-1 0 0-16,3-3 0 0,-3-5 0 0,2 3 0 0,1-3 0 15,1-2 0-15,-2-2 0 16,0-2 0-16,2-3 0 0,-2-1-232 0,2-1-127 16,-3-4 159-16,1-1 81 0,0 0-629 0,3-4 354 15,-1 0 168-15,3 0 98 0</inkml:trace>
  <inkml:trace contextRef="#ctx0" brushRef="#br0" timeOffset="61197.32">13752 9746 2191 0,'-5'-3'0'0,"3"0"0"0,0 2 0 0,0-1 0 0,2 0 0 0,-1 0 0 0,1 2 0 0,0 0 0 0,0 0 0 0,1 0 0 0,5 6 198 0,2 1-79 0,1 3 232 15,2 1-161-15,-1 3-75 0,1-3-38 16,0 2 60-16,1 0-49 0,-1 0 9 0,0-1-58 16,1-1-22-16,-1 2 22 0,0-4 0 0,-1 2-276 0,-1-3 148 15,-2 0 59-15,1-1 34 16,-1-4-584-16,-1 3 297 0,1-2 78 0,-1-2-467 0,4-2 321 16,-3 0 157-16,4 0 77 0,-3-2-329 0</inkml:trace>
  <inkml:trace contextRef="#ctx0" brushRef="#br0" timeOffset="61568.04">14187 9480 2048 0,'2'-9'0'0,"2"1"0"0,-3 1 0 0,1-1 0 0,-2 2 0 0,0 3 0 0,0 1 0 0,0 0 0 0,0 0 0 0,0 2 0 16,0 0 174-16,0 0 204 0,0 0-170 0,0 4-84 0,0 7-42 0,0 3 268 0,-5 0-146 0,-3 5-87 15,0 5-39-15,-1 0 90 0,-2 3-168 0,-2 3 0 16,2 2 0-16,-7 5 0 0,4 4 0 0,-2-1 0 16,-2 5 0-16,1 3 0 0,-2 4 0 0,-3 10 0 15,1-2 0-15,-2 4 0 0,3-1 0 0,-3 3 0 16,4-8 0-16,-3 12 0 0,5-10 0 16,2-7 0-1,0 3 0-15,0-1 0 0,3-1 0 0,1-2 0 0,0-1 0 0,1-3 0 16,-1-5 0-16,2-2 0 15,-1-6 0-15,-1-1 0 0,2-2 0 0,-3-4 0 0,3-5 0 0,0-1 0 16,-1-3 0-16,3-5 0 16,0-1 0-16,1-5 0 0,0 0 0 0,0-4 0 0,4-1 0 0,-1 0 0 15,1-1 0-15,2-2 0 16,-2 0 0-16,2 0 0 0,0 0 0 0,0 0-878 16,4 0 317-16,7 0 260 0</inkml:trace>
  <inkml:trace contextRef="#ctx0" brushRef="#br0" timeOffset="61740.01">14437 10857 3931 0,'-7'0'0'0,"4"0"0"0,1 0 0 0,-4-3 0 0,3 0 0 0,1-1 0 0,0 3 0 0,0-3 0 0,2 0 0 0,0-3 0 0,0 1 0 0,0-2 0 0,6-2 0 0,1 3 0 15,3 1 0-15,3 3-317 0</inkml:trace>
  <inkml:trace contextRef="#ctx0" brushRef="#br0" timeOffset="63530.62">14729 9915 2071 0,'0'-5'0'0,"-3"1"0"0,1 3 0 0,0-1 0 0,0 0 0 0,2 0 0 0,0 0 0 0,0-2 0 0,2-2 0 0,9 2 0 0,8-1 103 0,2 0-33 16,6-1 314-16,-2 0-174 0,5 2-85 0,2 1 223 16,0 1-160-16,0 0-75 0,1 0-37 0,-1 2 127 15,-1 0-163-15,0 0-40 0,-1 0 0 0,-3 0 0 16,-1 0 0-16,-5 0 0 0,0 0-18 0,-3 0-58 15,-2 0 53-15,-3 0 30 0,-6 2-213 16,1-2 82-16,-4 2 74 0,-2-2-693 0,-1 0 358 16,1 0 173-16,-2 0 87 0,0 0-461 0,0 0 274 15,-2 0 128-15</inkml:trace>
  <inkml:trace contextRef="#ctx0" brushRef="#br0" timeOffset="63790.32">15122 9542 2538 0,'-9'-8'0'0,"1"5"0"0,-1 0 0 0,1-3 0 0,3 5 0 0,0 1 0 0,-2 0 0 0,5 0 0 0,0 4 0 0,2 11 0 0,0 6 166 0,0 1-63 0,0 5-33 16,0 3 445-16,4 2-229 0,3 3-129 0,0 3-61 16,-2-1-96-16,2-1 0 0,-1 2 0 0,0 1 0 15,-2-2 0-15,0 1 0 0,-3-2 0 0,1-2 0 16,-2-1 0-16,0-6 0 15,0 5 0-15,0-10 0 0,0-2 0 0,0-1 0 16,0-4 0-16,-3-5-55 0,1-3-47 0,0-1-67 16,2-2-379-16,-2-4 255 0,2 0 127 0,0 0-460 15,0 0 299-15,0 0 144 0,0 0 73 0</inkml:trace>
  <inkml:trace contextRef="#ctx0" brushRef="#br0" timeOffset="64745.87">16207 9653 2827 0,'-10'-11'0'0,"-1"5"0"0,-3 0 0 0,-1 2 0 0,-2 2 0 0,-6 2 0 0,3 0 0 0,-6 6 0 0,1 11 0 0,-1 5 0 0,-2 10 287 16,6 4-125-16,3-2-53 0,-1 13 328 0,8-2-328 15,4 0-109-15,5 2 0 0,3 0 0 0,0-7 0 16,2 4 0-16,8-10 0 16,5 2 0-16,4-4 0 0,0-4 0 0,1-4 0 0,1-3 0 15,2-4 0-15,-3-2 0 0,-1-3 0 0,0-2 0 16,0-2 0-16,-2-2-312 0,-2-3-132 0,-2-1 186 15,-2-2 110-15,2 0-668 0,1 0 381 0</inkml:trace>
  <inkml:trace contextRef="#ctx0" brushRef="#br0" timeOffset="65089.78">16243 9921 2772 0,'-7'-11'0'0,"3"6"0"0,4-3 0 0,0-2 0 0,0 3 0 0,2 0 0 0,13-1 0 0,4 0 0 0,5 5 0 0,3-1 0 0,1 4 181 0,-2 0-72 0,1 0 177 16,-5 4-115-16,4 9-73 0,-9 0 28 0,2 8-44 15,-9-1-1-15,-5 1-56 16,-3 7-25-16,-2 0 0 0,-2 0 0 0,-13 1 0 0,-4-2 0 16,-3-2 0-16,-1-4 0 0,-2-3 0 0,3-3 0 15,-2-2 0-15,5-5 0 16,-1-1 0-16,4-3 0 0,5-3 0 0,-1 2 0 15,7-3 0-15,1 2 0 0,2-2 0 0,2 0 0 16,0 0 0-16,2 0 0 0,11 0 0 0,4 0 0 16,4 0 0-16,-1 0 0 0,3 0 0 0,5 0 0 15,-3 0 0-15,0 2 0 16,-4-2 0-16,2 2 0 0,4 0 0 0,-5-2 0 0,0 2 0 0,1-2 0 16,0 1-93-16,1-1-269 0,-4 0 164 0,3 0 73 15,0 0-817-15,0 0 452 0,-1-3 219 16</inkml:trace>
  <inkml:trace contextRef="#ctx0" brushRef="#br0" timeOffset="65281.21">16896 9957 2934 0,'0'-6'0'0,"0"4"0"0,-2 0 0 0,2 0 0 0,-5 2 0 0,3 0 0 0,2 10 0 0,-1 3 0 0,1 6 0 0,-2 1 0 0,-2 3 431 0,-1 7-202 15,-3-2-97-15,0 4 73 0,-3 0-205 0,0-2 0 16,-2 0 0-16,-2 1 0 0,-1-4 0 0,0 0 0 15,-3-3 0-15,1-5 0 0,-3-1 0 0,-2 0 0 16,7-9-155-16,-4-1-164 0,5-5 91 0,4-3 118 16,2 0-679-16,0-2 381 0,4-13 186 0,5-11-190 15,0-6 189-15</inkml:trace>
  <inkml:trace contextRef="#ctx0" brushRef="#br0" timeOffset="65455.68">16783 9589 3136 0,'5'-8'0'0,"6"5"0"0,-1 1 0 0,1 0 0 0,4 2 0 15,2 0 0-15,4 15 0 0,2 6 0 0,2 9 0 0,0 5 0 0,-1 7 710 0,0 8-625 0,1 11-85 16,-10-6 0-16,6 19 0 0,-7-5 0 0,2 3 0 0,0-3 0 0,1-5 0 0,0-10 0 16,4 1 0-16,3-2 0 15,1-8 0-15,3-5 0 0,-1-7-383 0</inkml:trace>
  <inkml:trace contextRef="#ctx0" brushRef="#br0" timeOffset="66196.9">17325 10047 3098 0,'-15'-5'0'0,"6"3"0"0,5-1 0 0,4 2 0 0,0 1 0 16,0-2 0-16,2-2 0 0,14-1 0 0,7-3 0 0,3-2 0 0,5 3 116 0,0-3-39 0,3 1 392 0,0 0-298 16,0 1-171-16,-1-1 0 0,-3 1 0 0,-3 4 0 15,3-1 0-15,-9 1 0 0,1 2 0 0,-3 1 0 16,-4 1 0-16,-4 0-509 0,0 0 170 0,-4 0 112 16,0 9-794-16,-3 4 493 0</inkml:trace>
  <inkml:trace contextRef="#ctx0" brushRef="#br0" timeOffset="66724.22">17535 10726 3039 0,'-4'10'0'0,"4"1"0"0,0-1 0 0,0-9 0 0,2 2 0 16,8-3 0-16,6 0 0 0,4-8 0 0,6-11 0 0,6-9 0 0,-2-2 100 0,2-3-93 0,0-5 0 0,-2-4 30 0,0 2 10 0,-2-3-171 15,-2 1 81-15,-2 0 40 0,-1-3 0 0,-2 0-57 16,-5-3 58-16,2 2 15 0,-4-8-97 16,0-4 60-16,-3 0-52 0,-2-3-15 15,1 12 5-15,-3-3 37 0,1 5-16 0,-5 15 176 16,-1 4-66-16,0 3-32 0,0 10 11 0,-2 6 358 16,0 3-184-16,0 5-91 0,0 1-18 0,0 3 158 15,-4 17-95-15,0 9-129 0,3 3-23 0,-1 6 0 16,2 5 0-16,0-4 0 0,0-2 0 0,7 9 0 15,3-13 0-15,3 5 0 0,1-6 0 0,2-4 0 16,1-7 0-16,0-1 0 0,0-4 0 16,1-5 0-16,1-6 0 0,-2-5 0 0,0 0 0 0,2 0 0 15,1-14 0-15,-1-6 0 16,0-2 0-16,-2-6 0 0,0 0-145 0,-2-5 10 16,-4 0 49-16,1-3-73 0,-5-5 60 0,0 7 22 15,-1-3 9-15,-2 3 73 0,-2 4-1 0,0 9-41 16,-2 0-1-16,0 10 247 0,0 4-118 0,0 1-65 15,0 4 480-15,-4 2-503 0,0 8-3 0,2 13 0 16,0 5 0-16,2 0 0 0,0 6 0 0,0 2 0 16,4 1 0-16,8 1 0 15,-2-2 0-15,8-2 0 0,-4-4 0 0,6 0 0 16,-2-5 0-16,-1-7 0 0,4 1 0 0,-3-5 0 16,1-1 0-16,-2-4 0 0,0-2 0 0,-4-2-871 15,2-3 404-15,-4 0 214 0,3 0 109 0,-5 0-298 16,2-8 202-16,-1-7 93 0</inkml:trace>
  <inkml:trace contextRef="#ctx0" brushRef="#br0" timeOffset="66950.75">18692 9715 2484 0,'0'-9'0'0,"0"4"0"0,0 4 0 0,0-1 0 0,0-1 0 0,8 3 0 0,5 0 0 0,2 6 0 0,4 8 0 0,3 4 0 0,-1 3 189 0,0 6 420 0,-3 0-286 16,1 5-143-16,-6 4-62 0,-1 7-90 0,-7-1-28 15,-3 1 0-15,-2 0 0 0,0 2 0 16,-9-5 0-16,-7 7 0 0,2-16 0 16,-4 3 0-16,0-5 0 0,1-6 0 0,1-7 0 15,-4 0 0-15,1-8 0 0,1-1 0 0,1-3 0 16,0-2 0-16,5-2 0 0,3 0 0 0,0 0-272 16,3-9 58-16,6-3-703 0,0-11 440 15,0-7 210-15</inkml:trace>
  <inkml:trace contextRef="#ctx0" brushRef="#br0" timeOffset="67365.28">19117 9682 2844 0,'9'0'0'0,"0"0"0"0,1 0 0 0,-1 0 0 0,2 0 0 0,5-1 0 0,4-1 0 0,4 1 0 0,5 1 0 0,2 0 0 0,11 0 571 15,-2 0-267-15,1 0-134 0,1 0-128 0,-1 0-42 16,-8 1 0-16,5 2 0 0,-3 1 0 0,-3 0 0 15,-2 0 0-15,-9-3 0 16,2 4 0-16,-5-2 0 0,-6 1 0 0,-3-1 0 0,-3 0 0 0,-3 2 0 16,-3 3 0-16,0 3 0 15,-13 4 0-15,-6 4 0 0,-4 3 0 0,-7 7 0 0,1-1 0 16,-7 7 0-16,0 1 0 0,1 4 0 0,-1 3 0 16,2 0 0-16,1 2 0 0,3 0 0 15,1-3 0-15,10-11 0 0,3 3 0 16,2-5 0-16,7-6 0 0,0-6 0 0,5-1 0 15,0-5 0-15,2-2 0 0,0-3 0 16,0 0 0-16,2-3 0 0,7-1 0 0,2-2 0 0,4 0 0 16,5 0 0-16,-2 0 0 0,3 0 0 15,-1 0 0-15,6 0 0 0,-1 0 0 0,-4-2 0 0,2 0 0 16,-2-2 0-16,2 2 0 0,-4-1 0 16,0 1 0-16,-2 0 0 0,-6 2 0 0,1-2 0 0,-3 2 0 15,-2 0 0-15,-3 0 0 16,-3 0 0-16,1 0 0 0,0 0-838 0,-2 0 343 15,0-1 229-15,0-2-572 0</inkml:trace>
  <inkml:trace contextRef="#ctx0" brushRef="#br0" timeOffset="67559.81">19237 9938 3297 0,'-15'-9'0'0,"6"6"0"0,3 3 0 0,4 0 0 0,1 0 0 0,1 0 0 16,0 0 0-16,3 0 0 0,15 0 0 0,9 5 0 0,6 2 259 0,13 2-116 0,-3 1 89 0,4 0-232 0,2-1 0 0,-4 0 0 16,-6-2 0-16,11 1 0 0,-9-1 0 0,-8-1 0 15,3 2 0-15,-2-3 0 0,-6-1 0 0,-2 0 0 16,-1-1 0-16,-5 2 0 0,-3 0-646 16</inkml:trace>
  <inkml:trace contextRef="#ctx0" brushRef="#br0" timeOffset="68946.48">20293 9913 2845 0,'-4'-3'0'0,"0"1"0"0,4 2 0 0,0 0 0 0,0 0 0 0,0 0 0 0,6 0 0 0,6 0 0 0,9 0 0 0,4 0 0 0,2 0 84 0,3-2 425 0,1 1-227 0,5-1-127 15,7 0-99-15,-4 0-56 16,-4-2 0-16,2 2 0 0,-3-1 0 0,-2 2 0 0,0-1 0 0,-4 0 0 16,-7 0 0-16,-1 1 0 15,-1-1 0-15,-8 0 0 0,-2 0-73 0,-4 2 49 16,-2 0-65-16,-1 0-625 0,-2 0 329 0,0 0 179 16,0 0-457-16,-4 0 313 0,-8 0 156 0</inkml:trace>
  <inkml:trace contextRef="#ctx0" brushRef="#br0" timeOffset="69163.35">20634 9553 2976 0,'-12'-11'0'0,"-2"3"0"0,3 5 0 0,-3 1 0 0,5 2 0 0,0 0 0 0,-1 0 0 0,6 14 0 0,3 9 0 0,1 5 0 0,0 4 357 0,0 10-161 0,1 0 206 0,1-4-402 15,5 15 0-15,-2-4 0 0,-1 0 0 0,-1 3 0 16,-1-1 0-16,0-7 0 0,-2 10 0 0,0-10 0 15,0 0 0-15,0-8 0 0,0 1 0 16,0-2 0-16,-2-6 0 0,-1-5 0 0,-1-3-173 16,0-5-44-16,2-4-656 0,1-3 408 15,-1-3 219-15,2-2 105 0,0-4-272 0</inkml:trace>
  <inkml:trace contextRef="#ctx0" brushRef="#br0" timeOffset="69420.8">21371 9890 3889 0,'0'-5'0'0,"-4"3"0"0,0 2 0 0,-2 0 0 0,-1 0 0 0,-2 10 0 0,-1 5 0 0,0 2 0 0,0 3 0 0,-1 5 0 0,-3 3 42 0,1 4-42 0,-2 0 0 0,2 2 0 16,-1-2 0-16,0-2 0 0,-2 1 0 0,2-2 0 15,-4-3 0-15,2-2 0 0,-3-5 0 0,-1-1 0 16,1-5-64-16,-2-3-22 0,2-6 61 0,0-4-775 0,5 0 382 16,0 0 190-16,7-11-396 15,1-11 299-15,6-7 144 0,0-10 72 0,2-6-155 16,11-6 114-16</inkml:trace>
  <inkml:trace contextRef="#ctx0" brushRef="#br0" timeOffset="69610.33">21211 9572 2781 0,'13'-29'0'0,"-1"14"0"0,-5 2 0 0,2 6 0 0,-2 5 0 0,2 1 0 0,-2 1 0 16,0 8 0-16,2 17 0 0,1 3 0 0,3 10 471 0,-4 3-217 0,3 4-109 0,-1 4 135 0,0 2-280 15,3-1 0-15,0 3 0 0,2-3 0 0,0-3 0 16,3-5 0-16,4 5 0 0,0-8 0 0,-1-5 0 16,-1-5 0-16,0-2 0 0,-5-6 0 0,3 0 0 15,-4-6 0-15,-2-2-152 0,0-4-296 0,-4-3 213 16,0 0 51-16,-2-2-337 0,0-2 242 15,-1-2 122-15</inkml:trace>
  <inkml:trace contextRef="#ctx0" brushRef="#br0" timeOffset="69963.64">21252 9262 3212 0,'-14'-12'0'0,"-2"5"0"0,3 7 0 0,-4 0 0 0,-1 2 0 0,-5 19 0 0,-3 13 0 0,3 6 0 0,-2 15 0 0,11 2 0 0,-6 20 231 0,10 0-96 0,2 2 218 0,5 1-353 16,3 3 0-16,0-2 0 0,1-2 0 15,10-1 0-15,9-6 0 0,1-8 0 0,2-12 0 16,7 3 0-16,2-10 0 0,0-6 0 0,-2-4 0 16,-3-14 0-16,1 0 0 0,-2-7-222 0,-6-10 30 15,5-4-44-15,-1 0-751 0,-1-3 474 0</inkml:trace>
  <inkml:trace contextRef="#ctx0" brushRef="#br0" timeOffset="70153.66">21599 9873 3793 0,'-3'-8'0'0,"-1"6"0"0,4 0 0 0,0 1 0 0,0-3 0 0,2 2 0 0,13 0 0 0,7 0 0 0,7 0 0 0,2 2 0 16,6 0 138-16,6-2-138 0,-2 2 0 0,-8 0 0 0,13 0 0 15,-12 0 0-15,1 0 0 0,-1 0-75 16,-4 0-229-16,-7 0 171 0,-5 0 85 16,-4 0-846-16,-5 0 451 0,-4 2 99 0,-3-2-409 15</inkml:trace>
  <inkml:trace contextRef="#ctx0" brushRef="#br0" timeOffset="70306.93">21957 9579 2461 0,'-4'-9'0'0,"0"3"0"0,-1 5 0 0,0 1 0 0,2 0 0 0,-3 3 0 0,4 14 0 0,1 6 0 0,1 5 0 0,0 2 0 0,0 12 635 0,0-3-299 16,0 0-140-16,0 10-84 0,0-2 79 0,0-1-191 15,0 2 0-15,0-1 0 0,0-5 0 0,0 12 0 16,0-10-1008-16,0 2 513 16</inkml:trace>
  <inkml:trace contextRef="#ctx0" brushRef="#br0" timeOffset="70782.3">21937 10746 3292 0,'0'-6'0'0,"0"-4"0"0,0-2 0 0,0-5 0 0,4-4 0 0,6-2 0 0,3-3 0 0,6-9 0 0,1-1 0 0,5 0 0 0,1-3 143 0,2-3-53 16,1-1 21-16,4-10-42 0,-3-1 0 15,1-2-107-15,-1-8 37 0,-2-6 0 0,0-3 46 16,-1-4-206-16,3-11 99 0,-10 16 49 0,1-3 24 0,-10 19-205 15,-3 9 124-15,-5 2-27 0,-1 12 300 0,-2 11-128 16,0 7-39-16,0 4-57 16,-10 7 459-16,-1 4-431 0,0 2-7 0,-2 21 0 15,2 7 0-15,2 11 0 0,2 4 0 0,5 7 0 16,2 0 0-16,0 2 0 0,0-1 0 0,10-3 0 16,1-6 0-16,10 4 0 0,-4-16 0 0,4 3 0 15,1-10 0-15,0-6 0 0,-3-6 0 0,2-3 0 16,-1-8 0-16,0-2 0 0,-1 0 0 0,-1-15 0 15,-1-7 0-15,-2-5 0 16,0-5 0-16,2-8 0 0,-5 1 0 0,0-2 0 16,-3-1-18-16,3-10-71 0,-3 7-139 0,-1 9 96 15,-3 0 49-15,0 12 214 0,-3 0-93 0,-2 10-31 16,0 3-1-16,0 6 362 0,0 2-368 0,-4 3 0 16,-4 6 0-16,2 17 0 0,1 1 0 0,3 6 0 15,0 4 0-15,2 2 0 0,0 3 0 0,0-1 0 16,0 1 0-16,4-3 0 0,3-1 0 0,2-1 0 15,3-4 0-15,-3-4 0 0,0-3 0 16,1-1 0-16,-2-4-84 0,-1-5-34 0,-2 0 28 16,0-4-832-16,-1-1 443 0,-3-5 221 15,3 1 112-15</inkml:trace>
  <inkml:trace contextRef="#ctx0" brushRef="#br0" timeOffset="71019.98">22982 9457 3693 0,'10'-5'0'0,"3"3"0"0,-1 2 0 0,4 0 0 0,-2 15 0 0,2 10 0 0,2 14 0 0,1 0 0 0,-3 6 0 0,-2 4 0 16,-3 2 147-16,-1-1-56 0,-4 1-91 0,-2-4 0 0,-3 0 0 0,-1-6 0 16,-3 6 0-16,-10-7 0 0,-6-3 0 0,-6-3 0 15,2-8 0-15,-5-1 0 0,-4-4 0 0,0-7 0 16,0-2 0-16,1-5 0 0,-1-7 0 0,10 0 0 15,-3 0 0-15,2 0-89 0,4-9-233 16,7-8 134-16,4-8 77 0,8-3-731 16,0-9 408-16,15-2 199 0</inkml:trace>
  <inkml:trace contextRef="#ctx0" brushRef="#br0" timeOffset="71163.95">23258 9730 3764 0,'25'0'0'0,"-2"0"0"0,3 0 0 0,-5-4 0 0,1-2 0 0,0 1 0 0,5 0 0 0,3-2 0 0,4 4 0 0,1-3 0 0,1 0 100 0,1 3-33 0,-3-1-67 0,1 2 0 0,-5 2 0 16,-1 0 0-16,-8 0 0 0,0 0 0 15,-10 7 0-15,-1 5-796 0,-8 0 275 0</inkml:trace>
  <inkml:trace contextRef="#ctx0" brushRef="#br0" timeOffset="71318.14">23469 9955 3573 0,'-21'12'0'0,"11"-3"0"0,1 2 0 0,4-6 0 0,0 1 0 0,5-2 0 0,0 0 0 0,14-2 0 0,7 3 0 0,3-3 0 0,2-2 358 0,4 2-358 0,2-2 0 15,0 0 0-15,2 0 0 0,-2 0 0 0,-1-2 0 16,-2 0 0-16,-3 0 0 0,-5-1 0 0,2 2-278 16,-1 0-88-16,1-1 202 0</inkml:trace>
  <inkml:trace contextRef="#ctx0" brushRef="#br0" timeOffset="71656.66">24182 9739 3902 0,'-16'0'0'0,"0"6"0"0,3 1 0 0,0 4 0 0,-2 5 0 0,2 0 0 0,3 7 0 0,1 2 0 0,6 3 0 15,1 4 0-15,2 1 29 0,0 3-29 0,7-2 0 0,8 0 0 16,4-3 0-16,5-1 0 0,8 1 0 0,-2-11 0 0,10 1 0 15,-7-8 0-15,5-6 0 16,0-3 0-16,-1-4 0 0,-1 0 0 0,-4-3 0 16,-4-9 0-16,-2-3 0 0,-1-6 0 0,-7-1 0 15,0-4 0-15,-7-3 0 0,-2-4 0 0,-5-7 0 16,-2-1 0-16,-2 4 0 0,0-13 0 0,-14 6 0 16,0 1 0-16,-10 2 0 0,-1 7 0 0,-6 9 0 15,-9-1 0-15,2 11 0 0,2 7 0 0,-9 6 0 16,11 2 0-16,-3 0 0 0,2 17 0 0,8 4 0 15,2 1 0-15,6 6 0 16,3 0 0-16,6 5 0 0,4 0 0 0,2 3 0 16,4-1 0-16,0 3 0 0,4 5 0 0,7-7-505 15,7 10 5-15</inkml:trace>
  <inkml:trace contextRef="#ctx0" brushRef="#br0" timeOffset="71795.56">24511 10329 352 0,'0'0'0'0,"13"0"1739"0,13 5-870 0,-10-5-435 0,-13 0-1215 16,-3 0 373-16</inkml:trace>
  <inkml:trace contextRef="#ctx0" brushRef="#br0" timeOffset="79220.78">9408 11130 1989 0,'-13'-5'0'0,"2"3"0"0,1 2 0 0,1-2 0 0,4 2 0 0,-1-2 0 0,4 1 0 0,1 1 0 0,1-3 0 0,0 2 0 0,8-1 408 0,4 0-186 0,7-4-92 0,5 1 245 16,3 0-169-16,-2 0-76 0,7-1-51 0,3 2 282 16,-1 1-330-16,1 0-31 0,1-2 0 0,0 1 0 15,-3 4 0-15,-1-3 0 0,-2 0 0 0,0 3 0 16,-2 0 0-16,-5 0 0 0,2 0 0 16,-2 0 0-16,-2 0 0 0,-2 0-138 0,-2 0-182 15,0 0 102-15,-4 0 107 0,1-1-777 0,-3-4 426 16,-2-1 212-16</inkml:trace>
  <inkml:trace contextRef="#ctx0" brushRef="#br0" timeOffset="79834">9887 10800 2963 0,'-12'-2'0'0,"1"2"0"0,4 0 0 0,4 0 0 0,1 0 0 0,2 0 0 0,0 0 0 0,9 0 0 0,12 6 0 0,2-3 0 0,7 5 369 0,-3 0-166 0,3-1-83 16,0 3 156-16,-1-1-276 0,-7 2 0 0,1 0 0 15,-3 3 0-15,-3-2 0 0,-4 2 0 16,-5 3 0-16,-6 1 0 0,-2 5 0 16,0 1 0-16,-13 3 0 0,-4-1 0 0,-4 1-67 15,0-1 60-15,-2 0-779 0,-1 0 357 16,-2-2 196-16,2-1-168 0,-1 0 173 0,1-3 101 0,0-1 45 16,-1 0-407-16,0-4 227 0,-3 2 112 0,7-6 49 15,-8 6-202-15,5-4 152 0,4-3 75 0,0 0 37 16,3 0 39-16,4-2 0 0,1 1 0 15,6-1 331-15,-2-3-202 0,4 1-83 0,3 2 223 0,1-3-152 16,0 5-72-16,0-2 85 16,0 4 481-16,0 0-287 0,1 2-144 0,1 3-63 15,0 2 433-15,0 0-258 0,-2 1-127 0,0 3 348 16,0-3-401-16,0 4-112 0,-6-3 0 0,-2 5 0 16,3-6 0-16,-3 0 0 0,3-1 0 0,-1-6 0 15,1-1 0-15,0-7 0 0,4 1 0 0,1-4 0 0,-2-2 0 16,0 0 0-16,2-4 0 0,0-13 0 15,0-3 0-15,5-3 0 0,5-3 0 16,3-3 0-16,1 0 0 0,0-2-117 0,6 1 9 0,-2 0 36 16,1 0 62-16,2 2-8 15,-1 1-19-15,-1 7 1 0,-3 3 68 0,2 2-34 16,-4 5 0-16,-3 5-43 0,-1 2 351 0,-1 0-197 16,1 3-109-16,-2 0 0 0,-1 16 0 0,-2 0 0 15,-1 11 0-15,1-1 0 0,-2 5 0 0,-1 1 0 16,0 3 0-16,2-1 0 0,-1-2 0 0,1 0 0 15,0 0 0-15,4-5 0 0,-1 1 0 0,0-5 0 16,1 0 0-16,4-4 0 16,-3-2 0-16,0-5 0 0,1-1 0 0,0-5 0 15,-2 0 0-15,2-3 0 0,-3-3 0 0,2 0 0 16,-1 0 0-16,2 0 0 0,-3-3 0 0,2-5 0 16,0 1-881-16,1-1 403 0,-2 2 213 0,2-4 118 15,2 0-614-15,-1-1 363 0</inkml:trace>
  <inkml:trace contextRef="#ctx0" brushRef="#br0" timeOffset="80077.89">10257 11623 2596 0,'2'-6'0'0,"0"3"0"0,-2-1 0 0,0 1 0 0,0 1 0 0,0 1 0 0,0-1 0 0,2 2 0 0,0 0 0 0,-1 0 0 0,1 2 740 0,3 8-356 15,-3 1-174-15,0 4-209 16,-1 2-1-16,1 2 0 0,0 6 0 0,0 2 0 0,0-1 0 0,-1 0 0 15,1 1 0-15,0 1 0 0,0-6 0 0,0 3 0 16,0-1 0-16,-2-1 0 16,0-3 0-16,0-1 0 0,0-2 0 0,0-3 0 15,0-2 0-15,0-2 0 0,0-1 0 0,0-4 0 16,0 0 0-16,0-4 0 0,0 1 0 0,0-2-166 16,0 0 12-16,0 0-789 0,0 0 444 0,0 0 236 15,0-2-618-15</inkml:trace>
  <inkml:trace contextRef="#ctx0" brushRef="#br0" timeOffset="80542.73">10753 11397 3659 0,'-5'-1'0'0,"3"-2"0"0,0 3 0 0,2-1 0 0,0-1 0 0,0-1 0 16,2 2 0-16,14-3 0 0,5 2 0 0,2-2 0 0,3 0 272 0,-6 3-272 0,11-1 0 0,-3 0 0 0,-2 2 0 0,3 0 0 15,-3 0 0-15,-3 0 0 0,5 0 0 16,-10 0 0-16,3 0 0 0,0 0 0 16,-6 0 0-16,-6 0 0 0,3 0 0 0,-5 2 0 0,-2 5 0 15,-1 1-663-15,-2 1 64 0</inkml:trace>
  <inkml:trace contextRef="#ctx0" brushRef="#br0" timeOffset="80743.92">10872 11707 3931 0,'-13'8'0'0,"6"5"0"0,4-5 0 0,1 0 0 0,2 0 0 0,0-2 0 0,7 0 0 0,9-3 0 0,7-1 0 0,3-2 0 0,1 0 0 0,3 0 0 0,2 0 0 0,-2 0 0 15,0 0 0-15,-1 0 0 0,-1-4 0 0,-3 3 0 16,3-5 0-16,-5 2 0 0,-3 2 0 0,1-2 0 0,-4 3 0 15,-4-2 0-15,1 3-1013 0,-4 0 288 0</inkml:trace>
  <inkml:trace contextRef="#ctx0" brushRef="#br0" timeOffset="82885.39">12123 11114 3001 0,'-17'-13'0'0,"6"6"0"0,-3 2 0 0,1-3 0 0,0 3 0 0,0 0 0 15,0 2 0-15,1 3 0 0,3 0 0 0,-2 0 0 0,-1 13 107 0,0 9 211 0,0 7-141 0,1 14-70 0,-2 5-26 16,1 12 59-16,5-2-140 0,3-6 0 16,4 7 0-16,0-2 0 0,0-13 0 0,11 13 0 15,6-14 0-15,3-2 0 0,3-6 0 0,4 0 0 0,-4-7 0 16,5 0 0-16,-2-4 0 0,1-3 0 0,0-6-303 15,-2-2 150-15,-1-5 24 16,-1-3-758-16,1-5 426 0,2 0 212 0,-1-5 106 16</inkml:trace>
  <inkml:trace contextRef="#ctx0" brushRef="#br0" timeOffset="83081.33">12551 11339 3444 0,'-4'0'0'0,"-2"0"0"0,-1 5 0 0,0 7 0 0,1 1 0 0,0 5 0 0,2 2 0 0,0 2 0 0,-1 6 0 0,1 1 0 0,-3 0 487 0,-1 3-487 16,-1 3 0-16,-2-3 0 0,-1 1 0 0,1-1 0 15,0-4 0-15,-1-2 0 0,3-5 0 0,-2-2 0 16,-1-2 0-16,1-6 0 16,4-3-322-16,-5-5 177 0,5-3 24 0,2 0-774 0,1-13 434 0,4-11 212 15,0-8-408-15</inkml:trace>
  <inkml:trace contextRef="#ctx0" brushRef="#br0" timeOffset="83256.67">12433 11071 3407 0,'5'-13'0'0,"-1"9"0"0,1 2 0 0,1 2 0 0,2 0 0 0,1 15 0 0,4 5 0 0,4 7 0 0,1 8 0 0,0 5 0 0,-1 9 150 0,-1 5 224 0,0 10-374 0,-1-4 0 15,-2 0 0-15,0-12 0 0,0 7 0 0,4-4 0 16,-1-2 0-16,0-6 0 0,1 0 0 0,-6-7 0 15,0 0 0-15,-1-8 0 0,-3 0 0 0,-1-7-652 16,-1-5 82-16,-1-7 205 0</inkml:trace>
  <inkml:trace contextRef="#ctx0" brushRef="#br0" timeOffset="83431.52">12793 11498 3852 0,'2'0'0'0,"0"0"0"0,6 0 0 0,1 3 0 0,3-3 0 0,6 2 0 0,5-2 0 0,3 0 0 0,4 0 0 0,2 0 0 0,2 0 79 16,1 0-79-16,-1 0 0 0,0 0 0 0,-4 0 0 0,-2 0 0 0,0 0 0 15,-10-2 0-15,2 2-421 0,-7-3 88 16,-2 3 185-16,-4-1-900 0,-3-3 510 0</inkml:trace>
  <inkml:trace contextRef="#ctx0" brushRef="#br0" timeOffset="83603.58">13088 11123 3466 0,'-5'0'0'0,"1"0"0"0,4 17 0 0,-2 0 0 0,2 9 0 0,0 1 0 0,0 6 0 0,2 3 0 0,2 7 0 0,-1 0 0 0,-1 2 384 0,0 0-303 16,-2-3-81-16,0 10 0 0,0-5 0 0,0 0 0 15,-2 1 0-15,-3 0 0 0,1-5 0 0,-3 10 0 16,4-6-818-16,-1 0 349 0,1-2 253 0</inkml:trace>
  <inkml:trace contextRef="#ctx0" brushRef="#br0" timeOffset="84051.83">13146 12280 2768 0,'4'0'-2'0,"0"0"1"0,1 0-1 0,-1-8 2 0,2-5-1 0,-2-2 1 0,5-3 0 0,2-7 0 0,3 3 0 0,2-7 0 0,3-1 185 0,0-3-66 0,5-5 154 16,-1 3-119-16,-1-3-58 0,3-2-15 0,-3-2-1 15,-1-3-34-15,-2 1-9 16,-1-7-27-16,1-2 0 0,-2-8 27 0,-4-1-122 0,0 5 70 0,1 0 22 16,-5 1-1-16,-4 17-106 0,1 3 68 0,-4 12-14 15,1 6 38-15,-3 2 274 0,0 9-218 0,0 3-48 16,0 4 0-16,0 0 0 16,-5 19 0-16,-1 12 0 0,3 7 0 0,-1 3 0 15,4 3 0-15,0 5 0 0,0-9 0 0,0 13 0 16,4-9 0-16,5-13 0 0,5 6 0 0,0-10 0 15,0-9 0-15,2 0 0 0,2-8 0 0,-2-5 0 16,-1-5 0-16,2 0 0 0,0-7 0 0,2-16 0 16,-4-2 0-16,0-4 0 0,0-3 0 0,-2-2 0 15,0-3 0-15,0-7 0 0,1 4 0 0,-3-3 0 16,0 0 0-16,-1 10 0 16,-3 4 0-16,-2 1 0 0,-1 7 0 0,-2 12 0 15,0 0 0-15,1 5 0 0,-3 1 0 0,0 3 0 16,0 5 0-16,0 13 0 0,0 5 0 0,0-1 0 15,0 9 0-15,1-3 0 0,3 4 0 0,1-2 0 16,1-1 0-16,1-2 0 0,1 3 0 0,0-3 0 16,-1-3 0-16,-2-3 0 0,3-1 0 0,0 1 0 15,-3-2 0-15,3-1 0 16,-1-1-566-16,3-2-56 0,1-4 293 0</inkml:trace>
  <inkml:trace contextRef="#ctx0" brushRef="#br0" timeOffset="84198.24">14245 11632 3931 0,'8'0'0'0,"-3"0"0"0,-1 2 0 0,-2 7 0 0,-2 5 0 0,0 0 0 0,0 4 0 0,-4-2 0 0,-3 8 0 0,-3-3 0 0,-1 8 0 0,-4-3 0 16,0 1 0-16,0 0 0 0,-2 0 0 0,0 1 0 16,0-3 0-16,-2 2 0 0,-3-2-243 0,-1-1-149 15</inkml:trace>
  <inkml:trace contextRef="#ctx0" brushRef="#br0" timeOffset="84683.48">14763 11519 2999 0,'-16'0'0'0,"4"0"0"0,6 0 0 0,6 0 0 0,0 0 0 0,0 0 0 0,6 0 0 0,11 0 0 0,10 0 0 0,3-1 0 0,5-5 91 0,8-3 573 0,-7 0-487 0,13 2-177 15,-4-2 0-15,0-1 0 0,-2 3 0 0,-7 1 0 16,3 0 0-16,-5 3 0 16,-2 0 0-16,-9 1 0 0,1-1 0 0,-5 2 0 0,-6 1 0 15,-4 0-563-15,-1 0 41 0,-6 0 251 0,-2 4 77 16,0 4-322-16</inkml:trace>
  <inkml:trace contextRef="#ctx0" brushRef="#br0" timeOffset="85213.92">15060 12057 3209 0,'-3'30'0'16,"3"-1"0"-16,0-4 0 0,0-5 0 0,0-2 0 0,9-7 0 0,4-4 0 0,5-3 0 0,2-4 0 0,6 0 0 0,-2-10 291 0,4-8-127 0,4-11-63 0,-7 3 2 0,8-12-40 15,-5 1-63-15,3-2 0 0,-5-3 0 0,0-1 0 16,-1-2 0-16,0-1 0 0,-2-2 0 0,-2 1 0 15,-2-3 0-15,0-1 0 16,-4-2 0-16,2-11 0 0,-6 14-140 0,2-5 70 16,-4 7 39-16,0 10-20 0,-6 8 71 0,1 4 3 15,-2 11-44-15,-2 2 291 0,0 5-270 0,0 6 0 16,0 2 0-16,0 0 0 0,0 23 0 0,-4 5 0 16,0 8 0-16,3 3 0 0,1 1 0 0,0 8 0 15,0-3 0-15,0 0 0 0,3-3 0 0,6-8 0 16,4-1 0-16,4-1 0 15,1-8 0-15,-2-1 0 0,1-10 0 0,2 0 0 16,0-5 0-16,-1-6 0 0,1-2 0 0,0 0 0 16,-1-10 0-16,2-9 0 0,-1-3 0 0,-3-3 0 15,0-7 0-15,0 1 0 0,3-10 0 0,-6 2 0 16,-2 4 0-16,3-10 0 0,-4 0 0 0,2 0 0 16,-3 0 0-16,-1 10 0 0,-3 6 0 0,0 3 0 15,-3 11 0-15,-1 1 0 0,1 9 0 0,-2 1 0 16,0 4 0-16,0 6 0 0,-3 18 0 0,-4 4 0 15,2 4 0-15,1 2 0 16,2 2 0-16,2 0 0 0,0 3 0 0,0-3 0 16,0 0 0-16,8-1 0 0,0-5 0 0,3 0 0 15,-2-2 0-15,3-4 0 0,-5-3 0 0,2 0 0 16,0-2 0-16,-1-2 0 0,0-2 0 0,-3 0 0 0,1-2 0 16,2 0 0-16,-3-1-340 0,4-1-191 15,0-2 244-15,3-5 124 0</inkml:trace>
  <inkml:trace contextRef="#ctx0" brushRef="#br0" timeOffset="85369.34">16365 11698 3654 0,'8'-2'0'0,"-2"2"0"0,-1 0 0 0,-1 0 0 0,-2 8 0 0,0 3 0 0,-2 2 0 0,0 0 0 0,0 4 0 0,0 0 0 0,0 4 277 0,-6-1-277 0,-5 2 0 0,-1 1 0 15,1-2 0-15,1-5 0 0,-4 5 0 0,3-4 0 16,-1 1 0-16,1-3 0 15,0 3 0-15,-1-3 0 0,1 0-292 0,0-2-112 16</inkml:trace>
  <inkml:trace contextRef="#ctx0" brushRef="#br0" timeOffset="86082.78">16897 11596 1821 0,'-13'-17'0'0,"0"5"0"0,1-2 0 0,1 3 0 0,2-5 0 0,4 2 0 0,-2-4 0 0,5 2 0 0,2-1 0 0,0-3 0 0,12-1 206 0,8 2-84 16,5-2 118-16,3 5-106 0,0 2-48 0,2 3-25 15,-2 3 289-15,1 6-156 0,-7-1-70 0,2 3-47 16,-5 3 223-16,0 10-131 0,-4 9-122 0,-4-2-47 16,-5 8 0-16,-4 1 0 0,-2 3 0 0,0 4 0 0,-5 1 0 15,-9 4 0-15,-4-9 0 16,-3 8 0-16,-4-7 0 0,2-7 0 0,-3 3 0 16,-2-7 0-16,3-5 0 0,-2-2 0 0,1-6 0 15,5-3 0-15,3-2 0 0,0-2 0 0,7-1 0 16,1-1 0-16,5 0 0 0,3 0 0 0,2 0 0 15,0 0 0-15,2 0 0 0,13-1 0 0,7-1 0 16,5-2 0-16,1 2 0 16,2 0 0-16,3-1 0 0,1 1 0 0,-1 2 0 0,2 0 0 15,-1 0 0-15,0 0 0 0,-1 0 0 16,1 0 0-16,-2 0 0 0,0 0 0 0,0 0 0 16,-6 0 0-16,6 0-1037 0,-4-2 467 0,-1-6 266 15,-1-2 133-15,0-6-624 0</inkml:trace>
  <inkml:trace contextRef="#ctx0" brushRef="#br0" timeOffset="86281.09">17637 11514 3068 0,'7'-17'0'0,"-1"1"0"0,-3 6 0 0,1 3 0 0,-2 0 0 0,0 5 0 0,0 0 0 0,0 2 0 0,0 6 0 0,-2 8 0 0,0 10 135 0,0 0 560 0,0 4-662 0,0 5-33 16,-10 0 0-16,-3 6 0 0,-1-7 0 0,-2 4 0 15,1 0 0-15,-4-2 0 0,0-3 0 0,1-2 0 16,-3-5 0-16,0-3 0 0,1-4 0 0,1-6 0 15,-2-4 0-15,3-3-8 0,0-4-33 0,6 0-769 16,0-4 387-16,3-16 192 0,7-5 87 0,2-13-466 16,0-2 287-16,0-7 142 15,5-6-158-15,7-12 151 0</inkml:trace>
  <inkml:trace contextRef="#ctx0" brushRef="#br0" timeOffset="86457.93">17475 11261 2950 0,'12'-35'0'0,"-2"13"0"0,2 1 0 0,-1 6 0 0,0 5 0 0,-1 5 0 0,3 3 0 0,2 2 0 0,2 0 0 0,4 16 0 0,-1 4 411 15,-1 8-177-15,6 10-103 0,-5 5 74 0,-1 5-205 16,-2 5 0-16,0 3 0 0,-4 1 0 0,0-3 0 16,0-1 0-16,0-2 0 0,0-3 0 15,1 0 0-15,-3-11 0 0,4 8 0 16,-4-13 0-16,4 2 0 0,-2-8 0 0,0-5 0 16,3-4 0-16,-2-6 0 0,4-5 0 0,-2-5-156 15,1-1-10-15,0 0-1008 0</inkml:trace>
  <inkml:trace contextRef="#ctx0" brushRef="#br0" timeOffset="86644.36">18085 11449 3825 0,'-9'0'0'0,"7"0"0"0,2 0 0 0,0 0 0 0,0 0 0 0,2 0 0 0,9 0 0 0,5 3 0 0,6-2 0 0,2 5 0 0,6-1 106 0,2-4-106 0,5 1 0 16,-2-2 0-16,1 0 0 0,1 0 0 0,-2 0 0 15,1-3 0-15,-4-4 0 0,0 2 0 0,-9 1 0 16,1 2 0-16,-5 0 0 0,-4 2 0 16,-6 0-337-16,-3 8-267 0</inkml:trace>
  <inkml:trace contextRef="#ctx0" brushRef="#br0" timeOffset="87152.12">18333 12282 3513 0,'0'0'0'0,"0"2"0"0,0 0 0 0,2-2 0 0,4 0 0 0,5-4 0 0,4-12 0 0,4-6 0 0,4-4 0 0,5-6 0 0,2-4 85 16,0 0-24-16,2-5-82 0,0 0 38 0,0 2-9 16,-4-3-105-16,0 1 67 0,0-3 33 0,-2-2 0 15,-1-1-41-15,-1-4 33 16,3-9 0-16,-5 3 41 0,-1-2-129 0,0 0 58 15,-9 10-52-15,2 10 147 0,-7 2-41 0,-1 12-1 16,-3 3-28-16,-1 8 225 0,-2 5-92 0,0 6-56 16,0 0 57-16,0 3-124 0,0 19 0 0,-3 5 0 15,-1 14 0-15,2 0 0 0,0 5 0 0,2 3 0 16,0-1 0-16,0-6 0 0,8 2 0 16,5-6 0-16,2-3 0 0,2-4 0 0,0-9 0 15,0-5 0-15,1-5 0 0,-1-3 0 0,3-6 0 16,-4 0 0-16,5-8 0 0,-8-7 0 0,4-9 0 15,-2-2 0-15,-4-3 0 0,-1-1 0 0,-1-2 0 16,-2-2 0-16,-1-1 0 0,-2-2 0 0,0-2 0 16,-1 2 0-16,-1 5 0 0,0 8 0 15,-2 3 0-15,0 11 0 0,0 1 0 0,0 4 0 16,0 5 0-16,0 0 0 0,0 18 0 16,0 6 0-16,0 5 0 0,2 3 0 0,3 2 0 15,5 3 0-15,1-3 0 0,2 2 0 0,1-4 0 16,0 0 0-16,4-5 0 0,-6-2 0 0,7 1 0 15,-4-3 0-15,-1-6 0 0,-3 0 0 0,2-4 0 16,-5-2 0-16,1-1-166 0,0-5-162 0,-1-3 146 16,-1-2 70-16,4 0-911 0</inkml:trace>
  <inkml:trace contextRef="#ctx0" brushRef="#br0" timeOffset="87381.18">19501 11136 3791 0,'6'-15'0'0,"2"6"0"0,5 5 0 0,-4 0 0 0,3 4 0 0,1 0 0 0,2 10 0 0,2 6 0 0,2 11 0 0,4 7 0 0,-5 3 140 15,-3 1-140-15,3 13 0 0,-6-4 0 0,-3-1 0 0,-5 3 0 16,-4-7 0-16,0 10 0 0,-2-7 0 16,-12 0 0-16,-7 3 0 0,-4-4 0 0,-1 0 0 15,-3-6 0-15,1-2 0 0,3-9 0 0,-5-3 0 16,-1-5 0-16,0-4 0 0,-4-4 0 0,1 1 0 15,-1-5 0-15,3 1 0 0,3-2 0 0,7-3-628 16,4-3 49-16,7 0 272 0</inkml:trace>
  <inkml:trace contextRef="#ctx0" brushRef="#br0" timeOffset="87571.9">20050 12114 3931 0,'0'0'0'0,"4"0"0"0,8 0 0 0,-9 0 0 0,-1 0 0 0,-2 0 0 0,0-3 0 0,0 1 0 0,0-3 0 0,0 0 0 0,0 2 0 0,0-3 0 16,0 3 0-16,0-1-103 0,0 1-204 0</inkml:trace>
  <inkml:trace contextRef="#ctx0" brushRef="#br0" timeOffset="90266.81">25882 5225 2372 0,'-9'-21'0'0,"3"9"0"0,1 5 0 0,1-3 0 0,2 3 0 0,2-2 0 0,0 3 0 0,0 1 0 0,0-1 0 0,4 3 0 0,9 0 232 15,4 1-87-15,5 0-57 0,2 2 132 0,3 0-89 16,1 0-46-16,-1 2 207 0,-5 3-116 15,7-2-73-15,0 1-31 0,-1-1-57 0,2 0-15 0,2-3 0 0,0 0 0 16,4 0 0-16,4 0 0 0,4 0 0 16,4 0 0-16,2 0 0 0,6-3 0 15,16 2 0-15,1-1 0 0,4-2 0 0,4 1 0 16,1-2 0-16,3 3 0 0,-1 1 0 0,10-1 0 16,-4 2 0-16,1 0 0 0,-5 0 0 0,-8 0 0 15,15 0 0-15,-9 5 0 0,7 1 0 0,6 0 0 16,5 0 0-16,-13-3 0 0,21 2 0 0,-9 1 0 15,5-1 0-15,7-1 0 0,-1 2 0 0,1-1 0 16,3 1 0-16,-2-3 0 16,19-1 0-16,-29-2 0 0,9 3 0 0,-3-3 0 15,0 0 0-15,-2 2 0 0,2-2 0 0,-10 2 0 16,-2-1 0-16,-16 1 0 0,15 1 0 0,-23-2 0 16,6 3 0-16,0-2 0 0,-6 1 0 0,-13 0 0 15,14-1 0-15,-12-1 0 0,0 3 0 0,-1 0 0 16,5-1 0-16,-4 0 0 0,12 0 0 0,-5 1 0 15,-16-1 0-15,7 2 0 0,-8-2 0 0,-11-1 0 16,11 4 0-16,-19-5 0 0,1 3 0 0,-3-4 0 16,-9 2 0-16,0 0 0 15,-8-2 0-15,-2 0 0 0,-4 0 0 0,-3 0 0 16,-4 0 0-16,0 0 0 0,2 0 0 0,-2 0 0 16,0 0 0-16,1 0 0 0,4 0 0 0,3 2 0 15,0-2 0-15,2 2 0 0,-2-2 0 0,3 2 0 16,-5-1 0-16,-1-1 0 0,-4 0 0 0,2 0 0 15,-3 0 0-15,-1 0 0 0,-1 0 0 0,0 0 0 16,-18 0 0-16,-7 0 0 0,-11 0 0 16,-8 0-117-16</inkml:trace>
  <inkml:trace contextRef="#ctx0" brushRef="#br0" timeOffset="91301.34">21624 11151 3173 0,'-26'-2'0'0,"9"2"0"0,5 0 0 0,7 2 0 0,3 0 0 0,2-2 0 0,0 0 0 0,0 0 0 0,16 0 0 0,9 0 0 0,8 0 174 15,8-2-69-15,3-2 368 0,-2-3-467 0,12-4-6 16,-3 1 0-16,-2 1 0 0,0-2 0 0,-2 1 0 15,-8 0 0-15,11-1 0 0,-9 1 0 16,-8 4 0-16,1 0 0 0,-6-1 0 16,-5 3-161-16,0 0 63 0,-7 1-403 0,2-1 156 15,-8 2 156-15,0-2 67 0,-4 2-635 0,-2-2 366 16,-3-3 177-16,1-5-321 0</inkml:trace>
  <inkml:trace contextRef="#ctx0" brushRef="#br0" timeOffset="91480.82">22304 10900 2273 0,'-13'-9'0'0,"3"0"0"0,-1 2 0 0,4 1 0 0,0 1 0 0,3 1 0 16,1 2 0-16,3 1 0 0,0-2 0 0,7 3 0 0,7 0 527 0,7 0-245 0,-3 0-123 0,3 8-53 0,6 3 374 16,-11 1-376-16,1 0-104 15,-1 3 0-15,-5 2 0 0,-6 4 0 0,-3 5 0 16,-2 1 0-16,-5 3 0 0,-16 5 0 0,1-2 0 16,-9 4-472-16,1-3 195 0,2-2 156 0,-3 0-414 15,7-7 253-15,-5 0 96 0,0-2 79 0,2-3-475 16,-1-2 272-16,-1-3 138 0,1-2 67 15</inkml:trace>
  <inkml:trace contextRef="#ctx0" brushRef="#br0" timeOffset="91839.35">21944 11441 1902 0,'-19'12'0'0,"1"3"0"0,6 0 0 0,-1 3 0 0,1 0 0 0,3 5 0 0,2-3 0 0,0 7 0 0,2-1 0 16,1 2 0-16,2 0 149 0,1 0-57 0,-1-3 412 0,2 7-239 0,-2-6-115 0,2-6 228 0,0 4-172 15,-2-6-84-15,0-5-34 0,2-3-13 16,-2-3-75-16,2-1 0 0,0-4 0 0,-1-2 0 0,-1 0 0 15,-1 0 0-15,3-10 0 0,0-5 0 16,0-5 0-16,0-5 0 0,6-1 0 16,5-4 0-16,7-2 0 0,2-6 0 0,1 2 0 15,-2 6 0-15,3-1 0 0,0 3 0 16,-1 1 0-16,-6 8 0 0,2 1 0 16,-4 4 0-16,-4 7 0 15,-1 2 0-15,-2 2 0 0,-1 2 0 0,1 1 0 0,-1 1 0 0,2 14 0 0,-2 5 0 0,1 3 0 16,-3 5 0-16,3 1 0 0,-1 5 0 15,2 2 0-15,0 9 0 0,-4-7 0 0,3 5 0 0,-1-2 0 16,4-6 0-16,-2 1 0 0,0-2 0 16,2-5 0-16,1-1 0 0,-1-6 0 15,1-3 0-15,1-2 0 0,-1-7 0 0,0 0 0 16,1-6 0-16,-2-1 0 0,3-3 0 0,0 0 0 16,3 0 0-16,-2-2 0 0,2-4-29 0,4-9-1003 15,-1 1 497-15,2 1 241 0,1-10 133 0</inkml:trace>
  <inkml:trace contextRef="#ctx0" brushRef="#br0" timeOffset="92159.68">22449 11739 2989 0,'-6'-6'0'15,"1"2"0"-15,-2 3 0 0,6-3 0 0,-3 2 0 0,4 0 0 0,0 0 0 0,2 2 0 0,11 0 0 0,2 0 0 0,4 0 524 0,-1 2-244 0,2 6-142 0,1 0-138 0,-3 3 0 0,-1 0 0 16,-2 0 0-16,-3 2 0 0,-5 2 0 0,-2 0 0 15,-3 2 0-15,-2 0 0 0,0 2 0 16,-11 2 0-16,-1-6 0 0,-4 1 0 16,-1 0 0-16,-2 0 0 0,0-4 0 0,1-4 0 15,1 1 0-15,-1-2 0 0,7-3 0 0,2-2 0 16,-1 0 0-16,7-1 0 0,-1-1 0 0,4 0 0 16,0 0 0-16,0 0 0 0,0 2 0 0,9 0 0 15,7-1 0-15,-2-1 0 0,5 3 0 0,2-3 0 16,-1 2 0-16,3-2 0 0,-2 0 0 0,2 0 0 15,-3 0 0-15,3 0 0 0,-2 0 0 16,-3 0 0-16,1-2 0 0,-1-1 0 16,0 0 0-16,1-2-72 0,-3-1-280 0,1-3 142 15,2-1 78-15,0-5-854 0</inkml:trace>
  <inkml:trace contextRef="#ctx0" brushRef="#br0" timeOffset="92337.66">22984 11416 3698 0,'0'0'0'0,"0"0"0"0,0 0 0 0,0 0 0 0,2 0 0 0,9 0 0 0,4 0 0 0,2 0 0 0,3 0 0 0,5 0 0 16,0 0 138-16,1 0-43 0,-1 0-95 0,-5 0 0 0,8 0 0 0,-7 0 0 16,2 0 0-16,-5 0 0 0,-1 0-271 0,-6 0-76 15,-2 0 187-15,-2 2 98 0</inkml:trace>
  <inkml:trace contextRef="#ctx0" brushRef="#br0" timeOffset="92497.66">23051 11662 3440 0,'-14'9'0'0,"4"3"0"0,2-4 0 0,3-3 0 0,3-3 0 0,2 1 0 0,0 0 0 0,14 0 0 0,9-1 0 0,6 0 0 0,2-2 370 0,3 0-249 15,3 0-121-15,0 0 0 0,0 0 0 0,-1 0 0 16,-4 0 0-16,-6 0 0 0,6-2 0 0,-11 2-47 15,0 0-241-15,-6 0 162 0,-6 0 81 16</inkml:trace>
  <inkml:trace contextRef="#ctx0" brushRef="#br0" timeOffset="93133.43">24157 11426 2275 0,'-13'-19'0'0,"1"5"0"0,-2 5 0 0,0 0 0 0,-4-1 0 0,2 5 0 0,-5 1 0 0,0 2 0 0,1 2 0 0,-5 2 0 0,3 13 186 0,1 4 419 16,3 3-284-16,-2 4-142 15,6 3-62-15,2 5 131 0,3 1-248 0,5 3 0 0,2-1 0 0,2 9 0 16,0-12 0-16,11 8 0 0,5-4 0 0,4-2 0 16,3 0 0-16,-2-8 0 0,2 2 0 0,2-5 0 15,-2 2 0-15,-1-4 0 0,-1-3 0 16,-2-2 0-16,0-2 0 0,-1-5-78 0,1-2-304 0,-3-2 152 15,0-5 97-15,-1-2-653 16,0 0 380-16,-2-2 185 0,1-14 91 0,-2-4-494 0</inkml:trace>
  <inkml:trace contextRef="#ctx0" brushRef="#br0" timeOffset="93330.96">24325 11311 3293 0,'2'-10'0'0,"0"7"0"0,-2 1 0 0,2 0 0 0,-2 2 0 0,1 2 0 0,1 13 0 0,0 5 0 0,4 9 0 0,-2 1 0 0,0 3 368 0,-2 5-166 0,3 5-134 16,-3-8-68-16,0 11 0 0,-2-5 0 0,0-2 0 15,0-3 0-15,0 2 0 0,0-1 0 16,0-3 0-16,0 0 0 0,0-4 0 16,0-3-380-16,0-7 198 0,0 1 102 0,0-4 52 15,0-7-945-15,0 0 469 0</inkml:trace>
  <inkml:trace contextRef="#ctx0" brushRef="#br0" timeOffset="93543.13">24738 11782 3931 0,'0'0'0'0,"0"2"0"0,0 6 0 0,0-3 0 0,0 7 0 0,-4-1 0 0,2 2 0 0,-1 0 0 0,1 2 0 0,-2 2 0 0,1-2 0 0,-4 2 0 0,2-1 0 0,-2 0 0 15,-1-1 0-15,-2-3 0 0,-1 1 0 0,2-2 0 16,-5-5 0-16,4 3 0 0,-3-6-223 16,1 1-24-16,-1-4 138 0,1 0-759 15,3 0 415-15,1 0 208 0,4 0-404 0,0-10 297 0</inkml:trace>
  <inkml:trace contextRef="#ctx0" brushRef="#br0" timeOffset="93797.59">25118 11289 3658 0,'0'-4'0'0,"0"2"0"0,0 0 0 0,0 0 0 0,0 2 0 0,0 0 0 0,0 12 0 0,2 4 0 0,0 10 0 0,-2 3 0 0,0 2 224 0,0 7-175 0,0 4-49 15,0 0 0-15,0 2 0 0,0-9 0 0,-2 13 0 16,-2-7 0-16,0-8 0 0,-1 7 0 15,1-4 0-15,0-2 0 0,0-3 0 16,-1-5 0-16,3-3 0 0,0-4 0 0,-2-2 0 16,4-8 0-16,-2 1-36 0,2-5-41 0,0-2-842 15,0-3 440-15,0 0 220 0,0 0 102 0,8-5-549 16,1-10 335-16</inkml:trace>
  <inkml:trace contextRef="#ctx0" brushRef="#br0" timeOffset="93992.12">25309 11707 2632 0,'8'-2'0'0,"1"2"0"0,-3 0 0 0,2 0 0 0,-3 4 0 0,2 7 0 0,-1 2 0 0,-1 1 0 0,2 3 0 0,-4 1 0 0,1 2 129 0,-2 4 608 0,-2-1-355 0,0 2-331 16,0-1-51-16,-8 1 0 0,-1-2 0 0,-3-5 0 16,2 3 0-16,-4-4 0 0,1-2 0 15,2 0 0-15,-1-6 0 0,1-1 0 0,-2 0 0 0,5-5 0 16,0-1-256-16,4-2-178 0,0 0 222 15,4 0-407-15,0-3 296 0,0-12 143 0</inkml:trace>
  <inkml:trace contextRef="#ctx0" brushRef="#br0" timeOffset="94375.92">25600 11453 3202 0,'7'-9'0'0,"2"2"0"0,-2-2 0 0,0-3 0 0,3 3 0 0,1-1 0 0,2 0 0 0,6 2 0 0,6 1 0 0,3 2 0 0,2 2 194 0,6-1 322 16,-1 1-497-16,-1 3-19 0,0 0 0 0,-4 14 0 15,-2 2 0-15,-4 7 0 0,-7 2 0 0,-3 5 0 16,-9 2 0-16,-5 3 0 16,0 1 0-16,-12 0 0 0,-10 7 0 0,-4-7 0 0,-1-1 0 15,-1 1 0-15,-2-4 0 0,2-6 0 16,-4 0 0-16,0-3 0 0,0-6 0 0,3-4 0 0,8-3 0 15,-2-5 0-15,2-2 0 0,7-2 0 16,2-1 0-16,3 0 0 0,2 0 0 0,5 0 0 0,2 0 0 16,0 0 0-16,0-1 0 0,7-2 0 0,10 1 0 15,3-1 0-15,7 0 0 0,-1-1 0 0,6 3 0 16,0-1 0-16,2 0 0 16,-1 2 0-16,1 0 0 0,3 0 0 0,-1 0 0 15,0 0 0-15,0 0 0 0,-2 0 0 0,-4 0 0 16,-2 0 0-16,-5 0 0 0,-3 0 0 0,-1 0 0 15,-8 0-478-15,1 0-85 0,-1 0 263 0,-2 0 132 16</inkml:trace>
  <inkml:trace contextRef="#ctx0" brushRef="#br0" timeOffset="94606.67">26389 11289 3931 0,'9'0'0'0,"7"3"0"0,0 9 0 0,2-1 0 0,0 3 0 0,-1 5 0 0,2 5 0 0,0 5 0 16,-1 5 0-16,1 4 0 0,-5 1 0 0,-3 0 0 0,-6-5 0 0,-1 11 0 15,-4-7 0-15,0 9 0 0,-6-6 0 0,-8 2 0 16,-7-1 0-16,1-3 0 0,1-5 0 16,-10 3 0-16,-1-6 0 0,0-5 0 0,-5-2 0 0,-4-2 0 15,3-5 0-15,-8 2 0 0,3-2 0 0,-1-2 0 16,9-2 0-16,2 2-870 0,7-1 273 0</inkml:trace>
  <inkml:trace contextRef="#ctx0" brushRef="#br0" timeOffset="94791.27">26814 12373 3931 0,'0'-3'0'0,"5"3"0"0,0 0 0 0,-2 0 0 0,-1 0 0 0,-2 0 0 0,0 0 0 0,0-2 0 0,0 0 0 0,0-2 0 0,-5 1 0 0,2-1 0 0,-2 2 0 0,-3-1 0 15,-3 3 0-15,-6 0-480 0</inkml:trace>
  <inkml:trace contextRef="#ctx0" brushRef="#br0" timeOffset="105269.34">4264 12996 1513 0,'0'0'0'0,"0"0"0"0,0 1 0 0,0-1 0 0,0 0 0 0,0 0 0 0,0 0 0 0,0 0 0 0,3 0 0 0,-2 0 0 0,1-1 71 0,0-10 61 16,0 1-47-16,-1-1-25 0,1 0 40 0,-2-2-23 15,0-2-9-15,0 2-32 0,0 1 32 0,-3 1 1 16,-3-1-33-16,0 1 68 0,-2-2-39 16,-1 3 1-16,1-1-29 0,0 2 30 0,-2 0-30 0,1 1 9 15,-1 0-10-15,-1 3 43 0,0 0-43 0,-1 4 1 16,1-1 27-16,-3 2-18 16,0 0-10-16,-1 6 1 0,-3 11-26 0,0 4 25 15,1 3 1-15,0 6 75 0,-1 6-42 0,4 0 0 16,1 6-33-16,3-3 113 0,5 5-57 0,2-10-19 15,3 3-9-15,0-1 3 0,0-2-68 0,5-4 0 16,8-6 0-16,2-5 0 0,2-1 0 0,3-4 0 16,0-6 0-16,3-3 0 0,3-5 0 0,-5 0 0 15,4-2 0-15,-4-11 0 0,2-6 0 0,-5-6 0 16,1-2 0-16,-2-1 0 0,0-6 0 0,-4 0-27 16,0-2-51-16,-3 0 13 15,-1 2-1-15,-5 9 3 0,0-1 7 0,-1 6 0 16,-1 7 211-16,-2 1-89 0,0 5-41 0,0 4 140 15,0 1-165-15,0 2 0 0,0 0 0 0,-5 17 0 16,1 7 0-16,1-2 0 16,3 8 0-16,0 0 0 0,0-1 0 0,0 1 0 0,12-4 0 0,-2-3 0 15,5 1 0-15,2-4 0 16,1-8 0-16,-1-1 0 0,1-1 0 0,-1-4 0 16,1-6 0-16,0 0 0 0,-4 0 0 0,2-4 0 15,-6-11 0-15,2 0 0 0,-3-5 0 0,-3 0 0 16,1-6 0-16,-4 1 0 0,-1 5 0 0,1-10 0 15,-3 3 0-15,0 0 0 0,0-1 0 0,-3-1 0 16,-4 6 0-16,-4-3 0 0,2 8 0 0,-5-2 0 16,1 8 0-16,-2-1 0 0,-1 8 0 15,0 2 0-15,2 0 0 0,-2 3 0 0,3 0 0 0,-2 6 0 16,5 6 0-16,-5-1 0 16,8 2 0-16,1 2 0 0,-1-1 0 0,3 1 0 15,2 1 0-15,2-1 0 0,0-1 0 0,0 0 0 16,0-2 0-16,8-3 0 0,5 1-288 0,4-5 112 15,0-1 69-15,7-4-558 0,1 0 314 16,2 0 157-16,-1-3-225 0,4-6 195 0,1-1 94 0,2-5 47 16,-2-1-437-16</inkml:trace>
  <inkml:trace contextRef="#ctx0" brushRef="#br0" timeOffset="105596.43">4870 12796 1948 0,'7'-9'0'15,"-4"-2"0"-15,0 1 0 0,-3 1 0 0,0 2 0 0,0-1 0 0,0 3 0 0,-5 2 0 0,-1 1 0 0,-1 0 0 0,0 2 272 0,-2 0-118 0,2 4-59 16,-2 9 315-16,2 1-177 0,-1 4-103 0,0 1-47 16,3 1 283-16,1 3-164 0,3-2-164 0,1 1-38 15,0-1 0-15,0-1 0 0,5 0 0 0,7-1 0 16,1-3 0-16,1 0 0 0,3-1 0 0,0-2 0 16,0-2 0-16,1 2 0 0,-4-4 0 0,-1 3 0 15,0-1 0-15,-5 2 0 0,-1 0 0 16,-3 2 0-16,-3 0 0 0,-1 3 0 0,0-2 0 0,-1 2 0 15,-11 2 0-15,-2-3 0 16,-2-1 0-16,-1-4 0 0,-8 4 0 0,4-5 0 16,2-1 0-16,-3-2 0 0,1-3 0 0,0 1 0 15,3-4 0-15,0-1 0 0,7-1 0 0,2 0 0 16,-1 0 0-16,5 0 0 0,2 0 0 0,0 0 0 16,3 0 0-16,0 0-25 0,3 0-340 0,5-1 159 15,6-3-334-15,1-2 252 0,1 1 126 0,1 1 62 16,1-1-666-16</inkml:trace>
  <inkml:trace contextRef="#ctx0" brushRef="#br0" timeOffset="106280.92">5293 12937 1919 0,'-3'-4'0'15,"-1"3"0"-15,1-1 0 0,-2 2 0 0,3 0 0 0,-2 0 0 0,2 0 0 0,-3 2 0 0,1 11 0 0,1 4 0 0,-2 5 180 0,0 5-72 0,2 2 235 0,0 6-154 0,1 2-76 16,2 1-30-16,0 7 238 0,0-5-142 15,0 3-72-15,0-10-35 0,0 4 245 0,8-1-317 16,2-4 0-16,3-3 0 0,-1-3 0 0,0-7 0 16,1-1 0-16,4-3 0 0,-2-4 0 0,0-4 0 15,2-2 0-15,0-4 0 0,0-1 0 0,-4 0 0 16,3-13 0-16,-2-6 0 0,2-1 0 0,-3-6 0 16,-3 0 0-16,3-5 0 0,-3-1 0 0,-3-1 0 15,1-3 0-15,-2-6 0 0,-2 3 0 0,-1 0 0 16,-1-15 0-16,-2 4 0 0,0-4 0 0,0 1-55 15,-5 1-39-15,-5 11 28 16,-5-11-99-16,2 20 65 0,-2 2 32 0,-3 7 0 16,2 7 190-16,-5 4-87 0,-1 7-31 0,1 3 330 15,-1 2-213-15,-3 7-121 0,5 11 0 0,2 3 0 16,1 5 0-16,4 2 0 0,-1 4 0 0,6 3 0 16,2-3 0-16,6 2 0 0,0 0 0 0,0-2 0 15,12-1 0-15,4-1 0 0,0-5 0 0,0-6 0 16,7 2 0-16,0-4 0 15,1-6 0-15,-1-1 0 0,-3-3 0 0,0-4 0 0,3 2 0 16,-2-5 0-16,1 0 0 0,-3 0 0 16,2 0 0-16,0 0 0 0,0-2-618 0,4-7 124 15,-2-1 228-15</inkml:trace>
  <inkml:trace contextRef="#ctx0" brushRef="#br0" timeOffset="106452.11">5878 12918 3931 0,'-4'0'0'0,"-2"0"0"0,2 0 0 0,0 0 0 0,4 0 0 0,0 0 0 0,0 0 0 0,6 0 0 0,9 0 0 15,3 0 0-15,1 0 0 0,1 0 0 0,6 0 0 0,-4 0 0 0,6 0 0 16,-6 0 0-16,3 0 0 0,-6 0 0 0,0 0 0 16,-3 0-346-1,-5 0 133-15,-1 0 124 0,-10 7-1139 0</inkml:trace>
  <inkml:trace contextRef="#ctx0" brushRef="#br0" timeOffset="106603.52">5956 13136 3374 0,'-15'11'0'0,"3"-1"0"0,-2-2 0 0,7-3 0 0,0-1 0 0,5-2 0 0,2 0 0 0,0-1 0 0,2 2 0 0,10-2 0 0,6-1 557 0,0 0-557 16,4 2 0-16,-2-2 0 0,2 2 0 0,-2-1 0 15,1 2 0-15,-1 1 0 0,0 1-232 16,0 1-116-16,-5 0 192 0,1 3-502 0</inkml:trace>
  <inkml:trace contextRef="#ctx0" brushRef="#br0" timeOffset="107380.97">6798 12294 1889 0,'0'-3'0'0,"-1"-1"0"0,-2 1 0 0,2 1 0 0,0 0 0 0,1 0 0 0,-4 2 0 0,4 0 0 0,0 2 0 0,0 12 0 0,0 7 356 0,4 4-160 0,1 5-69 0,0 4-50 16,2 6 315-16,-2 3-177 0,4-1-88 0,-4 4 89 15,-1-5-79-15,3 12-55 0,-2-8 35 16,-1-2-117-16,1-7 0 0,0 3 0 0,1-4 0 16,-3 2 0-16,1-7 0 0,-1 0 0 0,-1-4 0 15,1-5 0-15,-1-2 0 0,-2-1 0 0,0-7 0 16,0-1 0-16,0-4 0 0,0-4-561 0,0-1 189 15,0-1 173-15,0 0 80 0,0-7-192 0,0-10 136 16,0-8 69-16,4-1-580 0</inkml:trace>
  <inkml:trace contextRef="#ctx0" brushRef="#br0" timeOffset="107594.32">7042 12457 3480 0,'-3'-4'0'0,"0"2"0"0,1 1 0 0,2 1 0 0,0-3 0 0,0 3 0 0,10 0 0 0,6-3 0 0,9 2 0 0,0 1 0 0,5-2 346 16,3 0-241-16,3 1-105 0,7-1 0 0,-1 0 0 0,-1 0 0 0,-4-1 0 15,13-3 0-15,-6 0 0 16,-2 0 0-16,2 0 0 0,-12 3 0 0,7-5 0 16,-7 3-293-16,-7-1-21 0,-4 2 80 0,-2 1 120 15,-4-1-728-15,-6 0 393 0,-3 1 210 16,-4-1-372-16,1-2 287 0</inkml:trace>
  <inkml:trace contextRef="#ctx0" brushRef="#br0" timeOffset="108110.67">7618 12186 2411 0,'-13'-9'0'0,"3"1"0"0,-1 4 0 16,4-1 0-16,5 3 0 0,2 0 0 0,0 0 0 0,4 2 0 0,13 0 0 0,5 0 0 0,1 0 242 0,2 0-103 0,-1 4-50 0,0 3 129 0,-3 1-81 15,2 3-54-15,-3 1 129 0,-5-1-88 0,0 2-43 16,-9 2 0-16,-2 2-88 15,-4 2 18-15,0 4 0 0,-10 0-260 0,-10 2 143 16,-1 1 72-16,-4-1 45 0,1 1-556 0,1-2 235 16,-5-1 157-16,2-2-7 0,2-3-438 0,2-3 271 15,-5 2 149-15,2-4-109 0,1-3 125 0,6-1 62 16,-3-1 32-16,3-3-213 0,4 1 126 16,6-3 71-16,-5 2 102 0,8-1-28 0,-1 1 0 0,2-1-34 15,4 3 413-15,0 3-222 0,0-1-92 0,0 4-46 16,0 0 583-16,0 4-294 0,0 2-62 15,3 1 360-15,-2 0-279 0,1 4-141 16,-2 0-69-16,0-3 203 0,0 2-142 0,0-1-65 16,-2-4 177-16,-4 0-122 0,0-4-148 0,2-3-10 15,-1-1 0-15,2-4 0 0,-1-2 0 0,1-3 0 16,-2-1 0-16,5 0 0 0,0-8 0 0,0-8 0 16,0-4-39-16,0-3-27 0,2-2 31 0,9-1-105 15,6-2 11-15,-4 2 62 0,6-1-138 16,-1 3 85-16,3 1 24 0,-1 8 25 0,1 0 93 15,-3 6-30-15,0 3 0 0,-1 4-29 16,-4 2 251-16,1 0-109 0,-3 11-66 0,1 12 440 16,-7 3-317-16,0 1-162 0,-3 3 0 0,2 0 0 15,-2 0 0-15,-2-2 0 0,2 0 0 0,-2-5 0 16,2-1 0-16,-2 0 0 0,1-2 0 0,1-5 0 16,-2-2 0-16,0-1 0 0,2-6 0 0,-2 2 0 15,3-4 0-15,-3-2-318 0,0-1-158 16,0-1 218-16,0 0 99 0,1 0-660 0,-1 0 390 0,2 0 197 15</inkml:trace>
  <inkml:trace contextRef="#ctx0" brushRef="#br0" timeOffset="108355.23">7857 12835 3693 0,'0'-2'0'0,"0"1"0"0,0-1 0 0,0 1 0 0,0 1 0 0,0 0 0 0,0 0 0 0,0 0 0 16,0 1 0-16,0 8 0 0,2 5 238 0,1 0-238 0,2 3 0 0,-1 3 0 0,-1 0 0 15,-1 1 0-15,2-1 0 0,-2 3 0 0,-1-2 0 16,1-2 0-16,-2-1 0 0,0-2 0 0,0 0 0 16,0-4 0-16,0-2 0 15,0-4 0-15,-2 0-324 0,1-3-84 0,-1 0 146 0,2-3-490 16,0 0 358-16,0 0 170 0,0-4 98 0</inkml:trace>
  <inkml:trace contextRef="#ctx0" brushRef="#br0" timeOffset="108556.78">8034 12690 3371 0,'2'1'0'0,"-1"1"0"0,2-1 0 0,-2 2 0 0,-1-3 0 0,2 3 0 0,0-2 0 0,-1 2 0 0,3 1 0 0,4 0 0 0,-3-1 560 0,1 3-560 0,0 0 0 16,-1-3 0-16,3 3 0 0,-6 0 0 0,4 2 0 16,-4-5 0-16,-1 2 0 0,1 2 0 15,0-2 0-15,-2-2-409 0,0 0-18 0,0-1 241 0,0-1 13 16,0-1-473-16,0 0 304 16</inkml:trace>
  <inkml:trace contextRef="#ctx0" brushRef="#br0" timeOffset="108755.36">8202 12501 3438 0,'3'0'0'0,"-2"0"0"0,5 0 0 0,3 0 0 0,6 0 0 0,4 0 0 0,6-1 0 0,8-7 0 0,5-1 0 0,1 1 0 0,1-1 258 16,3 2-23-16,0-2-235 0,-8 2 0 0,4 2 0 15,-1-1 0-15,-3 1 0 0,0-1 0 0,-5 0 0 16,-3 2 0-16,-1-2 0 0,-5 3 0 0,-5 1-606 15,-6 0 156-15,-2 0 234 0,-5 0-92 0,-3 1-507 16,0-1 389-16</inkml:trace>
  <inkml:trace contextRef="#ctx0" brushRef="#br0" timeOffset="109230.5">8641 12246 2742 0,'0'-6'0'0,"0"3"0"0,0-1 0 0,9 3 0 0,4-2 0 0,8 3 0 0,1 0 0 0,7 0 0 0,-1 0 0 0,1 0 0 0,4 8 303 15,-3-1-133-15,-6 1 232 0,4 1-188 0,-7 2-114 16,0 1-100-16,-7 1 0 0,-1 2 0 0,-7 0 0 16,-4 1 0-16,-2 2 0 0,0-1 0 15,-12 3 0-15,-4-3-293 0,0-2 77 16,-5-1 122-16,-2 1 65 0,0-3-703 0,-2-1 348 16,-1-3 173-16,5-2-332 0,-9 2 258 0,3-2 124 15,6 0 62-15,1 0-149 0,1 0 106 0,8-1 44 16,-4 2 35-16,5 1 60 0,3 4 0 0,2-1-33 15,1 3 387-15,4 4-203 0,0 0-88 0,0 7-48 16,-1 1 536-16,1 2-285 0,-2-3-45 0,1 1 374 16,-4 6-282-16,0-6-137 0,-1 3-68 15,-2-9 239-15,2 1-153 0,-2-2-69 0,0-5-48 16,2-4 47-16,-1-2-113 0,-1-5-8 16,3-3 0-16,0 0 0 0,1 0 0 0,1-9 0 15,3-8 0-15,0-6 0 0,3 1 0 0,6 1 0 16,5-6 0-16,4 0 0 0,3 5 0 0,-1-1-117 15,3 3 45-15,-1 6 2 0,5-1 32 0,-7 7 63 16,1 3-1-16,0 3-62 0,-3 2 141 0,-2 0-64 16,-4 9-26-16,-1 10 11 0,-1 4 83 0,-6 1-107 15,-2 1 0-15,-2-3 0 16,0 8 0-16,0-6 0 0,0-1 0 0,-2 0 0 16,-2-4 0-16,1 1 0 0,-2-5 0 0,3-5 0 15,0 1 0-15,2-4 0 0,0-1 0 0,-3-4-640 16,3-1 156-16,0 1 223 0,0-2-263 0,0 0 243 15</inkml:trace>
  <inkml:trace contextRef="#ctx0" brushRef="#br0" timeOffset="109519.29">8905 12835 2348 0,'5'-3'0'0,"7"1"0"0,-3-1 0 0,4-1 0 0,1-1 0 0,2 2 0 0,3 2 0 0,1-2 0 0,-2 3 0 0,1 0 0 0,-3 0 114 0,-2 3 324 0,-3 4-201 0,-4 4-100 15,-1-2 55-15,-5 7-82 0,-1-1-37 0,-5 3 0 16,-8 1-72-16,-6-3 35 0,3-1 9 0,-9 3 36 16,7-7-35-16,-3-1-46 15,4-1 0-15,0-4 0 0,7-1 0 0,1-1 0 16,5-3 0-16,1 0 0 0,1 0 0 0,2 0 0 16,0 0 0-16,13 0 0 0,4 0 0 0,8 0 0 15,-2 0 0-15,4-3 0 0,-2 2 0 0,8-2 0 16,-3 3 0-16,-2 0 0 0,-1 0 0 0,-4 0 0 15,-2 0 0-15,0 0 0 0,-6 0 0 0,-3 0-569 16,-2 3 168-16,-4 1 183 0,-1-4-591 0,-1 0 390 16,-3 0 192-16</inkml:trace>
  <inkml:trace contextRef="#ctx0" brushRef="#br0" timeOffset="109711.82">9429 12150 3898 0,'2'0'0'0,"1"11"0"0,-1 1 0 0,-2 5 0 0,0 7 0 0,0 9 0 0,0 7 0 0,0 8 0 0,-2 4 0 0,1 4 0 0,-1 1 33 16,0 10-33-16,-2-5 0 0,3-9 0 0,-1 5 0 16,-1-2 0-16,0 1 0 0,0-3 0 0,-4-1 0 15,2-1 0-15,-3-2-464 0,-2 0-8 0</inkml:trace>
  <inkml:trace contextRef="#ctx0" brushRef="#br0" timeOffset="110253.63">6642 13290 2161 0,'-18'-1'5'0,"2"-3"0"0,5 2-1 0,1-1-1 0,5 2-1 0,1 0 2 0,4-4-1 0,0 0 0 0,9-3 0 0,16 1-1 0,3 1 139 15,6 0-52-15,3 3-18 0,14-2 303 0,1 4-169 16,10 1-85-16,6 0-42 0,9 0 265 0,10 0-145 15,21 0-86-15,0 0-107 0,21 0-5 0,-5 0 0 16,6 0 0-16,-3-2 0 0,32-3 0 16,-12-2 0-16,2-3 0 0,3 0 0 0,-5-1 0 15,-18 2 0-15,22-4 0 0,-18 2 0 0,-26 3 0 16,2-2 0-16,-9 3 0 0,-18-1 0 0,-1 2 0 16,-10 1 0-16,-13-1 0 0,-5 2 0 0,-15 1 0 15,-12 1 0-15,-10 0 0 0,-4 0 0 0,-8 2 0 16,-4 0 0-16,-16 0-42 0,-7 0-15 0,-9 2-487 15,-12 6 255-15,0-1 127 0,-6 0 63 16,-12 7-286-16,6-3 165 0</inkml:trace>
  <inkml:trace contextRef="#ctx0" brushRef="#br0" timeOffset="110548.84">6967 13457 2684 0,'-10'-5'0'0,"3"3"0"0,4 2 0 0,0 2 0 0,1 11 0 0,0 4 0 0,1 7 0 0,1 6 0 0,0 8 0 0,0 9 0 0,0 0 363 0,0 3-164 16,0 0-81-16,0 1 333 0,0 0-335 0,0 0-116 15,0-2 0-15,0-4 0 0,0 0 0 0,0-8 0 16,0 3 0-16,0-3 0 0,0-4 0 16,0-10-119-16,1-1-128 0,1-9 150 15,0-3 62-15,4-5-866 0,1-5 434 0,3 0 215 16,1-19 109-16,5-8-494 0</inkml:trace>
  <inkml:trace contextRef="#ctx0" brushRef="#br0" timeOffset="110723.64">7102 13729 2954 0,'-1'-1'0'0,"0"1"0"0,1 0 0 0,0 0 0 0,0 0 0 0,4 0 0 0,13 0 0 0,5 0 0 0,7-2 0 0,1-1 0 0,2 2 176 0,-1-1-12 16,3 0-64-16,-1-2-24 0,0 3-8 0,-1-4-386 16,-2 0 176-16,-2 2 89 0,0-5 44 0,-6 3-625 15,-5-2 331-15,-1 2 168 0,-7 2-642 0,-2-5 370 16,-4 1 186-16</inkml:trace>
  <inkml:trace contextRef="#ctx0" brushRef="#br0" timeOffset="111189.61">7483 13534 1388 0,'-12'-16'0'0,"1"-1"0"0,4 1 0 0,4 6 0 0,-1-3 0 0,4 3 0 0,0 1 0 0,2-1 0 0,9 4 0 0,8 3 0 0,-1 1 371 0,10 0-168 16,0 2-84-16,-5 0 223 0,4 5-154 0,-6 3-67 15,-1 4-48-15,2 0 60 0,-9 3-49 0,1 0-25 16,-6 2 1-16,-7 2 86 0,-1 4-60 0,0-1-25 15,-6 2-181-15,-11 2 78 0,-1-7 39 0,1 1-457 16,-9 2 244-16,4-3 125 0,-3-3 23 0,0 2-611 16,2-5 316-16,3-2 156 15,-6 2 90-15,2-2-335 0,1-2 209 0,4 0 104 16,-2 2 42-16,2-2 11 0,8 0 35 0,0 1 51 16,0-1 0-16,3 0 0 0,3 4 0 0,1-1 0 15,1 1 228-15,3 4-149 0,0-1-57 0,0 4 480 16,0 2-218-16,0 5-59 0,0-3-103 0,0 4 356 15,0-2-222-15,0 2-110 0,0-6-46 0,0 6 148 16,0-8-106-16,0 0-53 16,0-4 199-16,0-7-127 0,-2 1-53 0,2-7-42 0,0-2-68 15,-3-1 38-15,3 0-1 0,0-3-120 16,0-13 69-16,0-7 21 0,5-3 0 0,5-3-229 16,1-1 129-16,5 3 45 0,-2-4 46 0,4 2-213 15,0 5 103-15,1 2 1 0,-2 9 104 0,-2 2-45 16,0 5 10-16,-2 2 9 0,0 4 275 0,-3 0-130 15,1 10-68-15,-4 7 313 0,0 3-172 0,-2 6-54 16,-3-1-55-16,2 1 153 0,-3 0-219 0,-1-5-8 16,0 2 0-16,0-2 0 15,0-3 0-15,0-4 0 0,0-2-499 0,0-3 224 16,0-2 154-16,0-2 28 0,0-3-376 0,0-2 188 16,0 0 122-16,0 0-537 0</inkml:trace>
  <inkml:trace contextRef="#ctx0" brushRef="#br0" timeOffset="111361.85">7731 14034 2930 0,'4'2'0'0,"1"7"0"0,-3-2 0 0,0 4 0 0,2-1 0 0,-3 4 0 0,0-4 0 0,1 4 0 0,1-2 0 16,-2 2 0-16,1 0 344 0,0 0-155 0,-1 0-65 0,1-5-36 0,0 1-8 0,0 1-45 15,0-6-590-15,-1 0 295 0,-1 0 148 0,2-3 83 16,-2-2-340-16,0 0 202 15,0 0 102-15,0 0-730 0,2-12 381 0</inkml:trace>
  <inkml:trace contextRef="#ctx0" brushRef="#br0" timeOffset="111616.58">7988 13400 3773 0,'8'-7'0'0,"0"4"0"0,-2 1 0 0,-5 2 0 0,3 0 0 0,-3 9 0 0,1 8 0 16,0 9 0-16,0 5 0 0,2 8 0 0,-2 10 158 0,0-1-158 0,0 5 0 0,0 1 0 0,0 3 0 16,-1 1 0-16,2 0 0 0,-3-1 0 0,0 0 0 15,0 0 0-15,0-2 0 0,0 0 0 0,0-5 0 16,0-3 0-16,0-10 0 0,-3 1 0 16,3-6 0-16,-1-10 0 0,-3 0 0 0,4-4 0 15,-2-9 0-15,2 0-394 0,-2-4 96 16,2-2 122-16,0-3 75 0,0 0-266 0,0 0 166 0,0 0 83 15,0-9-518-15,0-2 292 0</inkml:trace>
  <inkml:trace contextRef="#ctx0" brushRef="#br0" timeOffset="111930.96">8443 13501 3143 0,'0'-6'0'0,"0"2"0"0,0 3 0 0,0-2 0 0,0 1 0 0,0 2 0 0,0 0 0 0,2 5 0 0,3 11 0 0,3 8 0 0,-2 7 218 0,-1 12-90 0,-1 1 314 15,0 8-442-15,-3 0 0 0,1 3 0 0,0 1 0 16,2-4 0-16,-3 1 0 0,1-5 0 0,1 0 0 15,-1-7 0-15,0 1 0 0,0-6 0 16,-1-1 0-16,1-7 0 0,-2-5 0 0,0-8 0 16,0-1 0-16,0-4 0 0,0-6 0 0,0-1 0 15,0-3-62-15,0 0-788 0,0-1 412 0,-3-11 201 16,1-6-572-16,0-7 387 0</inkml:trace>
  <inkml:trace contextRef="#ctx0" brushRef="#br0" timeOffset="112130.51">8602 13708 3403 0,'4'0'0'0,"2"0"0"0,2 0 0 16,-3-1 0-16,4-3 0 0,5-1 0 0,4-3 0 0,9-2 0 0,8 0 0 0,3-3 0 0,5-1 275 0,-4 3-22 0,11-3-253 0,-5 2 0 15,0 2 0-15,0 3 0 0,-10 1 0 0,3 0 0 16,-4 3 0-16,-9 1-87 0,-2 0 21 0,-3 0 51 15,-11 2-396-15,-1 0 231 0,-4 0 104 0,-4 0-125 16,0 0-718-16,-12 0 442 0</inkml:trace>
  <inkml:trace contextRef="#ctx0" brushRef="#br0" timeOffset="112295.96">9093 13348 2331 0,'5'-3'0'0,"5"1"0"0,1 2 0 0,-2 0 0 0,5 0 0 0,-1 0 0 0,2 0 0 16,0 5 0-16,0 5 0 0,1 0 0 0,-5 2 176 0,-2 1 242 0,-2 4-191 0,-1 2-96 0,-5 4-48 0,-1 0 26 0,-1 4-42 0,-12 1 1 16,-3 1-33-16,-2-1-210 15,-5 0 105-15,0 0 62 0,1-1-714 0,-6-1 379 16,2-4 189-16</inkml:trace>
  <inkml:trace contextRef="#ctx0" brushRef="#br0" timeOffset="112604.35">8781 13902 2752 0,'0'12'0'0,"0"3"0"0,0-3 0 0,0 2 0 0,2-1 0 0,1 5 0 0,3-3 0 0,0 3 0 0,-2 0 0 0,1 3 0 0,-1 0 328 0,-2 1-146 15,0-3-74-15,-2 0 296 0,0-2-247 0,0-5-157 16,0-3 0-16,0-3 0 0,0-1 0 0,-2-5 0 16,-2 0 0-16,1 0 0 0,1-6 0 0,2-8-59 15,0-7-70-15,0 0 90 0,2-9 34 0,5 4-357 16,5-3 181-16,2 3 2 0,2 0 75 15,-2 7-44-15,1-1 60 0,2 3 27 0,-1 5-1 0,-2 5 229 16,-1 3-102-16,-1 2-58 16,1 2 340-16,-3 0-174 0,-1 11-99 0,-4 4-8 15,-1 4 212-15,0 2-70 0,-3 3-176 0,-1-3-32 16,0 1 0-16,0 0 0 0,0-3 0 0,0 0 0 16,0-4 0-16,0-3 0 0,0-1 0 0,0-2 0 15,0-1-106-15,0-2 35 0,0-3-941 0,0 0 489 16,0-3 243-16,0 0 123 0,0 0-293 0</inkml:trace>
  <inkml:trace contextRef="#ctx0" brushRef="#br0" timeOffset="112878.76">9063 14030 2086 0,'11'-5'0'0,"-1"1"0"0,2-1 0 0,0 3 0 0,3 0 0 0,2-1 0 0,-1 1 0 0,4 1 0 0,-4 1 0 0,3 0 0 0,-1 0 81 0,-6 3 285 0,-1 4-165 0,-1 6-83 16,-6-1 48-16,-2 4-65 0,-2 0-24 0,-2 3-9 15,-10-3-5-15,-3 2-27 16,-4-3-1-16,-2-3 125 0,3-2-53 0,-5 0-40 0,3-3-1 0,1-1 67 16,0-3-133-16,5-1 0 15,4 1 0-15,2-2 0 0,3-1 0 0,3 0 0 16,0 0 0-16,2 0 0 0,4 0 0 0,13 0 0 16,1 0 0-16,9 0 0 0,-3 0 0 0,4 0 0 15,-3 0 0-15,7 0 0 0,-2 0 0 0,-3 0 0 16,-7 0 0-16,2 0 0 0,-3 0 0 15,-8 0-794-15,0 0 360 0,-2 0 199 0,-3 0 100 0,-5 0-308 16,1 0 194-16</inkml:trace>
  <inkml:trace contextRef="#ctx0" brushRef="#br0" timeOffset="113212.39">9561 13478 3931 0,'0'-7'0'0,"0"1"0"0,0 2 0 0,0 2 0 0,0 0 0 0,0 0 0 0,1 2 0 0,4 0 0 0,0 7 0 0,2 11 0 0,1 6 0 0,-3 4 0 0,0 8 0 0,-2 8 0 16,-1 2 0-16,-2 4 0 0,0 4 0 0,0 2 0 16,-2 1 0-16,-3-3 0 0,0 3 0 0,2-2 0 15,-3 0 0-15,4-3 0 0,-1-2 0 16,1-2 0-16,2-3 0 0,-2-11 0 0,2 0 0 15,0-4 0-15,0-9 0 0,0-2 0 0,0-7 0 16,0 2 0-16,0-7 0 0,0 1 0 0,0-2 0 16,0-3 0-16,0 4 0 0,-4-5 0 0,1 2 0 15,0 0 0-15,-2-3 0 0,1 3 0 0,0 0 0 16,1 0 0-16,1 0 0 0,-2-2 0 16,2-1-750-16,1 1 315 0,1-2 200 0,0 0 91 0,0 0-283 15,0-2 196-15</inkml:trace>
  <inkml:trace contextRef="#ctx0" brushRef="#br0" timeOffset="113525.4">10312 13345 3508 0,'0'0'0'0,"0"0"0"0,6 0 0 0,4 0 0 0,6 0 0 0,-3 0 0 0,8-2 0 0,3 2 0 0,5 0 0 0,5-2 0 0,4 0 185 0,0 2 53 0,13-2-238 0,-7-1 0 15,0 2 0-15,-8 1 0 0,5-1 0 0,-3-2 0 16,-4 3 0-16,-4-1 0 0,-10 1 0 0,-1 0 0 16,-8 0-746-16,-6 0 199 0,-5 11 165 0</inkml:trace>
  <inkml:trace contextRef="#ctx0" brushRef="#br0" timeOffset="113676.8">10421 13647 3005 0,'-10'5'0'0,"9"3"0"0,1 2 0 0,0-5 0 0,1-1 0 0,12 0 0 16,4 0 0-16,10-1 0 0,3 1 0 0,6 0 0 0,6-1 676 0,-2 1-426 0,-2-2-250 0,6-1 0 0,0 2 0 15,-1-3 0-15,1 0 0 0,-9 0 0 0,1 0 0 16,-6 2-12-16</inkml:trace>
  <inkml:trace contextRef="#ctx0" brushRef="#br0" timeOffset="115382.22">3033 12967 2744 0,'-12'-5'4'0,"4"3"-1"0,1 2 0 0,1-2-1 0,2-1 0 0,1 3 0 0,3 0 2 0,0-1-1 0,0 1 0 0,13 0-1 0,7 0 641 0,5-1-303 0,3-2-164 16,4 1-176-16,1 1 0 0,1-1 0 0,1-3 0 16,-2 4 0-16,-1-1 0 0,-2-1 0 0,0 3 0 15,-5 0 0-15,3 0 0 0,-8 0 0 0,-3 0 0 16,1 0 0-16,-8 0 0 0,3 0 0 0,-6 0-305 15,-4 0-200-15,1 6 242 16,-4 7 73-16,0-2-767 0,0 4 451 0</inkml:trace>
  <inkml:trace contextRef="#ctx0" brushRef="#br0" timeOffset="115582.17">3120 13243 3852 0,'-9'10'0'0,"0"3"0"0,0-4 0 0,2-4 0 0,4 0 0 0,3-3 0 0,0 1 0 0,0-1 0 0,10 0 0 0,13-2 0 0,4 0 79 0,3 0-79 0,3 0 0 0,-1 0 0 16,3 0 0-16,-4 0 0 0,-1-2 0 0,-5 0 0 15,3 1 0-15,-6-1 0 0,-3 0 0 0,-1 0 0 16,-8-1 0-16,1 3 0 0,-4 0 0 16,-4 0 0-16,1 0-36 0,-2 0-137 0,-2 7-458 15,0 4 289-15,0 0 157 0</inkml:trace>
  <inkml:trace contextRef="#ctx0" brushRef="#br0" timeOffset="116689.79">2008 13273 3115 0,'-1'0'0'15,"1"0"0"-15,0 2 0 0,0-2 0 0,0 0 0 0,7 0 0 0,9 0 0 0,1 0 0 0,11 0 0 0,-3 0 0 0,5 0 354 0,2-3-159 0,1-3-70 16,0 0 17-16,2-1-142 0,2 1 0 0,-2-1 0 16,1 0 0-16,-4 1 0 0,-2 0 0 0,-2 3 0 15,-5-3 0-15,-2 2 0 0,-3-1 0 0,-6 4-218 16,-3-1-92-16,-2 2 173 0,-5 0-538 0,0 0 320 16,-2 12 158-16</inkml:trace>
  <inkml:trace contextRef="#ctx0" brushRef="#br0" timeOffset="117059.9">2085 13490 2392 0,'-13'5'0'0,"6"2"0"0,5-1 0 0,2-3 0 0,0 0 0 0,9 1 0 0,16-4 0 0,3 1 0 0,5-1 0 0,6 2 0 0,5-2 463 0,-3 2-213 15,-5 0-106-15,1 3 113 0,-1 1-110 0,-12 4-46 0,-3-1-37 16,-3 4 12-16,-7 2-39 15,-6 2-37-15,-5 2 0 0,0 2 0 0,-12 3 0 16,-10-1 0-16,-2-3 0 0,-6 1 0 0,-9 2 0 16,7-9 0-16,-4 1 0 0,1-4 0 0,3 1 0 15,0-5 0-15,4-1 0 0,8-3 0 0,1 2 0 16,10-4 0-16,2-1 0 0,4 0 0 0,3 0 0 16,0 2 0-16,17-2 0 0,8 2 0 0,8-1 0 15,0 2 0-15,12 1 0 0,-6-2 0 0,14 2 0 16,-8-2 0-16,3 1 0 0,-4 1 0 0,-2-3 0 15,-7 3 0-15,1-2 0 16,-1 0 0-16,-5 2 0 0,-9-1 0 0,1-1 0 16,-2 1 0-16,-5-1 0 0,-4 1 0 0,-4-1 0 15,0-2-208-15,-5 2 33 0,1-2 46 0,-3 0-656 16,0 0 375-16,0 0 186 0,-3-7-488 0,-6-9 338 16</inkml:trace>
  <inkml:trace contextRef="#ctx0" brushRef="#br0" timeOffset="117271.28">2343 12226 3931 0,'-13'-19'0'0,"6"13"0"0,2 1 0 0,2 2 0 0,1 1 0 0,2 2 0 0,0 0 0 0,0 6 0 0,0 17 0 0,7 12 0 0,6 10 0 16,-1 12 0-16,1 5 0 0,0 4 0 0,-2-1 0 15,0 3 0-15,-3-8 0 0,1 13 0 0,2-9 0 0,-2 0 0 16,-1 0 0-16,-1-2 0 0,2-6 0 16,-3 4 0-16,-1-2-604 0</inkml:trace>
  <inkml:trace contextRef="#ctx0" brushRef="#br0" timeOffset="119301.47">11601 13351 1549 0,'0'-3'0'0,"0"0"0"0,0 1 0 0,0 0 0 0,0 0 0 0,0-3 0 0,0 4 0 0,0 0 0 0,0-3 0 0,0 2 0 0,0-2 222 0,0 1-83 0,3 2 234 0,3-3-168 16,1 2-84-16,0 1-41 0,3-1 184 0,1 0-105 15,0 0-65-15,3 0 38 0,-1 0-48 0,2 2-23 16,0 0-1-16,0 0 69 0,0 0-51 0,2 0 0 16,0 0-41-16,0 0 29 0,-3 0-66 15,4 0 0-15,-1 0 0 0,0 0 0 0,0-1 0 0,-3-1 0 16,4 2 0-16,-2-2 0 15,1 0 0-15,0 0 0 0,2 0 0 0,0 1 0 16,-1-1 0-16,2 0 0 0,0 0 0 0,-1-1 0 16,2 2 0-16,-3 1 0 0,3 0 0 0,0 0 0 15,-3 0 0-15,3 0 0 0,2 0 0 0,-3 0 0 16,1 0 0-16,2 0 0 0,-2 0 0 0,6 0 0 16,-4 0 0-16,1 0 0 0,-1 0 0 0,3 0 0 15,-2 0 0-15,-3 0 0 0,6 0 0 0,-7 1 0 16,4-1 0-16,3 3 0 15,-6-3 0-15,5 2 0 0,-2-2 0 0,2 0 0 16,-5 0 0-16,7 2 0 0,-3-2 0 0,-1 2 0 16,-3-2 0-16,1 0 0 0,-2 1 0 0,3 1 0 15,-2-2 0-15,0 2 0 0,-1 0 0 0,1-2 0 16,0 2 0-16,-3-2 0 0,3 2 0 0,0-2 0 16,-3 0 0-16,5 1 0 0,-2-1 0 0,1 0 0 15,-1 0 0-15,2 0 0 0,3 2 0 0,-2-2 0 16,1 0 0-16,3 0 0 0,0 0 0 0,-1 0 0 15,3 2 0-15,-2-2 0 16,-2 0 0-16,6 0 0 0,-2 2 0 0,0-2 0 16,-1 0 0-16,3 0 0 0,-1 0 0 0,-2 0 0 15,4 0 0-15,-1 0 0 0,-2 0 0 0,2 0 0 16,-2 0 0-16,4 0 0 0,-2 0 0 0,2 0 0 16,-1 0 0-16,1 2 0 0,-2 0 0 15,2-1 0-15,-1 1 0 0,-1 0 0 0,0 0 0 0,2-1 0 16,1 2 0-16,-2-3 0 15,1 2 0-15,0-2 0 0,1 2 0 0,-1 0 0 16,0-2 0-16,1 1 0 0,1 2 0 0,2-3 0 16,-2 1 0-16,1 0 0 0,-2 2 0 0,1-3 0 15,1 2 0-15,-4 0 0 0,1 0 0 0,1 0 0 16,-1-2 0-16,2 2 0 0,-3-2 0 0,1 1 0 16,3 2 0-16,-2-3 0 0,3 1 0 0,3-1 0 15,-1 0 0-15,1 0 0 0,0 0 0 0,-4 0 0 16,10 0 0-16,-6 0 0 15,1 0 0-15,1 0 0 0,-2 0 0 0,-2 0 0 16,7 0 0-16,-7 0 0 0,3 0 0 0,1 0 0 16,1 0 0-16,-5 0 0 0,7 0 0 0,-2 0 0 15,1 0 0-15,-2 0 0 0,0 0 0 0,-5 0 0 16,9 0 0-16,-2 0 0 0,-2 0 0 0,0 0 0 16,0 0 0-16,-3 0 0 0,10 0 0 0,-4 0 0 15,-1 0 0-15,2 2 0 0,-4-2 0 16,-4 2 0-16,8 0 0 0,-2-2 0 15,-3 4 0-15,-1-2 0 0,1-1 0 0,-5 2 0 16,8 0 0-16,-3 1 0 0,2 0 0 0,-1-3 0 16,3 3 0-16,-7-2 0 0,10 2 0 0,-5-3 0 15,2 1 0-15,-1 2 0 0,0-4 0 0,-4 3 0 16,10-2 0-16,-4-1 0 0,0 2 0 0,3-2 0 16,1 0 0-16,0 0 0 0,-2 0 0 0,2 0 0 15,-3 0 0-15,-1 0 0 0,0 2 0 0,-5-2 0 16,6 2 0-16,-2 0 0 0,-4-1 0 0,2 1 0 15,1 2 0-15,-4-2 0 16,8 2 0-16,-6-2 0 0,2 1 0 0,-2-1 0 16,1-1 0-16,-5 2 0 0,10-3 0 0,-6 0 0 15,0 0 0-15,1 0 0 0,-1 0 0 0,-2 0 0 16,8 0 0-16,-4 0 0 0,-2 0 0 0,-2 0 0 16,-1 0 0-16,0 0 0 0,-3 2 0 0,0 2 0 15,2-3 0-15,-6 2 0 0,1 0 0 16,-2-1 0-16,-2 0 0 0,-2 0 0 15,-6-2 0-15,1 0 0 0,-2 1 0 0,-3-1 0 16,-2 0 0-16,-6 0 0 0,1 0 0 0,-6 0 0 16,-1 0 0-16,-3 0 0 0,1 0 0 0,-2 0 0 15,0 0 0-15,-9 0 0 0,-5 0-55 0,-2 0-858 16,-7 0 438-16,-1 15 219 0</inkml:trace>
  <inkml:trace contextRef="#ctx0" brushRef="#br0" timeOffset="120259.45">11709 12439 2074 0,'-3'-9'0'0,"1"3"0"0,0-1 0 0,0 4 0 0,0-3 0 0,2 3 0 0,0 2 0 0,0-1 0 0,0 2 0 0,0 0 0 0,0 0 130 15,2 3-47-15,4 9-13 0,-3 5 271 16,4 3-152-16,-2 5-76 0,-1 3-38 0,-2 4 262 0,-1 4-141 15,1 0-84-15,0 8 99 0,-2-5-211 0,2 4 0 16,0-1 0-16,-1-3 0 0,1 10 0 0,0-6 0 16,2 2 0-16,2 0 0 0,0-5 0 15,-3-8 0-15,3 6 0 0,-3-6 0 0,3-2 0 16,-3-6 0-16,2-1 0 0,-1-4 0 0,-3-6 0 16,1-2 0-16,0-4 0 0,0-3 0 0,0-2 0 15,-2-2 0-15,0 0 0 0,0 0 0 16,0 0 0-16,0-2 0 0,-2-2 0 15,-4-3 0-15,1-2 0 0,0 4 0 0,2 0 0 16,-1 2 0-16,2-2-21 0,2 3-375 0,0 2 184 16</inkml:trace>
  <inkml:trace contextRef="#ctx0" brushRef="#br0" timeOffset="121034.96">19087 12343 2412 0,'-2'-7'0'0,"0"1"0"0,0-1 0 0,-2 1 0 0,4 1 0 0,-2 3 0 16,2 0 0-16,-2 0 0 0,2 2 0 0,0 0 0 0,0 0 245 0,0 4-104 0,2 7 251 0,3 6-168 0,-2 2-98 15,3 7-45-15,-5 2 124 0,1 4-100 0,0 4-105 16,0 3 0-16,-2 7 0 0,0-4 0 16,0 6 0-16,-4 0 0 0,-1 3 0 0,-2-1 0 15,2 1 0-15,0 0 0 0,-1-1 0 0,2 0 0 16,3-5 0-16,-1-5 0 0,2-1 0 0,0-3 0 15,0-6 0-15,0-6 0 0,0-2 0 0,0-3 0 16,0-6 0-16,0-3 0 0,0-3 0 0,0-3 0 16,0-2-26-16,-2-2-124 15,-2 0 64-15,-4 0-640 0,-1 0 344 0</inkml:trace>
  <inkml:trace contextRef="#ctx0" brushRef="#br0" timeOffset="122115.97">12352 12732 1978 0,'0'-2'0'0,"0"1"0"0,0 1 0 0,0-2 0 0,0 2 0 0,0 0 0 0,1 0 0 0,3 7 0 0,2 6 0 0,-5 5 0 0,-1 4 244 0,0 2-103 0,-1 4-53 15,-12 2-25-15,-5 8 108 0,4-8-57 0,-9 10-44 16,5-11 1-16,-1 5 10 0,-2-3-44 0,1-2 0 16,4-8-150-16,-4 4 71 0,3-10 39 0,1-4 0 15,4-1-336-15,3-7 189 16,-2-3 44-16,4 0-201 0,2-2 103 0,5-13 89 15,0-9 0-15,0-5-382 0,5-8 234 0</inkml:trace>
  <inkml:trace contextRef="#ctx0" brushRef="#br0" timeOffset="122316.95">12199 12454 1873 0,'4'-18'0'0,"-2"5"0"0,2 4 0 0,0 4 0 0,0 1 0 0,1 3 0 0,3 1 0 0,2 5 0 0,8 15 0 0,-1 1 0 0,3 4 495 0,3 10-230 0,0 3-113 0,-3 5 230 15,1 5-172-15,-2 0-78 0,-3 2-51 0,0 6 44 16,-3-4-43-16,2-1 0 0,-4 0-45 0,-2-10-71 16,3 7 31-16,-3-12 1 0,-2 2 39 0,1-4-358 15,-2-4 179-15,-2-8 99 0,-1-3-543 0,1-6 292 16,0-1 61-16,-1-9-425 0,1-1 311 0,-1-2 145 16,6-4 87-16</inkml:trace>
  <inkml:trace contextRef="#ctx0" brushRef="#br0" timeOffset="122485.4">12573 12877 2296 0,'-4'-15'0'0,"4"6"0"0,0-1 0 0,0 0 0 0,0 4 0 0,2-3 0 0,7 5 0 0,9-2 0 0,3 0 0 16,5 0 0-16,-2 3 138 0,0-2-51 0,3 4 135 0,-6-1-92 0,1 2-37 16,2 0-154-16,-3 0 49 0,-3 0 24 0,0 0 1 15,-7 0-480-15,1 3 261 16,-3 2 118-16,-2-2-584 0,-2-1 333 0,-2-2 79 15,-3 0 111-15</inkml:trace>
  <inkml:trace contextRef="#ctx0" brushRef="#br0" timeOffset="122627.98">12793 12582 1736 0,'-8'-7'0'0,"3"5"0"0,0 0 0 0,-1 2 0 0,1 0 0 0,2 2 0 0,3 10 0 0,0 4 0 0,0 3 0 0,0 1 0 0,2 9 117 16,2-4-30-16,2 6-25 0,-1-1 0 0,1 0-25 15,-3 3-121-15,1 0 56 0,-2 0 32 0,2-1-428 16,-2-1 230-16,0 1 116 0</inkml:trace>
  <inkml:trace contextRef="#ctx0" brushRef="#br0" timeOffset="123094.02">12769 13298 1661 0,'0'9'0'0,"2"3"0"0,0 1 0 0,1-8 0 0,1 1 0 0,1-6 0 0,5 0 0 0,0 0 0 0,1-2 0 0,4-10 0 0,3-5 120 16,0-1-19-16,-2-3-31 0,1-1-1 0,1-2-93 0,-2-1 40 0,1-1-10 16,-2-3 31-16,-2 0-30 0,2-5 1 0,-2 0 29 15,-3-4 9-15,1-5-54 0,-2 2-1 0,-4-4 46 16,4 0-33-16,-2 3-4 16,-2 7-7-16,-1 3-4 0,-2 7 137 0,0 5-53 15,-2 8-22-15,0 2 1 0,0 7 278 0,0 1-152 16,0 2-69-16,0 4 57 0,0 17-65 0,0 1-31 15,0 6 8-15,0 5 38 0,1 0-40 0,4 10 1 16,-1-9-40-16,1 3 84 0,2-1-111 0,3-2-10 16,0-5 0-16,1-10 0 0,-1 1 0 15,4-5 0-15,-1-3 0 0,2-7 0 0,0-5 0 16,1 0 0-16,-2-2 0 0,2-16 0 0,0-4 0 16,-1-2 0-16,-2-2 0 0,-1-6 0 0,-1-1 0 15,0-2-243-15,-3-2 75 0,-1-7 73 0,1 5-135 16,-3-4 96-16,-1 0 49 0,2 5-6 0,0 1 10 15,-3 5 43-15,-1 9 1 0,0 8 228 16,-2 1-115-16,0 7-65 0,2 4-20 0,-2 3 515 0,0 0-255 16,0 13-127-16,0 12-72 15,0-3-52-15,2 8 0 0,-1 4 0 0,5 9 0 16,2-4 0-16,1 1 0 0,2-5 0 0,1 2 0 16,3-1 0-16,0-1 0 0,3-6 0 0,1 0 0 15,-4-7 0-15,6 5 0 0,-2-8-224 0,-4-3-256 16,2 4 173-16</inkml:trace>
  <inkml:trace contextRef="#ctx0" brushRef="#br0" timeOffset="124237.01">13732 12700 2165 0,'-5'0'0'0,"3"0"0"0,2 0 0 0,0 0 0 0,0 2 0 0,0 2 0 0,9-2 0 0,6 2 0 0,2-2 0 0,8 1 0 0,-1-1 159 0,0-2 271 0,6 0-200 16,-4 0-96-16,-5 0-47 0,4 0 95 0,-1 0-71 16,-3 0-27-16,-2 0-212 15,-3 0 83-15,-2-2 42 0,-3 0 0 0,0 1-182 16,-3-1 121-16,-3 0 47 0,3 2 27 0,-6-2-710 0,1 2 256 15,-1 0 210-15</inkml:trace>
  <inkml:trace contextRef="#ctx0" brushRef="#br0" timeOffset="124804.37">13957 13161 2208 0,'0'7'0'0,"2"7"0"0,2-5 0 0,4-2 0 0,-1-3 0 0,2 0 0 0,5-4 0 0,1 0 0 0,2 0 0 0,5-10 0 0,-5-3 282 0,8-9-127 0,-5 1-59 15,1-4-26-15,0-3-31 0,-3 0-1 0,1-2 10 16,-1 1-87-16,-2-4 38 0,-1 3 1 0,-2-2 38 16,-2 0-55-16,-1-2 37 0,-1 1-10 0,0-6-41 15,0-1 16-15,-2 6-1 0,-2-4-6 0,-1 4 14 16,0 4-8-16,-1 6 26 0,-1 1 86 0,0 4-42 15,-2 6 2-15,0 2-41 0,0 4 219 16,0 5-103-16,0 0-39 0,0 1-30 0,0 1 76 0,2 3-41 16,0 14-34-16,0 7-19 15,0 3-44-15,0 1 0 0,0 4 0 0,1-1 0 16,3 3 0-16,-1-2 0 0,5-3 0 0,-2-3 0 16,3-2 0-16,-2-6 0 0,3 0 0 0,-2-3 0 15,2-4 0-15,1-3 0 0,-4-5 0 0,5 0 0 16,-3-3 0-16,3 0 0 0,-2-8 0 0,3-11 0 15,-3 1 0-15,2-9 0 0,-2 0 0 16,-1 0 0-16,0-5 0 0,-1 2 0 16,-3-4-102-16,-1 2 36 0,-1-4-112 0,-1 1 70 15,0 0 34-15,0 6 1 0,-2 6 52 0,0 4 10 16,-2 7-28-16,0 0 1 0,0 6 295 0,0 3-147 16,0 0-84-16,0 3 291 0,0 6-317 0,-2 15 0 15,0 0 0-15,0 5 0 0,2 4 0 0,0 1 0 16,0 4 0-16,0 1 0 0,2-3 0 0,5 1 0 15,2-4 0-15,3-1 0 0,-1-4 0 0,0 0 0 16,1-6 0-16,1-1 0 16,-2-1 0-16,1 0 0 0,-3-3 0 0,3-2 0 15,-5 0-34-15,0-1-434 0,0-2 205 0,3 3 117 16,-2-3-777-16,-1 2 442 0,0 1 221 0</inkml:trace>
  <inkml:trace contextRef="#ctx0" brushRef="#br0" timeOffset="125812.53">15113 12791 2218 0,'-12'-6'0'0,"5"4"0"0,3 1 0 0,1-2 0 0,1 3 0 0,2 0 0 0,0 0 0 0,0 0 0 0,14 0 0 0,5 0 0 0,6 0 435 0,-1 0-189 15,9 0-109-15,-3 0-50 0,2-1 84 0,-2 1-67 16,-1 0-33-16,1 0 39 0,-2 0-40 0,-1 0-1 16,-6 0-32-16,1 0-222 0,-5 0 111 0,-2 0 65 15,-2 1 19-15,-4 3-504 0,-3-2 266 0,0 1 69 16,-2-3-640-16,-3 3 372 16,-1-3 200-16,0 0 95 0</inkml:trace>
  <inkml:trace contextRef="#ctx0" brushRef="#br0" timeOffset="126018.5">15345 12477 2041 0,'-7'-4'0'0,"0"2"0"0,3 2 0 0,1 0 0 0,0 11 0 0,3 1 0 0,0 10 0 0,3 1 0 0,4 3 0 0,0 5 0 0,2 1 101 0,-1 2 403 0,0 4-234 0,-1-2-116 15,-2 1 172-15,-1 1-148 0,-2-1-71 0,1-1-35 16,-1 2-228-16,-1-5 96 0,1 2 59 0,0-5-493 15,0-2 265-15,0-5 134 0,-1-3 66 0,3-3-289 16,2-6 81-16,-3 0 117 0,7-5-72 0,1-6-364 16,7 0 260-16</inkml:trace>
  <inkml:trace contextRef="#ctx0" brushRef="#br0" timeOffset="126313.01">15825 12510 2300 0,'5'0'0'0,"1"0"0"0,-5 0 0 0,1 10 0 0,-2 2 0 0,0 3 0 0,-5 3 0 0,-6 2 0 0,-1 1 0 0,-1 2 0 15,2-4 210-15,-6 5-91 0,4-6-41 0,-2-2 73 0,2-1-57 0,-1-2-28 16,5-5 177-16,0 0-108 16,4-3-48-16,0-3-25 0,3-1 205 0,0-1-148 15,2 0-119-15,0 3 0 0,4-3 0 0,12 1 0 16,2 2 0-16,1-2 0 0,4 3 0 0,5-1 0 15,-1 3 0-15,-2 0 0 0,0 0 0 0,-1-1 0 16,4 1 0-16,-1 1 0 0,-2-1 0 0,-2 0 0 16,-2-3 0-16,0 0 0 0,-1 0 0 0,-3-1-632 15,1-2 245-15,-5 0 175 0,-4 0 87 16,1 0-533-16,-3 0 315 0,-2 0 153 16,-1-2 76-16,-2-10-394 0</inkml:trace>
  <inkml:trace contextRef="#ctx0" brushRef="#br0" timeOffset="126493.27">16018 12501 2311 0,'-11'-3'0'0,"1"1"0"0,3 2 0 16,-1 0 0-16,1 8 0 0,4 4 0 0,-2 7 0 0,3 5 0 0,2 1 0 0,0 5 0 0,0 2 314 0,0 4-129 0,0 1-78 0,0-1 349 16,0 0-210-16,2 2-104 0,-2-3-52 0,0-3-17 15,0 0-66-15,0-2-7 0,3-3 0 0,-3-3-347 16,0-3 127-16,2 0 137 0,-1-6-641 0,1-3 323 15,4-3 205-15,3-1-11 0,3-8-223 0</inkml:trace>
  <inkml:trace contextRef="#ctx0" brushRef="#br0" timeOffset="126687.52">16375 12678 2272 0,'6'0'0'0,"-3"0"0"0,3 2 0 0,-4 9 0 0,-2 2 0 0,0 2 0 0,0 6 0 0,-4 1 0 0,-3 3 0 0,-4 2 0 0,-1 0 544 16,-3 1-254-16,2 1-116 0,-2-3-73 0,1 0 52 0,0-1-58 0,-2 0-28 16,2-7-308-16,-2-1 149 0,3-4 60 0,-2-2-553 15,6-5 312-15,-2-2 155 0,1-4 87 0,3 0-362 16,1-3 80-16,3-13 137 0,3-8 70 16,0-5-377-16</inkml:trace>
  <inkml:trace contextRef="#ctx0" brushRef="#br0" timeOffset="126881.54">16296 12414 2536 0,'12'-20'0'0,"-1"8"0"0,-2 6 0 0,0 3 0 0,3 3 0 0,1 0 0 0,0 9 0 0,2 13 0 0,2 3 0 0,-1 10 0 0,2 2 125 16,-5 1 560-16,2 11-328 0,-2-2-160 0,-1 0-166 0,-3 0-31 16,2 2 0-16,-1-9 0 0,-1 11 0 15,0-4 0-15,-2-3 0 0,0-1 0 0,0-7 0 16,0 2 0-16,0-5 0 0,4-6 0 0,-4-3 0 15,4-6 0-15,-1-1 0 0,3-5-837 0,-1-5 309 16,2-3 245-16,2-4-575 0</inkml:trace>
  <inkml:trace contextRef="#ctx0" brushRef="#br0" timeOffset="127078.05">16811 12746 3744 0,'-14'-6'0'0,"7"2"0"0,-2 2 0 0,3 0 0 0,1 0 0 0,2 2 0 0,3-1 0 0,0-1 0 0,3 0 0 0,11 2 0 0,6 0 187 0,1 0-187 0,4 0 0 16,-2 0 0-16,7 0 0 0,-2 0 0 0,0 0 0 15,0 0 0-15,-2 0 0 0,-5 0 0 0,0 0 0 16,-3 0 0-16,-1 0 0 16,-6 0 0-16,3 0-898 0,-5 4 398 0,0-1 171 15,-1 1-606-15</inkml:trace>
  <inkml:trace contextRef="#ctx0" brushRef="#br0" timeOffset="127422">17246 12505 2864 0,'-4'-7'0'0,"2"3"0"0,2-3 0 0,0-3 0 0,0 4 0 0,6-1 0 0,11 2 0 0,1 3 0 0,7-1 0 0,0 3 0 0,-3 0 470 16,6 8-221-16,-2 7-106 0,-1 2 22 0,-4 4-125 15,-1 1-40-15,-6 1 0 0,-4 5 0 0,-6 2 0 16,-4 2 0-16,0 0 0 0,-14 1 0 0,-9-1 0 16,0 0 0-16,-1-2 0 15,0-6 0-15,-5 0 0 0,5-6 0 0,1-6 0 0,1-3 0 0,1-5 0 16,2-3 0-16,3-1 0 16,6 0 0-16,-1 0 0 0,5 0 0 0,1 0 0 15,3-3 0-15,2 0 0 0,0-5 0 0,7 3 0 16,10-4 0-16,5 2 0 0,1 0 0 0,4 2 0 15,-1 2 0-15,-2-1 0 0,8 0 0 0,-4 0 0 16,2 3 0-16,-2-2 0 0,2 1 0 0,-5 1 0 16,5-1 0-16,-4 1 0 0,-6 1 0 0,3 0-154 15,-4 0-311-15,-4 1 205 0,-1 7 116 16,-3 2-503-16</inkml:trace>
  <inkml:trace contextRef="#ctx0" brushRef="#br0" timeOffset="127905.86">17439 13329 3221 0,'-4'14'0'0,"4"-1"0"0,0-4 0 0,0-3 0 0,2-2 0 0,12-2 0 0,2-2 0 0,4 0 0 0,2-2 0 0,6-14 0 0,2-4 234 0,3-7-103 0,0 0-48 0,-1-5-192 15,-2 2 72-15,-4-2 37 0,-3 2 9 0,-1-4-130 16,3-3 79-16,-9 1 39 0,2-2-17 0,-6 1 28 15,2-2 9-15,-1-6 20 0,-2-3-85 0,1-1-47 16,-1 1 47-16,-1 2 14 0,-3 13 18 16,-2-2-9-16,-1 15 10 0,-2 4 338 0,-2 1-157 15,0 9-56-15,0 2-43 0,0 4 71 0,0 2-138 16,-7 21 0-16,1 3 0 0,1 5 0 0,2 6 0 16,-1 11 0-16,4-5 0 15,0-1 0-15,0-7 0 0,0 3 0 0,10-5 0 0,3-6 0 0,4-5 0 16,0-8 0-16,4-5 0 0,5-8 0 0,0-1 0 15,2-3 0-15,0-16 0 16,-1-3 0-16,-1-6 0 0,-1-2 0 0,-5-2 0 16,2-8 0-16,-4 2 0 0,-2-1 0 0,-4-2 0 15,1-2 0-15,-6 4 0 0,5-11 0 0,-7 18 0 16,-1-2 0-16,-2 14 0 0,-2 3 0 0,0 4 0 16,0 6 0-16,-4 5 0 0,-5 2 0 0,-1 14 0 15,3 13 0-15,3 4 0 0,4 9 0 0,0 0 0 16,0 1 0-16,2-1 0 15,11 0 0-15,-1-8 0 0,6 4 0 0,3-2 0 16,1-4 0-16,5-3 0 0,1-6 0 0,2-1 0 16,0-5 0-16,-2-2 0 0,0-2 0 0,-4 0-635 15,-4 0-20-15</inkml:trace>
  <inkml:trace contextRef="#ctx0" brushRef="#br0" timeOffset="130110.75">11649 13634 1812 0,'-4'-2'0'0,"1"2"0"0,1-2 0 0,0 0 0 0,2 0 0 0,0 1 0 0,0-3 0 0,0-2 0 0,0 0 0 0,6 3 0 0,-1-3 98 0,0 2-30 0,4 0 175 16,-2 1-103-16,-2-1-52 0,1 2-17 0,-1 1 178 15,2-2-106-15,-4 3-54 0,3 0-26 0,1 0 66 16,0 0-37-16,2 0-32 0,0 0 78 0,2 0-51 15,1 0-26-15,0 0 40 0,4 0-23 0,-3 0-9 16,4 0-33-16,-4 0-20 0,2 0-16 0,2 0 0 16,-4 0 0-16,2 0 0 0,-1 0 0 15,0 0 0-15,-1 0 0 0,0 0 0 0,0 0 0 0,1 0 0 16,0 3 0-16,2 0 0 16,-1 3 0-16,0-2 0 0,1 1 0 0,4 1 0 15,-2-3 0-15,3 3 0 0,2-2 0 0,-2-2 0 16,8 2 0-16,-3-4 0 0,2 1 0 0,2-1 0 15,0 0 0-15,2 0 0 0,0 0 0 0,2 0 0 16,0 0 0-16,-1 0 0 0,2 0 0 0,-1 0 0 16,-2 0 0-16,1 0 0 0,3 0 0 0,-2 0 0 15,-1 2 0-15,-1 0 0 0,2 0 0 0,-2 1 0 16,2 2 0-16,0-2 0 16,0-1 0-16,0 1 0 0,1-3 0 0,3 3 0 15,-1-3 0-15,7 0 0 0,-11 0 0 0,7 0 0 16,2 0 0-16,0 0 0 0,-1 0 0 0,-1 0 0 15,-4 0 0-15,3 0 0 0,0 0 0 0,5 1 0 16,-10 1 0-16,9 1 0 0,-8-2 0 16,5 1 0-16,3 0 0 0,-4 0 0 0,3-2 0 0,1 0 0 15,2 0 0-15,2 0 0 16,0 0 0-16,0 0 0 0,0 0 0 0,0-2 0 16,-1-2 0-16,-9 3 0 0,9-2 0 0,-12 1 0 15,4 1 0-15,-2 1 0 0,-4 0 0 0,1 0 0 16,-1 0 0-16,2 0 0 0,-2 0 0 0,0 0 0 15,2 0 0-15,-3 0 0 0,3 0 0 0,2 0 0 16,0 0 0-16,0 0 0 0,1 0 0 0,2 0 0 16,5 0 0-16,-8-3 0 15,1-2 0-15,0 2 0 0,-1 0 0 0,0 0 0 16,-2 1 0-16,2 2 0 0,-6 0 0 0,2 0 0 16,-1 0 0-16,1 0 0 0,2 0 0 0,-2 0 0 15,2 0 0-15,1 0 0 0,2 0 0 0,0 0 0 16,2 0 0-16,4 0 0 0,-1 0 0 0,-1-2 0 15,-4 0 0-15,13 0 0 0,-9-3 0 0,-4 2 0 16,1-2 0-16,0 1 0 0,-10 2 0 0,7 1 0 16,-5-1 0-16,-3 0 0 0,-1 0 0 0,1 2 0 15,-5 0 0-15,4 0 0 0,-1 0 0 16,-1 0 0-16,0 0 0 0,-3 0 0 16,0 0 0-16,-1 0 0 0,-3 0 0 0,-1 2 0 15,-7-2 0-15,-4 2 0 0,-1-2 0 0,-2 2-324 16,-2-2-79-16,-2 3 184 0,-11 0 90 0,-11 3-805 15,3-3 439-15</inkml:trace>
  <inkml:trace contextRef="#ctx0" brushRef="#br0" timeOffset="130790.71">11601 13698 1468 0,'-9'-8'0'0,"4"3"0"0,1-1 0 16,-1 2 0-16,3 1 0 0,0 1 0 0,2 2 0 0,-2 0 0 0,2 3 0 0,0 20 0 0,0 4 312 15,0 14-138-15,4 4-69 0,0 5 261 0,-1 6-156 0,3 9-92 0,-4-2 207 16,-1-9-144-16,4 17-73 0,-3-9-36 16,-2-2 57-16,0 7-51 0,0-13 1 0,0 1-44 0,0-3 136 0,-2-5-171 15,-4-8 0-15,0-3 0 16,-1-3 0-16,0-9 0 0,-2-3 0 0,4-6 0 15,-2-9 0-15,1 0 0 0,-6-6 0 0,3 0 0 16,-2-3 0-16,-1-16 0 0,2-2 0 0,-3-5 0 16,-1-2 0-16,0-2 0 0,-2 0 0 0,0 0 0 15,-2-2 0-15,2 2 0 0,-3 2 0 0,3 3 0 16,2 11 0-16,1-1 0 16,1 7 0-16,-2 0 0 0,2 6 0 0,1 2 0 15,0 0 0-15,-1 14 0 0,1 7 0 0,2 3 0 16,-1 2 0-16,3 0 0 0,-1 3 0 0,3-3 0 15,0-5 0-15,2 3 0 0,1-2 0 0,0-3 0 16,0-2-204-16,0-2-82 0,2-6 116 0,0 0 72 16,0 0-527-16,0-7 295 0,2 1 147 0,12-3 74 15,2 0-531-15,9-8 307 0</inkml:trace>
  <inkml:trace contextRef="#ctx0" brushRef="#br0" timeOffset="131027.39">11932 13980 2895 0,'-12'-1'0'0,"3"1"0"0,-3 0 0 0,3 4 0 0,-2 9 0 0,1 5 0 15,2 4 0-15,1 8 0 0,0 9 0 0,3 4 0 0,1 3 115 0,3 0 388 0,0-2-226 0,0 8-136 0,0-9-141 16,3-7 0-16,8 4 0 0,-2-7 0 0,5-3 0 15,0-1 0-15,0-7 0 0,-1-3 0 0,1-3-187 0,2-6 97 16,-2-3 72-16,4-5-906 0,3-2 454 16,-1 0 166-16,-1-10 135 0,2-10-502 15</inkml:trace>
  <inkml:trace contextRef="#ctx0" brushRef="#br0" timeOffset="131216.41">12157 14197 2692 0,'1'-9'0'0,"1"3"0"0,-2 4 0 0,0 2 0 0,0 0 0 0,0 9 0 0,0 9 0 0,-3 1 0 0,-1 7 0 0,-1 0 0 0,0 4 115 16,-1 1 293-16,-1-2-191 0,0 1-90 0,-3 1-84 16,1-3-7-16,-2-3-1 0,1-2 10 15,-1-1-176-15,-2-4 83 0,-1-3 42 16,2-4 0-16,0-5-460 0,3-5 260 0,0-1 116 16,-1 0-653-16,4-9 353 0,4-13 177 0,2-5 80 15,0-11-321-15,2-1 208 0,4-4 106 0,4-6-101 16</inkml:trace>
  <inkml:trace contextRef="#ctx0" brushRef="#br0" timeOffset="131372.7">12056 14060 2160 0,'9'-34'0'0,"-2"14"0"0,0 0 0 0,0 8 0 0,0 4 0 0,2 5 0 0,-2 3 0 0,2 0 0 0,3 13 0 0,-1 9 0 0,1 2 187 0,1 5 490 16,-1 6-321-16,2 1-151 0,1 10-89 0,0-3 114 16,-2-1-230-16,1 2 0 0,0-5 0 0,-2-5 0 15,1 2 0-15,-2-5 0 0,-3-2 0 0,-1-3 0 16,-5-3 0-16,0-2 0 0,-2-5-558 0,0-3 174 15,0-1 198-15,0-6-701 0,0 1 426 0,0-5 204 16</inkml:trace>
  <inkml:trace contextRef="#ctx0" brushRef="#br0" timeOffset="131539.37">12295 14290 2783 0,'0'-8'0'0,"2"4"0"0,2 1 0 0,2-2 0 15,3 4 0-15,4 0 0 0,2-2 0 0,4 1 0 0,3 0 0 0,5 2 0 0,-3 0 169 0,3 0 74 0,-1 0-104 0,-2 0-51 0,-1 0-17 16,1 0-181-16,-4 0 73 0,3 0 36 0,-5 0-562 16,-2 0 299-16,-4 4 159 15,-1-1 66-15,-4-1-730 0,1 1 376 0,-4-1 134 0</inkml:trace>
  <inkml:trace contextRef="#ctx0" brushRef="#br0" timeOffset="131707.6">12600 13991 2518 0,'-11'-12'0'0,"1"9"0"0,2-1 0 0,3 2 0 0,1 2 0 0,2 4 0 0,2 11 0 0,0 8 0 0,0-1 0 0,6 8 0 0,-1 3 313 0,3 9-138 0,-2-2-70 0,-1 0 123 16,-3 0-88-16,2 11-56 0,-2-8-25 0,0 0-519 16,-2 1 248-16,0-3 124 0,0-6-713 0,0 5 415 15,-2 2 122-15,-4-7 135 0</inkml:trace>
  <inkml:trace contextRef="#ctx0" brushRef="#br0" timeOffset="132155.15">12560 14886 1662 0,'0'5'0'0,"0"1"0"0,0-2 0 0,0-1 0 0,0-3 0 0,2 0 0 0,7-3 0 0,0-4 0 0,3-6 0 0,3-6 0 0,0 2 127 16,4-9 141-16,0 0-115 0,0-2-59 0,1-4-30 16,-1-3 73-16,2 2-42 0,1-5-34 0,-7 6 0 15,6-7 0-15,-4 1 0 16,-2-1-25-16,-6 3 9 0,4-11 14 0,-1 4 1 15,-3-6-24-15,-4 4 11 0,1 0-12 0,-4 13 10 16,0 1 63-16,-2 10-36 0,0 7 0 0,0 1-36 16,0 6 169-16,-6 6-76 0,-1 1-51 0,1 10-54 15,1 17-24-15,-2 9 0 0,6 0 0 0,1 4 0 16,0 9 0-16,0-6 0 0,0-7 0 0,1 3 0 16,11-5 0-16,-1-9 0 0,5-3 0 0,-2-3 0 15,4-8 0-15,-2-6 0 16,1-2 0-16,2-3-24 0,-2-3-24 0,2-11 25 15,-6-7-86-15,1-3 43 0,0-4 27 0,-3-2-65 16,-1-4 36-16,-1 0 23 0,-3-4-26 0,-1-5-30 16,-3 3 34-16,2 5-20 0,-2-3 116 0,0 5-32 15,-2 13 0-15,0-2-33 0,0 12 285 0,0 1-134 16,0 3-59-16,0 6-38 0,-4 0 409 0,0 20-427 16,2 4 0-16,2 4 0 0,0 4 0 0,0-1 0 15,0 2 0-15,2 3 0 16,6-1 0-16,-1-2 0 0,3-2 0 0,-1-3 0 15,3-3 0-15,-3-8 0 0,4-1 0 0,-2-1-87 16,0-5-56-16,3-4 70 0,-5-1-585 0,2-2 311 16,-3-2 146-16,3-1 88 0,-4 0-578 0,3 0 328 15</inkml:trace>
  <inkml:trace contextRef="#ctx0" brushRef="#br0" timeOffset="132381.76">13370 14064 2450 0,'7'-6'0'0,"5"2"0"0,1 2 0 0,-2 2 0 0,4 0 0 15,-2 14 0-15,4 6 0 0,-2-3 0 0,2 10 0 0,-3 3 0 0,0 1 120 0,-3 5 445 0,-1 0-265 0,-4 1-123 0,-3 7-76 16,-3-11 117-16,0 6-218 0,0 0 0 0,-9-4 0 16,-5-1 0-16,-2-5 0 0,-1 0 0 0,0-7 0 15,-2-3 0-15,2-5 0 16,-3-3 0-16,-1 0 0 0,0-5-25 0,1-6 29 0,1 0-701 15,2 0 297-15,0-7 173 0,1-14 100 0,7-8-445 16,4-8 269-16,3-4 133 0</inkml:trace>
  <inkml:trace contextRef="#ctx0" brushRef="#br0" timeOffset="132648.44">13469 13921 2486 0,'23'-17'0'0,"0"6"0"0,-1 2 0 0,-2 5 0 0,3 2 0 0,-2 0 0 0,-1 2 0 0,-1 0 0 0,-1 6 0 0,2 7 0 0,-5 2 107 0,-2 1 136 0,-4 6-104 0,-1-2-51 16,-4 3-27-16,-4 0-10 0,0-3-6 0,0 0-9 16,-8-1-80-16,-5-4 41 15,2-2-1-15,-3-3 40 0,3-5 82 0,-4 1-46 16,6-5 0-16,0 2 252 0,3-3-220 0,0 0-104 16,2 0 0-16,4 0 0 0,0 0 0 0,0 0 0 15,2 0 0-15,12 0 0 0,0 0 0 0,5 0 0 16,2 0 0-16,5 0 0 0,-2 0 0 0,3 0 0 15,1 0 0-15,2 0 0 0,0 0 0 16,-1 0 0-16,-1 0 0 0,0 0 0 0,-6 0 0 0,1 0-700 16,-2 0 100-16,-3 0 282 0</inkml:trace>
  <inkml:trace contextRef="#ctx0" brushRef="#br0" timeOffset="133721.12">13809 14361 2378 0,'-11'4'0'0,"5"3"0"0,5 0 0 0,1 0 0 0,0-2 0 0,5-2 0 0,11 3 0 0,9-5 0 0,3 2 0 16,6-3 0-16,4 0 514 0,0 0-239 0,-1 0-120 0,2-3-60 0,-3 0 180 0,2-2-111 15,-4-2-89-15,-2 2-125 0,-4 1 33 0,-6 1 26 16,1-1 1-16,-4 2-154 0,-8 0 86 16,1 2 46-16,-7 0-585 0,-1 0 239 0,-2 0 186 15,-2 0-53-15,0 2-442 0,-2 0 315 0,-7 0 159 16,-3-2 78-16</inkml:trace>
  <inkml:trace contextRef="#ctx0" brushRef="#br0" timeOffset="133878.54">14140 14054 2129 0,'-9'-14'0'0,"3"6"0"0,-2 5 0 0,2 0 0 0,3 2 0 0,-1 1 0 0,2 4 0 0,1 10 0 0,1 9 0 15,0 1 0-15,0 4 576 0,0 6-274 0,0 2-134 0,0 5-66 0,1-5 42 16,3 1-54-16,3 1-19 0,-1-2-8 0,2-1-267 15,1-1 119-15,0 0 61 16,-1-2-722-16,-2-2 400 0,-3 2 186 0</inkml:trace>
  <inkml:trace contextRef="#ctx0" brushRef="#br0" timeOffset="134381.84">14080 15068 2623 0,'1'8'0'0,"1"5"0"0,0-5 0 0,0-4 0 0,0-3 0 0,6-1 0 0,3 0 0 0,6-9 0 0,3-10 0 0,3-5 0 0,7-10 106 0,0-1 40 16,0-7-55-16,0-3-28 0,2-2-51 0,-4-2 9 15,-1 1 14-15,-3-2 1 0,-2 2-117 0,-1 0 58 16,-3 0 30-16,-6-1-66 0,-1-1 43 0,-1-1 26 16,-4-4 0-16,-3 1-61 0,1 1 33 0,-2 10-24 15,0 4-1-15,-2 5 143 0,0 11-50 0,0 10-22 16,0 0 292-16,0 7-133 0,-4 4-83 0,-1 2 65 15,1 11-67-15,0 18-58 0,3 5-44 0,1 9 0 16,0 2 0-16,0 4 0 16,0 2 0-16,1-3 0 0,7-6 0 0,4 6 0 15,0-18 0-15,1 2 0 0,2-3 0 0,0-5 0 16,-2-9 0-16,-1-3 0 0,-3-6 0 0,-2-2 0 16,3-4 0-16,-1 0 0 0,-3-5 0 0,1-15 0 15,-2-1 0-15,0-5 0 0,0-5 0 0,-1-1-7 16,0-4-74-16,-1-1 32 0,3-1-3 0,-2 1-55 15,0-1 33-15,-2 6 0 16,2 8 18-16,-3 2 47 0,1 7 1 0,0 3-28 0,-2 6 274 16,2 3-130-16,0 3-63 0,-1 0 117 15,1 16-162-15,2 9 0 0,4 1 0 0,-1 5 0 0,1 1 0 16,1 1 0-16,1 2 0 16,-1 2 0-16,0-2 0 0,1-3 0 0,-1-6 0 0,0 6 0 0,1-9 0 15,-1-2 0-15,1-2 0 16,-3-4 0-16,-1-7 0 0,0 2-611 0,-1-2 226 15,-1-6 175-15,1-1 87 0,-1-1-277 0,1 0 173 16,-2-1 100-16,1-13 46 0,1-3-531 0</inkml:trace>
  <inkml:trace contextRef="#ctx0" brushRef="#br0" timeOffset="134687.23">14893 14077 2110 0,'0'-25'0'0,"4"7"0"0,3 0 0 0,2 6 0 0,3 0 0 0,-1 3 0 0,7 3 0 0,-2 3 0 16,1 1 0-16,1 2 0 0,0 0 249 0,-2 2-97 0,0 10 146 0,-2 0-131 0,0 4-65 0,-5 0-34 16,-4 2 14-16,-3 4-10 0,-2 3-36 0,0-4 0 15,-7 2 21-15,-6-2-22 0,0-4 10 0,-4 0 73 16,-2-2-42-16,2-5 1 0,2 0-42 0,1-5 81 16,4 0-116-16,0-1 0 15,3-3 0-15,4 1 0 0,-2-2 0 0,5 0 0 16,0 0 0-16,0 0 0 0,2 2 0 0,8-2 0 15,6 0 0-15,3 0 0 0,2 0 0 0,8 0 0 16,-2 0 0-16,1 0 0 0,2 0 0 0,0 0 0 16,-5 0 0-16,7-2 0 0,-4-1 0 0,-3 0 0 15,-4 2 0-15,0-1 0 0,-1 2-494 0,-4 0 27 16,0 0 215-16,-7 0 109 0,1 0-740 0</inkml:trace>
  <inkml:trace contextRef="#ctx0" brushRef="#br0" timeOffset="136102.84">16223 13672 1001 0,'-2'-6'0'0,"2"2"0"0,-3 0 0 0,1 0 0 0,-1-2 0 0,-1 3 0 0,2-1 0 0,1 3 0 0,-1-4 0 0,0 4 0 0,2-1 89 0,0 0-17 0,0 0-9 16,0 2 21-16,0-2-25 0,0 1 1 0,0-2 71 15,0 2-38-15,0-1-34 0,2 1 1 0,1-2 85 16,1 0-55-16,1 0-26 0,-2 0 113 16,-1 1-74-16,2-2-34 0,-2 2 0 0,-1 0 82 15,1 2-48-15,0-1-39 0,0 1 1 0,0 0 66 16,0 0-47-16,-1 0-24 0,3 0 8 0,2 0 7 16,2 0 0-16,-1 3-39 0,2 1 50 0,1 0-25 15,-1-3 9-15,7 4 1 0,-3-4-36 0,-1 1 1 16,2 1 0-16,1-2 49 0,0 1-34 0,0-2-51 15,-2 1 0-15,2 2 0 0,0-2 0 16,-2 1 0-16,-2 0 0 0,6 0 0 16,-2 1 0-16,0-1 0 0,3 2 0 0,0-2 0 15,3 0 0-15,-1 0 0 0,6-1 0 0,-1 3 0 16,1-2 0-16,3 1 0 0,1-3 0 0,2 1 0 16,0 1 0-16,3 0 0 0,9 0 0 0,-1 0 0 15,-4 2 0-15,10-2 0 0,-5 1 0 0,0 1 0 16,1 0 0-16,-3 1 0 0,-3-1 0 15,7 2 0-15,-4-1 0 0,-1-1 0 0,-5 0 0 0,3-1 0 16,1 1 0-16,-1-2 0 16,-3 0 0-16,-1-1 0 0,-5 2 0 0,0-3 0 15,-9 2 0-15,2-2 0 0,-6 0 0 0,-2 0 0 16,-6 1 0-16,-2-1 0 0,-3 0 0 0,0 0 0 16,-2 3 0-16,-2-3 0 0,0 0 0 0,0 0-101 15,0 0-49-15,-10 0 49 0,1 0 32 0,-3 0-586 16,0 0 310-16,-3 0 154 0</inkml:trace>
  <inkml:trace contextRef="#ctx0" brushRef="#br0" timeOffset="136530.15">15609 14340 2014 0,'-6'0'0'0,"3"0"0"0,-2 0 0 0,3 0 0 0,0 0 0 0,1 0 0 0,1 0 0 0,0 0 0 0,0 2 0 0,7 0 0 0,8 2 172 0,6-2 394 16,1-2-265-16,5 0-133 0,3 0-66 0,0 0 257 15,0 0-166-15,2 0-137 0,-2 0-56 0,-2 0 0 16,0 0 0-16,-5 0 0 0,-1 0 0 0,-1 0 0 15,-2 0 0-15,-4 0 0 0,-3 1-281 0,-5 3 82 16,-2 0 113-16,-1-2 18 16,-2 2-727-16,0-3 380 0,-2 3 189 0,0-4-380 15,0 0 289-15</inkml:trace>
  <inkml:trace contextRef="#ctx0" brushRef="#br0" timeOffset="136760.78">15791 13998 2617 0,'-8'-2'0'0,"4"2"0"0,1 0 0 0,-3 2 0 0,4 12 0 0,0 6 0 0,2 5 0 0,0 5 0 0,0 3 0 0,0 10 0 0,0 1 265 16,2 1-114-16,0-4-49 0,0 10 204 0,0-4-134 16,0-2-69-16,-2-2-33 0,0 0 0 0,0-7-25 15,0 3-15-15,0-3-178 0,0 0 89 0,-4-7 48 16,2-4 23-16,2 0-424 0,0-7 220 0,0-3 114 15,0-6-361-15,0-1 214 0,2-6 32 0,2-2 69 16,3 0-441-16,3 0 265 0,1-10 131 16</inkml:trace>
  <inkml:trace contextRef="#ctx0" brushRef="#br0" timeOffset="137024.14">16223 14162 2898 0,'-12'-2'0'0,"3"2"0"0,-4 0 0 0,0 3 0 0,-4 14 0 0,2 4 0 0,2 5 0 0,1 6 0 0,1 9 0 0,6-5 0 0,1 11 205 0,4-5 359 0,0-1-300 16,0-7-264-16,7 3 0 0,6-1 0 0,4-5 0 15,3-2 0-15,0-3 0 0,1-3 0 0,0-5 0 16,-5-3 0-16,3 1-71 0,-1-8-167 0,0 1 138 15,-2-3 67-15,-2-5-369 0,-3-1 93 16,2 0 144-16,-4 0-497 0,1-7 313 0,-2-2 157 16,-1-7 69-16,-3 0-394 0</inkml:trace>
  <inkml:trace contextRef="#ctx0" brushRef="#br0" timeOffset="137314.99">16347 14319 1909 0,'0'-14'0'0,"-2"6"0"0,2-2 0 0,0 3 0 0,0 0 0 0,0 2 0 0,7 0 0 0,6 1 0 0,1 2 0 0,2 2 0 0,2 0 245 0,-2 6-105 0,1 6-52 0,-4 3-26 16,1 0 49-16,-5 5-41 0,-6 3-1 0,1 3-30 15,-4-2-3-15,0 3 0 0,-7-5 9 0,-8 7 83 16,-2-8-46-16,-1 0-23 16,-3 0 238-16,-2-4-131 0,5-4-56 0,-3 1-42 15,2-4 103-15,2 1-171 0,2-4 0 0,6-4 0 16,1 1 0-16,5-3 0 0,-2 1 0 0,5-2 0 15,0 0 0-15,0 0 0 0,10 0 0 0,7 0 0 16,2 0 0-16,-1-2 0 0,5 1 0 0,-1-4 0 16,1 0 0-16,-1 1 0 15,1-2 0-15,0 3-156 0,-2 0-18 0,-1-1 73 0,1-1-693 0,0 3 383 16,-1-4 187-16,1 0 95 16,0-1-522-16,2-4 308 0</inkml:trace>
  <inkml:trace contextRef="#ctx0" brushRef="#br0" timeOffset="137484.81">16770 14383 2531 0,'0'-6'0'0,"-5"5"0"0,2-1 0 0,-3 0 0 0,3 2 0 0,-1 0 0 0,-2 2 0 0,3 10 0 0,0 2 0 0,-1 1 0 0,1 6 164 15,-1 0-63-15,0 4 121 0,-1-2-83 16,0 5-57-16,-2-1 11 0,0-1-29 16,0-1 0-16,-3-5-19 0,0 3-378 0,-1-4 185 15,-1-3 92-15,-4-1 45 0,3-4-465 0,-2-3 182 16,0-2 150-16,2-6-416 0,0 0 262 15,1 0 131-15,3-17 65 0</inkml:trace>
  <inkml:trace contextRef="#ctx0" brushRef="#br0" timeOffset="137678.14">16650 14015 2803 0,'7'-9'0'0,"4"4"0"0,1 5 0 0,-5 0 0 0,2 8 0 0,-2 12 0 0,5 3 0 0,-3 5 0 0,0 7 0 0,3 8 0 0,-1-3 226 0,-2 6 415 15,1 0-380-15,-2-7-261 0,4 9 0 0,-2-6 0 16,1-6 0-16,0-1 0 0,3-3 0 0,-3-6 0 16,3 3 0-16,-5-11 0 0,2 1-196 0,-3-2-88 15,-1-2 160-15,-1-2 89 0,-1-2-442 0,-3 3 123 16,0-1 159-16</inkml:trace>
  <inkml:trace contextRef="#ctx0" brushRef="#br0" timeOffset="137865.66">16708 14989 2070 0,'-8'0'0'0,"4"4"0"0,4-2 0 0,0 0 0 0,0 1 0 0,0-3 0 0,2 0 0 0,8 0 0 0,1 0 0 0,2 0 0 0,4-3 78 0,-3-5-1 0,2 1-155 0,0 0 52 16,0-2 31-16,-3 3-483 0,0 0 257 0,-4 3 128 15,2-1-434-15,-1 0 256 0</inkml:trace>
  <inkml:trace contextRef="#ctx0" brushRef="#br0" timeOffset="138240.19">16972 14312 2759 0,'-13'0'0'0,"1"0"0"0,2 0 0 0,2 0 0 0,3 0 0 0,2 0 0 0,1 0 0 0,2 0 0 0,0 0 0 0,9 2 0 0,7 2 358 0,1-2-166 0,5 1-78 16,4-1-39-16,-1 0 260 0,-1-2-237 0,-3 0-98 16,1 0 0-16,1 0 0 0,-4 0 0 0,-1 0 0 15,-2 0 0-15,-5 0-221 0,-2 0 67 0,-1 0 95 16,-3 0-809-16,-3 0 427 0,0 0 150 15,-2 6-474-15,0 1 369 0</inkml:trace>
  <inkml:trace contextRef="#ctx0" brushRef="#br0" timeOffset="138785.31">16917 14760 2661 0,'-14'19'0'0,"-3"2"0"0,2-2 0 0,3 0 0 0,1-2 0 0,4-1 0 0,3 1 0 0,4-4 0 0,0 1 0 0,0-3 0 0,4-1 180 0,9-3 109 0,0-3-126 16,2-3-64-16,4-1-32 0,4 0-44 0,-7-5 22 15,9-12-9-15,-6-2 0 0,2-2-95 16,4-7 48-16,-2 1 23 0,-1-4-47 16,0-1 30-16,5-7 1 0,-4 3 40 0,1-2-199 15,-2-3 47-15,-1 4 65 0,2-10-251 0,-5-1 139 16,-1 2 43-16,0-4 44 0,-2-2-56 15,-4 8 39-15,1-6 34 0,-5 17-1 0,-1 0 165 0,-4 12-71 16,-1 1-34-16,-1 7-10 0,0 4 194 0,0 5-111 16,-1 2-44-16,-7 2 588 15,1 6-257-15,-5 16-156 0,3 7-67 0,0 12-137 16,-1 2 0-16,4 4 0 0,1 4 0 0,1-9 0 16,3 13 0-16,1-9 0 0,0-11 0 0,0 3 0 15,7-6 0-15,2-8 0 0,3-1 0 0,1-7 0 16,0-5 0-16,0-4 0 0,0-7 0 0,0 0 0 15,0-3 0-15,1-9 0 0,0-12 0 16,-2 3 0-16,1-4 0 0,-4-3-58 0,1-5-37 0,-1 2 32 16,-1-5-103-16,-3 1 65 0,3-1 33 0,-2 0-8 15,-3 6 8-15,1 5 32 0,-2 5 0 0,-2 7 263 16,0 1-141-16,0 7-56 16,0 1 256-16,0 4-157 0,0 2-120 0,-4 17-9 15,2 2 0-15,1 7 0 0,1 0 0 0,0 4 0 16,0 0 0-16,0 2 0 0,1-1 0 0,3-1 0 15,3-1 0-15,3-5 0 16,-1-6 0-16,2 2 0 0,-2-5-179 0,2-1 6 0,-2-5-324 0,-2-1 230 16,-1-3 116-16,0-3 57 15,-3 0-632-15,1-4 350 0,-2 0 170 0</inkml:trace>
  <inkml:trace contextRef="#ctx0" brushRef="#br0" timeOffset="139022.54">17629 14227 2771 0,'4'-8'0'0,"2"3"0"0,1 4 0 0,-2-1 0 0,5 2 0 0,0 0 0 0,-1 15 0 0,0 5 0 0,3 3 0 0,-3 5 0 0,0 6 564 0,-1 1-264 16,-4 7-132-16,-2-2-66 0,-2-2-76 0,0 8-26 16,0-5 0-16,-8 0 0 0,-2-7 0 0,-2 4 0 15,-4-5 0-15,0-2 0 0,-2-6 0 0,0-4 0 16,1-6 0-16,-4-1 0 15,1-5 0-15,-1-4 0 0,2-3-237 0,2-2-109 0,-2 0 167 0,5-5 9 16,2-11-464-16,3-6 304 16,3-6 147-16,4-5 73 0,2-11-232 0,0-1 153 0</inkml:trace>
  <inkml:trace contextRef="#ctx0" brushRef="#br0" timeOffset="139286.78">17672 14116 2212 0,'19'-20'0'0,"2"3"0"0,5 2 0 0,-3 3 0 16,-3 5 0-16,3 2 0 0,-2 1 0 0,0 2 0 0,0 2 0 0,0 0 0 0,-2 11 81 0,-2 7 347 0,-1 1-201 0,-7 6-95 0,-4 1 155 16,-3 4-126-16,-2-2-63 0,0-3-21 15,-9 5 46-15,-5-6-43 0,3-4-55 0,-4-2-25 16,0-6 0-16,2-1 0 0,0-3 0 0,4-5 0 16,-2-1 0-16,4-2 0 0,2 0 0 0,3 0 0 15,0 0 0-15,0 0 0 0,2 0 0 0,0 0 0 16,2 0 0-16,11 1 0 0,2 4 0 0,2-2 0 0,4 1 0 15,0 2 0-15,5-3 0 0,-6 3 0 16,7-1 0-16,-5 1 0 0,3 0 0 0,-5-1 0 16,1-1 0-16,-2 2-624 0,-1 1 240 15</inkml:trace>
  <inkml:trace contextRef="#ctx0" brushRef="#br0" timeOffset="140054.03">18579 14191 2283 0,'-5'0'0'0,"1"0"0"0,4 7 0 0,-2-1 0 0,0 1 0 16,2-4 0-16,0 2 0 0,0 0 0 0,0 0 0 0,0 0 0 0,0 1 91 0,0 0-27 0,0 0 9 0,2-1-251 0,0 1 107 0,2 0 54 15,-2 0 26-15,1-3-211 0,-1 1 128 0,2-2 51 16,0 0 29-16,0-2-637 0</inkml:trace>
  <inkml:trace contextRef="#ctx0" brushRef="#br0" timeOffset="140264.79">18756 13843 2945 0,'5'-6'0'0,"6"3"0"0,7 3 0 0,3 0 0 0,2 0 0 15,4 0 0-15,5 0 0 0,4 0 0 0,2 0 0 0,14 0 0 0,-3 0 113 0,0 0 90 0,1 0-83 0,-1 0-43 16,4 0 10-16,-5 0-77 0,2 0 0 0,-8 0 26 15,-6 0-444-15,-4 0 221 0,-9 0 121 0,-2 0 47 16,-10 5-600-16,-6 1 319 0,-5 1 53 0,0 2-453 0,-11 0 323 16</inkml:trace>
  <inkml:trace contextRef="#ctx0" brushRef="#br0" timeOffset="140622.43">19096 13850 1937 0,'-25'0'0'0,"5"7"0"0,3 1 0 0,2 3 0 0,2 3 0 0,4 1 0 0,1 6 0 0,4 4 0 0,4 1 0 0,0 6 0 0,0 2 554 16,0 3-250-16,6 6-139 0,1-1 321 0,1 0-225 0,1-1-112 0,-3-5-74 15,3 0-75-15,-3-1 0 16,1-4 0-16,0-2 0 0,-6-8 0 0,1 0 0 16,-2-5 0-16,0-2 0 0,0-5 0 0,0-2 0 15,-6-3 0-15,-5 0 0 0,-2-4 0 0,-2 0 0 16,-2 0 0-16,-2-2 0 0,0-6 0 0,-5-5 0 15,7 2 0-15,-8-4 0 0,3 0 0 0,3 4 0 16,0 0 0-16,1 1 0 0,-1 3 0 0,4 3 0 16,0 1 0-16,0 3 0 0,3 0 0 0,-1 5 0 15,4 8 0-15,-1 2 0 16,3 3 0-16,-2 1 0 0,1 4 0 0,2-2 0 16,-1 1 0-16,2 1 0 0,1-2 0 0,0-1 0 15,0-2 0-15,4-3-20 0,0-1-107 0,0-3 55 16,0 0-645-16,0-3 341 0,0-2 169 0,8-4-471 15,5-2 311-15,8 0 170 0,0-12 81 16</inkml:trace>
  <inkml:trace contextRef="#ctx0" brushRef="#br0" timeOffset="140958.47">19329 13926 2794 0,'6'-12'0'16,"-4"6"0"-16,-1 2 0 0,-1 2 0 0,0 2 0 0,-7 3 0 0,-5 17 0 0,-2 5 0 0,-4 11 0 0,2 3 0 0,-3 6 366 0,1 15-166 16,4-10 371-16,-2 14-571 0,7-11 0 0,0 5 0 0,4 1 0 0,3-5 0 0,2-11 0 15,0 6 0-15,2-17 0 16,10-1 0-16,4-2 0 0,0-8 0 0,4-7 0 16,-2-3 0-16,3-5 0 0,1-6 0 0,-1 0 0 15,1-2 0-15,-4-11 0 0,0-7 0 0,-3-3 0 16,-2-2 0-16,-3 1 0 0,-3-2 0 0,-5 6 0 15,-2-9 0-15,0 4 0 0,-2 1 0 0,-11 2 0 16,-4 3 0-16,0 6 0 0,-7 0 0 0,0 7 0 16,-3 4 0-16,1 2 0 0,-1 0 0 15,7 2 0-15,-1 9 0 0,2 1 0 16,5-1 0-16,6-4 0 0,0 4 0 0,5 1 0 16,1-3 0-16,2 4-113 0,0-5-16 0,9-1 44 15,5-1-1108-15,2-2 569 0</inkml:trace>
  <inkml:trace contextRef="#ctx0" brushRef="#br0" timeOffset="146938.13">22150 12632 1824 0,'-2'-6'0'0,"0"1"0"0,0 2 0 0,1-1 0 0,-1 1 0 0,0 1 0 0,0-1 0 0,0 2 0 0,2-1 0 0,0 0 0 0,0 2 117 0,0 0-41 0,0 0 133 0,0 0-77 15,0 0-53-15,0 0 0 0,0 4 33 0,4 5-38 16,-2 3 0-16,0 1-29 0,1 5 225 15,-1 2-117-15,-2 5-58 0,0 3 223 16,0 3-141-16,0 1-80 0,0 2-97 0,0 6 0 16,0 2 0-16,-2-1 0 0,0 5 0 0,1-9 0 15,-1 10 0-15,2-5 0 0,0 1 0 0,0-8 0 16,0 5 0-16,0-7 0 0,0 1 0 0,0-4 0 16,0-5 0-16,0 1 0 15,0-4 0-15,0-3 0 0,0-2 0 0,0-2 0 0,0-4 0 16,0-1 0-16,0-2 0 0,0-3 0 0,0 0 0 15,0-4 0-15,0-1 0 0,0 0 0 0,0 0 0 16,-2 0 0-16,0 0 0 0,0 0 0 0,0 0 0 16,-1 0 0-16,0 0 0 0,3 0 0 0,-2 0 0 15,0 0 0-15,2 0 0 0,0 0-21 0,0 0-794 16,0 0 381-16,0 0 203 0,0 0 97 0,0 0-700 16</inkml:trace>
  <inkml:trace contextRef="#ctx0" brushRef="#br0" timeOffset="148084.6">22691 12747 1690 0,'0'0'0'0,"0"0"0"0,0 0 0 0,0 0 0 0,0 0 0 0,0 0 0 0,0 0 0 0,0 3 0 0,0 4 0 0,0 3 0 0,0 2 74 0,0 2 9 0,0 1-46 0,0 0 68 15,0 0-34-15,-2 1 0 0,-1 3 69 0,-6-2-43 16,4 0-34-16,-2 0 0 0,-2-1 151 0,0-1-89 15,0-1-44-15,2-4 220 0,0-1-137 0,0-1-64 16,2-4-31-16,1 1 194 0,2-4-143 0,2 2-120 16,0-3 0-16,0 0 0 0,0 0 0 0,2 0 0 15,7 0 0-15,7-3 0 0,0 0 0 0,3-3 0 16,2 2 0-16,-2 2 0 16,2 1 0-16,0 1 0 0,-3 0 0 0,1 0 0 15,-3 6 0-15,2 3 0 0,-6 4 0 0,2-1 0 16,-5 6 0-16,-2 0 0 0,0 3 0 0,-5 0 0 15,-1 1 0-15,-1 2 0 0,0 1 0 0,-5-1 0 16,-5 0 0-16,-1-3 0 0,-5 0 0 0,4-3 0 16,-7 4 0-16,0-5 0 0,-2-2 0 0,4-2 0 15,-1-2 0-15,-1-1 0 0,1-3 0 0,0 1 0 16,2-5 0-16,2-1 0 16,1-2 0-16,2 0 0 0,0 0 0 0,3-2 0 15,3-11-537-15,0-8 7 0,5-6 246 0</inkml:trace>
  <inkml:trace contextRef="#ctx0" brushRef="#br0" timeOffset="148230.72">22654 12914 2509 0,'7'-5'0'0,"0"1"0"0,2-1 0 0,3 1 0 0,-1 0 0 0,3-1 0 0,2 2 0 0,2 1 0 0,2-1 0 0,-1 1 0 0,2 0 308 15,-1 0-136-15,1 2-67 0,0 0-488 0,2 0 206 16,2 0 106-16,-4 0 54 0,0 0-800 0,1 4 418 15</inkml:trace>
  <inkml:trace contextRef="#ctx0" brushRef="#br0" timeOffset="148452.84">23228 12925 2732 0,'5'0'0'0,"0"3"0"0,-3-1 0 0,0 2 0 0,-1 2 0 0,-1 4 0 0,0 0 0 0,0 3 0 0,0 2 0 15,-1 3 0-15,-8 5 374 0,0-1-168 0,0 2-76 0,-6 5 359 0,2-1-489 0,-1-1 0 16,0 1 0-16,-2-3 0 0,2-4 0 0,-4 6 0 16,2-7 0-16,0-4 0 15,0 0 0-15,-3-2 0 0,2-1 0 0,-2-5 0 0,3-1 0 16,0-3-345-16,4-4-58 0,-2 0 188 0,7 0 52 16,-2-4-418-16,7-11 272 0,2-12 136 0,0-2-471 15</inkml:trace>
  <inkml:trace contextRef="#ctx0" brushRef="#br0" timeOffset="148693.81">23138 12577 3124 0,'5'-10'0'0,"2"7"0"0,0-1 0 0,-2 3 0 0,1-3 0 15,2 4 0-15,-1 0 0 0,2 7 0 0,2 10 0 0,1 5 0 0,-1 6 199 0,3 12-81 0,-5 5 372 0,2 2-490 0,-1 7 0 16,-1 3 0-16,2 5 0 0,1-8 0 15,1 12 0-15,2-8 0 0,0-9 0 16,4 2 0-16,-1 1 0 0,-1-11 0 0,3 6 0 16,-1-9 0-16,1-6 0 0,-2-2 0 0,-1-2 0 15,-2-7 0-15,0-3 0 0,0-3 0 0,-3-3 0 16,-5-5 0-16,0-3 0 0,-3-2-202 16,-1-2 37-16,-1 0-855 0,-2 0 492 0</inkml:trace>
  <inkml:trace contextRef="#ctx0" brushRef="#br0" timeOffset="150045.06">23677 13080 2512 0,'-7'-5'0'0,"-1"2"0"0,4 2 0 0,0-1 0 0,4 2 0 0,0 0 0 0,0-3 0 0,0 3 0 0,2 0 0 0,14 0 0 0,-2 0 117 0,6 0 379 0,0 0-235 0,4 0-112 0,-3 0 222 15,6 0-346-15,-7 0-25 0,2 0 0 0,1 0 0 16,-2 0 0-16,-1 0 0 0,-1 0 0 16,-2 0 0-16,-3 3 0 0,0-1 0 0,-2-1-393 0,-1-1 75 15,-1 0 172-15,3 0-903 0,-4 0 498 16</inkml:trace>
  <inkml:trace contextRef="#ctx0" brushRef="#br0" timeOffset="150385.37">24065 12811 2668 0,'-1'-2'0'0,"1"2"0"0,0 0 0 0,1 0 0 0,11 0 0 0,5 0 0 0,2 0 0 0,7 0 0 0,-6 5 0 0,7 2 0 0,-4 4 215 0,-4 0-90 16,-1 3-45-16,1 1 52 0,-6 2-39 0,-1 3-33 15,-7 1 0-15,-3 4-118 0,-2 2 47 0,-5 3 24 16,-15 1 8-16,-1-2-40 0,-6 5 28 0,-3-4-1 15,-2 0 28-15,-3-3 134 0,8-8-58 0,-7 4-42 16,6-1 77-16,-2-6-147 0,7-4 0 0,2-1 0 16,5-4 0-16,4-1 0 0,3-4 0 15,5-1 0-15,4 1 0 0,0-2 0 0,0 0 0 16,13 0 0-16,10 0 0 0,0 0 0 16,3 0 0-16,4 0 0 0,-3 0 0 0,4-3 0 15,-1-1 0-15,-2 0 0 0,0 1 0 0,-3 1 0 16,-1-2 0-16,1 2 0 0,-5 0 0 0,1 1 0 15,-5 1 0-15,2 0 0 0,-6 0 0 0,2 0-526 16,-3 0 30-16,1 1 230 0,-5 7-744 0</inkml:trace>
  <inkml:trace contextRef="#ctx0" brushRef="#br0" timeOffset="150887.41">24132 13662 3018 0,'-14'23'0'0,"5"-3"0"0,2-2 0 0,1-2 0 0,6-3 0 0,0-1 0 0,6-5 0 0,6-1 0 0,6-3 0 16,0-3 0-16,5 0 136 0,5-1-54 0,-3-14-19 0,3-4 0 0,-2-4-27 15,4-7-114-15,-8 4 66 0,3-6 19 16,2-6 1-16,-7 5-84 0,2-4 56 16,-1 1 28-16,-4 1-109 0,4-8 65 0,-2 0 35 15,-1-4-40-15,1-2-107 0,-1-12 44 0,0 11 16 16,-3-4 36-16,0 1-14 0,-3 7 9 0,-3 12 0 15,-4 6 151-15,-1 3-64 0,-2 12-25 0,0 4 0 16,-2 4 394-16,0 2-198 0,0 3-83 0,-6 15 274 16,-1 15-189-16,-3 6-203 0,2 3 0 0,3 4 0 15,2 4 0-15,2-7 0 16,1 11 0-16,0-16 0 0,1 1 0 0,9-4 0 0,4-10 0 16,2-1 0-16,2-6 0 0,2-4 0 0,1-8 0 15,3-3 0-15,-5 0 0 0,11-12 0 16,-6-10 0-16,-1-1 0 0,-2-5 0 0,-3-2 0 0,-1-2 0 15,-2-2 0-15,-2-2 0 16,-1 0 0-16,-3 1 0 0,-1 0-47 0,-3 6 94 16,-1 3-47-16,-2 3 0 0,0 10 0 0,-2 4 0 15,0 3 0-15,0 4 0 0,0 2 0 0,0 2 0 16,0 19 0-16,0 3 0 0,0 4 0 16,0 3 0-16,0 3 0 0,3 1 0 0,6-1 0 0,2-1 0 15,3-3 0-15,-2-6 0 0,6 5 0 0,0-8 0 16,-4-4 0-16,3-5 0 0,0 0 0 0,-2-4 0 15,0-3-258-15,-1-3-281 16,-5-2 251-16,2 0 126 0,-3 0-555 0,-1-2 331 16,0-11 179-16</inkml:trace>
  <inkml:trace contextRef="#ctx0" brushRef="#br0" timeOffset="151101.06">25405 12612 3819 0,'2'-6'0'0,"0"3"0"0,-2 1 0 0,0 2 0 0,0 0 0 0,0 0 0 0,0 0 0 0,0 10 0 0,0 7 0 0,0 6 0 0,0 8 112 0,0 8-112 0,0 2 0 15,-7 8 0-15,-4 4 0 0,2 2 0 0,0 11 0 16,2-5 0-16,1-7 0 0,0 3 0 0,1-2 0 16,3-3 0-16,0-5 0 0,0-4 0 15,2-7 0-15,-2 1 0 0,1-5 0 0,-3 0-467 16,0-4-96-16,-2-3 263 0,-1-1 132 0</inkml:trace>
  <inkml:trace contextRef="#ctx0" brushRef="#br0" timeOffset="151878.75">22122 13839 1543 0,'-8'-10'0'0,"3"0"0"0,-1 4 0 0,1-3 0 0,-2 0 0 0,6 0 0 0,-1 2 0 0,2-3 0 0,0 0 0 0,0 3 0 0,0 2 229 0,0-1-102 0,5 2-45 0,4 0 209 16,3 3-128-16,1-2-63 0,4 2-23 0,3 1 145 16,0 0-94-16,6 0-45 0,-1 0-24 0,1 0 109 15,4 4-57-15,2-1-41 0,2 3 67 0,1-2-51 16,1 2-24-16,-1-1-1 0,4 1 23 0,-2 0-36 15,6 0-48-15,-6 0 0 16,3 2 0-16,1-2 0 0,-2-2 0 0,11 2 0 0,-8 0 0 0,6 0 0 16,3 0 0-16,1-1 0 0,3-2 0 0,1 6 0 15,1-5 0-15,8 1 0 16,-5 0 0-16,1 1 0 0,-5-2 0 0,11 2 0 16,-1-2 0-16,0-1 0 0,3 1 0 0,1-2 0 15,-8 0 0-15,15 0 0 0,-6-2 0 0,1 0 0 16,-3 0 0-16,6 0 0 0,0 0 0 0,0 0 0 15,-1 0 0-15,1 0 0 0,-3 0 0 0,3 0 0 16,-10 0 0-16,16 0 0 0,-8 0 0 16,-2 0 0-16,-1 0 0 0,-2 0 0 0,-12 0 0 0,2 0 0 15,-4 0 0-15,-5 0 0 16,-4 0 0-16,-8 0 0 0,0 0 0 0,-5 0 0 16,-9 1 0-16,0-1 0 0,-4 3 0 0,-8-3 0 15,-2 1 0-15,-2-1 0 0,-5 0 0 0,-1 0 0 16,-1 0 0-16,0 0 0 0,-11 0 0 0,-2-1-545 15,-3-2 237-15,0 0 136 0,-5-1 68 0,-4 2-311 16,-3 0 180-16</inkml:trace>
  <inkml:trace contextRef="#ctx0" brushRef="#br0" timeOffset="152741.34">22433 14132 923 0,'-3'-2'0'0,"-1"0"0"0,0-3 0 0,1 2 0 16,-3 1 0-16,1-1 0 0,0 1 0 0,2 0 0 0,-3-2 0 0,4 2 0 0,-1 0 36 0,1 2 163 0,0 0-82 0,2-2-40 0,-2 2 0 0,2 0 182 15,0 0-116-15,0 0-53 0,2 0 143 0,5-1-98 16,2 1-40-16,3-3-35 0,1 2 147 0,1 0-85 15,-2 1-43-15,4-3 110 0,-2 1-67 0,2 2-47 16,-1 0-1-16,-3 0 27 0,4 0-33 0,-2 0 1 16,4 0-24-16,-2 0 78 0,1 0-44 0,3 0 1 15,0 5-26 1,1-4-54-16,1 3 0 0,7 1 0 0,-4-3 0 0,2 2 0 16,3-2 0-16,-2-2 0 0,2 0 0 0,2 2 0 15,0-2 0-15,0 0 0 0,1 0 0 0,-1 0 0 16,3 0 0-16,0 0 0 0,-1 0 0 0,2 0 0 15,-1 0 0-15,3 0 0 0,2 0 0 0,4 0 0 16,-1 0 0-16,5 0 0 0,-1 0 0 16,7 0 0-16,2 0 0 0,12 0 0 0,-6-2 0 0,0-3 0 15,1 4 0-15,-1-3 0 16,-5 2 0-16,13 1 0 0,-12-2 0 0,10 3 0 16,-3 0 0-16,-1 0 0 0,-5 0 0 0,12 0 0 15,-9 0 0-15,0 0 0 0,-4 0 0 0,-5 4 0 16,0 0 0-16,4-1 0 0,-3 2 0 0,0 0 0 15,-8-1 0-15,0 0 0 0,-14 2 0 0,7-2 0 16,-6-1 0-16,-4 1 0 0,-5-2 0 0,-1 0 0 16,-3-1 0-16,-3-1 0 0,-4 0 0 0,-1 0 0 15,-5 0 0-15,-4 0 0 16,2 0 0-16,-4 0 0 0,1 0 0 0,-2-1 0 16,0-5 0-16,0 1 0 0,-3-3 0 0,-6-2 0 15,-2 3 0-15,1-3 0 0,-3 4 0 0,-5-2 0 16,2 0-71-16,-10 2-806 0,-3 3 421 0,-8-1 209 15,-7 4 106-15</inkml:trace>
  <inkml:trace contextRef="#ctx0" brushRef="#br0" timeOffset="153490.04">22306 14113 1886 0,'-2'-8'0'0,"-2"6"0"0,4 0 0 0,-2 1 0 0,2-2 0 0,0 3 0 0,0 0 0 0,0 0 0 0,0 11 0 0,0 7 0 0,2 3 125 0,0 5 233 0,-2 5-161 0,0 5-81 16,0 2-31-16,0 11 283 0,0-4-166 0,-4 4-83 15,-1-2-41-15,-1 1 214 0,0-6-187 0,1 11-105 16,-1-9 0-16,1 1 0 0,-1-1 0 0,1-2 0 15,0-8 0-15,0 2 0 0,-1-6 0 16,3-3 0-16,-3-4 0 0,-1-3 0 0,0-5 0 16,2-4 0-16,0-4 0 0,-1-1 0 15,-1-6 0-15,-3 0 0 0,1 0 0 0,0-2 0 0,-3-10 0 16,1-4 0-16,-3-6 0 0,1-1 0 16,-1-3 0-16,0-2 0 0,-1-2 0 0,0-4 0 0,2 2 0 15,0-1 0-15,2 5 0 0,-2-1 0 0,3 10 0 16,-1 2 0-16,4 7 0 15,-2 3 0-15,2 1 0 0,0 4 0 0,1 2 0 16,1 0 0-16,-2 10 0 0,4 7 0 0,-1 3 0 16,1 11 0-16,1-3 0 0,0 4 0 0,-2 0 0 15,2-1 0-15,1 4 0 0,-4-4 0 0,3-4 0 16,-1-4 0-16,-1 1 0 0,0-3 0 0,1-5 0 16,-3-1 0-16,3-4 0 0,-1-1 0 0,-1-5 0 15,3 0 0-15,1-4-433 0,-1 1 100 0,2-2 148 16,0 0-242-16,0 0 195 15,3-6 98-15,9-5 40 0,3-3-582 0</inkml:trace>
  <inkml:trace contextRef="#ctx0" brushRef="#br0" timeOffset="154346.46">22557 14386 1018 0,'0'0'0'0,"0"0"0"0,0 0 0 0,3 0 0 0,-1 0 0 0,-2-3 0 0,0 3 0 0,0-2 0 0,0 2 0 0,0-2 0 0,2 2 109 0,-1 0-36 0,1 0-1 16,-2 0 110-16,0 7-64 0,0 3-46 0,0 2 150 16,0 3-92-16,0-1-48 15,0 6 65-15,-2-1-47 0,-3-1-36 0,-1 1-1 16,-2 0 141-16,1 0-85 0,0-2-41 0,-3-3 9 15,1 1 172-15,1-4-112 0,1 0-55 0,1-4-28 16,2 0 197-16,0-3-103 0,2-2-148 16,2-2-10-16,0 0 0 0,0 0 0 0,2 0 0 15,7 0 0-15,5 0 0 0,2-2 0 0,2-1 0 16,1 0 0-16,-3-1 0 0,4 3 0 0,-2-2 0 16,1 3 0-16,-5 0 0 0,2 0 0 0,-2 8 0 15,-2 4 0-15,-1 0 0 0,-3 2 0 0,0 3 0 16,-5 1 0-16,-1-2 0 0,0 6 0 0,-2-1 0 15,0-1 0-15,-2 1 0 0,-5 0 0 0,-3-1 0 16,1-3 0-16,-5 0 0 0,3 0 0 16,-2-4 0-16,-2-2 0 0,-1 1 0 15,0-5 0-15,0 1 0 0,-2-3 0 0,-1-1 0 16,3-4 0-16,-2 0 0 0,2 0 0 0,-1 0 0 16,2 0 0-16,0-4-95 0,2-5-275 0,1-7 167 15,3 2 74-15,2-11-316 0,3-2 204 0,4-5 103 16,0-8 51-16</inkml:trace>
  <inkml:trace contextRef="#ctx0" brushRef="#br0" timeOffset="154497.37">22472 14494 2318 0,'5'0'0'0,"2"0"0"0,1 0 0 0,2 0 0 0,-1 0 0 0,3 0 0 0,2 0 0 0,1 0 0 15,4 0 0-15,-1-2 0 0,1 0 406 0,0 2-190 0,1 0-90 0,1 0-45 0,0 0-368 16,-2 0 162-16,0 0 89 0,0 0 32 0,-3 0-677 15,0 2 358-15,-2 3 180 0,2-1 90 16</inkml:trace>
  <inkml:trace contextRef="#ctx0" brushRef="#br0" timeOffset="154717.97">23035 14518 2628 0,'2'2'0'0,"-1"2"0"0,-1 2 0 0,0 0 0 0,0 1 0 16,0 2 0-16,0 1 0 0,0 3 0 0,0 0 0 0,0 3 0 0,-5 6 309 0,-2-2-128 0,-5 4-76 0,1 0 297 16,0 1-182-16,-3 0-134 0,0-3-86 0,0-2 0 15,-1 5 0-15,2-5 0 0,-4-3 0 0,4 1 0 16,-2-5 0-16,0-1-114 0,0-2-64 0,-1-4 107 16,4 0 54-16,3-6-630 0,-3 0 316 0,3 0 84 15,1-2 109-15,5-9-345 0,3-12 224 0,0-3 111 16</inkml:trace>
  <inkml:trace contextRef="#ctx0" brushRef="#br0" timeOffset="154962.47">22957 14290 2587 0,'0'-10'0'0,"3"5"0"0,-1-1 0 0,0 5 0 0,0-2 0 0,-1 1 0 0,5 2 0 0,-1 0 0 0,3 12 0 0,0 4 0 0,-1 7 657 16,0 5-301-16,1 4-165 0,-2 9-77 0,1 2-88 15,1 2-26-15,-1 3 0 0,-2-7 0 16,7 13 0-16,-3-6 0 0,5 0 0 0,-3-1 0 16,2-4 0-16,0-5 0 0,0-1 0 0,1 1 0 15,0-6 0-15,0-1 0 0,-1-2 0 16,-2-8 0-16,1 2 0 0,-3-5 0 0,0-5 0 16,-1-2 0-16,-3-1 0 0,-1-6-625 0,0-2 190 15,-2 1 199-15,-2-3 100 0,0 0-643 0</inkml:trace>
  <inkml:trace contextRef="#ctx0" brushRef="#br0" timeOffset="155820.6">23300 14320 1768 0,'0'-5'0'0,"0"2"0"0,0-1 0 0,0 0 0 0,0 0 0 0,0 2 0 0,0-1 0 0,0 1 0 0,5 0 0 0,3 1 0 0,1-2 84 16,5 3-24-16,-5 0 231 0,3 0-132 0,0 0-62 15,1 6-30-15,-1 1 105 0,-3 3-68 0,-2-1-25 16,0 5-9-16,-2-3-2 0,-3 2-32 0,0 2 0 16,-2-1 1-16,0 1 8 0,-4 0-9 0,-6 1 34 15,-1-1-34-15,-3-2 1 0,0-2-1 0,-2-1 50 16,0-1-10-16,-1-3-40 0,-1-1 1 0,2-1 173 15,1 0-112-15,2-2-98 0,2-2 0 0,0 2 0 16,3-2 0-16,2 0 0 16,2 0 0-16,3 0 0 0,1 0 0 0,0 0 0 15,0 3 0-15,9 1 0 0,4 0 0 0,4-1 0 16,2 3 0-16,2 0 0 0,3 0 0 0,-3 0 0 16,0-1 0-16,0 1 0 0,0 0 0 0,-3-1 0 15,-2-1 0-15,1-3 0 0,-6 3 0 0,0-4 0 16,-1 1 0-16,-2-1 0 0,-3 0 0 0,-3 0 0 15,0 0 0-15,0 0 0 0,-1 0 0 0,-1 0 0 16,0 0 0-16,0 0 0 0,0-1 0 0,0 0 0 16,0-2 0-16,0 2 0 15,0-1 0-15,0 0 0 0,0 0 0 0,0 0 0 16,-1 2 0-16,1 0 0 0,0 0 0 0,0 0 0 16,0 0 0-16,0 0-997 0,0 0 411 0</inkml:trace>
  <inkml:trace contextRef="#ctx0" brushRef="#br0" timeOffset="157183.44">23431 14834 1758 0,'-2'0'0'0,"1"0"0"0,1 0 0 0,0 0 0 0,0 0 0 0,0 0 0 0,0 0 0 0,1-2 0 0,5 1 0 0,3-1 0 0,5-1 276 0,0 2-119 0,2-1-61 0,2-1-30 16,3 2 353-16,2 1-183 0,5 0-104 0,-3 0 223 16,2 0-159-16,1 0-80 0,0 0-40 0,-3 0-28 15,5 1-48-15,-4 2 0 0,-4 0 0 16,1 0 0-16,-4 0 0 0,-4-1 0 0,-2-2 0 15,-2 2 0-15,-3-2 0 0,-2 0 0 0,-4 0 0 16,0 0 0-16,-2 0 0 0,0 0 0 0,0 0 0 16,0-2 0-16,0-1 0 0,-4-2 0 0,0-1-70 15,0 2-42-15,2 2 53 0,0-1-671 0,2 2 347 16,0 1 165-16,0 0-645 0,0 0 413 0</inkml:trace>
  <inkml:trace contextRef="#ctx0" brushRef="#br0" timeOffset="157629.01">23808 14479 1735 0,'-5'-3'0'0,"-2"-2"0"0,-2 4 0 0,2-1 0 0,2 0 0 0,-1 2 0 0,1 0 0 0,0 0 0 0,0 10 0 0,3 4 0 0,-2 9 432 0,2 0-197 16,1 4-100-16,-1 5-40 0,2 2 255 0,-2 10-157 15,0-5-78-15,0 4-40 0,-1-2 64 0,1-5-42 16,0 5-35-16,-2-3-1 0,2-2-7 16,0-2-18-16,-2-4 1 0,2-5-130 15,-1 4 60-15,1-8 35 0,-2 0-285 0,3-5 160 16,-1-2 79-16,0-5 27 0,0-1-493 0,2-5 207 15,0-1 135-15,0-2 54 0,0 0-184 16,2-4 123-16,9-14 73 0,2-3-203 0</inkml:trace>
  <inkml:trace contextRef="#ctx0" brushRef="#br0" timeOffset="158007.9">23994 14500 2250 0,'2'-8'0'0,"3"3"0"0,-1 0 0 0,5 0 0 0,-2 1 0 0,2 1 0 0,3 1 0 0,-1 0 0 0,2 2 0 0,4 0 0 0,-4 2 158 0,4 7-60 16,-4 2-31-16,-2 2-48 0,-1 2-10 0,-5 2 27 15,-3 1-49-15,-2 0 25 0,0 1 0 0,0 0 33 16,-11 0 27-16,-3-2 1 0,-1-2-37 0,-3 0 0 16,3-4 171-16,-2-1-76 0,2-2-52 0,1-1 168 15,5-2-105-15,2-1-53 0,0-3-27 0,5 0 2 16,0-1-64-16,2 3 0 0,0-1 0 0,7 0 0 15,6 2 0-15,3-1 0 0,2 2 0 0,3 0 0 16,0 1 0-16,-1 1 0 16,0 1 0-16,0 2 0 0,-4 1 0 0,-4 1 0 0,-3 1 0 15,-3 1 0-15,-4 0 0 0,-2-1 0 0,0 3 0 16,0-3 0-16,-10-3 0 0,-3 4 0 16,-4-3 0-16,2 0 0 0,-2-2 0 15,0-2 0-15,3-2 0 0,-2-1 0 0,3 0 0 16,1-2 0-16,2 0 0 0,0-2 0 0,3 0-257 15,1 0 77-15,0 2 80 0,3-1-722 0,1 7 397 16,2 2 194-16,0 2-581 0</inkml:trace>
  <inkml:trace contextRef="#ctx0" brushRef="#br0" timeOffset="158553.54">23948 15458 2301 0,'-7'10'0'0,"4"0"0"0,1 0 0 0,0-7 0 0,2 0 0 0,0 0 0 0,2-3 0 0,10 0 0 0,4 0 0 0,5-8 0 0,2-7 77 16,1-3 102-16,0-5-72 0,6-9-35 0,-2 3-92 15,1-4 29-15,-6 5 8 0,5-10 19 0,-4 4-34 16,-3 0-1-16,0 4 36 16,-1-8-10-16,-3 5 18 0,2-8-8 0,-3 1-1 15,2-1-28-15,-5-2 6 0,2-2 15 0,-4 6-20 16,-1-1-16-16,-1 4 27 0,-3 7 2 0,-3 10 110 0,-1-3-51 15,0 11-12-15,-2 4-7 0,0 2 230 0,0 3-128 16,0 2-91-16,0 0-73 16,-4 5 0-16,1 14 0 0,1 6 0 0,0 1 0 15,0 5 0-15,2 5 0 0,0 2 0 0,0-2 0 16,0 1 0-16,4-3 0 0,1-3 0 0,4-2 0 16,-3-6 0-16,4-3 0 0,-3-3 0 0,2-4 0 15,-1-5 0-15,0-4 0 0,1-2 0 0,0-2 0 16,1 0 0-16,1-10 0 0,2-11 0 0,-1-1 0 15,-2-5 0-15,1 0 0 0,-1-3 0 0,0-4 0 16,-1-2 0-16,-1-2-7 16,-3 1-54-16,1-1 2 0,-1 3-4 0,-1 3 0 15,-2 9 27-15,-1 4 215 0,1 6-117 0,-2 3-45 16,0 5-26-16,0 3 49 0,0 2-40 0,0 0 0 16,0 15 0-16,0 8 0 0,0 3 0 0,0 5 0 15,3 1 0-15,-1 1 0 0,2 3 0 0,3-3 0 16,-2-1 0-16,2-1 0 15,2-5 0-15,-2-8 0 0,0 3 0 0,2-4 0 16,0-6 0-16,-4-3 0 0,1-1 0 0,-1-3 0 16,-1-2 0-16,-1-2-255 0,2 0-100 0,-1 0 160 15,-1 0 79-15,1-2-538 0,-1-6 300 0,1-3 164 16,2-2-201-16,-4-6 177 0,6-6 89 0</inkml:trace>
  <inkml:trace contextRef="#ctx0" brushRef="#br0" timeOffset="158952.31">24774 14515 2302 0,'-2'-14'0'0,"2"3"0"0,0 3 0 0,0-1 0 0,0 4 0 0,0 1 0 0,2 0 0 0,8 2 0 0,1 1 0 0,-1 1 0 0,4 0 102 0,-3 0 228 16,3 5-147-16,-2 3-74 0,-1 3-1 0,-1 0-26 16,-4 2-10-16,-2 0-36 0,-1 2 10 0,-1 3-10 15,-2-1 0-15,0-2 46 0,-5 0-10 0,-3 1-35 16,-1-4-1-16,-1-1 39 0,-1-2 1 0,2-3-31 15,-1 0-9-15,1-3-6 16,0-1-30-16,1 0 0 0,2-1 0 0,3-1 0 16,0 0 0-16,2 0 0 0,1 0 0 0,0 0 0 15,0 0 0-15,0 3 0 0,4-2 0 0,6 2 0 16,2-2 0-16,3-1 0 0,0 2 0 0,2 0 0 16,0-2 0-16,-2 2 0 0,2-2 0 0,-1 2 0 15,0-2 0-15,-5 0 0 0,3 2 0 0,-5-2 0 16,0 0 0-16,-1 0 0 0,-1 0 0 0,-3 0 0 15,0 0 0-15,-3 0 0 0,1 0 0 0,0 0 0 16,-2 0 0-16,0 0 0 16,0 0 0-16,0-4 0 0,0 2 0 0,0-3 0 15,0 1 0-15,0 0 0 0,0 2 0 0,0-2 0 16,-2 3-351-16,2-2 36 0,0 2 140 0,0 1-595 16,0 0 372-16,0 0 180 0,0 7 91 0,0 5-521 15</inkml:trace>
  <inkml:trace contextRef="#ctx0" brushRef="#br0" timeOffset="159331.24">24962 14905 3021 0,'-6'2'0'0,"0"-2"0"0,3 0 0 0,-1 0 0 0,2 0 0 0,2 0 0 0,0 0 0 0,0 0 0 15,2 0 0-15,9 0 0 0,3-2 185 0,-2 1 358 0,6-2-361 0,-2 2-182 0,2 1 0 16,-3 0 0-16,3 0 0 15,-1 0 0-15,-2 0 0 0,0 0 0 0,0 0 0 16,0 0 0-16,-2 1 0 0,-2 3 0 0,3-2 0 16,-5 2 0-16,-2-2 0 0,3 0 0 0,-4-1 0 15,-1 1 0-15,-2 0 0 0,2-1 0 0,-4-1 0 16,1 3-84-16,0-3-292 0,-2 0 161 0,0 0-219 16,0 0 199-16,0 0 100 0,0 0 49 0,2 0-578 15,-2 0 305-15</inkml:trace>
  <inkml:trace contextRef="#ctx0" brushRef="#br0" timeOffset="159721.96">25332 14652 2309 0,'-4'-4'0'0,"2"0"0"0,2 0 0 0,0-2 0 0,0 3 0 0,3-2 0 0,9 0 0 0,5 3 0 0,0 1 0 0,4 1 0 0,-1 0 70 0,1 0 204 16,2 0-118-16,-3 8-51 0,1 3 37 0,-4 0-53 16,-2 6-26-16,-3 2 0 0,-1 4 49 0,-10-1-29 15,1 6-9-15,-2 1 2 0,0 1-40 0,-11 1 0 16,-4 1 0-16,0-2 49 0,0-3-9 0,-5-1-40 16,4-6-26-16,1-5-10 0,-2 0 0 0,0-4 0 15,1-1 0-15,0-5 0 0,1-3 0 0,4 1 0 16,1-2 0-16,1-1 0 0,1 0 0 15,4 0 0-15,1 0 0 0,1 0 0 16,2 0 0-16,0 0 0 0,2 0 0 0,10 0 0 16,4 0 0-16,3 0 0 0,1 0 0 0,3 0 0 15,5 0 0-15,-2 0 0 0,1 2 0 0,-1-2 0 16,-5 2 0-16,5-2 0 0,-3 0 0 0,-3 0 0 16,1 0 0-16,-2 0 0 0,-4 0 0 0,-2 0-274 15,0 0-175-15,-3 0 207 0,-1-2 103 0,0-4-735 16,-1-1 419-16</inkml:trace>
  <inkml:trace contextRef="#ctx0" brushRef="#br0" timeOffset="159934.54">25833 14686 2968 0,'2'-4'0'0,"0"2"0"0,4 2 0 0,-3 0 0 16,1 2 0-16,-1 9 0 0,2 3 0 0,-1 2 0 0,-2 3 0 0,-2 2 0 0,0 2 197 0,0 1-71 0,0 4 389 15,-8-2-390-15,-4 0-125 0,1-1 0 0,-2 1 0 16,1-5 0-16,-6 3 0 0,9-8 0 0,-6 3 0 16,0-3 0-16,0-3 0 0,-1-4 0 0,4 0-262 15,-4-3 149-15,7-4-368 0,0 0 243 0,0-2 10 16,2 0 69-16,2-10-585 0,3-10 354 0</inkml:trace>
  <inkml:trace contextRef="#ctx0" brushRef="#br0" timeOffset="160116.79">25766 14434 3295 0,'6'-9'0'0,"-1"5"0"0,2-1 0 0,-1 5 0 0,4 0 0 0,-2 0 0 0,4 10 0 0,0 4 0 0,0 8 0 0,2 2 0 0,-4 3 148 16,0 1 340-16,0 6-488 0,-3-1 0 0,3 2 0 16,-3 0 0-16,1-1 0 0,1-1 0 0,0-1 0 15,3-1 0-15,-1-3 0 0,2-3 0 0,-1-7 0 16,-1 3 0-16,2-3 0 0,-2 0-334 0,-2-3-124 15,1 0 110-15,-4 5 156 0</inkml:trace>
  <inkml:trace contextRef="#ctx0" brushRef="#br0" timeOffset="160599.17">25868 15519 2852 0,'-8'12'0'0,"0"-4"0"0,4 1 0 0,0-8 0 0,4 1 0 0,0-2 0 0,0 0 0 0,6-7 0 0,9-8 0 0,4-7 0 0,2-7 106 0,5-5-34 0,-1 1 0 16,-1-6-36-16,-2 6 9 0,4-11-158 0,-5 5 75 15,-1-1 37-15,-1-2-35 0,1-3 36 0,-2-2 10 16,1-6 26-16,0-7-37 0,-2 4 1 0,-2 9 36 16,-2-3-65-16,-6 20 65 0,-1 1-3 0,-2 6-29 15,0 8 1-15,-3 5 191 0,2 5-88 0,-3 3-7 16,0 2 220-16,0 2-241 0,0 14-80 0,0 14 0 15,0-1 0-15,1 6 0 0,0 9 0 0,2-1 0 16,-1 1 0-16,1-8 0 16,1 3 0-16,1-4 0 0,3-4 0 0,0-10 0 15,-1-1 0-15,3-8 0 0,0-3 0 0,-1-6 0 16,3-3 0-16,-3 0 0 0,5-13 0 0,0-9 0 16,-3-7 0-16,0 0 0 0,2-6 0 0,-2-6 0 15,-3 0 0-15,5-3 0 0,-4-1 0 0,-1-5 0 16,5-1 0-16,-3 4 0 0,1 9-51 15,-3 1-18-15,-3 12 34 0,-1 2-14 16,-2 11 201-16,-2 3-100 0,3 2-52 0,-1 6 0 16,-2 1 0-16,2 13 0 0,0 12 0 0,0 6 0 0,0 9 0 15,0 6 0-15,0 2 0 0,2 5 0 0,0-3 0 16,4 1 0-16,2-4 0 16,-1-11 0-16,2 1 0 0,3-3 0 0,-1-8 0 15,-2-8 0-15,1-6 0 0,0-2 0 0,-2-6-215 16,-2-3 46-16,-1-1 74 0,-2 0-1014 0</inkml:trace>
  <inkml:trace contextRef="#ctx0" brushRef="#br0" timeOffset="161094.28">25093 14201 1431 0,'-5'0'0'0,"-1"0"0"0,1 0 0 0,2-3 0 0,0 2 0 0,1-1 0 0,2 1 0 0,0-2 0 0,0 1 0 0,0 1 0 0,0-4 113 0,5 4 316 0,4-1-201 0,3 1-96 16,0-1-48-16,5-1 185 0,-1 3-117 0,3 0-48 16,4 0 335-16,-1 0-202 0,4 0-100 0,-1 3-50 15,5 0 2-15,0 3-89 0,4-1 0 16,3-1 0-16,-1 2 0 0,9-3 0 0,-11 2 0 16,5-1 0-16,-1-1-85 0,-3-1 1 0,0 1 60 15,-2 2-912-15,-6-2 397 0,3 2 258 0,-4 1 112 16</inkml:trace>
  <inkml:trace contextRef="#ctx0" brushRef="#br0" timeOffset="161655.51">26750 13765 2881 0,'-10'-1'0'0,"6"1"0"16,4 0 0-16,0 5 0 0,0 0 0 0,0 1 0 0,5 0 0 0,12-3 0 0,-4-1 0 0,15 2 0 0,-3-4 310 0,4 0-137 0,1 0-68 0,1 0-35 0,2-4 155 0,1-1-99 15,-2-2-85-15,-1 1-41 16,-2 1-62-16,-1 1-11 0,-7 2 63 0,1-1-625 16,-3 3 335-16,-3 0 168 0,-4 0 85 0,-4 12-930 15,-5 1 462-15</inkml:trace>
  <inkml:trace contextRef="#ctx0" brushRef="#br0" timeOffset="161864.76">26970 14063 3179 0,'-17'10'0'0,"4"4"0"0,1-4 0 0,6 0 0 0,1-2 0 0,2-1 0 0,3 1 0 0,0-1 0 0,14 1 0 0,5-1 0 0,8-1 694 0,1-1-636 0,0-3-58 16,2 2 0-16,-3-4 0 0,-5 0 0 0,8 0 0 16,-8 0 0-16,1 0 0 0,-3 0 0 0,-3 0 0 15,-4 0 0-15,-1 2 0 0,-3 0-60 0,0 4 44 16,-4-2-372-16,0 7 67 15,-3-2 55-15,-1 4-556 0,2-2 393 0</inkml:trace>
  <inkml:trace contextRef="#ctx0" brushRef="#br0" timeOffset="162441.9">27602 13983 2635 0,'-12'-6'0'0,"2"5"0"0,6 1 0 0,0 0 0 0,4 0 0 0,0 0 0 0,0 0 0 0,10 0 0 0,10 0 0 0,10-2 0 0,11-2 383 0,-2-3-173 0,6-1-87 0,7-1-43 16,1-3 342-16,1 3-344 0,-3-1-78 0,-3 0 0 16,-1 3 0-16,-12 0 0 0,6 2 0 0,-6 1 0 0,-5 0 0 15,-6 2 0-15,-4 1 0 0,-4 1-266 16,-6 0-18-16,-3 0 109 0,-3 5-851 16,-2 6 494-16,-2 2 248 0</inkml:trace>
  <inkml:trace contextRef="#ctx0" brushRef="#br0" timeOffset="162810.34">27772 14173 2775 0,'-21'4'0'0,"2"1"0"0,6-1 0 0,2-2 0 0,2-2 0 0,7 0 0 0,2 0 0 0,2 0 0 0,20 0 0 0,4 0 0 0,6-2 339 15,11-2-156-15,-3 1 154 0,-4 1-151 0,1-1-75 16,-3 3-111-16,-11 0 0 0,0 0 0 0,-6 9 0 15,-6 5 0-15,-6 2 0 0,-3 1 0 0,-2 5 0 16,-7 4 0-16,-9-2 0 0,-5-1 0 16,-3 0 0-16,-4-1 0 0,-1-3 0 0,-2-2 0 0,-3-2 0 15,2-2 0-15,1-4 0 16,2-1 0-16,6-4 0 0,4-1 0 0,7-1 0 16,1 0 0-16,2-2 0 0,7 0 0 0,1 0 0 15,1 2 0-15,3-2 0 0,18 2 0 0,4-2 0 16,7 0 0-16,7 2 0 0,2-2 0 0,1 0 0 15,1 0 0-15,-9 0 0 0,6 0 0 16,-3 0 0-16,-1 0 0 0,-5 0 0 0,-4-2 0 0,-4-2 0 16,-3 0 0-16,-3 1 0 0,-2-4 0 15,-5 4 0-15,-2-1 0 0,-3-1-460 16,3-2 4-16,-4-3 215 0,2-1 102 0,-1-4-646 16</inkml:trace>
  <inkml:trace contextRef="#ctx0" brushRef="#br0" timeOffset="163064.23">27747 12841 2790 0,'-9'-27'5'0,"9"13"0"0,0 10-4 0,6 2 0 0,7-1 1 0,7 0-2 0,3 2 0 0,-1 1 0 0,3 0 0 0,3 4 0 0,0 5 478 0,4 5-221 0,2 1-101 0,-2-1-64 16,-1 1-6-16,-1 0-28 0,-2 1-58 0,-1 0-189 16,-8-3 90-16,0 2 64 0,-6 2 35 0,-2-2-236 15,-3 0 136-15,-5 1 68 16,-1-6 44-16,0 2-758 0,-2-2 298 0,0-2 205 16,-4 1-389-16,-9-6 297 0</inkml:trace>
  <inkml:trace contextRef="#ctx0" brushRef="#br0" timeOffset="163414.51">27890 12867 1751 0,'-15'-8'0'0,"0"7"0"0,2 1 0 0,3 0 0 16,0 6 0-16,0 9 0 0,2 4 0 0,6 7 0 0,0 4 0 0,2 4 0 0,0 7 627 0,0 1-295 0,0 1-148 16,0 2 377-16,0-1-263 0,-1-2-121 0,-5 7-176 0,3-9-1 0,-5-3 0 31,3-1 0-31,0-4 0 0,0-6 0 0,-2 0 0 0,2-6 0 0,0-5 0 15,-1-3 0-15,1-4 0 0,1-3 0 0,-4-5 0 16,2 0 0-16,-3 0 0 0,2-7 0 0,-4-11 0 16,3 0 0-16,-5-8 0 0,-1-1-86 0,2-1-17 15,-1-2 25-15,-1-2 64 0,1 1-32 0,2 4 9 16,0 9 0-16,-1 2 105 0,4 7-52 16,-1 2-27-16,2 3-9 0,-3 4 317 0,1 0-246 0,0 15-51 15,-1 7 0-15,-1 6 0 16,0 1 0-16,-4 3 0 0,3 3 0 0,-1-1 0 15,0 2 0-15,0-1 0 0,-1-1 0 0,2-2 0 16,2-2 0-16,1-4 0 0,3-7-156 0,3 0 73 16,3-8-571-16,0-1 314 0,0-3 151 0,0-6 76 15,10-1-509-15,12-1 292 0,2-14 138 0</inkml:trace>
  <inkml:trace contextRef="#ctx0" brushRef="#br0" timeOffset="163728.29">28180 12918 2870 0,'5'-13'0'0,"-3"8"0"0,-2 3 0 0,0 2 0 0,-14 0 0 0,-4 12 0 0,-7 17 0 0,7 3 0 0,-10 15 0 0,-3 10 0 0,7 0 195 0,-1 6-79 0,3-1 513 0,7-10-508 16,2 4-121-16,5-3 0 0,6-3 0 0,2-14 0 15,2 1 0-15,10-6 0 0,2-7 0 16,2-5 0-16,2-6 0 0,-1-4 0 0,0-6 0 15,2-3 0-15,-5 0 0 0,3-15 0 0,-2-6 0 16,-6-4 0-16,0-3 0 0,-2-4 0 0,-5 0 0 16,-2 0 0-16,0 1 0 15,-2 0 0-15,-11 2 0 0,-1 6 0 0,-5-2 0 0,-5 9 0 0,1 5 0 16,4 5 0-16,-4 3 0 16,0 3 0-16,3 0 0 0,3 0 0 0,2 12 0 15,5 1 0-15,5 1 0 0,0 6-83 0,5-1-62 16,0 3-422-16,9 1 265 0,7-1 132 0</inkml:trace>
  <inkml:trace contextRef="#ctx0" brushRef="#br0" timeOffset="172554">3289 15474 1494 0,'-11'0'0'0,"1"-1"0"0,1-4 0 16,1 2 0-16,0-1 0 0,1-3 0 0,-2-3 0 0,4 0 0 0,4-2 0 0,-1-3 0 0,2 0 104 0,0-5 67 0,0 2-58 0,5 0-43 0,2-2 0 15,3 4 38-15,0-3-36 16,0 2-1-16,2 0-25 0,-1 2 116 0,1 2-63 16,0 4-32-16,-1-2 1 0,3 2 109 0,-1 6-61 15,0-1-45-15,2 3 0 0,-2 1 30 0,1 0-33 16,1 0 1-16,-5 8-62 0,5 7 30 0,-7 3-1 16,4 4-27-16,-6 4-1 0,-1 1 29 0,0 5 8 15,-3 1-39-15,0 1 1 0,-2 2 29 0,0-3 0 16,0 3-121-16,-7-1 43 0,-4-4 30 15,-1 1-85-15,-3-3 52 0,-2-3 15 16,-1-4 0-16,1-4 105 0,-8 2-36 0,2-7-9 16,6-4 186-16,-6-1-99 0,3-2-51 0,3-3-15 15,6-3-25-15,-1 0-26 0,5 0 0 0,4 0 0 16,-1 0 0-16,4 0 0 0,0 0 0 0,5-2 0 16,12-4 0-16,2 1 0 0,7 1 0 0,-6-2 0 15,13 1 0-15,-4 1 0 0,1 1 0 16,0 0 0-16,2 2 0 0,-9-1 0 15,9 2 0-15,-6 0 0 0,-1 0 0 0,-8 0 0 16,3 0 0-16,-4 2 0 0,-2-1 0 0,-2 3 0 16,-1-2 0-16,-4 2 0 0,-1-2 0 0,0 0-183 15,0-2-206-15,-1 0 176 0,-3 0-582 0,3 0 379 16,-2 0 190-16,-1-5 86 0</inkml:trace>
  <inkml:trace contextRef="#ctx0" brushRef="#br0" timeOffset="172955.95">3744 15109 2017 0,'3'-5'0'0,"1"3"0"0,0 1 0 0,-2-1 0 0,2 0 0 0,-1 2 0 0,4 0 0 0,-4 4 0 0,2 7 0 0,-2 6 0 0,0 0 161 0,-1 3-54 0,0 7-39 15,-2-4 63-15,0 4-47 16,0-2-24-16,-5-5 0 0,-2 3 106 0,-4-4-70 15,4-3-30-15,-1-4 0 16,4-4 195-16,-5 1-112 0,3-5-48 0,3-2 232 0,1-1-328 0,1-1-5 16,1 0 0-16,0 0 0 0,0 0 0 0,1 0 0 15,11 0 0-15,6 0 0 0,2 0 0 0,1 0 0 16,0 0 0-16,5 0 0 0,-1 7 0 0,-1 6 0 16,-2 1 0-16,1 3 0 0,-4-3 0 0,2 7 0 15,-6 0 0-15,-2-1 0 0,-4 0 0 0,-1 2 0 16,-5 1 0-16,-1 0 0 15,-2-1 0-15,0-2 0 0,-9-1 0 0,-2-2 0 16,-4-2 0-16,-3-4 0 0,0-1 0 0,-1-5 0 16,-4-1 0-16,1-4 0 0,0 0 0 0,-3 0 0 15,-1 0 0-15,3-4 0 0,2-8-93 0,-1-8-273 16,3 0 155-16,3-10 92 0,-2-5-319 0,7-5 201 16,4-3 100-16,-1 0 50 0,6 4-662 0,0 0 361 15,1 4 176-15</inkml:trace>
  <inkml:trace contextRef="#ctx0" brushRef="#br0" timeOffset="173072.77">3694 15241 1674 0,'7'-9'0'0,"1"2"0"15,2 1 0-15,-2 2 0 0,3-1 0 0,1 0 0 0,0 4 0 0,5-3 0 0,-2 1 0 0,5-1 0 0,-1 1 247 0,2 0-105 0,2 0 194 0,4 2-151 0,-3 1-74 16,0 0-28-16,6 0-303 0,-2 0 127 0,1 0 65 16,1 0-625-16,0 0 354 0,0 0 163 0</inkml:trace>
  <inkml:trace contextRef="#ctx0" brushRef="#br0" timeOffset="173909.66">4527 15226 1666 0,'0'-1'0'0,"0"-1"0"16,0-1 0-16,0 2 0 0,0 1 0 0,0-3 0 0,0 2 0 0,0 1 0 0,0-2 0 0,0 2 0 0,0 0 142 0,0 0-53 0,0 0-26 0,0 2 150 0,0 9-88 16,0 1-36-16,0 5-8 0,0-1 48 0,-4 8-46 15,-3 1-23-15,0 4 183 0,-3 1-94 0,-1 2-61 16,0 0 164-16,-3 1-108 0,0 0-54 16,-2 2-27-16,-1 0 99 0,-1 2-162 0,2-4 0 0,-1-1 0 15,1 0 0-15,-1-4 0 16,4-6 0-16,-1 1 0 0,1-4 0 0,5-4 0 15,-1-6 0-15,2-1 0 0,1-3 0 0,3-3 0 16,-2-2 0-16,3 0-551 0,-1-2 177 0,3-9 160 16,0-9-423-16,0-7 300 0,3-5 151 0,4-7 74 15,-4-6-483-15</inkml:trace>
  <inkml:trace contextRef="#ctx0" brushRef="#br0" timeOffset="174147.93">4377 14855 2773 0,'3'-4'0'0,"3"1"0"0,-2 3 0 0,3 0 0 0,-1 3 0 15,1 10 0-15,5 5 0 0,1 11 0 0,4 7 0 0,-2 1 0 0,3 8 321 0,-3 7-142 0,1 0-63 0,0 4 290 0,0 9-270 16,-2-4-136-16,-4-1 0 0,1-1 0 0,0-5 0 16,1 2 0-16,-3-1 0 0,3-4 0 0,-3-3 0 15,0-3 0-15,-1-8 0 0,1 1 0 16,-3-4 0-16,1-4 0 0,-2-8 0 0,-2-3 0 15,1-5-47-15,-3-3-329 0,1-5 179 16,0-5 34-16,0 1 64 0,-2-2-500 0,0-2 272 16,0-15 150-16,0-9-375 0,0-4 257 0</inkml:trace>
  <inkml:trace contextRef="#ctx0" brushRef="#br0" timeOffset="174447.76">4710 14939 2405 0,'5'-15'0'0,"4"2"0"0,3 2 0 0,-1-1 0 0,2 3 0 0,2 3 0 0,3 4 0 0,-1 1 0 0,3 1 0 0,-2 0 0 0,1 9 180 0,-1 6-62 0,-1 4-46 0,-6 2 0 16,-2 1 84-16,-6 3-60 0,-1-4-21 0,-2 8-9 16,0-5 11-16,-5-5 0 0,-4 0-41 0,-4-3 152 15,-2-2-67-15,0-4-47 0,5-1 44 0,-1-5-118 16,2-1 0-16,2-1 0 15,2-2 0-15,3 0 0 0,1 0 0 0,1 0 0 16,0 0 0-16,1 3 0 0,13-3 0 0,2 1 0 16,5 1 0-16,4 0 0 0,0-2 0 0,3 1 0 15,4-1 0-15,2 0 0 0,0 0 0 0,-1 0 0 16,4 0 0-16,-4-1 0 0,2-3-75 0,-5 0-274 16,-3 1 158-16,-6 1 66 0,1 2-460 0</inkml:trace>
  <inkml:trace contextRef="#ctx0" brushRef="#br0" timeOffset="175123.43">2075 15148 2002 0,'0'-4'0'0,"-3"2"0"0,3 2 0 0,-2 0 0 0,2 0 0 0,0 0 0 0,0 9 0 0,0 4 0 0,0 5 0 0,0 0 0 0,0 8 104 0,0-3 190 0,-5 7-134 0,-5-2-61 16,0 2 128-16,-2-2-96 15,-6 0-47-15,1 1-14 0,-4-4 58 0,-2 0-46 16,-1-6-23-16,-1-2 1 0,0-2 215 0,4-5-119 15,2 1-156-15,-1-6 0 0,6 1 0 0,5-2 0 16,2-3 0-16,4-1 0 0,3 3 0 0,0-2 0 16,10 1 0-16,13 0 0 0,7-2 0 0,0 0 0 15,5 0 0-15,10 0 0 0,-5 0 0 0,0 0 0 16,3-2 0-16,-10 0 0 0,6-2 0 0,-4 3 0 16,0-1 0-16,-5-1 0 0,0 0 0 0,-7 0 0 15,2 1 0-15,-8 0 0 16,1 0-53-16,-8-1-291 0,0 3 154 0,-3 0 66 15,-1-1-641-15,-4 1 364 0,0-1 183 0,-2-2 91 16,0-2-275-16</inkml:trace>
  <inkml:trace contextRef="#ctx0" brushRef="#br0" timeOffset="175319.66">2252 15169 2393 0,'-7'-6'0'0,"3"3"0"0,1 2 0 0,-1 1 0 0,2 0 0 0,0 1 0 0,2 11 0 0,0 5 0 0,0 6 0 0,0 4 0 0,2 5 207 0,0 12 578 16,0 1-375-16,-2 3-274 0,0 7-136 0,0 1 0 0,0-1 0 16,0 1 0-16,-4-2 0 0,0-1 0 0,1-4 0 15,0-1 0-15,1 1 0 0,0-5 0 0,-1-7 0 16,3 1 0-16,0-2 0 0,0-6 0 16,0-4 0-16,0-5-987 0,3 1 400 0</inkml:trace>
  <inkml:trace contextRef="#ctx0" brushRef="#br0" timeOffset="176719.46">3493 14890 1277 0,'-10'-11'0'0,"1"2"0"0,-2 1 0 0,2 1 0 0,1-3 0 0,-2 3 0 0,2 1 0 0,1 0 0 0,-3 3 0 0,3 0 0 0,-3 3 138 0,2 0-51 0,-4 0-17 16,1 11 173-16,-3 5-104 0,-2 8-51 0,-1 5-26 15,-1 8 238-15,-1-2-123 0,-1 14-75 16,2-2 269-16,1 4-167 0,-1 2-84 16,1 0-42-16,1 1 155 0,4 1-103 0,-1-2-47 15,6 3-54-15,2-2-29 0,1-2 0 0,3-1 0 16,1-2 0-16,0-3 0 0,0 0 0 0,1-3 0 15,8-1 0-15,3-9 0 0,1 3 0 0,4-2 0 0,1-5 0 16,2-3 0-16,2-1 0 0,-2 0 0 16,-1-5 0-16,0-1 0 0,-1 1 0 0,-1-6 0 0,-2 4 0 15,0-3 0-15,-2-3 0 16,-3 1 0-16,-1 1 0 0,2-3 0 0,-4-1 0 16,-2-1 0-16,2 0 0 0,-2-1 0 0,4-1-91 15,-2 1-49-15,2-1-801 0,2 1 443 0,1-3 235 16,0 3 114-16</inkml:trace>
  <inkml:trace contextRef="#ctx0" brushRef="#br0" timeOffset="178487.45">5393 15420 892 0,'-8'0'0'0,"1"0"0"0,1 0 0 0,2 0 0 0,-1 0 0 0,2 0 0 0,-2 0 0 0,4 0 0 0,0-2 0 0,1 0 0 0,0 1 67 0,0-2 86 0,0 2-59 16,0-3-20-16,0-1 134 0,0 3-87 0,1-1-42 16,5-1 0-16,0 0 131 0,4 2-78 0,5 1-52 15,0-1 0-15,-2 0 122 0,6 2-83 0,5 0-41 16,-5 0 57-16,11 0-53 0,-2 4-1 0,3-1 23 15,0 3-34-15,3 0 1 0,0-2-26 0,0 2-37 16,-1-2 1-16,-3-1 27 16,2-1 1-16,-5 0-79 0,-6-2 48 0,1 1-9 15,-5-1 39-15,-1 0-76 0,-6 0 37 0,-2 0-5 16,-3 0-15-16,0 0-3 0,-3 0 1 0,-1 0-6 16,-1 0-19-16,0 0 15 0,0 0 0 0,0 0-192 15,-3-1 107-15,-3-1 44 0,1 0 30 0,-2 0-454 16,4-2 236-16,-3 3 114 0,3-2 57 15,-2 2-410-15,1-1 233 0</inkml:trace>
  <inkml:trace contextRef="#ctx0" brushRef="#br0" timeOffset="178874.29">5665 14962 1516 0,'0'-6'0'0,"-2"2"0"0,2 0 0 0,-5 3 0 0,-1-3 0 0,2 0 0 0,1 2 0 0,-1 1 0 0,2-1 0 0,2 2 0 0,-1 0 164 0,1 0-64 0,0 7-32 16,0 6 0-16,0 5 132 0,0 10-87 0,1-1-38 15,3 7 136-15,1 9-87 0,-1 2-44 0,0 3 9 16,-2 4 66-16,1 3-59 15,-1 1-30-15,-2 2-1 0,0 0-28 0,0-3 8 0,2-3-9 16,-2-3 137-16,0-4-69 0,3-7-34 16,-2-1 1-16,1-3 12 0,1-4-46 0,-1-2-1 15,0-7 13-15,0-3-49 0,-2-2 0 0,0-5 0 0,0-2 0 16,0-3 0-16,0-4 0 16,0 0 0-16,0-2 0 0,-4 0 0 0,1 0 0 0,-2-2 0 0,0-3-115 15,0-4 62-15,1 3 20 16,2 0-277-16,0-2 150 0,2 2 73 0,0 1-568 15,0-1 310-15,0 2 145 0,8-1 86 0,5-1-526 16</inkml:trace>
  <inkml:trace contextRef="#ctx0" brushRef="#br0" timeOffset="180040.13">6533 15038 1349 0,'0'-2'0'16,"0"-1"0"-16,0 1 0 0,0 0 0 0,-2 2 0 0,2 0 0 0,0 0 0 0,0 0 0 0,0 0 0 0,0 7 0 0,0 3 66 0,-2 3 108 0,0 4-69 15,-5 6-34-15,2-4 9 0,-7 9 65 0,-1 0-55 16,-3 0-27-16,1 2 111 0,-7 2-69 0,1-2-25 15,-1 0 57-15,-2-3-50 0,1-1-26 0,-2-3 0 16,3-3 170-16,3-3-89 0,1-2-57 0,1-4-24 16,5-2 245-16,5-5-135 0,1-2-84 0,4 1-87 15,2-2 0-15,0-1 0 0,9 0 0 0,14 0 0 16,5 0 0-16,2-1 0 16,2-2 0-16,4-2 0 0,1 0 0 0,3 3 0 0,-4-1 0 0,1 1 0 15,2 2 0-15,-3 0 0 16,-4 0 0-16,-2 0 0 0,-2 2 0 0,-6 3 0 15,-2 1 0-15,-3 1 0 0,-1-2-71 0,-6 0-394 16,-3 1 215-16,1-2 97 0,-3-1-384 16,-4 0 246-16,1-3 127 0,-2 1 64 0,0-1-206 0,0 0 125 15,0-1 77-15,0-13 34 0</inkml:trace>
  <inkml:trace contextRef="#ctx0" brushRef="#br0" timeOffset="180218.46">6657 15076 2350 0,'-3'0'0'0,"-2"5"0"0,2 1 0 0,-1 4 0 0,-2 2 0 0,1 2 0 0,1 0 0 0,1 4 0 0,-2 1 0 0,5 4 0 0,-5 3 173 0,3 1 280 0,0 2-208 0,0 5-105 16,1-1-51-16,-2 3-37 0,1 0-16 0,1 2 0 16,1-1 1-16,0-1-530 0,0 1 266 0,0 1 140 15,0 1-334-15,0 4 228 0,0-1 115 0,0-1 57 16</inkml:trace>
  <inkml:trace contextRef="#ctx0" brushRef="#br0" timeOffset="180754.92">6639 16254 2403 0,'0'13'0'0,"0"0"0"0,0-3 0 0,0-5 0 0,0-1 0 0,0-4 0 0,0 0 0 0,0 0 0 0,7 0 0 0,4-8 0 0,4-7 142 0,4-5-53 0,0-5 116 16,3-6-84-16,-2 0-34 15,5-10-8-15,0 1-114 0,-4-1 35 0,0-2 1 0,0-3 12 0,-5 7 10 16,4-12 13-16,-3 5-75 16,-1-4 38-16,-2-2 0 0,-1-10 37 0,-4 9-146 0,3-14 66 15,-3 7-10 1,-3 11 33-16,-1-1-110 0,0 12 63 0,-3 6 13 0,-1 4 207 16,-1 5-80-16,0 10-39 0,0 4-4 0,0 5 323 15,0 2-154-15,0 2-92 0,0 2 58 0,0 20-64 16,-1 1-51-16,-1 11-49 0,-1 4 0 0,1 8 0 15,2 2 0-15,0-2 0 0,0 2 0 0,0-6 0 16,2-6 0-16,8-1 0 0,1-1 0 16,0-7 0-16,1-7 0 0,-1-2 0 0,2-6 0 0,0-4 0 15,3-5 0-15,-4-3 0 0,4 0 0 0,-2-6 0 16,4-14 0-16,-4-1 0 0,1-9 0 0,0 3 0 16,-1-7 0-16,-5 4 0 15,0-6-55-15,0 1-106 0,0-1 63 0,-4-7 30 16,0 11 1-16,-1-3 40 0,0 6-9 0,-2 8 0 15,-1 3 194-15,2 6-97 0,-3 3-49 0,0 5-33 16,0 2 201-16,0 2-80 0,0 2-59 0,0 15-24 16,0 8-17-16,0 0 0 0,0 6 0 0,0 0 0 15,0 7 0-15,0 0 0 0,3-3 0 0,5 0 0 16,1 0 0-16,1-5 0 16,-1-2 0-16,2-4 0 0,-2-5 0 0,3 1 0 15,0-6 0-15,-4-1 0 0,4-4 0 0,-5-4 0 16,3 1-96-16,-3-2-136 0,2-1 104 0,-4-3-559 15,0 0 326-15,2 0 162 0,1-3 81 16,-3-7-502-16,0-5 297 0,-3-10 143 0</inkml:trace>
  <inkml:trace contextRef="#ctx0" brushRef="#br0" timeOffset="181074.91">7446 15050 2481 0,'7'-14'0'0,"0"1"0"0,4 2 0 0,-2 0 0 0,0 2 0 0,4 1 0 0,2 2 0 0,3 3 0 0,-1 0 0 0,1 3 0 0,-1 0 221 16,1 0-97-16,-3 9 37 0,0 3-63 0,-2 3-30 16,-3 4-1-16,-2 0 19 0,-7 3-8 0,-1 3-42 15,0 0 5-15,-5-4-5 16,-7 0 1-16,-1-4 8 0,-4-1 82 0,2-4-45 16,-3-2-23-16,3 0 0 0,1-6-34 0,-1 1-25 15,7-3 0-15,-3 0 0 0,6-2 0 0,1 0 0 16,2 0 0-16,2 0 0 0,0 0 0 15,0 0 0-15,6 0 0 0,8 0 0 0,2 0 0 0,1 0 0 16,4 0 0-16,-1 0 0 0,3-2 0 16,-3-2 0-16,3-2 0 0,0 3 0 0,-1-4 0 15,-2 3 0-15,3-3 0 0,0 4 0 0,-3-2 0 16,1 3 0-16,-2 0 0 0,-2-1 0 0,0 3-655 16,-3 0 133-16,0 0 234 0,0 5 131 0,-6 4-691 15</inkml:trace>
  <inkml:trace contextRef="#ctx0" brushRef="#br0" timeOffset="181333.64">7843 15502 3709 0,'-13'10'0'0,"6"-3"0"0,0 3 0 0,0-5 0 0,2-1 0 0,1 0 0 0,4 0 0 0,0-1 0 0,0 2 0 0,9-2 0 0,3-1 145 0,6 2-68 0,0-3-77 0,5 3 0 16,3-3 0-16,-4 2 0 0,4-1 0 0,0-1 0 15,-1-1 0-15,0 0 0 16,3 0 0-16,-8 0 0 0,3 0 0 0,-1 0 0 16,-5 0 0-16,-1 0 0 0,-5 0 0 0,1 0 0 15,-5 0 0-15,-2 0 0 0,-1 0 0 0,-2 0 0 16,1-1 0-16,-3 1 0 0,0-2 0 0,0-1 0 16,0 2 0-16,-5-3-467 0,1 0 140 0,-1 1 145 15,0 1-601-15,-2-2 373 0</inkml:trace>
  <inkml:trace contextRef="#ctx0" brushRef="#br0" timeOffset="182282.98">8616 15458 1726 0,'-25'-8'0'0,"3"2"0"0,5 2 0 0,0-3 0 0,3-3 0 0,3-1 0 0,4-4 0 0,7-1 0 0,0-5 0 0,9 0 0 0,10 1 117 0,8-1 113 0,1 2-101 0,2 4-47 16,4 5-23-16,-2 1 136 0,0 5-79 0,-5 4-31 16,4 0-9-16,-5 0 0 0,-2 14 1 0,-3 2-41 15,-5 5 42-15,-6-2 8 0,0 9-50 0,-6-1 0 16,-3 4 24-16,-1 1-24 0,-4 4 0 0,-10-2 3 15,-4 0-3-15,-3-1 1 16,-5 3-1-16,1-12 58 0,-5 4-29 0,-2-9 9 16,-2 1-38-16,0-8 46 0,0-1-23 0,1-2-58 15,1-4-1-15,6-1 0 0,-1-1 0 0,4-1 0 16,4 0 0-16,6 0 0 0,4 0 0 0,5-2 0 16,0 0 0-16,4 1 0 0,0 4 0 0,10 0 0 15,6 0 0-15,9 3 0 0,3-1 0 0,2 1 0 16,2-2 0-16,3 1 0 0,-1-2 0 0,2-1 0 15,2-1 0-15,-3-1 0 16,0-2 0-16,-4 0-129 0,1 0-20 0,0 0-656 16,-2-2 384-16,2-5 193 0,-2-5 96 0,3-3-532 15,-3-4 306-15</inkml:trace>
  <inkml:trace contextRef="#ctx0" brushRef="#br0" timeOffset="182575.29">9147 15431 2325 0,'0'-4'0'0,"0"4"0"0,-1 0 0 0,-7 6 0 0,0 8 0 0,-3 11 0 0,6 0 0 0,1 3 0 0,2 4 0 0,2 0 0 0,0 2 551 0,2-3-262 16,7-2-126-16,7-3-64 0,0-4 98 0,5-2-81 15,-1-10-30-15,4 1-77 0,1-7 0 0,0-4 27 16,-7 0 1-16,7-1-193 0,-6-13 106 0,2-6 38 16,-7-1 25-16,-5-4-75 0,2 2 49 0,-8-4 25 15,0 5-61-15,-3-8 28 0,0 1-31 0,0 2 23 16,-6-2 132-16,-6 2-52 0,-3-2-26 0,0 0 31 15,-2 3-8-15,-2 4 1 16,1 3-6-16,1 6-45 0,-1 4 50 0,2 3-36 16,0 4-12-16,2 2 0 0,0 0 0 0,5 4 0 15,0 7-73-15,4 4-20 0,1 1 41 0,4 4 31 16,0-1-532-16,0 1 262 0,0-1 103 0,2 3-174 16,3-6 162-16,6 0 82 0,3-1 41 0,2-1-514 15</inkml:trace>
  <inkml:trace contextRef="#ctx0" brushRef="#br0" timeOffset="182810.41">9701 15426 2829 0,'6'3'0'0,"-2"2"0"0,-1 5 0 0,-1 0 0 16,-2 2 0-16,0 3 0 0,0 1 0 0,0 0 0 0,-2 4 0 0,-5 4 0 0,0-2 267 0,-4 3-115 0,1 1-57 0,-3-1 116 15,-1 1-92-15,0-1-41 0,-4 3 0 0,0-2-78 16,-1-2 1-16,3-6 44 0,-5 7-235 0,3-10 113 16,2 0 57-16,-1-4 28 0,4-3-434 0,4-7 173 15,-1-1 132-15,1 0-473 0,3-1 279 0,4-19 139 16,2-7 70-16,0-5-365 0,0-11 223 0,6-6 105 16</inkml:trace>
  <inkml:trace contextRef="#ctx0" brushRef="#br0" timeOffset="182978.87">9555 15195 2632 0,'6'-27'0'0,"0"7"0"0,-3 9 0 0,3 1 0 0,-3 4 0 0,3 4 0 0,-1 2 0 0,5 0 0 0,-1 8 0 0,7 13 0 0,-3 3 336 0,-1 6-141 15,4 11 204-15,-3 0-181 0,0 5-91 0,2 3-103 16,0-2-24-16,4-7 0 0,3 10 0 0,1-11 0 16,2-4 0-16,0-2 0 0,-2-6 0 0,2 4-180 15,-4-3-173-15,-1 2 195 0,-5 3-748 0,-4 0 404 16,-2 8 233-16,-4-4 107 0</inkml:trace>
  <inkml:trace contextRef="#ctx0" brushRef="#br0" timeOffset="183452">9887 16286 2929 0,'-7'15'0'0,"0"-3"0"0,2-3 0 0,2-2 0 0,2-5 0 0,-2-1 0 0,3-1 0 15,0 0 0-15,0-1 0 0,7-10 0 0,7-8 152 0,2-4-58 0,3-5 23 0,4-7-41 0,-1-5 1 16,3-1-32-16,-1-5-30 0,2-1 21 15,-2-3 0-15,-3-1 1 0,2-2-26 0,0-3 9 0,2-6 17 16,-5-1-86-16,1-2 43 16,0-2 0-16,-5 0 43 0,-2 10-87 0,-2 4 36 15,-6 14-30-15,-4 11 1 0,-1 2 10 0,-1 10-1 16,0 5 10-16,0 5 429 0,0 5-295 0,-9 1-110 16,4 11 0-16,-2 15 0 0,3 4 0 0,1 10 0 15,3-1 0-15,0 6 0 16,0 2 0-16,3-1 0 0,4-10 0 0,4 4 0 15,3-6 0-15,0-4 0 0,4-8 0 0,-4-7 0 16,4-1 0-16,0-5 0 0,-3-7 0 0,4-2 0 16,-2 0 0-16,-1-15 0 0,0-6 0 0,-2-5 0 15,0-2 0-15,-3-4 0 0,1-2 0 0,-5-2 0 16,0-3 0-16,2-4 0 0,-7 8 0 0,5 3 0 16,-5 1 0-16,-1 8 0 0,-1 8 0 0,0 3 0 15,0 2 0-15,0 6 0 0,0 3 0 0,-3 1 0 16,-2 7 0-16,3 13 0 0,2 3 0 0,0 3 0 15,0 2 0-15,0 3 0 16,9 1 0-16,2-2 0 0,-1 0 0 0,4-4 0 16,-1 1 0-16,1-3 0 0,-3-6 0 0,4 1 0 15,-2-2 0-15,-1-1 0 0,0-5 0 0,-4 0 0 16,1-1 0-16,-1-4-7 0,-3 2-839 0,-1-4 405 16,-2-1 202-16,0 0-501 0,0-3 356 0,-1 0 174 15</inkml:trace>
  <inkml:trace contextRef="#ctx0" brushRef="#br0" timeOffset="183699.41">10744 15155 3170 0,'4'-13'0'0,"3"5"0"0,3 5 0 0,1-1 0 0,2 2 0 0,2 2 0 0,10 0 0 0,-2 12 0 0,4 5 0 0,5 6 0 0,-8 4 366 15,8 8-170-15,-5 7-79 0,-3 1-35 0,-5 5-82 0,0 7 0 0,-8 0 0 16,-3 1 0-16,-4 5 0 0,-4-5 0 15,0 2 0-15,-4-2 0 0,-13-1 0 0,-4-3 0 16,-3-3 0-16,-1-5 0 0,-5-4 0 0,-2-8 0 16,4-6 0-16,-6-6 0 0,2-3 0 0,1-6 0 15,4-4 0-15,4-3 0 0,2-2 0 16,5-2 0-16,-1 0 0 0,6 0 0 16,2-2-631-16,2-4 168 0,5-1 205 0,2-1 115 15</inkml:trace>
  <inkml:trace contextRef="#ctx0" brushRef="#br0" timeOffset="184291.33">11500 15634 2572 0,'0'-4'0'0,"-1"-3"0"0,1 4 0 0,0 3 0 0,6-1 0 0,5-2 0 0,4 2 0 0,4-1 0 0,3 1 0 0,3-2 0 0,-1 1 369 16,8 0-171-16,-2 1-81 0,-4 1 309 0,2 0-195 15,-5 0-213-15,2 0-18 0,-3 0 0 0,-1 0 0 16,-2 0 0-16,-3 3 0 0,-2-1 0 16,-1-2 0-16,-4 3-461 0,-1-2 149 15,-4 1 174-15,-1 2 87 0,-1 2-939 0,-2 3 482 0</inkml:trace>
  <inkml:trace contextRef="#ctx0" brushRef="#br0" timeOffset="184468.44">11615 15852 3144 0,'-11'9'0'0,"4"2"0"0,1-1 0 0,0-3 0 0,3-1 0 0,3-2 0 0,0 1 0 0,0-2 0 0,5 3 0 0,12-1 0 0,6-4 135 0,1-1 427 0,0 0-472 0,7 0-90 16,-1 0 0-16,-2 0 0 0,2 0 0 0,-4 0 0 16,-1 0 0-16,0 0 0 0,0 0 0 0,-4 0 0 15,0 0-606-15,-5 0 233 0,2 0 213 0,-4 4-843 16,4 2 484-16</inkml:trace>
  <inkml:trace contextRef="#ctx0" brushRef="#br0" timeOffset="184856.6">12663 15243 2803 0,'-11'-17'0'0,"4"11"0"0,1 5 0 0,-5 1 0 0,0 0 0 0,-5 0 0 0,2 7 0 0,-4 10 0 0,2 8 0 0,-9 11 0 0,1 6 531 0,1 9-238 0,-5 11-133 16,4 2-16-16,1 3-144 15,1 5 0-15,2 0 0 0,8 0 0 0,3 2 0 16,5-5 0-16,4-5 0 0,0-10 0 0,4-8 0 16,12 4 0-16,-1-18 0 0,4-1 0 0,3-9 0 15,1-5 0-15,-5-7 0 0,7-5 0 0,-2-5 0 16,3 0 0-16,-3-8 0 0,-3-13 0 15,-3 4 0-15,2-8 0 0,-6-1 0 0,-4-3 0 16,-5 1 0-16,-2-3 0 0,-2 4 0 0,0-3 0 16,-13 5 0-16,-2 0 0 0,-5 6 0 0,-3 5 0 15,0 5 0-15,-9 0 0 0,2 6 0 0,0 2 0 16,-2 1 0-16,2 0 0 0,8 7 0 0,-1 2 0 16,4 0 0-16,6 0 0 0,3-3 0 15,5 2 0-15,3-2 0 0,2 1 0 0,0 1 0 0,2-1-276 16,10 1-179-16,2-1 209 15,6 1-400-15</inkml:trace>
  <inkml:trace contextRef="#ctx0" brushRef="#br0" timeOffset="185498.14">13323 15426 1481 0,'-12'-14'0'0,"3"7"0"0,0 2 0 0,1 2 0 0,2 1 0 0,1 2 0 0,1 0 0 0,-1 5 0 0,1 11 0 0,0 11 0 0,0 2 336 0,-2 8-149 16,1 8-75-16,0 0 281 0,-1 5-178 0,0 1-80 15,2-2-53-15,2-1 253 0,2-1-148 0,0-4-76 16,0-5-36-16,2 0 132 0,6-2-132 0,5-3-75 16,4-5 0-16,2-1 0 0,0-3 0 0,-1-5 0 15,5 3 0-15,0-5-101 16,-2-3 66-16,-5-3-636 0,1-3 342 0,1 2 97 15,-2-2 112-15,-3-1-562 0,-6-3 323 0,5 1 161 16,-7-3 71-16</inkml:trace>
  <inkml:trace contextRef="#ctx0" brushRef="#br0" timeOffset="185883.37">13627 15583 2172 0,'0'-1'0'0,"0"1"0"0,0 0 0 0,0 0 0 0,0 1 0 0,0 6 0 0,0 3 0 0,0 3 0 0,0 0 0 0,-2 2 0 0,0 0 131 0,-4 1 68 0,1-4-80 16,-2 2-31-16,-2-3-10 0,0 0 81 0,2-5-61 16,-2 2-29-16,1-3-1 0,1-1 56 0,1-2-48 15,2-2 1-15,3 1 164 16,-1-1-101-16,2 0-51 0,0 0-86 0,5 0-3 0,8 0 0 15,6 0 0-15,2 0 0 0,-1 0 0 16,5 3 0-16,3 2 0 0,-3 2 0 0,-1 4 0 0,-2 1 0 16,1 1 0-16,-6 2 0 15,-2 2 0-15,-3 2 0 0,0 1 0 0,-6 1 0 0,-4 2 0 0,-2-1 0 16,0 5 0-16,0-9 0 16,-13 5 0-16,-1-6 0 0,-2 3 0 0,-1-7 0 15,-2 2 0-15,-2-5 0 0,0-3 0 0,1-2 0 16,-1 0 0-16,2-5 0 0,3 0-64 0,-2 0-23 15,4 0-604-15,0-7 327 0,5-8 163 0,2-6-284 16,3-7 229-16,0-8 109 0</inkml:trace>
  <inkml:trace contextRef="#ctx0" brushRef="#br0" timeOffset="186026.76">13586 15577 2536 0,'7'0'0'0,"3"0"0"0,-1 0 0 0,0 0 0 0,1 0 0 0,5 0 0 0,0 0 0 0,3 0 0 0,3 0 0 0,4 0 0 0,-1 0 106 0,-1 0-123 16,8 2 22-16,-2 2 1 0,1 2 32 0,-2-2-616 0,-3 2 308 16,-5 0 164-16,1 1 67 15</inkml:trace>
  <inkml:trace contextRef="#ctx0" brushRef="#br0" timeOffset="186218.42">14111 15677 2236 0,'6'6'0'0,"-4"1"0"0,1 1 0 0,-2-1 0 16,1 3 0-16,-2 0 0 0,0 1 0 0,0 2 0 0,0 1 0 0,0 4 0 0,0 2 167 0,0 5-65 0,0-5 338 0,-8 9-206 0,1-5-98 0,-4 2-48 15,1 0 134-15,-1-1-91 16,2-4-37-16,0-1-13 0,-2-3-220 0,1 0 86 16,0-1 46-16,-1-4-486 0,0-3 275 0,2 1 123 15,-2-4 67-15,4-1-363 0,0-3 108 0,-1 0 135 16,2-2-598-16</inkml:trace>
  <inkml:trace contextRef="#ctx0" brushRef="#br0" timeOffset="186490.36">14031 15352 3525 0,'0'-16'0'16,"0"10"0"-16,0 4 0 0,0 0 0 0,0 2 0 0,0 0 0 0,0 2 0 0,2 13 0 0,5 11 0 0,8 7 0 0,-1 8 321 0,2 4-236 0,0 5-85 16,2 11 0-16,-1-11 0 0,2 6 0 0,-1 0 0 15,2-2 0-15,2-4 0 16,0-2 0-16,-1-7 0 0,6 4 0 0,-3-10 0 0,-2-2 0 0,1-5 0 16,0-1 0-16,-7-6 0 15,7-1 0-15,-6-4 0 0,-2-4-5 0,-2-3-125 0,-3-4-338 0,-1-1 204 16,-4-2 118-16,2-2 54 15,-6 0-591-15,1-6 322 0,-2-11 161 0,0-8-392 0</inkml:trace>
  <inkml:trace contextRef="#ctx0" brushRef="#br0" timeOffset="186794.18">14407 15382 2496 0,'0'-21'0'0,"0"6"0"0,3 3 0 0,8-2 0 0,3 3 0 0,2 3 0 0,4 2 0 0,2 5 0 0,2 1 0 0,1 0 0 0,-4 1 226 0,1 13-99 0,-2 3-44 16,-4 3 34-16,-3 3-39 0,-6 1-1 0,-5 5 1 16,-2 1-9-16,0-1-31 15,-9-2-24-15,-6-1 24 0,-4-5 0 0,3-4 10 16,-4-2 89-16,-1-3-50 16,3-6-24-16,-1 1 0 0,5-4-9 0,2 1-54 0,-1-4 0 0,6 0 0 15,0 0 0-15,4 0 0 0,1 0 0 16,2 0 0-16,0 0 0 0,2 0 0 0,13 0 0 0,5 0 0 15,1 0 0-15,5 0 0 16,1 0 0-16,-1 0 0 0,0 0 0 0,2 0 0 0,-7 0 0 0,6 0 0 16,-5 0 0-16,-2 0 0 15,-1 0 0-15,1 0-305 0,-6 0 70 0,-1 6-839 16,1 3 518-16</inkml:trace>
  <inkml:trace contextRef="#ctx0" brushRef="#br0" timeOffset="187360.63">14954 15837 2528 0,'-18'-3'0'0,"7"2"0"0,8-1 0 0,0 2 0 0,1 0 0 0,2 0 0 0,0 0 0 0,6 0 0 0,9-2 0 0,8 2 0 0,1-2 297 15,4 2-130-15,6-1-54 0,2 1 254 0,-1 0-164 16,3 0-83-16,-1 0 16 0,3 0-136 0,-2 0 0 16,-1 0 0-16,-3 0 0 0,-2 0 0 0,-2 5 0 15,-7-2-262-15,-1 3 54 0,-5-2 118 0,-4 4 64 16,-4-4-868-16,-1 1 430 0,-5 1 199 15,-1-1 104-15,-2-1-472 0</inkml:trace>
  <inkml:trace contextRef="#ctx0" brushRef="#br0" timeOffset="187552.47">15227 15426 2529 0,'-6'5'0'0,"-1"10"0"0,4 12 0 0,-3 1 0 0,1 4 0 0,0 1 0 0,1 13 0 0,4-4 0 0,0-3 0 0,0 9 0 0,0-3 85 0,0 3 299 16,0 0-173-16,0-3-86 0,0-5-34 0,2 6-156 16,0-10 53-16,0-1 24 0,2-4-463 0,0-9 244 15,0 1 132-15,-1-7 53 0,1-2-649 16,0-4 335-16,1-5 169 0,2-5-525 0</inkml:trace>
  <inkml:trace contextRef="#ctx0" brushRef="#br0" timeOffset="187894.9">15485 15577 1961 0,'13'-11'0'0,"4"4"0"0,-1-1 0 0,3 1 0 0,2 0 0 0,3 1 0 0,1 2 0 0,-1 4 0 0,1 0 0 0,-5 0 0 0,3 4 143 0,-6 7-57 0,-2 2 0 16,-3 0-74-16,-7 3-1 0,-3 2 28 0,-2 0 51 15,-4 3-10-15,-13-2-42 16,-1-2 1-16,-5 0 194 0,0-2-97 0,0-2-40 15,1-1-33-15,1-3 103 0,6-1-65 0,6-3-31 16,2-3 231-16,1 0-122 0,4-1-178 0,2 1-1 16,0-2 0-16,9 2 0 15,9-1 0-15,4 2 0 0,6 0 0 0,-2 0 0 0,1 2 0 16,-3 2 0-16,-4 3 0 0,-1 2 0 0,-4-1 0 16,-3 3 0-16,-7 4 0 0,-3-2 0 0,-2 3 0 15,0-2 0-15,-7 1 0 0,-9-2 0 0,0 0 0 16,-7-1 0-16,2-1 0 0,3-4 0 0,-5-1 0 15,2 1 0-15,1 0 0 0,1-3-467 16,5-2 150-16,-2 4 117 0,3-1 87 0,1 1-654 16,1 6 364-16,2 4 183 0</inkml:trace>
  <inkml:trace contextRef="#ctx0" brushRef="#br0" timeOffset="188396.43">15540 16546 2930 0,'-5'6'0'0,"1"-4"0"0,2-2 0 0,-1 0 0 0,1 0 0 0,2-2 0 0,0-7 0 0,2-6 0 0,12-4 0 0,2-3 0 0,7-3 281 0,1-5-112 15,8-5-70-15,0-1-30 0,0-2-117 0,2-1 44 0,-2 1-1 16,-6 3-36-16,6-13 35 0,-4 7 1 16,-1-4 43-16,-6 0-29 0,2-3 0 0,-2-2 39 15,-3 2-102-15,2 0 45 0,-6 4-45 0,-2 10 35 16,-1 0-23-16,-6 12 1 0,-1-1 23 0,-2 10 15 15,1 3 335-15,-3 2-157 0,0 7-66 0,0 1-97 16,-3 0-12-16,-3 9 0 16,-1 16 0-16,0 5 0 0,0 8 0 0,2-3 0 15,0 12 0-15,1-3 0 0,4 2 0 0,0-2 0 16,0-9 0-16,0 2 0 0,9-4 0 0,5-7 0 16,-2-9 0-16,4-2 0 0,-2-5 0 0,4-7 0 15,-2-3 0-15,0 0 0 0,2-12 0 0,-3-6 0 16,0-7 0-16,-1-3 0 0,-2-3 0 15,2-4 0-15,-3-2 0 0,0-1 0 0,-1-5 0 0,-3 9 0 16,2-3-27-16,-2 4-37 16,0 2-36-16,-5 12 31 0,0 6-1 0,0 2 293 0,-2 3-126 0,0 4-87 15,0 4-10-15,0 0 0 16,0 12 0-16,0 6 0 0,0 7 0 0,0 0 0 16,0 4 0-16,0 2 0 0,1-1 0 0,5 1 0 15,-1 0 0-15,4-3 0 0,0-1 0 0,0-7 0 16,1 0 0-16,3-3 0 0,-3-4 0 15,4-4 0-15,-1-2 0 0,-4-4-595 0,1-1 192 0,-1-2 173 16,-2 0-502-16,2 0 347 0,-2-4 173 16,-2-9 87-16,-1-4-422 0</inkml:trace>
  <inkml:trace contextRef="#ctx0" brushRef="#br0" timeOffset="188682.21">16454 15491 2105 0,'10'-17'0'0,"2"8"0"0,3 0 0 0,0-1 0 0,3 4 0 0,0 3 0 0,3 0 0 0,4 2 0 0,-5 1 0 0,8 0 0 16,-7 0 122-16,0 5-41 0,-3 7 0 0,-2-1 132 0,-7 2-78 0,-4 2-53 15,-3 3 46-15,-2-2-45 0,0 0 0 0,-16 4-45 16,2-7 178-16,-3-1-93 0,-2 1-43 0,0-3 1 16,3-2 199-16,0-3-280 0,5 1 0 0,2-3 0 15,1-2 0-15,4 1 0 0,1-2 0 0,3 0 0 16,0 0 0-16,1 0 0 0,11 0 0 0,7 0 0 15,3 0 0-15,3 0 0 0,0 0 0 0,8-2 0 16,-3 1 0-16,0-2 0 16,2 0 0-16,-2 0-75 0,-3 2-152 0,5 1-714 15,-12 0 452-15,3 0 225 0,-7 7 113 0</inkml:trace>
  <inkml:trace contextRef="#ctx0" brushRef="#br0" timeOffset="188853.67">16835 15859 3082 0,'-17'6'0'0,"6"1"0"0,3-2 0 16,1 0 0-16,3-4 0 0,4 3 0 0,0-2 0 0,5 0 0 0,15 0 0 0,6-2 0 0,2 0 242 0,4 0-102 0,4 0 327 0,-1 0-467 0,2 0 0 0,-1 0 0 0,0 0 0 0,-4-2 0 16,-2 0 0-16,-6 0 0 15,0 1-16-15,-4-2-99 0,-4 3-371 0,-4 0 262 16,-3 3 132-16,-4 4-29 0</inkml:trace>
  <inkml:trace contextRef="#ctx0" brushRef="#br0" timeOffset="189450.29">17518 15698 1671 0,'-7'-17'0'0,"5"2"0"0,2 5 0 0,0-1 0 0,4 0 0 0,11 0 0 0,2 1 0 0,7-1 0 0,2 3 0 0,4 3 0 0,-5 3 305 0,7-1-138 16,-11 3-65-16,1 0-32 0,-2 10 41 0,-4 5-37 0,-5 5 10 0,-4 5 27 16,-7 2-37-16,0 3 0 15,-9 8-61-15,-12-3 25 0,-1-4 9 0,-10 10-9 16,-2-8 59-16,0 1-29 0,-2-2 0 0,-1-4-31 16,5-7 116-16,-2-1-62 0,4-1-27 0,7-8 0 15,2 2 173-15,5-8-164 0,7-2-73 0,3-1 0 16,2-2 0-16,4 0 0 0,0 0 0 0,2 0 0 15,12 0 0-15,8-4 0 0,2-1 0 0,4-1 0 16,4 0 0-16,2 1 0 0,2 1 0 0,0 2 0 16,-2 0 0-16,-3 0 0 15,1 2 0-15,-3 0 0 0,-3 0 0 0,4 0 0 16,-10 0-361-16,3 2 138 0,-2 2-328 0,-3 0 256 16,-1-3 119-16,0-1 74 0,-2 0-618 0,2 0 340 15</inkml:trace>
  <inkml:trace contextRef="#ctx0" brushRef="#br0" timeOffset="189645.83">18083 15743 2236 0,'4'-17'0'0,"3"7"0"0,-4 0 0 0,-1 8 0 0,0-1 0 16,0 3 0-16,-1 0 0 0,1 14 0 0,-2 7 0 0,0 4 0 0,0 1 180 0,-2 7 387 0,-7 1-264 0,-4 7-133 0,2-7 80 0,-7 9-110 0,4-6-55 0,0-5-85 15,-2 4-56-15,-2-4 13 0,0-1 50 16,1-8-9-16,-2 0-134 0,2-7 88 0,-4-2 42 0,5-3 0 15,-1-5-466-15,2-5 151 16,1-1 162-16,3 0-479 0,4-8 299 0,5-16 142 0,2-8-303 0,0-10 232 16,2-7 114-16</inkml:trace>
  <inkml:trace contextRef="#ctx0" brushRef="#br0" timeOffset="189819.19">17986 15423 3055 0,'9'-34'0'0,"-1"11"0"0,0 9 0 0,-1 5 0 0,-2 3 0 0,3 5 0 0,2 1 0 0,1 3 0 0,6 16 0 0,-1 4 0 0,7 8 236 0,-2 4-99 16,1 4 366-16,1 4-503 0,-2 2 0 0,0 4 0 0,0-4 0 0,2 0 0 16,-4-2 0-16,1 1 0 15,0-6 0-15,-4-1 0 0,5 4 0 0,-7-8 0 16,0 1-14-16,1 0-89 0,-5 0-875 0,-1 2 464 16,-4-1 233-16,-3 1 122 0</inkml:trace>
  <inkml:trace contextRef="#ctx0" brushRef="#br0" timeOffset="190261.02">18262 16505 2778 0,'-9'6'0'0,"1"2"0"0,2-5 0 0,3-1 0 0,1-1 0 0,0-1 0 0,2 0 0 0,0-1 0 0,5-10 0 0,15-7 0 0,0-2 193 0,8-10 127 0,2-2-141 0,0-2-61 16,4-3-45-16,0-4-55 0,-2-1 20 0,0-1 0 15,-2-3-113-15,-1 2 66 0,-4-2 19 0,0-2-1 16,-4-3-64-16,-1 1 46 0,1-4 0 0,-4 6 57 15,-2 3-153-15,-5 13 66 16,-7 8-26-16,1 2 239 0,-4 10-100 0,0 4-35 0,0 5-5 0,0 3 120 16,-10 0-154-16,3 15 0 15,-4 9 0-15,5 3 0 0,4 3 0 0,2 2 0 16,0 3 0-16,0 2 0 0,2-2 0 0,9-2 0 16,2-5 0-16,6-3 0 0,0-6 0 0,-3-8 0 15,5-2 0-15,4-7 0 0,-3-2 0 0,3-4 0 16,-3-13 0-16,1-5 0 0,-5-3 0 0,0-3 0 15,-4-2 0-15,2-2 0 0,-5-1 0 0,-2-1 0 16,1 0 0-16,-5 0 0 16,1 7 0-16,-4 6 0 0,-1 1-26 0,-1 9 52 15,0 4-26-15,0 1 0 0,0 4 0 0,0 2 0 16,-1 6 0-16,-1 16 0 0,2 5 0 0,0 3 0 16,0 2 0-16,2 2 0 0,9-1 0 0,4 1 0 15,1-4 0-15,2-2 0 0,1-4 0 16,-1-1 0-16,-1-7 0 0,0-1 0 0,0-4 0 0,-1-4 0 15,-5-3-705-15,-4 1 285 16,0-3 191-16,-3 0 96 0,-1-2-568 0,-3 0 337 16,0 0 162-16</inkml:trace>
  <inkml:trace contextRef="#ctx0" brushRef="#br0" timeOffset="190450.53">19284 15472 2659 0,'12'-18'0'0,"2"8"0"0,5 9 0 0,3 1 0 0,1 0 0 0,2 4 0 0,1 15 0 0,4 14 0 0,-5 1 0 0,-4 7 0 0,0 5 841 0,-8 7-410 0,-1 4-431 16,-6 8 0-16,-5-1 0 0,-1 0 0 0,-3 1 0 15,-11-8 0-15,-8 11 0 0,3-20 0 0,-6 3 0 16,-1-7 0-16,-4-10 0 0,3-11 0 0,-14 2 0 16,6-5 0-16,-2-1-31 0,-4 1-181 0,-3-4-1109 15</inkml:trace>
  <inkml:trace contextRef="#ctx0" brushRef="#br0" timeOffset="195693.61">1977 15099 2288 0,'-17'-17'0'0,"-1"8"0"0,6 2 0 0,-1 4 0 0,1-1 0 0,5 0 0 0,1 3 0 0,3-1 0 0,3 2 0 0,0 0 0 0,3 3 418 0,15 13-191 0,9 7-95 15,3 10-39-15,6 4 335 0,6 15-195 0,1 5-121 16,1 9-112-16,5 11 0 0,-10-11 0 0,3 7 0 15,1 1 0-15,0-3 0 0,-3-2 0 0,-4-4 0 16,-4-6 0-16,2 6 0 0,-8-14 0 0,-2-1 0 16,-1-7 0-16,-8-11 0 0,-3-5 0 15,1-2 0-15,-10-10 0 0,0-4 0 0,-1-5-2 0,-2-4-381 16,-3-2 166-16,-12 0 90 16,-4-8-279-16,0-4 185 0,-3-4 92 0</inkml:trace>
  <inkml:trace contextRef="#ctx0" brushRef="#br0" timeOffset="196102.22">1069 15392 3346 0,'-12'-11'0'0,"12"9"0"0,0 0 0 0,0-3 0 0,2-2 0 16,13 0 0-16,6 0 0 0,3 1 0 0,6 2 0 0,2 2 0 0,1 2 184 0,5 0-74 0,2 0 181 15,-3 10-291-15,-2 4 0 0,-2 7 0 0,-1 7 0 16,-7 6 0-16,-9 1 0 0,-4 11 0 0,-7-1 0 16,-5 2 0-16,0 0 0 0,-10-2 0 0,-8-5 0 15,-6 6 0-15,-4-9 0 0,-4 1 0 0,-6-9 0 16,0-3 0-16,3-7 0 0,-9-1 0 0,12-6 0 15,-2-5 0-15,9-3 0 0,1-3 0 0,8-1 0 16,4 0 0-16,7 0 0 0,2 0 0 0,3 0 0 16,0-1 0-16,17-3 0 0,16 0 0 0,5 1 0 15,4-1 0-15,5 1 0 0,1 2 0 0,3 0 0 16,1 1 0-16,1 0 0 16,2 0 0-16,2 0 0 0,8-3 0 0,-7 2 0 15,19-1 0-15,-1-4 0 16,3 2 0-16</inkml:trace>
  <inkml:trace contextRef="#ctx0" brushRef="#br0" timeOffset="196821.87">12237 15292 2797 0,'-4'-16'0'0,"2"4"0"0,2 4 0 0,0 1 0 0,0 3 0 0,0 2 0 0,2 2 0 16,12 6 0-16,2 18 0 0,5 14 0 0,-3 7 360 0,3 7-152 0,2 13 358 0,-2-4-566 0,-3 2 0 15,3-2 0-15,-2 1 0 0,0-7 0 0,2 12 0 16,-1-5 0-16,-1-3 0 0,-2-10 0 0,3 1 0 16,-4-8 0-16,4 4 0 0,-7-13 0 0,0-4 0 15,-3-7 0-15,-1-2 0 0,-5-5 0 0,0-3-158 16,-3-2-280-16,-1-4 199 0,0-2 102 0,0-3-536 16,-3-1 308-16,-4 0 169 0,-1-1-448 0</inkml:trace>
  <inkml:trace contextRef="#ctx0" brushRef="#br0" timeOffset="197289.43">12799 15226 2518 0,'-10'-13'0'0,"6"4"0"0,4 2 0 0,0-3 0 0,0-2 0 0,2 3 0 16,8-2 0-16,3 2 0 0,8 1 0 0,1 1 0 0,1 1 116 0,5 2-44 0,-7 4 0 0,3 0 1 0,-2 0-36 0,-1 8 0 16,-4 5-113-16,-4 4 51 0,-4 1 32 15,-5 5-1-15,-4 3-116 0,0-2 74 16,-4-1 45-16,-12 4 79 0,-3-3-31 0,-2-2-30 15,-1-2-54-15,1-4 413 0,-7 3-188 0,5-5-85 16,9-7-35-16,-4 0 164 0,9-2-173 0,2-2-69 16,0-2 0-16,6-1 0 0,1 2 0 0,0 1 0 15,4-3 0-15,11 3 0 0,4-2 0 0,1 4 0 16,1 1 0-16,4 2 0 0,-7 2 0 0,1 3 0 16,-5 2 0-16,-2 6 0 0,-4 2 0 0,-7 1 0 15,-1 3 0-15,0-1 0 16,-14-1 0-16,-5 2 0 0,-8 0 0 0,-1-5 0 15,-4-3 0-15,-2-3 0 0,1-2 0 0,-3-5 0 16,1-6 0-16,-1 0 0 0,1-3 0 0,10 0 0 16,0 0 0-16,6-10 0 0,6-5 0 15,6-4 0-15,4-7 0 0,3-1 0 0,10-10-593 0</inkml:trace>
  <inkml:trace contextRef="#ctx0" brushRef="#br0" timeOffset="200013.6">21408 15776 2606 0,'-7'-4'0'16,"3"-5"0"-16,2 2 0 0,2 0 0 0,0-1 0 0,2-2 0 0,11 4 0 0,6-4 0 0,7 0 0 0,1 3 0 0,-2 2 209 0,5-2-87 0,0 2-42 15,1 3 9-15,-1 0-83 16,-2 0-1-16,0 2 32 0,-1 0 0 0,-6 0-94 0,-1 2 56 0,-3 7 14 0,-3 3-81 0,-3 1 52 15,-8 2 26-15,-1 4 1 16,-2 1-21 0,0 2-27-16,-14 2 27 0,-2-4-12 15,-5 1 28-15,1-1-30 0,-1-6 11 0,-4 2 173 0,3-2-75 0,2-5-30 0,-1 0 0 0,3-3 199 0,5-2-91 16,4 0-68-16,4-4-4 16,0 1-91-16,5-1 0 0,0 0 0 0,9 0 0 15,12 0 0-15,4 0 0 0,3 0 0 0,4 0 0 0,4 2 0 0,-1 2 0 31,2 4 0-31,-4 1 0 0,-2 2 0 0,-3 3 0 0,-6 2 0 0,-5 0 0 16,-3 2 0-16,-3 2 0 16,-6 0 0-16,-3 0 0 0,-2 3 0 0,-2-3 0 0,-15 0 0 0,-3 0 0 0,-5-1 0 0,-5-4 0 15,-2-3 0-15,-3-2 0 16,-9 1 0-16,12-7 0 0,-5 0 0 0,-1-2 0 16,3-2 0-16,1 0 0 0,4 0 0 15,7 0 0-15,-2-2 0 0,6-7 0 16,8-1 0-16,2-3 0 0,6 0-213 15,3-2 28-15,0 0-629 0,1 0 389 16,16-2 185-16,4 0 106 16,3 1-322-16</inkml:trace>
  <inkml:trace contextRef="#ctx0" brushRef="#br0" timeOffset="200366.05">22095 15639 2815 0,'0'0'0'0,"0"0"0"0,0 0 0 0,0 0 0 0,-2 2 0 0,2 6 0 0,0 5 0 16,-2 4 0-16,1 2 0 0,-3 8 0 0,2-7 174 0,-3 7-74 0,-1 1 113 15,3-8-89-15,-2 2-43 0,0 1 0 0,-1-5 99 0,1 0-76 0,1-6-45 0,0-2-59 16,1-2 0-16,1-5 0 0,2 1 0 0,0-2 0 16,0 0 0-16,0 0 0 0,0 0 0 15,7 0 0-15,6-1 0 0,4 4 0 16,0-2 0-16,7 4 0 0,-1 2 0 0,2 1 0 15,-3 4 0-15,4 1 0 0,-1 2 0 0,-4-1 0 16,-1 3 0-16,-3 0 0 0,-4-2 0 0,-1 3 0 16,-5 3 0-16,-5-3 0 0,-1 3 0 0,-1-3 0 15,0 1 0-15,-10-2 0 0,-4-2 0 0,-4 0 0 16,-3-4 0-16,0-2 0 16,-1-2 0-16,-8 0 0 0,2-4 0 0,-3-1 0 0,3-3 0 0,0-1 0 15,7 0 0-15,-2-1 0 16,1-13 0-16,5-6-1 0,4-5-805 0,3-6 385 15,7-8 183-15,-1-9 105 0,2 1-679 0</inkml:trace>
  <inkml:trace contextRef="#ctx0" brushRef="#br0" timeOffset="200504.43">22036 15809 2109 0,'9'-8'0'0,"4"4"0"0,2 2 0 0,-2-2 0 0,1 0 0 0,0 1 0 0,5-1 0 0,1 0 0 0,1 3 0 0,8-2 0 0,-5 3 330 0,5 0-146 16,-1 0 90-16,-1 0-118 0,6 0-51 0,-4 0-605 15,1 0 268-15,2 3 134 0,-4 1 68 16,1-2-370-16,-5 4 228 0</inkml:trace>
  <inkml:trace contextRef="#ctx0" brushRef="#br0" timeOffset="200732.51">22725 15846 2896 0,'0'2'0'0,"2"2"0"0,0 1 0 0,-1 3 0 0,1 2 0 0,0 1 0 0,0 2 0 0,-2 4 0 0,0 4 0 0,0 5 0 0,0-1 278 0,-2 4-120 0,-7 1-61 0,0 0 195 15,-1-2-118-15,-1 1-138 0,-5-2-36 0,2 0 0 16,-5 0 0-16,-3-1 0 0,-3 0 0 16,-1-3 0-16,-3-3 0 0,3-1 0 0,8-8-41 0,-1-2-110 15,6-6 103-15,-1 0 34 16,7-3-695-16,1 0 343 0,6-11 125 0,0-11-432 0,0-5 309 15,10-11 168-15</inkml:trace>
  <inkml:trace contextRef="#ctx0" brushRef="#br0" timeOffset="200963.92">22608 15522 3039 0,'6'-14'0'0,"-1"7"0"0,2 3 0 0,-4 1 0 0,4 3 0 0,-1 0 0 0,1 0 0 0,7 15 0 0,-1 7 0 0,6 10 0 0,-3 4 421 0,5 6-182 0,0 5-106 15,4 6-34-15,0 7-99 0,3-5 0 0,-1-1 0 16,-2-7 0-16,3 5 0 0,0-1 0 0,2-4 0 16,-2-2 0-16,-3-3 0 0,-3-5 0 0,1 4 0 15,-6-11 0-15,-1 0 0 0,-2-4 0 16,-3-5 0-16,-4-3-129 0,1-8 6 0,-5-2-613 0,0-4 349 31,-1-4 175-31,-2 0 88 0,0-2-424 0,0-17 260 0,0-6 125 0,-8-6 64 16</inkml:trace>
  <inkml:trace contextRef="#ctx0" brushRef="#br0" timeOffset="201296.16">23056 15516 2509 0,'5'-14'0'0,"2"3"0"0,3 2 0 0,0-1 0 0,1 3 0 0,-1 1 0 0,4 5 0 0,1 1 0 0,2 0 0 0,-2 3 0 0,2 9 166 0,-1 3-65 0,0 1 262 0,-3 2-168 15,0-1-79-15,-4 3-40 0,-1 0 56 0,-7 1-47 16,1-1-15-16,-2-1-10 0,0 2-2 0,-7-2-58 16,-6-3 0-16,0-2 0 0,-2-1 0 0,-1-4 0 15,2 1 0-15,0-5 0 0,2 0 0 0,2-2 0 16,0-1 0-16,5 0 0 16,1-2 0-16,1 2 0 0,3-2 0 0,0 0 0 0,0 3 0 15,1 0 0-15,12 3 0 0,6-2 0 0,4 1 0 16,4 4 0-16,1-4 0 0,0 1 0 0,4-1 0 15,-2 1 0-15,2-2 0 0,-8-2 0 0,7 0 0 16,-10-2 0-16,2 0 0 16,-5 0 0-16,-2 0 0 0,-7 0 0 0,0 0 0 15,-2 0 0-15,-4 0-31 0,1 0-357 0,-2 7 176 16,0 3-773-16</inkml:trace>
  <inkml:trace contextRef="#ctx0" brushRef="#br0" timeOffset="210449.93">23756 16119 2810 0,'-11'-2'0'0,"3"0"0"0,3 2 0 0,3 0 0 0,-1 0 0 0,3 0 0 0,0 0 0 0,0 0 0 0,3 0 0 0,13 0 0 0,5 2 172 0,1 0 216 15,1-1-167-15,7 1-96 0,0 1-44 0,2-3 53 16,0 0-134-16,0 0 0 0,0 0 0 0,-2 0 0 16,0 0 0-16,-4 0 0 0,-5 0 0 0,1 0 0 15,-3 0 0-15,-3 0 0 16,-5 0 0-16,0 0-97 0,-3 0 27 0,-1 0-809 0,-1-3 411 0,1-4 221 16,-2-3 105-16,2-2-529 0,-2-6 316 0</inkml:trace>
  <inkml:trace contextRef="#ctx0" brushRef="#br0" timeOffset="210817.36">24263 15806 2687 0,'0'-5'0'0,"2"4"0"0,0-4 0 0,0 4 0 0,7-3 0 0,3 1 0 0,2 2 0 0,9-1 0 0,2-1 0 0,-5 2 0 0,10 1 206 16,-4 0-75-16,5 0-52 0,-2 0 0 0,-2 6-1 0,-1 2-41 0,-5-1-69 15,-3 3 44-15,0-1-9 16,-9 4 34-16,-4 0-115 0,-3 4 58 0,-2 2 28 15,-2-2 9-15,-12 3-13 0,-4-1 6 0,0-2 21 16,-3-3 168-16,4-2-103 0,-1 0-43 0,2-3-5 16,7-2 198-16,0-3-246 0,3 0 0 0,4-4 0 15,2 2 0-15,0 1 0 0,6-2 0 0,10 0 0 16,7 1 0-16,0 2 0 0,-1 0 0 0,8 3 0 16,-2 1 0-16,-3 3 0 15,0 2 0-15,-6 3 0 0,-3 2 0 0,0 5 0 16,-7-1 0-16,-6 2 0 0,-1 1 0 0,-2 0 0 15,0-5 0-15,-14 6 0 0,0-3 0 0,-5-2 0 16,-3-5 0-16,-5-1 0 0,-2-1 0 0,4-5 0 16,-4-4 0-16,1-1 0 0,0-4 0 0,8 0 0 15,-3 0 0-15,3 0 0 0,6-6 0 0,4-9-117 16,4-6-50-16,6-6-741 0,0-5 440 0,11-8 215 16,7 3 109-16</inkml:trace>
  <inkml:trace contextRef="#ctx0" brushRef="#br0" timeOffset="211092.01">25020 15719 2497 0,'13'0'0'0,"-4"0"0"16,-5 7 0-16,-3 4 0 0,-1 3 0 0,0-2 0 0,-10 5 0 0,-1 0 0 0,-4 1 0 0,2-2 0 0,-3 1 110 0,-1-4 201 0,2 1-138 0,0-3-68 15,0-2 116-15,3-3-97 0,4-3-44 16,0-1 1-16,3-1 148 15,3 2-229-15,0-3 0 0,2 0 0 0,0 0 0 0,11 2 0 0,8-1 0 0,3 2 0 16,1 0 0-16,7 3 0 16,-1 0 0-16,1 3 0 0,3-1 0 0,-1 1 0 15,1 1 0-15,2 0 0 0,-1-3 0 0,-2 2 0 16,-2-1 0-16,0-5 0 0,-8 0 0 0,0 2 0 16,-2-2-180-16,-8 1-205 0,-1-1 174 0,-2-2 87 15,-6 0-283-15,-1-1 190 0,-2 0 91 0,0-2-603 16</inkml:trace>
  <inkml:trace contextRef="#ctx0" brushRef="#br0" timeOffset="211267.49">25267 15705 2634 0,'-10'-7'0'0,"0"4"0"0,5 2 0 0,-1 1 0 0,0 0 0 0,6 11 0 0,0 3 0 0,0 3 0 0,0 7 0 0,0 3 0 0,2 6 192 0,3 6-77 0,-2 3 472 0,-1-5-266 15,-2 12-239-15,0-4-82 0,0-2 0 0,0-1 0 16,-6-1 0-16,-2-8 0 0,-1 5 0 0,0-4 0 15,-1-4-18-15,-1-1-441 0,6-5 248 0,-4-3 133 16,6-7-430-16,3-4 255 0,0-3 7 0,0-7 104 16</inkml:trace>
  <inkml:trace contextRef="#ctx0" brushRef="#br0" timeOffset="211466.51">25657 15925 3650 0,'8'0'0'0,"1"0"0"0,-7 12 0 0,-2 2 0 0,-2 4 0 0,-7 4 0 0,-5 4 0 0,0 0 0 0,0 3 0 0,-2-1 0 0,4 2 242 0,-3 0-203 15,0-2-39-15,0 0 0 0,-2-3 0 0,0-1 0 16,4-8-90-16,0 2 32 0,3-10 43 0,0-2 26 16,3-2-562-16,2-4 294 0,-1 0 147 0,6-11-727 15,0-14 404-15,0-5 198 0,1-9 100 0,4-4-359 16</inkml:trace>
  <inkml:trace contextRef="#ctx0" brushRef="#br0" timeOffset="211627.95">25565 15673 2897 0,'13'-19'0'0,"-5"6"0"0,1 6 0 0,0 3 0 0,0 4 0 0,1 0 0 16,-1 13 0-16,5 8 0 0,-3 1 0 0,4 5 0 0,0 3 750 0,0 3-466 0,2 9-284 0,0-4 0 0,-2 1 0 0,-2-3 0 15,4 6 0-15,-4-8 0 0,0 4 0 0,0-4 0 16,0 0 0-16,-3-2 0 0,-3-1 0 0,-1 2-40 15,-2-1 20-15,-2-1-877 0,-2 4 343 16,0 2 263-16,0 7-616 0</inkml:trace>
  <inkml:trace contextRef="#ctx0" brushRef="#br0" timeOffset="212087.41">25741 16648 2922 0,'-5'11'0'0,"-1"-1"0"0,4 0 0 0,-1-5 0 0,2 1 0 0,1-1 0 0,0-3 0 0,1-2 0 0,14 0 0 0,3-4 0 0,2-13 118 15,7-11 166-15,1-2-124 0,3-8-53 0,-1-2-102 16,2-6 0-16,1-1 32 0,-1 1 0 16,0-6-136-16,-2 2 77 0,2-11 25 15,-6 6-36-15,1-6 35 0,-4-1 0 0,-5 11 35 16,-3 6-119-16,0 3 51 0,-6 6-31 0,-5 13 35 16,-3 6 202-16,2 2-86 0,-1 8-39 0,-2 5 204 15,0 2-254-15,-5 0 0 0,0 11 0 0,0 12 0 16,5-2 0-16,-4 9 0 0,4 3 0 0,0 3 0 15,0 1 0-15,2 1 0 0,5-5 0 0,3 0 0 16,1-5 0-16,0-8 0 16,3-2 0-16,0-6 0 0,2-6 0 0,0-6 0 15,0 0 0-15,6-4 0 0,-5-14 0 0,0-7 0 16,-1-1 0-16,-2-4 0 0,-1-1 0 0,-2-4 0 16,-1 0 0-16,-3-4 0 0,-1 3 0 0,1 0 0 15,-2 4 0-15,-2 7 0 0,-1 5 0 0,0 5 0 16,0 2 0-16,-1 8 0 0,-1 4 0 0,0-2 0 15,2 3 0-15,-2 15 0 0,2 10 0 16,4 3 0-16,-1 4 0 0,3 8 0 0,0 2 0 0,1-5 0 16,4 10 0-16,-2-6 0 15,2-7 0-15,1 2 0 0,0-5 0 0,-2-9 0 16,3 2 0-16,-5-8 0 0,4-4 0 0,-6-7 0 16,-2-1 0-16,2-2-289 0,-3-2 108 0,-3 0 57 15,-1 0-865-15,1 0 476 0,-2 0 238 0</inkml:trace>
  <inkml:trace contextRef="#ctx0" brushRef="#br0" timeOffset="-210022.27">27027 15968 2366 0,'-11'-13'0'0,"4"6"0"0,5 5 0 0,2 0 0 0,0 0 0 0,0 0 0 0,0 0 0 0,4 1 0 0,9-2 0 0,9 2 0 0,1-3 299 0,5 0-131 0,1 1 350 15,2-1-245-15,3-1-118 0,-3 2-59 0,2-1-40 16,-3 2-56-16,-3 0 0 0,3-1 0 0,-5 1 0 16,-6 0 0-16,4 0 0 0,-4 0-217 0,-2 0-11 15,0-1 128-15,-4-1 68 0,-4 2-418 0,3-1 138 16,-7 2 144-16,1 1-694 0</inkml:trace>
  <inkml:trace contextRef="#ctx0" brushRef="#br0" timeOffset="-209518.85">27310 16469 3345 0,'-12'24'0'0,"8"-3"0"0,2-1 0 0,2-5 0 0,0-10 0 0,0 1 0 0,0-6 0 0,11 0 0 16,5 0 0-16,2-5 0 0,7-13 181 0,2-6-63 0,6-10-68 0,-1-4-13 0,1-1 0 0,-4-6 0 0,-1 0-223 16,0 0 121-16,-1 0 46 15,-4-2 28-15,-1 2-247 0,-4-5 137 0,2 0 69 16,-6-3-250-16,0 1 139 0,-3 2-18 0,-3 4 63 16,1 14 49-16,-5 7 12 0,-1 4-9 0,-1 6 285 15,0 4-138-15,-2 6-68 0,0 4-36 0,0 1 249 16,0 11-104-16,-4 17-73 0,1 1 16 0,-4 11 312 15,4 1-181-15,-2 3-167 0,5-5-49 0,0 11 0 16,0-17 0-16,0 6 0 0,2-8 0 0,7-9 0 16,2 1 0-16,0-9 0 15,1-4 0-15,1-4 0 0,0-6 0 0,0 0 0 0,0-6 0 16,2-17 0-16,0-2 0 0,-4-7 0 16,4-9 0-16,-3 4 0 0,-4-1 0 0,4-10-13 0,-2 5-104 15,-2-1 40-15,1 11-22 16,-2-4 32-16,-1 11-10 0,-3 2 40 0,0 8 200 15,-1 8-99-15,-2 3-51 0,3 2 234 0,-1 3-247 16,-2 8 0-16,0 16 0 0,2 3 0 0,-2 3 0 16,2 6 0-16,0 6 0 0,-1-8 0 0,3 6 0 15,1-2 0-15,-1-1 0 0,3-5 0 0,-2-2 0 16,0-10 0-16,4 1 0 0,-2-4 0 0,-2-6 0 16,-1-3-531-16,1-3 140 0,-1-3 177 0,3-2 88 15,-4 0-444-15,3 0 267 16,-1-12 123-16,2-11-121 0,-4-5 131 0,3-9 67 0</inkml:trace>
  <inkml:trace contextRef="#ctx0" brushRef="#br0" timeOffset="-209248.27">28114 15468 2364 0,'6'-22'0'0,"4"2"0"0,2 2 0 0,-1 5 0 0,3 0 0 0,-2 3 0 0,3 4 0 0,0 3 0 0,3 1 0 0,0 2 0 0,-1 0 479 15,-2 2-221-15,-2 7-110 0,0 3-56 0,-4 4 31 16,-4 0-48-16,0 2 0 0,-5 4-38 0,0 0-55 15,0-1 28-15,-8-2 9 0,-6-3 103 16,2-1-43-16,-3-1-11 0,2-5-68 0,-2-2 0 0,8-2 0 31,-3-2 0-31,4-1 0 0,2-2 0 0,3 0 0 0,1 0 0 0,0 0 0 16,0 0 0-16,0 0 0 0,11 0 0 0,6-2 0 16,1-1 0-16,1 2 0 0,2-3 0 0,2 2 0 15,3-1 0-15,-6 1 0 0,3-1 0 0,0 2 0 16,-3 1 0-16,0 0 0 0,0 0 0 0,-3 0-62 15,-2 1-15-15,0 9-881 0,-2 0 464 0,-3 1 229 16</inkml:trace>
  <inkml:trace contextRef="#ctx0" brushRef="#br0" timeOffset="-209072.97">28487 15795 3531 0,'-7'5'0'0,"2"0"0"0,0-1 0 0,3-4 0 0,2 2 0 0,0-2 0 0,5 0 0 0,9 0 0 0,5 0 0 0,0 0 0 0,9 0 360 0,-3 0-320 0,0 0-40 16,2 0 0-16,2 0 0 0,-8-2 0 0,7-1 0 16,-6-1 0-16,1 3 0 15,-5 1 0-15,-1 0-353 0,-7 0 39 0,5 4 172 16,-10 6-944-16,-2 1 525 0</inkml:trace>
  <inkml:trace contextRef="#ctx0" brushRef="#br0" timeOffset="-208908.85">28620 16002 3306 0,'-20'7'0'0,"5"3"0"0,2-3 0 0,3-3 0 0,3 0 0 0,3-4 0 0,4 4 0 0,0-4 0 0,0 1 0 0,7 3 0 0,11-2 146 15,0 0 333-15,3 2-479 0,2-3 0 0,5 3 0 16,-3-1 0-16,3 0 0 0,-5-1 0 0,3 1 0 16,-3-1 0-16,6 1 0 0,-9 0-62 0,1 1-272 15,1 0 186-15,0-3 92 0,0 2-1040 0</inkml:trace>
  <inkml:trace contextRef="#ctx0" brushRef="#br0" timeOffset="-208582.14">29256 15766 3931 0,'-8'-3'0'0,"3"3"0"0,-2 0 0 0,0 0 0 0,-3 6 0 0,5 6 0 0,-6 9 0 0,9 4 0 0,-3 5 0 0,5 4 0 0,0 2 0 0,0 9 0 0,2-5 0 0,10-9 0 15,4 6 0-15,6-6 0 0,2-2 0 0,4-6 0 16,4-6 0-16,3-6 0 0,7-5 0 16,0-6 0-16,0 0 0 0,-2-7 0 15,3-10 0-15,-5-4 0 0,4-6 0 0,-4 0 0 16,-6-3 0-16,-5-4 0 0,-4 1 0 0,-10-4 0 16,-1-5 0-16,-9-3 0 0,-3 2-32 0,0-1-245 15,-15-1 120-15,-5 9 50 0,-10-5 39 0,-8 12 4 16,-7 9 26-16,-5 6 1 0,-4 13 439 0,-4 1-230 15,-7 8-99-15,5 12-56 0,5 4 99 0,0 8-116 16,12-4 0-16,0 7 0 0,6 0 0 0,17-6 0 16,2 6 0-16,9-2 0 15,6 3 0-15,3-1 0 0,0-1 0 0,12 2-1038 0</inkml:trace>
  <inkml:trace contextRef="#ctx0" brushRef="#br0" timeOffset="-205984.57">5746 16568 1936 0,'0'-3'0'0,"0"1"0"0,0 0 0 0,0 1 0 0,0-1 0 0,0 2 0 0,0 0 0 0,0 0 0 16,0 0 0-16,2 0 0 0,2 10 319 0,0 1-141 0,-1 4-71 0,-1 1-25 16,0 1-10-16,-2 1 178 0,0 9-106 0,0-2 64 15,-7 1-85-15,-3 2-33 0,-5 4 71 16,-2-2-62-16,1 0-31 0,-4 2 0 0,3-3-42 16,-3-1-26-16,0-5 0 0,0 1 0 0,4-8 0 0,-1-1 0 15,-1-5 0-15,7-3-384 16,1-1 180-16,-1-6 115 0,2 0-527 0,3 0 291 15,4-13 139-15,2-6 65 16,0-13-471-16,0-9 278 0,8-2 138 0,1-6 69 0,2-7-182 16</inkml:trace>
  <inkml:trace contextRef="#ctx0" brushRef="#br0" timeOffset="-205769.25">5608 16256 2513 0,'2'-22'0'0,"1"12"0"0,0 2 0 0,-1 3 0 0,1 3 0 0,-2 2 0 0,5 0 0 0,1 2 0 0,4 9 0 0,6 8 0 0,0 1 370 0,4 6-167 0,2 7-74 15,4 9 352-15,-2 3-246 0,-3 4-235 16,6 12 0-16,-5-5 0 0,-4-2 0 16,3 12 0-16,-3-8 0 0,-2-7 0 15,0 5 0-15,0-3 0 0,-1-9 0 0,-1 10 0 0,0-12 0 16,-5-2 0-16,2-6 0 0,-3-3 0 0,-2-7 0 16,3-3-236-16,-6-10 13 0,0-3 105 15,0-4-28-15,-3-4 54 0,3 0-610 16,-2-20 337-16,-1-9 164 0,1-10 82 0</inkml:trace>
  <inkml:trace contextRef="#ctx0" brushRef="#br0" timeOffset="-205617.83">6067 16546 3394 0,'2'-5'0'0,"2"4"0"0,1-2 0 0,1 0 0 0,4 3 0 0,0 0 0 0,5 0 0 0,2 0 0 0,-1 0 0 0,5 0 0 0,-1 6 311 0,1-3-127 0,2-2-230 16,-3 4 42-16,2-2-1 0,-2 0 42 0,-2 2-307 0,1-2 163 0,-3 3 67 15,-2 0 39-15,-3-1-809 0,-4 1 424 16,0 2 182-16,-6 3 122 0</inkml:trace>
  <inkml:trace contextRef="#ctx0" brushRef="#br0" timeOffset="-205454.39">6176 16765 2977 0,'-10'8'0'0,"1"6"0"0,6 0 0 0,-1-5 0 0,3 0 0 0,1-2 0 0,0-1 0 0,0 0 0 0,10-4 0 0,5-1 0 0,7-1 393 0,-2 0-178 16,6 0-89-16,-4-1-44 0,0-6-1 0,1 0-325 0,-2-2 135 16,0 2 74-16,-1-1 35 0,-3 3-704 15,1 1 380-15,-4 2 175 0,0 2-361 0,-4 0 262 16</inkml:trace>
  <inkml:trace contextRef="#ctx0" brushRef="#br0" timeOffset="-204940.73">6462 17208 2889 0,'-2'9'0'0,"2"4"0"0,0 2 0 15,0-6 0-15,0-2 0 0,5-4 0 0,4 0 0 0,3-3 0 0,3 0 0 0,6-9 0 0,-1-8 65 0,4-7 0 0,1-2-65 0,3-10-8 0,-3 1 45 16,0 1-154-16,-3-2 77 0,-3 6-44 0,-1-7 70 15,-1 1 20-15,0-6 1 0,-4 5 30 16,-2-5-77-16,0-3 16 0,-4-1 30 0,0-3-61 0,-2 1-8 16,0 11 13-16,-2 1-1 0,-3 12 151 0,0 2-55 15,0 8-17-15,0 3 488 0,0 5-231 16,-6 5-127-16,2 1-46 0,-3 8-29 16,4 16-45-16,-1 0-38 0,4 6 0 15,0 2 0-15,0 1 0 0,0 3 0 0,2 0 0 0,7-2 0 0,1-3 0 16,3-2 0-16,1-5 0 0,2-5 0 15,-1 1 0-15,1-8 0 0,1-3 0 0,-2-3 0 0,2-6 0 16,-2 0 0-16,0-1 0 0,-1-11 0 16,-2-11 0-16,0-3 0 0,0-2 0 15,-2-4 0-15,0 0 0 0,-2-4 0 0,0-9 0 16,-2 4 0-16,0-1 0 0,0 10 0 0,-4-1 0 16,0 10 0-16,-1 3 0 0,1 8 0 0,-2 3 0 15,0 3 0-15,0 5 0 16,0 1 0-16,0 5 0 0,0 17 0 0,0-1 0 15,0 10 0-15,0 0 0 0,4 3 0 0,3 4 0 16,5-3 0-16,-1-1 0 0,4-2 0 0,0-3 0 0,3 0 0 16,-1-6 0-16,3-3 0 0,-4-4 0 15,1-2 0-15,2-1 0 0,-3-5 0 0,-3-2 0 0,-1 1-959 16,-4-1 337-16</inkml:trace>
  <inkml:trace contextRef="#ctx0" brushRef="#br0" timeOffset="-204400.76">7677 16351 2964 0,'-15'0'0'0,"5"1"0"0,6 5 0 0,3-2 0 0,1-2 0 0,0 2 0 0,1 0 0 16,13-3 0-16,11 1 0 0,0-2 0 0,7 2 116 0,6-2-31 0,5 0 339 0,-4 0-194 16,-2 0-118-16,2 0-112 0,-2 0 0 0,1 0 0 0,-5-2 0 15,-1 2 0-15,-9 0 0 0,3 0 0 0,-5 0 0 16,-4 0 0-16,-5 0-43 0,-1 0-185 0,-6 0 132 16,0 0 27-16,-5 0 45 0,0 0-711 0,0 0 355 15,-3 2 171-15,-6 0-413 0,-5 2 293 0,0 0 138 16,-6 0 72-16</inkml:trace>
  <inkml:trace contextRef="#ctx0" brushRef="#br0" timeOffset="-204184.55">7873 16586 2733 0,'0'9'0'0,"0"2"0"0,-2 3 0 0,-1-5 0 0,2 0 0 0,1-2 0 0,0-1 0 0,0 0 0 0,0-2 0 0,0 0 0 0,0-2 37 0,0 0-1 16,4-2 0-16,3 0 39 0,-2 0-9 0,3 0-29 0,2 0-139 15,-1-2 70-15,1-4 34 0,-2 2 9 0,0-2 25 0,1 0-221 16,-1 2 110 0,-3-1-133-16,2 4 131 0,-4-1 21 15,-1 2-235-15,0 0 122 0,0 0 73 0,-2 0 9 0,0 0 16 0,0 2-98 16,0 7 66-16,0 3 34 0,-2 1 0 16</inkml:trace>
  <inkml:trace contextRef="#ctx0" brushRef="#br0" timeOffset="-203724.97">7931 16958 2209 0,'0'10'0'0,"0"-5"0"0,0-4 0 0,0-1 0 0,-3 0 0 0,1 0 0 0,0-1 0 0,2-9 0 0,0-3 0 0,4-2 0 0,10-5-96 0,-2-2 65 16,4-2 34-16,-1 3 9 0,5-4-357 0,-3-1 190 0,1-1 94 15,0-1 47-15,-5-2-268 0,1-3 142 0,-1-8 71 16,-4 1 36-16,-2-6-360 0,-1-2 179 0,-2-7 88 15,-2-3-25-15,-2-8 76 16,0 16 36-16,0-1 107 0,0 15-71 0,0 9 1 16,-2 0-44-16,-3 13 545 0,-2 3-277 0,3 6-129 0,1 3-21 15,-1 2 513-15,2 15-256 0,2 14-151 0,0 9-71 16,0 7 142-16,9 16-106 0,3 0-54 0,1-3 456 16,4 21-259-16,3-6-125 15,-4-4-62-15,3 2 158 0,-3-5-257 0,2-13 0 16,2 2 0-16,-1-6 0 0,-1-5 0 0,0-11 0 15,1-1 0-15,-7-7 0 0,3-4 0 0,-1-5 0 16,-5-6 0-16,4-5 0 0,-7-5 0 0,1 0 0 16,-1-2-209-16,-1-16 50 0,1-5 72 0,-5-6-160 15,0 0 106-15,-1-6 43 16,0 4 39-16,0 3 23 0,0 6 0 0,-2-2-1 0,-8 6 228 0,5 7-109 16,0 1-60-16,-3 6-28 15,-2 2 433-15,1 2-217 0,0 0-58 0,-1 16-121 16,-2 5-31-16,2-1 0 0,-3 4 0 0,2 1 0 15,-2 3 0-15,1-1 0 0,-1-2 0 0,-1 0 0 16,5-5-56-16,-2-2 41 0,4-7-915 16,-1-2 454-16,4-5 204 0,-1-4 118 0</inkml:trace>
  <inkml:trace contextRef="#ctx0" brushRef="#br0" timeOffset="-203582.59">8239 16304 3583 0,'2'-23'0'0,"5"5"0"0,-2 9 0 0,1-1 0 0,-3 4 0 0,3 4 0 0,0 2 0 0,3 0 0 0,-3 8 0 0,3 7 0 0,1 6 138 0,1 3-53 0,3 1-25 15,1 3 1-15,5 3-902 0,8 7 434 0</inkml:trace>
  <inkml:trace contextRef="#ctx0" brushRef="#br0" timeOffset="-202964.44">9510 16742 2155 0,'-4'-5'0'0,"4"3"0"0,0 2 0 0,0 0 0 0,0 0 0 0,0 0 0 0,0 9 0 0,0 4 0 0,0 2 0 0,2 1 0 0,0 6 216 0,-2 1-89 0,0-2-37 16,0 10 112-16,0-3-83 0,-5 2-41 15,-7 1 0-15,-1 3-2 0,-4-2 9 0,0 2-49 16,-2-2-49-16,-2-2 24 0,1-1 0 0,-3-4-94 15,4-7 69-15,1 0 20 0,-3-4 1 16,5-9-350-16,0-3 182 0,5-2 45 0,-2-2 60 16,5-19-464-16,6-12 242 0,2-9 121 0,2-14-383 15,6 1 242-15</inkml:trace>
  <inkml:trace contextRef="#ctx0" brushRef="#br0" timeOffset="-202768.37">9354 16320 2537 0,'5'-23'0'0,"-2"13"0"0,2 4 0 0,-1 5 0 16,-1 1 0-16,4 1 0 0,1 20 0 0,2 4 0 0,7 9 0 0,1 6 0 0,9 11 189 0,-4 1 428 0,9 17-294 0,-2-1-144 16,3 1-93-16,-3 1-86 0,4-5 0 15,-6-11 0-15,8 10 0 0,-4-9 0 0,-8-10 0 0,3 6 0 16,-2-4 0-16,-9-7 0 0,5 2 0 0,-9-10 0 16,-1 1-223-16,-6-13 6 0,1-1 65 0,-3-8 86 15,-1-2-639-15,1-6 334 0,-3-3 168 0,0 0 83 16,0-16-446-16,0-12 255 0</inkml:trace>
  <inkml:trace contextRef="#ctx0" brushRef="#br0" timeOffset="-202606.43">9894 16680 2845 0,'1'-8'0'0,"4"1"0"0,2 1 0 0,2 1 0 0,2-4 0 0,0 6 0 0,6-3 0 0,2 5 0 0,4-1 0 0,2-1 0 0,2 3 123 0,-3 0 331 0,3 0-208 16,-3 0-105-16,1 0-44 0,2 6-264 0,-2 0 101 15,-4 0 52-15,2 2-648 16,-7-1 349-16,1 2 184 0,-6-1 79 16,-2 3-831-16,-7 2 364 0</inkml:trace>
  <inkml:trace contextRef="#ctx0" brushRef="#br0" timeOffset="-202424.94">10071 16977 2767 0,'-9'9'0'0,"-1"3"0"0,7-5 0 0,-1-3 0 0,4 2 0 16,0-5 0-16,2 1 0 0,13 0 0 15,2 2 0-15,2-3 0 0,4-1 617 0,-1 2-290 16,4 0-145-16,-1-1-144 0,-4 2-38 0,0-1 0 0,0 1 0 0,-1 2 0 0,-4-2-11 0,-1 1-64 0,-4 0 65 0,0 0-751 0,-1 1 399 0,-1 1 168 16,-1-1-717-16,0 2 437 0</inkml:trace>
  <inkml:trace contextRef="#ctx0" brushRef="#br0" timeOffset="-202132.88">10650 16904 3856 0,'-7'0'0'0,"5"0"0"0,-1 0 0 0,3 0 0 0,0-2 0 0,0 2 0 0,3-3 0 0,8 2 0 0,5-1 0 0,7 2 0 0,2 0 75 0,1 0-75 16,6 0 0-16,2 0 0 0,3 0 0 0,-1 0 0 16,4 0 0-16,-3 0 0 0,-1 0 0 0,-1 0 0 15,-3 0 0-15,0 0 0 0,-5 0 0 0,-6-2 0 16,-1-2 0-16,-3-1 0 0,-8 1 0 16,1 0 0-16,-5 0 0 0,-3-1 0 0,0 1 0 15,-2-2 0-15,0 0 0 0,0 1 0 0,-5 1 0 16,-4 1 0-16,2 1 0 0,2 0 0 0,-1-1 0 15,1 2-38-15,-2 1-1159 0</inkml:trace>
  <inkml:trace contextRef="#ctx0" brushRef="#br0" timeOffset="-201356.19">11653 16847 3196 0,'-8'-6'0'0,"5"5"0"0,1-1 0 0,2 2 0 0,0 0 0 0,0 0 0 0,2 0 0 0,12 0 0 0,13 0 0 0,1 0 0 0,6 0 332 0,2 0-152 0,7 0 43 0,0-2-223 16,1-1 0-16,-2 0 0 0,-4-1 0 0,11 1 0 15,-12-3 0-15,1 2 0 0,-2-2 0 0,-4 3 0 0,-10 0 0 16,3-3 0-16,-8 2 0 0,-3 0 0 15,-4 3-583-15,-2-2 274 0,-5 1 88 0,-1 1 63 16,0-2 59-16,-2 3-498 0,0 0 278 0,-4 0 141 0,-6 0-532 16</inkml:trace>
  <inkml:trace contextRef="#ctx0" brushRef="#br0" timeOffset="-200961.65">11734 17050 2293 0,'-15'0'0'0,"5"4"0"0,5 2 0 0,1-5 0 0,2-1 0 0,2 2 0 0,0-2 0 0,2 0 0 0,11 0 0 0,4 0 0 0,6 0 221 0,-3 0-84 0,3-2-55 16,0 1-127-16,-3-1 40 0,1 2 1 0,-6 0 40 16,-8 0-150-16,1 5 71 0,-7 6 39 0,-1 2 1 15,0 5 17-15,-7-3 22 0,-8 1-26 0,-4 3 171 16,0-4-105-16,3-2-30 0,-1 1-33 15,0-5 145-15,7-2-55 0,-1-1-43 0,6-3 205 0,1-1-115 16,1-2-57-16,3 2-29 0,0-2 46 0,5 0-109 16,8 2-1-16,4 0 0 15,-1 0 0-15,4 2 0 0,-4 1 0 0,1 3 0 16,0 1 0-16,-5 0 0 0,-2 5 0 0,-6-2 0 0,0 4 0 16,-4 1 0-16,0 0 0 0,0-1 0 15,-8 2 0-15,-4-3 0 0,-6 1 0 0,2-5 0 16,-5 1 0-16,-2-1 0 0,5-4 0 15,-3-1 0-15,-2 0 0 0,3-4 0 0,1 0 0 0,2-1 0 16,0-1 0-16,5 0-204 0,2 0-146 16,2 0 142-16,3-7-194 0,5-4 183 0,0-6 92 0,3-4 45 15,10-1-684-15</inkml:trace>
  <inkml:trace contextRef="#ctx0" brushRef="#br0" timeOffset="-200613.7">12143 17008 2753 0,'2'0'0'0,"-2"0"0"0,0 1 0 0,0 8 0 0,-6 0 0 0,-1 2 0 0,0 1 0 0,0 3 0 0,2 0 0 0,1 0 0 0,1 2 150 16,-1-2-15-16,0-1-50 0,-1 0-24 0,1-7 8 16,0 3-5-16,0-5 0 0,-1 1-28 0,3-2 0 15,-2-1 167-15,4-3-74 16,-2 1-51-16,2-1-10 0,0 0-68 0,0 0 0 0,9 0 0 0,5 0 0 15,2 0 0-15,2 0 0 0,0 0 0 0,1 0 0 16,0 4 0-16,1 5 0 0,-2 0 0 0,-4 4 0 16,0 2 0-16,-1 2 0 15,-4 2 0-15,-3 0 0 0,-4 2 0 0,-2-3 0 16,0 2 0-16,0-1 0 0,-5 0 0 0,-6-2 0 16,-1-2 0-16,-4 0 0 0,2-2 0 0,-6-5 0 15,-1 0 0-15,1-2 0 0,-2-1 0 0,1-1 0 16,-1-4 0-16,-1 0 0 0,2 0 0 0,3 0 0 15,1 0 0-15,4-9-667 0,1-5 277 0,5-7 176 16,5-7-652-16,2-4 405 0</inkml:trace>
  <inkml:trace contextRef="#ctx0" brushRef="#br0" timeOffset="-200478.82">12109 17147 2010 0,'14'-11'0'0,"2"4"0"0,2-2 0 0,0-3 0 0,1 3 0 0,4 0 0 0,-5 0 0 0,8 2 0 0,-3 2 0 0,2 1 0 0,-5 0 226 0,1 1-95 0,2 0-38 15,-5 2-29-15,1-2-28 0,-3 3 0 0,-2 0-536 16,-3 0 277-16,-1 0 125 0,-4 0 67 16,-5 0-628-16</inkml:trace>
  <inkml:trace contextRef="#ctx0" brushRef="#br0" timeOffset="-200269.76">12095 16238 3706 0,'-6'-9'0'0,"3"7"0"0,3 1 0 0,0 1 0 0,0 0 0 16,0 0 0-16,0 7 0 0,0 8 0 0,0 4 0 0,0 1 0 0,5 10 184 0,-1 0-143 0,-2 2-41 0,1 4 0 0,-1 9 0 15,-2-7 0-15,0 10 0 0,0 1-389 16,0 0 162-16,-2 4 132 0,-5-1-831 0,-3 5 468 0</inkml:trace>
  <inkml:trace contextRef="#ctx0" brushRef="#br0" timeOffset="-199504.97">13150 17461 2038 0,'-9'9'0'0,"5"6"0"0,1 5 0 0,3-7 0 0,0-4 0 0,0-4 0 0,9-1 0 0,2-4 0 0,6 0 0 0,5 0 0 0,1-11 124 16,3-8-44-16,4-8 80 0,-5-3-52 0,7-9-41 15,-4-1 1-15,-3-4-72 0,-4-5 41 0,-2 0 0 16,-2-2-14-16,-2 3-10 16,-4-2 25-16,-1 1-26 0,-4 2 25 0,-1 1 1 15,-1 3 8-15,-2-6 5 0,1 6-14 0,-1 11-5 16,-2 6 4-16,0 4 83 0,0 7-32 0,0 5-9 15,0 3-41-15,0 4 220 0,-2 3-110 16,-1 8-55-16,-3 14-56 0,3 8-36 0,1 3 0 0,2 2 0 16,0 1 0-16,0-2 0 15,2 1 0-15,7-5 0 0,2-1 0 0,4-6 0 0,-2-5 0 16,4-2 0-16,-2-4 0 0,2-5 0 0,-1-4 0 16,4-3 0-16,-3 0 0 0,-1-10 0 0,5-11 0 15,-4-1 0-15,0-3 0 0,0-3 0 0,-2-4 0 16,1 0 0-16,-4-2 0 0,1-1 0 0,-1-1 0 15,-3 0 0-15,0 1 0 0,-1 3 0 0,-2 3-73 16,-3 11 36-16,-1 5-5 0,0 2 194 16,0 4-152-16,0 6 0 0,-2 1 0 15,0 0 0-15,0 21 0 0,0 2 0 0,1 8 0 16,3 0 0-16,6 6 0 0,1 6 0 0,2-6 0 16,2 3 0-16,0-2 0 0,0-6 0 0,4 2 0 15,0-3 0-15,0-3 0 0,-3 0 0 0,3-4 0 0,-4-6 0 16,2 1 0-16,-2-4 0 15,0 0 0-15,-4-2 0 0,1 0-833 0</inkml:trace>
  <inkml:trace contextRef="#ctx0" brushRef="#br0" timeOffset="-199342.53">14596 17287 3461 0,'0'-10'0'0,"0"8"0"0,-5-1 0 0,-1-2 0 15,0 2 0-15,4 1 0 0,0 1 0 0,2 1 0 0,-2-3 0 0,2 3 0 0,0 0-59 0,0 0 44 0</inkml:trace>
  <inkml:trace contextRef="#ctx0" brushRef="#br0" timeOffset="-188355.41">9330 10663 1575 0,'-9'0'0'0,"0"0"0"0,4 0 0 0,1 2 0 0,1-2 0 0,-1 0 0 0,4 0 0 0,-4 0 0 0,4 0 0 0,0 0 0 0,0 0 129 0,0 0 268 0,0 0-177 0,0 0-90 16,0-2 161-16,0-3-125 15,4 1-53-15,3-1-41 0,1 2 170 0,2 1-101 16,-1 1-50-16,-2-1 0 0,2 0 113 0,1 0-135 16,-3 2-69-16,1 0 0 0,0 0 0 0,-1 0 0 15,0 0 0-15,3 0 0 0,-2 0 0 0,1 0 0 0,-2-2 0 16,4 0 0-16,-3-3 0 16,5-4 0-16,-1 4 0 0,-1-1 0 0,2-1 0 15,0 2 0-15,0-1 0 0,1 2 0 0,0 0 0 16,-1 1 0-16,4 0 0 0,-6 2 0 0,1-1 0 15,3 2 0-15,0 0 0 0,0 0 0 0,2-2 0 16,-2 0 0-16,4 0 0 0,-3 0 0 0,3 0 0 16,1 1 0-16,0-1 0 0,-1 0 0 0,2 0 0 15,-1-1 0-15,1 2 0 0,0-1 0 16,-1 2 0-16,1 0 0 0,0 0 0 16,-1 0 0-16,2 0 0 0,-1 0 0 0,1 0 0 15,3 0 0-15,-2 2 0 0,3-2 0 0,-1 0 0 16,0 0 0-16,3 0 0 0,1 0 0 0,1 0 0 15,-2-2 0-15,0 1 0 0,1-4 0 0,-3 4 0 16,-5-1 0-16,3-1 0 0,-2 2 0 0,1-1 0 16,-3 0 0-16,3 0 0 0,-4 2 0 0,1-2 0 15,1 2 0-15,0 0 0 16,2-1 0-16,2-1 0 0,-2 0 0 0,2 1 0 16,3-4 0-16,0 2 0 0,1-1 0 0,1-2 0 15,0 2 0-15,2 2 0 0,0-1 0 0,-2 1 0 16,2 0 0-16,-2 0 0 0,-4 2 0 0,6 0 0 15,-5 0 0-15,1 0 0 0,1 0 0 0,-1 0 0 16,2 2 0-16,0 0 0 0,2 0 0 0,2 1 0 16,-1-3 0-16,4 0 0 15,-2 0 0-15,10 0 0 0,-1 0 0 0,-3 0 0 0,2 0 0 16,-1 0 0-16,-5 0 0 0,9 0 0 16,-11 0 0-16,10 0 0 0,-10 0 0 0,9 0 0 15,-8 0 0-15,3-3 0 0,4 3 0 0,-1-2 0 16,-1 2 0-16,4 0 0 0,-7 0 0 0,8 0 0 15,-6 0 0-15,-4 0 0 0,6 0 0 0,-8 0 0 16,3 0 0-16,0 0 0 0,-3 0 0 0,1 2 0 16,1 1 0-16,-3-1 0 0,1 1 0 15,2-2 0-15,6 2 0 0,-1-3 0 0,-8 3 0 0,7-3 0 16,0 0 0-16,-3 0 0 16,0 0 0-16,-1 0 0 0,2 0 0 0,-2 0 0 15,-4 0 0-15,1 0 0 0,1 2 0 0,-2 0 0 16,-2 0 0-16,0-1 0 0,0 1 0 0,0 1 0 15,4-2 0-15,-2 1 0 0,2 0 0 0,-1-1 0 16,1 1 0-16,0-2 0 0,-2 0 0 0,2 0 0 16,0 0 0-16,0 0 0 0,0 0 0 15,-1 0 0-15,1 0 0 0,0 0 0 0,-1 0 0 16,-1 0 0-16,0 0 0 0,0 2 0 16,2 0 0-16,0 1 0 0,0 2 0 0,-2-2 0 15,2 0 0-15,-2 0 0 0,0-2 0 0,1 2 0 16,-1-3 0-16,2 2 0 0,0-2 0 0,-1 0 0 15,1 0 0-15,3 0 0 0,-4 0 0 0,1 0 0 16,0 0 0-16,1 0 0 0,-1 0 0 0,1 0 0 16,-3 0 0-16,0 4 0 0,0-1 0 0,0 1 0 15,-2 2 0-15,0-2 0 16,0 0 0-16,0 3 0 0,0-4 0 0,2 1 0 16,2 0 0-16,0 0 0 0,2-2 0 0,0-2 0 15,1 0 0-15,6 0 0 0,-3 0 0 0,1 1 0 16,-5-1 0-16,3 0 0 0,-1 0 0 0,-1 2 0 15,-1 0 0-15,-2 0 0 0,-1 0 0 0,1 1 0 16,0 2 0-16,1-4 0 0,-2 3 0 0,3 0 0 16,-3 0 0-16,3-2 0 15,5 0 0-15,-1 1 0 0,1-1 0 0,-2 0 0 16,3-2 0-16,-6 1 0 0,1 2 0 0,0 0 0 16,1-1 0-16,0-1 0 0,-4 4 0 0,1-3 0 15,-1 4 0-15,0-3 0 0,0 1 0 0,-3-1 0 16,3 2 0-16,3 0 0 0,-2 0 0 0,1-2 0 15,-1 1 0-15,3-1 0 0,-3-1 0 0,3 2 0 16,-2-3 0-16,1 2 0 0,1-3 0 0,-1 2 0 16,1-2 0-16,-2 1 0 15,1-1 0-15,1 0 0 0,-1 2 0 0,7-2 0 16,-5 2 0-16,-4-2 0 0,6 2 0 0,-3-1 0 16,0-1 0-16,-1 3 0 0,-3-2 0 0,-1 1 0 15,4 0 0-15,-3 0 0 0,-1 0 0 0,1-2 0 16,2 2 0-16,-1 0 0 0,2-2 0 0,5 1 0 15,-1-1 0-15,3 3 0 0,-3-3 0 0,-3 0 0 16,7 0 0-16,-9 1 0 0,3-1 0 0,0 0 0 16,-4 2 0-16,4 0 0 0,-2-2 0 0,-1 2 0 15,1-2 0-15,-1 2 0 16,2 0 0-16,1-2 0 0,6 1 0 0,-1-1 0 16,-4 3 0-16,4-3 0 0,-8 1 0 0,10-1 0 15,-12 0 0-15,12 3 0 0,-11-1 0 0,8-1 0 16,-9-1 0-16,9 2 0 0,-7-2 0 0,7 2 0 15,-1-2 0-15,1 0 0 0,-2 0 0 0,8 0 0 16,-4 0 0-16,-2 0 0 0,0 0 0 0,1 0 0 16,-5 0 0-16,8 0 0 0,-6 0 0 0,0 0 0 15,1 0 0-15,1 0 0 16,-6 0 0-16,14 0 0 0,-8 0 0 0,3 0 0 16,-3 0 0-16,-1 0 0 0,-7 0 0 0,4 0 0 15,1 0 0-15,3 0 0 0,-11 0 0 0,7 0 0 16,-1 0 0-16,-1 0 0 0,0 2 0 0,2-2 0 15,4 0 0-15,-1 0 0 0,-7 0 0 0,10 0 0 16,-12 0 0-16,6 0 0 0,-2 0 0 0,-1 0 0 16,-1 0 0-16,1 2 0 15,-3-2 0-15,1 0 0 0,3 2 0 0,-4-2 0 16,1 1 0-16,0 1 0 0,1 0 0 0,1-2 0 16,1 2 0-16,0 0 0 0,-2-2 0 0,1 2 0 15,-1 0 0-15,-1-2 0 0,0 0 0 0,1 0 0 16,-1 2 0-16,1-2 0 0,-2 0 0 0,3 0 0 15,-2 0 0-15,-1 0 0 0,3 0 0 0,-1 0 0 16,2 0 0-16,4 0 0 0,-7 0 0 0,1 0 0 16,2 1 0-16,-3-1 0 0,1 0 0 15,-1 0 0-15,-1 0 0 0,3 2 0 16,-4-2 0-16,3 0 0 0,-1 0 0 0,3 0 0 16,-3 0 0-16,4 0 0 0,-2 0 0 0,3 0 0 15,2 0 0-15,-4-2 0 0,0 2 0 0,-2-1 0 16,1 1 0-16,-1-2 0 0,-1 2 0 0,1-2 0 15,-3 2 0-15,0 0 0 0,1 0 0 0,1 0 0 16,-2 0 0-16,2 0 0 0,-1 0 0 0,1-2 0 16,2 0 0-16,7 0 0 0,-5 0 0 15,-3 0 0-15,3 1 0 0,0-1 0 16,-2 0 0-16,-1 0 0 0,-3 0 0 0,2 0 0 16,-4 1 0-16,2-1 0 0,-2 2 0 0,0-3 0 15,0 3 0-15,0 0 0 0,0 0 0 0,2 0 0 16,0 0 0-16,2-1 0 0,1 1 0 0,2-3 0 15,0 3 0-15,0-1 0 0,-1 1 0 0,-1-2 0 16,-1 0 0-16,2 2 0 0,-5 0 0 16,1 0 0-16,0 0 0 0,3 0 0 0,-3-2 0 0,-2 2 0 15,2 0 0-15,2 0 0 16,-1 0 0-16,3 0 0 0,-1 0 0 0,1 0 0 16,-1 0 0-16,2-2 0 0,-3 0 0 0,1 1 0 15,-1 1 0-15,0-3 0 0,-1 3 0 0,-1 0 0 16,0-1 0-16,2 1 0 0,-3 0 0 0,2 0 0 15,-2 0 0-15,0 0 0 0,5 0 0 0,-2 0 0 16,-1 0 0-16,1 0 0 0,0 0 0 0,0 0 0 16,-3 0 0-16,3 0 0 0,-2 0 0 0,-2 0 0 15,1-2 0-15,0 2 0 16,-1 0 0-16,0 0 0 0,0 0 0 0,0 0 0 16,1 0 0-16,-5 0 0 0,6 0 0 0,-2 0 0 15,2 0 0-15,-1 0 0 0,3 0 0 0,-3 0 0 16,4 0 0-16,-1-2 0 0,-2 2 0 0,0-2 0 15,-2 0 0-15,1 2 0 0,0-2 0 0,-1 0 0 16,0 1 0-16,0 1 0 0,0-3 0 0,-2 2 0 16,0 1 0-16,1-2 0 0,-3 0 0 15,1 0 0-15,-4 2 0 0,4-1 0 16,-5 1 0-16,-1-2 0 0,-1-1 0 0,0 3 0 16,-5-1 0-16,0-1 0 0,-6 2 0 0,1-2 0 15,-3 2 0-15,-1-2 0 0,-3 2 0 0,1-2 0 16,-2 1 0-16,-1-1 0 0,-1 0 0 0,0 0 0 15,0-4 0-15,0 2 0 0,0 0 0 0,0 2 0 16,-7 1 0-16,-11 1 0 0,-19 16 0 0,-16 22-319 16</inkml:trace>
  <inkml:trace contextRef="#ctx0" brushRef="#br0" timeOffset="-182795.75">5253 17870 1971 0,'-7'-17'0'0,"7"1"0"0,0 1 0 0,0-4 0 0,4-3 0 0,6 0 0 0,1 4 0 0,2 0 0 0,3 3 0 0,0-3 0 0,6 4 143 16,-2 3-51-16,0 1-26 0,2 4 52 0,-1 0-39 15,1 5 10-15,-3 1-48 0,-2 0 98 0,-1 0-50 16,-3 5 1-16,-3 6-6 0,1 4-34 0,-8 4-10 16,-1 6 1-16,-2 0 45 0,0 7-45 0,-9 2-1 15,-7-2 77-15,-5 7-44 0,0-6 1 0,-5 0-34 16,-2-2 111-16,-2-5-55 16,2-4-18-16,-2-1-75 0,5-6-3 0,0-2 0 15,6-5 0-15,0-1 0 0,8-3 0 0,0-2 0 16,6 0 0-16,0-2 0 0,5 0 0 0,0 0 0 15,5 0 0-15,13 0 0 0,4 0 0 0,6 0 0 16,4-2 0-16,4-4 0 0,3 3 0 0,-1-1 0 16,-1 2 0-16,1 0 0 0,-2-2 0 0,-6 3 0 15,-2 1 0-15,2 0 0 0,-7 0 0 0,0 0 0 16,-5 0 0-16,0 0 0 16,0 0-768-16,-6-2 306 0,2-1 211 0,-1-3 106 15,-1-2-648-15</inkml:trace>
  <inkml:trace contextRef="#ctx0" brushRef="#br0" timeOffset="-182552.08">5759 17640 2950 0,'0'-10'0'0,"0"4"0"0,0 2 0 0,6 0 0 0,7 1 0 0,2 1 0 0,8 2 0 0,2 0 0 0,0 0 0 0,5 9 0 0,3 2 143 0,0 7-51 0,-1-1 388 15,-2 4-220-15,0 1-254 0,-8 2-6 0,-2 5 0 16,-10 1 0-16,-2 4 0 0,-7 1 0 0,-1 1 0 15,-11 5 0-15,-7-5 0 0,-5 0 0 0,-4-5 0 16,-6 0 0-16,3-9 0 0,-7 4 0 0,7-8 0 16,-2 0 0-16,0-2 0 0,6-7 0 15,6-3 0-15,2-3 0 0,8-3 0 0,5 0-37 0,3-2-68 16,2-14-704-16,9-8 374 16,17-7 202-16,3-3 97 0</inkml:trace>
  <inkml:trace contextRef="#ctx0" brushRef="#br0" timeOffset="-182354.55">6302 17529 3931 0,'9'-9'0'0,"-9"7"0"0,0 2 0 0,0 0 0 0,-15 5 0 0,-5 13 0 0,5 6 0 0,-4 2 0 0,4 5 0 0,-2 9 0 0,7 1 0 0,1 3 0 0,4-4 0 16,1 10 0-16,4-7 0 0,0-8 0 0,2 4 0 15,10-6 0-15,6-4 0 0,2-2 0 0,2-3 0 16,1-4 0-16,0-4 0 0,3-4 0 0,-5-3 0 15,7-1 0-15,-3-7-8 0,-1-1-950 0,1 0 458 0,-2 0 230 16,-2-3 105-16,6-10-601 0,-7-2 363 16</inkml:trace>
  <inkml:trace contextRef="#ctx0" brushRef="#br0" timeOffset="-182195.1">6554 17819 3393 0,'-7'-3'0'0,"-2"1"0"0,7 0 0 0,-3 2 0 0,1 0 0 0,4 0 0 0,0 0 0 0,6 0 0 0,8 0 0 0,5 0 0 0,4 0 124 0,2 0 247 16,1 2-328-16,3 0-43 0,1 1 0 0,3 2 0 0,-3-3 0 16,1 1 0-16,0-3 0 0,2 2-19 15,-3-2-4-15,0 0-797 0,-3 2 430 0,1-2 125 16,0 0 136-16,-3 0-782 0</inkml:trace>
  <inkml:trace contextRef="#ctx0" brushRef="#br0" timeOffset="-182014.61">7140 17626 3318 0,'-6'-7'-1'0,"3"3"0"15,-2 0 1-15,3 3 0 0,0-1 0 0,2 2 0 0,0 0 0 0,7 2 0 0,7 8 0 0,4 6 0 0,2 3 402 0,-1 2-189 0,4-1-213 16,-1 4 0-16,-2 0 0 0,3-1 0 0,-1 0 0 16,0-1 0-16,-2-3 0 0,-2-6 0 0,4 1 0 15,-4-3-604-15,1-4 248 0,-2-1 197 0,-1-4-828 16,0-2 473-16,-2 0 238 15,-1-5 108-15</inkml:trace>
  <inkml:trace contextRef="#ctx0" brushRef="#br0" timeOffset="-181828.22">7547 17418 3139 0,'0'-8'0'0,"0"6"0"0,0-1 0 0,0 3 0 0,0 0 0 0,0 5 0 0,0 12 0 0,0 10 0 0,-2 7 0 0,-1 1 0 0,-6 18 92 0,-5 7 608 0,1 4-700 16,-4 5 0-16,-1 4 0 0,-1 3 0 0,-4 1 0 15,4 0 0-15,-2-4 0 0,4-4 0 0,4-3 0 16,6-10 0-16,2-1 0 0,0-6 0 0,3-13 0 16,2-3-166-16,0-11-293 0,0-6 226 0,0-3 23 15,0-6-268-15,0-5 219 0,0-2 110 0</inkml:trace>
  <inkml:trace contextRef="#ctx0" brushRef="#br0" timeOffset="-181630.61">7620 17884 3446 0,'6'-2'0'0,"11"0"0"0,0 1 0 0,1 1 0 0,5 0 0 0,6 0 0 0,1-3 0 0,5 0 0 0,11-1 0 0,-5-2 0 0,1 1 24 0,2-5 13 0,-1 2 1 0,-8 1 9 15,4-2-226-15,-7 1 108 0,-9 2 55 0,-3 5-621 16,-10 0 331-16,-1-2 172 0,-5 3-640 15,-4 0 369-15,0 0 184 0,-13 0 91 0</inkml:trace>
  <inkml:trace contextRef="#ctx0" brushRef="#br0" timeOffset="-181461.65">7975 17469 3156 0,'0'-3'0'0,"0"3"0"0,0 3 0 0,0 9 0 0,0 7 0 0,2 8 0 0,1 1 0 0,-2 12 0 0,1 2 0 0,-2 6 0 0,0 3 144 0,0 3 456 15,0 0-569-15,0-1-31 0,0-2 0 0,0-4 0 0,0-11 0 16,0 3 0-16,0-6 0 0,2-3 0 16,-1-4 0-16,3-2-700 0,2-6 358 0,-2-3 185 15,1-8 97-15,0-1-977 0</inkml:trace>
  <inkml:trace contextRef="#ctx0" brushRef="#br0" timeOffset="-181087.85">8378 17512 3090 0,'3'-7'0'0,"12"4"0"0,2 1 0 0,0 1 0 0,0-3 0 0,4 2 0 0,1 0 0 0,5-1 0 0,0 0 0 0,8-1 0 16,6-2 76-16,0 4 108 0,1-5-74 0,-4 4-27 0,2 1-10 15,-3 0-92-15,-2 2 27 0,-13 0 1 0,-1 4 5 16,-7 8 32-16,-7 8-9 0,-5 5 136 15,-2 4-126-15,-18 10-47 0,-4-1 0 0,-9 6 0 16,1-3 0-16,-7 2 0 0,0 1 0 0,-1-5 0 16,0-2 0-16,11-6 0 15,-5 0 0-15,5-4 0 0,5-5 0 0,9-5 0 0,1-3 0 0,7-1 0 16,1-5 0-16,4 0 0 0,0 0 0 16,2-1 0-16,10-1 0 0,8 1 0 0,2-1 0 15,5 0 0-15,-2-3 0 0,5 1 0 0,0-2 0 16,1 0 0-16,0-2 0 0,-1 0 0 0,2 0 0 15,-2 0 0-15,-5 0 0 0,-2-2 0 16,0-2 0-16,-3 2 0 0,-5 1 0 0,-4-1-346 16,0 0 148-16,-3 0-642 0,-4 2 406 0,-1 0 199 15,-3-2 99-15</inkml:trace>
  <inkml:trace contextRef="#ctx0" brushRef="#br0" timeOffset="-180920.25">8634 17679 3068 0,'-5'-7'0'0,"4"2"0"0,1 4 0 0,0 0 0 15,0-2 0-15,1 2 0 0,11 1 0 0,5 0 0 0,9 0 0 0,2 4 0 0,4 4 235 0,1 4 332 0,8 0-506 0,-9 0-61 16,7-1 0-16,3 2 0 0,-1-4-12 16,1 2 10-16,-6-6-821 0,0-1 439 0,-3 0 206 15,-1 0 108-15,-2 3-856 0</inkml:trace>
  <inkml:trace contextRef="#ctx0" brushRef="#br0" timeOffset="-180716.68">9249 17808 2862 0,'0'0'0'0,"1"0"0"0,3 0 0 0,2 0 0 0,4 0 0 0,4 0 0 0,5 0 0 0,6 0 0 16,6 0 0-16,3 0 0 0,7 0 418 0,0 0-191 0,1-3-95 0,2-4-47 0,4-1-178 0,-10 1 75 0,11-6 22 0,-13 5 1 15,-1 0-443 1,-3 2 238-16,-9 5 119 0,-7-2-505 0,0 3 254 0,-9 0 170 0,-3 0-40 16,-4 0-151-16,0 4 158 0,-9-1 70 0,-9-3-220 0,-3 0 154 15,-2-9 78-15</inkml:trace>
  <inkml:trace contextRef="#ctx0" brushRef="#br0" timeOffset="-180564.77">9636 17488 1824 0,'-11'-18'0'0,"6"9"0"0,2 6 0 16,1-1 0-16,2 4 0 0,0 0 0 0,0 7 0 0,2 12 0 0,3 3 0 0,3 5 0 0,2 5 560 0,-3 5-253 0,-2 12-140 0,-3 0-65 0,1 2 389 0,-3 1-227 16,0 2-105-16,0-7-158 0,0 1-1 0,0-5 37 0,2-5-18 15,0-2-583-15,3-1 300 16,-1-5 146-16,0-1-313 0,-1-1 209 0,-1-10 125 0</inkml:trace>
  <inkml:trace contextRef="#ctx0" brushRef="#br0" timeOffset="-180234.67">9917 17631 2884 0,'16'-15'0'0,"6"9"0"0,4 2 0 0,0 2 0 0,-4 0 0 0,1 2 0 0,4 0 0 0,1 0 0 0,4 11 0 0,0 4 0 0,-2 2 173 0,0 5 128 15,-4 1-132-15,-5 4-66 0,-4 0-33 0,-5 6-64 0,-5-1-9 0,-5 3 40 16,-2 6 0-16,-9-3-30 15,-14 4 1-15,-5-3 38 0,-6 0 30 0,-2-6-59 16,1-6-17-16,5-6 0 0,-7-3 0 0,4-4 0 16,2-4 0-16,8-7 0 0,0 1 0 0,6-4 0 15,6 0 0-15,2 0 0 0,2 0 0 0,5 0 0 16,2 0 0-16,0 0 0 0,16 0 0 0,7 0 0 16,7 1 0-16,2 4 0 0,3 0 0 0,1 1 0 15,10-4 0-15,-7-1 0 0,9 2 0 0,-3-3 0 16,-1 0 0-16,-1 0 0 15,-2-3 0-15,-6 0 0 0,3-3 0 0,-3 5-78 16,-3-3 2-16,3 2-826 0,-3-1 432 0,2 2 207 16</inkml:trace>
  <inkml:trace contextRef="#ctx0" brushRef="#br0" timeOffset="-180055.73">10785 17724 3575 0,'-7'-9'0'0,"7"6"0"0,0 3 0 0,3 0 0 0,7 0 0 0,1 0 0 0,6 0 1 0,6 0 3 0,-1 0-1 0,10 5 0 0,0-2 226 0,6 0-113 0,4-2-116 15,-3-1 0-15,7 0 0 0,-4-1-323 0,-1-5 56 16,-7 1 152-16,-4 2 75 0,-7 3-376 0,-5 0 221 16,-4 2 116-16</inkml:trace>
  <inkml:trace contextRef="#ctx0" brushRef="#br0" timeOffset="-179887.3">10964 18002 2789 0,'0'4'2'0,"0"1"1"0,0-3-3 0,0 0 0 0,2-2 0 0,8 0 0 0,4 0 0 0,4 0 0 0,5 0 0 0,2 0 0 0,-2 0 384 0,5 0-178 16,2 0-125-16,-2 0-22 15,1 0 0-15,1 0-22 0,-3-2-555 0,6-1 273 0,-6-3 141 0,-1 3-671 16,-1-3 400-16,0 3 201 15,-5 2-13-15,2-5-235 0</inkml:trace>
  <inkml:trace contextRef="#ctx0" brushRef="#br0" timeOffset="-179606.75">11546 17837 2285 0,'0'-2'0'0,"0"0"0"0,0 2 0 0,-5 0 0 0,-4 2 0 0,4 11 0 0,-1 2 0 0,3 7 0 0,3 1 0 0,0 7 0 0,0 2 181 16,0 0 345-16,5 2-245 0,7-3-123 0,4-1-51 0,4-3 101 0,1 0-85 15,4-9-61-15,3-3-107 16,4-6 32-16,2-4 34 0,0-5-10 0,2 0-123 16,-2-8 74-16,0-8 38 15,-4-2-1-15,-4-3-16 0,-6 3 22 0,-4 1-39 0,-5-4-82 0,-6 0 63 16,-3-1-26-16,-2-3-16 0,0-1 104 0,-13-3-37 16,-2 0 7-16,-4-1 31 0,-2 0 0 0,-3 1-21 15,0 7-3-15,-6 5 86 0,-2 8-40 0,-12 6 7 16,2 3-44-16,-4 9 58 15,-2 13-26-15,4 4 12 0,14-5-170 0,2 7 69 16,6 5 32-16,4 1-441 0,9 2 226 16,8 3 94-16,1 5 60 0</inkml:trace>
  <inkml:trace contextRef="#ctx0" brushRef="#br0" timeOffset="-178986.5">12656 17803 2605 0,'-15'-10'12'0,"11"10"-4"0,4 0-2 0,0 0-2 0,0 0-1 0,6 0-1 0,12 5-1 0,7-5 0 0,7 0 0 0,2 0 0 0,15 0 158 0,-1-6-59 16,1-5 141-16,2-3-102 0,-4 1-51 0,-6 1-15 15,6-3-3-15,-13 6-32 0,0-1 0 0,-4-1-181 16,-7 6 90-16,-3 0 55 0,-7 3-10 0,-4 0-411 15,-3 2 223-15,-4 0 115 0,-2 4-695 16,-4 6 359-16,-14 10 195 0,-1 0 91 0,-4 2-317 0</inkml:trace>
  <inkml:trace contextRef="#ctx0" brushRef="#br0" timeOffset="-178801.49">12833 17959 1741 0,'-7'7'0'0,"7"5"0"0,0-2 0 0,0 0 0 0,0-2 0 0,0-1 0 0,0-1 0 0,0-1 0 0,3 0 0 0,5 1 0 0,-3-4 229 0,2 1-86 16,-1-2-57-16,0-1 9 0,0 2-29 0,-1-2 1 0,-1 0-29 16,-3 0-183-16,1 0 87 15,-2 0 48-15,0 0 24 0,0 0-317 0,0 0 171 16,0 0 91-16,0 0 35 0,0 2-381 0,0 4 184 16,0-1 35-16,0 5-157 0,0 0 135 0</inkml:trace>
  <inkml:trace contextRef="#ctx0" brushRef="#br0" timeOffset="-178345.14">12855 18269 1693 0,'0'0'0'0,"0"0"0"0,0-4 0 0,-6-6 0 0,4 2 0 15,1-6 0-15,1 0 0 0,0-2 0 0,1 0 0 0,11-8 0 0,1 6 103 0,3-7-38 0,4 2-167 0,-3-1 69 0,1 0 36 0,-1-3-331 16,2 3 177-16,-2-4 82 0,-4-1-298 15,2 0 171-15,-2-3 87 0,-1-4 43 16,-3-3-75-16,0-7 48 0,-4 2 27 0,2-4 1 0,-5 1 13 16,0 13 26-16,-2 2 26 0,0 5 0 0,0 6 92 15,0 8-84-15,-2 4 0 16,-2 5 464-16,2 3-249 0,-1 1-71 0,3 18 343 16,0 8-229-16,3 10-113 0,5 9-58 0,4 9 387 15,4 15-226-15,0 3-110 0,3 2-53 0,2-2 174 16,-2-7-105-16,5 12-67 0,-1-11-28 0,1-5 148 15,0-2-88-15,-3-9-237 0,0-7 84 0,3 4 27 16,-9-16 0-16,0-4-236 0,-3-8 136 0,-7-6 69 16,1-3 43-16,-3-7-255 0,-1-3 87 0,-2 0 82 15,0-16-42-15,0-7 21 16,-3-7 4-16,-7-11 10 0,3 4 42 0,-3-5 28 16,1-1-28-16,0-3-36 0,1 9 26 0,-1-1 10 15,-2 7 0-15,3 10 126 0,-5 2-63 0,0 6-32 16,-1 6-11-16,0 5 305 0,-4 2-147 0,4 2-57 15,-5 14-43-15,2 1-1 0,4 2-12 0,-2 8 23 16,1-4-29-16,5 4-161 0,2-6 80 0,0 4 62 0,4-11-658 16,3-1 305-1,0-5 163-15</inkml:trace>
  <inkml:trace contextRef="#ctx0" brushRef="#br0" timeOffset="-178209.77">13259 17275 2528 0,'0'-6'0'0,"6"6"0"0,1 0 0 0,-1 4 0 0,-1 6 0 0,3 6 0 0,0 5 0 0,-1 6 0 0,2 0 0 0,6 11 0 0,4 4-67 0,5 1 53 0</inkml:trace>
  <inkml:trace contextRef="#ctx0" brushRef="#br0" timeOffset="-176979.56">14132 17748 1569 0,'-5'-1'0'0,"1"-4"0"0,0 1 0 0,0 2 0 0,2-2 0 0,0-2 0 0,2 3 0 0,0-3 0 0,0 0 0 0,0 0 0 0,4 1 88 0,3-3-48 15,-4 3 58-15,3-1-11 0,-3 1-47 0,3 1 0 0,-4-2 33 16,1 2 0-16,-1 3-23 0,0-2-10 0,1 3 20 16,-3-3-20-16,0 1 0 0,0 0 29 15,0 0 9-15,0 2-38 0,0 0 0 16,0-2-41-16,0 2 1 0,0 0 40 0,0 0-87 15,0 0 39-15,0 0 15 0,0 0 0 0,0 0-164 16,0 0 88-16,0 0 32 0,0 0 23 0,0 0-82 16,0 0 46-16,0 0 6 15,0 0 11-15,0 0-8 0,0 0 24 0,0 0-30 0,0 0 90 16,0 0-34-16,0 0 1 0,0 0 27 16,0 0-23-16,0 0 12 0,0 0-36 0,0 0 33 15,0 0 0-15,0 0-12 0,0 0-11 0,0 0-95 16,0 0 46-16,0 0 0 0,0 0-52 0,0 0 38 15,0 0 2-15,0 0-207 0,0-2 117 0,0 0 40 16,0 1 36-16,0 1-215 0,0-2 130 16,-3 2 60-16,-3 0 30 0</inkml:trace>
  <inkml:trace contextRef="#ctx0" brushRef="#br0" timeOffset="-176626.44">14119 17655 2526 0,'-2'-8'0'0,"-4"6"0"0,5 0 0 0,-1 1 0 0,2-1 0 0,0 2 0 0,0 0 0 0,0 0 0 0,0-3 0 0,5 3 0 0,11 0 278 0,0-1-118 0,3-2-49 0,6 1 173 0,1-1-122 15,2 1-60-15,2-2-31 0,3 2 166 16,-2-2-237-16,3 3 0 0,0-1 0 16,0 0 0-16,1 2 0 0,-1 0 0 0,-2 0 0 0,-2 0 0 15,-2 0 0-15,0 0 0 16,-5 0 0-16,-3 4 0 0,1-4 0 0,-4 1 0 0,-2-1 0 16,-4 0 0-1,-3 0 0-15,-1 0 0 0,-3 0 0 0,-2 0 0 0,0 0 0 0,-2 0 0 0,0 0-337 16,0 0 142-16,0 0-480 0,0-1 322 15,0-1 156-15,0-5 77 0,0-3-522 0,0-2 300 16</inkml:trace>
  <inkml:trace contextRef="#ctx0" brushRef="#br0" timeOffset="-176221.34">14934 17320 2670 0,'6'-3'0'0,"3"1"0"0,1 0 0 0,1-2 0 0,3 0 0 16,2-2 0-16,3 3 0 0,5-1 0 0,6 2 0 0,-2 2 0 0,2 0 265 0,-2 0-111 0,1 3-57 0,-5 6 82 0,3 7-74 0,-4-2-32 0,-9-2 1 0,-1 6-144 16,-3-1 66-16,-8 2 18 15,-2 1-88-15,0 4 58 0,-8-3 29 0,-9 1-1 16,-4-1 165-16,-2-2-73 0,-4 0-37 0,-1-4-1 16,0-2-41-16,1-1-25 0,4-5 0 0,2 0 0 15,1-3 0-15,9-2 0 0,1 0 0 0,7-2 0 16,-1 0 0-16,4 0 0 0,0 0 0 0,13 0 0 15,11 0 0-15,5 0 0 0,1 2 0 0,2 1 0 16,3 5 0-16,2 1 0 16,-4 3 0-16,-3 3 0 0,1 2 0 0,-8 1 0 15,-2 3 0-15,-5 4 0 0,-5-2 0 0,-10 6 0 16,1-1 0-16,-2 0 0 0,-5 1 0 0,-13-2 0 16,-2-1 0-16,-4-1 0 0,-4-2 0 0,-4-2 0 15,0-3 0-15,-4-2 0 0,3-4 0 0,-4 2 0 16,1-8 0-16,5 3 0 0,1-6 0 0,7 0 0 15,1-3 0-15,5 0 0 0,6 0 0 0,3 0 0 16,7-10 0-16,1-7-145 0,5-6-113 16,20-5 108-16,-4 2-936 0,15-8 526 15</inkml:trace>
  <inkml:trace contextRef="#ctx0" brushRef="#br0" timeOffset="-175946.16">15689 17398 3466 0,'5'0'0'0,"-4"0"0"0,-1 5 0 0,-3 8 0 0,-13 2 0 0,-3 7 0 0,-1 0 0 0,-1 3 0 0,-4 4 0 0,1-3 0 0,0-1 268 0,1-4-119 15,1-2-101-15,5-6-48 0,0 1 0 0,4-3 0 16,3-7 0-16,5 0 0 0,-1-3 0 0,4-1 0 16,2 0 0-16,0 3 0 0,2-3 0 0,14 2 0 15,5-1 0-15,6 3 0 0,1-2 0 0,6 0 0 16,0 0 0-16,5 2 0 0,-1-3 0 0,1 3 0 15,-3-3 0-15,1 2 0 0,-3-2 0 0,-1-1 0 16,-4 0 0-16,-3 0 0 0,-3 0 0 0,-2 0 0 16,-3 0 0-16,-2 0-238 15,-3 0-158-15,-3 0 177 0,-3 0 88 0,-4 0-652 16,1 0 377-16,-2 0 182 0</inkml:trace>
  <inkml:trace contextRef="#ctx0" brushRef="#br0" timeOffset="-175767.67">15843 17392 2878 0,'-6'-2'0'0,"5"2"0"0,-1 0 0 0,2 0 0 0,0 3 0 0,0 9 0 0,0 2 0 0,5 11 0 0,4 1 0 0,-4 4 0 0,2 5 110 0,-3 6 160 0,-2-4-105 16,0 15-67-16,-2-8 174 0,0 1-134 0,0 0-138 16,0-2 0-16,-8-6-95 0,3-1-30 0,-2-2 83 15,0-3-545-15,2-7 311 0,1-4 157 0,2-4 87 16,0-5-796-16,2-6 394 0,0-5 196 0</inkml:trace>
  <inkml:trace contextRef="#ctx0" brushRef="#br0" timeOffset="-175551.13">15992 17628 2652 0,'17'-18'0'0,"1"4"0"0,1 6 0 0,2 4 0 0,-1 0 0 0,3 4 0 0,0 0 0 0,3 0 0 0,3 11 0 0,-1 4 0 0,2-1 149 0,-3 6-55 0,0 1 72 16,-5 1-69-16,-4 0-28 0,-7 0 63 0,-4 5-45 15,-7-4 9-15,0 8-56 0,-7-6 64 0,-14 0-35 16,-4-1 0-16,-2 0-31 16,-5-3 31-16,-1-3-69 0,-1-3 0 0,1-1 0 0,1-3 0 15,7-5 0-15,1-2 0 0,3-4 0 16,10 0 0-16,0 0 0 0,7-10-411 0,4-9 118 16,2-6 107-16,19-4 31 0,3-3-705 0</inkml:trace>
  <inkml:trace contextRef="#ctx0" brushRef="#br0" timeOffset="-175375.66">16527 17427 3931 0,'4'-8'0'0,"-2"7"0"0,-2 1 0 0,-4 0 0 0,-15 2 0 0,-2 14 0 0,-1 6 0 0,-1 1 0 0,2 10 0 0,1 4 0 0,7 0 0 0,5-3 0 16,5 6 0-16,1 7 0 0,2-5 0 0,4-1 0 15,12-2 0-15,7-1 0 0,0-10 0 0,5 2 0 16,7-2 0-16,-4-11 0 0,11-1 0 0,-2-3 0 15,-4-6 0-15,12 0-520 0,-2-2 233 16</inkml:trace>
  <inkml:trace contextRef="#ctx0" brushRef="#br0" timeOffset="-174971.19">16929 17711 2519 0,'-3'-15'0'0,"3"11"0"0,3 2 0 0,14 0 0 0,5-1 0 0,4-3 0 0,8 0 0 0,3 0 0 0,13 4 0 0,2-5 0 0,11 4 333 0,-1 1-147 15,-9 0 227-15,4 0-178 0,-1 2-101 0,-1 0-47 16,-9 0-101-16,-10 0 25 0,2 4 0 15,-12 1 5-15,-3-1-457 0,-4 0 224 0,-10-3 127 0,-2 2-580 16,-5-1 290-16,0-2 189 16,-2 0-19-16,-4 0-122 0,-7-2 147 0,-4-7 73 0</inkml:trace>
  <inkml:trace contextRef="#ctx0" brushRef="#br0" timeOffset="-174786.62">17439 17222 2126 0,'-7'-3'0'0,"1"3"0"0,1 0 0 0,1 11 0 0,0 6 0 0,2 8 0 0,0 2 0 0,2 14 0 0,0 2 0 0,0 3 0 0,-2 6 611 16,0 14-286-16,-1-5-144 0,-3 4 169 0,3 0-155 15,-1-7-70-15,-1 1-107 0,2 0-243 0,-1-7 103 16,4-3 79-16,0-11-233 16,0 3 151-16,0-3 82 0,2-7 41 0,3-6-612 0,4-5 204 15,2-14 191-15</inkml:trace>
  <inkml:trace contextRef="#ctx0" brushRef="#br0" timeOffset="-174419.99">17766 17401 2520 0,'18'-21'0'0,"9"8"0"0,1 0 0 0,0-1 0 0,3 0 0 0,2 3 0 0,1 4 0 0,0 4 0 0,0 3 0 0,-5 0 0 0,0 0 111 0,-6 12-35 16,-8 1-1-16,-4 7-68 0,-6 4 32 0,-5 1 10 15,-1 3-10-15,-18 0 31 0,-3 1 0 0,-5-3-31 16,1 0 209-16,-3-1-95 0,1-5-62 0,4 1 221 16,2-4-280-16,4-6-32 0,8-1 0 0,-1-3 0 15,6-3 0-15,3 3 0 0,2-4 0 0,0 1 0 16,4 1 0-16,13 1 0 0,4-1 0 0,1 2 0 16,3 2 0-16,1-1 0 15,0 4 0-15,-1-2 0 0,2 7 0 0,-9 1 0 16,-3-1 0-16,-4 2 0 0,-4 5 0 0,-5-4 0 15,-2 5 0-15,0-1 0 0,-14-1 0 0,-2-2 0 16,-4-2 0-16,1-3 0 0,-9 2 0 16,1-2 0-16,1-4 0 0,0 1 0 0,-2-5 0 0,5 0 0 15,-7 0 0-15,9-5 0 0,3 1 0 0,1-3 0 16,6-1 0-16,1 0 0 0,2 0-289 16,8-10 86-16,0-12 83 0,8-5-781 15,13-9 431-15</inkml:trace>
  <inkml:trace contextRef="#ctx0" brushRef="#br0" timeOffset="-174100.08">18390 17425 2779 0,'17'-1'0'0,"-1"1"0"0,-8 0 0 0,0 3 0 0,-6 6 0 0,0 4 0 0,-2 3 0 0,0 3 0 0,-4 3 0 0,-10-1 0 0,1 1 154 15,0-1-48-15,-5 4 286 0,4-7-176 0,-1-1-89 16,2-2-44-16,7-5-9 0,-3-3-74 0,5-2 0 15,1 0 0-15,1-4 0 0,2 2 0 0,0-2 0 16,2 1 0-16,9 0 0 0,6 0 0 0,-1 3 0 16,2 3 0-16,2-1 0 0,-1 2 0 0,2 3 0 15,-3 1 0-15,3 3 0 0,-2 0 0 16,-6-1 0-16,0 2 0 0,-3 1 0 16,-5 1 0-16,-3 1 0 0,-2-4 0 0,0 1 0 15,0 2 0-15,-13-2 0 0,-4 1 0 0,-4-3 0 16,-1 1 0-16,-4-1 0 0,-3-2 0 0,1 2 0 15,-4-4 0-15,4-1 0 0,0-3 0 0,7-3 0 16,1-2 0-16,1-2 0 0,4 0 0 0,5-10-16 16,5-13-478-16,5-6 227 0</inkml:trace>
  <inkml:trace contextRef="#ctx0" brushRef="#br0" timeOffset="-173962.72">18369 17497 3199 0,'17'-9'0'0,"2"1"0"0,1 3 0 0,-2 0 0 0,-2-2 0 0,3 3 0 0,0 0 0 0,-1 3 0 0,3 1 0 0,-1 0 0 0,-2 0 186 16,1 7-73-16,-1 2-37 0,1 1 0 0,-2 1-788 0,0 0 370 0,0 1 191 15,-2-3 95-15</inkml:trace>
  <inkml:trace contextRef="#ctx0" brushRef="#br0" timeOffset="-173796.26">18731 17532 3303 0,'0'0'0'0,"0"0"0"15,0 4 0-15,2 1 0 0,8 5 0 0,1 1 0 0,2 4 0 0,4 4 0 0,-4 0 0 0,4 3 0 0,-2-1 65 16,2 0-1-16,-2-4-25 0,0-1-1 0,-2-1-603 16,3-4 297-16,-2-1 154 0,0-2-707 0,-5-5 407 15,2 0 202-15,-3-3 99 0,-2 0-293 0</inkml:trace>
  <inkml:trace contextRef="#ctx0" brushRef="#br0" timeOffset="-173629.8">19152 17217 3931 0,'2'-9'0'0,"0"7"0"0,-2 2 0 0,0 0 0 0,0 14 0 0,-7 13 0 0,-9 16 0 0,0 15 0 0,-7 4 0 0,-3 12 0 0,-6 16 0 0,5-11 0 15,-10 24 0-15,3-10 0 0,-3 2 0 0,0-2 0 16,-5 0 0-16,2 3 0 0,3 1 0 0,2-1 0 15,5 0-49-15,3-3 12 0,2 11-650 0</inkml:trace>
  <inkml:trace contextRef="#ctx0" brushRef="#br0" timeOffset="-173008.22">19400 17709 2680 0,'-3'-7'0'0,"3"7"0"0,0 0 0 0,2 1 0 0,7 7 0 0,6-2 0 0,5 1 0 0,3-1 0 0,5 0 0 0,8-1 0 0,8 1 280 0,-3-2-120 15,1-2-61-15,2 1 135 0,-1-1-98 0,-6-1-39 0,3-1-34 0,-4 0-96 16,-2 0 36-16,-4 0-1 0,-7 0-362 0,-2 0 208 16,-3 0 91-16,-7 0 49 15,-4 0-611-15,-1 0 260 0,-4 0 176 0,0 0-4 16,-2 0-108-16,0 0 131 0,-5-1 64 0,-7-1-266 15,-3-3 165-15,-2-8 75 0</inkml:trace>
  <inkml:trace contextRef="#ctx0" brushRef="#br0" timeOffset="-172845.75">19799 17502 1740 0,'-14'-14'0'15,"3"7"0"-15,4 5 0 0,-1 2 0 0,0 0 0 0,5 1 0 0,1 12 0 0,2 4 0 0,0 9 0 0,0 4 0 0,0 2 259 0,0 12-110 0,0-3 306 0,0 0-198 0,0 14-115 16,0-3-51-16,0-1 73 0,0 2-63 15,0-7-31-15,0-8-409 0,0 3 184 0,0-5 96 0,2-5 49 16,1-7-265-16,1-2 157 16,4-5 87-16,-2-6 30 0,3-2-759 0,3-7 335 15</inkml:trace>
  <inkml:trace contextRef="#ctx0" brushRef="#br0" timeOffset="-172478.52">20077 17470 2318 0,'12'-26'0'0,"11"11"0"0,4 4 0 0,1 1 0 0,0-3 0 0,2 6 0 0,2 2 0 0,-2 2 0 0,2 2 0 0,-2 1 0 0,2 0 118 0,-7 9-31 0,2 6-8 0,-6 0-40 16,-9 2-40-16,-3 3 1 0,-7 5 39 0,-2-5 10 16,-2 7-80-16,-16 0 35 0,-3-4 0 0,-4 2 155 15,-3-1-60-15,1-1-20 0,-1-2 178 16,3-4-108-16,9-4-56 0,-1-2-26 0,8-4 242 0,3-1-295 15,3-3-14-15,3 2 0 0,0 0 0 16,5-1 0-16,15-1 0 0,5 1 0 16,3 2 0-16,4 2 0 0,1-1 0 0,-1 3 0 15,2 1 0-15,-2 4 0 0,-6 2 0 0,-3-1 0 0,-5 5 0 16,-7-1 0-16,-6 0 0 0,-3 1 0 0,-2 4 0 16,-6-1 0-16,-13-2 0 15,-1 0 0-15,-4 0 0 0,-3-6 0 0,-1 0 0 16,1-2 0-16,-1-3 0 0,3-3 0 15,4-3 0-15,0-2 0 0,1-3 0 0,8 0 0 0,3 0 0 16,3-3-1-16,6-10-758 0,0-7 350 0,13-11 190 16,8-4 90-16</inkml:trace>
  <inkml:trace contextRef="#ctx0" brushRef="#br0" timeOffset="-172149.05">20675 17313 3334 0,'10'-8'0'0,"3"5"0"0,-2 0 0 0,3 0 0 0,-2-1 0 0,6 2 0 0,3 2 0 0,4 0 0 0,3 0 0 0,4 2 0 0,0 4 176 0,5 1-74 16,6-1 41-16,-4 0-52 15,0-3-26-15,-4 1-45 0,0-4-20 0,-1 2 0 0,-11-2 0 16,-3 2 0-16,-7-2 0 0,-4 0 0 0,-3 0 0 16,-2 0 0-16,-3 0 0 0,-1 0 0 15,0 0 0-15,0 2 0 0,0 0 0 0,-7 3 0 16,0 1 0-16,1 3 0 0,0 6 0 0,-1 5 0 15,1 3 0-15,1 7 0 0,3 3 0 0,-2 9 0 16,4-1 0-16,0 7 0 0,-2 6 0 0,2-1 0 16,0 5 0-16,0-1 0 0,0-1 0 15,0-2 0-15,0-2 0 0,0-4 0 0,0-12 0 0,0 1 0 16,0-8 0-16,0-4 0 16,0-4 0-16,0-7 0 0,-1-4 0 0,-4-2 0 15,1-5-332-15,1-3 126 0,-3 0-531 0,3 0 349 16,-5-1 174-16,2-12 88 0</inkml:trace>
  <inkml:trace contextRef="#ctx0" brushRef="#br0" timeOffset="-171961.95">20777 17708 3489 0,'-17'0'0'0,"8"-3"0"0,2 1 0 0,0 2 0 0,7 0 0 0,0-1 0 0,4-1 0 0,19-1 0 0,7 3 0 0,9 0 0 0,1 0 130 0,5 0 182 0,4 6-312 0,-10 0 0 15,14 2 0-15,-8-1 0 0,-3 1 0 0,-7-3 0 16,-1-1 0-16,-6-3 0 0,4 1 0 0,-9-2-373 16,0 0 46-16,-3 0 183 0,-1 0 91 0,-3 0-929 15,3 0 477-15</inkml:trace>
  <inkml:trace contextRef="#ctx0" brushRef="#br0" timeOffset="-171600.43">21547 17405 2715 0,'0'-7'0'0,"6"2"0"0,3 2 0 0,5-3 0 0,2 1 0 0,5 0 0 0,4 1 0 0,2 3 0 0,8-1 0 0,4 0 0 0,0 2 88 0,0-2 190 0,3 1-119 16,-6-2-61-16,3 2-19 0,-4-2 110 16,-1 2-75-16,-6 1-38 0,-7 0 1 0,2 0-19 15,-10 0-58-15,-1 0 0 0,-5 5 0 0,-3 1 0 16,-3 3 0-16,-1 5 0 0,-1 1 0 0,-15 6 0 15,-2 1 0-15,-1 5 0 0,-8 6 0 0,2-1 0 16,2 0 0-16,-5 11 0 0,1-1 0 0,3-1 0 16,4 0 0-16,2-8 0 0,6 2 0 0,0-3 0 15,6-8 0-15,3 0 0 0,3-3 0 0,0-7 0 16,0-1 0-16,3-2 0 0,6-4 0 16,5-2 0-16,1-2 0 0,0-2 0 15,2-1 0-15,-2 0 0 0,3 0 0 0,-2 0 0 16,-2 0 0-16,0-4 0 0,-5 3 0 0,2-5 0 15,-3 5 0-15,-2-2 0 0,-3 2 0 16,-1 1-89-16,0 0-416 0,0 0 237 0,-2 0 114 0,0 0-733 16,0 0 425-16,0 0 211 0</inkml:trace>
  <inkml:trace contextRef="#ctx0" brushRef="#br0" timeOffset="-171439.45">21703 17633 3843 0,'-13'-9'0'0,"4"4"0"0,-1 1 0 0,7-3 0 0,0 1 0 0,3 2 0 0,6-2 0 0,16 2 0 0,6 4 0 0,3 0 0 0,2 0 88 0,4 7-88 0,0 4 0 0,-1-1 0 15,-1 5 0-15,-3-1 0 16,-2 2-334-16,0-1 190 0,-3-3 86 0,-1 3-1175 0</inkml:trace>
  <inkml:trace contextRef="#ctx0" brushRef="#br0" timeOffset="-170987.37">22727 17541 2879 0,'-21'-11'14'0,"8"10"-4"0,8 1-3 0,5 0-2 0,0 0-1 0,0 1-2 0,0 5 0 0,9-2 0 0,12 0-1 0,4-4 0 0,8 1 179 0,2-1-59 15,3 0 191-15,6 0-137 0,-7 0-69 0,0 0-34 0,-3-1-162 0,-6 1 74 16,1-3 22-16,-6 2-506 0,-2 1 270 15,-2 0 133-15,-4 0-287 0,-3 0 139 16,1 0 127-16,-3 0-93 0,2-2-502 0</inkml:trace>
  <inkml:trace contextRef="#ctx0" brushRef="#br0" timeOffset="-170633.4">23330 17228 2007 0,'13'-6'0'0,"1"3"0"0,5 1 0 0,6 0 0 0,-2 2 0 0,1 0 0 0,4 0 0 0,0 5 0 0,0 8 0 0,-3 1 0 0,-2 3 225 0,-9-2-93 0,0 4-47 0,-7 0-9 16,-5-1-28-16,-2 6-10 0,-5-3 1 0,-16-2 30 15,-4 1-31-15,-3 1 1 0,-2-3 9 0,0-2 189 16,0-2-99-16,4-2-50 16,7-2-25-16,2-2 237 0,7-6-121 0,3 1-97 15,4-1-82-15,3 0 0 0,1-2 0 0,19 0 0 16,10 0 0-16,11 0 0 0,-3 2 0 0,9 1 0 15,-1 5 0-15,-2 3 0 0,-10 3 0 0,3 1 0 16,-9 3 0-16,-6 4 0 0,-7 1 0 0,-9 1 0 16,-4-3 0-16,-2 8 0 0,-4-4 0 0,-13 0 0 15,-5-2 0-15,-6-1 0 0,-3-1 0 16,0-1 0-16,-5-4 0 0,1-1 0 16,2-2 0-16,3-2 0 0,6-4 0 0,-1-2 0 15,4 1 0-15,9-3 0 0,1-3 0 0,4 0 0 16,5 0-2-16,2 0-94 0,6-11-670 0,13-13 364 15,9-5 182-15,1-9-746 0</inkml:trace>
  <inkml:trace contextRef="#ctx0" brushRef="#br0" timeOffset="-170371.67">24015 17292 2293 0,'20'-13'0'0,"-2"6"0"0,-6 4 0 0,-3 3 0 0,-4 0 0 0,-3 0 0 0,-2 14 0 0,0 5 0 0,-11 2 0 0,-6 6 0 0,-4 0 518 0,-3 1-239 0,-2 0-121 15,-2 0 200-15,5-5-151 0,-2-1-89 0,7-8-118 16,0 1 0-16,6-5 0 0,3-6 0 16,4 2 0-16,1-5 0 0,3-1 0 0,1 3 0 0,0-3 0 15,10 0 0-15,10 0 0 0,4 2 0 0,3-1 0 16,1 3 0-16,4 0 0 16,-2 2 0-16,2-1 0 0,0 2 0 0,0 0 0 15,-1-4 0-15,0 3 0 0,-1-2 0 0,-9-2 0 16,2-1 0-16,-2 1 0 0,-4 0 0 0,-7-1-476 15,-1 2 53-15,-4-2 182 0,-3-1 107 0,0 0-657 16,-2 0 376-16</inkml:trace>
  <inkml:trace contextRef="#ctx0" brushRef="#br0" timeOffset="-170193.67">24162 17272 3485 0,'-6'-3'0'0,"2"3"0"0,2 4 0 0,2 8 0 0,0 11 0 0,0 2 0 0,0 15 0 0,2 1 0 0,2 4 0 0,-3 8 0 0,-1 1 308 0,0 10-170 16,0-4-138-16,0-8 0 0,0 7 0 0,-3-5 0 16,-1-3 0-16,2-6-183 15,-2-9 110-15,1 1 55 0,-2-3-781 0,1-4 413 0,-1-1 212 0,0-4 105 16,3-1-912-16</inkml:trace>
  <inkml:trace contextRef="#ctx0" brushRef="#br0" timeOffset="-169956.96">24481 17453 3931 0,'-2'-7'0'0,"2"7"0"0,11 0 0 0,5 2 0 0,2-1 0 0,3 4 0 0,6 0 0 0,3 2 0 0,5 0 0 0,2-1 0 0,3-1 0 0,7-1 0 0,-3-2 0 16,2-2 0-16,-5 0 0 0,-7 0-184 0,-1 0 85 16,-8 0 68-16,-4 0 35 0,-9 0-855 0,-1 5 427 15,-11 8 213-15,-7-1-739 0</inkml:trace>
  <inkml:trace contextRef="#ctx0" brushRef="#br0" timeOffset="-169787.43">24572 17842 3726 0,'-8'0'0'0,"2"6"0"0,4-1 0 0,2-3 0 0,0 1 0 0,0 0 0 0,6-1 0 0,12-2 0 0,7 0 0 0,1 0 0 0,5 0 161 0,0 0-117 0,5 0-44 0,-3 0 0 16,3 0 0-16,-4-2 0 0,0 0 0 0,0-2 0 16,-2 2 0-16,-4-4-79 0,-3 1-53 15,0 3 84-15,-3-1-940 0,-1 1 501 0</inkml:trace>
  <inkml:trace contextRef="#ctx0" brushRef="#br0" timeOffset="-169448.5">25288 17502 3776 0,'-3'0'0'0,"-3"0"0"0,1 0 0 0,-5 8 0 0,1 5 0 0,1 8 0 0,3 2 0 0,-1 8 0 0,4 1 0 0,2 10 0 15,0-5 128-15,3 2-101 0,9-4-27 0,3 0 0 0,6-4 0 0,2-4 0 0,5-6 0 16,2-6 0-16,6-7 0 0,-1-8 0 16,8 0 0-16,-5-6 0 0,0-14 0 0,-11 0 0 15,3-5 0-15,-6 0 0 0,-1-6-17 0,-5 1-103 16,-4-1 47-16,-2-4-11 0,-5 3 77 0,-1-7 10 16,-4-1-42-16,-2-2 88 15,0 0-44-15,0-1 0 0,-11 3-53 0,-8-5 91 16,-6 8-33-16,-4 5 7 0,-6 10 138 0,-6 6-68 0,-6 10-73 0,-3 6-14 15,-3 0 0-15,0 16 0 16,6 9 0-16,4 3 0 0,9 0 0 0,-2 12 0 16,14-5 0-16,7-2 0 0,4 6 0 0,3 3 0 15,6-3 0-15,2 6-146 0,0 0-145 0,0-4 121 16,6 1-918-16</inkml:trace>
  <inkml:trace contextRef="#ctx0" brushRef="#br0" timeOffset="-169257.49">25838 18297 387 0,'-8'-34'0'0,"4"26"947"0,4 7-473 0,0 0-238 0,-4 1-117 0,-2 0 58 0,2-3-74 0,-1 3-37 0,1 0 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16:34.5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16:49.829"/>
    </inkml:context>
  </inkml:definitions>
  <inkml:trace contextRef="#ctx0" brushRef="#br0">3321 6196 1444 0,'-15'0'0'0,"2"0"0"0,-2 0 0 0,3 1 0 0,-2-1 0 0,-2 0 0 0,4 0 0 0,1 0 0 0,1 0 0 0,3 0 0 0,0 0 182 0,1 0-74 0,1 0-33 0,3 0 229 16,0-1-131-16,2 1-65 0,0 0-21 0,0 0 87 15,0 0-65-15,0 0-32 16,0 0-1-16,0 0 128 0,0 0-69 0,0 0-52 16,0 0 104-16,0 0-72 0,0 0-36 0,0 0 117 15,0 0-181-15,2 0-15 0,3 0 0 0,-1 0 0 0,3 0 0 0,0 0 0 16,0 1 0-16,2 1 0 16,0-1 0-16,-2 2 0 0,3-3 0 0,0 0 0 15,-4 0 0-15,5 0 0 0,-5 0 0 0,2 0 0 16,-1 0 0-16,2 0 0 0,-3 0 0 0,-1 0 0 15,5 0 0-15,-3 0 0 0,0 0 0 0,-1 0 0 16,6 0 0-16,-4 0 0 0,2-3 0 0,2 2 0 16,1-1 0-16,4 1 0 0,-4-3 0 0,4 2 0 15,-2 0 0-15,3 0 0 0,1 0 0 0,-1 0 0 16,1 2 0-16,-1 0 0 16,3 0 0-16,0 0 0 0,-2 0 0 0,1-1 0 15,-1 1 0-15,2 0 0 0,-1-3 0 0,-3 3 0 16,3-2 0-16,-5 2 0 0,1-1 0 0,1 1 0 15,-2 0 0-15,0 0 0 0,0 0 0 0,-1 0 0 16,4 0 0-16,-1 0 0 0,-1 0 0 0,2 0 0 16,1 0 0-16,-3 0 0 0,3 0 0 0,-1 0 0 15,0 1 0-15,0-1 0 16,1 0 0-16,1 0 0 0,-4 0 0 0,3 2 0 16,-1-2 0-16,2 0 0 0,-3 0 0 0,1 3 0 15,3-3 0-15,-5 1 0 0,3 1 0 0,-2 0 0 16,2 0 0-16,0 0 0 0,0 0 0 0,-1-1 0 15,1-1 0-15,0 3 0 0,0-3 0 0,-1 0 0 16,1 0 0-16,2 0 0 0,-6 0 0 0,5 0 0 16,-5 0 0-16,3 0 0 0,1 0 0 0,-3 0 0 15,2 0 0-15,3 0 0 16,-5 0 0-16,3 0 0 0,-1 0 0 0,-1 0 0 16,3 0 0-16,0 0 0 0,0 0 0 0,3 0 0 15,2 0 0-15,0 0 0 0,0 0 0 0,-3 0 0 16,-1 0 0-16,4 0 0 0,-3 0 0 0,0 0 0 15,-1 0 0-15,0 0 0 0,0 0 0 0,-1 0 0 16,-1 0 0-16,2 0 0 0,1 0 0 0,1 0 0 16,-3 0 0-16,5 0 0 0,3 0 0 0,-1 0 0 15,1 0 0-15,0 0 0 0,2-3 0 0,0 2 0 16,2-1 0-16,0 0 0 16,2 0 0-16,-3 0 0 0,2 0 0 0,0 1 0 15,-1 1 0-15,3-3 0 0,-4 3 0 0,0 0 0 16,2 0 0-16,-2 0 0 0,3-2 0 0,-2 2 0 15,1 0 0-15,0-1 0 0,2 1 0 0,0-3 0 16,8 2 0-16,-4-2 0 0,4 1 0 0,-3-3 0 16,-1 4 0-16,-3-4 0 0,2 4 0 0,1-3 0 15,-1 2 0-15,-3 0 0 0,3 1 0 0,-1-1 0 16,-1 0 0-16,-1 0 0 16,1 2 0-16,2 0 0 0,0-1 0 0,-1 1 0 15,6-3 0-15,-8 3 0 0,5-1 0 0,-4 1 0 16,1-3 0-16,3 3 0 0,-4-1 0 0,0-1 0 15,-1 0 0-15,2 0 0 0,-1 0 0 0,1 0 0 16,-2 0 0-16,3 0 0 0,-3 2 0 0,2-1 0 16,-1-1 0-16,0 2 0 0,0 0 0 0,-1 0 0 15,0 0 0-15,-4 0 0 0,1 0 0 0,-2 0 0 16,0 0 0-16,0 0 0 16,-2 0 0-16,4 0 0 0,-2 0 0 0,0 0 0 15,2 0 0-15,-2 0 0 0,3 0 0 0,-2 0 0 16,1 2 0-16,2-2 0 0,-2 1 0 0,0-1 0 15,-1 2 0-15,0-2 0 0,-4 0 0 0,4 0 0 16,-5 0 0-16,3 0 0 0,-2 0 0 0,-2 0 0 16,-1 0 0-16,4 0 0 0,-1 0 0 0,-1 0 0 15,1 2 0-15,-1 0 0 0,-4 0 0 0,6-2 0 16,-1 4 0-16,1-2 0 16,0-2 0-16,1 4 0 0,-3-4 0 0,6 1 0 15,-4 2 0-15,0-2 0 0,2-1 0 0,-3 2 0 16,-2-2 0-16,7 0 0 0,-4 0 0 0,1 0 0 15,1 0 0-15,0 0 0 0,-2 0 0 0,2 0 0 16,-2 0 0-16,2 0 0 0,-3 0 0 0,1 0 0 16,-1 0 0-16,4 0 0 0,-2 0 0 0,1 0 0 15,-3 0 0-15,3 0 0 0,-3 0 0 16,4 0 0-16,-2 2 0 0,2-2 0 16,-6 0 0-16,4 0 0 0,-5 0 0 0,6 2 0 15,-2-2 0-15,-1 0 0 0,0 0 0 0,0 1 0 16,-3-1 0-16,5 0 0 0,-1 2 0 0,0 0 0 15,0-2 0-15,2 2 0 0,0-2 0 0,1 2 0 16,-1-2 0-16,1 1 0 0,-1-1 0 0,-3 2 0 16,-2-2 0-16,6 0 0 0,-2 3 0 0,-2-3 0 15,-1 0 0-15,-1 0 0 0,5 0 0 0,-2 0 0 16,-1 0 0-16,-2 0 0 16,0 0 0-16,0 0 0 0,3 1 0 0,-2 1 0 15,3-2 0-15,-1 3 0 0,2-2 0 0,-5 0 0 16,7 2 0-16,-2-3 0 0,0 1 0 0,-1-1 0 15,1 0 0-15,0 3 0 0,0-3 0 0,0 0 0 16,0 0 0-16,0 0 0 0,0 0 0 0,0 0 0 16,0 0 0-16,-1 0 0 0,-1 0 0 0,0 0 0 15,0 0 0-15,-1 0 0 0,5 0 0 0,-2 0 0 16,0 0 0-16,0 1 0 16,0 1 0-16,0-2 0 0,0 3 0 0,-3-3 0 15,3 0 0-15,1 0 0 0,-3 0 0 0,-2 0 0 16,6 0 0-16,-4 0 0 0,1 0 0 0,-1 0 0 15,-2 0 0-15,-3 0 0 0,4 0 0 0,0 0 0 16,-1 0 0-16,1 0 0 0,-1 0 0 0,-1 0 0 16,3 0 0-16,-4 0 0 0,2 0 0 0,-1 0 0 15,-1 0 0-15,-1 0 0 16,4 0 0-16,-2 0 0 0,0 0 0 0,-2 0 0 16,1 0 0-16,-4 0 0 0,7 0 0 0,-3 0 0 15,-3 0 0-15,1 0 0 0,3 0 0 0,-3 0 0 16,1 0 0-16,-1 0 0 0,4 1 0 0,-1 1 0 15,0-2 0-15,-2 2 0 0,7 0 0 0,-3 0 0 16,1 0 0-16,0-1 0 0,-1-1 0 16,-1 0 0-16,4 3 0 0,-1-3 0 0,-3 0 0 0,-1 0 0 15,2 1 0-15,-2-1 0 16,3 0 0-16,-2 0 0 0,3 0 0 0,-5 0 0 16,2 2 0-16,-4-2 0 0,8 0 0 0,-3 0 0 15,1 0 0-15,0 1 0 0,2 2 0 0,1-3 0 16,-1 0 0-16,0 0 0 0,0 0 0 0,-2 0 0 15,-4 2 0-15,8-2 0 0,-6 0 0 0,2 2 0 16,1-2 0-16,-1 0 0 0,-4 2 0 0,6 0 0 16,-1-2 0-16,-1 1 0 0,0-1 0 0,0 2 0 15,2-2 0-15,0 0 0 16,0 2 0-16,2-2 0 0,-2 0 0 0,0 0 0 16,0 0 0-16,0 2 0 0,-2-2 0 0,0 0 0 15,1 2 0-15,-3-2 0 0,-1 0 0 0,5 1 0 16,-2-1 0-16,0 0 0 0,-2 2 0 0,4-2 0 15,-5 0 0-15,6 0 0 0,-2 3 0 0,1-3 0 16,0 0 0-16,2 0 0 0,0 0 0 0,0 0 0 16,1 0 0-16,-1 0 0 0,0 0 0 15,0 0 0-15,-2 0 0 0,0 0 0 0,0 0 0 0,2 0 0 16,-4 0 0-16,2 0 0 16,-3 0 0-16,5 0 0 0,-4 0 0 0,2 0 0 15,0 0 0-15,0 0 0 0,0 0 0 0,4 0 0 16,-2 0 0-16,0 0 0 0,0 0 0 0,1 0 0 15,-1 0 0-15,0 0 0 0,0 0 0 0,0 0 0 16,3 0 0-16,-3 0 0 0,-1 0 0 0,1 0 0 16,2 0 0-16,-2 0 0 0,2 0 0 0,-2 0 0 15,3 0 0-15,1-3 0 0,-1 1 0 16,2 2 0-16,-2 0 0 0,1-1 0 16,-1 1 0-16,-1-2 0 0,0 2 0 0,-1-2 0 15,1 0 0-15,3 2 0 0,-5 0 0 0,1-2 0 16,-1 1 0-16,0-1 0 0,2 0 0 0,-1 0 0 15,3 0 0-15,5-1 0 0,-5 2 0 0,2-2 0 16,1 0 0-16,-2 0 0 0,2-1 0 16,3 0 0-16,-4-2 0 0,1 2 0 0,1 0 0 0,-3-1 0 15,3 2 0-15,-3-2 0 16,3 2 0-16,3-1 0 0,-4-1 0 0,-2 3 0 16,2-1 0-16,0-1 0 0,-2 1 0 0,0 0 0 15,-2 1 0-15,-1-2 0 0,0 2 0 0,-1 0 0 16,1 0 0-16,0-1 0 0,0-1 0 0,-1 2 0 15,4-2 0-15,-2 1 0 0,1 0 0 0,7 0 0 16,-3-1 0-16,-5 3 0 0,2-3 0 0,1 2 0 16,-5 0 0-16,1 0 0 15,-2 0 0-15,-4 0 0 0,2 0 0 0,-3 2 0 0,-6 0 0 16,0 0 0-16,0 0 0 0,-3 0 0 16,-2 0 0-16,-2 0 0 0,-3 0 0 0,0 0 0 15,-3 0 0-15,-1 0 0 0,1 0 0 0,-5 0 0 16,1 0 0-16,-1 0 0 0,2 0 0 0,-3 0 0 15,2 0 0-15,-3 0 0 0,1 0 0 0,0 0 0 16,0 0 0-16,0 0 0 0,-1 0 0 0,3 0 0 16,-2 0 0-16,0 0 0 0,-1 0 0 15,2 0 0-15,-1 0 0 0,0 0 0 0,-2 0 0 0,0 0 0 16,0 0 0-16,0 0 0 16,0 0 0-16,0 0 0 0,0 0 0 0,0 0 0 15,0 0 0-15,0 0 0 0,-12 12 0 0,-14 16 0 16</inkml:trace>
  <inkml:trace contextRef="#ctx0" brushRef="#br0" timeOffset="12317.09">18149 6148 2813 0,'-5'-2'-7'0,"-1"1"1"0,3-1 3 0,-1 0 1 0,2 0 2 0,0 1 0 0,2 1 0 0,0 0 0 0,0 0 0 0,0-3 0 0,0 3 114 0,0 0 251 0,0 0-160 16,0-1-79-16,0 1-29 0,0 0 97 0,0 0-159 16,0-3-35-16,0 3 0 0,0 0 0 0,0 0 0 15,0 0 0-15,0 0 0 0,0 0 0 0,0 0 0 16,2 0 0-16,4-1 0 15,3-1 0-15,4-2 0 0,2 0 0 0,2-1 0 0,1-1 0 16,2 0 0-16,-2 3 0 0,1-3 0 0,0 4 0 16,-1-1 0-16,1 0 0 0,0 2 0 0,0-1 0 15,2 2 0-15,-1 0 0 0,1 0 0 0,0 0 0 16,2 0 0-16,-2 0 0 0,2-2 0 16,0 2 0-16,-3 0 0 0,1-2 0 0,-2 2 0 0,-1 0 0 15,1 0 0-15,-2 0 0 0,0 0 0 16,1 0 0-16,-4 0 0 0,3 0 0 15,0 0 0-15,2 0 0 0,-3 0 0 0,5 0 0 16,-2 0 0-16,1 0 0 0,3 0 0 0,-2 0 0 16,1 0 0-16,3 0 0 0,1-2 0 0,-1 2 0 15,1 0 0-15,-2 0 0 0,4 0 0 0,-3 0 0 16,5 0 0-16,-4 0 0 0,2 0 0 0,-1 0 0 16,-1 2 0-16,-2 0 0 0,6 0 0 0,0 0 0 15,-2-1 0-15,2 2 0 0,1-3 0 0,0 0 0 16,0 0 0-16,0 0 0 15,1 0 0-15,0 0 0 0,0 0 0 0,0 0 0 16,0 0 0-16,3 0 0 0,-5 0 0 0,3 0 0 16,-1-3 0-16,0 2 0 0,0-1 0 0,2 0 0 15,-1 0 0-15,3 0 0 0,0-2 0 0,-1 2 0 16,2 1 0-16,-2-1 0 0,-1 0 0 0,1-2 0 16,3 2 0-16,-1 1 0 0,7-4 0 0,-3 1 0 15,1 1 0-15,-1-1 0 16,2 0 0-16,-1 3 0 0,9-3 0 0,-1 0 0 15,-4 0 0-15,3 2 0 0,-1 1 0 0,-7-1 0 16,12-2 0-16,-5 2 0 0,1 1 0 0,-2-2 0 16,-4 1 0-16,11 1 0 0,-3-2 0 0,2 2 0 15,-1-1 0-15,1 0 0 0,0 1 0 0,-2-2 0 16,-3 2 0-16,3-1 0 0,-3 0 0 0,2 0 0 16,-8-1 0-16,9 3 0 0,-1-1 0 0,-2 1 0 15,-1 0 0-15,0 0 0 16,-5 0 0-16,6 0 0 0,-2 0 0 0,-4 0 0 15,1 0 0-15,3 0 0 0,-7 0 0 0,8 0 0 16,-4 0 0-16,3 0 0 0,0-1 0 0,2-2 0 16,-9 1 0-16,9-2 0 0,-6 2 0 0,-1 0 0 15,-5 1 0-15,2-1 0 0,-1 0 0 0,-1 1 0 16,-1-1 0-16,1 2 0 0,-1 0 0 0,-1 0 0 16,3 0 0-16,-2 0 0 15,1 0 0-15,1 0 0 0,-1 0 0 0,2 0 0 0,-1 0 0 16,1 0 0-16,-3 0 0 0,2 0 0 0,2 0 0 0,-2 0 0 15,-1 0 0-15,1 0 0 16,0 0 0-16,0 0 0 0,0 0 0 0,6 0 0 16,-7 2 0-16,7-1 0 0,-3-1 0 0,-5 2 0 15,2 1 0-15,2-1 0 0,-2 0 0 0,0 1 0 16,-1 0 0-16,1 1 0 0,0-3 0 0,6 4 0 16,-10-3 0-16,5 0 0 0,0 2 0 0,5-3 0 15,0 1 0-15,-1 0 0 0,-5 2 0 0,9-3 0 16,-4 1 0-16,1-2 0 15,-1 3 0-15,1-2 0 0,-4-1 0 0,10 0 0 16,-2 0 0-16,-2 0 0 0,4 0 0 0,2 0 0 16,2 2 0-16,-1-2 0 0,-1 0 0 0,0 0 0 15,-3 3 0-15,3-3 0 0,-5 1 0 16,5-1 0-16,-1 0 0 0,-2 2 0 0,3-1 0 0,4 1 0 16,-2-2 0-16,4 2 0 15,-4-2 0-15,2 2 0 0,-4-2 0 0,4 0 0 16,-4 0 0-16,0 0 0 0,-4 0 0 0,0 2 0 15,0-2 0-15,-7 0 0 0,12 0 0 0,-9 2 0 16,-2-1 0-16,-7 2 0 0,2-2 0 0,-4-1 0 16,-2 2 0-16,0 0 0 0,-2 0 0 0,-3-2 0 15,-1 0 0-15,-2 0 0 16,-1 0 0-16,0 0 0 0,-3 0 0 0,-1 0 0 0,-4 0 0 16,1 0 0-16,-4 0 0 0,0 0 0 0,0 0 0 0,-5 0 0 15,3 0 0-15,-6 0 0 16,3 0 0-16,-1 0 0 0,-2 0 0 0,0 0 0 15,0 0 0-15,-2 0 0 0,0 0 0 0,0 0 0 16,0 0 0-16,0 0 0 0,0 0 0 0,0 0 0 16,0 0 0-16,0 0 0 0,0-2 0 0,-6 0 0 15,-8 0 0-15,-8 2-22 0</inkml:trace>
  <inkml:trace contextRef="#ctx0" brushRef="#br0" timeOffset="14801.68">27922 5921 2443 0,'-6'0'0'0,"-3"2"0"0,1 0 0 0,3 4 0 0,1 1 0 0,2-2 0 15,0 1 0-15,2 0 0 0,0-1 0 0,0 5 0 0,8-2 175 0,7-1-66 0,4 1-22 0,7 1 110 16,3-2-77-16,3 1-38 0,8-1 221 16,1 3-130-16,8-3-54 0,11 1-43 0,3-3-29 15,6 1-47-15,21-1 0 0,-9 0 0 0,19-4 0 16,-5 1 0-16,5-2 0 0,5 2 0 0,21-2 0 16,-19 0 0-16,29 0 0 0,-5 0 0 0,5 0 0 15,13 0 0-15,0 0 0 0,1 0 0 0,0 0 0 16,5 0 0-16,-5 0 0 0,-3 0 0 0,-2 0 0 15,1 0 0-15,0 0 0 0,-9 0 0 0,-1 0 0 16,2 0 0-16,-2 0 0 0,-24 0 0 0,6 0 0 16,-9 0 0-16,-7-2 0 0,-7 0 0 0,-18 1 0 15,-10-3 0-15,-4 3 0 16,-10-2 0-16,-14 1 0 0,-3 1 0 0,-14-2 0 16,-7 3 0-16,-5 0 0 0,-3 0 0 0,-7 0 0 15,4 0 0-15,-4 0 0 0,0 0 0 0,0 0 0 16,0-2 0-16,0 0 0 0,-4 0 0 0,-3 1 0 15,-1-1 0-15,-3-2 0 0,-3 2 0 0,0 0 0 16,-4 2 0-16,-2 0 0 0,0 0-473 0,-12 10-169 16,-6 1 300-16</inkml:trace>
  <inkml:trace contextRef="#ctx1" brushRef="#br0">14990 13200 0</inkml:trace>
  <inkml:trace contextRef="#ctx1" brushRef="#br0" timeOffset="129.35">13982 15539 0,'-56'30'15,"42"-30"1,-1 0-16,15 0 16,0 0-1,0 0-15,0 0 16,-14 0-1</inkml:trace>
  <inkml:trace contextRef="#ctx0" brushRef="#br0" timeOffset="15777.15">3451 7970 2309 0,'-5'-2'0'16,"0"-2"0"-16,-3 0 0 0,3-3 0 0,1 0 0 0,2 1 0 0,-1 1 0 0,3-1 0 0,0 1 0 0,0-2 0 0,0 4 96 0,0 1 259 0,0-1-155 0,0 2-78 15,0-1-39-15,0 0 231 0,0 2-141 0,0 0-64 16,2 0-32-16,1-2 16 0,6 2-93 0,5-1 0 15,2-1 0-15,2-1 0 0,7 0 0 0,1-1 0 16,4 0 0-16,2 3 0 0,3-3 0 0,3 1 0 16,4 0 0-16,3 0 0 0,5 1 0 0,2-2 0 15,13 0 0-15,0-1 0 0,6-1 0 16,4 0 0-16,5-2 0 0,2 3 0 16,1-1 0-16,10 2 0 0,-4-1 0 0,4 3 0 15,5 0 0-15,-8-2 0 0,25-1 0 0,-10 0 0 16,5-3 0-16,-4-4 0 0,3-1 0 0,-15 1 0 15,15-6 0-15,-17 5 0 0,-16 0 0 0,-4 0 0 16,-15 3 0-16,1 1 0 0,-9 2 0 0,-10 4 0 16,-8-4 0-16,-9 4 0 0,-7 0 0 0,0 2 0 15,-10 0 0-15,-2-2 0 0,-1 3 0 0,-2 0 0 16,0-2 0-16,0 2 0 0,0-2 0 0,0-2 0 16,0-2 0-16,0 1 0 15,0-3 0-15,0 1 0 0,0-1 0 0,0 1 0 16,-2 0 0-16,1 0 0 0,-1 4 0 0,-1-1 0 15,1 3 0-15,-2-1 0 0,0 2 0 0,-1 0-153 16</inkml:trace>
  <inkml:trace contextRef="#ctx0" brushRef="#br0" timeOffset="23598.66">15680 10069 1969 0,'-4'-3'0'0,"2"-1"0"0,1-1 0 0,-1-1 0 0,0 2 0 0,0-1 0 0,2 0 0 0,-2 4 0 0,2-3 0 0,0 2 0 0,0 0 89 0,0 0 37 0,0 2-41 0,0-1-1 16,0 1 156-16,0 0-105 0,0 0-46 16,0 0 0-16,0 0 128 0,0 0-87 15,0 0-34-15,0 0 111 0,0 0-82 0,0 0-42 16,2 0 1-16,2 0-1 0,5 0-83 0,3 0 0 16,-1 0 0-16,1 0 0 0,4 0 0 0,0 0 0 15,3 0 0-15,1 0 0 0,-2 0 0 0,3 0 0 16,0 1 0-16,-1 1 0 0,3-2 0 0,5 0 0 15,0 0 0 1,4 0 0-16,0 0 0 0,3 0 0 0,3 0 0 0,6 0 0 0,-3 0 0 0,3 0 0 16,7 0 0-16,2 0 0 0,-1-2 0 15,1-1 0-15,2 1 0 0,-3 0 0 16,0-2 0-16,-2 2 0 0,-8 0 0 0,8-1 0 16,-13 2 0-16,2 1 0 0,-1 0 0 0,-2 0 0 15,-4 0 0-15,-2 0 0 0,-10 0 0 0,0 0 0 16,-2 0 0-16,-7-1 0 0,0 1 0 0,-5 0 0 15,0-2 0-15,-5 2 0 0,1 0 0 0,0 0 0 16,-2 0 0-16,0-2 0 0,0-2 0 0,0-2 0 16,0 1 0-16,0-3 0 0,0 1 0 0,0 2 0 15,0-1 0-15,0 0 0 16,-2 4 0-16,-1 0 0 0,-5 2 0 0,-2 2 0 16,-3 21-189-16,-2 8 33 0</inkml:trace>
  <inkml:trace contextRef="#ctx0" brushRef="#br0" timeOffset="24895.67">24399 9929 1751 0,'0'-19'0'0,"-1"4"0"0,-3 5 0 0,-1 3 0 0,3-4 0 0,-1 1 0 0,1-1 0 0,0 2 0 0,2 0 0 0,0-1 0 0,0 3 71 0,0 1 341 0,0-2-191 0,0 3-88 15,0-1 197-15,2 4-144 0,1 0-71 0,3-1-26 16,-3 0 180-16,5 3-113 0,0 0-57 0,1 0 0 16,1 0-99-16,3 0 0 0,0 0 0 0,2 0 0 15,0 0 0-15,2 0 0 0,1 0 0 16,1 0 0-16,4 0 0 0,1 0 0 0,0 0 0 0,-3-1 0 15,6-1 0-15,-5 0 0 0,0 2 0 0,3-2 0 16,2 2 0-16,-3 0 0 0,0 0 0 0,-1 0 0 16,7 0 0-16,-4 0 0 0,2 0 0 0,2 2 0 15,4 0 0-15,0 0 0 16,6-2 0-16,3 0 0 0,1 0 0 0,4 0 0 16,-2 0 0-16,-4-2 0 0,8 0 0 0,-2 0 0 15,-11 2 0-15,0 0 0 0,-1 0 0 0,-9 0 0 16,6 0 0-16,-10 0 0 0,-1 2 0 0,-1 3 0 15,-4 0 0-15,-3 0 0 0,2-1 0 0,-3-1 0 16,-1 1 0-16,-3 0 0 0,0-2 0 0,-1 0 0 16,0 0 0-16,-5-2 0 15,3 0 0-15,-3 0 0 0,-1 0 0 0,2 0 0 16,-2 0 0-16,-2 0 0 0,4 0 0 0,-2 0 0 16,0-2 0-16,0 0 0 0,-1-4 0 0,1 1 0 15,0-3 0-15,0 0 0 0,0-1 0 0,-2 2 0 16,0-3 0-16,0 3 0 0,-2-3 0 0,-7 3 0 15,-10 5-35-15</inkml:trace>
  <inkml:trace contextRef="#ctx0" brushRef="#br0" timeOffset="32044.34">15556 12211 2665 0,'0'-2'0'15,"0"-5"0"-15,0 4 0 0,0 0 0 0,0-2 0 0,0 0 0 0,0 1 0 0,4 1 0 0,1-1 0 0,0 0 0 0,0 0 108 0,1 1-23 0,-1 0-10 0,0 2 162 0,1-1-97 16,0 0-50-16,2 0 150 0,-1 1-89 15,-2-2-60-15,4 3-42 0,0-2-49 16,2 2 0-16,-4 0 0 0,3 0 0 0,1 0 0 16,-2 0 0-16,1 0 0 0,1 0 0 0,-4 0 0 15,3 0 0-15,-2 0 0 0,-1 0 0 0,0 0 0 16,3 0 0-16,-1 0 0 0,-1 2 0 0,2-2 0 16,-1 0 0-16,2 0 0 0,1 0 0 0,-3 0 0 15,1 0 0-15,4 0 0 16,-3 0 0-16,5 0 0 0,-2 0 0 0,2 0 0 15,2 0 0-15,-1 3 0 0,1 0 0 0,2-1 0 16,1 1 0-16,-3 0 0 0,3 0 0 0,0 1 0 16,-1-2 0-16,1 2 0 0,0-2 0 0,-3 1 0 15,3 1 0-15,-1 0 0 0,-1-3 0 0,2 4 0 16,-1-2 0-16,1 0 0 0,5 2 0 0,-6-1 0 16,1-1 0-16,2 1 0 0,0 0 0 0,0 1 0 15,-1 0 0-15,4 0 0 0,-5-2 0 16,6 1 0-16,-4-1 0 0,0-1 0 0,5 3 0 0,-1-4 0 15,1 3 0-15,0-4 0 16,0 2 0-16,-1-1 0 0,5-1 0 0,-5 3 0 16,1-3 0-16,2 1 0 0,-1 2 0 0,1-1 0 15,0-1 0-15,0 1 0 0,-2 1 0 0,2-2 0 16,-2 1 0-16,-2 0 0 0,8 0 0 0,-4-2 0 16,0 2 0-16,2-2 0 0,-2 1 0 0,4-1 0 15,-2 0 0-15,2 0 0 0,1 0 0 0,1 0 0 16,0 0 0-16,1 0 0 0,8 0 0 0,-3 0 0 15,-3 0 0-15,4 0 0 16,-3 0 0-16,-2 0 0 0,8 0 0 0,-2 0 0 16,-1 0 0-16,2 0 0 0,0-1 0 0,-4-3 0 15,10 0 0-15,-2 3 0 0,1-4 0 0,1 4 0 16,-3-4 0-16,-2 4 0 0,9-2 0 0,-5 2 0 16,1-1 0-16,0 2 0 0,-1 0 0 0,-1 0 0 15,4 0 0-15,-1 0 0 0,5 0 0 0,-1 0 0 16,1 0 0-16,-3 0 0 15,4 0 0-15,0 0 0 0,6 0 0 0,-4-2 0 16,0 0 0-16,-3 1 0 0,16-4 0 0,-9 3 0 16,0 1 0-16,-2-1 0 0,-5 0 0 0,12 0 0 15,-7 1 0-15,0-1 0 0,0 2 0 0,3 0 0 16,-3 0 0-16,11 0 0 0,-6 0 0 0,-2 0 0 16,1 0 0-16,1 0 0 0,-6 0 0 0,13 0 0 15,0 0 0-15,1 0 0 0,0 0 0 0,-2 0 0 16,-7 0 0-16,17 0 0 0,-10 0 0 15,2 0 0-15,2 0 0 0,2 0 0 16,-2 0 0-16,0 0 0 0,-4 0 0 0,3 0 0 16,-1 0 0-16,-3 3 0 0,4-1 0 0,1 2 0 15,0-3 0-15,-4 4 0 0,1-3 0 0,1 1 0 16,-1-1 0-16,0-2 0 0,1 0 0 0,4 2 0 16,-4-2 0-16,1 1 0 0,-14 2 0 15,14-2 0-15,-7 2 0 0,0-1 0 0,0-1 0 16,2 4 0-16,-7-4 0 0,13 1 0 0,-9 2 0 0,-1-2 0 15,-1 2 0-15,1-1 0 16,-7 1 0-16,16 0 0 0,-3 1 0 0,1-1 0 16,-5-2 0-16,1 3 0 0,-7-3 0 0,15 2 0 15,-11-2 0-15,0 0 0 0,3-1 0 0,0 3 0 16,-9-1 0-16,11-2 0 0,-10 3 0 16,0-2 0-16,-8-1 0 0,11 2 0 15,-11-1 0-15,1 1 0 0,12 1 0 0,-7 0 0 0,-8-2 0 0,5 2 0 16,-4-1 0-16,1-1 0 15,-4 0 0-15,3-1 0 0,-5 2 0 0,0-1 0 16,-7-1 0-16,10-1 0 0,-6 3 0 0,0-2 0 16,-8 1 0-16,1-2 0 0,-2 2 0 0,-2-2 0 15,-6 2 0-15,-2 0 0 0,-3-2 0 0,-2 0 0 16,-1 2 0-16,-3-2 0 0,-3 0 0 0,0 0 0 16,-3 0 0-16,-1 0 0 0,-1 0 0 0,-3 0 0 15,-1 0 0-15,1 0 0 0,-6 0 0 0,4 0 0 16,-2 0 0-16,0 0 0 15,-2-2 0-15,0-4 0 0,0 0 0 0,-13 0 0 16,-2 5 0-16,-14 1 0 0,-10 10 0 0,-26 17 0 16</inkml:trace>
  <inkml:trace contextRef="#ctx0" brushRef="#br0" timeOffset="42830.08">3960 18199 1938 0,'-6'0'0'0,"3"0"0"0,1 0 0 0,2 0 0 0,0 0 0 0,0 2 0 0,0 0 0 0,0 0 0 0,0 1 0 0,0 1 0 0,0 0 127 0,2-1-38 0,3 1 97 0,3-1-66 0,2-2-34 16,0 1 223-16,3 0-134 0,-3 0-62 15,0-2 0-15,2 0 123 0,-1 0-92 0,-2 0-33 16,6 0-13-16,-7 0-12 0,2 0-86 0,0 0 0 15,-2 0 0-15,1 0 0 0,0 0 0 0,-2 0 0 16,0 0 0-16,2 0 0 0,0 0 0 0,-2 0 0 16,2 0 0-16,2 0 0 0,-1 0 0 0,3 0 0 15,0 0 0-15,0 0 0 0,5 0 0 16,-3 0 0-16,3 0 0 0,-1 0 0 16,3 0 0-16,-2 0 0 0,0 0 0 0,5 0 0 15,-4 0 0-15,3 0 0 0,-1 0 0 0,2 0 0 16,-2-2 0-16,2 0 0 0,0 0 0 0,0 1 0 15,-1-2 0-15,1 2 0 0,-1-2 0 0,1 2 0 16,-1-1 0-16,3 0 0 0,-3 0 0 0,3 0 0 16,0 0 0-16,-2 2 0 0,-2-3 0 0,3 1 0 15,-1 0 0-15,1-1 0 16,-3 1 0-16,2-2 0 0,-1 2 0 0,3-1 0 16,-3 0 0-16,6 0 0 0,-5 1 0 0,1-3 0 15,2 4 0-15,-1 0 0 0,-3-2 0 0,5 1 0 16,-2 2 0-16,0 0 0 0,-2 0 0 0,0 0 0 15,1 0 0-15,2 0 0 0,1 0 0 0,0 0 0 16,-2 0 0-16,4 0 0 0,-5 0 0 0,9 0 0 16,-6 0 0-16,0 0 0 0,0 0 0 0,1 0 0 15,-3 0 0-15,8 0 0 0,-6 0 0 16,3 0 0-16,1 0 0 0,-1 0 0 16,2 0 0-16,-3 0 0 0,3 0 0 0,0 0 0 15,0 0 0-15,1 0 0 0,0 0 0 0,1 0 0 16,-1-1 0-16,1-2 0 0,0 1 0 0,-2 0 0 15,1 1 0-15,-2 1 0 0,1-2 0 0,0 0 0 16,0 2 0-16,1 0 0 0,-1-1 0 0,1-1 0 16,0 2 0-16,-1-3 0 0,2 2 0 0,-1-1 0 15,3-1 0-15,2 2 0 0,-4-3 0 0,2 2 0 16,-2-1 0-16,-3 1 0 16,1-1 0-16,2 2 0 0,-1-1 0 0,-1 0 0 15,1 2 0-15,0 0 0 0,-1 0 0 0,4 0 0 16,-2-2 0-16,2 2 0 0,-1 0 0 0,4-2 0 15,7 1 0-15,-4-3 0 0,-2 0 0 0,2 3 0 16,-1-5 0-16,-4 0 0 0,9 0 0 0,-5 1 0 16,3-1 0-16,-3-1 0 0,2 1 0 0,-4 0 0 15,10-1 0-15,-4 1 0 16,4 0 0-16,-4 0 0 0,1 1 0 0,-8-1 0 16,11 1 0-16,-6-1 0 0,0 3 0 0,-1-1 0 15,0 0 0-15,-3 0 0 0,7-2 0 0,-2 2 0 16,-1 1 0-16,4-1 0 0,0 1 0 0,-4-1 0 15,6 2 0-15,-3-1 0 0,-2-1 0 0,4 2 0 16,-2-1 0-16,-5-1 0 0,12 3 0 0,-4-3 0 16,-1 2 0-16,5-2 0 0,0 3 0 0,4-3 0 15,-5 0 0-15,2 3 0 0,-3-4 0 0,1 4 0 16,3-2 0-16,-3-3 0 16,0 4 0-16,3-2 0 0,-5 2 0 0,6-2 0 15,1 1 0-15,-4 1 0 0,0-2 0 0,2 2 0 16,-4-2 0-16,3 1 0 0,-1 1 0 0,-1-4 0 15,0 3 0-15,3-3 0 0,0 0 0 0,10 2 0 16,-17-1 0-16,7 0 0 0,0-1 0 0,0-1 0 16,-2 2 0-16,-2-1 0 0,1 3 0 0,-1-4 0 15,-1 4 0-15,1-1 0 0,2 1 0 0,0 2 0 16,0-4 0-16,-2 3 0 16,-3 0 0-16,4 1 0 0,-3-4 0 0,-1 2 0 15,1 1 0-15,-4 1 0 0,8-3 0 0,-2 0 0 16,1 2 0-16,1-1 0 0,-2 2 0 0,-1-2 0 15,-1 2 0-15,-1-1 0 0,0 1 0 0,-1 1 0 16,-6-3 0-16,10 3 0 0,-4 0 0 0,-2 0 0 16,3 0 0-16,2 0 0 0,-2 0 0 0,1 0 0 15,-1 0 0-15,0 0 0 0,-2 0 0 16,2 0 0-16,-7 0 0 0,10 0 0 0,-2 0 0 0,-3 0 0 16,4 0 0-16,0 0 0 15,3 0 0-15,0 0 0 0,-3 0 0 0,1 0 0 16,-2 0 0-16,-1 3 0 0,-4-2 0 0,10 1 0 15,-7-1 0-15,0 2 0 0,2-3 0 0,2 1 0 16,1 2 0-16,-1-3 0 0,0 0 0 0,-3 0 0 16,1 2 0-16,-4-2 0 0,-5 0 0 0,8 2 0 15,-2-2 0-15,-3 2 0 0,-2-1 0 0,4-1 0 16,-5 3 0-16,9-2 0 16,-3 3 0-16,-2-3 0 0,1 2 0 0,-8 0 0 15,5 1 0-15,3 1 0 0,-3-4 0 0,-1 2 0 16,0 1 0-16,1-1 0 0,-5 2 0 0,9-2 0 15,-2-1 0-15,3 2 0 0,-2-2 0 0,2 0 0 16,-5 1 0-16,6-3 0 0,-4 2 0 0,-2 0 0 16,1-2 0-16,1 0 0 0,-5 0 0 0,9 3 0 15,-4-3 0-15,1 0 0 0,2 0 0 0,3 0 0 16,-6 1 0-16,9-1 0 16,-5 0 0-16,0 1 0 0,-2-1 0 0,2 4 0 15,-7-4 0-15,11 0 0 0,-5 1 0 0,2-1 0 16,2 0 0-16,3 0 0 0,1 0 0 0,-1 0 0 15,1 0 0-15,-3 0 0 0,1 0 0 0,1 0 0 16,-1 0 0-16,-1 0 0 0,1-1 0 0,2 1 0 16,1-4 0-16,3 4 0 0,-2 0 0 0,-2 0 0 15,-1 0 0-15,1 0 0 0,-3 0 0 0,3 0 0 16,-2 0 0-16,-1 0 0 16,2 0 0-16,8 0 0 0,-2 4 0 0,-7-4 0 15,3 1 0-15,1 0 0 0,-1-1 0 0,0 3 0 16,-2-2 0-16,3 1 0 0,-2 0 0 0,1 0 0 15,10 0 0-15,-6 1 0 0,-8 1 0 0,4-2 0 16,1 2 0-16,-1 1 0 0,-1 0 0 0,1-2 0 16,0 1 0-16,1 2 0 0,10-3 0 0,-1-1 0 15,-2 2 0-15,2-1 0 0,-2 0 0 16,-6-1 0-16,13-2 0 0,-3 0 0 16,-1 3 0-16,7-3 0 0,2 0 0 0,2 3 0 15,-2-3 0-15,0 0 0 0,1 0 0 0,0 0 0 16,0 0 0-16,4 0 0 0,13 0 0 0,-20 0 0 15,9 0 0-15,-2 0 0 0,0 0 0 0,0 0 0 16,11 1 0-16,-4-1 0 0,2 0 0 0,-15 0 0 16,10 0 0-16,0 0 0 0,9 0 0 0,-9-1 0 15,7-2 0-15,-2 0 0 16,-10 1 0-16,4-1 0 0,0 0 0 0,1 1 0 16,7 0 0-16,-2 0 0 0,-1 1 0 0,-13-1 0 15,7-1 0-15,2 3 0 0,0-1 0 0,9 1 0 16,-2-2 0-16,-10-1 0 0,18 2 0 0,-13 1 0 15,0-2 0-15,1 2 0 0,4 0 0 0,-5 0 0 16,16 0 0-16,-13 0 0 0,0 0 0 0,-1 0 0 16,-3 0 0-16,-2 0 0 0,20 0 0 0,-12 0 0 15,-3 0 0-15,-1 0 0 0,-10 0 0 16,20 0 0-16,-4 0 0 0,1 0 0 16,-3 2 0-16,-1-2 0 0,-12 1 0 0,20 4 0 15,-7-4 0-15,4 4 0 0,0-2 0 0,-7 1 0 16,-7 2 0-16,17-1 0 0,-10 1 0 0,4-2 0 15,5 3 0-15,-4-3 0 0,-11 1 0 0,18 1 0 16,-11-1 0-16,4 1 0 0,5-3 0 0,0 2 0 16,-15-3 0-16,20 2 0 0,-9-3 0 0,-1 2 0 15,7-2 0-15,1 1 0 0,-16-1 0 0,20 2 0 16,-12-2 0-16,0 3 0 16,5-2 0-16,3 2 0 0,-13-2 0 0,19 0 0 15,-12 2 0-15,-1-3 0 0,5 1 0 0,5 0 0 16,-14-1 0-16,21 2 0 0,-13-2 0 0,-1-1 0 15,7 0 0-15,2 0 0 0,-11 0 0 0,16 0 0 16,-8 0 0-16,-2 0 0 0,11 0 0 0,-3 0 0 16,-16 0 0-16,21 2 0 0,-14-2 0 0,4 2 0 15,2 0 0-15,1 3 0 16,-18-1 0-16,18-2 0 0,-10 2 0 0,-3 2 0 16,8-2 0-16,-1 0 0 0,-15-3 0 0,18 3 0 15,-15 1 0-15,3-4 0 0,4 0 0 0,0 2 0 16,-14-1 0-16,15-2 0 0,-8 1 0 0,-5-1 0 15,1 3 0-15,6-3 0 16,-10 1 0-16,17-1 0 0,-27 0 0 0,9 2 0 0,0 0 0 16,-5 0 0-16,4 0 0 0,-2 0 0 0,-4-1 0 15,-7 1 0-15,-12 2 0 0,1-1 0 0,-8 0 0 16,6 0 0-16,-11-1 0 0,-8 2 0 0,3-2 0 16,-3 0 0-16,-6 0 0 0,2 0 0 0,-9-1 0 15,-5-1 0-15,-1 0 0 0,-4 0 0 16,-2 0 0-16,-5 0 0 0,-2 0 0 0,-1 0 0 0,0 0 0 15,-1 0 0-15,1 0 0 16,-2-3 0-16,3-4 0 0,-3-4 0 0,0 1 0 16,0 0 0-16,0-2 0 0,0 0 0 0,-5 0 0 15,-3 2 0-15,-7 3 0 0,0 5 0 0,-10 2 0 16,-3 0-288-16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17:41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8862 6274 2961 0,'0'0'0'0,"0"0"0"0,0 0 0 0,0 0 0 15,0 0 0-15,0 0 0 0,0 0 0 0,0 0 0 0,0 0 0 0,2 0 0 0,3 0 114 0,1 0-38 0,2-2 168 0,-2 0-108 0,1 2-48 16,0-2 140-16,0 2-144 0,4 0-84 0,-4 0 0 16,2 0 0-16,-2 0 0 0,3 0 0 0,-3 0 0 15,1 0 0-15,2 0 0 0,-3 0 0 16,3 0 0-16,-4 0 0 0,5 0 0 0,2 0 0 16,-3 0 0-16,6 0 0 0,-2 0 0 0,4 0 0 15,2 0 0-15,-1 0 0 16,2 0 0-16,0-1 0 0,2-1 0 0,-2 0 0 15,4-2 0-15,-2 2 0 0,-1 1 0 16,0-2 0-16,1 2 0 0,-1 1 0 0,-1 0 0 16,5 0 0-16,-5 0 0 0,3 0 0 0,1-2 0 15,-1-1 0-15,1 2 0 0,1-1 0 0,-3 0 0 16,6 1 0-16,0-4 0 0,-1 2 0 0,0-1 0 16,1 1 0-16,-7 0 0 0,4 1 0 0,-4 1 0 15,3 1 0-15,0-2 0 0,-4 2 0 0,0 0 0 16,7 0 0-16,-8 0 0 15,6 0 0-15,1 0 0 0,-2 0 0 0,0 0 0 16,5 0 0-16,-2 0 0 0,0 0 0 0,2 0 0 16,2 0 0-16,0 0 0 0,4 0 0 0,-3 0 0 15,4 0 0-15,0 0 0 0,-1 0 0 16,1 0 0-16,4 0 0 0,-4 2 0 0,6-1 0 0,-2 1 0 16,2-2 0-16,-4 3 0 0,11-3 0 15,-2 0 0-15,3 0 0 0,4 0 0 0,-3 0 0 0,2 0 0 16,1 0 0-16,0-3 0 15,-2 1 0-15,2-1 0 0,0 1 0 0,-2 0 0 16,-1 0 0-16,2 2 0 0,3 0 0 0,-2 0 0 16,-1 0 0-16,0 0 0 0,1 0 0 0,-1 0 0 15,1 0 0-15,-1 2 0 0,0-2 0 0,1 2 0 16,11-2 0-16,-6 0 0 0,2 0 0 0,-2 0 0 16,-9 0 0-16,16 0 0 0,-16 0 0 0,7 0 0 15,0 0 0-15,-1 0 0 0,1 0 0 0,8 0 0 16,-6 0 0-16,0 2 0 15,-9 0 0-15,16-2 0 0,-14 1 0 0,5-1 0 16,0 0 0-16,0 2 0 0,8-2 0 0,-2 0 0 16,-8 0 0-16,10 0 0 0,-11 0 0 0,5 0 0 15,-2 0 0-15,2 0 0 0,-1 0 0 0,-3 0 0 0,4 0 0 16,6 0 0-16,-4 0 0 16,0 0 0-16,-10 0 0 0,6 0 0 0,2 0 0 0,-3-2 0 15,1 1 0-15,0-1 0 16,-1 0 0-16,10 0 0 0,-5 0 0 0,-2-1 0 15,-5 1 0-15,5 0 0 0,-1 0 0 0,-2-1 0 16,-1 2 0-16,3-1 0 0,-3 2 0 16,10 0 0-16,-10 0 0 0,12 0 0 0,-8 0 0 0,2-1 0 0,0 1 0 15,0-3 0-15,-7 2 0 0,10-1 0 16,-3 0 0-16,2 0 0 0,2 0 0 0,-1 0 0 16,-8 1 0-16,12-4 0 15,-4 4 0-15,-3-2 0 0,0 2 0 0,-2-2 0 0,-3 2 0 16,19 0 0-16,-7-2 0 0,0 1 0 15,2 1 0-15,-9-2 0 0,16 0 0 0,-6-3 0 0,-3 3 0 16,8-3 0-16,0 1 0 16,1-1 0-1,-1 0 0-15,-2 0 0 0,1 0 0 0,0 1 0 0,-2 3 0 0,3-1 0 16,0-1 0-16,0 2 0 0,-4-2 0 0,2 3 0 0,-2-2 0 0,-7 2 0 0,13-1 0 16,-4 2 0-16,2-2 0 15,2 2 0-15,-2-2 0 0,-2 0 0 0,1 0 0 16,-2 0 0-16,0 0 0 0,3 1 0 0,0-1 0 15,0 0 0-15,-2 2 0 0,-2-1 0 0,-2 1 0 16,-1-3 0-16,0 3 0 0,-6 0 0 0,12 0 0 16,-2 0 0-16,-5 0 0 15,-1 0 0-15,-1 0 0 0,-7 0 0 0,14 0 0 0,-10 0 0 16,3 0 0-16,4 0 0 0,0 0 0 0,-8 0 0 16,10 0 0-16,-5 0 0 0,-3 0 0 0,4 0 0 0,-4 0 0 15,-5 0 0-15,17 0 0 16,-6 0 0-16,-4 0 0 0,-2 0 0 0,-1 0 0 15,-8 0 0-15,14 0 0 0,-10 3 0 0,2-2 0 16,2 1 0-16,1 0 0 0,-8-1 0 16,3-1 0-16,0 2 0 0,-2 0 0 0,-1 0 0 15,-2-2 0-15,-2 0 0 0,0 2 0 0,2-2 0 0,-1 2 0 16,-2-2 0-16,-2 2 0 16,-9 0 0-16,5-1 0 0,-9-1 0 0,0 3 0 15,-3 0 0-15,-4-1 0 0,-4-2 0 0,-1 2 0 16,-3-2 0-16,-3 1 0 0,-5-1 0 0,2 0 0 15,-7 0 0-15,-2 0 0 0,2 0 0 0,-6 0 0 16,1 0 0-16,-1 0 0 0,-1 0 0 16,0 0 0-16,0-3 0 0,0-5 0 0,-2-1 0 0,0 0 0 15,0-3 0-15,0 1 0 0,0 0 0 16,-4 1 0-16,-9 7 0 0</inkml:trace>
  <inkml:trace contextRef="#ctx0" brushRef="#br0" timeOffset="11054.96">11973 12089 1757 0,'-4'-2'0'0,"-1"-2"0"0,2 0 0 0,-1 0 0 0,0 0 0 0,1 0 0 0,1 2 0 0,0 1 0 0,2-1 0 0,-2 0 0 0,2 2 109 0,0 0-34 15,0 0 202-15,0 0-117 0,0-1-50 0,0 1 80 16,0 0-74-16,2 0-38 0,5 0 0 0,2 0 119 15,2 0-67-15,-2 0-50 0,2 0 0 0,2 0 92 16,-2 0-65-16,1 0-23 0,1 0 47 0,-2 0-131 16,1 0 0-16,-1 0 0 0,-2 0 0 0,3 0 0 15,-3 1 0-15,1 1 0 0,1 1 0 16,-2-1 0-16,2 2 0 0,-1-2 0 0,1 2 0 16,2-2 0-16,-2 2 0 0,2 0 0 0,2-2 0 15,0 1 0-15,1-1 0 0,0 0 0 0,1 1 0 16,1-1 0-16,3 2 0 0,-1-2 0 15,1 2 0-15,2-1 0 0,0-2 0 0,0 0 0 0,5 3 0 16,-6-2 0-16,6 2 0 0,0-2 0 16,1-1 0-16,1 2 0 0,2-2 0 15,1-1 0-15,3 0 0 0,-2 0 0 0,2 2 0 16,0-2 0-16,-1 0 0 0,4 0 0 0,-3 0 0 16,4 0 0-16,-3 0 0 0,2 0 0 0,-1 0 0 15,2 0 0-15,-3 0 0 0,1 0 0 0,4 0 0 16,0 1 0-16,-2 2 0 0,-5-3 0 0,11 2 0 15,-5-2 0-15,0 2 0 0,1-2 0 0,-1 1 0 16,-4-1 0-16,12 0 0 0,-8 2 0 0,3-2 0 16,1 2 0-16,0 0 0 15,4 1 0-15,0-2 0 0,-1 3 0 0,1-4 0 16,2 3 0-16,-1 0 0 0,3-2 0 0,0-1 0 16,1 2 0-16,1-2 0 0,1 0 0 0,10 0 0 15,-13 0 0-15,14 0 0 0,-7 0 0 0,-9-2 0 16,9 1 0-16,-2-2 0 0,2 2 0 0,6-1 0 15,-4-2 0-15,6 3 0 0,3-6 0 0,-2 2 0 16,-7 0 0-16,16 2 0 0,-9-1 0 0,0 3 0 16,0-1 0-16,-2 0 0 15,6 2 0-15,1 0 0 0,-3 0 0 0,0 0 0 16,-2 0 0-16,-5 0 0 0,15 0 0 0,-6 0 0 16,5 0 0-16,0 2 0 0,3-2 0 0,-2 2 0 15,-2-2 0-15,2 0 0 0,-2 0 0 0,0 0 0 16,13 0 0-16,-17 0 0 0,6 0 0 0,-2 0 0 15,0 0 0 1,0 0 0-16,-4 0 0 0,4 1 0 0,2 2 0 0,0-2 0 0,-2 1 0 0,-2-2 0 16,0 1 0-16,-9 2 0 15,14-3 0-15,-6 0 0 0,3 2 0 16,-2-2 0-16,0 2 0 0,-11-2 0 0,12 0 0 0,-9 1 0 16,-1 1 0-16,-4-2 0 0,1 2 0 0,-3 0 0 15,10 1 0-15,-16-3 0 0,3 1 0 0,-3 1 0 16,-1-2 0-16,-8 0 0 0,7 2 0 15,-6-2 0-15,-11 0 0 0,4 0 0 0,-3 0 0 0,0 0 0 16,-4 0 0-16,-3 0 0 16,-9 0 0-16,1 0 0 0,-5 0 0 0,-2 0 0 15,-3 0 0-15,-1 0 0 16,-5 0 0-16,-1 0 0 0,-3 0 0 0,1 0 0 0,0-2 0 0,0 2 0 16,0-2 0-16,-2 1 0 0,2-4 0 15,-2 3 0-15,1 0 0 0,-1-1 0 16,0 1 0-16,0-1 0 0,0 3 0 0,0 0 0 0,0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18:07.5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18:56.940"/>
    </inkml:context>
  </inkml:definitions>
  <inkml:trace contextRef="#ctx0" brushRef="#br0">17430 2295 1227 0,'2'-6'0'0,"0"5"0"0,-1-4 0 0,1 4 0 0,-2-5 0 0,2 3 0 0,-2 0 0 0,0 0 0 0,0 0 0 0,0 2 0 0,0 1 83 0,0 0 52 0,-5 0-48 0,-1 0 11 16,1 0-57-16,-4 0 37 0,4 4-38 0,-2 3 1 15,1 1 0-15,1-1 21 0,-3 5-21 0,2-1-1 16,1 0 1-16,-3 3-5 0,3 1 5 0,-5 2 10 16,1 1 22-16,-2 5-33 0,-5 2 1 0,2 2 27 15,-4 3 0-15,-3 3-17 0,0 4-10 0,0-4-14 16,-4 4 14-16,0 3 0 15,0 1-1-15,-1 5 13 0,-1-3-12 0,-1 4 0 0,1-2 0 16,-1 2-32-16,0 0 0 0,0 0 42 16,-2 1-42-16,3-3 0 0,-3 1 19 0,1-1-46 15,1-2 45-15,2 0 12 0,-1-2-18 0,-1 2-28 16,2-1 32-16,-1-2 2 0,2 1-3 0,0-4 15 16,-5 5-16-16,4-5 2 0,1-3 1 0,2-6-37 15,1 3 35-15,1-3 6 0,2-4-44 0,5-6 0 16,0 0 30-16,3-3-37 0,4-7 2 0,1 2 36 15,3-6-10-15,1 0-67 16,-1-3 32-16,3-1 0 0,0 0 30 0,0 0-243 16,0 0 108-16,0 0 61 0,0 0 17 0,0 0-181 15,6 0 73-15,4-3 48 0,0 0-361 0,1-2 217 16,1 2 109-16,-3 1-319 0,1-1 204 0</inkml:trace>
  <inkml:trace contextRef="#ctx0" brushRef="#br0" timeOffset="426.85">16405 3839 1392 0,'-5'0'0'0,"-3"0"0"0,0 0 0 0,1 0 0 0,0 0 0 0,0 0 0 0,4 0 0 0,-1 0 0 0,2 0 0 0,2 0 0 0,0 0 208 0,0 0-84 0,0 0-41 0,8 0 3 15,3 0 10-15,2 0-54 0,3 0-1 16,2 0 53-16,1 0-26 0,7 0 0 0,-6 0-17 0,12-2 32 15,0-3-42-15,2 0 1 0,10-3-1 0,-5 1 11 16,0 1 0-16,12-4-11 16,-3 3-23-16,12-3 23 0,-3 0 1 0,5 1 12 15,-6-1-3-15,16-2-9 0,-4 2-1 0,1 0-13 16,2 1 13-16,1-1 0 0,4-1 11 0,4 0-47 16,-2 0 35-16,3-2-6 0,11-2 5 0,-5 1-45 15,-12 2 9-15,22-8 28 0,-3 4-70 0,3-3 32 16,0 0-1-16,4-2 1 0,2 0 1 0,7-1 27 15,0 1 0-15,-3 0 1 0,-2 1-4 0,-13 4-6 16,16 0-6-16,-14 3 50 16,-4 2-4-16,-14 4-35 0,4-1 2 0,-13 2-31 15,12 2-3-15,-9-2 32 0,-7 0-104 0,1 3 49 16,-2-2-2-16,-9-1-70 0,1 2 51 0,-5-1 29 16,-12 2-18-16,2-1-54 0,-7-1 30 0,-9 5 23 15,-2-3-8-15,-8 0-268 0,-3 2 143 0,-5-1 69 16,-3 0 37-16,-2 0-376 0,0-1 210 0</inkml:trace>
  <inkml:trace contextRef="#ctx0" brushRef="#br0" timeOffset="1441.02">17342 2306 960 0,'0'-3'0'0,"0"-2"0"0,0 2 0 0,1 0 0 0,7-1 0 0,2-4 0 0,3 2 0 16,2-1 0-16,1-1 0 0,7-2 0 0,4 2 79 0,1-2-37 0,4 1 0 0,7-5 44 0,-5 4 10 0,11-2-54 15,-4 1 0-15,4-1 48 0,1 4-48 0,0-2 0 16,3 0 34-16,-1 1-34 0,5-1 0 0,9 0-29 16,-2-2 0-16,6 0 29 0,-4 0 11 0,17-3-49 15,-4-1 0-15,3 2 38 0,-2-2 0 0,2 1-54 16,0 1 48-16,1 0 0 0,1 1-18 0,-6-2-23 15,3 3-10-15,-2 1 42 0,0 0-32 0,-3 2-6 16,1-1 27-16,0 3-29 16,1-1-2-16,-3-2 32 0,-9 5-1 0,15-2-47 15,-7-1 42-15,-3 1 1 0,-1 1-4 0,3-1-16 16,-7 1 15-16,12-1 3 0,-9-1-9 0,3-2-31 16,-3 3 32-16,1-2 4 0,-10 1-28 0,15-4 26 15,-11 5-4-15,-8-1 3 0,4 1-48 0,-5 0-1 16,-8-1 41-16,10 1-59 0,-10-1 26 0,1 3 0 15,-5-3 24-15,-4 3-48 16,1-2-9-16,-6 1 56 0,-2 0-12 0,-5 2-26 16,-3 0-13-16,-1 3 43 0,-3-2-141 0,-4 2 69 15,-1-1 20-15,-1 2-137 0,-2 0 85 0,-3 0 43 16,0 0-11-16,1 0-65 0,-1 0 60 0,0 0 28 16,-1 0 1-16,-1 2-13 0,1-1-9 0,0 2 93 15,-3-2 0-15,1 1 0 0,0-2 0 0,-2 0 0 16,0 0 0-16,0 0 0 15,0 0 0-15,0 2 75 0,0-2-76 0,0 0-5 16,-5 0 9-16,1 0 238 0,-2 0-122 0,1 2-30 16,-2 0-40-16,0-1 213 0,2 1-117 0,1 1-40 15,-1-2-31-15,-1 4 122 0,3-1-77 0,-4 1-29 16,2 2 45-16,-1 2-47 0,-1 5 0 0,0-2 106 16,-3 7-76-16,1 0-28 0,-5 8-10 0,1-2 89 15,-3 6-64-15,-5 4-32 0,-2 5 1 0,-3 1 84 16,-4 5-63-16,-6 11-26 0,0-3-1 15,-3 7 60-15,-3 5-42 0,0 3 9 0,-11 13 18 0,4-8-36 16,0 4 1-16,-2-3-36 16,10-12 39-16,-2 8-29 0,1-5-37 0,5-2-15 15,1-2 0-15,1-3 0 0,-1-7 0 0,6-4 0 16,-8 3 0-16,8-6 0 0,-2-2 0 0,2 1 0 16,3-4 0-16,2-7 0 0,-1 6 0 0,6-8-34 15,0-2 8-15,3-2-284 0,3-4 150 0,2-5 60 16,1-1 43-16,3-4-221 0,2-1 121 0,2-4 37 15,3-1 37-15,-3-4-566 16,4-1 309-16</inkml:trace>
  <inkml:trace contextRef="#ctx0" brushRef="#br0" timeOffset="2526.94">20344 442 1573 0,'-5'-5'0'0,"3"2"0"0,0 1 0 0,1-2 0 0,-3 3 0 0,0-4 0 0,1 4 0 0,-1-2 0 0,0 2 0 0,1 1 0 0,-2 0 86 0,1 0 0 0,-1 0-2 15,1 0 0-15,-1 1-32 0,1 5-11 0,-2 2 48 16,0 4 0-16,1-4-48 0,-1 6 0 0,-1-2 72 16,-1 2-42-16,1 3 1 0,-2 0-31 0,-2 1 76 15,1 0-38-15,-3 3 11 0,-1 0 40 0,0-1-44 16,-2 2 1-16,3 1-19 0,-2-1 0 0,0-1-16 15,-2 2-11-15,1 2 67 16,0-2-33-16,0 0 0 0,-2-1-34 0,4 1 58 16,-5 0-10-16,2 2-48 0,-2 0-19 0,3-2-22 15,-3 3 0-15,1-2 0 0,0 1 0 0,2 1 0 16,0-1 0-16,-1 1 0 0,2-1 0 0,-2 2 0 16,1-1 0-16,-4 1 0 0,1 1 0 0,1-2 0 15,-3 3 0-15,2 1 0 0,-1-3 0 0,-1 2 0 16,-2-1 0-16,3 2 0 0,-5-1 0 0,1 2 0 15,1-1 0-15,-5 4 0 16,4-2 0-16,-4 1 0 0,1 3 0 0,1-4 0 16,-6 7 0-16,2-1 0 0,0-2 0 0,0 1 0 15,2-1 0-15,1-4 0 0,-3 7 0 0,0-3 0 16,2 2 0-16,0-5 0 0,-2 4 0 0,6-6 0 16,-8 6 0-16,4-1 0 0,1 1 0 0,1-4 0 15,5-3 0-15,-1 2 0 0,1-2 0 0,0 0 0 16,3-5 0-16,0 0 0 0,6-5 0 0,-2 0 0 15,5-3 0-15,0-4 0 16,2-2 0-16,2-2 0 0,-1-4 0 0,5-2 0 16,-1-1 0-16,2 0 0 0,0-2 0 0,0 0 0 15,0 0 0-15,0 0 0 0,0 0 0 0,0 0 0 16,-2 0 0-16,2 0 0 0,-2 0 0 0,2-2 0 16,0-2 0-16,0 0 0 0,0 2-1 0,0-2-510 15,4 4 224-15,5 0 128 0</inkml:trace>
  <inkml:trace contextRef="#ctx0" brushRef="#br0" timeOffset="3277.94">18604 2896 1806 0,'0'0'0'0,"0"0"0"0,-2-2 0 16,0 2 0-16,0 0 0 0,2 0 0 0,-1 0 0 0,-1 0 0 0,-2 2 0 0,2 5 0 0,0 0 41 0,-2 3-87 0,0 1 53 0,-1 1-9 0,-1 1 43 0,1 1-310 16,-1 0 144-16,-2 0 72 0,1 0-406 0,0 4 221 15,-4-3 108-15</inkml:trace>
  <inkml:trace contextRef="#ctx0" brushRef="#br0" timeOffset="3411.9">18381 3232 1703 0,'-12'11'0'0,"3"2"0"0,-1-1 0 0,-1-3 0 0,3-2 0 0,-1 2 0 0,2-3 0 0,2 2 0 0,-2-2 0 0,2 0 0 0,3 3 82 0,-2 2 54 0,4 0-36 15,-2 5-11-15,2-2-48 0,0 2-359 0,0 4 180 0,0-1 90 16</inkml:trace>
  <inkml:trace contextRef="#ctx0" brushRef="#br0" timeOffset="3553.18">18170 3656 1544 0,'-11'10'0'0,"-1"-3"0"0,1 1 0 0,0-2 0 0,1-1 0 0,3-1 0 0,0 1 0 0,3 1 0 0,2 0 0 0,2 0 0 0,0 3 14 0,0 1 28 15,0-2-1-15</inkml:trace>
  <inkml:trace contextRef="#ctx0" brushRef="#br0" timeOffset="3731.75">18052 3917 406 0,'-6'0'0'0,"4"0"0"0,0 0 0 0,-1 0 184 0,-1 0-71 0,0 0-36 0,-2 2 368 0</inkml:trace>
  <inkml:trace contextRef="#ctx0" brushRef="#br0" timeOffset="4083.71">17991 3943 3692 0,'-9'13'0'0,"-2"-3"0"0,0 3 0 0,0 2 0 0,-1 3 0 15,-1-2 0-15,2 2 0 0,-4 5 0 0,0-2 0 0,3 0 0 0,-2 5 138 0,-2-1-49 0,1-2-77 0,0 3-12 0,0-1 0 0,0 0 0 16,-1 1 0-16,0 1 0 0,0 1 0 0,-2 0 0 16,2 0 0-1,-3 2 0-15,0 0 0 0,0 0 0 16,0 0 0-16,-1 2 0 16,-3 3 0-16,2-2 0 0,-3 4 0 0,0-1 0 0,0 0 0 0,-1 1 0 0,-2 1 0 0,5-4 0 0,-8 9 0 0,4-4 0 15,-2 3 0-15,0-3 0 0,-1 2 0 0,5-5 0 16,-6 8 0-16,1-4 0 15,3 0 0-15,-2 1 0 0,2 3 0 0,0-1 0 16,-2 0 0-16,-1-2 0 0,1 0 0 0,0 1 0 16,-2-1 0-16,0-2 0 0,0 1 0 0,0-1 0 15,0-1 0-15,3 0 0 0,-1-1 0 0,5-2 0 16,-6 3 0-16,5-4 0 0,3-8 0 0,1 5 0 16,1-5 0-16,1-5 0 0,2 3 0 0,2-6 0 15,1-3 0-15,4 0 0 0,-3-3 0 0,5-3 0 16,0 1 0-16,0-2 0 0,2-5 0 0,0 1 0 15,3 0 0-15,2-4 0 16,-2 0 0-16,2 0-94 0,0 0-14 0,4 0-741 16,11-4 393-16</inkml:trace>
  <inkml:trace contextRef="#ctx0" brushRef="#br0" timeOffset="4970.49">18713 2548 2075 0,'-10'0'-1'0,"1"0"-2"0,0 0 1 0,-1 3 1 0,3-3 1 0,1 6 0 0,3 0 0 0,-1 2 0 0,2 2 0 0,0 0 0 0,2 0 103 15,0 3-31-15,0-1 91 0,0-1-60 0,0-2-20 0,2 2-11 0,2-4 126 16,3 3-79-16,-3-4-38 15,3 0 24-15,-1 0-20 0,0-5-12 0,-3 1-31 16,1 1-30-16,2-3 0 0,-3 0 30 0,-1 0-41 16,3 0-11-16,-4-3 52 0,3-5 0 0,-2-3-70 15,0-1 35-15,-2 4 11 0,0-6-15 0,0 3-25 16,0 1 21-16,0 3 25 0,-4-2 45 0,-4 3 5 16,1 5-62-16,-1-2 145 0,-1 3-63 0,-1 0-78 15,1 0-16-15,2 7 0 0,-1 3 0 0,2 4 0 16,2-3 0-16,3 2 0 15,1 0 0-15,0-4 0 0,0 1 0 0,0 0 0 16,3-4 0-16,9-2 0 16,1-2 0-16,1-2 0 0,-2 0 0 0,6-2 0 0,-6-8 0 0,3-4 0 15,-5 0 0-15,-3 0 0 16,-1-1 0-16,-5-3 0 0,-1 3 0 0,0 1 0 16,0 1 0-16,-7 1 0 0,-4 5 0 0,-2-1 0 15,0 3 0-15,-1 3 0 0,5 0 0 0,-2 2 0 16,1 0 0-16,3 0 0 0,3 0 0 0,1 0 0 15,3 2 0-15,0 3 0 0,0 4 0 0,0-2 0 16,9-2 0-16,4 1 0 0,4-1 0 0,2-1 0 16,7 0 0-16,-2-2-257 0,2 0-285 0,4-1 250 15</inkml:trace>
  <inkml:trace contextRef="#ctx0" brushRef="#br0" timeOffset="9474.31">17041 2984 1422 0,'6'0'0'0,"0"0"0"0,1-2 0 0,0 0 0 0,1 0 0 15,2 0 0-15,-1 1 0 0,2 1 0 0,1-2 0 0,-2 2 0 0,4 0 66 0,-3 0-30 0,2 0 4 0,4 0 1 0,-2 0-1 0,2 0 6 16,-2 0-5-16,2-2-1 0,0 1 0 16,0-2-30-16,2 2 1 0,-1-1 39 15,1-2-10-15,-2 0-29 0,2-2 29 0,0 2-21 0,-3-1-46 16,3-1 32-16,0 1-14 0,0-1 37 16,0 1-63-16,1-2 28 0,1 4 0 0,0-3 2 0,-1 2-14 15,-1 1 35-15,2-3-13 0,-1 3-10 0,1-1 7 16,-2-2 11-16,1 3-23 15,-1 0 72-15,2 0-1 0,-2-1-51 0,2 2 43 0,-2-1 4 16,2-2-33-16,2 1-11 0,2 0 10 0,-1 2-3 16,2-4 9-16,-1 0-29 0,3 0-2 0,0 0 24 15,-1 2 1-15,1-2-30 0,0 1 23 0,-1 2 8 16,4-1-14-16,-3 0-43 0,2 0 40 16,0 1 7-16,0-1-11 0,0-1 38 0,0 1-32 0,2 0 30 15,0-2 0-15,3-1-25 16,-2 1 3-16,1-3 28 0,2 4 2 0,-1-5-29 15,1 2 5-15,-1 1 21 0,3-1-15 0,0 2-8 16,-1 0 8-16,0 1 7 0,1 0-9 0,0-1-5 16,0 2 10-16,1-1-16 0,-2 1 7 0,1 0 0 15,0 1 27-15,-1-2-26 0,0 2 7 0,4-1-45 16,-6 1 0-16,2-1 37 0,3-1-2 16,3 1-34-16,-7 2 1 0,1-3 30 0,1 1-3 0,-1 1-36 15,-1 1-5-15,-2-2 39 16,0 2-6-16,0 1-35 0,-2-2 35 0,-1 2-15 15,-1-1 22-15,1 1-8 0,-5-2-5 0,6-1 14 16,-2 3-9-16,-2-3 0 0,2 2 0 0,0-1 40 16,2-2-38-16,0 0 1 0,0 1-2 0,0 0 46 15,0 1-44-15,0-1 4 0,0-1-1 0,-2 2-29 16,0 0 27-16,0-1 3 0,0 2-21 0,0-2 18 16,0 0 4-16,0 0-10 0,2 2 6 15,0-2 0-15,2 2 0 0,-2-1-9 0,1-1 10 16,1 1-7-16,2-1 3 15,-3 0 6-15,1 3-6 0,1-3-1 0,-3 2 2 16,1 0-29-16,-1-1 27 0,-2 0 2 0,4 2-19 0,-2-3 18 16,0 1 1-16,1 2-40 15,1-3 0-15,0 2 32 0,0 1 4 0,1-3-52 16,3 2 48-16,0-2-8 0,-1 3 7 0,0-3-40 16,4 0 36-16,-4 2-5 0,-1-2-31 0,-1 0 32 15,-1 2-2-15,-4 1 2 0,-2-2-21 0,-1 2 19 16,-6 1-3-16,0 0-3 0,-2 0 7 0,-1-2 0 15,-5 2 0-15,-3 0-59 0,1 0 26 16,-8 0 1-16,1 0 22 0,-2 0-239 0,-1 0 105 0,-1 0 52 16,0 0 24-16,-9 0-272 15,-6 0 157-15,-8 0 78 0</inkml:trace>
  <inkml:trace contextRef="#ctx0" brushRef="#br0" timeOffset="10414.52">19041 2304 1148 0,'-2'-1'0'0,"1"-1"0"0,-1-1 0 16,0 3 0-16,2-3 0 0,-2 3 0 0,2 0 0 0,0-2 0 0,0 2 0 0,0 0 0 0,0 0 116 0,0 0-39 0,0 0 108 0,2 0-63 0,3 0-47 16,1 0 0-16,0 0 24 15,0 0-30-15,1 0 0 0,-1 0-21 0,1 5 96 16,1 0-53-16,-3 2-26 0,3-2 0 0,-1 3 62 0,1-1-35 15,-2 1-10-15,3-1 40 16,-4 1-41-16,1-1-1 0,2 2-13 16,-1-2 10-16,1 0-39 0,-3 0 1 0,3 1 15 15,-2-1-15-15,-1 1-1 0,1-1 10 0,1 1 7 16,-1-1-17-16,0 2 1 0,-1-2-1 0,1 1 19 16,-1-1-9-16,-1 2-9 0,2-1 42 0,-2-1 1 15,0 3-60-15,-1-3-22 0,1 2 0 0,-1 0 0 16,1-1 0-16,0 2 0 0,-1-2 0 0,-2 3 0 15,3-2 0-15,-2 1 0 0,1 0 0 0,-1 0 0 16,0-1 0-16,2 1 0 0,-3-2 0 16,1 1 0-16,0-2 0 0,0 0 0 15,0 1 0-15,-2 0 0 0,0-1 0 0,0-1 0 16,0 1 0-16,0-1 0 0,0 2 0 0,0-3 0 16,0 1 0-16,0-1 0 0,0 3 0 0,0-3 0 0,0-2 0 0,0 3 0 15,0 0 0-15,0-2 0 0,-2 0 0 16,2 0 0-16,0-1 0 0,-2 1 0 15,2 0 0-15,0-2 0 0,0-2 0 0,0 2 0 16,0-2 0-16,0 0 0 16,0 0 0-16,0 0 0 0,0 0 0 0,0 0 0 15,0 0 0-15,0 0 0 0,0 0 0 0,0 0 0 16,0 0 0-16,0 0 0 0,0 0 0 0,0 0 0 16,0 0 0-16,0 0 0 0,0 0 0 0,0 0 0 15,0-4 0-15,0 0 0 0,0-1 0 0,0 1-749 16,0 0 310-16,2 2 200 0</inkml:trace>
  <inkml:trace contextRef="#ctx0" brushRef="#br0" timeOffset="24476.05">5254 8004 3099 0,'0'0'0'0,"0"0"0"0,0 0 0 0,0 0 0 0,0 0 0 0,0 0 0 0,0 0 0 0,0 0 0 0,0 0 0 0,0 0 0 0,2 0 179 0,0 0-70 0,1 0-23 15,4 0 212-15,-5 0-138 0,0 0-160 16,2 2 0-16,0-2 0 0,0 0 0 16,0 0 0-16,1 0 0 0,2 0 0 0,-1 0 0 15,2 0 0-15,1 0 0 0,-1 0 0 0,3-2 0 16,0 0 0-16,1 1 0 0,-1-2 0 0,2 1 0 15,0 1 0-15,0-4 0 0,2 4 0 0,1-2 0 16,-2 2 0-16,5-1 0 0,-2 0 0 16,2 2 0-16,0-2 0 0,2 2 0 15,3-2 0-15,-2 0 0 0,1 1 0 0,3-1 0 0,-2 0 0 16,1-2 0-16,2 0 0 16,-5 0 0-16,6 0 0 0,-1 1 0 0,-4 2 0 15,4-2 0-15,-4 2 0 0,7-2 0 0,-4 3 0 16,4 0 0-16,-1 0 0 0,0 0 0 0,1 0 0 15,4 0 0-15,-3 0 0 0,0 0 0 0,3 0 0 16,3-1 0-16,2-1 0 0,-3 0 0 0,2-4 0 16,5 1 0-16,-2-1 0 0,-7 2 0 0,7-1 0 15,3-1 0-15,-3 2 0 0,1 3 0 0,-1-1 0 16,4-1 0-16,-10 2 0 0,12-1 0 16,-4 2 0-16,1 0 0 0,3 0 0 15,-1-1 0-15,2-5 0 0,2 4 0 0,3-5 0 0,9 1 0 16,-4-2 0-16,4 1 0 0,-12 0 0 15,9-2 0-15,-1 2 0 0,2-1 0 0,-2 3 0 0,-1-1 0 16,0 2 0-16,8 1 0 0,-5-1 0 0,-7 2 0 16,6 0 0-16,-4 1 0 15,2 1 0-15,-1-3 0 0,1 3 0 0,-1-2 0 16,1 1 0-16,7-1 0 0,-6-2 0 0,7-2 0 16,-4 3 0-16,-10 0 0 0,8-2 0 0,-3 4 0 15,1-2 0-15,-4 1 0 0,0 2 0 0,-3 0 0 16,3 0 0-16,-2 0 0 0,3 0 0 0,-2 0 0 15,-4 5 0-15,4-4 0 0,-3 4 0 0,-1-2 0 16,-4-2 0-16,8 1 0 0,-5 1 0 16,1-3 0-16,2 1 0 0,1-1 0 0,-1 0 0 15,1 2 0-15,0-2 0 16,-5 2 0-16,2-2 0 0,-2 4 0 0,-5-3 0 16,8 4 0-16,-3-4 0 0,-1 3 0 0,-3 0 0 0,4-1 0 15,-5-1 0-15,12 2 0 0,-5 0 0 16,0-3 0-16,1 2 0 0,-1-3 0 0,-4 0 0 15,10 1 0-15,-5-1 0 0,0 0 0 0,-1 0 0 16,2 0 0-16,2 0 0 0,0 0 0 0,1 0 0 0,-3 0 0 16,1 2 0-16,-8-2 0 0,12 2 0 15,-6 0 0-15,1 0 0 16,-1 0 0-16,1-1 0 0,0 2 0 0,4-3 0 16,1 0 0-16,2 1 0 0,-4-1 0 0,4 0 0 15,-2 0 0-15,1 0 0 0,-1 0 0 0,0 0 0 16,0 0 0-16,2 0 0 15,1 0 0-15,9 0 0 0,-7 0 0 0,-8 0 0 0,6 0 0 0,-3 0 0 16,4 0 0-16,-3 0 0 0,3 0 0 0,4 0 0 16,-4 0 0-16,4 0 0 0,-8 0 0 0,13 2 0 15,-15-2 0-15,12 2 0 0,-5 3 0 0,-7-5 0 16,4 1 0-16,8 3 0 0,-3-2 0 0,2-1 0 16,-2 1 0-16,0 0 0 0,-8 2 0 0,14-2 0 15,-16 2 0-15,14-3 0 0,-8 1 0 0,2 1 0 16,-3 0 0-16,14-1 0 0,-7 0 0 15,2-2 0-15,-4 0 0 0,2 0 0 0,-8 0 0 0,15 0 0 16,-7 0 0-16,0 0 0 16,5 0 0-16,0 0 0 0,-10 0 0 0,15 0 0 15,-9 0 0-15,-1 0 0 0,0-2 0 0,-2 2 0 16,-6 0 0-16,15 0 0 0,-5 0 0 0,1 0 0 16,-2 0 0-16,-1 0 0 0,-8 0 0 0,14 0 0 15,-7 0 0-15,-1 0 0 0,2 0 0 0,2 0 0 16,-8 0 0-16,11 2 0 0,-7-2 0 0,-1 0 0 15,-7 1 0-15,5-1 0 0,-3 1 0 0,1 2 0 16,-2-3 0-16,9 3 0 16,-13-3 0-16,5 1 0 0,-3-1 0 0,-4 0 0 15,0 0 0-15,-5 0 0 0,-2 0 0 0,-4 0 0 16,-1 0 0-16,-1 0 0 0,-4 0 0 0,-1 0 0 16,-2 0 0-16,-3 0 0 0,2 0 0 0,-7 0 0 15,1 0 0-15,-4 0 0 0,-2 0 0 0,-3 0 0 16,-2 0 0-16,-1 0 0 0,-1 0 0 0,-3 0 0 15,-3 0 0-15,-1 0 0 16,0 0 0-16,0 0 0 0,-2 0 0 0,0 0 0 16,0 0 0-16,0 0 0 0,-13 8 0 0,-6 6 0 15,-11 9 0-15</inkml:trace>
  <inkml:trace contextRef="#ctx0" brushRef="#br0" timeOffset="28532.9">17569 7743 2257 0,'0'-1'0'0,"0"-2"0"0,0 2 0 0,0-2 0 0,0 1 0 0,0 1 0 0,0-2 0 0,0 2 0 0,4 1 0 0,3 0 0 0,1 0 78 0,-1 0 186 0,1 0-112 15,1 0-54-15,-1 0 136 16,1 0-85-16,3 0-59 0,-2 1 0 0,0 3 71 15,3-2-59-15,-2 1-20 0,3 1-10 0,-1-3 30 16,-2 1-102-16,2-1 0 0,-2 1 0 0,1-2 0 16,3 5 0-16,-2-4 0 0,2 1 0 15,-2 0 0-15,2-1 0 0,1 1 0 0,2 0 0 16,-1-2 0-16,1 2 0 0,3-2 0 0,4 0 0 16,-5 0 0-16,6 0 0 0,-1 0 0 0,1 0 0 15,5-2 0-15,-1 0 0 0,0 0 0 16,2 1 0-16,-1-1 0 0,0 0 0 0,2 1 0 0,-1-1 0 15,2 2 0-15,1 0 0 0,1 0 0 0,0 0 0 16,0 0 0-16,1 0 0 0,-1 0 0 0,-1 0 0 16,3 0 0-16,0 0 0 15,5 0 0-15,-8 0 0 0,3 0 0 0,2 0 0 16,-3 0 0-16,1 0 0 0,1 0 0 0,-1 0 0 16,1 0 0-16,-1 0 0 0,1 0 0 0,5 2 0 15,-5-2 0-15,2 1 0 0,-3-1 0 0,8 0 0 16,2 0 0-16,-3 2 0 0,4-2 0 0,-1 0 0 15,-6 0 0-15,15 0 0 0,-7 0 0 0,2 0 0 16,1 0 0-16,-1 0 0 0,3 0 0 16,9 0 0-16,-4 0 0 0,0 0 0 0,0 0 0 15,-7 0 0-15,7 0 0 0,0 0 0 16,6 0 0-16,-6 0 0 0,2 0 0 0,2 0 0 16,-2 0 0-16,11 0 0 0,-6 0 0 0,2 0 0 15,0 0 0-15,0 0 0 0,-7 0 0 0,17 0 0 0,-2 0 0 16,0 0 0-16,0 0 0 0,-1 0 0 15,0 0 0-15,2 0 0 0,-2 0 0 0,2 0 0 16,14 0 0-16,-18 0 0 0,9 0 0 16,-4 0 0-16,5 0 0 0,-1 0 0 15,-1 0 0-15,3 0 0 0,9 0 0 0,-20 0 0 16,8 0 0-16,-1-2 0 0,-1 2 0 0,1-1 0 16,9-1 0-16,-3 2 0 0,-12-3 0 0,6 3 0 15,2 0 0-15,-3-2 0 0,3 2 0 16,-2 0 0-16,15 0 0 0,-11 0 0 0,-9 0 0 0,7 0 0 15,11 0 0-15,-19-1 0 0,17-1 0 0,-2 1 0 16,0-2 0-16,-13 3 0 0,7-1 0 0,1 1 0 16,0-3 0-16,-5 3 0 15,14 0 0-15,-17 0 0 0,8 0 0 0,-5 0 0 16,1 0 0-16,0 4 0 0,-2 0 0 0,4-1 0 16,11 2 0-16,-20-2 0 0,9 1 0 0,-2-1 0 15,-2 1 0-15,0 0 0 0,0-2 0 0,11 2 0 16,-17-2 0-16,6 1 0 0,-3 0 0 0,-9 0 0 15,11 1 0-15,-8-2 0 0,-2 1 0 0,1 1 0 16,1 0 0-16,-9 0 0 0,12-3 0 0,-10 3 0 16,-1 0 0-16,0 0 0 15,-10-3 0-15,7 3 0 0,6 0 0 0,-5-2 0 16,-10 2 0-16,8 0 0 0,-9-1 0 0,-4 1 0 16,9 0 0-16,-10 0 0 0,-2-1 0 0,1 1 0 15,-1 0 0-15,-7 0 0 0,4-1 0 0,-2 1 0 16,0 2 0-16,-2-4 0 0,-2 0 0 0,-8 1 0 15,8 3 0-15,-11-5 0 0,0 4 0 0,0-2 0 16,-3-1 0-16,-5 0 0 0,-1-1 0 0,1 2 0 16,-6-3 0-16,1 2 0 0,-2-2 0 0,-3 0 0 15,-1 0 0-15,1 0 0 16,-2 0 0-16,-1 0 0 0,2 0 0 0,0-2 0 16,-3-8 0-16,0 1 0 0,0-4 0 0,0 0 0 15,0 0 0-15,-9-1 0 0,-3 1-118 0,-10 2-128 16</inkml:trace>
  <inkml:trace contextRef="#ctx0" brushRef="#br0" timeOffset="48894.75">4125 10401 2057 0,'0'0'0'0,"0"0"0"0,0 0 0 0,-1 0 0 0,1 0 0 0,0 0 0 0,0 0 0 0,0 0 0 0,0 0 0 0,0 0 0 0,1 0 70 0,1 0 165 16,1 0-87-16,1 0-58 0,1 0 160 0,-3 0-104 15,2 0-52-15,1 0 161 0,-2-1-96 0,3 1-64 16,-1-2-27-16,2 2 143 0,0-2-158 0,0 2-53 16,0-2 0-16,1 2 0 0,0-1 0 15,1 1 0-15,-2 0 0 0,3-3 0 0,0 3 0 16,0-1 0-16,0 1 0 0,0-3 0 0,0 3 0 15,0-1 0-15,0 1 0 0,0-2 0 16,-2 0 0-16,2 2 0 0,-3 0 0 16,-1-2 0-16,1 2 0 0,-2-1 0 0,3 1 0 0,-6-2 0 0,4 2 0 15,0 0 0-15,-1 0 0 16,-2 0 0-16,5 0 0 0,-5 0 0 0,2 0 0 16,1 0 0-16,-3 0 0 0,5 0 0 0,-6 0 0 15,3 0 0-15,-2 0 0 0,0 0 0 0,-1 0 0 16,0 0 0-16,0 0 0 0,-1 0 0 0,1 0 0 15,0 0 0-15,0 0 0 0,1 0 0 0,-3 0 0 16,3 0 0-16,3 0 0 0,-1 0 0 16,4 0 0-16,1 0 0 0,1 0 0 0,3 0 0 0,-1 0 0 15,-1 0 0-15,2 0 0 16,2 0 0-16,-2 2 0 0,2-2 0 0,-2 1 0 16,-3 1 0-16,4 0 0 0,-2 0 0 0,2-2 0 15,0 0 0-15,0 0 0 0,5 0 0 0,-2 0 0 16,6 0 0-16,1 0 0 0,-4 0 0 0,6 0 0 15,-5 1 0-15,5-1 0 0,-1 3 0 0,-6-3 0 16,2 1 0-16,-1-1 0 0,-1 3 0 0,-1-2 0 16,-1 1 0-16,-2 0 0 0,1 0 0 15,-2-1 0-15,-3-1 0 0,2 3 0 16,0-3 0-16,-5 1 0 0,1-1 0 0,1 0 0 16,-2 0 0-16,-1 0 0 0,0 0 0 0,-3 0 0 15,0 0 0-15,-1 2 0 0,-1-2 0 0,-1 0 0 16,1 0 0-16,-1 0 0 0,-1 0 0 0,-1 0 0 15,2 0 0-15,-2 0 0 0,3 0 0 0,-3 0 0 16,0 0 0-16,1 0 0 0,-1 0 0 0,0 0 0 16,0 0 0-16,0 0 0 0,0 0 0 0,0 0 0 15,0 0 0-15,0 0 0 16,0 0 0-16,0 0 0 0,0-3 0 16,-1-1 0-16,-5-2 0 0,-1 2 0 0,0 0 0 0,-3 3 0 15,-3 1-373-15</inkml:trace>
  <inkml:trace contextRef="#ctx1" brushRef="#br0">22236 17952 0,'0'0'16,"0"0"-16,0 0 16,0 0-1,0 0-15</inkml:trace>
  <inkml:trace contextRef="#ctx0" brushRef="#br0" timeOffset="50384.46">11429 10383 2452 0,'-5'-5'0'0,"-2"-2"0"0,3 4 0 16,-2-3 0-16,2 0 0 0,0 3 0 0,4 1 0 0,0 0 0 0,0 0 0 0,0-2 0 0,0 1 192 0,0 3-76 0,4-2-37 0,6 0 119 0,-1 2-84 15,2 0-36-15,3-2 268 16,0 2-153-16,0-2-75 0,2 2-73 0,2-2-45 15,0 1 0-15,1 0 0 0,2-2 0 0,-3 3 0 16,5-2 0-16,2 2 0 0,-4-2 0 0,6 2 0 16,-2 0 0-16,1 0 0 0,-1 0 0 0,6 0 0 15,0 0 0-15,0 0 0 0,0 0 0 0,0 0 0 16,-1-2 0-16,4 2 0 0,2 0 0 0,5 0 0 16,-8 0 0-16,6-1 0 0,0 1 0 15,0 0 0-15,7 0 0 0,-5 0 0 16,0 0 0-16,1 0 0 0,-3 0 0 0,8 0 0 15,-6 0 0-15,0 0 0 0,3 0 0 0,1 0 0 16,-4 0 0-16,10 0 0 0,-4 0 0 0,1 0 0 16,2 0 0-16,-2 0 0 0,5 0 0 0,-2 0 0 15,1-3 0-15,1 1 0 0,3 1 0 0,8-1 0 16,-9-2 0-16,12 3 0 0,-5-4 0 0,0 2 0 16,0-1 0-16,0 1 0 0,-6 0 0 0,12 1 0 15,-4 0 0-15,3 0 0 0,1 1 0 0,-7-1 0 16,11-1 0-16,-6 2 0 15,0 0 0-15,1-2 0 0,-1 1 0 0,-6 1 0 16,19-1 0-16,-8 0 0 0,-1 0 0 0,2-1 0 16,-1 2 0-16,-9-2 0 0,15 1 0 0,-10 0 0 15,5 0 0-15,1 0 0 0,-2 0 0 0,-9 2 0 16,15 0 0-16,-9 0 0 0,0 0 0 0,-1 0 0 16,1 0 0-16,-5 0 0 0,17 0 0 15,-7 0 0-15,-1 0 0 0,-3 0 0 0,0 0 0 0,-5 0 0 16,12-1 0-16,-5 1 0 15,2-3 0-15,0 3 0 0,-2 0 0 0,-9-1 0 16,13 1 0-16,-5-2 0 0,-2 0 0 0,-1 0 0 16,2 0 0-16,-3 0 0 0,11 1 0 0,-10-2 0 15,-1 2 0-15,0-1 0 0,-3-2 0 0,-6 0 0 16,3 0 0-16,6 1 0 0,-6-1 0 0,-7 2 0 16,0-2 0-16,-9 1 0 0,7 1 0 0,-15-1 0 15,3 2 0-15,-3-1 0 16,-5 0 0-16,-6 0 0 0,0 1 0 0,-4-1 0 15,-5-1 0-15,-2 1 0 0,-3 1 0 0,-4 1 0 16,-1-2 0-16,-4 2 0 0,0 0 0 0,0 0 0 16,-2-2 0-16,0 0 0 0,0 0 0 0,0-2 0 15,0-1 0-15,0 1 0 0,-4 0 0 0,-2 0 0 16,-3 3 0-16,0 1 0 0,-9 0 0 0,-2 20 0 16,-8 16 0-16</inkml:trace>
  <inkml:trace contextRef="#ctx0" brushRef="#br0" timeOffset="53184.34">19096 10169 2659 0,'-2'-6'0'0,"0"1"0"0,0 1 0 0,2 2 0 0,0 0 0 0,0 0 0 0,0 0 0 0,0 0 0 0,2 2 0 0,7 0 0 0,3 0 152 0,1 0-45 16,3 0 84-16,0 0-75 0,1 2-36 0,3 4-1 16,1 0 187-16,2 1-101 0,4 1-67 0,0-2-80 15,6-1-18-15,0-1 0 0,8 1 0 0,-3-1 0 16,7-2 0-16,0 0 0 0,2 2 0 15,3-2 0-15,0-1 0 0,3 1 0 0,-5 0 0 16,3 0 0-16,-5 0 0 0,2 0 0 0,-11-1 0 16,0 4 0-16,-1-4 0 0,-6 2 0 0,-4-2 0 15,-5 1 0-15,-1-2 0 0,-9 0 0 0,-1 2 0 16,-1-2 0-16,-4 0 0 0,-3 0 0 0,0 0 0 16,-2 0 0-16,0 0 0 0,0 0 0 15,0-2 0-15,0-5 0 0,0-3 0 16,0 1 0-16,0-2 0 0,-2 5 0 0,-2-1 0 15,4 2 0-15,-1 2 0 0,1 3 0 0</inkml:trace>
  <inkml:trace contextRef="#ctx0" brushRef="#br0" timeOffset="54521.64">26699 10274 1668 0,'-10'-6'0'0,"2"1"0"0,5 3 0 0,-2-1 0 0,1 2 0 0,1-1 0 0,1 1 0 0,-3-1 0 0,5 0 0 0,0 2 0 0,0 0 311 0,0 0-132 15,0-2-57-15,0 2-44 0,0-2 61 0,7 0-47 16,2 2-1-16,4-1-46 0,0 1 230 0,2 0-121 16,0-3-55-16,0 3 131 0,4-1-93 0,-4 1-46 15,2 0 11-15,0 0 16 0,-1 0-118 0,2 0 0 16,0 0 0-16,3 0 0 0,1 0 0 0,3 0 0 16,-1 0 0-16,4 4 0 15,0-1 0-15,4 1 0 0,1 0 0 0,10-1 0 16,-2 1 0-16,8 0 0 0,-2-2 0 0,0 1 0 15,-6 0 0-15,12-2 0 0,-6-1 0 0,-2 1 0 16,0-1 0-16,0 0 0 0,4 0 0 0,-2 0 0 16,4 0 0-16,12 0 0 0,-3 0 0 0,4 0 0 15,-8 0 0-15,18 0 0 0,-8 0 0 0,1 0 0 16,1 0 0-16,-1 0 0 0,7 0 0 0,-2 0 0 16,4 0 0-16,-1 0 0 15,-1 0 0-15,3 3 0 0,-4-1 0 0,2-1 0 16,2 1 0-16,0-2 0 0,-3 2 0 0,-4 2 0 15,-8 0 0-15,12 0 0 0,-10-1 0 0,-3 3 0 16,-6 0 0-16,5 0 0 0,5 1 0 0,-14-2 0 16,8 3 0-16,-7-3 0 0,3 1 0 0,0 0 0 15,-2 0 0-15,2-1 0 0,0 0 0 0,1 0 0 16,0-2 0-16,2-1 0 0,0 0 0 0,-3 0 0 16,-2-2 0-16,-4 0 0 15,2 1 0-15,-7-1 0 0,9 0 0 0,-5 0 0 16,3 0 0-16,0 0 0 0,2 0 0 0,2 3 0 15,0-3 0-15,2 1 0 0,-2 2 0 0,-2-2 0 16,5-1 0-16,-4 2 0 0,-1-2 0 16,2 0 0-16,3 0 0 0,-4 0 0 0,4 0 0 0,-5 0 0 15,2 0 0-15,-5 0 0 0,0 0 0 16,-2 0 0-16,-4 0 0 0,-4 0 0 0,6 0 0 0,-6 0 0 16,-5 0 0-16,5 0 0 15,-2 0 0-15,-2 0 0 0,-1 2 0 0,-4 0 0 16,-1-1 0-16,-2 2 0 0,-1-2 0 0,-4 1 0 15,-2 1 0-15,-2-2 0 0,-5 1 0 0,2 0 0 16,-7-2 0-16,2 2 0 0,-1-2 0 0,-1 0 0 16,-2 0 0-16,0 0 0 0,0 0 0 15,-3 0 0-15,1 0 0 0,0 0 0 0,-3-6 0 16,2-4 0-16,-1-1 0 0,-3-1 0 0,0-4 0 16,0 1 0-16,0 0 0 0,-7-2 0 0,-4 5 0 15</inkml:trace>
  <inkml:trace contextRef="#ctx0" brushRef="#br0" timeOffset="60673.92">18627 1200 2436 0,'0'0'0'0,"0"0"0"0,0 0 0 0,0 0 0 0,0 0 0 0,0 0 0 0,0 0 0 0,0 0 0 0,0 4 0 0,0-1 0 0,0 2 85 0,1-1 101 0,1 4-75 16,0 0-36-16,0 0 137 0,0 3-91 0,-2-2-43 16,2 4 1-16,-2 1 88 0,1-1-64 0,-1 2-24 15,0 1-9-15,2 1 16 0,-2 0-43 0,0 2-43 16,2 1 0-16,-2 1 0 0,2 3 0 31,0-4 0-31,0 6 0 0,0 0 0 0,-2-3 0 0,2 9 0 0,-2-3 0 0,2 6 0 16,-2-2 0-16,0 3 0 0,0 1 0 0,0 3 0 15,0-3 0-15,0 0 0 0,0 4 0 0,0-7 0 16,0 2 0-16,0-2 0 0,0 0 0 0,0-2 0 16,0 0 0-16,2 2 0 0,-2-2 0 0,0 3 0 15,0-1 0-15,0 2 0 0,0 0 0 0,0-1 0 16,0 3 0-16,0-4 0 15,0 0 0-15,0-4 0 0,-2-4 0 0,2-3 0 16,0-2 0-16,-2-3 0 0,2-1 0 0,0-5 0 16,0-4 0-16,0 0 0 0,0-2 0 0,0-3 0 15,0 0 0-15,0-3 0 0,0 0 0 0,0 0 0 16,-2 0 0-16,0 0 0 0,-2 0 0 0,0 0 0 16,1 0 0-16,-1-3 0 0,0-4 0 15,1-3-393-15,-1-5 34 0,2 0 161 0,0-5-221 0,2-5 191 16,-1-3 86-16,1-4-551 15,0-4 328-15</inkml:trace>
  <inkml:trace contextRef="#ctx0" brushRef="#br0" timeOffset="60968.3">18607 1099 2603 0,'-5'-4'0'0,"0"1"0"16,-1 2 0-16,2 0 0 0,-2 1 0 0,2 0 0 0,1 0 0 0,-3 0 0 0,3 9 0 0,-3 4 0 0,-2 1 157 0,2 4-64 0,-3 4 155 0,2 1-105 0,-3 3-53 16,-1 0 39-16,0 3-36 15,-1 1-10-15,0 0-90 0,-2-3-1 0,1 0 45 16,0-3 0-16,2-2-72 0,-2-3 32 0,1 2 0 15,3-6 40-15,-2-1-316 0,7-5 114 0,-2-3 97 16,2-1-472-16,2-3 253 0,2-2 117 0,0 0 66 16,0 0-377-16,0-9 212 0,6-6 121 0,6-6-385 0</inkml:trace>
  <inkml:trace contextRef="#ctx0" brushRef="#br0" timeOffset="61228.46">18533 1155 2833 0,'2'-6'0'0,"-1"4"0"0,1-1 0 0,0 0 0 0,0 2 0 0,0 0 0 0,3 1 0 0,3 0 0 0,1 0 0 0,2 0 0 0,3 6 300 0,1 2-123 0,0 3-74 0,5 5 176 15,-1-1-121-15,2 2-77 0,1-1-81 0,3 2 0 16,-2-1 0-16,1 1 0 0,-4 1 0 16,1-2 0-16,-3-4 0 0,-2 1 0 0,-2 0 0 0,-2-3 0 15,-4-3 0-15,-1 1 0 0,-1-3 0 0,-4-3 0 16,0-1 0-16,0-2 0 0,-2 2 0 0,0-2 0 15,0 0 0-15,0 0 0 0,-6-2 0 0,0-3 0 16,2-1 0-16,-1-2 0 0,1 1 0 16,1 1 0-16,-1 0-78 0,2 0-83 0,2 4 65 0,-2-1-898 15</inkml:trace>
  <inkml:trace contextRef="#ctx0" brushRef="#br0" timeOffset="62650.97">19430 1288 2104 0,'-5'0'0'0,"0"0"0"0,-2 0 0 0,2 0 0 0,1 0 0 0,0 0 0 0,3 0 0 0,1 0 0 0,0 0 0 0,0 0 0 0,0 0 122 15,1 0-33-15,12-1 241 0,1-1-146 0,2-6-73 16,1 1 76-16,6-3-75 0,-1 1-27 0,5-5 115 16,-1-1-80-16,0 0-42 0,3-1 0 15,1-1-9-15,-2 0-7 0,0 0-62 0,1 0 0 0,-4 2 0 16,0 2 0-16,-6 2 0 0,1 1 0 15,-1 1 0-15,-4 2 0 0,0 0 0 0,-4 4 0 0,-1 1 0 16,-3-2 0-16,1 2 0 16,-5 2 0-16,-1 0 0 0,0 0 0 0,1 0 0 15,-3 0 0-15,0 0 0 0,0 0 0 0,0 0 0 16,0 2 0-16,0 4 0 0,0 4 0 0,0 1 0 16,0 1 0-16,-3 2 0 0,1 1 0 0,0 1 0 15,0 3 0-15,2 0 0 0,-1 0 0 16,1 2 0-16,0-3 0 0,0 2 0 0,0 0 0 0,0-1 0 15,0-3 0-15,0-1 0 16,-2 3 0-16,0-4 0 0,0 0 0 0,0-3 0 16,0 1 0-16,-1-4 0 0,1 0 0 0,0-2 0 15,0-1 0-15,1-1 0 0,-2-2 0 0,3 0 0 16,0-2 0-16,-2 0 0 0,2 0 0 0,0 0 0 16,0 0-14-16,0 0-640 0,0-4 308 0,0-4 145 15,10-4 86-15,1-2-682 0</inkml:trace>
  <inkml:trace contextRef="#ctx0" brushRef="#br0" timeOffset="62864.58">20129 1040 3305 0,'2'0'0'0,"0"0"0"0,4 0 0 0,-1 0 0 0,4 0 0 0,5 0 0 15,2-1 0-15,7-3 0 0,5-1 0 0,2-1 0 0,6 1 182 0,1-2-63 0,7 2-45 0,-3-3 177 0,3 1-251 0,-1-1 0 0,-1-2 0 16,-3 5 0-16,-2-2 0 0,-1-2 0 16,-5 3-224-16,-8 1 10 0,1 0 125 0,-5-1-651 15,-8 2 298-15,1-1 211 0,-7 1 51 0,-1-2-488 16,-4-3 316-16</inkml:trace>
  <inkml:trace contextRef="#ctx0" brushRef="#br0" timeOffset="63066.93">20682 744 2544 0,'0'1'0'0,"0"3"0"0,0 0 0 0,0-2 0 0,2 2 0 0,8-3 0 0,3-1 0 0,3 5 0 0,2-4 0 0,3 4 0 0,0 1 125 0,0 2 364 0,-1-1-226 0,1 2-112 16,0 2-47-16,-5-1 101 0,0 4-155 0,-4-1-50 16,-2 0 0-16,-5 2 0 0,-2 2 0 0,-1 1 0 15,-2 1 0-15,-5 3-212 16,-8-1 49-16,-1-3 100 0,-2 2-240 0,-5 3 81 15,1-3 116-15,-3-1-70 0,1 2-501 0,-3-1 319 0,1 0 151 16</inkml:trace>
  <inkml:trace contextRef="#ctx0" brushRef="#br0" timeOffset="63449.86">20610 1273 1795 0,'3'0'0'0,"4"0"0"0,-4 0 0 0,1-3 0 0,0-5 0 0,-1-2 0 16,-1 0 0-16,0 2 0 0,0-4 0 0,0 5 0 0,-2-2 155 0,0 0-59 0,0 4 48 0,0 0-58 0,-11 3-24 0,0 0 0 16,-5 2 61-16,-1 0-43 0,-3 0 10 0,-5 4 34 0,-1 5-44 15,1 2 1-15,0 3-43 0,0 1 257 0,6-5-120 16,-2 4-73-16,5-1-32 0,0-1 203 16,9-3-273-16,1 0 0 0,3 3 0 0,3-3 0 15,0 0 0-15,2 2 0 16,10-2 0-16,4 3 0 0,0-3 0 0,7 5 0 15,0-5 0-15,0 2 0 0,-2 0 0 0,-3 1 0 16,0-1 0-16,-1 2 0 0,-1-1 0 0,-5 1 0 0,-6 1 0 16,-1-4 0-16,-2 3 0 0,-2 0 0 0,-2-2 0 15,-9 1 0-15,-6-1 0 0,-3-1 0 0,-5 1 0 16,-2-4 0-16,3-3 0 0,-3 0 0 16,1-2 0-16,4-2 0 0,-6 0 0 15,7 0 0-15,-2 0 0 0,5 0 0 0,2-4 0 16,7-2 0-16,0-1 0 0,4 0 0 0,2-2 0 15,3-1 0-15,0 0 0 0,5 0-215 16,7 4 12-16,3-4-767 0,4 2 466 0,6 3 233 0</inkml:trace>
  <inkml:trace contextRef="#ctx0" brushRef="#br0" timeOffset="63636.75">21117 1485 3931 0,'-1'0'0'0,"1"0"0"0,0 0 0 0,0 0 0 16,0 0 0-16,0 0 0 0,0 0 0 0,0-1 0 0,0-3 0 0,0 0 0 0,1 1 0 0,5-3 0 0,1 2 0 0,0 0 0 0,2 3 0 0,-2-2-41 16,0 1-258-16,2 2 177 0</inkml:trace>
  <inkml:trace contextRef="#ctx0" brushRef="#br0" timeOffset="69463.78">4032 12575 2686 0,'-3'-2'0'0,"3"0"0"0,0 0 0 0,0 0 0 0,0 0 0 0,0 1 0 0,0 1 0 0,0-2 0 0,0 2 0 0,0 0 0 0,5 0 166 15,-2 0-61-15,2 0 202 0,2 0-131 0,1 0-55 16,-1 0-44-16,-1 0 216 0,3 0-293 0,4 0 0 16,-3 0 0-16,3 0 0 0,1-2 0 15,-2 1 0-15,4-3 0 0,-2 2 0 16,2-3 0-16,-1 4 0 0,-2-3 0 0,2 1 0 0,-1 2 0 15,1-1 0-15,0 0 0 0,0 0 0 0,0 2 0 16,0 0 0-16,1 0 0 0,-1 0 0 16,2 0 0-16,-2-1 0 0,2 1 0 15,0-3 0-15,2 2 0 0,1-2 0 0,-5 2 0 0,3-1 0 0,1 0 0 16,-1 2 0-16,2-2 0 16,-3 2 0-16,3 0 0 0,0 0 0 0,0 0 0 15,0 0 0-15,2 0 0 0,1 0 0 16,0 0 0-16,3 0 0 0,-2 0 0 0,3 0 0 0,-5 0 0 15,2 0 0-15,-1 0 0 0,6 0 0 16,-10 0 0-16,2 0 0 0,4 0 0 16,1 0 0-16,-2 0 0 0,3 0 0 0,-1 0 0 0,2 0 0 15,-1 2 0-15,3 0 0 0,-5-2 0 0,6 2 0 0,-1-1 0 16,-1 3 0-16,1-4 0 16,-1 3 0-16,3-2 0 0,2-1 0 0,1 2 0 15,-2-2 0-15,0 2 0 0,1-2 0 0,3 2 0 16,-4-2 0-16,2 1 0 0,3 2 0 0,-1-2 0 15,6 3 0-15,-6-4 0 0,7 2 0 0,-3 1 0 16,3-2 0-16,2-1 0 0,0 0 0 16,-4 0 0-16,8 0 0 0,0 0 0 0,-6 0 0 0,4 0 0 15,0 0 0-15,-5 0 0 16,11 0 0-16,-3 0 0 0,-6-1 0 0,6-2 0 16,1 1 0-16,1 1 0 0,-2-2 0 0,-3 2 0 15,2-3 0-15,0 2 0 0,1 0 0 0,0 0 0 16,1 2 0-16,-1-1 0 0,3 1 0 0,1-3 0 15,9 3 0-15,-14 0 0 0,7 0 0 0,-1 0 0 16,-1 0 0-16,1 0 0 0,3 0 0 0,-1 0 0 16,-1 0 0-16,10 0 0 0,-4 0 0 0,3 0 0 15,-8 0 0-15,13 0 0 16,-6 0 0-16,-2 0 0 0,4 0 0 0,-5 0 0 16,-1 0 0-16,12 0 0 0,-3 0 0 0,-3 0 0 15,-1 0 0-15,-3 0 0 0,-4 0 0 0,13 0 0 16,-8 4 0-16,-1 2 0 0,3-1 0 0,1-1 0 15,-8 2 0-15,14 0 0 0,-10-2 0 0,3-1 0 16,2-1 0-16,-1 0 0 0,-6 0 0 0,16-2 0 16,-4 0 0-16,-2 2 0 0,-1-2 0 15,-3 0 0-15,-7 2 0 0,12 0 0 16,-5 1 0-16,-2 0 0 0,2 2 0 0,2-2 0 16,-7 1 0-16,12 2 0 0,-8-4 0 0,-1 2 0 15,3-2 0-15,-3-2 0 0,-3 0 0 0,16 0 0 16,-4 0 0-16,0 0 0 0,-4 0 0 0,-1-5 0 15,-7 0 0-15,13 0 0 0,-9-1 0 16,-2 1 0-16,1 2 0 0,1 0 0 0,-9 1 0 0,12 0 0 16,-20 0 0-16,8 2 0 0,-6 0 0 0,1 0 0 15,-7 0 0-15,3 0 0 16,-2 0 0-16,-5 0 0 0,0 0 0 0,-5 0 0 16,-2 0 0-16,-2 0 0 0,-5 0 0 0,-6 0 0 15,0 0 0-15,-4 0 0 0,-5 0 0 0,-3 0 0 16,-4 0 0-16,-3 0 0 0,2 0 0 0,-3 0 0 15,-1 0 0-15,0 0 0 0,0 0 0 0,-1 0 0 16,-8-2 0-16,-4 2 0 16,-5 0 0-16,-8 9 0 0,-10 23 0 0</inkml:trace>
  <inkml:trace contextRef="#ctx0" brushRef="#br0" timeOffset="74402.67">18623 1727 875 0,'-2'0'0'0,"2"-1"0"0,-2-1 0 0,1-1 0 0,-2 2 0 0,1-1 0 0,0 0 0 0,2 1 0 0,0-2 0 0,-2 1 0 0,2 1 79 0,0-1 146 0,-2 2-92 0,2-1-46 16,0 1 10-16,0-3 102 0,0 1-78 0,0 1-41 16,0-1 1-16,0 0 66 0,0-2-43 0,0 3-36 15,0-4-1-15,0 2 58 0,0 0-42 0,2-1 0 16,0-1 3-16,2 1-9 0,0 2-36 0,0-1 58 15,0 1-30-15,1 0 1 0,1 0-19 0,1 1-19 16,1-2 9-16,-1 2-1 0,2-1 1 0,2 2 17 16,1 0-17-16,-1-3 0 0,1 2-1 0,1 1 33 15,2-1-1-15,-2-2-21 0,0 2-11 0,2-2-5 16,-2 1 5-16,3 1 1 0,-4-1 28 0,4 2-40 16,-3-2-29-16,-2 2 0 0,2 0 0 0,0 0 0 15,1 0 0-15,-2 0 0 16,2 0 0-16,-1 0 0 0,0 4 0 0,0 2 0 15,2-1 0-15,-3-1 0 0,0 3 0 0,4 1 0 16,-3-2 0-16,0 1 0 0,0 1 0 0,0-1 0 16,0 1 0-16,0-1 0 0,-1 1 0 0,1-2 0 15,-2 3 0-15,1-1 0 0,-1 0 0 16,0 3 0-16,-3-3 0 0,1 2 0 16,-2-3 0-16,0 3 0 0,-2-3 0 0,0 1 0 0,1-3 0 0,-4 0 0 15,1 1 0-15,-1-2 0 16,0-1 0-16,0-2 0 0,1 1 0 0,-3-2 0 15,0 2 0-15,0-2 0 0,0 0 0 0,0 0 0 16,0 0 0-16,0 0 0 0,0 0 0 0,0 0 0 16,0 0 0-16,0 0 0 0,0 0 0 0,0 0 0 15,0 0 0-15,0 0 0 0,0 0 0 0,0 0 0 16,0 0 0-16,0 0 0 0,0 0 0 0,0 0 0 16,0 0 0-16,0 0 0 15,0 0 0-15,0 0-385 0,0 0-84 0</inkml:trace>
  <inkml:trace contextRef="#ctx0" brushRef="#br0" timeOffset="78094.62">18906 2315 1334 0,'0'0'0'0,"0"0"0"0,-1 0 0 0,1 0 0 0,0 0 0 0,0 0 0 0,0 0 0 0,0 0 0 0,0 0 0 0,0 0 0 0,0-2 41 0,0 1-1 0,0-4 107 16,1 1-58-16,1-1 54 0,2 2-51 0,-2 0-26 15,1-1 1-15,-1-1 38 16,0 2-38-16,0 1 1 0,1 0-27 0,-2 0 50 0,1 1-24 15,-2-2 9-15,2 1-36 0,0 1 46 0,0-2-1 16,-1 2-45-16,1-2 20 0,0 2-10 0,0-1-9 0,2 1 35 16,-3-2-35-16,3 3-1 0,0-1 1 0,0 1 51 15,0-3-51-15,0 3-1 0,1 0 1 0,-1 0 49 16,1 0-49-16,3-1 9 0,-2 1-9 0,1 0 16 16,0 0-17-16,2 0 1 15,-2 0 2-15,0 0 7 0,0 0-9 0,1 0-44 16,0 1 43-16,-1 6 1 0,1-3-30 0,-3 3-11 15,1 0 0-15,0 2 0 0,-1 1 0 0,1 0 0 16,-1-3 0-16,3 4 0 0,0-2 0 0,-1 0 0 16,0 1 0-16,3-2 0 0,-2-1 0 0,1 2 0 15,0-1 0-15,1 0 0 0,-3-1 0 16,-1 1 0-16,1-2 0 0,1 3 0 0,-2-2 0 0,-1 1 0 16,1 2 0-16,-3-1 0 15,1 0 0-15,0 0 0 0,0 1 0 0,-2 1 0 16,2-2 0-16,-3 0 0 0,1 1 0 0,0 0 0 15,0-1 0-15,0 3 0 0,-1-3 0 0,1-2 0 16,-2 2 0-16,2-1 0 0,-2 1 0 0,0-1 0 16,0-1 0-16,0 1 0 15,0-1 0-15,0-2 0 0,0 2 0 0,0-1 0 0,0-1 0 0,2-1 0 16,-2-3 0-16,0 1 0 16,0 1 0-16,0-3 0 0,0 1 0 0,0-1 0 15,0 0 0-15,0 0 0 0,0 0 0 0,0 0 0 16,0 0 0-16,0 0 0 0,0 0 0 0,0 0 0 15,2 0 0-15,1 0 0 0,-3 0 0 0,1 0 0 16,1-1-12-16,0-4-104 0,0 0 38 0,-2 1 26 16,0 0-553-16,0 3 282 0,0-1 132 0</inkml:trace>
  <inkml:trace contextRef="#ctx0" brushRef="#br0" timeOffset="81174.2">18689 2817 1608 0,'0'0'0'0,"0"0"0"0,0 0 0 0,0-1 0 0,0-2 0 0,0 3 0 0,0-3 0 0,0 3 0 0,0 0 0 0,0 0 0 0,0 0 209 0,0 0-90 0,0 0-41 0,0 0 118 0,0 0-79 16,0 0-40-16,0 0 10 0,0 0 14 0,0 3-32 15,0 3 0-15,0 1 102 16,0 2-67-16,0 1-24 0,0 4-10 0,0-2 95 16,0 1-64-16,0 4-32 0,0-2 0 15,0 2 64-15,0 2-53 0,0 2 0 0,0-1-42 0,0 1 3 16,0 6-41-16,0-7 0 0,0 8 0 0,0-1 0 15,0 1 0-15,0 0 0 16,-2 3 0-16,0 0 0 0,-2 3 0 0,0-1 0 16,2 1 0-16,-2 2 0 0,2-1 0 0,1 4 0 15,-3 2 0-15,2 0 0 0,0-1 0 0,1-1 0 16,-3 1 0-16,2-2 0 0,-4 7 0 0,2-3 0 16,0-7 0-16,1 4 0 0,-1-4 0 0,0-3 0 15,3 2 0-15,-3-4 0 0,2-3 0 16,2-3 0-16,-2-2 0 0,2-2 0 0,0-1 0 0,0-2 0 15,0-5 0-15,0-1 0 16,0-4 0-16,0-1 0 0,0-2 0 0,0-3 0 16,0-1 0-16,0 0 0 0,0 0 0 0,0 0 0 15,0 0 0-15,0 0 0 0,0 0 0 0,0 0 0 16,0 0 0-16,0 0 0 0,0 0 0 0,0 0 0 16,0-1 0-16,0-5 0 0,0 1 0 0,0-1 0 15,0 0-548-15,0 1 178 0,0-3 166 0,0 1-569 16,0-2 358-16,0 3 194 15,0-4 91-15</inkml:trace>
  <inkml:trace contextRef="#ctx0" brushRef="#br0" timeOffset="81743.53">18467 3902 2166 0,'-6'0'0'0,"4"0"0"0,-2 0 0 0,2 0 0 16,1 0 0-16,1 0 0 0,-2 0 0 0,2 0 0 0,0 0 0 0,0 0 0 0,0 0 255 0,2 4-108 0,5 6-55 0,-2 1-18 0,2 3 192 15,-2 1-115-15,1 0-56 0,-1 2-29 0,3 4 91 16,0-2-50-16,-3 2-39 16,2-1 197-16,1 1-243 0,0-2-22 0,-3 2 0 0,1-3 0 0,-1 1 0 15,1-1 0-15,0 0 0 0,-2 0 0 16,-1-3 0-16,1 1 0 0,-2-1 0 15,2-2 0-15,-3-2 0 0,1-2 0 0,2 1 0 16,-2-3 0-16,0 1 0 0,0-3 0 0,2 0 0 16,-2-4 0-16,0 0 0 0,-1 2 0 0,3-3 0 15,0 0 0-15,1 0 0 0,2 0 0 0,2 0 0 16,-2-8 0-16,4-3 0 0,1-4 0 16,2-4 0-16,4-4 0 0,-2-1 0 0,1-2 0 0,4-3 0 15,-3-2 0-15,5-6 0 0,-2 2 0 16,-4 5 0-16,4-4 0 0,-5 3 0 0,0 3 0 15,-4 4 0-15,0 5 0 0,-3-1 0 16,-2 6 0-16,1 1 0 0,-4 3 0 0,0 1 0 16,-2 4 0-16,0 0 0 0,-1 2 0 0,1 1 0 15,0-1 0-15,-2 2 0 0,0 1 0 0,0 0 0 0,0 0 0 16,2 0 0-16,-2 0 0 0,2 0 0 16,0 0 0-16,-2 0 0 0,1 0 0 0,1 0 0 15,0 0 0-15,-2 0 0 0,2 0 0 0,-2 0 0 16,2 0 0-16,-2 0 0 0,0 0 0 0,0 0 0 15,2 0 0-15,-2 0 0 16,0 0 0-16,0 0 0 0,0 0 0 0,0 0 0 16,0 0 0-16,0 0 0 0,0 0 0 0,0 0 0 15,0 0 0-15,0 0 0 0,0 0 0 0,0 0-130 16,0 1-46-16,-4 7 73 0</inkml:trace>
  <inkml:trace contextRef="#ctx0" brushRef="#br0" timeOffset="92601.54">14373 12872 2199 0,'-16'-8'0'0,"6"6"0"0,-4 2 0 0,1 0 0 0,2 0 0 0,1 0 0 0,5 0 0 0,-1 0 0 0,4 0 0 0,-1 0 0 0,3 0 157 0,0 0 173 0,0 0-151 0,0 0-71 15,0 2-36-15,0 0 92 0,0-1-64 16,3 1-23-16,3 1-8 0,-1-2 121 0,1 1-77 0,-2 2-38 16,2-1 23-16,-2-3-98 15,-1 1 0-15,1 0 0 0,-2-1 0 0,-1 3 0 16,1-3 0-16,0 2 0 0,0-2 0 0,0 1 0 0,0 1 0 0,2 1 0 15,2-2 0-15,-1 1 0 16,0 0 0-16,3 2 0 0,2-3 0 0,-1 3 0 16,0-3 0-16,3 1 0 15,-1 0 0-15,3 2 0 0,-4-3 0 0,1-1 0 0,1 3 0 0,-1 0 0 16,0 0 0-16,3-1 0 16,-5 0 0-16,2-1 0 0,1 0 0 0,-1 4 0 0,2-4 0 0,-2-1 0 15,2 3 0-15,1-3 0 0,-3 0 0 16,4 0 0-16,-2 2 0 0,1-2 0 0,-2 0 0 0,1 0 0 15,1 0 0-15,0 0 0 16,2 0 0-16,-2 2 0 0,4-2 0 0,-2 1 0 16,3-1 0-16,-1 2 0 0,2-2 0 0,-1 3 0 15,4-3 0-15,0 1 0 0,-2-1 0 0,2 0 0 16,3 0 0-16,0 0 0 0,0 0 0 0,1 0 0 16,-1 0 0-16,6 0 0 0,-2 0 0 0,0 0 0 15,2 0 0-15,-2 0 0 0,2 0 0 16,0 0 0-16,0 0 0 0,0 1 0 0,1-1 0 15,3 3 0-15,-1-3 0 0,0 2 0 0,1-2 0 16,-1 0 0-16,1 0 0 0,1 2 0 16,1-2 0-16,0 3 0 0,-3-1 0 15,3 0 0-15,4 2 0 16,-9-2 0-16,7 2 0 0,2-1 0 0,2-1 0 0,-3-2 0 0,2 0 0 16,1 0 0-16,-5 0 0 0,12 0 0 0,-5 0 0 0,4 0 0 15,-4 0 0 1,3 0 0-16,-8-2 0 0,12 2 0 0,-7 0 0 0,0 0 0 0,0 0 0 15,-7 0 0-15,11 0 0 0,-4 0 0 16,-2 0 0-16,6 0 0 0,2 0 0 0,0 0 0 16,3 0 0-16,-1 0 0 0,3 0 0 0,-1 0 0 15,-2 0 0-15,2-2 0 16,-1 1 0-16,0-3 0 0,-1 0 0 0,2 2 0 16,1 2 0-16,-3 0 0 0,-1 0 0 0,-1 0 0 15,1 0 0-15,-2 0 0 0,-3 0 0 0,-2 0 0 16,6 0 0-16,-5 0 0 0,4 0 0 0,-1 0 0 15,0 0 0-15,-6-2 0 0,7 0 0 16,-6-1 0-16,-3 1 0 0,-7-3 0 0,3 4 0 0,-5 0 0 16,-1-2 0-16,-3 3 0 0,-1 0 0 15,-2 0 0-15,-5 0 0 0,-1 0 0 0,1 0 0 0,-4 0 0 16,0 0 0-16,-1 0 0 16,-4 0 0-16,-1 3 0 0,-1-2 0 0,-3-1 0 15,1 0 0-15,-5 0 0 0,1 0 0 0,-2 0 0 16,0 0 0-16,0 0 0 0,-2 0 0 0,0 0 0 15,0 0 0-15,0 0 0 0,0 0 0 0,0 0 0 16,0 0 0-16,-2-1 0 0,-4-4 0 0,1 0 0 16,-4-1 0-16,0 1 0 15,-5 1 0-15,-1 0 0 0,-6 4 0 0</inkml:trace>
  <inkml:trace contextRef="#ctx0" brushRef="#br0" timeOffset="101656.42">21774 12543 2121 0,'-1'0'4'0,"1"0"0"0,0 0 0 0,0 0 0 0,0 0 0 0,0 0-1 0,0 0-1 0,0 0 1 0,0 0-2 0,0 0 0 0,1 0 174 15,1 0-69-15,0 0 230 0,0 0-153 0,0 1-73 16,-1-1-37-16,1 0 97 0,0 0-67 0,1 0-23 15,-3 0-9-15,2 0 151 0,0 3-92 0,-1-3-109 16,1 0-21-16,2 0 0 0,1 0 0 0,1 0 0 16,-1 0 0-16,2 0 0 0,0 1 0 15,-2-1 0-15,1 0 0 0,1 2 0 0,0-2 0 0,-2 3 0 16,0-2 0-16,1 0 0 16,-1 4 0-16,4-3 0 0,-4 1 0 0,0-1 0 15,3 0 0-15,-1 0 0 0,1 2 0 0,0-2 0 16,-1 0 0-16,3-2 0 0,-3 1 0 0,2-1 0 15,-1 0 0-15,0 2 0 16,-1-2 0-16,0 0 0 0,1 0 0 0,0 2 0 0,-1-2 0 0,0 1 0 16,3 2 0-16,0-1 0 15,-1-1 0-15,2 4 0 0,0-4 0 0,2 2 0 16,1 0 0-16,-1-3 0 0,1 2 0 0,0-2 0 16,2 1 0-16,0-1 0 0,0 0 0 0,0 3 0 15,0-3 0-15,1 2 0 0,-1-1 0 0,2 1 0 16,-1 0 0-16,2 0 0 0,2 0 0 0,0-1 0 15,0 2 0-15,4-1 0 0,0-2 0 0,1 2 0 16,-6-2 0-16,8 1 0 16,-1-1 0-16,-6 0 0 0,7 0 0 0,-8 0 0 0,3 0 0 0,3 0 0 15,-1 0 0-15,-7 0 0 16,9 0 0-16,-8 3 0 0,4-3 0 0,0 1 0 16,0-1 0-16,3 0 0 0,-3 0 0 0,2 0 0 15,-3 0 0-15,6 0 0 0,0 0 0 0,-1 0 0 16,1 0 0-16,-2 0 0 0,-1-1 0 0,5-2 0 15,-6 2 0-15,-2-1 0 0,7 0 0 0,-8-1 0 16,2 3 0-16,0 0 0 0,0 0 0 0,2 0 0 16,-4 0 0-16,6 0 0 0,-6 0 0 0,2 0 0 15,-2 0 0-15,6 0 0 16,-6-1 0-16,7 1 0 0,-5-2 0 0,4 2 0 16,1-2 0-16,2 0 0 0,-1 0 0 0,1 1 0 15,0-1 0-15,0-1 0 0,0 2 0 0,-2-1 0 16,1 0 0-16,-5 1 0 0,8-2 0 0,-4 2 0 15,1-2 0-15,-1 1 0 0,-3 1 0 0,2 1 0 16,3-2 0-16,-2-1 0 0,-1 2 0 0,-1-1 0 16,0 0 0-16,1 1 0 0,3-1 0 0,-5 0 0 15,-5 0 0-15,4 0 0 0,-1 0 0 0,-5 2 0 16,1-2 0-16,-2 2 0 16,0-2 0-16,-4 2 0 0,-1 0 0 0,0-1 0 15,2 1 0-15,-3 0 0 0,-2-2 0 0,5 2 0 16,-7-2 0-16,3 1 0 0,1-3 0 0,-2 4 0 15,-2-1 0-15,-1 1 0 0,-1-1 0 0,2 1 0 16,-4-3 0-16,-1 3 0 0,0 0 0 0,0 0 0 16,0-2 0-16,-2 2 0 0,0 0 0 15,0 0 0-15,0 0 0 0,0 0 0 0,0-1 0 0,0-2 0 16,0 2 0-16,0-3 0 16,0 0 0-16,0 1 0 0,-2-4 0 0,-4 4 0 15,1-1 0-15,-5 2 0 0,-1 2 0 0</inkml:trace>
  <inkml:trace contextRef="#ctx0" brushRef="#br0" timeOffset="105957.12">26299 12477 2249 0,'0'0'0'0,"0"0"0"0,0 0 0 0,0 0 0 0,0-2 0 0,0 0 0 0,0 0 0 0,0 0 0 0,0 0 0 0,0 1 0 0,0-3 132 0,6 1-38 16,-3-3 116-16,2 3-85 0,0-3-44 0,1 3 0 15,-1 0 123-15,1-1-73 0,-1 0-51 0,3 3 130 16,0-1-85-16,2-2-44 0,0 2 0 0,3 0-34 16,0 0-47-16,3 0 0 0,-2 1 0 0,2-2 0 15,0 1 0-15,0 1 0 16,0-2 0-16,1 2 0 0,0-1 0 0,4 0 0 15,-3 2 0-15,5 0 0 0,1 0 0 0,1 0 0 16,1 0 0-16,3 0 0 0,1 0 0 0,0 0 0 0,2 0 0 16,3 0 0-16,3 2 0 15,5 0 0-15,-5-1 0 0,10 2 0 0,-2 0 0 16,-1 0 0-16,5 0 0 0,5 3 0 0,0-2 0 16,0-1 0-16,0 3 0 0,1 1 0 0,3 1 0 15,-1 0 0-15,2-1 0 0,6 2 0 0,-2 1 0 16,4-3 0-16,4-1 0 0,-1-3 0 0,-6 1 0 15,12-4 0-15,-6 0 0 0,-2 0 0 0,-1 0 0 16,-3 0 0-16,-3 0 0 16,14 0 0-16,-8 0 0 0,-1-1 0 0,-2 1 0 0,-1 0 0 0,-8 0 0 15,11 0 0-15,-14 0 0 16,14 1 0-16,-7 4 0 0,-9 1 0 0,6 2 0 16,-7 0 0-16,1-3 0 0,-5 2 0 0,2 2 0 15,-5-2 0-15,0-2 0 0,4 3 0 0,-4-2 0 16,-1-1 0-16,2-1 0 0,0-1 0 15,-9 3 0-15,4 0 0 0,0-3 0 0,-4 3 0 0,-1-2 0 16,-1-2 0-16,0 1 0 0,-1 2 0 0,-2-3 0 16,0-1 0-16,-2-1 0 15,0 3 0-15,-7-2 0 0,5 1 0 0,-4-1 0 16,-2-1 0-16,-5 0 0 0,1 3 0 0,-4-2 0 16,0-1 0-16,0 2 0 0,-1 0 0 0,-4-2 0 15,1 0 0-15,-3 0 0 0,0 0 0 0,-3 0 0 16,3 0 0-16,-3 0 0 0,-2 0 0 0,0 0 0 15,0 0 0-15,0 0 0 0,0 0 0 0,-9-2 0 16,-3-1 0-16,-4-1 0 0,-7 2 0 16</inkml:trace>
  <inkml:trace contextRef="#ctx0" brushRef="#br0" timeOffset="127793.11">6805 16454 3077 0,'-12'2'0'0,"1"1"0"0,3-2 0 15,1 1 0-15,2-2 0 0,-1 1 0 0,6-1 0 0,0 0 0 0,0 0 0 0,-2 0 0 0,2 0 91 0,0 0 127 0,0 0-91 0,0 0-44 0,0 0-1 16,4 0 171-16,0 0-253 0,2 0 0 0,0 0 0 0,-3 0 0 16,1 0 0-16,1 0 0 15,-3 0 0-15,3 0 0 0,-1 0 0 16,1 0 0-16,-2 0 0 0,3 0 0 0,-1 0 0 16,0 4 0-16,2-4 0 0,2 1 0 0,-2-1 0 15,6 0 0-15,-1 0 0 0,1 0 0 0,2 0 0 16,0 0 0-16,0 0 0 0,2-1 0 0,-2-4 0 15,0 3 0-15,2-2 0 16,-1 2 0-16,1 0 0 0,1 1 0 0,2 1 0 16,0 0 0-16,5 0 0 0,0 0 0 15,4 0 0-15,3 0 0 0,1 0 0 16,5 0 0-16,3 0 0 0,1 0 0 0,-3 0 0 0,0-2 0 0,8-2 0 16,-4-1 0-16,0 1 0 0,1 1 0 0,-1 2 0 15,-6 1 0-15,16 0 0 0,-6 0 0 31,5 0 0-15,1 0 0-16,0 0 0 16,3 0 0-16,11 0 0 0,-7 0 0 0,1 0 0 0,-1 0 0 0,-1 0 0 0,14 0 0 0,-6-4 0 15,-3 0 0-15,-1 2 0 0,-8-1 0 0,4 1 0 16,-5 2 0-16,0 0 0 16,-3 0 0-16,-2 0 0 0,-2 2 0 0,-5 3 0 0,8 3 0 0,-7-2 0 0,-9 0 0 0,4-1 0 15,-3 2 0-15,0-1 0 0,-5-1 0 16,-5-3 0-16,-2 1 0 0,0-1 0 0,-3-1 0 0,-3-1 0 15,0 2 0-15,-4-2 0 0,-4 0 0 16,1 2 0 0,0-2 0-16,-3 0 0 15,-2 0 0-15,1 0 0 0,-3 0 0 0,-1 0 0 0,0 0 0 0,1 0 0 16,-3 0 0-16,0 0 0 16,0 0 0-16,0 0 0 0,0 0 0 0,0 0 0 0,0 0 0 0,0 0 0 0,0 0 0 0,0 0 0 15,0 0 0-15,0 0 0 0,0 0 0 0,0 0 0 0,0 0 0 0,0 0 0 16,0-2 0-16,-5-3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20:29.1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15201 1296 3001 0,'-1'-2'0'0,"1"0"0"0,0 2 0 0,-3-1 0 0,3 1 0 0,0 0 0 0,0 0 0 0,0 0 0 0,0 0 0 0,0 0 0 0,3 1 64 0,-2 7 11 0,5 1 56 16,-1 2-45-16,1 2 0 0,-3 5-47 0,1 2 156 16,-2 4-83-16,1 3-36 0,-1 0-10 0,-2 6-66 15,0 0 0-15,0 3 0 0,-2 5 0 0,-3 1 0 16,-2-3 0-16,1 3 0 0,-1 0 0 0,-1-10 0 16,1 6 0-16,-3-2 0 0,3-1 0 15,-3-7 0-15,1 3 0 0,2-5 0 16,-5 1 0-16,1-2 0 0,0-1 0 0,-3-3 0 15,3-3 0-15,-1-1 0 0,0-2 0 0,-1-3 0 16,3 1 0-16,1-6 0 0,2-2 0 0,3 1 0 16,0-4 0-16,3-2 0 0,-2 1 0 0,3-1 0 15,0 0 0-15,0 0 0 0,0 0 0 0,4 0 0 16,7 0 0-16,4 0 0 0,2 0 0 0,6 0 0 16,3 0 0-16,0-1 0 15,2 1 0-15,2 0 0 0,2 0 0 0,0 0 0 16,4 0 0-16,0 0 0 0,1 0 0 0,8 0 0 15,-10-2 0-15,2 2 0 0,0-2 0 0,-3 0 0 16,0 2 0-16,-4 0 0 0,0 0 0 0,-7 0 0 16,1 0 0-16,-4 0 0 0,-2 0 0 0,-7 0 0 15,1 0 0-15,-3 0 0 0,-4 0 0 0,-1 0 0 16,-2 0 0-16,-1 0 0 0,1 0 0 0,-2 0 0 16,0 0 0-16,2 0 0 15,-2 0 0-15,2-2 0 0,-2-2 0 0,3-2 0 16,-2 0 0-16,-1 0 0 0,2-2 0 0,0 1 0 15,0 2 0-15,-2-2 0 0,2 5 0 0,0-2 0 16,-1 2 0-16,1 1 0 0,2 1 0 0</inkml:trace>
  <inkml:trace contextRef="#ctx0" brushRef="#br0" timeOffset="1350.85">16606 1177 3372 0,'0'-1'0'0,"0"-1"0"0,0 2 0 0,0 0 0 0,0 0 0 0,2 0 0 0,9 0 0 0,0 6 0 0,2 1 0 0,1 2 0 0,-1 1 87 15,2-1-14-15,0 2 2 0,-3 0 0 0,0 3-36 16,-3-2-1-16,0 2-289 0,-4 1 155 0,-1 0 62 15,-2 0 36-15,-2 1-628 0,0 3 315 0,0-5 158 16,-2 1-543-16,-6 0 334 0,-2-2 162 0,-1 1-193 16,-3-5 178-16,-2 0 88 0,2-2 35 0,-5 0-5 15,-1 2 30-15,0-4 26 0,-1-1 41 0,2 3 66 16,1-1-81-16,-1 0 10 16,6 0-33-16,3-3 351 0,3 1-191 0,1-2 352 15,6 0-201-15,0 1-135 0,0 1 13 0,8-2 143 16,7 0-128-16,3-2-64 0,3 0-22 0,8 0 40 15,-5 0-41-15,-6 0 0 0,3 0-41 0,-3 1 77 16,-7 3-28-16,-2 4-10 0,1 1-68 0,-8 4 1 16,-2 3 29-16,-2 4 36 0,-12 3 9 0,-2 2-45 15,-5 2-1-15,-2 2 126 0,0-2-63 0,1 3-31 16,5-10 9-16,-1 2 103 0,2-4-72 0,5-2-35 16,5-5-1-16,4-2-8 15,2-2-66-15,0 1 0 0,2-3 0 0,14-4 0 16,3 1 0-16,4-2 0 0,4 0 0 0,1 0 0 15,2 0 0-15,0 0 0 0,-2 0 0 0,-3 0 0 16,-7 6 0-16,1 3 0 0,-6 1 0 0,-3 4 0 16,-6 1-29-16,-2 3 58 0,-2 3-29 0,0-1 0 15,-8 4 0-15,-5-3 0 0,-2 1 0 16,0-5 0-16,-4 4 0 0,2-8 0 0,1 0 0 0,-3-2 0 16,1-4 0-16,4 0 0 15,-4-6 0-15,6-1 0 0,-1 0-277 0,-1 0 107 16,5-1 77-16,2-14-564 0,2-8 315 0,5-7 151 15,0-12-231-15,5-4 192 0</inkml:trace>
  <inkml:trace contextRef="#ctx0" brushRef="#br0" timeOffset="1915.44">17283 1213 2662 0,'16'-1'0'0,"-7"1"0"0,-7 0 0 0,-2 0 0 0,-6 3 0 0,-9 8 0 0,-2-1 0 0,-5 5 0 0,2-1 0 0,0 2 0 0,-1 0 130 0,0 2-46 0,7-3 4 16,-5 1-9-16,4 3-41 0,1-1-61 16,5-2 31-16,2 3-1 0,0 0 66 0,5-1-9 0,2 1-26 15,0 1 0-15,0 0 38 0,0 0-1 16,0 3-27-16,4 3-9 0,-1-2 129 16,5 1-64-16,-5 3-33 0,1 3-7 0,-2-2-64 15,-1 2 0-15,-1-1 0 0,0-1 0 0,0-1 0 16,0 1 0-16,-5-7 0 0,0 1 0 0,-1-5 0 15,1 0 0-15,-1-3-72 0,2-7 1 0,0-1 26 16,0-4-19-16,1-3-459 16,1 0 223-16,0-1 130 0,2-13 66 0,0-4-354 15,0-9 215-15,0 1 102 0,0-6 51 0,0-8-269 16,-4-1 161-16,3 4-28 0,-3-10 99 0,0 11 45 0,1 2-1 16,3 2 85-16,0 12 0 0,0-5-49 0,5 7 8 15,6 2 430-15,4 3-215 0,4 4-107 16,2 2-64-16,7-1 637 0,-3 2-231 15,6 1-190-15,0 3-70 0,2-1 270 0,1 2-181 16,0 1 134-16,-1 0-168 0,-2 0-84 0,-1 0-113 16,0 0-9-16,-6 4 0 0,0 3 0 0,-3-1 0 15,-2 2 0-15,-4 1 0 0,-4 0 0 0,-3 0 0 16,-1 2 0-16,-1 2 0 0,-5 3 0 0,1-1 0 16,-2 0 0-16,0 4 0 0,0-1 0 0,2 1 0 15,0 4 0-15,0-2 0 0,-1 0 0 16,2 0 0-16,-1 3 0 0,2-4 0 0,-1 1 0 15,-1 1 0-15,0-1 0 0,0-1 0 16,0-1 0-16,-2 2 0 0,0-4 0 16,0-1-481-16,0 0 175 0,-4-3 124 0,-3 0-342 15,-2-3 242-15,0-5 122 0,-2 0 60 0,0-3-399 16,0-2 221-16,-4 0 125 0,0 0 58 0</inkml:trace>
  <inkml:trace contextRef="#ctx0" brushRef="#br0" timeOffset="2127.14">17313 1664 2342 0,'-7'-4'0'0,"2"2"0"0,1 2 0 0,2 0 0 0,2 0 0 0,0 0 0 0,0 6 0 0,0 3 0 0,2 1 0 0,0 1 0 0,1 1 148 0,-1-2-54 0,0 1 39 16,-2 3-38-16,0-2-34 0,0 2-71 0,-4 0 23 16,-3-3 1-16,-5-2-156 0,3-2 100 0,-5 1 35 15,2-7 0-15,-1 2-144 0,3-3 94 0,1 0 18 16,2 0 40-16,1-10-312 0,4-2 146 15,2-4 21-15,0-1 53 0,11-3-203 0,10-5 132 0,1 3 63 16,10-6-120-16,2 2 91 16,4-1 45-16</inkml:trace>
  <inkml:trace contextRef="#ctx0" brushRef="#br0" timeOffset="2848.86">17877 1312 1735 0,'31'-16'0'0,"1"5"0"0,-5-1 0 15,-4 2 0-15,-6 4 0 0,-6 1 0 0,-4 4 0 0,-3-1 0 0,-2-1 0 0,-2 3 0 0,0 0 68 0,0 0 306 0,-10 6-168 0,0 2-74 0,-6 3-52 16,1 0 138-16,0 3-90 0,-5 2-45 0,3 2-6 16,0-2 9-16,0 0-48 0,2 0 25 15,3 1-25-15,2-2-1 0,2 3 1 0,2-2 52 16,2 3-10-16,2-2-42 0,2 4 0 0,0-3 97 16,0 7-48-16,0-5-25 0,4 6-62 0,1-1 0 15,0 1 0-15,-3 0 0 0,0 1 0 0,0-5 0 16,-2 7 0-16,0-7 0 0,0 0 0 0,0-1 0 15,-2-1 0-15,-2-8 0 0,-4 4 0 0,4-10-57 16,-1 3 10-16,1-8-168 0,-1 1 68 0,-1-2 61 16,2 0-26-16,0-9-230 0,0-5 153 15,2-2 75-15,-1-5-177 0,1-3 117 0,2-3 73 0,0-1 26 16,0-2 0-16,0 0 37 16,0-1 1-16,2 5 107 0,3-4-49 0,9 9-30 15,1-3 1-15,2 5 301 0,3 3-165 0,-1 3-92 16,9 0-5-16,1 2 214 0,1 2-66 0,0 3-85 15,3 1 306-15,1 1-171 0,0 3-101 0,0 1 135 16,-4 0-263-16,0 0 0 0,-2 1 0 0,-7 8 0 16,-1 2 0-16,-3 0 0 0,0 4 0 0,-4 2 0 15,-3 1 0-15,-1 1 0 0,-1 6 0 0,-3 1 0 16,1 0 0-16,-1 0 0 16,1 2 0-16,0 2 0 0,-2-2 0 0,1 1 0 15,-1-4 0-15,1 3 0 0,-1-6 0 0,1 0 0 16,-4-1 0-16,1-2 0 0,0 0 0 0,0-4 0 15,-2-4 0-15,0 0 0 0,0-2 0 0,-2-2-440 16,-6-3 172-16,-3-3 115 0,0-1 47 0,-3 0-144 16,-2 0 106-16,-1-1-304 0,-3-13 206 0,-3-1 102 15,0-6 42-15,-4-8-289 0,3-5 175 16,0-2 87-16,1 0 44 0,4 8-173 0,3 3 100 16,-7-2 62-16,10 10 28 0,0 0 188 0,4 7-81 15,-2 1-40-15,6 3 413 0,3 2-223 16,0 3-115-16,2 1 195 0,0 0-150 0,0 0-1 15,2 0-61-15,5 1 330 0,2 9-176 0,-6 1-90 16,1 1-43-16,-2-1 96 0,0 2-61 0,-2 2-45 16,0-1 0-16,-4 1-135 0,-7 1 50 0,1-3 25 15,-1-3-168-15,-2 0 92 16,3-4 50-16,-2 0 26 0,4-6-246 0,-2 0 100 16,3 0 77-16,3 0-136 0,2-10 89 0,2-5-5 15,0-3 39-15,4-7-205 0,7 0 109 0,6 0 70 16,4-6 29-16,7-2-261 0,0 3 145 0,2-2 74 15,-4 3-189-15</inkml:trace>
  <inkml:trace contextRef="#ctx0" brushRef="#br0" timeOffset="3241.55">18409 1335 1997 0,'20'-11'0'0,"1"-1"0"0,-2 6 0 0,-6 2 0 0,0-1 0 0,-3 4 0 0,-3 1 0 0,-2 0 0 0,-1 0 0 0,-1 7 0 0,0 5 295 0,-1 0-129 0,-2 2 240 15,0 2-184-15,0-4-83 0,0 2-56 0,0 0-195 16,0-4 74-16,2 1 38 0,0-4 0 0,0 1-180 15,1-4 104-15,3-3 56 0,-3-1 29 0,1 0-531 16,2-1 224-16,-4-8 162 0,0-5-488 0,-2 1 293 16,0-4 147-16,0 0-24 0,0-2 58 0,-4-2 47 15,-2 1 37-15,-1 0 130 0,3-4-51 16,-1 1-25-16,1-2 0 16,4 2 281-16,0-5-148 0,0 9-79 0,2-2-40 0,7 2 199 15,6-1-53-15,2 5-86 0,4-1 73 0,3 4 330 16,4 3-213-16,2 0 144 0,4 1-179 0,0 0-81 15,2 4-54-15,-1 1 242 0,-1 1-143 0,-2 2-72 16,-2 0-36-16,-6 0 158 0,1 2-101 0,-5 7-97 16,-1 5-33-16,-4 1 0 0,-1 1 0 0,-5 5 0 15,-4 4 0-15,2 0 0 0,-6 0 0 0,1 4 0 16,0-5 0-16,-2-2 0 16,0 3 0-16,0-3 0 0,0-1 0 0,0-3 0 15,-2 0 0-15,0-6-379 0,-2 4 85 0,-2-5 94 16,3-2 83-16,-3-1-478 0,-3 1 279 0,-1-3 130 15,-3 0-173-15,-2-3 161 0,-2-1 81 0,-4-2-364 16,-5 0 222-16</inkml:trace>
  <inkml:trace contextRef="#ctx0" brushRef="#br0" timeOffset="3392.73">18623 1322 1955 0,'-19'-7'0'0,"6"4"0"0,1 0 0 0,7 0 0 0,1 0 0 0,4 2 0 0,0-1 0 0,9-2 0 0,12 2 0 0,4-1 0 0,5-1 200 0,2-1-82 0,1 0-40 0,1-1 176 15,-2 0-114-15,-2 1-51 0,-2 0-26 0,-7 1-283 16,-1 2 138-16,-2-1 55 0,-7 2-553 0,-2 1 309 16,-5 0 154-16,-2 0-336 0,-2 4 225 0,-10 5 13 15</inkml:trace>
  <inkml:trace contextRef="#ctx0" brushRef="#br0" timeOffset="3530.02">18745 1353 1907 0,'-19'10'0'0,"0"0"0"0,8-2 0 0,2-3 0 0,3-2 0 0,2 0 0 0,4 2 0 0,0-3 0 0,6-2 0 0,11 0 0 0,2 0 82 0,3 0 118 0,2 0-82 0,-1 0-40 16,0 0 9-16,0-2 13 0,-3-3-31 0,-1 2-1 16,-3 0-30-16,-6 1-344 0,1 1 181 15,-4-1 77-15,-5 2-605 0,-2 0 338 0</inkml:trace>
  <inkml:trace contextRef="#ctx0" brushRef="#br0" timeOffset="3757.96">18363 1610 1932 0,'-9'5'0'0,"4"0"0"0,5-3 0 0,0-2 0 0,20 0 0 0,8 0 0 0,8 0 0 16,15-2 0-16,10-8 0 0,3 2 0 0,10-5 72 0,3 2 361 0,0-3-188 0,0 3-109 0,-3-1 201 16,-5 4-150-16,-4-2-75 0,-15 4-101 15,-6 3 10-15,1-1 16 0,-7 2 0 0,-8 2-415 16,-10 0 207-16,-4 0 104 0,-5 0 62 0,-8 0-583 15,-3 0 246-15,-1 2 170 0,-22 5-11 0,-1 1-142 16,-6 0 135-16,-2-2-328 16</inkml:trace>
  <inkml:trace contextRef="#ctx0" brushRef="#br0" timeOffset="4100.49">18698 1706 1968 0,'-11'4'0'0,"5"6"0"0,6 0 0 0,0-3 0 15,0-3 0-15,0 1 0 0,9 0 0 0,2-3 0 0,5 3 0 0,-3-4 0 0,2 2 127 0,0-3-44 0,-2 0 33 0,-2 0-39 0,-2 0 9 16,1 0-49-16,-4 0-181 0,-1 0 90 0,-1 0 46 16,-2 0-1-16,0 0-219 0,-2 0 127 0,0 0 70 15,0 0-74-15,0 1 7 16,0 5 53-16,0-2-31 0,-4 1 6 0,2 0 7 16,0 1-1-16,2 0 205 0,0 0-88 0,0-3-49 0,0 3 8 15,0-2 143-15,0-2-82 0,0 2-9 0,0-2-31 16,2 1 76-16,-2-3-47 0,0 5 5 15,0-4 1-15,0 3-12 0,0 1 1 0,-5-1 31 16,-5 4-9-16,-1-1-42 0,0 1-1 16,-3 1 103-16,1-2-52 0,2 2-15 0,0 0-10 0,3-2 42 15,1 0-34-15,2-1 1 0,0-2-34 16,3-1-16-16,0 1-10 0,2-3-90 16,0 4 58-16,0-5 30 0,2 1-1 0,10-1-262 15,1 0 124-15,4 0 74 0,1 0 37 0,5 0-239 16,2 0 124-16,3-4 20 0,2-1-2 0,9-4-437 15,-7 0 257-15</inkml:trace>
  <inkml:trace contextRef="#ctx0" brushRef="#br0" timeOffset="4319.71">19666 1236 3163 0,'-7'-2'0'0,"7"-2"0"15,0 2 0-15,16-2 0 0,2-1 0 0,8-2 0 0,8-1 0 0,6-1 0 0,10-3 0 0,14-2 0 0,0 0 278 0,2 0-121 0,0 3-61 16,-11-2-21-16,7 1-324 0,-7-2 143 0,-4 4 70 16,-6 2 37-16,-9 1-668 0,-7 4 360 0,-6 0 166 15,-5 2 88-15,-7 1-841 0</inkml:trace>
  <inkml:trace contextRef="#ctx0" brushRef="#br0" timeOffset="4502.22">20211 946 2174 0,'0'-9'0'0,"10"3"0"0,12-1 0 0,3 1 0 0,-2 0 0 0,9 3 0 0,0 2 0 0,1 1 0 0,1 0 0 15,0 0 0-15,-2 9 187 0,-2 1 240 0,-4 4-195 0,-7-2-98 0,-1 6-49 0,-6 1 35 16,-6 3-33-16,-6 5-9 0,0-1-42 0,-16 0-325 15,-4 3 163-15,-6-2 81 0,-2 0 49 0,-6 3-574 16,2-4 302-16,-5-1 69 0,-4 1-308 0,-1-1 216 16</inkml:trace>
  <inkml:trace contextRef="#ctx0" brushRef="#br0" timeOffset="4868.45">20337 1576 1868 0,'0'-7'0'0,"0"-3"0"0,0 2 0 0,0-4 0 0,-2 3 0 0,-5-4 0 0,-2 4 0 0,-1 0 0 0,-3-1 0 0,-1 3 0 0,-6 1 284 0,-4 3-124 0,3 3-53 16,-8 0-40-16,1 0 68 0,-4 3-49 0,-3 10-25 16,-6 4 0-16,9-2 202 0,-2 2-117 0,4 2-56 0,4 0-26 15,9-5 232-15,2 3-130 16,8 1-89-16,3-2-77 0,4-1 0 0,0 2 0 0,9 1 0 15,10-3 0-15,5 0 0 0,2-1 0 0,4-1 0 16,2 1 0-16,0-3 0 0,-2 2 0 16,-5-1 0-16,1 2 0 0,-8-3 0 0,-4 4 0 0,-3-1 0 15,-6 1 0-15,-5 1 0 0,0-1 0 16,-10-1 0-16,-13 2 0 0,-4-3 0 0,-5-1 0 16,-5-2 0-16,0-3 0 0,-8-1 0 0,10-2 0 15,-5-4 0-15,2 0 0 16,4 0 0-16,4 0 0 0,8 0 0 0,3-6 0 0,6-2 0 15,5-3 0-15,8-3-18 0,0 1-59 0,10-2-801 16,14 3 421-16</inkml:trace>
  <inkml:trace contextRef="#ctx0" brushRef="#br0" timeOffset="5002.81">20553 1876 2732 0,'-2'0'0'0,"2"0"0"0,0 0 0 0,0 0 0 0,-1 0 0 0,-9 0 0 0,0 0 0 0,-2 0 0 0,1 0 0 0,-3 0 0 16,3 0-165-16,0 0 109 0</inkml:trace>
  <inkml:trace contextRef="#ctx0" brushRef="#br0" timeOffset="5659.21">15046 2725 2101 0,'-16'0'0'0,"11"0"1"0,5 0 0 0,0 0 0 0,0 0 0 0,11 0 0 0,11 0-1 0,7 2 1 0,8-2-1 0,9 0 0 0,2 0 521 16,8 0-246-16,8-4-119 0,-2-2-59 0,2 1 269 15,0-1-164-15,-11 2-73 0,8 0-51 0,-4 1-78 16,-5 1 0-16,-6 1 0 0,-11-2 0 0,2 3 0 15,-7 0 0-15,-7 0 0 0,-2 0 0 0,-6 0 0 16,-6 0-1-16,-3 0-359 0,-4 0 163 0,0 0 111 16,-2 0-22-16,-2 0-477 0,-10 0 274 15,0 0 128-15,-6 0 77 0,4 0-507 0,-6 0 287 16</inkml:trace>
  <inkml:trace contextRef="#ctx0" brushRef="#br0" timeOffset="5858.27">15498 2730 3025 0,'-15'8'0'0,"1"3"0"0,5-1 0 0,2-1 0 0,2 1 0 0,0 2 0 0,5 1 0 0,0 3 0 0,0 3 0 16,0 2 0-16,3 3 220 0,0 0-91 0,1 2-46 0,-2 1 211 0,0-2-128 16,-1 2-152-16,1 6-14 0,0-6-12 0,-2-1-59 0,0 0 55 15,0-4 26-15,0 4-507 0,0-5 262 0,0-5 137 16,0-4 67-16,0-3-706 0,0-4 345 0,0-2 166 15,4-3-342-15,3 0 265 0,5-15 134 0</inkml:trace>
  <inkml:trace contextRef="#ctx0" brushRef="#br0" timeOffset="6084.75">15680 2760 2353 0,'5'-12'0'0,"-1"2"0"0,1 4 0 0,-2 2 0 15,1 3 0-15,-1 1 0 0,1 0 0 0,2 0 0 0,-3 6 0 0,4 9 0 0,-2 1 124 0,-1 8 514 0,-1 4-301 0,3 1-150 0,-3 7-75 0,1 4 68 16,-2-1-180-16,3 9 0 0,-4-5 0 0,3 1 0 16,-2-1 0-16,0 0 0 0,-1-5 0 15,1 3 0-15,-2-2 0 0,0 1 0 16,0-3 0-16,0 1 0 0,0-1 0 0,0-2 0 16,0-2 0-16,0-3 0 0,0-7-564 0,0-3 197 15,0-5 155-15,0-1-450 0,0-7 312 16,0-1 157-16,2-6 78 0,9 0-479 0</inkml:trace>
  <inkml:trace contextRef="#ctx0" brushRef="#br0" timeOffset="6289.16">16705 2576 3789 0,'-11'-1'0'0,"4"-1"0"16,3 0 0-16,2 2 0 0,2 0 0 0,-1-2 0 0,1 2 0 0,0 0 0 0,0 0 0 0,0 0 0 0,0 0 142 0,1 0-142 0,5 2 0 0,3 3 0 0,0 3 0 0,3 1 0 15,-3 0 0-15,-2 3-649 0,2 2 294 0,-6 2 197 16,-1 0-447-16,0 4 302 0</inkml:trace>
  <inkml:trace contextRef="#ctx0" brushRef="#br0" timeOffset="6436.63">16692 2874 2789 0,'-9'7'0'0,"4"1"0"0,-2-1 0 0,2-4 0 0,3 3 0 0,0-2 0 0,2 1 0 0,0 1 0 0,2 1 0 0,9 1 0 0,1 0 161 0,-1 4-52 0,3-1-40 0,-2 1-562 16,1 1 266-16,-1 2 132 0,-3 2 67 0,0 2-931 15</inkml:trace>
  <inkml:trace contextRef="#ctx0" brushRef="#br0" timeOffset="6583.25">16735 3337 2372 0,'-9'15'-1'0,"4"-5"1"0,-1-3 0 0,1-2 0 0,0-3 0 0,3-2 0 0,2 0 0 0,0 0 0 0,0-5 0 0,5-8 0 0,6-2 216 0,3-7-94 0,2 2-42 16,2-3 0-16,1 1-159 0,2-2 59 0,1-1 38 15,-1 2-9-15,-2-2-479 0,-1-1 254 0,2 0 127 16,-3-1 63-16</inkml:trace>
  <inkml:trace contextRef="#ctx0" brushRef="#br0" timeOffset="6758.71">16966 2717 2755 0,'0'-1'0'0,"0"-2"0"0,0 2 0 0,0-1 0 0,6-1 0 0,5 2 0 0,6-4 0 0,8-3 0 0,1 2 0 0,6-1 0 0,3-1 318 0,8 0-140 0,-9 3-71 0,4-1 108 16,1 3-80-16,-1-1-53 0,-3 0 1 0,-1 3-252 15,-2-2 104-15,-4 3 51 0,-5 0-563 0,-2 0 303 16,-5 0 156-16,-6 0 78 0,-1 0-812 0,-5 3 412 16,-2-2 163-16</inkml:trace>
  <inkml:trace contextRef="#ctx0" brushRef="#br0" timeOffset="7216.2">17340 2405 1883 0,'-6'-1'0'0,"5"1"0"0,-1 0 0 0,0 0 0 0,2 3 0 0,0 9 0 0,0 3 0 0,-2 2 0 0,-3 5 0 0,-2 3 0 0,-2 4 88 0,-8 7 61 0,-1-1-56 0,-3-1-8 15,-4 5 1-15,-3-3-48 0,2-1 10 16,-4 4 28-16,7-11 0 0,1 2-38 0,5-5 1 16,3-6 115-16,5-1-48 0,6-7-39 15,1-2 0-15,2 1 31 0,2-6-30 0,9 0-1 16,10-4-19-16,3 0 26 0,2 0-36 0,2 0-28 15,0 0 0-15,2-2 28 0,-7 2 9 0,4-2-86 16,-6 2 39-16,-3 0-1 0,-6 0 39 0,-1 0-132 16,-4 0 68-16,-5 8 3 15,-1 1-1-15,-1 5 5 0,-5 4 0 0,-11 3 5 0,0 1 192 16,-5 2-87-16,-1 3-41 0,-1-1 1 16,1 1 55-16,1-3-34 0,4-2-59 0,-4 3-13 15,9-6 0-15,2-1 0 0,0-3 0 16,9-6 0-16,-1 3 0 0,2-3 0 15,0-4 0-15,2 0 0 0,7-3 0 0,4-2 0 16,2 0 0-16,1 0 0 0,-2 0 0 16,3-2 0-16,0-5 0 0,0 1 0 0,-2 0 0 0,2 0 0 0,-1 3 0 15,2-1 0-15,-1 0 0 0,-1 0-86 0,2 3-63 16,-2-2 33-16,0 3 38 0,-2 0-266 16,-2 0 153-16,-1 0 67 0,-4 8-373 0,-1-3 229 15,-3 3 115-15,0-1-376 0,-1 2 245 0,0-3 114 16,-2-1 71-16,0-5-170 15</inkml:trace>
  <inkml:trace contextRef="#ctx0" brushRef="#br0" timeOffset="7809.92">17931 2453 3068 0,'12'-14'0'0,"-5"5"0"0,4 4 0 0,-5-1 0 0,-2 3 0 0,-2 0 0 0,0 0 0 0,0 2 0 0,1 1 0 0,-1 0 0 0,0 7 108 0,-2 3 112 16,0 5-91-16,0 4-45 0,-11 4-1 0,-2 1-75 0,-6 2-10 0,-2 3 39 15,-5 4 1-15,-2-1-123 0,-2-2 62 0,1-4 39 16,-6 8-112-16,8-9 68 0,1 1 32 0,4-1 74 16,1-5-36-16,6-1-11 0,0 2-49 0,4 1 255 15,3 1-237-15,4 0 0 0,2 5 0 0,2-1 0 16,0 3 0-16,0 2 0 0,0 4 0 15,0 1 0-15,0-2 0 0,0-3 0 0,0 3 0 0,0-5 0 16,0-2 0-16,0-5 0 0,0-3 0 0,0 0 0 16,0-9 0-16,0-1 0 15,0-7-154-15,0-1-15 0,2-2 13 0,0 0-540 16,0-14 329-16,4-7 164 0,0-3 83 0,-1-2-531 16,-1-3 298-16,-1-1 162 0,-1-8-90 0,0-2 122 15,0-2 61-15,-2-1-87 0,0 4 87 0,0-9 48 16,0 13 50-16,0 3 68 0,2 10-72 0,0-1 1 15,0 7-44-15,4 2 654 0,5 3-335 16,0 3-154-16,8 2-78 0,4 3 712 0,5 0-348 0,4-2-188 16,3 4 96-16,8-1-138 15,3 0-68-15,-3 0 249 0,-3-1-149 0,13 3-89 16,-7-3-40-16,-3 2 68 0,-8-1-129 0,3 2-16 16,-12 0 0-16,1 0 0 0,-6 0 0 0,-5 6 0 15,-4 3 0-15,-7 3 0 0,-3 6 0 0,-2 6 0 16,0 1 0-16,0 3 0 0,-9 3 0 0,4 4 0 15,-4-2 0-15,6 5 0 0,1-3 0 16,-2 1 0-16,4-5 0 0,0 3 0 0,0-8 0 0,0 4 0 16,0-8 0-16,0 1 0 15,0-1 0-15,0-3 0 0,0-3 0 0,-2 0 0 16,-1-2-657-16,-5-5 203 0,0-2 208 0,-3-2-580 16,0-1 386-16,-4-2 205 0,-4-2 100 0</inkml:trace>
  <inkml:trace contextRef="#ctx0" brushRef="#br0" timeOffset="8059.67">17894 3066 2140 0,'-7'0'0'0,"5"0"0"0,0 0 0 0,2 0 0 16,0 2 0-16,0 6 0 0,5-1 0 0,3 3 0 0,1 1 0 0,-1-2 0 0,-2 2 319 0,1 3-146 0,-5-3-68 0,-1 1-137 0,1-3 34 15,-2-1 0-15,0 1-113 0,-3-2 70 0,-5-3 39 16,-4-2 0-16,3-2-24 0,-3 0 32 0,4 0 8 15,-2 0 20-15,3-2-33 0,2-3-35 0,1-1 0 16,0 3-17-16,4-4 218 0,0 4-92 0,0-1-36 16,0 2 106-16,4 1-62 15,5-2-7-15,0 1-71 0,1 2 13 0,-1 0 18 16,0 0 4-16,0 0-447 0,2 0 207 0,-4 0 112 16,0 0 34-16,1 0-719 0,3 0 369 0</inkml:trace>
  <inkml:trace contextRef="#ctx0" brushRef="#br0" timeOffset="8485.81">18561 2507 3785 0,'0'0'0'0,"0"0"0"0,0 2 0 0,0 1 0 16,0 5 0-16,0 3 0 0,0 1 0 0,0 0 0 0,0-1 0 0,2 4 0 0,1-1 146 0,1 1-146 0,0-2 0 0,-1 1 0 0,1-5 0 15,2 2-174-15,-2-1 100 0,-2-5-304 16,0-1 208-16,0-2 104 0,-2-2-708 16,0 0 388-16,0 0 76 0,0-6 137 0,0-6-355 0,0-2 245 15,0-5 114-15,-2-2 70 0,-2-4-93 16,0-1 96-16,0-3 37 0,0-1 59 0,1-2 0 16,1-2 0-16,2 0 0 0,-2-2 173 0,2 4-124 15,0 2-43-15,0 8 161 0,7 2-97 0,7 1-54 16,4-1-26-16,5 5 569 0,3 4-255 0,4 1-124 15,10 0-71-15,-3 1 253 0,3 2-162 16,-6 0-82-16,3 1-31 0,0 5 259 0,-5 1-155 16,-2 0-77-16,-5 0 243 0,-6 7-159 15,-1 7-72-15,-2 5-49 0,-7 2 55 0,-3 4-132 16,-3 4 0-16,-1 3 0 0,0-1 0 0,-2 3 0 16,3 0 0-16,-2-4 0 0,1-1 0 0,2 0 0 15,-1-6 0-15,3 0 0 0,-2-1 0 0,1-3 0 16,-3-3 0-16,0 1-71 0,-2-4-93 0,0 0-845 15,0-2 486-15,0-1 243 16,-6-1 121-16,-1-4-314 0</inkml:trace>
  <inkml:trace contextRef="#ctx0" brushRef="#br0" timeOffset="8656.11">18615 2473 2591 0,'-9'-2'0'0,"7"1"0"16,2-1 0-16,0 0 0 0,2 0 0 0,7-2 0 0,8 0 0 0,4 1 0 0,1-1 0 0,8 1 0 0,0 1 286 0,2-3-115 0,0 4-73 0,-2-2-31 0,-7 2 0 16,1 1-30-16,-1 0-589 15,-10 0 303-15,1 0 139 0,-5 1 73 0,-8 8-377 16</inkml:trace>
  <inkml:trace contextRef="#ctx0" brushRef="#br0" timeOffset="8813.35">18690 2576 2470 0,'-7'5'0'0,"4"0"0"0,3-1 0 0,0-4 0 0,0 0 0 0,9 0 0 0,13 0 0 0,2 0 0 0,4-2 0 0,4 0 0 0,2-2 173 0,1 0-72 15,-2-1 109-15,-3 1-86 16,0 1-44-16,-10 0 0 0,5 2-417 0,-6-1 181 0,-8 2 97 0,0 0 48 16,-7 0-732-16,-4 0 389 15</inkml:trace>
  <inkml:trace contextRef="#ctx0" brushRef="#br0" timeOffset="9017.7">18414 2793 2234 0,'-2'0'0'0,"2"0"0"0,11 0 0 0,10 0 0 0,6 0 0 0,10-3 0 0,4 1 0 0,10-3 0 0,13 0 0 0,0-1 0 15,-8 1 670-15,19-3-321 0,-8 2-157 0,-2 1-77 0,-1-4 134 16,-14 3-127-16,5 1-122 0,-8 2 0 15,-8-1 0-15,-3 2 0 0,-8 0 0 0,-5 2-526 16,-9 0 290-16,-3 0 132 0,-10 0-290 16,-1 0 215-16,-6 6-11 0,-16 1 93 0,-3 1-625 15,-3-1 347-15</inkml:trace>
  <inkml:trace contextRef="#ctx0" brushRef="#br0" timeOffset="9519.65">18747 2899 2334 0,'-8'11'0'0,"6"6"0"0,0 1 0 0,0-3 0 0,2 0 0 0,0 3 0 0,0 0 0 0,0 1 0 0,0-1 0 0,0 0 0 0,0-3 105 0,0 0 75 0,0-4-63 15,0 1-45-15,0-3-374 0,0-4 170 0,0 0 84 16,0-4 51-16,0 2-234 0,0-3 134 0,0 0 67 16,0-3 33-16,0-4-520 15,0-2 171-15,-2-3 162 0,1-3 50 0,-1 0-68 16,2 0 83-16,0 0 158 0,0 2-47 0,0 0 9 15,0 2-37-15,5 2 303 0,7-1-151 0,1 3-77 16,6 1-46-16,5 0 415 0,0 3-168 0,6 1-116 16,0 1 12-16,2-2 86 0,0 3-84 0,0 0-56 15,-2 0 224-15,-9 0-135 0,2 4-67 0,-3 3-34 16,-5 3 145-16,-4 1-93 0,-1 1-44 0,-6-2 4 16,-2 4 0-16,-2-1-46 0,0 0 9 0,0-2-147 15,-10 0 70-15,3 1 33 16,-1-5 1-16,-1 2-276 0,-1-4 164 0,1 2 69 15,-2-3-6-15,3-3-223 0,-3 3 80 0,2-4 88 16,-1 1-346-16,-3-1 211 0,0 0 100 0,0 0-280 16,-2 0 191-16,0 0 94 0,0 0 39 0,-2 0-219 15,0 0 137-15,0 0 69 0,2 0 40 0,0 0 36 16,4 0 30-16,-5 0 0 0,7 0 0 0,0 0 0 16,1 0 0-16,3 0 0 0,3 0 330 0,0 0-201 15,2 0-83-15,0 0 524 0,0 0-275 16,11 0-91-16,4 0-74 0,6-1 253 0,3 0-174 15,2-3-86-15,1-2-43 0,-1 1 75 0,-3 1-50 16,1-1-39-16,-1 2 0 0,-4 1-425 0,-3 1 198 0,-6 1 99 16,-3 0-320-16</inkml:trace>
  <inkml:trace contextRef="#ctx0" brushRef="#br0" timeOffset="9669.85">18763 3284 1944 0,'-2'5'0'0,"2"-4"0"0,0-1 0 0,6 0 0 15,6 0 0-15,-1-1 0 0,4-1 0 0,2-4 0 0,2 0 0 0,1 0 0 0,1 0 234 0,-2 1-98 0,-5 0-50 0,4 1-96 0,-4 1 24 0,-4 2 8 16,-2-1-566-16,-1 1 289 0,-5 1 146 0</inkml:trace>
  <inkml:trace contextRef="#ctx0" brushRef="#br0" timeOffset="9849">18788 3328 1561 0,'-6'11'0'0,"3"-1"0"0,3-3 0 0,-2-3 0 0,2 2 0 0,0-3 0 0,0-1 0 0,5 0 0 0,5-2 0 0,3 0 0 0,2 0 204 0,0 0-75 0,2-2 36 0,2-3-64 15,-3-3-32-15,3 0-280 0,1-1 124 0,-4 2 71 16,-1-3 21-16,0 2-487 0,-2-1 259 0,0 0 130 15</inkml:trace>
  <inkml:trace contextRef="#ctx0" brushRef="#br0" timeOffset="10068.45">18957 2907 2719 0,'0'3'0'0,"0"11"0"0,0 5 0 16,0 4 0-16,0 2 0 0,-10 7 0 0,-1 8 0 0,1-2 0 0,-6 7 0 0,3-3 0 0,0 0 325 0,4-9-144 15,1 5-63-15,2-4 180 0,6-5-130 0,0-4-66 0,0-5-82 0,10-4-20 0,8-2 0 0,10-7 0 16,4-5-239-16,12-2 92 16,2-2 91-16,15-17-541 0,-9-5 325 0,14-8 62 0,-6 0 108 0,-1 0-748 15,-5-4 407-15</inkml:trace>
  <inkml:trace contextRef="#ctx0" brushRef="#br0" timeOffset="10271.79">19703 2767 2781 0,'-17'-3'0'0,"4"-1"0"0,3 3 0 0,4-3 0 0,4 0 0 0,2-2 0 0,2 0 0 0,14 0 0 0,12 1 0 0,9-2 0 0,3 2 136 0,7-4 403 0,7 3-243 0,12-3-134 16,-4-1-145-16,0 0-17 0,-10 1 0 15,7-1 0-15,-3 1 0 0,-5 0 0 0,-6 0-68 16,-10 3 21-16,-3-2 42 0,-7 4-591 0,-2 1 276 16,-11-1 166-16,0 1-650 0,-10-2 384 15,-2 2 192-15,0-1-127 0</inkml:trace>
  <inkml:trace contextRef="#ctx0" brushRef="#br0" timeOffset="10438.26">20317 2428 2091 0,'0'-3'0'0,"9"1"0"0,12-1 0 16,3 0 0-16,-3-1 0 0,7 1 0 0,-1 3 0 0,1 0 0 0,0 0 0 0,-1 9 0 0,-7 0 88 0,1 4 325 0,-7 5-189 0,0-2-94 15,-9 3-46-15,-3 3-15 0,-2 3-9 0,-11 1-464 16,-12 0 220-16,-1 2 110 0,-5-1 55 16,-1-1-557-16,-5 2 255 0,1-3 167 0,-1-1 4 0,-5 0-283 15</inkml:trace>
  <inkml:trace contextRef="#ctx0" brushRef="#br0" timeOffset="10779.15">20108 2896 2130 0,'-9'11'-1'0,"3"3"1"0,4 6-1 0,-2-1 0 0,3-1 0 0,-5 6 1 0,1 1-1 0,-3 4 0 16,2-4 0-16,-1 5 0 0,-2-2 84 0,-3 1 178 0,-1-3-113 0,2 1-57 0,-3-5-28 0,4-5 192 16,-1-2-115-16,-1-1-52 0,4-7-18 0,1-2 0 15,2-3-34-15,-2-2-41 0,5 0 16 0,2-2 0 16,0-9 25-16,0-6-130 0,11-6 64 15,5 0 43-15,5-2-10 0,5-3-102 0,4-2 59 16,0 2 30-16,4-1-23 0,-6 8-38 0,4 0 35 16,-3 3-5-16,-2 3 183 0,-6 5-78 15,2 3-35-15,-7 3 288 0,0 3-152 0,-2 1-58 16,-4 0-42-16,-1 1-65 0,0 8 0 0,-2 7 0 16,0-1 0-16,-1 4 0 0,-1 2 0 0,0 4 0 15,-1 0 0-15,-2-2 0 0,3 5 0 16,-4 0 0-16,3-4 0 0,1 2 0 0,1-5 0 15,1 2 0-15,1-3 0 0,3 0 0 0,0-4 0 0,3-2 0 16,0-2 0-16,6-3 0 16,-4 0 0-16,3-4 0 0,0-1 0 0,3-2 0 0,5-2-788 15,-5 0 301-15,7 0 230 0,-5 0 110 16</inkml:trace>
  <inkml:trace contextRef="#ctx0" brushRef="#br0" timeOffset="10948.13">21098 3271 3931 0,'-3'0'0'0,"3"0"0"0,14 0 0 0,-2 0 0 0,-7 0 0 0,-1 0 0 0,0 0 0 0,-3 0 0 0,3 0 0 15,3 0 0-15,-4-2 0 0,1-4 0 0,-1-1-408 0</inkml:trace>
  <inkml:trace contextRef="#ctx0" brushRef="#br0" timeOffset="18982.4">18505 4054 2876 0,'-6'-2'0'0,"4"-1"0"0,2 3 0 0,0-3 0 0,0 2 0 0,0-1 0 0,6-2 0 0,14-1 0 0,-1-1 0 0,7 1 0 0,1-1 105 0,3 1-34 0,2 0 256 15,3 1-144-15,1 3-64 0,1-1-45 0,1 0 102 16,0 0-176-16,-1 0 0 0,-3 0 0 0,1 1 0 16,-3 1 0-16,-2-3 0 0,-1 3 0 0,-8 0 0 15,0 0 0-15,-3 0 0 0,-5 0-28 0,-2 0-1 16,-3 0 2-16,-3 0-860 15,-1 0 425-15,-1 0 200 0,-2 0 117 0,-1-1-527 0,0-7 317 16</inkml:trace>
  <inkml:trace contextRef="#ctx0" brushRef="#br0" timeOffset="19156.91">19036 3788 2167 0,'-7'-4'0'0,"1"0"0"0,4 3 0 0,0-2 0 0,2 3 0 0,0 0 0 0,2 0 0 0,9 0 0 0,8 0 0 0,7 0 0 0,2 0 143 16,0 0 290-16,4 6-197 0,-2 0-99 0,0-1 92 15,-1 2-101-15,-3-1-45 0,-7 4 0 0,1-1-160 16,-4 3 67-16,-5 2 19 0,-6 1 0 0,-3 3-152 16,-2 0 91-16,-2 5 44 0,-11-2 10 0,-4 1-558 15,-1 2 213-15,-3 1 172 0,0 0-598 0,-1 0 366 16</inkml:trace>
  <inkml:trace contextRef="#ctx0" brushRef="#br0" timeOffset="19548.84">18993 4386 2058 0,'0'9'0'0,"0"-6"0"0,0 1 0 0,2-4 0 0,-2 0 0 0,2 0 0 0,-1 0 0 16,1-2 0-16,2-3 0 0,0-6 0 0,-1 1 118 0,-1 0-39 0,0-1-16 0,1 0-26 0,-3 1 1 16,0-1-28-16,-5 4 1 0,-6 0 26 15,-3 2 10-15,-4 3 59 0,-1 1-34 0,-6 1 0 16,0 0-35-16,-1 0 167 0,3 7-75 0,-7 4-50 15,3 1 0-15,5 1 171 0,3-3-107 0,2 2-52 16,8-1 80-16,1 0-171 0,5 3 0 0,3-1 0 16,0 0 0-16,5 2 0 0,12 0 0 0,5 2 0 15,1 0 0-15,4 0 0 0,-1 0 0 0,-2 2 0 16,0 0 0-16,-1-1 0 0,-8-3 0 0,2 4 0 16,-6-1 0-16,-1 2 0 15,-4-3 0-15,-5-1 0 0,-1 1 0 0,0 1 0 16,-9-2 0-16,-10 0 0 0,2-4 0 0,-5 1 0 15,-3-4 0-15,-1 0 0 0,-1-6 0 0,1 1 0 16,2-4 0-16,-6 0 0 0,4 0 0 0,5 0 0 16,0 0 0-16,5-4 0 0,2-3 0 0,7 1 0 15,1-2-79-15,4-3-661 0,2 0 351 0,0-2 167 16,17-4 96-16,5 2-333 16,5-2 210-16</inkml:trace>
  <inkml:trace contextRef="#ctx0" brushRef="#br0" timeOffset="19803.64">19526 4077 3389 0,'0'-4'0'0,"2"3"0"0,-2-2 0 0,0 3 0 0,0 0 0 0,0 0 0 0,0 0 0 0,0 4 0 0,0 10 0 0,0 6 0 0,-6 5 541 0,-1 3-540 0,-1 3-1 16,-1 6 0-16,-4-1 0 0,-2 7 0 0,0-2 0 15,0-3 0-15,-4 0 0 0,2-2 0 0,1-4 0 16,-4 1 0-16,-1 2 0 0,3-6 0 0,1 0 0 16,1-5 0-16,4-7 0 0,1 0 0 0,5-8 0 15,2-1-256-15,0-2 71 0,4-5 31 0,0-1-593 16,0 0 360-16,10-3 174 0,6-14 89 0,4-2-256 16</inkml:trace>
  <inkml:trace contextRef="#ctx0" brushRef="#br0" timeOffset="20023.37">19686 4229 3007 0,'3'-1'0'0,"1"-2"0"0,-1 3 0 0,-3 0 0 16,0 0 0-16,0 0 0 0,0 3 0 0,0 8 0 0,0 5 0 0,-5 5 0 0,0 3 656 0,-1 5-388 0,-1 1-268 0,0 3 0 0,-4 1 0 0,2 1 0 15,-3 7 0-15,0-8 0 0,1 2 0 0,-3 0 0 16,3-3 0-16,0 1 0 0,-1-6 0 15,3-2 0-15,4-4 0 0,-1-6 0 0,2-4 0 16,0-4 0-16,2-1-283 0,1-4-99 0,1-3 155 16,0 0 85-16,0-6-543 0,10-15 323 0,1 0 163 15,-1-8 81-15</inkml:trace>
  <inkml:trace contextRef="#ctx0" brushRef="#br0" timeOffset="20214.48">19850 4118 2849 0,'-3'0'0'0,"3"0"0"0,0-1 0 0,0-2 0 0,0-2 0 0,10 1 0 0,8-2 0 16,5 0 0-16,5 1 0 0,2-1 0 0,4 1 313 0,1 0-139 0,3 0-58 0,0 2 102 0,0 1-90 0,-3-2-45 0,2 2-33 16,-1 0-267-16,-1 2 121 0,-5 0 61 0,0 0-583 15,-5-2 327-15,-4 2 164 0,-2-3 82 16,-4 0-782-16,-1 0 399 0,-7-3 196 0</inkml:trace>
  <inkml:trace contextRef="#ctx0" brushRef="#br0" timeOffset="20740.3">20289 3876 1919 0,'-10'-1'0'0,"4"-2"0"0,3 3 0 0,3 0 0 0,0 0 0 0,12 0 0 0,9 0 0 0,10 0 0 0,-1 0 0 0,1 0 0 0,3 0 68 16,0 0 270-16,1 0-141 0,-3 4-85 0,-4 4-37 0,-6 1 104 15,-3 3-71-15,-5 0-26 0,-5 3-159 0,-8 5 57 16,-1 4 29-16,-8 0-339 0,-14 0 184 16,-4 4 101-16,-8-3 36 0,6-4-207 0,-6 0 47 0,0 1 86 15,1-3-57-15,-2-3-287 16,3-3 200-16,-2 1 95 0,3-3-136 0,2-1 115 16,7-5 58-16,1 2 9 0,4 1 49 0,10-3 0 15,1 1 0-15,3 2 293 0,3 1-147 0,0 3-82 16,0 0-27-16,0 6 459 0,5 3-204 0,1 1-134 0,-3 6 1 15,-1 0 262-15,0 6-178 0,-2 0-85 16,0-1 431-16,-4 3-257 0,-5-2-129 0,-3 0 321 16,0-3-469-16,-1-1-18 15,3-9 0-15,-1 0 0 0,2-3 0 0,2-7 0 16,-2-4 0-16,6-2 0 0,-3-3 0 0,3-2 0 16,-1 0 0-16,4-7 0 0,0-8 0 0,0-7 0 15,2-3 0-15,9-1 0 0,4-3 0 0,0 2 0 16,4-4 0-16,1 3 0 0,3 4 0 0,-1 1 0 15,-1 6 0-15,-2 4-44 0,2 2-28 16,-3 3 188-16,1 6-116 0,-2 0 0 0,-4 2 0 0,3 2 0 16,-5 11 0-16,-1 2 0 15,1 6 0-15,-2 1 0 0,-2 4 0 0,0-6 0 16,1 9 0-16,0-3 0 0,-1-2 0 0,2-2 0 16,1 3 0-16,-1-7 0 0,-2 1 0 0,5 0 0 15,-3-3 0-15,2-2 0 0,-1-3 0 16,1 0 0-16,0-2 0 0,3-2 0 0,-3-2 0 0,4-2 0 15,0 0 0-15,2-1-360 0,0-1 75 16,2 3 122-16,5-2 61 0</inkml:trace>
  <inkml:trace contextRef="#ctx0" brushRef="#br0" timeOffset="20908.64">21164 4750 3931 0,'0'3'0'0,"0"6"0"0,0-5 0 0,0-2 0 0,0 1 0 0,0 0 0 15,2-2 0-15,1-1 0 0,4 0 0 0,-2 0 0 0,2 0 0 0,1-1 0 0,-3-7 0 0,2 1 0 0,-2-2 0 0,0 1 0 16,-1 1 0-16</inkml:trace>
  <inkml:trace contextRef="#ctx0" brushRef="#br0" timeOffset="37613.01">24205 2402 2228 0,'0'0'0'0,"0"-3"0"0,0 3 0 0,0-1 0 0,0 1 0 0,0 0 0 0,0 0 0 0,0 4 0 0,0 10 0 0,-4 0 0 0,-3 9 166 0,-5 1-62 16,-2 8-20-16,-7 7-11 0,-4 3 50 16,-1 3-41-16,-6 2 1 0,-4 9-41 15,4-9 54-15,-11 13-54 0,3-2 0 0,-1 1 54 0,-2-5-27 16,3 1 0-16,5-9 51 16,-8 11-44-16,4-10 0 0,5-8-34 0,-2 2 84 0,0 1-43 15,8-9-74-15,-6 5-9 0,9-10 0 0,0 2 0 16,2-4 0-16,0-3 0 0,7-4 0 0,-1-2 0 15,1-5 0-15,5 0 0 0,2-5 0 16,0-1 0-16,3-2 0 0,0-2 0 0,4-2 0 16,1 0 0-16,-1 0 0 0,2 0 0 15,0 0 0-15,0 0 0 0,0 0 0 0,0 0 0 16,0 0 0-16,9 0 0 0,5 0 0 0,2 0 0 16,1-2 0-16,1-2 0 0,0 2 0 15,-1-2 0-15,-1 3 0 0,2-1 0 0,-4 1 0 0,2 1 0 16,-3 0 0-16,1 0 0 0,0 0 0 0,0 0 0 15,2 0 0-15,-2 0 0 0,4 0 0 0,-4 0 0 16,2 0 0-16,0 1 0 16,3 1 0-16,2-1 0 0,-1 2 0 0,3-2 0 15,4 1 0-15,-1 0 0 0,4 0 0 0,4 0 0 16,7 0 0-16,-6-2 0 0,13 0 0 0,1 0 0 16,1 0 0-16,14 0 0 0,0-2 0 0,-2-2 0 15,19-5 0-15,-6-1 0 0,15 0 0 0,-5 0 0 16,3-1 0-16,-5 2 0 0,22-5 0 15,-10 3 0-15,1 1 0 0,2 1 0 0,0 2 0 0,-11-1 0 16,21 2 0-16,-16 2 0 0,-15 2 0 16,6 2 0-16,-6-3 0 0,-13 1 0 0,7 2 0 15,-9 0 0-15,-7 0 0 0,-2 0 0 16,-2 0 0-16,-9 0 0 0,0 0 0 0,-2 0 0 16,-8 0 0-16,-5 0 0 0,-6 0 0 0,-1 0 0 15,-7 0 0-15,-4 0 0 0,-5 0 0 0,0 0 0 16,-3 0 0-16,-1-2 0 0,-1 0-70 0,-10-2-201 15,-6 2 114-15,-5-1-682 0,-5 0 398 0,-3 0 189 16</inkml:trace>
  <inkml:trace contextRef="#ctx0" brushRef="#br0" timeOffset="38188.67">24199 2338 1849 0,'0'-5'0'0,"0"4"0"0,0-3 0 0,0-1 0 0,0 1 0 0,10 2 0 0,7-2 0 0,5 1 0 0,1 0 0 0,5 2 0 0,2 1 76 0,2 0-1 0,1 0 45 0,5 0-39 16,0 0 11-16,7 0-49 0,-1 1 86 0,4 2-43 15,1-3 0-15,1 0 6 0,6 0-38 16,9 0-11-16,-5 0-10 0,7 0 10 0,0-3 0 16,5-3-1-16,7-3-17 0,-1-1 18 15,21-2-1-15,-8 2 1 0,2-1-65 0,2 4 32 16,-10 0 10-16,18-2 23 0,-14 3-100 0,1 0 45 16,-16 2 7-16,6 0-53 0,-16 2 37 0,19 0-5 15,-14 1 27-15,-4-1-19 0,-1 2-17 0,0 0 44 16,-8 0-37-16,5-1-1 0,-3 1 21 0,-5 0 9 15,-1-3-34-15,-3 1 1 0,-8 2 20 0,1-2 8 16,-5 1-68-16,-3 1 31 16,-6-2-8-16,-5 2-20 0,-3 0 19 0,-3-2-4 15,-7 2 35-15,3 0-157 0,-8 0 72 16,1 0 19-16,-2 0-101 0,-2 0 71 0,-2 0 36 0,3 0 0 16,-1 0-324-16,0 2 168 0,1 3 102 0,2 3 44 15</inkml:trace>
  <inkml:trace contextRef="#ctx0" brushRef="#br0" timeOffset="38495.75">27268 2232 1824 0,'-4'0'0'0,"1"0"0"0,-1 0 0 15,2 0 0-15,-3 0 0 0,1 0 0 0,-1 3 0 0,-2 0 0 0,2 3 0 0,-2 3 0 0,1 2 217 0,-4 3-88 0,1 1-42 0,-4 5 116 0,-2 4-69 16,0 2-52-16,-5 1 1 0,-2 8 207 0,-3-4-125 15,-2 7-60-15,-3 1 195 0,-5 3-134 0,-6 6-61 16,0 1-64-16,-2 4-41 0,-4 0 0 16,-2 7 0-16,-1 0 0 0,1-1 0 0,2 0 0 15,2-3 0-15,4-4 0 0,7-6 0 16,-2 3 0-16,2-5 0 0,2 0 0 0,2-2 0 0,3-3 0 16,4-6 0-16,-2 7 0 0,6-10 0 0,-2 0 0 15,4-3 0-15,3-6 0 0,2-2 0 0,3-1 0 16,0-6 0-16,3 2-27 15,0-4-55-15,4-6-568 0,-1 3 292 0,3-4 162 16,0 1 76-16,0-4-322 0,0 0 200 0</inkml:trace>
  <inkml:trace contextRef="#ctx0" brushRef="#br0" timeOffset="39738">25469 537 1133 0,'0'-8'0'0,"0"3"0"0,0 1 0 0,0-1 0 0,0-1 0 0,0 3 0 0,0-1 0 0,0-1 0 0,0 4 0 0,1-1 0 0,2 0 91 0,-2 2 68 16,0 0-58-16,2 0-29 0,-1 0-1 0,1 7 86 16,0 6-63-16,-1-3 0 0,0 3 14 0,0 2-32 15,-1 2-1-15,-1 1-22 0,2 1 35 0,-2 1 0 16,0 0-46-16,0 2 0 0,0 0 41 0,0 0-30 15,0-2-11-15,0 3 49 16,0 0-1-16,0-3-48 0,0 3 57 0,0-2-19 16,0-1-9-16,0 1-29 0,0-5 34 0,0 4 0 0,0-2-33 15,0 4 9-15,0-5 7 0,0 4-17 16,0 0 0-16,0 2-26 0,0-3-1 16,0 1 38-16,0 0-11 0,0-1-18 0,0 0 18 0,0-1 0 15,0 1-45-15,0 0 55 0,0-1-31 0,0-1-21 16,0 3 0-16,0-2 0 0,0 0 0 0,0-3 0 15,0 3 0-15,0 1 0 0,0-4 0 0,0 3 0 16,0-2 0-16,0-1 0 0,-3 2 0 0,1-2 0 16,0 1 0-16,-3 1 0 15,4-3 0-15,-1 1 0 0,0-1 0 0,-1 2 0 16,3-2 0-16,0 2 0 16,0-2 0-16,0 2 0 0,0 0 0 0,0 0 0 0,0 1 0 0,0 0 0 15,-1-2 0-15,0 1 0 16,-2 0 0-16,2 0 0 0,-1 0 0 0,-2 0 0 0,3-2 0 0,-3 0 0 15,2 0 0-15,-2 0 0 16,2-1 0-16,0 0 0 0,-1 0 0 0,3-4 0 16,-1 5 0-16,-1-2 0 0,2 0 0 15,-2-1 0-15,2 0 0 0,0 3 0 0,-1-4 0 0,1 2 0 16,0-2 0-16,0 1 0 0,0-2 0 16,0 1 0-16,0 2 0 0,0-2 0 0,0-1 0 0,0 0 0 15,0 1 0-15,0 0 0 0,0 2 0 0,0-3 0 16,0 0 0-16,-2 2 0 0,2-2 0 0,-2 4 0 15,2-4 0-15,-2 3 0 0,2-1 0 0,-1-1 0 16,1 0 0-16,0 3 0 16,0-3 0-16,0 2 0 0,0 0 0 0,0 1 0 15,0-5 0-15,0 6 0 0,0-3 0 0,0 4 0 16,0-2 0-16,0 0 0 0,0-1 0 16,0 1 0-16,0 4 0 0,0-2 0 0,0-1 0 0,0-1 0 15,0 2 0-15,0-4 0 0,-2 3 0 0,2-1 0 16,0-1 0-16,-2-1 0 0,2-1 0 0,0 1 0 15,-2 0 0-15,2-3 0 0,-4 2 0 0,3 0 0 16,1-1 0-16,-3 1 0 0,3-2 0 16,-2 0 0-16,0-1 0 0,2-2 0 15,0 2 0-15,0-3 0 0,0 0 0 16,0-4 0-16,0 1 0 0,0 1 0 0,0-3 0 0,0 0 0 16,0 0 0-16,0 0 0 0,0 0 0 0,0 0 0 15,2-3 0-15,2-5 0 0,-3 1 0 0,6-5 0 16,-3 3 0-16,-1 0 0 0,2 1-604 0,0 1 202 15,2 3 179-15,1 1 90 0,1 3-780 0,-4 0 437 16</inkml:trace>
  <inkml:trace contextRef="#ctx0" brushRef="#br0" timeOffset="40106.48">25420 2976 1933 0,'0'-5'0'0,"0"1"0"0,0-1 0 0,0 0 0 0,1 3 0 0,0-1 0 0,5 1 0 0,-1 1 0 0,1-2 0 0,-1 3 0 0,1 0 87 15,2 0 15-15,-3 0-32 0,1 9 0 0,-1-4-291 16,1 5 130-16,0-2 74 0,-2 2-236 0,-1 1 146 15,-1 2 73-15,-2-2 36 0</inkml:trace>
  <inkml:trace contextRef="#ctx0" brushRef="#br0" timeOffset="40267.81">25432 3194 1447 0,'0'6'0'0,"0"-1"0"0,-2-1 0 0,2-1 0 0,0-2 0 0,0 2 0 0,0-2 0 0,0 1 0 0,0 0 0 0,0 1 0 0,2 3 75 0,3-2 35 0,0 1-26 16,1 1-10-16,-1-1-35 0,2 1-306 0,-4 1 153 16,3 1 76-16,-2 2-444 0,-2-2 242 15,1 1 124-15</inkml:trace>
  <inkml:trace contextRef="#ctx0" brushRef="#br0" timeOffset="40398.17">25463 3380 1163 0,'0'2'0'0,"0"1"0"0,0 0 0 0,0-3 0 0,0 0 0 0,0 1 0 0,0 1 0 0,0 1 0 16,0-1 0-16,0 5 0 0,2-1 76 0,0-3-1 0,0 3-85 0,2 1 33 0,-2 0-8 15,3 1-320-15,1 2 165 0</inkml:trace>
  <inkml:trace contextRef="#ctx0" brushRef="#br0" timeOffset="41388.47">25430 3628 997 0,'0'0'0'0,"0"0"0"0,0 0 0 0,0 0 0 0,0 0 0 0,0 0 0 0,0 0 0 0,0 0 0 0,0 0 0 0,0 0 0 0,0 0 248 0,0 0-94 0,2 0-63 16,-1 0 132-16,1 0-91 0,2 2-48 0,-3 2 65 16,3 0-45-16,-3 0-38 0,4 0 0 15,-3 3 42-15,-1-2-35 0,2 3 1 0,-1-2-26 16,0 1 30-16,0 2-39 0,-1-1-1 0,1 1 1 16,-2 2 43-16,2-2 9 0,0 1-52 0,-2 1 21 15,0 1-22-15,1-1 1 0,-1 0 19 0,0 0-10 16,0 3-9-16,0-3-1 0,0 0-27 0,0 2 28 15,0-2-1-15,0 1 11 0,0 3-45 16,3-2-1-16,-3 1 36 0,0-2-2 0,0 2-38 0,0 1-3 16,0-2 38-16,0-1-56 15,0 2 1-15,0 1 36 0,0-2 10 0,0-2-34 16,0 4-5-16,0-2 21 0,0 1 5 16,0-3-1-16,0 2 4 0,0-1-3 0,0 4-6 0,0 0 6 15,0-4 1-15,0 4 0 0,0-4-6 0,0 2 12 16,0 1-5-16,0 0 1 0,0 2-36 0,0-3 33 15,0 4 1-15,0 0-40 0,0 2-8 0,0 0 43 16,0-1 26-16,0-1-28 16,0 1-1-16,-3-2-4 0,3 2-6 0,0-2 9 15,0 1-3-15,0-4 2 0,0 2 1 0,0 5-1 16,0-5 8-16,0 4-6 0,0-2-8 0,0-1 9 16,0 4 6-16,0-2-2 0,-1 2-4 0,-1 1 0 15,-2 5-29-15,3-4 28 0,-1-1-5 0,-2 1 3 16,1-1 49-16,3-1-46 0,-1 0 0 0,-1-3 0 15,2 0 3-15,0-4-3 0,0 4 2 0,0 1 41 16,0-2-41-16,0-1-1 16,0 0-12-16,0-5 12 0,0 5-1 0,0-2-6 15,0 2-18-15,0-2 26 0,0 3 0 0,0 4-6 16,0-3-25-16,0 2 28 0,0 1 4 0,0-1-4 16,-2 0-1-16,-1-1-4 0,2 2 0 0,1 0 0 15,0-1 0-15,0-1 0 0,-2 0-10 0,2-2-16 16,0 2 26-16,0 0 0 0,-3 3-38 0,1-4 37 15,0 3-4-15,-1 1 3 0,1-2-14 0,-2 6 11 16,-1-7-8-16,0 7 7 0,3-6 18 0,0 2-20 16,0-2 0-16,2 1 16 0,0-5-12 15,0 1-1-15,0 0 4 0,0-2-55 0,0 0 25 16,0-1 1-16,0 1-8 0,0 3 1 0,0 0 24 16,0-4-6-16,0 2-20 15,0-1 14-15,0 1 9 0,0-1-19 0,0 0-42 16,0 0 22-16,-1-4 0 0,-1 1-36 0,0-3 30 15,0 1-3-15,2-2-43 0,-1-2 37 0,1 1 0 16,-2 0 28-16,2-3-200 0,0-2 102 0,0 0 41 16,0-1 35-16,-2-1-191 0,0 0 109 0</inkml:trace>
  <inkml:trace contextRef="#ctx0" brushRef="#br0" timeOffset="47412.96">25540 1076 2451 0,'0'0'0'0,"0"0"0"0,0 0 0 0,-5 2 0 0,3 5 0 0,-2 4 0 0,-3 1 0 0,-1 3 0 0,-2 2 0 0,-1 5 0 0,-2 1 202 0,-2 1-82 15,2 3-30 1,-6 0-11-16,2 1 14 0,1-1-27 0,-4 1 0 0,3 0-9 0,1-1-8 15,-2 0-10-15,4-6 0 0,-4 3-32 0,8-6 31 16,-3 1 1-16,3-3 10 0,1-3-113 16,1-3 51-16,5-2 26 0,1-5-434 0,0 1 199 15,2-4 119-15,0 0 22 0,0 0-646 0,10-9 345 16,6-8 171-16,3-4-202 0</inkml:trace>
  <inkml:trace contextRef="#ctx0" brushRef="#br0" timeOffset="47602.52">25460 1144 2111 0,'0'-9'0'0,"0"8"0"15,0-1 0-15,0 2 0 0,0 0 0 0,0 0 0 0,2 0 0 0,5 8 0 0,2 3 0 0,5 2 0 0,-1 4 638 0,5-1-300 0,-1 3-149 0,2 2-76 16,0 0 338-16,-2-5-360 0,5 10-91 16,-5-6 0-16,2-2 0 0,0 3 0 0,-4-6 0 15,0 3 0-15,0-2 0 0,-4-1 0 0,1-1-121 16,-5-2-135-16,-3-2 147 0,-1 0 70 0,-2-1-485 15,-1 2 160-15,0-1 162 0</inkml:trace>
  <inkml:trace contextRef="#ctx0" brushRef="#br0" timeOffset="48343.18">24447 1786 2233 0,'0'-5'-4'0,"0"-1"2"0,0 4-1 0,0-2 2 0,0 2 0 0,0 2 1 0,4 0 0 0,1 0 0 0,3 8 0 0,-2 6 0 0,1 4 120 0,-1 6 154 0,-1 0-116 0,-1 6-58 16,0 2-30-16,-3 2 183 0,2 2-95 0,-1 7-64 15,-2-2-27-15,0 0 60 0,0 3-43 0,0 2 0 16,0-4-32-16,0 9 16 0,0-4-68 0,0 1 0 15,0-3 0-15,0 1 0 0,0-8 0 0,0 0 0 16,0-4 0-16,0 1 0 0,0-8 0 0,0-4 0 16,-2 2 0-16,-1-7 0 0,2-4 0 15,-3 1 0-15,4-8 0 0,-2-2 0 16,0-1 0-16,-1-4 0 0,-1 0 0 0,0 0 0 16,1 0 0-16,-4-1-140 0,4-7 37 0,-2-2-389 15,2-2 226-15,2 2 111 0,-3-3 57 0,4-2-438 16,0-2 237-16,-2-2 134 0,2-5 62 0,0-3-457 15</inkml:trace>
  <inkml:trace contextRef="#ctx0" brushRef="#br0" timeOffset="48566.54">24417 1688 2055 0,'0'-2'0'0,"0"1"0"16,-5 1 0-16,-3 0 0 0,2 0 0 0,-1 0 0 0,-2 13 0 0,0 1 0 0,0 9 0 0,0 0 0 0,-3 0 94 0,3 0-16 0,-2 6-17 15,-2-3-21-15,2 0 1 0,2-5-70 0,-1-1 44 16,2-1-9-16,3-1-283 0,-1-7 159 0,2 0 79 16,4-4 40-16,-1-3-541 0,1-2 267 0,0-2 55 15,0-2 92-15</inkml:trace>
  <inkml:trace contextRef="#ctx0" brushRef="#br0" timeOffset="48757.87">24432 1715 2166 0,'6'-3'0'0,"0"3"0"0,-1 0 0 0,-1 0 0 0,1 3 0 0,1 8 0 0,0 0 0 0,3 4 0 0,0 0 0 0,5 1 0 0,-1 3 611 0,-1 1-275 0,6 0-153 0,-4-2 165 15,4 2-154-15,-6-2-101 0,4-3-93 0,-3 0 0 16,2 1 0-16,-4-3 0 0,-1-1 0 0,-1-3 0 15,-1-2-15-15,-3 0 9 0,-1-3 18 0,-1-1-504 16,2 0 253-16,-3-1 137 0,0-2-778 16,1 0 409-16,3 0 221 0</inkml:trace>
  <inkml:trace contextRef="#ctx0" brushRef="#br0" timeOffset="49067.28">25843 1362 2718 0,'1'-9'0'0,"13"8"0"0,4 0 0 15,4-2 0-15,6-1 0 0,-3 1 0 0,5-1 0 0,3 2 0 0,2 0 0 0,1 0 0 0,0 1 103 0,-4 1 8 0,1 0-26 0,-1 0-10 0,-2 0-36 16,0 0-111-16,-3 0 56 0,-6 0 28 0,2 0-432 16,-4 0 226-16,-1 0 116 0,-8 0-680 0,0 0 372 15</inkml:trace>
  <inkml:trace contextRef="#ctx0" brushRef="#br0" timeOffset="49265.87">26248 1114 2185 0,'0'-2'0'15,"2"2"0"-15,13 0 0 0,3 0 0 0,5 0 0 0,2 0 0 0,0 9 0 0,5 2 0 0,-2 2 0 0,-4 2 0 0,4 2 116 0,-5 2-50 0,-6-2-17 0,3 6-10 16,-10-4 1-16,-3 3-76 0,-4 1 38 15,-3-3 0-15,0 2 47 0,-10 3-263 0,-10-4 126 16,-2-1 64-16,-4 0 32 0,-4-4-396 0,0 0 201 16,-5 0 15-16,2-3-263 0,-2 1 197 0,-6 0 100 15</inkml:trace>
  <inkml:trace contextRef="#ctx0" brushRef="#br0" timeOffset="49577.24">26211 1656 1718 0,'5'2'0'0,"1"2"0"0,-2-4 0 0,-2 2 0 0,-2-2 0 0,0 0 0 0,-2 0 0 0,-6-2 0 0,-5-4 0 0,2-1 0 0,-2 2 95 0,-2-2-28 0,-2 2 0 15,-2 1 45-15,-1 2-41 0,-7 2-1 0,4 0 20 16,-3 0-25-16,2 0 0 0,3 8-16 0,2 2 107 16,0-2-59-16,6 4-28 0,4 0 100 0,4 0-64 15,5 1-23-15,0 1-10 16,0 1 46-16,9 0-40 0,9 3 1 0,5 0-40 15,1-1 34-15,5-3-34 0,-3 4 1 0,1-2-21 16,-3 1 20-16,-2 0 1 0,-5-2 52 0,-2 0-53 16,-2 0-22-16,-7-1-17 0,-2 2 0 0,-4-2 0 15,0-2 0-15,-8-1 0 0,-13 2 0 0,-3-4 0 16,-6 2 0-16,-6-4 0 0,-3-2 0 0,-9-1 0 16,6 0 0-16,-3-3 0 0,-5-1 0 15,2 0 0-15,-2 0 0 0,-5 0 0 16,-9 3-895-16</inkml:trace>
  <inkml:trace contextRef="#ctx0" brushRef="#br0" timeOffset="49993.33">23205 1898 2469 0,'0'0'0'0,"0"0"0"0,14 0 0 0,7 0 0 0,9 0 0 0,13 0 0 0,6 0 0 15,3 0 0-15,4 0 0 0,10-6 0 0,-13 3 130 0,5 2 64 0,-5-4-59 0,-8 4-37 0,6-1-10 0,-14 0-261 16,-1 2 106-16,-4 0 54 0,-9 0-431 15,-1 0 252-15,-4 0 111 0,-4 0 61 0,-3 0-328 16,-6 0 101-16,-1 0 116 0,-2 0-44 0,-2-4-319 0</inkml:trace>
  <inkml:trace contextRef="#ctx0" brushRef="#br0" timeOffset="50170.34">23861 1590 1765 0,'-2'-7'0'0,"2"2"0"0,0 3 0 0,0 0 0 0,4 2 0 0,7 0 0 0,5 0 0 0,0 6 0 0,2 4 0 0,1 4 0 0,-1 1 224 0,-4 1-92 0,0 1-46 16,-3 4 122-16,-3-2-73 0,-4 1-53 0,-2 1 1 16,-2 5-233-16,0-2 95 0,-16 3 48 0,0-2 10 15,-5 3-161-15,-4 0 99 0,0-2 50 0,-2 1-582 16,-3-2 309-16,-6 0 61 0,5-9-384 16</inkml:trace>
  <inkml:trace contextRef="#ctx0" brushRef="#br0" timeOffset="50511.56">23495 2157 1869 0,'-5'10'0'0,"-1"5"0"0,1 1 0 16,4-4 0-16,1 4 0 0,0-1 0 0,0 1 0 0,0 1 0 0,0 2 0 0,1 0 0 0,1-1 143 0,1 1-51 0,-1-1 213 0,0-4-132 0,-2-2-56 0,0-1-44 0,0-2 45 0,0-2-39 16,0-1 0-16,-4-4-39 15,-2 0 14-15,2-2-14 0,-1 0 0 0,1 0-42 0,2-10 42 0,2-5 1 16,0-1-67-16,0-3 29 15,2-6-1-15,7 1 39 0,5 1-145 0,0-2 68 16,2 5 14-16,6-6-6 0,-3 7-26 0,4 1 32 16,-3 3-24-16,-1 5 144 0,-2 1-49 0,-1 5-1 15,-5 3-54-15,1 1 82 0,-1 0-32 0,-4 1 0 16,0 12 150-16,-2 3-88 0,-1-4-25 0,0 7-26 16,-3 1 78-16,3 5-133 15,-2-2 0-15,0 3 0 0,-2-2 0 0,2 1 0 16,-1-4 0-16,2 1 0 0,-1-3 0 0,2-2 0 15,-1-2 0-15,3-2 0 0,-1-4 0 16,1-2 0-16,4 0 0 0,-1-2 0 0,2-5-61 0,2 2 25 16,4-2-826-16,4 0 411 0,1 0 195 0</inkml:trace>
  <inkml:trace contextRef="#ctx0" brushRef="#br0" timeOffset="50672.35">24263 2475 3087 0,'0'0'0'0,"0"0"0"0,0 0 0 0,0 0 0 0,0 0 0 16,-2 0 0-16,-2 0 0 0,1 0 0 0,0 0 0 0,3 0 0 0,0-2 73 0,0 0 9 0,0 1-43 0,0-1-769 0,0 0 384 0</inkml:trace>
  <inkml:trace contextRef="#ctx0" brushRef="#br0" timeOffset="63274.81">22254 9147 2122 0,'-8'-15'0'0,"6"14"0"0,2-1 0 0,0 2 0 0,-2 0 0 0,2 0 0 0,0 0 0 0,-2 0 0 0,0 0 0 0,0 2 0 0,-3 9 163 0,-2 7-66 0,-5 5-28 16,-1 1-1-16,-1 7 139 0,-4 6-84 0,1-2-30 15,-8 10-11-15,3 3 92 0,-6 9-67 0,2-4-33 16,-3 4 96-16,3-6-55 0,-8 13-42 0,2-9 0 16,-1 2 41-16,-5 2-107 0,0-3-7 0,2-4 0 15,-8 10 0-15,3-6 0 0,-1-1 0 0,3-4 0 16,-2 0 0-16,2-10 0 16,0 4 0-16,2-2 0 0,-2-1 0 0,0-3 0 0,6-3 0 0,4-8 0 15,1 2 0-15,3-4 0 16,2-3 0-16,6-5 0 0,2-3 0 0,3-3 0 15,3-3 0-15,2-1 0 0,3-5 0 0,2 1 0 16,0-4 0-16,2 2 0 0,0-2 0 0,0 0 0 16,0 0 0-16,0 0 0 0,0 0 0 0,0 0 0 15,0 0 0-15,2 0 0 0,6 0 0 16,1 2 0-16,1-2 0 0,4 2 0 0,4-2 0 16,-2 1 0-16,5-1 0 0,-1 5 0 0,6-4 0 15,4 3 0-15,6-1 0 0,4 3 0 0,1-2 0 16,5 1 0-16,4-2 0 0,5-1 0 0,8 0 0 15,7-2 0-15,2 0 0 0,4 0 0 16,5 0 0-16,15-2 0 0,-6-3 0 0,4-4 0 16,7 0 0-16,2-2 0 0,-11 1 0 15,28-6 0-15,-10 3 0 0,3-5 0 0,14 0 0 16,-24 1 0-16,9-2 0 0,-2 0 0 16,-8 0 0-16,-5 5 0 0,-18 2 0 15,-3 0 0-15,-16 5 0 0,0 1 0 0,-10 2 0 0,-10 1 0 0,-4 1 0 16,-13 1 0-16,-4 1 0 0,-8 0 0 0,-2 0 0 15,-6 0 0-15,-1 0 0 0,-2 0 0 16,0 0 0-16,0-3 0 0,-11 0 0 16,-1-2 0-16,1-1 0 0,-1-1-146 0,1-4-76 15,-1 2-694-15,-2-3 438 0,-2-4 218 0</inkml:trace>
  <inkml:trace contextRef="#ctx0" brushRef="#br0" timeOffset="64225.15">22173 9083 1825 0,'0'0'0'0,"0"-1"0"0,0-1 0 0,0-1 0 15,0 0 0-15,5 0 0 0,7 0 0 0,3 0 0 0,2 1 0 0,-1 0 0 0,5 1 42 0,1-2 114 0,4 2-58 0,-3-1-17 16,7 2 111-16,-3 0-75 0,3 0-38 16,-2 0 0-16,4 0 87 0,-2 0-52 0,4 0-41 15,-2 0 26-15,3 0-29 0,9 0 0 0,-3 0-29 16,-2 0 10-16,14 0-10 0,-5 0 1 0,5 0-1 16,9 0-29-16,-4 0 30 0,-5-3 9 15,6 0-34-15,-1-3 24 0,-1 1 0 0,0-1 1 0,-1 2 2 16,-1-2 1-16,-2 3-6 0,1-1-39 15,8 0 33-15,-11 2 4 0,7-1-27 0,-1-1-10 16,1 2 0-16,7-2 0 0,-4 1 0 0,1-3 0 16,-10 2 0-16,8 1 0 0,10-4 0 15,-10 4-2-15,-6-1-11 0,0 0 0 16,1 1-92-16,-10 1 57 0,6-2 12 0,-7 2-87 16,-7 0 48-16,0 0 32 0,-3 0-22 0,0 2-110 0,-4-1 76 0,-2 1 22 15,2 0 0-15,-3-1-108 16,-3 1 72-16,-2 0 26 0,1-3-51 0,-2 1 48 15,-3 0 0-15,-1 0 47 16,-6 2-217-16,3-1 114 0,-5 1 52 0,-3-3-189 0,-3 3 120 0,-1 0 61 16,0-2 20-16,-2 2-72 0,0 0 57 0,0-1 27 15,0 1 1-15,-6-2 77 0,1 2-10 0,-1 0-40 16,-1 0 171-16,1-2-85 0,0 2-42 0,3 0 0 16,-3 0 79-16,3 0-43 15,-3 0-37-15,1 0 373 0,2 0-183 0,-1 0-46 16,1 0-56-16,-3 0 185 0,2 5-118 0,-1 3-57 15,-3 1-29-15,0 1 154 0,1 1-82 0,-2 5-55 16,-1-2 160-16,-3 7-103 0,0 0-52 0,0 2-25 16,-4 0 95-16,2 4-65 0,-2 3-29 0,0 0 160 15,-2 3-228-15,-2 6 0 0,7-9 0 0,-8 13 0 16,4-4 0-16,-1 0 0 0,1 1 0 16,-1 1 0-16,3-2 0 0,-4 6 0 15,-1-3 0-15,3 2 0 0,-3-3 0 0,0 4 0 16,5-8 0-16,-5 10 0 0,-1-5 0 0,5 1 0 15,-2 1 0-15,-1 0 0 0,4-5 0 0,-5 10 0 16,2-6 0-16,-1-3 0 0,-1 3 0 0,1-1 0 16,-1-7 0-16,-6 8 0 0,5-2 0 0,-2-3 0 15,1-2 0-15,0-1 0 0,7-5 0 0,-5 4 0 16,4-2 0-16,2-2 0 0,1-3 0 0,5-7 0 16,0-1 0-16,4-2 0 0,0-8 0 0,3 1 0 15,2-5 0-15,0-1 0 16,0-2 0-16,0-2-159 0,0 0-716 0,0 0 416 15,0 0 209-15,0 0 104 0</inkml:trace>
  <inkml:trace contextRef="#ctx0" brushRef="#br0" timeOffset="65379.75">21454 7615 1496 0,'-5'0'1'0,"1"-2"0"0,3 0 0 0,1 0 0 0,0 0-1 0,0 1 1 0,1-3 0 0,9 2 0 0,1-2-1 0,7 3 1 0,-2-1 109 0,5-2-35 0,-1 1 113 16,1 3-79-16,2-3-35 0,-2 1 0 15,-1 0 72-15,3 2-53 0,-1 0-18 0,5 0 66 16,-4 0-52-16,2 0-25 0,2 0 0 0,-6 0 13 15,2 0 10-15,5 0-49 0,-3 0 0 0,3 0 15 0,2 0-15 16,0 2 0-16,6-2 35 16,0 0-34-16,7 0-1 0,-2 0 0 15,0 0-34-15,3 0 34 0,-8 0 10 0,13-2-40 0,-6 1 30 16,-1-1 0-16,0 0 1 0,-6 0-37 0,5-2 3 16,-4 2 29-16,3 0-8 0,-2 0-13 0,-1-2 13 15,0 3 4-15,2 0-5 0,0-4 3 0,4 3-5 16,-8-1 4-16,9-2-28 0,-3 2 27 15,-2 1 5-15,10-2-40 0,-8 1 0 0,3 1 31 0,-1 0 0 16,-1 1-46-16,-5-2 1 16,10 2 36-16,-3-2 4 0,-3 3-21 0,1-2 17 15,0 2-6-15,-4-1 4 0,6 1-5 0,0-3 4 16,-1 2-7-16,-2-1 2 0,-1 0-5 16,-3 0 0-16,6 0 0 0,-6 1 0 0,0-1 0 0,-1-1 0 15,1 3 0-15,-2-1 0 0,2 1 0 16,-3-2 0-16,-2 2 0 0,1 0 0 0,1 0 0 0,-1 0 0 15,1 0 0-15,0-2 0 0,2 2 0 0,-1 0 0 16,2-1 0-16,0-3 0 16,0 3 0-16,1-1 0 0,0 1 0 0,-1-1 0 15,1-2 0-15,-1 3 0 0,-1-2 0 0,-3-1 0 16,-1 3 0-16,3-1 0 0,-5 0 0 0,2 0 0 16,0 2 0-16,-2-2 0 0,0 0 0 0,0 1 0 15,0-1 0-15,0 0 0 0,2 0 0 16,2 0 0-16,0 0 0 0,1-2 0 0,1 0 0 0,1 1 0 15,1-1 0-15,-4 2 0 16,2-2 0-16,-3 3 0 0,3-2 0 0,-1 0 0 16,1 1 0-16,-1 0 0 0,0 0-6 0,-1 0 3 15,-3 1-10-15,3-4 0 0,-3 4-3 0,4-1 6 16,-1-2-2-16,-2 2 2 0,1 1-27 0,1-3 29 16,0 2-2-16,-2-2 7 0,0 2-39 0,-1 0 31 15,-1 1-4-15,-1-1-3 0,-1 0-66 0,-5-1 30 16,0 2-1-16,-5-2-94 0,-1 2 54 15,-2 1 29-15,-2-2-102 0,-3 1 65 0,-1-2 33 0,-1 1-1 16,-3 0-288-16,-1 2 165 16,-2-1 78-16,0-1 39 0</inkml:trace>
  <inkml:trace contextRef="#ctx0" brushRef="#br0" timeOffset="66372.06">23764 7167 2860 0,'-2'-3'0'0,"-1"1"0"0,3 1 0 0,0 1 0 0,0 0 0 0,0 0 0 0,7 0 0 15,11 1 0-15,3 9 0 0,5 0 0 0,2 1 99 0,4 0 274 0,8 3-167 16,-3 1-83-16,5-3-41 0,-7-1 106 0,14 4-188 0,0-3 0 0,2-1 0 15,-1 1 0-15,-1-4 0 16,-6 0 0-16,10 2 0 0,-10-3 0 0,-9-1 0 16,2 0 0-16,-4-3 0 0,-10 2 0 0,1 0 0 15,-8-2 0-15,-4 1 0 0,-4 0 0 0,-3 0 0 16,-4-1 0-16,0 1 0 0,0 1 0 0,-11 3 0 16,-10 2 0-16,-4 1 0 0,-5 4 0 0,-5 6 0 15,-3-1 0-15,1 3 0 0,-2 2 0 16,5-3 0-16,-10 6 0 0,9-4 0 0,-1-1 0 0,6-5 0 15,0 1-122-15,6-5 2 16,1-4-801-16,5 0 441 0,0-6 220 0,7-4-579 16</inkml:trace>
  <inkml:trace contextRef="#ctx0" brushRef="#br0" timeOffset="66633.53">23058 6759 2837 0,'-12'-18'0'0,"10"17"0"0,2-1 0 0,0 2 0 0,12-2 0 0,6 0 0 0,5 1 0 16,5-3 0-16,4 0 0 0,7 0 0 0,3 0 308 0,3 3-133 0,-4-1-57 0,11-1 155 0,-4 2-116 0,-2-1-94 0,0 0-259 15,-5 0 101-15,-7 2 78 16,-1 0 25-16,-3 0-694 0,-7 0 364 16,0 0 182-16,-3 2-840 0,-3-2 453 0</inkml:trace>
  <inkml:trace contextRef="#ctx0" brushRef="#br0" timeOffset="66856.19">23727 6438 2418 0,'0'-3'0'0,"0"3"0"0,0 0 0 0,14 0 0 0,2 0 0 0,8 0 0 0,2 0 0 0,2 3 0 0,4 4 0 0,-4 4 0 0,-1 3 109 0,-1 0 79 15,-4 1-73-15,-9 1-36 0,0 3-89 0,-8 1 21 16,-5 3 0-16,0 0 30 0,-14 4-124 16,-12 2 62-16,-1-6 41 0,-10 6-9 0,-1-4-82 0,-2-1 57 15,10-6 27-15,-13 4-378 0,12-7 128 16,-3-1 112-16,6-5-2 0,5 1-272 0,3-2 179 0,6-2 89 15,3-2-310-15,6 1 206 0</inkml:trace>
  <inkml:trace contextRef="#ctx0" brushRef="#br0" timeOffset="67173.67">23777 6928 1805 0,'4'1'-1'0,"-1"2"0"0,-3-3-1 0,0 0 1 0,-4 0 0 0,-7 0 0 0,-4 0 0 0,-2 0 0 0,0 0 1 0,-3-3-1 0,1 3 95 15,-4 0 12-15,3 0-22 0,-3 0-11 0,-1 3-32 16,4 1 41-16,0 6 1 0,3-2-42 0,3-1 83 16,0 3-47-16,4-2 0 0,5-1-36 0,2 1 97 15,3 1-49-15,0-2 10 0,0 4-58 0,5-1 38 16,12 1-1-16,5 0-37 0,7 1 56 0,1-1-18 16,0-2-10-16,3 2-28 15,-4 1 35-15,-1-2 0 0,-3 5-35 0,-9-5 78 16,-1 6-69-16,-5-1-50 0,-7-3 0 0,-2 4 0 15,-1-1 0-15,-6 1 0 0,-17 0 0 0,-3-1 0 16,-6-1 0-16,-4-2 0 0,1-3 0 0,-3-1 0 16,4-4 0-16,3-4 0 0,7 0 0 0,2 0 0 15,4-3 0-15,4-6-106 0,5-2-153 0,4-2 127 16,3 1-2-16,2-2-759 16,0 4 416-16</inkml:trace>
  <inkml:trace contextRef="#ctx0" brushRef="#br0" timeOffset="67441.28">23054 7324 3545 0,'-8'0'-9'0,"0"0"-3"0,3 0 3 0,1 0 0 0,1 0 3 0,1 4 1 0,0 3 1 0,-1 4 1 0,3 2 2 0,0 3 1 0,0-1 365 0,0 2-286 0,3 0-79 0,2 1 0 16,-1 1 0-16,2-2 0 0,-3 0 0 0,1-1 0 15,-2 0 0-15,-1-2 0 0,1-2 0 0,-2-3 0 16,0-1 0-16,0-2 0 16,0-3-43-16,0-3-326 0,0 2 190 0,0-2 95 15,0 0-879-15</inkml:trace>
  <inkml:trace contextRef="#ctx0" brushRef="#br0" timeOffset="68194.7">23238 9125 1880 0,'0'-15'0'0,"0"4"0"0,-3 1 0 0,0 1 0 0,1 1 0 0,0 1-2 0,0 3 0 0,0 0 0 0,0 3 1 0,2 1 0 0,0 0 372 0,-3 11-154 0,3 9-93 0,-2 5-42 16,0 1 265-16,-1 6-153 0,3 1-76 0,-2 3-29 15,2 9 185-15,0-5-116 0,0 3-73 16,0 0-85-16,0 1 0 0,0-5 0 0,0 8 0 15,0-11 0-15,0 1 0 0,0 1 0 0,0-3 0 16,0-3 0-16,0-2 0 0,0-2 0 0,0-5 0 16,0-3 0-16,0 0 0 0,-2-7 0 0,-1-2-316 15,-1-3 89-15,3-5 61 0,-3-1 68 0,-1-2-336 16,-1 0 186-16,1 0 108 16,-2-5-156-16,2-9 127 0,-1-3 64 0,1-5 31 15,-1-3-409-15,3-12 226 0</inkml:trace>
  <inkml:trace contextRef="#ctx0" brushRef="#br0" timeOffset="68392.64">23178 9033 2421 0,'0'-2'0'0,"0"2"0"0,-8 0 0 0,-1 2 0 0,-2 7 0 0,-3 5 0 0,-1 4 0 0,0 2 0 0,-2 3 0 0,0 3 0 0,-1 3 162 0,-1 1 136 0,-6 6-129 16,7-8-64-16,-1 3-33 0,1 0-51 0,4-4 20 15,-2-1-1-15,7-7-309 0,2 0 154 0,3-5 78 16,3-3 49-16,1-5-519 0,0-4 206 0,0-2 158 16,9 0 80-16,10-17-618 0,1-6 310 15</inkml:trace>
  <inkml:trace contextRef="#ctx0" brushRef="#br0" timeOffset="68555.11">23120 9076 2538 0,'3'-8'0'0,"3"3"0"0,-3 3 0 0,1 1 0 0,1 1 0 0,2 0 0 0,0 0 0 0,4 7 0 0,3 3 0 0,6 6 0 0,-1-1 180 0,-3-1-59 16,9 7 372-16,-4-1-227 0,0 0-112 0,-1-1 25 16,3-3-179-16,-6 2 0 15,5 0 0-15,-3-1 0 0,-3-4 0 0,0 3 0 16,-3-1 0-16,4-1-519 0,-6 1 250 0,1-1 155 16,-1 0-871-16,-2 2 473 0</inkml:trace>
  <inkml:trace contextRef="#ctx0" brushRef="#br0" timeOffset="68757.52">23470 9533 3082 0,'-12'0'0'0,"2"7"0"0,8 1 0 0,0-5 0 0,2 1 0 0,0 2 0 0,2-1 0 0,11 1 0 0,4 0 0 0,7-3 0 0,7 1 132 0,0-2 295 0,3-2-195 16,3 0-174-16,0 0-58 0,-3 0-6 0,-1 0-49 15,-1-2 47-15,-5-2-569 0,-5 1 308 0,0-3 163 16,-4 0 67-16,-2 1-807 0,-2-1 412 0,-3 0 162 16,-2-1 116-16</inkml:trace>
  <inkml:trace contextRef="#ctx0" brushRef="#br0" timeOffset="69252.23">23890 9352 2120 0,'-4'-8'0'0,"2"3"0"0,2-1 0 0,0 1 0 0,0 1 0 0,6-1 0 0,8 4 0 0,4 1 0 0,0 0 0 0,6 0 0 0,-5 1 109 0,3 9-40 16,-3 1 319-16,1 3-174 0,-6-1-89 0,-2 2 124 16,-3 2-95-16,-5 1-64 0,-2 2-25 0,-2 5-120 15,-4-2 47-15,-12 2 0 16,0-1 55-16,-3 3-434 0,-3-3 213 0,-1-2 106 16,0 0-586-16,1-4 276 0,4-3 172 0,-9 2 43 15,4-6-141-15,5 0 133 0,-5-1 67 0,2-4-285 16,0 1 166-16,1 1 98 0,1-3 43 0,3 1-3 15,0-1 39-15,2 3 46 0,0-1 0 0,5 1 174 16,2 0-125-16,-2 1-44 0,6 2 449 0,1 2-247 16,0 3-75-16,0 0 434 0,2 5-255 0,0-1-136 15,-2 7-69-15,2-3 138 0,-3-2-94 0,1 1-61 16,0 0-25-16,-1-2 290 16,-2-4-158-16,1-2-79 0,2-6 81 0,-1 0-84 15,-1-3-39-15,2-5 1 0,-1-1-1 0,1 0-75 16,2-1 0-16,0-12 0 0,0-8 0 0,4-3 0 15,6-3 0-15,4 1 0 0,3-2 0 0,2-1 0 16,2 5 0-16,-1 2 0 0,1 3 0 0,-4 6 0 16,-1 3 0-16,0 3 0 0,-7 5 0 0,4 2 0 15,-5 0 0-15,-1 8 0 16,-3 8 0-16,0 11 0 0,-3-1 0 0,1 4 0 16,0 4 0-16,-2-1 0 0,0 2 0 0,2-5 0 15,1 0 0-15,6-4 0 0,-2-8 0 0,2 3 0 16,1-4 0-16,3-3 0 0,-2-6 0 0,3 0 0 15,-2-6 0-15,4 0 0 0,0-2 0 0,1 0-361 16,1 0-137-16,2 0 230 0,1-4 115 0,1 0-871 16</inkml:trace>
  <inkml:trace contextRef="#ctx0" brushRef="#br0" timeOffset="89755.53">3614 11599 2716 0,'-2'-6'0'0,"1"0"0"0,1 1 0 0,0 1 0 0,0 0 0 0,0 2 0 0,0-1 0 0,1 2 0 0,3 0 0 0,4 1 0 0,-3 0 271 0,3 0-113 0,-3 0-56 0,3 0-18 0,1 0 81 0,-4 0-61 15,2 0-29-15,-2 0 0 16,1 0 106-16,1 0-181 0,0 1 0 0,-2-1 0 16,2 1 0-16,4-1 0 0,-4 3 0 0,1-1 0 15,2 0 0-15,1 1 0 0,-2 0 0 0,1 0 0 16,0 1 0-16,-2 0 0 0,4-1 0 0,-1 0 0 16,-2 2 0-16,4-2 0 0,-6 0 0 0,3 1 0 15,-1-3 0-15,2 1 0 0,-1 0 0 16,0-1 0-16,0 2 0 0,0-1 0 0,0-1 0 15,0-1 0-15,2 4 0 0,0-4 0 0,-1 4 0 16,1-3 0-16,4 2 0 0,-4 1 0 0,6-2 0 16,-3 3 0-16,2-4 0 0,3 3 0 0,0-1 0 15,3 0 0-15,3-1 0 0,1 0 0 16,-8-1 0-16,9-1 0 0,-1 3 0 0,-2-3 0 0,1 1 0 16,-1-1 0-16,0 2 0 15,0-2 0-15,3 2 0 0,1-2 0 0,-3 2 0 16,2-2 0-16,1 0 0 0,-5 1 0 0,7-1 0 15,-4 0 0-15,0 0 0 0,2 0 0 0,-2 0 0 16,-1 0 0-16,5 0 0 16,0 0 0-16,-1 0 0 0,0 0 0 0,2 0 0 0,-2 0 0 0,0 0 0 15,-2 0 0-15,4 0 0 0,-2 0 0 16,3 0 0-16,-1 0 0 0,-1 0 0 0,1 0 0 0,1 0 0 16,1 0 0-16,1 0 0 15,-3-1 0-15,2 1 0 0,0-2 0 0,4 2 0 16,-3 0 0-16,0 0 0 0,-2 0 0 0,4 0 0 15,-5 0 0-15,3 0 0 0,1 0 0 0,-1 0 0 16,2 0 0-16,-1 0 0 0,0 0 0 0,5 0 0 16,-3 0 0-16,1-2 0 0,7 0 0 0,-2 1 0 15,1-3 0-15,0 2 0 0,-2-1 0 16,-3 1 0-16,10-1 0 0,-6 2 0 16,-1-2 0-16,4 2 0 0,-1 1 0 0,-6 0 0 15,9-2 0-15,-2 2 0 0,0 0 0 0,2 0 0 16,0 0 0-16,-4 0 0 0,4 0 0 0,0-3 0 15,-1 3 0-15,-1-1 0 0,0 0 0 0,-2-1 0 16,4 2 0-16,-2-2 0 0,-1 2 0 0,2 0 0 16,1 0 0-16,-6 0 0 0,8 0 0 15,-6 0 0-15,2 0 0 0,0 0 0 0,0 0 0 0,-6 0 0 16,10 0 0-16,-4 0 0 0,0 0 0 16,1 0 0-16,3 0 0 0,-1 0 0 15,0 0 0-15,-1-3 0 0,-3 2 0 0,4-1 0 16,-4 0 0-16,-4 1 0 0,8 1 0 0,-3 0 0 15,-3 0 0-15,1 0 0 0,0 0 0 0,4 0 0 16,-5 0 0-16,2 0 0 0,-1 0 0 0,0 0 0 16,-1 0 0-16,-6 0 0 0,11 0 0 0,-4 0 0 15,-1-3 0-15,0 3 0 0,0-1 0 0,-3 1 0 16,8-2 0-16,-2-1 0 0,-1 3 0 16,-2-1 0-16,-7-1 0 0,4 2 0 15,-2-2 0-15,1 2 0 0,-4 0 0 0,3 0 0 16,-4 0 0-16,3 0 0 0,-5 0 0 0,1 0 0 15,0 0 0-15,-2 0 0 0,1 0 0 0,4 0 0 16,-5 0 0-16,-2 0 0 0,0 0 0 0,0 0 0 16,-8 0 0-16,4 0 0 0,-1 0 0 0,-4 0 0 15,0-1 0-15,-5 1 0 0,0 0 0 16,-2 0 0-16,-1 0 0 0,-3 0 0 16,-1 0 0-16,-2 0 0 0,-1 0 0 0,-2 0 0 15,-3 0 0-15,1 0 0 0,1 0 0 0,-1 0 0 16,-2 0 0-16,0 0 0 0,0 0 0 0,0 0 0 15,0-3 0-15,0 2 0 0,-5-4 0 0,0 4 0 16,-6-5 0-16,0 4 0 0,-3 0 0 0,-7 2 0 16,-4 10 0-16</inkml:trace>
  <inkml:trace contextRef="#ctx0" brushRef="#br0" timeOffset="91652.08">16668 10255 2604 0,'-15'0'0'0,"3"0"0"0,7 2 0 0,1 2 0 0,4-2 0 0,0-2 0 0,0 2 0 0,2-2 0 0,9 0 0 0,12 0 0 0,5 0 164 0,6 0-64 0,1 0 227 0,4-7-135 15,7 1-82-15,-5 0 21 0,-4 0-46 0,0 3 0 16,-2-1-51-16,-3 0 14 15,-2 0-10-15,0 1-25 0,-7 0-134 0,-1 2 68 16,-1 1 54-16,-6 0-9 0,-2 0-450 0,-2-2 242 16,-1 2 57-16,-1 0 82 0,-2-2-638 0,-1-2 344 15,-2-1 166-15,0-6-430 0</inkml:trace>
  <inkml:trace contextRef="#ctx0" brushRef="#br0" timeOffset="91836.34">17127 9949 2280 0,'-3'-2'0'0,"-1"0"0"0,4 2 0 0,0 0 0 0,0 0 0 0,2 0 0 0,9 0 0 0,6 2 0 0,6 6 0 0,1 1 0 0,-3 1 174 15,7 1-72-15,-2 2 256 0,-3 2-160 0,-1 0-80 0,-5-1-44 16,0 2 11-16,-4 4-47 0,-5 0 0 0,-3 5-315 16,-3-2 157-16,-2 4 79 0,0 1-503 0,-11 0 272 15,-4 1 152-15,-4 0-18 16,0 2-308-16,-4-2 193 0,2 0 97 0</inkml:trace>
  <inkml:trace contextRef="#ctx0" brushRef="#br0" timeOffset="92278.42">16975 10681 1731 0,'2'2'0'0,"5"-2"0"0,2 0 0 0,0 0 0 0,0-3 0 0,3-9 0 0,-1 1 0 0,-1-3 0 0,2-4 0 0,1 1 0 15,-3 1 169-15,-1 0-70 0,-1 0-31 0,-5-1 0 0,3 2-75 0,-5 2 0 16,-1 2 54-16,0-1-9 0,0 0-46 0,-7 3 46 16,-4 1 0-16,-1 3 35 0,-4 1-26 0,-3 2-9 15,-1 1 0-15,-5 1 81 0,1 0-40 0,3 0 9 16,-6 9 59-16,2 0-55 0,2 2-26 0,4 1-1 16,-1 3 74-16,3 1-40 0,2-2-36 0,2 2 0 15,4 2 29-15,3-1-27 0,4 2-1 16,2-1 5-16,0 3-31 0,0 1 0 0,9-1 0 15,9 0-42-15,0-2 42 0,5-2-35 0,1-1-3 16,5 1 0-16,-1-2 0 0,-3 1 0 0,-1-1 0 16,-4-2 0-16,-2 2 0 0,-1 0 0 0,-6-1 0 15,-6 4 0-15,0-3 0 0,-3 1 0 16,-2 1 0-16,-2 0 0 0,-12 0 0 16,-2 2 0-16,-5-4 0 0,0-3 0 0,-7 3 0 15,0-6 0-15,1-3 0 0,-3 0 0 0,1-2 0 16,5-4 0-16,-6 0 0 0,3 0 0 0,3 0 0 15,6-1 0-15,-2-2 0 0,3-6-51 16,8 2-178-16,2 0 105 0,3-3-385 0,4-1 236 0,0-1 117 16,7 0 50-16,16-2-232 0,2 1 150 0,2-2 76 15,6 2 36-15,8-4-536 0</inkml:trace>
  <inkml:trace contextRef="#ctx0" brushRef="#br0" timeOffset="92728.17">17689 10165 2649 0,'-6'-2'0'0,"3"0"0"0,-1-1 0 0,0 3 0 0,-1 0 0 0,3 0 0 0,-2 9 0 0,2 5 0 0,2 4 0 0,0 5 0 0,0-1 428 0,0 7-195 0,4 1-89 16,0 1 161-16,0 5-134 0,-1 7-170 0,-1-4-1 15,0-5 0-15,-2 9 0 16,0 4 0-16,0-5 0 0,0 1 0 0,0-7 0 0,-2 1 0 0,-2 1 0 16,3-5 0-16,-1-2 0 0,0-3 0 15,2-6-152-15,0 0-22 0,0-4 93 16,0-5-648-16,0-4 346 0,0-1 172 0,0-4 86 16,0-2-489-16,0-2 279 0,0 0 154 0,-4 0-222 15,-2-2 183-15,-5-4 91 0,2 0 46 0,-7 2 4 16,0 1 47-16,-3 1 32 0,-6 0 0 0,-1 2 0 15,0 0 0-15,2 0 0 0,-6 7 306 0,9-1-191 16,0 0-76-16,3 2 478 0,6-3-205 0,1 1-62 16,5-3-111-16,4 1 321 0,2-2-211 0,0 2-106 15,6-2-53-15,13-2 272 16,5 0-166-16,4 0-80 0,4 0-39 0,4 0 114 16,-2 0-76-16,2-2-30 0,-3 0-47 0,1-4-1 15,-2 1 0-15,-2-3 0 0,-2 3-307 0,-3-1 163 16,3-2 68-16,-4 1-643 0,2-1 349 0,-1 1 99 15,1-2 111-15,-5-3-671 0</inkml:trace>
  <inkml:trace contextRef="#ctx0" brushRef="#br0" timeOffset="92969.72">17990 10340 3114 0,'0'-4'0'0,"0"0"0"15,1 0 0-15,8-5 0 0,9 2 0 0,3 0 0 0,2-1 0 0,10 0 0 0,3 0 0 0,1 1 0 0,6 1 225 0,-6 1-85 0,7-3-56 16,-3 3 2-16,1-2-24 0,-3 1-1 0,-5 0-269 16,3 0 131-16,-3 3 53 0,-2-3 29 0,-4 4-228 15,-7 0 130-15,2-2 65 0,-5 3 41 0,0-1-795 16,-8-2 331-16,1 0 207 15,-4-1-431-15</inkml:trace>
  <inkml:trace contextRef="#ctx0" brushRef="#br0" timeOffset="93582.68">18531 9979 2268 0,'0'-3'0'0,"0"-3"0"0,2 3 0 0,7-3 0 0,6 2 0 15,4 2 0-15,2 0 0 0,1 2 0 0,0 0 0 0,1 0 0 0,-4 9 262 0,-1 3-113 0,0 1-57 0,-4 2-18 0,-2 2-8 0,-5 1 1 16,-5 5-31-16,-2 2 1 0,0 1-174 0,-13 0 96 16,-4 2 35-16,-4-1-311 0,-1 0 177 0,0 2 88 15,-5-3 45-15,-1 0-586 0,-6 3 287 0,2-5 108 16,-1-3-195-16,1-5 178 0,-2 1 89 0,7-5 36 16,1-5-91-16,5 1 73 15,10-6 35-15,-2 2 5 0,2-2 108 0,3-1-80 0,3 4 40 0,3-2 242 16,0 3-158-1,2 0-60-15,0 6-30 0,0 0 495 0,0 5-185 0,0 3-150 16,0 2 426-16,2 3-272 0,-2 1-136 0,0 5-59 16,0-2 294-16,0 3-185 0,0 0-93 0,-2-2 209 15,-6-3-141-15,-1 5-85 0,0-4-50 0,-1-4-62 16,2-6 0-16,-1 3 0 0,0-4 0 0,1-2 0 16,1-5 0-16,1-3 0 0,3-1 0 0,-3-4 0 15,4-2 0-15,-1 0 0 0,3-4 0 16,0-11 0-16,0-7 0 0,9-1 0 0,5-3 0 0,4 0 0 15,-2-2 0-15,5-1 0 16,2 1 0-16,1 0 0 0,0 2 0 0,1 3 0 16,1 0 0-16,-1 7-49 0,-1-1 98 15,-5 7-49-15,2 1 0 0,-5 5 0 0,1 0 0 0,-4 4 0 16,-3 0 0-16,1 0 0 0,-4 0 0 16,-1 10 0-16,0 1 0 0,-2 0 0 0,-2 4 0 0,-1-1 0 15,1 4 0-15,0 2 0 16,-2 2 0-16,0 2 0 0,0 1 0 0,2-5 0 15,0 4 0-15,-1 5 0 0,1-3 0 0,2-1 0 16,2-4 0-16,0 2 0 0,1 0 0 0,0-5 0 16,1 2 0-16,2-6 0 0,1 1 0 0,1-3 0 15,0-3 0-15,-1-1 0 0,5-4 0 0,-4-1 0 16,4 0 0-16,-2-3 0 0,0 0 0 0,1 0 0 16,0-3 0-16,-2-3 0 0,3-1 0 15,-2 2 0-15,-1-3-216 0,2 2-220 0,0-1 200 16,0-1-914-16</inkml:trace>
  <inkml:trace contextRef="#ctx0" brushRef="#br0" timeOffset="93786.51">19388 10931 3931 0,'-3'0'0'0,"3"0"0"0,0 2 0 0,0-2 0 0,0 0 0 0,0 0 0 16,0 0 0-16,0 0 0 0,0 0 0 0,0 0 0 0,3 0 0 0,2 0 0 0,1 0 0 0,-3-2 0 16,3-1 0-16,-3-2 0 0,-1-1 0 0,0 0 0 0,-2 0-685 15,0 2 104-15</inkml:trace>
  <inkml:trace contextRef="#ctx0" brushRef="#br0" timeOffset="99877.13">10926 13585 2427 0,'0'0'0'0,"0"0"0"0,0 0 0 0,0 0 0 0,0 0 0 0,0 0 0 0,0 0 0 0,0 0 0 0,6 0 0 0,-3 0 0 0,5-2 76 0,-2 1 10 0,1-2 56 0,-1 1-51 16,-1 1-26-16,4-1 134 0,0 0-81 0,0 0-29 15,-2 0 88-15,5 0-69 0,-3 1-34 0,4 1-1 16,0 0 94-16,0 0-128 0,1 0-39 0,-1 0 0 16,-1 0 0-16,4 0 0 0,-2 0 0 0,2 0 0 15,-1 0 0-15,2 3 0 0,-1 1 0 16,2 0 0-16,-1 2 0 0,1-3 0 0,3 1 0 16,0-1 0-16,-1 0 0 0,7-2 0 0,-5 1 0 15,3 0 0-15,3-2 0 0,-1 2 0 0,0-2 0 16,-1 0 0-16,1 0 0 0,-3 0 0 0,5 0 0 15,-3 2 0-15,-6-2 0 0,8 0 0 0,-1 2 0 16,-6-1 0-16,7 1 0 16,-4 1 0-16,0-2 0 0,3 1 0 0,-1 1 0 15,-3-2 0-15,7 1 0 0,-3-2 0 0,2 0 0 16,1 0 0-16,2 0 0 0,-1 1 0 0,1-1 0 16,1 0 0-16,-4 3 0 0,4-3 0 0,-3 1 0 15,-1 1 0-15,1 0 0 0,2 0 0 0,-2-2 0 16,3 2 0-16,-1-2 0 0,2 1 0 0,-2 1 0 15,2-2 0-15,-1 0 0 16,1 0 0-16,1 0 0 0,3 3 0 0,4-3 0 16,-3 0 0-16,-4 0 0 0,5 0 0 0,-2 0 0 15,5 0 0-15,-2 0 0 0,1 0 0 0,1 0 0 16,0 0 0-16,-4 0 0 0,10 0 0 0,-4 0 0 16,4 0 0-16,2 0 0 0,0-3 0 0,1 0 0 15,1-1 0-15,-1 2 0 0,3 0 0 0,-3-2 0 16,3 1 0-16,1 2 0 0,-1-4 0 0,1 4 0 15,10-2 0-15,-6 1 0 0,0-1 0 16,-6 1 0-16,4 0 0 0,8-2 0 16,-6 0 0-16,2 3 0 0,-9-3 0 0,7 2 0 15,11-1 0-15,-7 0 0 0,3-2 0 0,-5 1 0 16,1 0 0-16,-4 1 0 0,12-1 0 0,-9 2 0 16,1-2 0-16,3 2 0 0,1-2 0 0,-6 3 0 15,13-1 0-15,-9-1 0 0,1 2 0 0,-2-1 0 16,-1 0 0-16,-4 0 0 0,14 0 0 0,-3 0 0 15,-1 1 0-15,-2-2 0 0,3 2 0 0,-7-1 0 16,17-2 0-16,-11 0 0 16,2 0 0-16,5 1 0 0,-2-1 0 0,2 2 0 15,-3 0 0-15,1-3 0 0,-1 3 0 0,0 0 0 16,-1 1 0-16,2-2 0 0,4 0 0 0,-2 1 0 16,-3 0 0-16,1 0 0 0,0 0 0 0,2 1 0 15,-3-2 0-15,2 2 0 0,4-1 0 0,2 1 0 16,-4-6 0-16,0 3 0 0,-4 2 0 0,2 0 0 15,-3 1 0-15,1-1 0 0,2 2 0 0,-2 0 0 16,-2 0 0-16,1 0 0 16,-3 0 0-16,1 0 0 0,-8 0 0 0,12 0 0 15,-3 0 0-15,1 0 0 0,-2 0 0 0,2 0 0 16,-10 0 0-16,14 0 0 0,-6 0 0 0,0 0 0 16,-1 0 0-16,4-2 0 0,-11 0 0 0,15-1 0 15,-9-1 0-15,-3 0 0 0,-1 2 0 0,0-2 0 16,-9 2 0-16,10-1 0 0,-1 1 0 0,0-2 0 15,-11 2 0-15,7-2 0 16,-4 2 0-16,1-1 0 0,-4-1 0 0,-1 2 0 0,1-2 0 16,-7 2 0-16,-2-2 0 0,9 3 0 15,-7-1 0-15,0 0 0 0,-11 0 0 0,6 0 0 16,-5 2 0-16,-1 0 0 0,-3 0 0 0,3 0 0 16,-3 0 0-16,-2 0 0 0,-3 0 0 0,5 0 0 15,-4 0 0-15,0 0 0 0,1 0 0 0,-3 0 0 16,1 2 0-16,3-2 0 15,-2 0 0-15,0 0 0 0,2 0 0 0,-3 0 0 0,-4 0 0 16,6 0 0-16,-8 0 0 0,1 0 0 0,-2 0 0 16,0 0 0-16,-4 0 0 0,-1 0 0 15,-2 0 0-15,1 0 0 0,-5 0 0 0,3 2 0 16,-5-2 0-16,2 0 0 0,-3 0 0 0,-1 0 0 16,2 0 0-16,-4 0 0 0,-1 0 0 0,2 0 0 15,-2 0 0-15,-1 0 0 0,1 0 0 0,-2 0 0 16,0 0 0-16,0 0 0 0,0 0 0 0,0 0 0 15,0-2 0-15,0-3 0 0,-2-1 0 16,-7 1 0-16,-3 1 0 0,-4 2 0 16,-10 2 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22:27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24:01.050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17614 1564 2385 0,'-5'-5'0'0,"1"1"0"0,2 2 0 0,-1 0 0 0,3 2 0 0,-1 0 0 0,-1 0 0 0,0 0 0 0,0 0 0 0,-1 0 0 0,1 12 330 0,0 1-144 16,0 0-63-16,0 3-45 0,2 1 199 0,0-2-118 16,0 3-59-16,0-6-29 0,0 1 123 0,6-1-166 15,-1-6-28-15,5 2 0 0,-1-7 0 0,2 1 0 16,-1-2 0-16,3 0 0 0,0-6 0 15,-1-6 0-15,-3-3 0 0,0-1 0 0,-3 1 0 16,-2-2 0-16,-2 4 0 0,0 2 0 0,-2 2 0 16,0-1 0-16,0 3 0 0,-8 0 0 0,-2 5 0 15,1-1 0-15,0 1 0 0,-1 2 0 0,1 0 0 16,0 0 0-16,-1 0 0 16,4 5 0-16,1-3 0 0,-1 5 0 0,3 0 0 0,-1-2 0 0,2 1 0 15,-1 0 0-15,2-1 0 16,1 1 0-16,0-2 0 0,-2-1 0 0,2 2 0 15,-2-2 0-15,0-1 0 0,0 2 0 0,1-3 0 16,-3 4-150-16,-2-1-48 0,3 1 78 0,-1 1-310 16,2-1 193-16,2 2 88 0,0 2 59 0</inkml:trace>
  <inkml:trace contextRef="#ctx0" brushRef="#br0" timeOffset="352.44">18453 939 3160 0,'-3'-13'0'0,"-1"5"0"0,2 2 0 0,-1 0 0 0,-1-3 0 0,2 8 0 0,0-1 0 0,0 0 0 0,2 2 0 0,-4 0 0 0,2 0 143 0,-3 14 254 0,-1 2-178 0,-1 6-207 15,-1 5-12-15,-3 3 0 0,0 6 0 0,-6 5 0 16,-2 2 0-16,2 2 0 0,-2 2 0 0,-1 0 0 16,3-7 0-16,-6 8 0 0,6-8 0 0,2-6 0 15,-2 3 0-15,2-2 0 0,2-4 0 0,-1-1 0 16,4 0 0-16,1-5 0 0,-1 0 0 0,4-5 0 16,-1-2 0-16,3 0 0 15,-1-8 0-15,3-1 0 0,0-3 0 0,2-2-18 0,-2-3-102 0,2-1-170 16,0 0 124-16,0-5-416 0,2-11 270 0,7-4 136 15,4-8 56-15,2-2-508 0,2-7 294 0,0-4 146 16</inkml:trace>
  <inkml:trace contextRef="#ctx0" brushRef="#br0" timeOffset="867.92">18373 946 2953 0,'6'-19'0'16,"1"4"0"-16,-3 5 0 0,1 0 0 0,-3 2 0 0,3 2 0 0,-2 5 0 0,3 1 0 0,-1 0 0 0,2 1 0 0,1 11 338 0,2 4-148 0,1 0-74 0,1 8 218 0,-2 3-334 0,0 1 0 16,-1 6 0-16,3 5 0 0,-5-5 0 0,2 9 0 15,-3-3 0-15,-2-7 0 0,0 6 0 0,-3 0 0 16,1-6 0-16,0 1 0 0,2-2 0 0,-1-8 0 16,1 0 0-16,1 0 0 0,-2-6 0 0,1-3 0 15,1-2 0-15,-3-6 0 0,4 0 0 0,-5-5 0 16,3 1 0-16,2-3 0 0,0 0 0 0,1-3 0 15,2-11 0-15,3-6 0 0,1-3 0 16,2-3 0-16,0-7 0 0,2-2 0 0,3-11 0 0,1 0 0 16,4-12 0-16,0 0 0 15,0-1 0-15,-2 11 0 0,1-3 0 0,3 7 0 16,-11 11 0-16,2 0 0 0,-2 6 0 0,-4 6 0 16,-3 3 0-16,-4 6 0 0,1 3 0 0,-4 3 0 15,0 4 0-15,0 1 0 0,0-2 0 0,-2 3 0 16,2 0 0-16,0 12 0 0,0 4 0 0,-1 1 0 15,5 6 0-15,-1 2 0 0,4 0 0 0,-2 5 0 16,0 1 0-16,2 0 0 16,1 1 0-16,-1 1 0 0,0 3 0 0,2-3 0 15,-4 3 0-15,-2-4 0 0,1-1 0 0,-1 2 0 16,-1-6 0-16,0-1 0 0,0-1 0 0,0-2 0 16,-3-2 0-16,1 0 0 0,2-3 0 0,-2-1 0 15,0-2 0-15,-2-4 0 0,0 1 0 0,0-3 0 16,0-4 0-16,0 1 0 0,0-2 0 0,0-3 0 15,0 3 0-15,1-4-112 0,3 0-72 0,6 0-753 16,3-7 437-16,6-6 234 0,-1-3 113 0,5-5-602 16</inkml:trace>
  <inkml:trace contextRef="#ctx0" brushRef="#br0" timeOffset="1182.91">19404 1278 2569 0,'2'3'0'0,"0"1"0"0,-1 3-2 0,1 1 1 0,-2 1-1 0,0 2 1 0,0 2-1 0,0 0 1 0,2 4 0 0,2 1 1 0,4-2 118 0,-1-1 438 0,4 1-247 0,1-2-139 16,1-3-65-16,0 0 9 0,2-2-114 0,4-2 0 15,-2-3 0-15,2-4 0 0,-1 0 0 0,7 0 0 0,-6 0 0 16,5-10 0-16,-6-1 0 0,7-8 0 16,-4 3 0-16,-3-4 0 0,-2 1 0 0,-5 1 0 15,-4-2 0-15,-1-4 0 0,-4 4 0 0,-2-2 0 16,0 2 0-16,-10 1 0 0,-3 5 0 0,-9-2 0 15,-1 9 0-15,-1-1 0 16,-4 7 0-16,0 1 0 0,5 0 0 0,-7 0 0 16,9 7 0-16,1 1 0 0,2 3 0 0,6 0 0 15,4-3 0-15,-2 5 0 0,7-1 0 0,1 0 0 16,2 2 0-16,0-1 0 0,0 2 0 0,2-2 0 16,3 1 0-16,5-2 0 0,-1 2-89 0,0-2-134 15,2 3 80-15</inkml:trace>
  <inkml:trace contextRef="#ctx0" brushRef="#br0" timeOffset="2746.53">14912 4305 2244 0,'-2'-5'0'0,"0"1"0"0,2 1 0 15,0 1 0-15,0 0 0 0,0-2 0 0,2 3 0 0,5-1 0 0,3 0 0 0,-1 1 0 0,4-2 217 0,-1 1-87 0,1 0-42 0,0 0 0 0,4 1 122 16,-2-1-88-16,3-2-39 0,0 0 1 0,0 0 78 16,1 1-59-16,0-1-17 0,-1 0-12 0,2 0 13 15,1 0-42-15,0 2 0 0,6-4-31 0,1-1 10 16,4 2 1-16,7-2-25 0,1-3 0 0,1 2 0 16,4-1 0-16,-5 1 0 15,10-2 0-15,-4 2 0 0,0-2 0 0,2 1 0 16,-4 0 0-16,0 0 0 0,8-1 0 0,-5 0 0 0,3 1 0 0,-2 0 0 15,1 0 0-15,1 1 0 16,3-2 0-16,0 1 0 0,9 0 0 0,-2 0 0 16,0-2 0-16,-3 2 0 0,12-4 0 0,-5 3 0 15,1-3 0-15,5 3 0 0,-3-1 0 0,-2-1 0 16,17-1 0-16,-7 1 0 0,0 1 0 0,0-2 0 16,2 2 0-16,2-1 0 0,-2 1 0 0,13-2 0 15,-2 1 0-15,1-2 0 0,-1 1 0 0,-8 1 0 16,24-3 0-16,-12 5 0 0,8-3 0 0,1-1 0 15,-2 3 0-15,-9-1 0 16,25-1 0-16,-10 2 0 0,22-2 0 0,-12 0 0 16,-9 1 0-16,18-3 0 0,14 0 0 0,-4-2 0 15,1 1 0-15,2-1 0 0,-15 2 0 0,39-4 0 16,-16 2 0-16,2-2 0 0,3 1 0 0,8-2 0 16,2-1 0-16,-3 0 0 15,-1 2 0-15,5-2 0 0,-6 3 0 0,1-2 0 16,-4 2 0-16,10-3 0 0,-7 4 0 0,3 0 0 15,-4-2 0-15,25 0 0 0,-36 5 0 0,15-4 0 16,-3 2 0-16,24-3 0 0,-37 4 0 16,12 0 0-16,-3 1 0 0,3 1 0 0,-8-2 0 0,-5 5 0 15,-4-2 0-15,2 4 0 0,-21-2 0 16,20 2 0-16,-32 1 0 0,8-2 0 16,-2 4 0-16,-7-1 0 0,-16 3 0 0,10-1 0 15,-26 1 0-15,3-2 0 0,-9 4 0 0,-12-4 0 0,-2 4 0 0,-11-3 0 16,-6 2 0-16,-12 0 0 0,-3-1 0 0,-10 0 0 15,-5 2-186-15,-6-1 24 16,0-4 57-16,-17 3-586 0,-14 1 323 0,-13 2 162 16,-11 0 69-16</inkml:trace>
  <inkml:trace contextRef="#ctx0" brushRef="#br0" timeOffset="4504.79">15797 3840 2952 0,'0'-9'0'0,"0"2"0"0,0 2 0 0,0 2 0 0,0 1 0 0,0 2 0 0,3 0 0 0,4 7 0 0,-3 9 0 0,3 6 0 0,-2 3 122 0,-3 2-39 0,0 3 252 16,-1-7-135-16,1 11-83 0,0-5-37 0,0-4-38 16,0-2-42-16,-1-2 0 15,-1-3 0-15,2-2 0 0,-2-5 0 0,2-4 0 16,-2-1 0-16,0-2 0 0,0-4 0 0,0 0 0 15,0 0 0-15,0 0 0 0,-7 0 0 0,1 0-105 16,-1-2-188-16,-1-1 148 0,2-2 13 0,-1 3-345 16,2 2 217-16,1 0 107 0,-1 0-579 0,0 10 349 15</inkml:trace>
  <inkml:trace contextRef="#ctx0" brushRef="#br0" timeOffset="4776.14">15616 4441 2850 0,'-11'0'0'0,"3"0"0"0,2 0 0 0,1 0 0 0,0 0 0 0,-1 2 0 0,-2 7 0 0,2-1 0 0,-1 5 0 0,0 4 0 0,0 5 175 0,-4 3 134 0,2 2-132 0,0 4-56 15,-1 3-44-15,-1 0 145 0,2 0-222 0,1-1 0 16,-1 1 0-16,3-3 0 0,-1-1 0 0,2-3 0 15,0-6 0-15,1 3 0 0,1-4 0 0,1-5 0 16,-2-2 0-16,3-4 0 0,-3-1 0 0,4-3-520 16,-2-2 210-16,2-3 93 0,-2 0 96 0,2 0-209 15,0-3 142-15,0-12 73 0,0-7 35 0,6-3-511 16,1-7 279-16,2-9 134 0</inkml:trace>
  <inkml:trace contextRef="#ctx0" brushRef="#br0" timeOffset="5217.96">15541 4426 1885 0,'2'-8'0'0,"2"6"0"0,-2-1 0 0,1 1 0 15,1 0 0-15,1 2 0 0,1 0 0 0,4 0 0 0,-1 7 0 0,2 3 0 0,1 5 513 0,-1 4-235 0,1 3-117 0,-3 3 294 0,2 3-194 16,-4 0-115-16,1 4 86 0,-2-2-232 0,-1 0 0 16,0-1 0-16,-1-7 0 0,1 2 0 0,-2-2 0 15,1-6 0-15,0-4 0 0,-1-4 0 0,-1-1 0 16,2-6 0-16,-2-1 0 15,3 0 0-15,1-5 0 0,4-16 0 0,0-3 0 16,4-8 0-16,3-3 0 0,-2-4 0 0,1-2 0 16,4-2 0-16,-4 6 0 0,3-7-36 0,-3 12-31 15,0-4 7-15,0 4 27 0,-4 7-26 0,1 2 27 16,-1 3-39-16,-5 8 234 0,-1 2-103 0,-3 5 75 16,-1 1-135-16,0 2 0 0,3 2 0 0,-4 0 0 15,1 0 0-15,0 10 0 0,0 2 0 0,1 3 0 16,1 3 0-16,2 1 0 15,-1 4 0-15,1 2 0 0,0-3 0 0,-1 7 0 16,1-5 0-16,1 3 0 0,-1-3 0 0,0-1 0 16,-1-1 0-16,1 0 0 0,-1 2 0 0,-1-5 0 15,1 3 0-15,-2-6 0 0,-1 1 0 0,0-2 0 16,0-3 0-16,-1-1 0 0,1-1 0 0,0-5 0 16,-2-1 0-16,0-2 0 0,0 0 0 0,0 0 0 15,2 0 0-15,0-2 0 0,0 1 0 0,-1-1-213 16,6 0-29-16,-2 0-655 0,4 0 427 0,0 0 213 15,3-3 96-15,-1-8-528 0</inkml:trace>
  <inkml:trace contextRef="#ctx0" brushRef="#br0" timeOffset="5508.29">16266 4554 2764 0,'0'-4'0'0,"0"2"0"15,0 1 0-15,0-1 0 0,0 0 0 0,0 0 0 0,2 0 0 0,-1 2 0 0,1 0 0 0,0 0 0 0,0 0 183 0,1 2 171 0,-1 7-145 0,-1 3-88 16,1-1-39-16,-2 3 136 0,0 4-218 0,0 0 0 16,0 3 0-16,0 4 0 0,0-1 0 0,0 3 0 15,0-1 0-15,0-1 0 0,0 0 0 16,2 4 0-16,0-9 0 0,0 2 0 0,-1 2 0 16,3-6 0-16,-2 1 0 0,0-2 0 15,0-2 0-15,-1-2 0 0,1-4 0 0,-2-2 0 16,0-1 0-16,0-2 0 0,0-1 0 0,0-3 0 15,0 0 0-15,0 0 0 0,0 0 0 0,0 0 0 16,0 0 0-16,0-3 0 0,0-3 0 0,-2 0 0 16,1-1 0-16,-1 1 0 0,2-1 0 0,0 2-1161 15,0-3 541-15</inkml:trace>
  <inkml:trace contextRef="#ctx0" brushRef="#br0" timeOffset="8830.32">26025 2378 1821 0,'0'-15'0'0,"0"4"0"0,0 4 0 0,0 0 0 0,0-1 0 0,0 3 0 0,0 1 0 0,0 2 0 0,-2 0 0 0,2 2 0 0,0 0 89 0,0 10 146 0,0 8-88 15,0 9-58-15,0 0-1 0,0 6 214 0,0 3-131 16,2 6-66-16,-2-4 210 0,0 12-143 16,0-6-66-16,0 3-33 0,0 2 145 0,0 1-218 15,-4 1 0-15,-6 4 0 0,1-3 0 16,-4 1 0-16,-2-4 0 0,0-1 0 0,-2 2 0 16,1-9 0-16,0-5 0 0,0-1 0 15,-2-4 0-15,4-4 0 0,2-6 0 0,-1-2 0 16,6-2 0-16,1-8 0 0,2-2 0 0,0-2 0 15,4-4 0-15,0 0 0 0,0 2 0 0,2-2 0 0,13 2 0 16,5-3 0-16,9 0 0 16,3 0 0-16,11 0 0 0,-2-4 0 0,2-4 0 0,-4 1 0 15,9-3 0-15,-5 2 0 0,-9 0 0 16,5 0 0-16,-1 3 0 0,-2-1 0 0,-2 2 0 16,-2 3 0-16,0-2 0 0,-2 3 0 0,-4 0 0 15,-2 0 0-15,6 3-60 0,-2 4-141 0,-1 1 66 16,1 1-866-16,0 0 480 0,1-2 231 15</inkml:trace>
  <inkml:trace contextRef="#ctx0" brushRef="#br0" timeOffset="8996.48">27116 3394 3675 0,'0'-6'0'0,"0"3"0"16,0 3 0-16,0 0 0 0,0 0 0 0,0 0 0 0,0 0 0 0,0 0 0 0,0 0 0 0,0 0 0 0,0 0 119 0,0 0-41 0,0 0-19 0,0 0-59 16,4 0-642-16,0 4 307 0,1 7 186 0</inkml:trace>
  <inkml:trace contextRef="#ctx0" brushRef="#br0" timeOffset="10498.3">22359 3089 2021 0,'0'-2'0'0,"0"1"0"0,-2-2 0 0,0 3 0 0,0 0 0 0,2 0 0 0,-2 0 0 0,2 10 0 0,0 1 0 0,0 4 0 0,0-1 374 0,0 2-168 0,0 2-74 16,0 0-51-16,0-1 227 0,2 0-134 16,0-2-68-16,2 0 41 0,-3-6-44 0,3 4-37 0,0-3 0 15,-3-2-129-15,1-4 51 0,0-1 25 0,-2-1-238 16,3-2 127-16,-3 0 68 0,0 0 35 0,0 0-161 15,0 0 43-15,0-2 67 0,0-1-50 0,0-6-484 16,0 2 271-16,2-1 135 0,3-3-381 0,1 3 248 16,1 0 140-16,-2-4 63 0</inkml:trace>
  <inkml:trace contextRef="#ctx0" brushRef="#br0" timeOffset="11738.46">22378 3164 1297 0,'-7'3'0'0,"4"-3"0"0,-1 0 0 0,-1 1 0 0,1-1 0 0,-2 2 0 0,3-2 0 0,1 2 0 0,-3 0 0 0,5 0 0 0,-1-2 161 0,1 1-51 16,0 0 163-16,0 2-116 0,10-3-60 0,4 0-29 15,4 0 112-15,3 0-62 0,8 0-44 0,1 0 201 16,2 0-119-16,10-4-58 0,-3-1-30 0,-2 1 154 15,12-2-96-15,-2 1-44 0,0 1 1 0,1-3 74 16,2 5-58-16,3-3-69 0,-3 3-30 0,2-2 0 16,1 2 0-16,-3-1 0 0,0-1 0 0,-6 1 0 15,9 1 0-15,-5-1 0 0,-6-2 0 0,-1-2 0 16,-4 4 0-16,-2-5 0 0,-3 2 0 0,-2-1 0 16,-10 1 0-16,1 0 0 15,-5 1 0-15,-5 1 0 0,-4 1 0 0,-3-2-25 16,-2 4-26-16,-2-3-184 0,0 0 89 0,-2 3 63 15,-9-2 12-15,0 2-469 0,-1-1 250 0,1-1 126 16,2 3 53-16,-3 0-237 0,3-1 154 0,0 0 78 16</inkml:trace>
  <inkml:trace contextRef="#ctx0" brushRef="#br0" timeOffset="11999.2">23366 2898 2625 0,'-20'0'0'0,"4"0"0"0,8 0 0 0,1 0 0 0,1 0 0 0,6 0 0 0,0 0 0 0,6 1 0 0,15 3 0 0,5 0 0 0,4-1 181 0,2 3-71 0,3-1 357 16,8 4-214-16,-9-2-107 0,3 1-44 0,-2 2-55 15,-1-1-47-15,-4 0 0 0,-2 0 0 0,-8-1 0 16,3 1 0-16,-7 0 0 0,-2 3 0 0,-6-2 0 16,-3-3 0-16,-2 4 0 15,-3 0 0-15,0 2 0 0,-5 1 0 0,-12 1 0 16,-2 0 0-16,-2 1 0 0,-2-2 0 0,-4 7 0 15,-3-3-3-15,-9 6-140 0,1-1-546 0,-1 1 325 16,-4 1 153-16,-1 3 91 0,-3 0-269 0,2 1 175 16,-1-1 88-16,2-1-534 0</inkml:trace>
  <inkml:trace contextRef="#ctx0" brushRef="#br0" timeOffset="12203.44">22746 3668 2690 0,'-16'4'0'0,"5"-1"0"0,6 1 0 0,0-2 0 0,4 1 0 0,1-3 0 0,0 0 0 0,11 0 0 0,13 0 0 0,6 0 0 0,5 0 331 0,8 0-147 16,1 0-72-16,-4-3 384 0,14-1-378 0,-8-1-118 15,-2-4 0-15,2 4 0 0,-5-3 0 16,-7 3 0-16,-1 2 0 0,2-4 0 0,-8 4 0 0,0-1-463 16,-4 0 183-16,-4 1 168 15,-3-1 71-15,-4 3-793 0,-1-6 398 0,-6 1 198 16,-1-1 100-16,-2-2-351 0,-2-4 231 0</inkml:trace>
  <inkml:trace contextRef="#ctx0" brushRef="#br0" timeOffset="12387.42">23226 3459 1881 0,'-23'-4'0'0,"0"2"0"0,4 0 0 0,1 1 0 0,11 1 0 0,3 0 0 0,2 0 0 16,2 0 0-16,2 0 0 0,12 0 0 0,8 0 528 0,2 5-245 0,5 3-122 0,3 1 251 0,-2 3-192 0,2 0-90 15,-2 4-46-15,-2-1 36 16,-4 1-40-16,-7 2-48 0,0-1-32 0,-6 3 0 15,-5 0 0-15,-3 1 0 0,0 0 0 0,-3 0-192 16,-6 1 82-16,-7-1 74 0,-6 0-487 0,-1 0 265 16,-3-2 50-16,-4 5-450 0,1-3 315 15,-8 4 152-15,2 2 76 0,-3 2-450 0</inkml:trace>
  <inkml:trace contextRef="#ctx0" brushRef="#br0" timeOffset="12753.62">23129 4132 1912 0,'7'0'0'0,"7"-4"0"0,-3-6 0 0,-4-5 0 0,1 0 0 0,-1-1 0 0,-3 0 0 0,1-1 0 0,-1 2 0 0,-4 3 0 0,0-2 230 0,0 3-95 0,0 3-39 0,-13 0 58 16,-4 5-57-16,-6 1-29 0,0 2-1 16,-6 0 65-16,-1 5-37 0,-4 9-9 15,-1 1-48-15,0 1 169 0,2-1-84 0,2 0-43 16,10 3 11-16,0-1 41 0,5 0-46 0,7-1-1 15,4 2-68-15,5 0-17 0,0-1 0 0,1 1 0 16,17 2 0-16,2-4 0 16,6 2 0-16,4-5 0 0,2-1 0 0,0 0 0 15,-2 1 0-15,0-2 0 0,-5 3 0 0,-9-3 0 16,2 1 0-16,-9 3 0 0,-1-3 0 0,-6 1 0 0,-2 1 0 16,0-2 0-16,-14 3 0 15,-9 3 0-15,-4-2 0 0,-10 1 0 0,0-2 0 0,-4-1 0 0,6-3 0 16,-6 2 0-16,2-3 0 0,2-1 0 0,3-3 0 15,4-3 0-15,5-3 0 0,4 0 0 0,5 0 0 16,4-2 0 0,7-3-333-16,3-8 102 0,2 0 86 0,4-1-438 15,17-1 273-15</inkml:trace>
  <inkml:trace contextRef="#ctx0" brushRef="#br0" timeOffset="12923.6">23523 4499 3931 0,'-2'-7'0'0,"2"5"0"0,0 2 0 0,0 0 0 0,0 0 0 0,0-2 0 0,0-4 0 0,0 1 0 0,-3-1 0 0,-2 1 0 0,3-1 0 0,-1 2 0 0,1 0 0 0,-4 1 0 16,2 1 0-16,1 2 0 0,-4 0 0 0</inkml:trace>
  <inkml:trace contextRef="#ctx0" brushRef="#br0" timeOffset="20316.48">17697 1686 70 0,'0'0'0'0,"0"-1"0"0,-2-1 0 0,2 0 0 0,-3 1 0 0,2-2 0 0,-1 2 0 0,2-2 0 0,-2 3 0 0,0-2 0 0,0 2 2 0,2-1 1 0,-3 1-1 0,3-3 28 15,0 3-25-15,-2-2-1 0,2 1 0 0,-2 1 47 16,2-2-44-16,0 0 0 0,-2 0 1 0,2 0-6 16,0 1 9-16,-2 1-3 0,1-3 2 0,1 2-1 15,0-1 4-15,-2-1 11 0,2 2-14 0,-2 0-1 16,2-2-1-16,-2-1 32 0,2 2 3 0,-2-1-32 16,2 1 0-16,-2 0 29 0,2 0 4 0,-2-2-30 15,2 2 13-15,-2 1 43 0,2-3-19 0,-2 2 54 16,2-1-34-16,-2 2-1 15,0-1-21-15,2 0 32 0,-1 1-18 0,-1 1 0 16,2 0-25-16,-2 0 30 0,2-2 9 0,-2 2-39 16,2 0 0-16,0 0 25 0,-2 0 1 0,2 0-27 15,0 0 51-15,0 0-51 0,-1 0 1 0,1 0 64 16,0 0-32-16,-2 0 0 0,2 0-23 0,-2 0 79 16,0 0-43-16,2 0-1 0,0 0-45 0,-2 0 108 15,2 0-44-15,0 2-37 0,0-1 1 0,0 1 13 16,0 0 0-16,0-1-40 15,0 4 34-15,0-1-9 0,-3-1-25 0,3 1 71 16,0 0-35-16,0 0-1 0,0-1-26 0,0 4 46 16,-1-5-28-16,1 3 0 0,0-1-27 0,0-1 45 15,0 1-9-15,0-1-36 0,0 2 0 16,0 1 1-16,0-1-39 0,0-1 0 16,0 2 0-16,0-3 0 0,0 4 0 0,0-1 0 0,0 2 0 0,0-3 0 15,0 2 0-15,0-1 0 16,0 2 0-16,0-3 0 0,0 1 0 0,1 1 0 0,-1-1 0 15,0 0 0-15,3 1 0 0,-3 1 0 16,0-2 0-16,0 3 0 0,0 0 0 0,0-2 0 16,0 6 0-16,2-5 0 0,-2 3 0 0,0 0 0 15,0 3 0-15,2-3 0 0,-2 2 0 0,2-1 0 16,-2-1 0-16,2 0 0 0,-1 2 0 16,1-3 0-16,0 1 0 0,0 1 0 0,0-1 0 15,-2-2 0-15,1 3 0 0,1-2 0 16,0 2 0-16,-2-3 0 0,2 1 0 0,-2 1 0 15,2-2 0-15,-2 0 0 0,0 3 0 0,2-1 0 16,0-2 0-16,0 4 0 0,0-3 0 0,-2 0 0 16,2 2 0-16,0 0 0 0,-1 1 0 0,1-4 0 15,0 4 0-15,0 0 0 16,0 2 0-16,0-1 0 0,-2-1 0 0,1 2 0 0,1-1 0 0,-2 1 0 16,2-3 0-16,0 3 0 0,0-3 0 0,-1-1 0 15,2 3 0-15,-1-3 0 0,0 1 0 0,0-3 0 16,0 2 0-16,-1-1 0 0,1 4 0 0,0-2 0 15,0 1 0-15,0-1 0 0,-2 3 0 0,0-1 0 16,1 2 0-16,1-2 0 0,0 1 0 16,0 2 0-16,0-3 0 0,0 1 0 0,2 0 0 0,-2 0 0 15,0-1 0-15,3 1 0 16,-3-1 0-16,2 2 0 0,-2-3 0 0,-1 1 0 16,1 2 0-16,0-1 0 0,0 0 0 15,0 2 0-15,-1 0 0 0,-1-1 0 0,0 1 0 0,3 1 0 16,-3-2 0-16,2 1 0 15,-2 2 0-15,2-2 0 0,0 0 0 0,0 0 0 16,-1-1 0-16,1 3 0 0,0-2 0 0,0 2 0 16,-2-1 0-16,2-2 0 0,-1 4 0 0,-1-3 0 15,0 2 0-15,2 0 0 0,0-1 0 0,-2 4 0 16,2-2 0-16,-2 1 0 0,2 0 0 16,-1-1 0-16,2-1 0 0,-1 0 0 0,0-2 0 15,0 1 0-15,0-3 0 0,-1 0 0 16,1 1 0-16,0-4 0 0,0 3 0 0,0-1 0 15,-1 1 0-15,1-2 0 0,0 1 0 0,0 0 0 16,0-1 0-16,0 1 0 0,0-2 0 0,0 2 0 0,-2-3 0 0,2 3 0 16,0-3 0-16,0 3 0 15,-1 0 0-15,1-2 0 0,2 3 0 0,-2 0 0 16,0 1 0-16,-1-1 0 0,1 2 0 0,0-2 0 16,0 2 0-16,0-2 0 0,-1-4 0 0,2 3 0 15,-1-3 0-15,0-2 0 0,0-1 0 0,0-3 0 16,-2 0 0-16,1-1 0 0,1-2 0 0,-2-2 0 15,0 0 0-15,0 0 0 0,0 2 0 0,0-2 0 16,0 0 0-16,0 0 0 0,0 0 0 0,0 0 0 16,0 0 0-16,0 0 0 15,0 0 0-15,0 0 0 0,0 0 0 0,0 0 0 16,0-4 0-16,0-2 0 0,0-1-327 0,0-4 117 16,0 0 85-16,0-6-640 0,0-2 354 0,0-6 192 15,0-1 90-15,0 0-270 0,0-4 181 0,0 2 91 16</inkml:trace>
  <inkml:trace contextRef="#ctx0" brushRef="#br0" timeOffset="20871">17826 3366 1536 0,'-5'-4'0'0,"1"2"0"0,-2 0 0 16,2 0 0-16,-1 1 0 0,3 1 0 0,0 0 0 0,-1-3 0 0,3 3 0 0,-2 0 0 0,2 0 354 0,0-2-159 0,0 2-78 0,0-1 219 0,0-2-154 0,0 3-72 15,0-1-36-15,0-1 263 0,2 0-149 0,1 0-66 0,1 0-47 16,1 0 226-16,1 1-297 0,0-2-4 0,1 0 0 16,1 3 0-16,-1-3 0 0,5 2 0 0,-5-2 0 15,6 1 0-15,1 2 0 0,-5-3 0 16,6 0 0-16,0 1 0 0,0-2 0 0,0 0 0 16,0 0 0-16,0 1 0 0,-1 1 0 0,0-2 0 15,-1 1 0-15,1 0 0 16,-5 0 0-16,0 0 0 0,1 2 0 0,-3-1 0 15,-1 2 0-15,-3-2 0 0,1 2 0 0,1 0 0 16,-4 0 0-16,1 0 0 0,0 0 0 0,0 0 0 16,0 0 0-16,-2 0 0 0,0 0 0 0,0 0 0 15,0 0 0-15,0 0 0 0,0 0 0 0,0 0 0 16,0 0 0-16,0 0 0 0,1 0 0 0,-1 4 0 16,2 3 0-16,0-1 0 0,0 2 0 0,0 3 0 15,0-1 0-15,-1-1 0 16,1 6 0-16,2-3 0 0,0 0 0 0,0 3 0 15,2 2 0-15,-1-2 0 0,-1 3 0 0,1 0 0 16,0 3 0-16,0-1 0 0,1 1 0 0,-1 4 0 16,0-1 0-16,-1-1 0 0,2 2 0 0,-2-4 0 15,0-1 0-15,-1 3 0 0,1-4 0 0,0-2 0 16,-1-2 0-16,1 0 0 0,-2-8 0 16,1 3 0-16,0-4 0 0,-1-2 0 0,0-3 0 0,-2-1 0 15,0 0 0-15,0 0 0 0,0 0 0 16,0 0 0-16,0 0 0 0,0 0 0 15,0 0 0-15,-2 0 0 0,-4 0 0 0,2-1 0 16,-1-1 0-16,-1-2 0 0,1 0 0 0,-1 1 0 16,0-1 0-16,-2-2-420 0</inkml:trace>
  <inkml:trace contextRef="#ctx0" brushRef="#br0" timeOffset="38826.78">17584 1578 1390 0,'0'-2'0'0,"0"0"0"0,0-2 0 0,0 0 0 0,0 1 0 0,0-3 0 0,0 0 0 0,0 0 0 0,0-1 0 0,0 2 0 0,0-3 91 0,0 2-16 0,0 1 98 0,2-1-67 16,0 2-34-16,0 1 1 0,-2 1-34 0,1 0 101 15,-1 2-56-15,0 0 124 0,0 0-85 0,0 0-42 16,0 0 0-16,0 0 114 0,2 0-83 0,-2 0-36 15,0 4 0-15,0 3 79 0,0 2-58 0,0 0-19 16,0 3-10-16,0-1 96 0,0 3-63 0,0-3-28 16,0 2-73-16,0-4 0 0,0 5 0 0,0-2 0 15,2 1 0-15,-2-2 0 0,2 3 0 16,0-1 0-16,2 0 0 0,-2 1 0 16,2-2 0-16,-1 2 0 0,-1-2 0 0,2 2 0 15,-2 1 0-15,-1-1 0 0,1 0 0 0,0 1 0 16,0 0 0-16,0 0 0 0,-2 0 0 0,0 0 0 15,0 0 0-15,0 1 0 0,0 0 0 0,0-1 0 16,1 1 0-16,-1-1 0 0,0 0 0 0,0-1 0 16,0 3 0-16,0-1 0 0,0-2 0 0,3 2 0 15,-3-1 0-15,2 1 0 0,-2-1 0 0,0 0 0 16,2 2 0-16,-2 1 0 16,0-4 0-16,0 3 0 0,0 0 0 0,0 1 0 15,2 0 0-15,-2-1 0 0,0 1 0 0,0 0 0 16,0-2 0-16,2 1 0 0,-2-1 0 0,1 0 0 15,-1 1 0-15,2 0 0 0,0-2 0 0,0 2 0 16,0-2 0-16,-1 2 0 0,1-2 0 0,0 0 0 16,0 0 0-16,0 1 0 0,0-2 0 0,0 1 0 15,0 0 0-15,0-2 0 0,0 2 0 16,0-1 0-16,-1-2 0 0,1 1 0 16,0 1 0-16,0-1 0 0,-2-3 0 0,0 4 0 15,2-1 0-15,-2 1 0 0,0-3 0 0,0 2 0 16,2-1 0-16,-2 2 0 0,1-1 0 0,-1 1 0 15,2-2 0-15,0 3 0 0,0-3 0 0,0 3 0 16,-2-2 0-16,1 2 0 0,2-1 0 0,-1-1 0 16,-2-1 0-16,2 1 0 0,-2 0 0 0,2 1 0 15,0-1 0-15,-2 1 0 16,0-4 0-16,1 4 0 0,-1-2 0 0,2 2 0 16,0 0 0-16,0-2 0 0,-2-1 0 0,2 4 0 15,-1-3 0-15,1 1 0 0,-2-2 0 0,2 1 0 16,0-1 0-16,-2 1 0 0,2 2 0 0,-2-3 0 15,0 2 0-15,2 0 0 0,-2-1 0 0,0 5 0 16,0-4 0-16,0 0 0 0,0 0 0 0,0 0 0 16,0 0 0-16,0 1 0 0,0-3 0 0,0 1 0 15,2 1 0-15,-2-1 0 0,0-2 0 16,0 3 0-16,2-4 0 0,0 1 0 16,-2-2 0-16,2 2 0 0,0 2 0 0,-1-3 0 15,-1 1 0-15,2 1 0 0,-2 0 0 16,0-2 0-16,2 5 0 0,-2-5 0 0,0 2 0 15,0-1 0-15,0 3 0 0,2-4 0 0,-2 3 0 0,2-1 0 16,0-1 0-16,-2-1 0 0,1 2 0 16,1 0 0-16,0 0 0 0,-2 1 0 0,2-1 0 15,0 0 0-15,-2 2 0 0,1-1 0 0,-1 1 0 16,3-4 0-16,-1 0 0 0,-2 3 0 16,2-4 0-16,-2 2 0 0,2 0 0 0,-2 0 0 15,2-1 0-15,-1-1 0 0,-1 0 0 0,2 0 0 16,-2 1 0-16,2-1 0 0,0 2 0 0,-2-3 0 15,2 1 0-15,-1-1 0 16,-1-1 0-16,2-1 0 0,0 1 0 0,0-3 0 16,-2 1 0-16,2 0 0 0,-2-2 0 0,0 0 0 15,0-1 0-15,1-1 0 0,-1 2 0 0,0-2 0 16,0 0 0-16,0 0 0 0,0 3 0 0,0-3 0 16,0 0 0-16,0 0 0 0,0 0 0 15,0 0 0-15,0 0 0 0,0 0 0 0,0 0 0 0,0 0 0 16,-5-5-406-16</inkml:trace>
  <inkml:trace contextRef="#ctx0" brushRef="#br0" timeOffset="41582.01">17550 1598 1769 0,'0'0'0'0,"0"0"0"0,0-2 0 0,0 1 0 0,0-2 0 0,0 1 0 0,0 1 0 0,0-1 0 0,0 2 0 0,0-2 0 0,0 0 112 0,0 2-36 16,0 0 0-16,0 0 90 0,0 0-68 0,0 0-30 15,0 0 0-15,0 0 71 0,0 0-50 0,0-2-15 16,0 2 57-16,0 0-45 16,0 0-1-16,0 0 10 0,0 0-27 0,0 0 9 0,-1 0-38 0,-3 2 38 15,2 0-1-15,-3 2-37 16,4-3 10-16,-1-1 48 0,0 2-29 0,0 1 0 16,0-3-29-16,1 0 50 0,-1 1-76 0,2-1-13 15,-2 0 0-15,0 2 0 0,0-2 0 0,0 0 0 16,1 2 0-16,1-2 0 0,-2 0 0 0,2 2 0 15,-2-2 0-15,2 0 0 0,-2 0 0 0,2 0 0 16,-2 0 0-16,2 0 0 0,-2 0 0 0,2 2 0 16,-2-2 0-16,2 0 0 0,-2 0 0 0,0 1 0 15,0-1 0-15,0 2 0 16,-1 0 0-16,1 2 0 0,-2 0 0 0,1-1 0 16,-1-1 0-16,-1 2 0 0,4 2 0 0,-3-3 0 15,0 2 0-15,1 0 0 0,-1 1 0 0,0-2 0 16,1 1 0-16,-1-1 0 0,0 2 0 0,0 0 0 15,0-1 0-15,2 2 0 0,-3-1 0 0,3 1 0 16,-3 1 0-16,1-1 0 0,-2 1 0 0,2 3 0 16,-1-4 0-16,-1 3 0 15,1 1 0-15,-1 1 0 0,0-1 0 0,-1 1 0 16,-1-2 0-16,1 4 0 0,-1-3 0 0,0 4 0 16,1-3 0-16,-2 4 0 0,-1-1 0 0,1 0 0 15,2 2 0-15,-5-1 0 0,3 0 0 0,-2 0 0 16,1 2 0-16,1-3 0 0,-2 4 0 0,1-5 0 15,1 1 0-15,-1 0 0 0,1 0 0 0,-1 1 0 16,1-2 0-16,0 1 0 0,-1-1 0 0,-1 1 0 16,0 2 0-16,-1-2 0 0,1 1 0 15,-1 2 0-15,2-2 0 0,-3 2 0 16,1 0 0-16,-1 0 0 0,2 0 0 0,-1 0 0 16,2 2 0-16,-2-4 0 0,-3 5 0 0,4-4 0 15,-1 1 0-15,2 1 0 0,-4 1 0 0,3-2 0 16,-1-1 0-16,0 1 0 0,3 1 0 0,-2-2 0 15,-1 2 0-15,1 0 0 0,0 0 0 0,1-3 0 16,-1 4 0-16,-1-2 0 0,3 1 0 0,0-2 0 16,0 1 0-16,-1 1 0 0,1-2 0 15,-1 2 0-15,0-2 0 0,1 0 0 16,0 1 0-16,-1 1 0 0,1 1 0 0,0-2 0 16,0 3 0-16,-1-3 0 0,1 3 0 0,-2 2 0 15,3-5 0-15,-3 2 0 0,2 0 0 0,-2-1 0 16,2 0 0-16,-2-1 0 0,1-1 0 0,-1 3 0 15,1-3 0-15,-2 1 0 0,1 3 0 0,0-3 0 16,-3 4 0-16,3-5 0 0,-4 5 0 0,4-5 0 16,-3 4 0-16,3-2 0 0,-2 2 0 0,0-2 0 15,2 2 0-15,-1-3 0 16,-1 0 0-16,2 2 0 0,-2 0 0 0,2-1 0 16,0 2 0-16,-3-3 0 0,1 5 0 0,-2-2 0 15,2-1 0-15,-2 3 0 0,2-2 0 0,-1 0 0 16,-2 1 0-16,2-2 0 0,-1 1 0 0,5-4 0 15,-4 1 0-15,3 2 0 0,-3-3 0 0,3 0 0 16,0-3 0-16,0 2 0 0,-2-4 0 0,1 2 0 16,1 1 0-16,0-4 0 15,-3 3 0-15,3 0 0 0,1-3 0 0,-2 2 0 16,1 1 0-16,-1-3 0 0,3 3 0 0,0-4 0 16,0 2 0-16,2-5 0 0,0 3 0 0,1-1 0 15,1-2 0-15,0 2 0 0,0-4 0 0,1 1 0 16,2-1 0-16,-1 0 0 0,-1 0 0 0,2-1 0 15,1 2 0-15,-3-2 0 0,2 0 0 0,0 0 0 16,0-1 0-16,1-1 0 0,1 1 0 0,-3-2 0 16,3 1 0-16,0-2 0 0,-2 0 0 0,2 0 0 15,0 0 0-15,0 0 0 16,0 0 0-16,0 0 0 0,0 0 0 0,0 0 0 16,0 0 0-16,0 0 0 0,0 0 0 0,2 0 0 15,1 0 0-15,2 0 0 0,2 0 0 0,1-2 0 16,4-4 0-16,-2-1-1029 0,1-1 484 0,7-8 253 15</inkml:trace>
  <inkml:trace contextRef="#ctx0" brushRef="#br0" timeOffset="42403.54">16342 2941 2287 0,'0'-6'0'0,"0"4"0"0,0-1 0 0,0-2 0 0,0 4 0 0,0-2 0 0,0 2 0 0,0 1 0 0,0 0 0 0,0 0 0 0,0 0 300 15,0 0-130-15,0 0-65 0,0 0-23 0,0 0 182 16,0 4-113-16,0 2-55 0,0 3-28 0,0-2 88 15,1 4-48-15,-1 2-39 0,0-1 0 0,0 4-63 16,0-2-6-16,0 4 0 0,0-2 0 0,0 4 0 16,0-5 0-16,-1 5 0 15,-4-4 0-15,1 4 0 0,2-4 0 0,1 1 0 16,-3 1 0-16,2-1 0 0,0 1 0 0,-1-2 0 16,1 1 0-16,0 0 0 0,0-1 0 0,0-2 0 15,-1 2 0-15,0-1 0 0,1-3 0 0,0 0 0 16,1-1 0-16,-1 0 0 0,0-2 0 0,0 1 0 15,2-3 0-15,0 3 0 0,-2-2 0 0,2-2 0 16,-2 1 0-16,2 1 0 0,0-3 0 0,0 0 0 16,0 1 0-16,0-1 0 0,0 0 0 15,0 0 0-15,0-1 0 0,0 2 0 16,0-3 0-16,0 1 0 0,0-1 0 0,0 2 0 16,0-2 0-16,0-1 0 0,0 3 0 0,0-4 0 15,0 3 0-15,0-3 0 0,2 1 0 0,0 0 0 16,0 0 0-16,0-2 0 0,0 2 0 0,-1-2 0 15,1 0 0-15,3 0 0 0,0 0 0 0,1 0 0 16,-1 0 0-16,2 0 0 0,2 0 0 0,-2 0 0 16,2 0 0-16,2-4 0 15,-1 0 0-15,1-1 0 0,3-1 0 0,-2 1 0 16,1-3 0-16,4 1 0 0,-2-3 0 0,2 2 0 16,3-3 0-16,-2 0 0 0,1-3 0 0,6 0 0 15,-6 1 0-15,1-1 0 0,4-1 0 0,-2 5 0 16,1-4 0-16,0 3 0 0,-2-2 0 0,-1 4 0 15,1-3 0-15,-2 3 0 0,1-2 0 0,-1 1 0 16,-1 1 0-16,1-1 0 0,-1 1 0 0,0 2 0 16,-3-1 0-16,0 1 0 15,1 1 0-15,-6 1 0 0,-1-2 0 0,2 3 0 16,-4 2 0-16,-2 1 0 0,0-3 0 0,-1 2 0 16,0 2 0-16,-3 0 0 0,2 0 0 0,-1-2 0 15,0 2 0-15,0 0 0 0,-2 0 0 0,1 0 0 16,-1 0 0-16,2 0 0 0,-2 0 0 0,0 0 0 15,2 0 0-15,-2 0 0 0,0 0 0 0,0 0 0 16,0 0 0-16,0 0 0 0,0 0 0 0,0 0 0 16,0 0 0-16,0 0 0 15,0 0 0-15,0 0 0 0,0 0 0 0,0 0 0 16,0 6-183-16,0 3-56 0</inkml:trace>
  <inkml:trace contextRef="#ctx0" brushRef="#br0" timeOffset="42576.51">17538 3328 3931 0,'-3'-7'0'0,"1"5"0"0,-3-10 0 0,-3 1 0 0,1-1 0 0,3 6 0 0,0-1 0 0,4 2 0 0,0-3 0 0,0 3 0 0,0 1 0 0,6 1 0 0,3 3-435 16,2 0-191-16</inkml:trace>
  <inkml:trace contextRef="#ctx0" brushRef="#br0" timeOffset="45986.75">15930 4132 639 0,'0'0'0'0,"0"0"0"0,0 0 0 0,0 0 0 0,0-2 0 0,0 0 0 0,0 2 0 0,0 0 0 0,0 0 0 0,0 0 0 0,0 0 35 0,0 0 9 0,0 0 34 15,0 0-41-15,0 0 1 0,0 0 0 0,0 0 32 16,0 0 10-16,0 0-40 16,0 0 0-16,0 0 37 0,0 0-36 0,0 0-1 0,0 0 46 0,0 0-11 15,0 0-34-15,0 0 41 16,0 0 0-16,0 0-42 0,0 0 11 0,1 0 24 16,1 0 0-16,0 0-35 0,0 0 0 0,1 0 49 15,-2 0-38-15,1-3-11 0,0 3 0 0,0 0-29 16,-2 0 29-16,0 0 0 0,2-1-5 15,0 1 5-15,-2 0 0 0,0 0-39 0,0 0 0 0,1 0 39 16,-1 0 7-16,0 0-52 0,0 0 1 0,0 0 26 16,0 0 8-16,0 0-31 15,0 0 34-15,0 0-12 0,0 0 4 0,0 0-2 16,0 0 1-16,0 0-1 16,0 0-26-16,0 0 26 0,0 0 0 0,0 0-6 15,0 0 5-15,0 0 0 0,0 0 6 0,0 0-53 0,0 0 45 16,0 0-2-16,0 0 2 0,0 0-57 15,0 0 30-15,0 0-10 0,2 0 32 0,0-2-253 0,0 2 118 0,1 0 49 16,1 0-480-16,3 0 254 0,-2 0 128 16</inkml:trace>
  <inkml:trace contextRef="#ctx0" brushRef="#br0" timeOffset="48560.91">15972 4128 1003 0,'-2'0'0'0,"-3"0"0"0,3 0 0 0,0 0 0 0,1 0 0 0,-1 0 0 0,2 0 0 0,0 0 0 0,-2 0 0 0,2 0 0 0,0 0 76 0,0 0 87 0,0 0-51 0,0 0-40 16,0 0-1-16,0 0 108 16,0 0-70-16,0 0-33 0,0 0 10 0,0 0 92 15,0 0-69-15,0 0-33 0,0 0-1 0,0 0 86 16,2 0-49-16,0 0-41 0,-1 0 0 0,1-3 33 15,0 2-32-15,3-1 19 0,-2 2-39 0,-1-3-11 16,2 2 0-16,-2 1-7 0,1-1 7 0,1 1 0 16,-2-3 11-16,1 3-29 0,-1 0 18 0,3-1 1 15,-3 1-1-15,-1 0-13 0,3 0 24 0,-2-2-11 16,1 0 39-16,-1 0-38 0,2 0-1 0,0 0 13 16,-3 1-3-16,3-2-25 15,-2 2-26-15,2-1 0 0,-2-1 0 0,0 3 0 16,0-1 0-16,0 1 0 0,-2 0 0 0,2 0 0 15,-2-2 0-15,0 2 0 0,1 0 0 0,-1 0 0 16,0 0 0-16,2 0 0 0,-2 0 0 0,2 0 0 16,-2 0 0-16,2 0 0 0,-2 0 0 0,2-2 0 15,-1 2 0-15,-1 0 0 0,2 0 0 0,0 0 0 16,0 0 0-16,-2 0 0 0,3 0 0 0,-1 0 0 16,-1 0 0-16,1 0 0 15,0 0 0-15,0 0 0 0,0 0 0 0,-1 0 0 16,1 0 0-16,0 0 0 0,0 0 0 0,2 0 0 15,-3 0 0-15,1 0 0 0,0 0 0 0,1 0 0 16,-1 0 0-16,-1 0 0 0,1 0 0 0,0 0 0 16,0 0 0-16,0 0 0 0,0 0 0 0,-1 0 0 15,3 0 0-15,0 0 0 0,-1 0 0 16,1 0 0-16,1 0 0 0,-2 0 0 0,1 0 0 16,-1 0 0-16,1 0 0 0,-2 0 0 15,2 0 0-15,-3 0 0 0,3-1 0 0,-1 1 0 16,-1 0 0-16,-1-3 0 0,1 3 0 0,0 0 0 15,2-2 0-15,-2 2 0 0,1-1 0 0,1-1 0 16,-1 0 0-16,1 0 0 0,1 2 0 0,0-2 0 16,-1 1 0-16,-1-2 0 0,1 3 0 0,0-2 0 15,-1 1 0-15,1 1 0 0,1-2 0 0,-2 2 0 16,-1 0 0-16,2 0 0 0,-3-2 0 16,1 2 0-16,2 0 0 0,-2 0 0 15,0-2 0-15,1 2 0 0,-1 0 0 0,1-2 0 16,-1 2 0-16,1-2 0 0,-1 2 0 0,0-2 0 15,2 2 0-15,-3-2 0 0,3 2 0 0,0 0 0 16,-1 0 0-16,1-3 0 0,2 0 0 0,0 2 0 16,1-1 0-16,0 1 0 0,2-2 0 0,0 0 0 15,-2-1 0-15,2 0 0 0,-1 0 0 0,1 1 0 16,-1-1 0-16,2 0 0 16,-3 3 0-16,0-4 0 0,1 4 0 0,-3-2 0 15,3 2 0-15,-2-1 0 0,-1 0 0 0,2 0 0 16,-1 0 0-16,0 2 0 0,0-2 0 0,1 2 0 15,-1-1 0-15,2-2 0 0,-1 2 0 0,0-1 0 16,1 1 0-16,-1-2 0 0,1-1 0 0,-1 3 0 16,1-1 0-16,-3-2 0 0,2 2 0 0,-4 0 0 15,3 0 0-15,-1 0 0 0,-1 2 0 16,-1 0 0-16,1 0 0 0,1 0 0 0,0 0 0 0,-1 0 0 16,-1 0 0-16,1 0 0 0,1 0 0 15,-1 0 0-15,3 0 0 0,-4 0 0 0,4 0 0 16,-3 0 0-16,2 0 0 0,-1 0 0 0,0 0 0 15,-2 0 0-15,3 0 0 0,-4 0 0 16,1 0 0-16,1 0 0 0,-2 0 0 0,-1 0 0 16,3 0 0-16,-2 0 0 0,1 0 0 0,-1 0 0 15,-1 0 0-15,1 0 0 16,2 0 0-16,-2 0 0 0,-1 0 0 0,1 0 0 16,0 0 0-16,2 0 0 0,-2 0 0 0,-1 0 0 15,1 0 0-15,3 0 0 0,-3 0 0 0,1 0 0 16,-1 0 0-16,0 0 0 0,0 0 0 0,1 0 0 0,-1 0 0 0,0 0 0 15,0 0 0-15,1 0 0 0,-1 0 0 16,3 0 0-16,-3 0 0 0,0 0 0 0,1 0 0 16,-1 0 0-16,2 0 0 0,-3 0 0 15,3 0 0-15,-2 0 0 0,0 0 0 0,0 0 0 16,-1 0 0-16,1 0 0 16,0 0 0-16,1 0 0 0,-1 0 0 0,-1 0 0 15,1 0 0-15,0 0 0 0,0 0 0 0,0 0 0 16,0 0 0-16,-2 0 0 0,1 0 0 0,-1 0 0 0,2 0 0 0,-2 0 0 15,2 0 0-15,-2 0 0 0,0 0 0 0,0 0 0 16,0 0 0-16,0 0 0 0,0 0 0 16,0 0 0-16,0 0 0 15,0 0 0-15,0 0 0 0,0 0 0 0,0 0 0 16,0 0 0-16,0 0 0 0,0 0 0 0,0 0 0 16,0 0 0-16,0 0 0 0,0 0 0 0,0 0 0 0,0 0 0 15,0 0 0-15,0 0 0 0,0 0 0 16,0 0 0-16,0 0 0 0,2 0 0 0,-2 0 0 0,0 0 0 15,0 0 0-15,0 0 0 16,0 0 0-16,0 0 0 0,0 0 0 0,0 0 0 16,0 0 0-16,0 0 0 0,0 0 0 0,0 0 0 15,0 0 0-15,0 0 0 0,0 0 0 0,0 0 0 16,0 0 0-16,0 0 0 16,0 0 0-16,0 0 0 0,0 0 0 0,0 0 0 15,0 0 0-15,0 0 0 0,0 0 0 0,0 0 0 16,0 0 0-16,0 0 0 0,0 0 0 0,0 0 0 15,0 0 0-15,0 0 0 0,0 0 0 0,0 0 0 16,0 0 0-16,0 0 0 0,0 0 0 0,0 0 0 16,0 0 0-16,0 0 0 0,0 0 0 15,0 0 0-15,0 0 0 0,0 0 0 0,0 0 0 0,0 0 0 16,0 0 0-16,0 0 0 16,2 0 0-16,-1 0 0 0,1-1 0 0,0-1 0 15,1 2 0-15,-1-2 0 0,-1 2 0 0,1-1 0 16,0 1 0-16,0 0 0 0,0-3 0 0,-2 3 0 15,2 0 0-15,-1 0 0 0,1-1 0 0,2 1 0 0,-2 0 0 16,1-2 0-16,4 2 0 0,-4-2 0 16,1 0 0-16,1 2 0 0,1-3 0 0,1 2 0 15,1 0 0-15,0-2 0 0,1 1 0 0,3 1 0 16,-5-2 0-16,4 2 0 16,3-1 0-16,-2-2 0 0,1 2 0 0,1 0 0 0,-2-2 0 15,4 3 0-15,-2-2 0 0,3 1 0 0,-2-2 0 16,4 2 0-16,-4-3 0 0,4 1 0 15,0 1 0-15,-1-1 0 0,3 0 0 0,0-1 0 16,-1 0 0-16,3 0 0 0,2-1 0 0,-4 1 0 0,2 0 0 16,2-1 0-16,-4 3 0 0,7-5 0 15,-4 3 0-15,0 0 0 0,3-1 0 0,-1 1 0 16,4 0 0-16,0-3 0 16,0 1 0-16,2 0 0 0,0 2 0 0,-2 0 0 15,2-3 0-15,0 3 0 0,-2-3 0 0,0 3 0 16,-1-2 0-16,1 2 0 0,0-1 0 0,0 0 0 15,0 1 0-15,2-1 0 0,-2 1 0 0,0-1 0 16,0 0 0-16,2 1 0 0,0-1 0 0,0 0 0 0,-2 1 0 16,0-1 0-16,-4 2 0 0,6-2 0 15,-5 3 0-15,-2-3 0 16,0 2 0-16,-1 0 0 0,-3 1 0 0,6-1 0 0,-2 3 0 16,0-3 0-16,1 0 0 0,1-2 0 15,-3 3 0-15,6-1 0 0,-1-1 0 0,-4-1 0 0,1 0 0 16,1 0 0-16,-4 3 0 0,5-4 0 0,-3 1 0 0,-2 2 0 15,-2-1 0-15,0 3 0 0,-1-3 0 16,1 2 0-16,0 0 0 0,-3-2 0 16,2 3 0-16,-4-1 0 0,3-1 0 0,0 0 0 15,-2 0 0-15,0 1 0 0,-1-1 0 16,0 0 0-16,-3 0 0 0,2 1 0 0,-6 0 0 16,2 2 0-16,-3 0 0 0,-2-3 0 0,-1 3 0 0,-1-1 0 15,-2 2 0-15,0-2 0 0,-1 2 0 16,1 0 0-16,-2 0 0 0,0 0 0 15,0 0 0-15,0 0 0 0,0 0 0 0,0 0 0 16,0 0 0-16,0 0 0 0,0 0 0 0,0 0 0 16,0 0 0-16,0 0 0 0,0 0 0 0,0 0 0 15,0 0 0-15,0-1 0 0,0 1 0 0,0 0 0 16,-3 0 0-16,-3-3 0 16,1 3 0-16,-1 0 0 0,3 0-40 0,-4 0-136 15,2 0 72-15,-1 0-851 0,4 0 457 0,-1 0 228 0</inkml:trace>
  <inkml:trace contextRef="#ctx0" brushRef="#br0" timeOffset="48904.53">18854 3268 3165 0,'-8'3'0'0,"3"3"0"0,-1-2 0 0,5-1 0 0,-2-3 0 0,3 3 0 0,0-1 0 0,0 2 0 15,10-1 0-15,4 2 0 0,4 1 293 0,0 0-126 0,6 0-63 0,-3 0 98 16,6 3-202-16,-2 0 0 16,-2 0 0-16,0 3 0 0,0-3 0 0,-7 2 0 0,5 0 0 0,2 3 0 15,-7-3 0-15,2 0 0 0,-6 3 0 16,2-4 0-16,-5 1 0 0,-2-1 0 16,-3 0 0-16,0 0 0 0,-1 1 0 0,-3 1 0 15,0 1 0-15,0 3 0 0,-9-2 0 0,-3 1 0 16,-4 6 0-16,1-3 0 0,-6 5 0 0,3-2 0 15,-3 3 0-15,0-1 0 0,1-1 0 0,-2 3 0 16,1 0 0-16,-2-4 0 0,3 3 0 0,-3 0 0 16,2-2 0-16,1 1 0 0,-3 0 0 15,0-1 0-15,2-1 0 0,0-3 0 16,-2 3 0-16,5-3-37 0,-5 2-1061 0,2-4 526 0</inkml:trace>
  <inkml:trace contextRef="#ctx0" brushRef="#br0" timeOffset="49192.98">17774 4406 3605 0,'-13'0'-7'0,"6"0"4"15,2 0 1-15,1 0 2 0,4 0 0 0,0 0 0 0,0 0 0 0,2 0 0 0,14 0 0 0,5 0 0 0,6-3 138 0,5 2 62 0,4-6-200 0,9-2 0 0,-8 4 0 0,13-6 0 0,-2 1 0 16,3 0 0 0,-2-4 0-16,-1 3 0 0,-7 0 0 0,0-1 0 0,-2 3 0 15,-6 0 0-15,-4 1 0 0,-7 2 0 0,-1-1 0 0,-2 1 0 16,-6 3 0-16,-4-3-487 16,-3 2 24-16,-2 0 210 0,-3 0 94 0,-1-3-455 0,0-1 285 0,0 0 144 15,-9-6-340-15,-2 0 242 16,-2-4 111-16</inkml:trace>
  <inkml:trace contextRef="#ctx0" brushRef="#br0" timeOffset="49383.71">18343 4087 1681 0,'-15'-10'0'0,"-2"5"0"0,4-1 0 0,5 0 0 0,3 2 0 0,1 0 0 0,4 1 0 0,0-3 0 0,9 2 0 0,12 1 0 0,1-1 595 0,3 3-267 16,7-2 359-16,1 2-323 0,-1 1-162 0,2 0-128 16,-2 0-74-16,-2 4 0 0,-2 4 0 15,-3 2 0-15,-4 1 0 0,-3 2 0 0,-4 2 0 0,-3 0 0 16,-6 4 0-16,-3-2 0 0,-2 4 0 15,-2 1 0-15,-9-4 0 0,-10 6 0 0,1-2 0 16,-3-1 0-16,-3-1 0 0,-2 3-9 0,-2-1-931 0,-6 5 455 16,2-2 222-16,-3 2 111 0,-1 3-659 15,-1-2 385-15</inkml:trace>
  <inkml:trace contextRef="#ctx0" brushRef="#br0" timeOffset="49760.28">18251 4720 1952 0,'7'1'-1'0,"1"-1"0"0,-1 0-1 0,-1 0 1 0,-2-1 0 0,0-13 0 0,-2 3 1 0,3-2-1 15,-1 0 1-15,-1-1 0 0,-1 1 265 0,0 0-112 0,0 0-57 0,-2 2-27 0,0 1 123 0,0 2-81 16,-9 0-35-16,-4 3 0 0,-3 4 137 0,-4-1-86 16,-2 2-33-16,-7 0-10 0,1 11 173 15,-2 5-109-15,-2-1-122 0,6 1-26 0,3 1 0 0,-1 4 0 16,12-6 0-16,0 2 0 0,4-2 0 15,5 1 0-15,3-2 0 0,0 1 0 0,3 0 0 16,8-3 0-16,4 4 0 0,4-1 0 0,0-4 0 16,8 2 0-16,-4 0 0 0,0-1 0 15,-4-1 0-15,1 3 0 0,-4-2 0 0,-4 3 0 0,-3-1 0 16,-2 1 0-16,-5 0 0 16,-2 2 0-16,-4-3 0 0,-11 3 0 0,-6-2 0 15,-5 0 0-15,-6 0 0 0,-6 0 0 0,4-3 0 16,-9-1 0-16,10-1 0 0,-6-3 0 0,-2 1 0 0,6-3 0 15,3-3 0-15,2 0 0 0,5-2 0 16,5 0 0-16,5 0 0 0,6 0 0 16,1 0 0-16,8 0 0 0,0-2 0 0,0 0 0 0,15 2-202 15,11 0-470-15</inkml:trace>
  <inkml:trace contextRef="#ctx0" brushRef="#br0" timeOffset="49934.81">18643 5114 3931 0,'-5'-4'0'0,"5"4"0"0,0-2 0 0,0-1 0 0,0 2 0 0,0-3 0 0,0 3 0 0,0-1 0 0,0 0 0 0,0 0 0 0,0 0 0 16,0 2 0-16,1 0 0 0,3 0 0 0,4 0 0 15,0 12 0-15</inkml:trace>
  <inkml:trace contextRef="#ctx0" brushRef="#br0" timeOffset="52570.52">17582 1667 2899 0,'2'0'0'0,"2"0"0"0,7-2 0 0,0-3 0 0,2 1 0 0,3 0 0 0,-2-2 0 0,4 4 0 0,-2-2 0 0,1-2 0 0,0 2 88 0,2 0 0 0,-2 0-105 16,1-1 40-16,2 1-10 0,0 0 30 0,1-1-147 15,5-1 74-15,-3 0 36 0,0 3-597 0,10-3 300 0,-1 1 151 16,4-2-682-16</inkml:trace>
  <inkml:trace contextRef="#ctx0" brushRef="#br0" timeOffset="52748.2">18471 1423 2632 0,'0'2'0'0,"2"1"0"0,-1-1 0 0,1-2 0 0,2 0 0 0,3 0 0 0,1 0 0 0,5-2 0 0,3-3 0 0,2 0 0 0,1-3 372 0,5 1-165 0,-2-1-72 0,10-1-163 15,0 0 36-15,8-3-1 0,0 0-523 16,1 3 279-16,-2 0 151 0,10-4 59 0,-2 3-730 16,0 0 386-16,-3-1 92 0</inkml:trace>
  <inkml:trace contextRef="#ctx0" brushRef="#br0" timeOffset="53056.08">19321 1212 1931 0,'5'0'-1'0,"-2"0"-1"0,1 0 1 16,0 0 1-16,1 0-1 0,0 0 0 0,3 0 1 0,4-3 0 0,0 0 0 0,6-2 0 0,0-1 91 0,5-2 312 0,1 1-180 0,-1-3-80 0,5 0 84 0,1 1-92 16,-2-2-47-1,5 1-96-15,1-5 0 0,0 5 61 0,1-3-11 0,0 2-414 0,1 0 207 16,-1 0 103-16,0 0 53 0,-2 0-506 16,-2 1 262-16,-2 1 45 0,-7 1 96 0,1-1-329 0,-3 0 200 15,-5 5 88-15,-3-1-10 0,-2-1 60 16,-6 2 31-16,-1 2 179 0,0 0-75 0,0 0-48 15,-2 0 11-15,0 2 151 0,0-2-95 0,0 2-46 16,0 0 0-16,3-1 439 0,2-2-164 0,4 2-136 16,2-4-68-16,1-1 329 15,4 1-181-15,2 0-81 0,0-2 29 0,6-1-64 16,1 1-33-16,3 0-422 0,1-4 194 0,2 4 109 16,1-2 37-16,2 1-685 0,-2 1 325 0,0-1 187 15,-4 1 25-15</inkml:trace>
  <inkml:trace contextRef="#ctx0" brushRef="#br0" timeOffset="53183.9">20546 813 1855 0,'0'2'0'0,"0"2"0"0,0-2 0 0,2-2 0 0,0 0 0 0,-1 0 0 16,6 0-1-16,0 0 0 0,4-2 0 0,3-1 0 0,0 0 92 0,4-3-1 0,-2 2 150 0,5-2-89 0,4 1-61 0,-7 2-206 0,10-3 79 16,-2 0 38-16,1 5-573 0,-4-4 318 15,0 4 143-15,0-1 76 0</inkml:trace>
  <inkml:trace contextRef="#ctx0" brushRef="#br0" timeOffset="53311.77">20930 776 1110 0,'-5'0'0'0,"5"0"0"0,0 0 0 0,0 0 0 0,0 0 0 0,0-2 0 0,3-2 0 0,2 0 0 0,4 3 0 0,-1-2 0 0,2 1 22 0,1 1-11 0,-1-1-226 0</inkml:trace>
  <inkml:trace contextRef="#ctx0" brushRef="#br0" timeOffset="53479.44">21096 749 1836 0,'-7'2'0'0,"3"2"0"0,1-4 0 0,-4 2 0 0,6-2 0 0,-3 0 0 0,4 0 0 0,-2 2 0 0,2-2-1 0,0 3 1 0,0 1 92 0,0 0 159 0,-2 2-94 0,2-1-63 15,0 3-193-15,0 0 71 0,0 2 35 0,0-1-230 16,0 1 126-16,0 1 70 0</inkml:trace>
  <inkml:trace contextRef="#ctx0" brushRef="#br0" timeOffset="53646.42">20901 1013 2413 0,'-13'11'0'0,"2"0"0"0,0-2 0 0,-3 2 0 0,3 0 0 0,-1 3 0 0,3-2 0 0,2 1 0 0,-2 2 0 0,1-1 0 0,2 3 135 16,1-2-47-16,1 4-386 15,-1-3 164-15,0 4 87 0,1 0 43 0,-1 1-284 0,1 2 164 16,-5-2 92-16</inkml:trace>
  <inkml:trace contextRef="#ctx0" brushRef="#br0" timeOffset="53795.5">20519 1617 2276 0,'-18'18'0'0,"3"2"0"0,2-4 0 0,-3-1-1 0,4 0-4 0,-4 0 1 0,5 2 0 0,2-2 1 0,-1 2 0 0,3 0 1 0,1 0 200 0,3 0-79 0,-3 0-40 16,5 2-317-16,-1-1 134 0,2 1 72 16,-3 0 36-16,1-1-697 0,2 4 367 0</inkml:trace>
  <inkml:trace contextRef="#ctx0" brushRef="#br0" timeOffset="53955.36">20149 2242 2181 0,'-18'18'0'0,"3"-2"0"0,2-3 0 0,-1-4-1 0,2 3-2 0,-2-3 1 0,3 2-1 0,4 1 1 0,1-2 0 0,0 2 0 0,4-3 88 0,-2 3 1 16,2-3-206-16,2 2 80 0,-1 0 49 0,1-1-597 15,-2 2 297-15,0-1 149 0,-3 4 74 0,-3-1-426 16,-2 2 216-16,-1-1 124 0,0 1 56 0</inkml:trace>
  <inkml:trace contextRef="#ctx0" brushRef="#br0" timeOffset="54195.01">19915 2593 1220 0,'-21'17'0'0,"2"0"0"0,1 0 0 0,2-4 0 0,0 1 0 0,1-2 0 0,0 3 0 0,1-3 0 16,3-1 0-16,2 1 0 0,-1 0 250 0,5-4-96 0,1 3-61 0,0-1-27 0,1-1-79 16,3 1 27-16,0-1-1 0,0-2 37 0,0 0-348 15,0 0 168-15,0 0 86 0,0 1-400 0,0 0 194 16,0 2 127-16,-2 2-135 15,-2-3 111-15,-2 3 50 0,0-2 41 0,-3 1 56 0,0 3 0 0,-4-1 0 16,0 0 0-16,-5 3 0 0,4-2 0 16,-7 4 0-16,6-5 0 0,-2 1 188 0,-2 2-134 15,4-4-21-15,0 1 328 0,2 1-145 16,2-3-95-16,1-1 66 0,3-4-74 0,1 3-36 16,1-2-1-16,3-2-83 0,-2 0 9 0,3 4 38 15,-2-5 0-15,1 5-367 0,-2-2 184 0,1 5 91 16,-1-5 37-16,-5 5-420 0</inkml:trace>
  <inkml:trace contextRef="#ctx0" brushRef="#br0" timeOffset="54319.6">19395 3293 1028 0,'-10'14'0'0,"-1"-2"0"0,2 3 0 0,-3-4-1 16,3 0 1-16,-2 2 0 0,1-4 0 0,1 2 0 0,1-1-1 0,1 2 1 0,1-3 101 0,0-2-31 0,3 3-15 0,-1-2-15 0,2-2 10 0,0 0-242 15,2 3 116-15,0-4 58 0,0 2 29 0,0-1-192 16,0-1 102-16</inkml:trace>
  <inkml:trace contextRef="#ctx0" brushRef="#br0" timeOffset="54439.32">19222 3598 1464 0,'-13'9'-1'0,"1"5"1"0,3-3 0 0,4-5 0 0,-3 1 0 0,2-2 0 0,0 1 0 0,3-4 0 0,1 2 0 0,2-3 0 0,0 2 77 0,0-3 167 0,0 2-101 0,0-2-53 15,2 0-283-15,1 0 125 0</inkml:trace>
  <inkml:trace contextRef="#ctx0" brushRef="#br0" timeOffset="58154.38">17571 1656 1412 0,'0'-1'0'0,"-2"-3"0"0,0-1 0 0,2 3 0 0,-2-2 0 0,2-1 0 0,0 2 0 0,0-1 0 0,0 2 0 0,0 1 0 0,0-2 132 0,0 1-51 0,0 1 66 0,0 1 53 15,0 0-80-15,0 0-40 0,0 0 196 0,0 0-123 16,0 0-56-16,0 0 157 0,0 0-107 15,-2 0-54-15,0 3-16 0,0 5 70 0,2-1-53 0,-1 2-28 16,1 3 1-16,0-3 148 16,-2 1-142-16,2 4-73 0,0-4 0 0,0 1 0 15,0 1 0-15,0 1 0 0,0-2 0 0,0 3 0 16,0 1 0-16,0-3 0 0,0 3 0 0,0-2 0 16,0 5 0-16,0-5 0 0,0 3 0 0,0 0 0 15,0 2 0-15,0-3 0 0,0 2 0 0,0 1 0 16,0-2 0-16,0 3 0 0,0-3 0 0,0 4 0 15,0-4 0-15,0 1 0 16,0-2 0-16,0 3 0 0,0-3 0 0,0 0 0 16,2 0 0-16,1 0 0 0,1 0 0 0,-2 0 0 15,2 0 0-15,0-3 0 0,0 6 0 0,-3-3 0 16,1-1 0-16,0 4 0 0,0 1 0 0,0-2 0 16,-2-1 0-16,0 3 0 0,0-2 0 0,0 1 0 15,0-1 0-15,0 2 0 0,0-2 0 0,2 1 0 16,-2-2 0-16,0 1 0 15,1 0 0-15,-1-2 0 0,2 2 0 0,0 0 0 16,0 0 0-16,0-2 0 0,-1 0 0 0,2 0 0 0,-1 0 0 16,0-3 0-16,0 4 0 0,-1-1 0 15,-1-2 0-15,0 3 0 0,0-1 0 0,0 1 0 16,0 0 0-16,0 0 0 0,0 1 0 0,0-2 0 16,0 1 0-16,2 0 0 0,-2-2 0 0,2 2 0 15,0-1 0-15,0-1 0 0,0 2 0 0,-1-1 0 16,1-3 0-16,0 4 0 0,0-1 0 15,0 0 0-15,-1 0 0 0,2 1 0 0,1-2 0 0,-2 1 0 16,0-1 0-16,-1 1 0 16,1-5 0-16,2 4 0 0,-2-1 0 0,-1 0 0 15,3-2 0-15,-2 0 0 0,0 3 0 0,2-1 0 16,-2 0 0-16,0 0 0 0,0 2 0 0,0 1 0 16,-1 0 0-16,1-1 0 0,-2 0 0 0,2 2 0 15,0 1 0-15,0-4 0 0,0 0 0 0,-1 2 0 16,1-1 0-16,0-1 0 0,2 0 0 15,-3-3 0-15,4 4 0 0,-1 0 0 0,-1-1 0 0,-1-1 0 16,2 0 0-16,-2-2 0 16,1 4 0-16,-1-1 0 0,0-3 0 0,0 4 0 15,-2-2 0-15,2 3 0 0,0-4 0 0,0 4 0 16,-2-2 0-16,0 1 0 0,0-1 0 0,0-3 0 16,0 0 0-16,0 0 0 0,0-2 0 0,0 1 0 15,0-2 0-15,2 1 0 0,-2 0 0 0,0-1 0 16,0-2 0-16,0 3 0 0,0 1 0 0,0-2 0 15,0 2 0-15,0-2 0 16,0 1 0-16,0-2 0 0,0 1 0 0,0-3 0 0,-2-2 0 16,0 1 0-16,0-4 0 0,0 3 0 15,0-3 0-15,0 0 0 0,0 0 0 0,-1-10-108 16,-1-9-498-16,0-5 283 0,1-10 131 0</inkml:trace>
  <inkml:trace contextRef="#ctx0" brushRef="#br0" timeOffset="59132.33">17507 1501 2120 0,'0'0'0'0,"0"0"0"0,0 0 0 0,0 2 0 0,0 3 0 0,0 2 0 0,0 3 0 0,4 3 0 0,0-2 0 0,-1 4 0 0,1 2 103 0,2 0-32 16,-3 0 1-16,1 2 141 15,-1-1-92-15,2 1-40 0,-3 2 0 0,0-1 120 16,0 6-80-16,-1-5-31 0,-1 3 132 0,0 0-91 16,0 2-46-16,0 0 0 0,0-2 49 0,0-1-134 15,2-1 0-15,-2 7 0 0,2-8 0 0,0 5 0 16,0-2 0-16,-2-3 0 0,1 3 0 0,1-1 0 15,0 2 0-15,0 0 0 0,0 0 0 0,0-3 0 16,0 5 0-16,0-3 0 0,0 2 0 0,0-1 0 16,0-1 0-16,-1-1 0 0,1 4 0 15,0-6 0-15,2 2 0 0,-1-1 0 0,1 2 0 16,0-5 0-16,0 3 0 0,0-3 0 16,-1-1 0-16,1 1 0 0,0-2 0 0,-1 0 0 0,-1 1 0 15,2 0 0-15,-2-2 0 0,-1 1 0 16,2-2 0-16,-1 3 0 0,0-3 0 0,0 1 0 15,0 0 0-15,-1 0 0 16,1-1 0-16,0 0 0 0,0 2 0 0,0-2 0 16,-1 0 0-16,1-1 0 0,0 4 0 0,-2-4 0 15,2 4 0-15,-2-4 0 0,2 3 0 0,-2-1 0 16,0 1 0-16,0-2 0 0,2 0 0 0,-2 0 0 16,0 0 0-16,2 0 0 0,0 0 0 0,-2-4 0 15,2 4 0-15,0-2 0 0,0 0 0 0,-1 1 0 16,1-3 0-16,0 0 0 0,0 2 0 15,-2-3 0-15,2 1 0 0,0 2 0 16,-1-2 0-16,-1-2 0 0,2 7 0 0,0-5 0 16,-2 2 0-16,0 0 0 0,2-2 0 0,-2 4 0 15,2-1 0-15,-1-3 0 0,2 1 0 0,-3 2 0 16,2 1 0-16,0-1 0 0,-2-4 0 0,2 4 0 0,0-3 0 16,-1 1 0-16,-1-3 0 0,2 2 0 15,0 0 0-15,-2 2 0 0,0-2 0 0,2 3 0 16,-2-1 0-16,0 0 0 0,0 2 0 15,0-2 0-15,0 1 0 0,0 2 0 16,2-4 0-16,-2-1 0 0,1 0 0 0,1-2 0 16,-2 1 0-16,2-3 0 0,0 1 0 0,0-1 0 15,-2 0 0-15,2 1 0 0,-2 0 0 0,0-1 0 16,2-1 0-16,-2 3 0 0,0-3 0 0,0 0 0 16,0-3 0-16,0 1 0 0,0 0 0 0,0-2 0 15,0 0 0-15,0-2 0 0,0 0 0 0,0 0 0 16,0 0 0-16,0 0 0 0,0 0 0 0,0 0 0 15,0 0 0-15,0 0 0 16,0 0 0-16,0 0 0 0,0 0 0 0,-2 0 0 16,-4 0 0-16,2 0 0 0,-1 0 0 0,0 0 0 15,-1-6 0-15,1-6-953 0</inkml:trace>
  <inkml:trace contextRef="#ctx0" brushRef="#br0" timeOffset="62029.89">16002 4145 887 0,'-7'0'0'0,"2"0"0"15,-1 0 0-15,3 0 0 0,-3 0 0 0,3 0 0 0,-2 0 0 0,3 0 0 0,-2 0 0 0,3 0 0 0,-1 0 81 0,2 0-27 0,-2-2-11 0,2 0 58 0,0 2-29 0,0 0-1 16,0 0-27-16,0 0 73 15,0 0-42-15,0 0 0 0,0 0-31 0,0 0 46 16,0 0-47-16,2 0 103 0,1 0-57 0,8 0 0 16,-2 0-46-16,0 0 83 0,3 0-42 0,-2 0 11 15,3-2-52-15,1 0 49 0,-3 0 0 0,4-1-49 16,-2 1 0-16,1-3 34 0,0 4-34 0,1-4 0 16,0 3 1-16,0-1 26 0,1 0 0 0,0-1-16 15,1-1 10-15,1 1-20 0,-2-1-1 16,5 0 39-16,-3 1 0 0,3 1-28 0,2-3-11 15,-3 0 48-15,-1 3-1 0,2-3-47 16,-5 2 0-16,4 0 12 0,-4 1-41 0,-1-1-14 16,3 2 0-16,-2-2 0 0,0 2 0 0,0-1 0 15,1 0 0-15,2 0 0 0,-2-1 0 0,1 1 0 0,1-1 0 16,0 0 0-16,0 0 0 0,2 1 0 0,0-1 0 16,-3 0 0-16,3 2 0 0,-3-2 0 0,3 0 0 15,0 1 0-15,-3-1 0 16,3 0 0-16,2 1 0 0,-2-3 0 0,1 0 0 0,2 1 0 15,-4 0 0-15,1-1 0 16,2-2 0-16,-1 2 0 0,5-1 0 0,-4-1 0 0,2 3 0 16,0-1 0-16,-2 0 0 0,3 1 0 0,-6 1 0 15,5 0 0-15,-4 1 0 0,0-1 0 0,0 0 0 16,0 3 0-16,-1-2 0 0,0 1 0 16,-1 1 0-16,1-2 0 0,-1 1 0 0,0 1 0 15,-1 1 0-15,1-2 0 0,1 0 0 0,0 0 0 16,2 0 0-16,-1 1 0 0,1-3 0 0,1 2 0 15,-2-1 0-15,1-2 0 0,1 4 0 16,-2-3 0-16,-1 0 0 0,-1 0 0 16,2 2 0-16,-5-2 0 0,5 1 0 0,-2 1 0 15,-1 0 0-15,2-1 0 0,-2 1 0 0,1-1 0 0,2 0 0 16,-1-1 0-16,1 0 0 0,0 0 0 16,1-2 0-16,-1 3 0 0,1 0 0 0,-2-3 0 15,5 2 0-15,-4 1 0 0,6-3 0 0,-5 2 0 16,-2 1 0-16,3-1 0 15,0 0 0-15,-1 0 0 0,1 1 0 0,3-1 0 16,-5 1 0-16,1 0 0 0,4-4 0 0,-1 4 0 16,-1-1 0-16,1-1 0 0,-3 1 0 0,4-2 0 15,-3 0 0-15,-2 1 0 0,1 1 0 0,3-1 0 0,-4-1 0 16,0 2 0-16,-1 1 0 0,1 0 0 16,-3 0 0-16,3 1 0 0,0-2 0 0,-1 3 0 15,3-3 0-15,1 1 0 0,-3 0 0 16,1 2 0-16,-1-2 0 0,2-1 0 0,0 1 0 15,-5 1 0-15,3-1 0 0,-5-1 0 0,1-1 0 16,0 3 0-16,0-2 0 0,-2-1 0 0,-2 1 0 16,-2 1 0-16,3-1 0 0,-3 2 0 15,-2-1 0-15,-1 0 0 0,0 2 0 0,-3-1 0 16,-1 1 0-16,-1-2 0 0,1 3 0 16,-2 0 0-16,1 0 0 0,-2-3 0 0,1 3 0 0,-2 0 0 15,0 0 0-15,0 0 0 0,0 0 0 0,0 0 0 16,0 0 0-16,0 0 0 15,0 0 0-15,0 0 0 0,0 0 0 0,0 0 0 16,0 0 0-16,0 0 0 0,0 0 0 0,0 0 0 16,0 0 0-16,0 0 0 0,0 0 0 0,0 0 0 15,0 0 0-15,0 0 0 0,0 0-19 0,-6 0-246 16,-9 10 115-16,-6 8-956 0,-11 4 531 0</inkml:trace>
  <inkml:trace contextRef="#ctx0" brushRef="#br0" timeOffset="62848.1">15899 4117 1534 0,'0'0'0'0,"0"0"0"0,0 0 0 0,0 0 0 0,0 0 0 0,2 0 0 0,7 0 0 0,1 0 0 0,0 0 0 0,3 0 0 0,0 0 55 0,3-3 124 0,0 2-68 0,1-1-33 15,1 0 82-15,2 0-58 0,1 0-18 16,4-1 42-16,0-3-42 0,-1 2 1 15,3-4-41-15,1 3 37 0,0-2 10 0,2 1-47 0,4-2 1 0,-2 2 1 16,2-3-2-16,-1 3 0 0,3 0 12 0,-1-1-22 16,9 0 10-16,-12-1 0 0,13 1-22 0,-5 1 22 15,-6 1 12-15,3-1-36 16,0 2 24-16,1-1-2 0,-1-1 2 0,1 2-37 16,0 0 40-16,6-1-12 0,-2 1 4 0,2-1-51 15,2-2-1-15,4-3 46 0,5-2 10 16,9-1-54-16,-6-2-1 0,2-1 33 0,-9 2-79 0,6-2 33 15,0 2 6-15,-4 2-50 0,-4 5 39 0,-4 0-17 16,-8 2 54-16,3 1-42 0,-1 1 1 16,-1 1 17-16,-5 0 13 0,3 1 33 0,-1-2 0 15,0 2-40-15,1-1 5 0,-1-1 86 0,6-2-40 16,1 0 8-16,1-2-3 0,-2 1 15 0,10-1-52 0,-6-3 37 16,2 0-1-1,-1 0-12-15,-2 2-13 0,-6 0-13 0,7-2 16 0,-11 4 6 16,3-2-5-16,-1 2-48 0,-2 2 46 15,-3-2 0-15,3 1-1 0,-2 1-54 0,0 0 50 16,-2 0-8-16,0 1 8 0,-3-2-2 0,4-1-14 0,-2 2 0 16,-1-1 0-16,-2-1 0 0,-5 2 0 0,-1-2 0 15,0 2 0-15,-4 1 0 16,-1-1 0-16,-5 0 0 0,-3 3 0 0,1-2 0 16,-4 2 0-16,-3-1 0 0,1 1 0 0,-2 1 0 15,0 0 0-15,0 0 0 0,0 0 0 0,0 0 0 16,0 0 0-16,0-3 0 0,0 3 0 0,-7 0 0 15,-5 0-272-15,-4 3 104 0,-3 9 32 0</inkml:trace>
  <inkml:trace contextRef="#ctx0" brushRef="#br0" timeOffset="65658.3">12992 8154 2122 0,'0'0'0'0,"-1"0"0"0,1 0 0 0,0-2 0 0,0 2 0 0,0 0 0 0,0 0 0 0,0 0 0 0,0 0 0 0,0 0 0 0,0 0 38 0,0 2 0 0,0 5 0 15,1 1 116-15,1 1-62 0,0 1-28 0,0 0 1 16,0 2 54-16,-2 2-40 16,1 1 9-16,-1 2 48 0,0-1-49 0,2 5-25 0,-2 0 1 15,2 5 72-15,-2-3-39 0,0 7-34 0,0-4 90 16,2 1-58-16,-2 3-27 0,0 4-1 15,0 1-52-15,2 6-14 0,-2-2 0 0,0 5 0 0,0 1 0 16,0 1 0-16,2-4 0 0,0 9 0 16,0-4 0-16,0-4 0 0,0-7 0 0,0 1 0 15,-1 3 0-15,1-4 0 0,0-3 0 16,0-1 0-16,0-2 0 0,-1-6 0 0,1 7 0 16,0-11 0-16,0 2 0 0,0-3 0 15,0 0 0-15,-1-6 0 0,2 0 0 0,-3-3 0 0,0-2 0 16,0-3 0-16,2-1 0 0,-2-3 0 0,0 2 0 15,0-3 0-15,0 0 0 0,0 0 0 16,0 0 0-16,0 0 0 0,0 0 0 0,0 0 0 16,0 0 0-16,0 0 0 0,0-4 0 0,0-2 0 15,0 0 0-15,0 1 0 0,0-1 0 16,0 0 0-16,0-1-923 0,0 1 335 0</inkml:trace>
  <inkml:trace contextRef="#ctx0" brushRef="#br0" timeOffset="66458.43">13321 8231 2611 0,'0'-2'0'0,"0"2"0"0,0 0 0 0,0-2 0 0,2 0 0 0,9-2 0 0,8-1 0 15,3-1 0-15,5-1 0 0,4 2 0 0</inkml:trace>
  <inkml:trace contextRef="#ctx0" brushRef="#br0" timeOffset="66592.77">14276 8074 2329 0,'30'-3'0'0,"-9"0"0"0,0 2 0 0,-6-2 0 15,-1 1 0-15,-3 0 0 0,-6 0 0 0,-1 1 0 0,-2-2 0 0,0 2 0 0,-2-5-105 0,0 1 34 0,-2-1-534 0,-6-4 284 0</inkml:trace>
  <inkml:trace contextRef="#ctx0" brushRef="#br0" timeOffset="66816.42">14191 7808 3311 0,'-6'6'0'0,"6"0"0"0,0-2 0 0,0 3 0 0,2-2 0 0,14 1 0 0,7 1 0 0,4-2 0 0,3 2 0 15,2-1 0-15,1 3 351 0,1-1-157 0,0 1-119 0,1 0-75 0,-1 1 0 16,-2-1 0-16,-2 2 0 0,-4-1 0 0,-5-1 0 16,0 0 0-16,-6 3 0 0,-4-1 0 15,-5-1 0-15,-4 1 0 0,-2 2 0 0,0-3 0 16,-10 6 0-16,-8-1 0 0,-5 1 0 0,-2-2 0 16,-1 1-45-16,-6 2-670 0,0-1 344 0,0 2 167 15,-7 4 84-15,4 0-669 0,-5 0 375 0</inkml:trace>
  <inkml:trace contextRef="#ctx0" brushRef="#br0" timeOffset="67283.69">13283 8261 2409 0,'-2'-2'0'0,"-1"-1"0"0,1 1 0 0,2-2 0 0,0-2 0 0,0 2 0 0,0-1 0 0,2-1 0 0,7-2 0 0,3 5 0 0,0-5 497 0,4 5-229 15,-2-1-115-15,4-1 306 0,0 0-314 0,1 2-145 16,2-1 0-16,7 1 0 0,-2-2 0 0,2 2 0 16,4-1 0-16,2-2 0 0,8 2 0 0,0-1 0 15,4-3 0-15,2 3 0 0,7-2 0 0,12-3 0 16,-3 1 0-16,5-5 0 15,-4 1 0-15,3 0 0 0,-10 0 0 0,11-2 0 0,-18 4 0 0,1 0 0 16,-1 3 0-16,-3 0 0 16,-11 1 0-16,-2 1 0 0,-3 1 0 0,-11 1 0 15,-1 0 0-15,-6 2 0 0,-5 0 0 0,-3 0 0 16,-5 0 0-16,1 0 0 0,-2 2 0 0,0-1 0 16</inkml:trace>
  <inkml:trace contextRef="#ctx0" brushRef="#br0" timeOffset="67340.85">14611 7964 381 0,'-15'0'2097'0,"-2"0"-1048"0,1 0-645 0,-7 6-404 0,-7 9-583 0,0 2 82 0,-8 7 231 0,3 4 116 0,-3 3-438 0</inkml:trace>
  <inkml:trace contextRef="#ctx0" brushRef="#br0" timeOffset="67952.13">13578 8567 2920 0,'-1'-2'0'0,"-3"0"0"0,-2 2 0 0,0 0 0 0,-1 0 0 0,-1 0 0 0,-2 6 0 0,-2 6 0 0,1 4 0 0,-3 5 0 0,3 1 87 0,-2 5 459 0,1 3-258 16,0 2-198-16,0 2-90 0,3-1 0 0,-2 3 0 16,1-2 0-16,3 0 0 0,-1-2 0 0,1-3 0 15,2-2 0-15,-2-5 0 0,2-1 0 0,-1-2 0 16,1-2 0-16,-1-7 0 0,2 0 0 15,0-4 0-15,2-2-229 0,-1-4-62 0,1 0 127 0,2 0-435 16,0-12 281-16,0-6 129 0,0-9 81 16,5-3-461-16,2-1 261 0,4-13 136 15,-2 3 66-15,-4 1-299 0,7-8 189 0,-5 12 89 16,2-3 44-16,-1 5 36 0,0 4 47 0,-1 9 0 16,-1 0 23-16,1 4-46 0,1 4 23 0,-1 6 473 15,1 0-274-15,1 3-128 0,3 2-50 0,0 2 793 16,2 0-390-16,1 0-187 0,0 9-99 0,0 6 520 15,4 4-315-15,-5 6-152 16,0 1-77-16,-1 5 134 0,-2 3-248 0,-1 2 0 16,-3 0 0-16,-1 1 0 0,-1-3 0 0,-1-1 0 15,0-6 0-15,0-4 0 0,0-2 0 0,-1-5 0 16,1-5 0-16,-2-3 0 0,-1-5 0 16,1-1 0-16,2-2 0 0,1 0 0 15,0-18 0-15,2-4 0 0,1-7 0 0,-1-5 0 16,3-7 0-16,-1 2 0 0,0-5 0 0,1 1 0 0,-1 10 0 15,2-3 0-15,-1 4 0 0,1 3 0 0,-4 9 0 16,2 0 0-16,-2 6 0 0,-2 4 0 0,-1 5 0 16,0 3 0-16,1 0 0 0,-1 2 0 0,4 0 0 15,-3 9 0-15,3 9 0 0,1 2 0 0,-1 3 0 16,1 2 0-16,-2 1 0 0,1 0 0 16,0 6 0-16,-1-2 0 15,1-2 0-15,-3-2 0 0,1 3 0 0,0-7 0 16,-1 3 0-16,1-2 0 0,-3-4 0 0,3 2 0 0</inkml:trace>
  <inkml:trace contextRef="#ctx0" brushRef="#br0" timeOffset="68002.25">14001 9040 374 0,'9'4'-1'0,"2"-4"1"15</inkml:trace>
  <inkml:trace contextRef="#ctx0" brushRef="#br0" timeOffset="68087.48">14175 8817 373 0,'0'5'0'0,"-2"3"0"0,-3 5 0 0,-1 1 0 0,5 1 1206 0</inkml:trace>
  <inkml:trace contextRef="#ctx0" brushRef="#br0" timeOffset="68201.53">14161 8967 3931 0,'7'17'0'0,"4"-4"0"0,1 0 0 0,-1-4 0 0,4-3 0 0,-2-4 0 0,4-2 0 0,-2 0 0 0,2-2 0 0,0-11 0 0,-4-2 0 0,0-3 0 0,-2-1 0 16,-1 1 0-16,-5-4 0 0,-3 2 0 15,0-1 0-15,-2-1 0 0,0 1 0 0,0 0 0 16,-7 2 0-16,-3 4 0 0,-3 0 0 0</inkml:trace>
  <inkml:trace contextRef="#ctx0" brushRef="#br0" timeOffset="68283.56">14138 8789 373 0,'-9'18'0'0,"2"1"0"0,4-2 0 0,3-2 699 16</inkml:trace>
  <inkml:trace contextRef="#ctx0" brushRef="#br0" timeOffset="68396.48">14604 8329 368 0,'0'0'0'0,"0"0"0"0,-4 0 0 0,-2 3 0 0</inkml:trace>
  <inkml:trace contextRef="#ctx0" brushRef="#br0" timeOffset="68449.3">14566 8396 368 0,'-11'26'0'0,"1"5"0"0,-3 3 0 0,3 1 2137 0,-6 6-1073 0,3-9-702 0,-2 6-362 0,0 0 0 0</inkml:trace>
  <inkml:trace contextRef="#ctx0" brushRef="#br0" timeOffset="68518.48">14405 8828 484 0,'-6'21'0'0,"2"-1"0"0,0-4 0 0,1-6 0 0,1-2 0 0,2-8 0 0,0 0 0 0,0-3 0 0,0-16 0 0,3-8 0 0,5-5-140 0,2-1 52 0</inkml:trace>
  <inkml:trace contextRef="#ctx0" brushRef="#br0" timeOffset="68589.62">14510 8413 368 0,'12'-26'0'0,"-2"7"156"0,0 4-59 0,-3 4-30 0,1 6 0 0,-1 0 525 0,1 4-282 0,-1 1-136 0</inkml:trace>
  <inkml:trace contextRef="#ctx0" brushRef="#br0" timeOffset="68682.88">14600 8400 3931 0,'2'33'0'0,"0"4"0"0,-1 6 0 0,-1-9 0 0,0 5 0 0,0-3 0 0,0 2 0 0,0-9 0 0,0 0 0 0,0-8 0 0,0 0 0 0,2-7 0 0,0-3 0 0,3-3 0 16,-4-3 0-16,3-5 0 0,3 0 0 0,1-4 0 15,-1-16 0-15</inkml:trace>
  <inkml:trace contextRef="#ctx0" brushRef="#br0" timeOffset="68826.39">14779 8476 3931 0,'5'-14'0'0,"2"5"0"0,-3 2 0 0,2 3 0 0,-4 1 0 0,2 3 0 0,-1 0 0 0,3 3 0 0,-1 9 0 0,-1 4 0 0,4 1 0 0,-2 3 0 0,-1 2 0 0,2 3 0 16,-1-4 0-16,0 1 0 0,0 2 0 15,-1-1 0-15,-1 2 0 0,0-2 0 0,-1-3 0 0,-1 2 0 16,3-3 0-16,-4 0 0 0</inkml:trace>
  <inkml:trace contextRef="#ctx0" brushRef="#br0" timeOffset="68860.98">14919 8857 368 0,'3'3'0'0</inkml:trace>
  <inkml:trace contextRef="#ctx0" brushRef="#br0" timeOffset="68938.78">15067 8648 365 0,'0'-4'0'0</inkml:trace>
  <inkml:trace contextRef="#ctx0" brushRef="#br0" timeOffset="69033.03">15076 8637 3931 0,'3'6'0'0,"3"3"0"0,-3 4 0 0,3 4 0 0,-3 0 0 0,1 4 0 0,3 3 0 0,-4-2 0 16,-1-1 0-16,0 3 0 0,0 1 0 0,-1-3 0 0,1 2 0 0,-2-3 0 0,0 0 0 0,2-2 0 0,-2-2 0 0</inkml:trace>
  <inkml:trace contextRef="#ctx0" brushRef="#br0" timeOffset="69069.13">15129 9018 365 0,'-1'6'0'0,"-5"-3"0"0</inkml:trace>
  <inkml:trace contextRef="#ctx0" brushRef="#br0" timeOffset="69379.45">14531 8325 359 0,'-2'0'0'0,"0"0"0"0,0 0 731 0</inkml:trace>
  <inkml:trace contextRef="#ctx0" brushRef="#br0" timeOffset="69551.48">14499 8366 3931 0,'-4'17'0'0,"1"2"0"0,-2 7 0 0,-1 0 0 0,1 5 0 0,0 3 0 0,-3 3 0 0,-2 6 0 0,3-2 0 0,-2 2 0 0,-1-2 0 0,-1 9 0 0,2-3 0 0,1-4 0 0,-2-1 0 15,3 0 0-15,2-4 0 16,-1 1 0-16,0-3 0 0,2-3 0 0,0-2 0 16,1-9 0-16,1 1 0 0,0-3 0 0,2-4 0 15,0-5 0-15,0-2 0 0,0-3 0 0,0-2 0 16,0-4 0-16,0 0 0 0,0 0 0 0,0 0 0 16,0 0 0-16,0 0 0 0,0 0 0 0,0 0 0 15</inkml:trace>
  <inkml:trace contextRef="#ctx0" brushRef="#br0" timeOffset="69604.63">14347 9222 359 0,'1'-7'0'0,"5"-5"0"0,-1-1 0 0,4-1 658 0,-2-4-347 0,2 0-183 0,0-7-77 0,1-3-648 0</inkml:trace>
  <inkml:trace contextRef="#ctx0" brushRef="#br0" timeOffset="70269.38">14538 8372 2047 0,'0'-7'0'0,"0"-5"0"0,0 2 0 0,0 2 0 0,0 0 0 0,0 2 0 16,0 0 0-16,0 3 0 0,0-1 0 0,2 2 0 0,-2 0 289 0,0 2-131 0,2 0 386 0,-1 0-255 15,1 2-126-15,0 12 278 0,0 1-441 0,0 7 0 16,0 2 0-16,0 4 0 0,4 5 0 0,-1-3 0 16,2 2 0-16,-1 6 0 0,2-3 0 0,-2 1 0 15,-1 1 0-15,1 6 0 0,-5-11 0 0,3 3 0 16,-2 1 0-16,1-2 0 0,-3-2 0 0,0-2 0 16,0-5 0-16,0-3 0 0,0-3 0 0,0-5 0 15,0-4 0-15,0-2 0 0,0-5 0 0,0-1 0 16,0-2 0-16,0 0 0 0,0-2 0 15,0-12 0-15,1-4 0 0,3-6 0 0,2-2 0 0,1-6 0 16,2-2 0-16,3-11 0 16,-1 5 0-16,4-10 0 0,0 3 0 0,0 2 0 15,0 2 0-15,-4 10 0 0,2-5 0 0,0 6 0 16,-1 7 0-16,-3 6 0 0,0-2 0 16,1 4 0-16,-1 2 0 0,-3 3 0 0,1 2 0 0,1 0 0 15,-2 5 0-15,-1 2 0 0,-1-1 0 16,0 2 0-16,-3 0 0 0,3 2 0 15,0 0 0-15,0 0 0 0,-2 5 0 0,2 6 0 0,-1 3 0 16,3 1 0-16,-1 3 0 0,-1 5 0 0,4 6 0 16,-2-1 0-16,1-1 0 0,-2 5 0 0,4 1 0 15,-2-2 0-15,-2 5 0 16,1-2 0-16,-3 3 0 0,1 7 0 0,-2-5 0 16,0-5 0-16,1 3 0 0,-2 3 0 0,1-5 0 0,-2-3 0 15,2-1 0-15,0-7 0 0,-2-1 0 0,2-5 0 16,-1-3 0-16,1-5 0 0,-2-3 0 0,0-2 0 15,2-2 0-15,-2-1 0 16,0-2 0-16,0 0 0 0,0 0 0 0,0 0 0 16,0 0 0-16,-2-2-159 0,-3-3-212 0,-2-4 160 15,-4-2 87-15,2 2-808 0,-3-3 452 0,-4 3 222 16</inkml:trace>
  <inkml:trace contextRef="#ctx0" brushRef="#br0" timeOffset="70653.14">14161 8749 2545 0,'0'-9'0'0,"0"1"0"0,0 1 0 0,0 2 0 0,0 0 0 0,-2 2 0 0,2 1 0 0,-4 0 0 0,2 2 0 0,-4 0 0 0,2 0 167 0,-1 10 348 0,-2 3-240 0,1 5-119 16,0 5-60-16,2 1 81 0,2 1-177 0,-1 5 0 16,3-4 0-16,0 0 0 0,0-7 0 0,1 2 0 15,7-3 0-15,0-3 0 0,1-1 0 0,2-5 0 16,1-3 0-16,-3-3 0 0,2-1 0 0,1-2 0 15,-1 0 0-15,-2-2 0 16,1-5 0-16,-3-4 0 0,0 0 0 0,-1-5 0 16,-2 3 0-16,-2 0 0 0,0 0-223 0,-2 0 62 15,0-1-525-15,0 2 329 0,-8-2 161 0,1 1-233 16,-3 2 197-16,0 0 98 0</inkml:trace>
  <inkml:trace contextRef="#ctx0" brushRef="#br0" timeOffset="71443.25">15848 7859 2843 0,'-2'-2'0'0,"-3"1"0"0,1 1 0 0,1 0 0 0,-1 0 0 0,-1 0 0 0,1 0 0 0,1 7 0 0,-2 4 0 0,3 4 0 0,0 2 119 0,-1 4 413 0,1 2-237 0,-2 6-153 15,1-1-142-15,-1 7 0 0,-3 5 0 0,-2 0 0 16,0-3 0-16,-5 14 0 0,-2 0 0 15,-3 0 0-15,1 0 0 0,-3-3 0 0,-2 2 0 16,1-4 0-16,1-1 0 0,2-5 0 16,3-7 0-16,-2 2 0 0,6-10 0 0,-4 5 0 15,7-11 0-15,0-2 0 16,2-5 0-16,0-3 0 0,2-4 0 0,1-1 0 16,0-4 0-16,3 0-197 0,-1 0-51 0,2-7 105 0,0-13 43 15,0-5-766-15,5-5 413 0,6-9 207 16</inkml:trace>
  <inkml:trace contextRef="#ctx0" brushRef="#br0" timeOffset="71678.89">15529 8062 3384 0,'-3'-9'0'0,"-1"3"0"0,2 4 0 0,1 0 0 15,-1 2 0-15,2 0 0 0,0 0 0 0,5 4 0 0,8 6 0 0,8 4 0 0,0 3 547 0,4 4-547 0,5 6 0 0,-3 5 0 0,6 1 0 16,-1 2 0-16,0 3 0 0,-5-6 0 0,9 9 0 15,-7-5 0-15,-2-2 0 0,-1 0 0 16,-5-8 0-16,4 4 0 0,-5-2 0 0,-1-3 0 0,0-1 0 16,-2-1 0-16,-6-8 0 0,2 3 0 0,-2-2 0 15,-4-7 0 1,0 0 0-16,-2-3 0 0,1-3 0 0,-3-1 0 0,1-2 0 0,1 0-166 16,0 0-21-16,-1-2 60 0,-1-12-407 15,5-11 237-15,-1-5 134 0</inkml:trace>
  <inkml:trace contextRef="#ctx0" brushRef="#br0" timeOffset="71912.22">16174 7995 3931 0,'-7'1'0'0,"1"1"0"0,2 1 0 0,3-3 0 0,1 0 0 0,1 0 0 0,14 0 0 0,10-6 0 16,6-3 0-16,10 0 0 0,3 0 0 0,5-2 0 0,3 1 0 0,1-1 0 0,4 0 0 15,-4 1 0-15,4 1 0 0,-2-1 0 0,-2 3 0 16,-5 0 0-16,1 1 0 0,-4 1 0 0,-8 1 0 16,0 2 0-16,-12 0 0 0,1 0 0 0,-5 0 0 15,-8 2-58-15,-1 0-134 0,-7 0 80 16,-1-2-761-16,-3 2 423 0,-1-1 206 16,-1-3-486-16,-10-2 347 0</inkml:trace>
  <inkml:trace contextRef="#ctx0" brushRef="#br0" timeOffset="72125.92">16809 7657 3236 0,'-5'-4'0'0,"-2"0"0"0,3 0 0 0,4-2 0 0,0 2 0 0,2 1 0 0,16-1 0 0,6 3 0 0,3 1 0 16,3 0 0-16,2 0 229 0,0 11-100 0,-1 3 208 0,-3 2-337 0,-1 2 0 16,-4 7 0-16,-2-3 0 0,-4 4 0 0,-5 3 0 15,-5-1 0-15,-4 2 0 0,-3 0 0 0,0 0 0 16,-1 0 0-16,-14 2 0 15,-2-2 0-15,-4-2 0 0,1 0 0 0,-5-1 0 16,1-1 0-16,-3 0-207 0,-1 0-290 0,-4 3 230 16,2-3 113-16,2-1-704 0,4 1 415 0</inkml:trace>
  <inkml:trace contextRef="#ctx0" brushRef="#br0" timeOffset="72462.03">16846 8374 2925 0,'8'0'-1'0,"2"-6"1"0,-5-2 0 0,1-1 0 0,-1-2 0 0,1 0 0 0,-1-3 0 0,0 1 0 0,-2 0 0 0,-1 0 0 0,-2 1 172 16,0-2-67-16,0 4 278 0,0 1-163 0,-12 2-96 0,-1 1-121 15,-1 4-3-15,-5 0 0 0,-8 2 0 16,6 0 0-16,-9 11 0 0,2 3 0 0,1 1 0 0,-2 2 0 16,3 1 0-16,5-1 0 0,-2 4 0 15,12-5 0-15,0 4 0 0,5-2 0 0,6 3 0 16,0-2 0-16,5 3 0 15,11-1 0-15,5 0 0 0,7-3 0 0,8 3 0 0,-3-6 0 0,8 3 0 16,-2 0 0-16,-2-3 0 0,-5-1 0 0,2 2 0 16,-10-1 0-16,-2 2 0 0,-5 0 0 0,-8 1 0 15,-5 1 0-15,-4 0 0 0,-2 0 0 0,-18 3 0 16,-8-3 0-16,-12 2 0 0,1-6 0 0,-2 0 0 16,5-6 0-16,-13 3 0 0,8-9 0 15,6 1 0-15,-4 0 0 0,4-3 0 0,8-1 0 16,4 0 0-16,3 0 0 0,8-1 0 0,5-7 0 0,7-7-705 15</inkml:trace>
  <inkml:trace contextRef="#ctx0" brushRef="#br0" timeOffset="73350.64">17642 7546 2085 0,'-1'-10'0'0,"-3"1"0"0,2 2 0 0,-3-2 0 0,4 4 0 0,1 1 0 0,-2 1 0 16,2 0 0-16,0 2 0 0,0 1 0 0,0 0 196 0,0 0-70 0,0 0-49 0,0 1 158 0,2 7-99 0,-1 3-50 15,2-1 376-15,1 1-218 0,-2 2-102 0,1 2 0 16,-1 0-142-16,0 2 0 0,2 0 0 0,-3 2 0 16,3 1 0-16,-2 0 0 15,0 0 0-15,0 2 0 0,0 3 0 0,0 1 0 16,0-1 0-16,0-1 0 0,-2 1 0 0,2 1 0 16,-2-5 0-16,1 7 0 0,1-7 0 0,0 6 0 15,0-3 0-15,0 1 0 0,0-4 0 0,-1 5 0 16,1-2 0-16,0 3 0 0,0-1 0 0,0 0 0 15,-1-1 0-15,2 5 0 0,-1-2 0 0,0 0 0 16,0 2 0-16,0-1 0 0,-1-3 0 0,1 6 0 16,0-6 0-16,0 2 0 15,1-1 0-15,3-1 0 0,-2-2 0 0,0 4 0 0,0-4 0 16,1 1 0-16,1-1 0 0,-3 1 0 16,1-2 0-16,0 5 0 0,0-4 0 0,0 0 0 15,0 1 0-15,-3 1 0 0,1-3 0 0,0 3 0 16,2-3 0-16,-3 3 0 0,1-5 0 0,0 1 0 0,0 1 0 15,0-1 0-15,-1-1 0 0,2 0 0 0,-1 1 0 16,0-3 0-16,-2-1 0 16,2-1 0-16,0 0 0 0,-2-2 0 0,1 0 0 15,-1-4 0-15,0 1 0 0,0-3 0 16,0-1 0-16,0-1 0 0,0-1 0 0,0-3 0 16,0 0 0-16,0-2 0 0,0-1 0 0,0 0 0 15,0 0 0-15,0 0 0 0,0 0 0 0,0 0 0 16,0 0 0-16,-1-1 0 0,-5-3 0 0,0-4 0 15,0 1 0-15,1-4 0 0,-2-1 0 0,1-1-578 16,-2-1-50-16</inkml:trace>
  <inkml:trace contextRef="#ctx1" brushRef="#br1">25285 14150 0,'0'0'0,"0"0"16,0 0-16</inkml:trace>
  <inkml:trace contextRef="#ctx0" brushRef="#br1" timeOffset="97771.11">12429 4697 931 0,'-6'-6'0'0,"0"0"0"0,3 3 0 0,-1-3 0 0,0 2 0 0,1 1 0 0,-1-2 0 0,2 2 0 0,-1-1 0 0,2 2 0 0,1 1 85 16,0-1-1-16,-2-1-41 0,2 2 0 0,0-3 31 16,0 2-20-16,0 0-10 0,0 0 1 0,0 0 67 15,0 1-34-15,0-2 1 0,0 0 30 0,2 2-64 16,4-4 0-16,0 1 34 0,1 3 1 0,0-1-35 15,0 0 11-15,2 1-36 0,-2-3 26 0,2 1-1 16,1 2 0-16,-1-1 45 0,0 1-34 0,5-2-12 16,-5 2-18-16,2-2 19 0,-1 1-1 0,1-2-38 15,-2 2 49-15,5-1-11 0,-3-1-1 0,0 3-30 16,0-4-5-16,0 2 33 0,1-1 0 0,-1 0-43 16,-2 3-3-16,3-5 40 0,-1 4-5 15,0-2-29-15,-1 1 1 0,1 1 23 16,0-2-28-16,1 2 23 0,-1 0-1 0,0 0-25 15,2 1-10-15,0-1 38 0,1 0-9 0,-2-3-25 16,2 4-5-16,-3-1 30 0,4-1 1 0,0 2-50 16,-2 0 44-16,-1-2 3 0,0-1-6 0,-2 3-10 15,1-1 12-15,2 0-2 0,1 0-6 0,-5 1 6 16,4-2 1-16,0 2 8 0,-2 0-8 0,1-3-1 16,-1 3 1-16,2-1-21 0,1 0 20 0,-2 1 2 15,2-2-2-15,1 1-19 0,-2 1 19 0,2-1-1 16,0 0 0-16,0-2-16 15,-1 2 15-15,2-2-3 0,-1 3 3 0,0-1-4 16,1-2 3-16,0 2-1 0,1 0-3 0,-2 0 2 16,2 0 1-16,1-1-1 0,0 1 1 0,-2 0 0 15,1-2 1-15,2 2-7 0,-2-1 6 0,0 1 0 16,0-1 0-16,2 0-2 0,-3-1 2 0,3 3-1 16,0-1 1-16,-2-2 1 0,4 3-1 15,-5-2-1-15,3 1 0 0,-2 0 1 16,2 0 0-16,0 1 2 0,-3-3-2 0,4 2 0 15,-2 0-1-15,1-1 0 0,2 0 1 0,-3-1 0 16,3 1 0-16,-2 2 2 0,1-3-2 0,1-1 0 16,0 1 9-16,-1 1-9 0,1-1 0 0,0 2 3 15,-1-1-2-15,1-1 0 0,0 2-1 0,-3-1 11 16,3 1-10-16,-1-2 1 0,-2 2 1 0,1 0-9 16,-1-1 8-16,1 2-1 0,0 0 1 0,0-2 6 15,0 0-6-15,1 1-1 16,1 0 0-16,-2-2 11 0,3 2-10 15,-1-3-11-15,0 1 11 0,-1 0-1 0,-1 0 1 0,2 1-12 16,-5 0 11-16,3 0 1 0,-2 1-1 0,-2 0-5 16,2 0 4-16,-2 0 1 0,3 1-1 0,-2-1-8 15,1 0 7-15,0 1 0 0,0-2 15 0,1 1-14 16,-1 0-1-16,0-1 16 0,2 1-14 0,0-2-1 16,-1 2 2-16,2-2 3 0,-2 1-2 15,1 1-2-15,0-2 2 0,-1 0 9 16,1 0-9-16,1 3-1 0,0-3 2 0,-1 0 16 15,1 2-16-15,-3-2-1 0,4 0 25 0,-5 2-24 16,4-1 3-16,-2 1 16 0,1-1-16 0,0-2-1 16,-1 4 3-16,1-4 18 0,1 3-15 0,-2-3-4 15,3 1 3-15,-1 0-15 0,1 1 14 0,2 0-1 16,-2-2 1-16,-1 2-33 0,1-1 30 0,0 0 1 16,-1 3-1-16,-1-3-20 0,-1 2 19 15,-1 0-22-15,2 1 19 0,-2-2 1 0,2 1-2 0,-1 2 12 16,-1-2-11-16,3 1-3 15,-2-1 3-15,1 0 14 0,-1 0-14 0,3 0 0 16,-2-1 0-16,1 1-4 0,1-2 5 0,0 0 1 16,-1-1-1-16,1 3-8 0,0-2 11 0,-3 2-19 15,3-2 15-15,-1 2 0 0,-2 0 0 0,3 1-4 16,-3-2 4-16,1 2-2 0,-2 1 1 16,2-2-4-16,-2 2 4 0,1-3-2 0,0 2 2 0,-2-1-3 15,1 0 3-15,2 1-1 16,-2-2 9-16,0 1-8 0,1-1 0 0,1-1 5 15,1 1-5-15,-4-2 0 0,3 2 0 0,-2-1-13 16,2 0 14-16,-3 2-2 0,1 0 1 0,1-1-13 16,0 0 12-16,-1 0 1 0,0 2 0 0,0-4-17 15,1 4 15-15,0-3-1 0,1 3-11 0,-1-2 11 16,1-1 0-16,-3 3-30 0,4-1 29 0,-4-1-1 16,3 2 1-16,-2 0-13 0,-2-2 11 0,2 2-1 15,-2-2 2-15,0 1-8 16,0 1 7-16,0 1-4 0,-2-3 3 0,3 3 16 15,-2-1-16-15,2 1-1 0,-3-2 13 0,1 0-12 16,3 2 1-16,-2-2-32 0,1 0 32 0,-2 0 0 16,2 1-1-16,0-2-24 0,-1 2 24 0,-2-1-1 15,1 1 1-15,-1 1-42 0,0-3 39 0,-4 3-5 16,4 0-3-16,-3-2 2 0,1 2-1 0,-2 0 4 16,3 0-1-16,-3-2 19 0,2 2-19 15,-1-1 1-15,-1 1 33 0,0-2-31 16,1-1 2-16,0 2-11 0,-1-1 11 0,1 0-1 15,-1 0 2-15,0 2-10 0,0-2 9 0,-1 1-2 16,3-1 2-16,0 0-32 0,1 1 29 0,-3-2 1 16,0 2-3-16,1 1-1 0,-1-2 2 0,0 2-13 15,2-2 11-15,-1 2 2 0,-1-2-2 0,2-1-15 16,-1 2 16-16,1 0-1 0,3-2 0 0,-3 1 5 16,-1 1-5-16,1-2-2 0,-1 2 2 0,4-1 8 15,-3 0-8-15,-2 0 1 16,1 0-3-16,1 0 4 0,-2-2-1 0,1 3-11 15,3-2 11-15,-6 2 0 0,7 0-1 0,-5-3-52 16,4 3 51-16,-1 0 0 0,0-2 0 0,2 1-131 16,-1 0 58-16,1 0 28 0,0 2-6 0,1 0-84 15,-2 0 48-15,0 0 32 0,1 0-362 0,0 2 182 16</inkml:trace>
  <inkml:trace contextRef="#ctx0" brushRef="#br1" timeOffset="98941.55">13595 4079 3056 0,'0'0'0'0,"0"0"0"0,0 0 0 0,0 2 0 0,0 10 0 0,1 6 0 0,4 6 0 0,-1 1 0 0,-2 3 0 0,-1 2 0 0,1 1 150 0,-2 4-58 16,0-5 1-16,0 6 150 0,0-5-99 0,0-1-49 15,0-7-37-15,0 1-58 0,0-3 0 0,0-3 0 16,0-8 0-16,0 0 0 0,0-3 0 0,0-6 0 16,0 1 0-16,0-2 0 0,0 0 0 0,0 0 0 15,0-9 0-15,0-7 0 0,0-5 0 0,0-4 0 16,0 1 0-16,2-5 0 0,0 6 0 16,0-9 0-16,1 11 0 0,-1 0 0 15,0 4 0-15,0 8 0 0,0 1 0 0,0 5 0 16,0 1 0-16,0 2 0 0,0 0 0 0,0 5 0 15,-1 8 0-15,-1 4 0 0,0 0 0 0,0 4 0 16,0-2 0-16,0-1 0 0,0 3 0 0,0-3 0 16,0-2 0-16,0-3 0 0,0 0 0 0,0-4 0 15,-1 3 0-15,-3-4 0 0,0-2 0 0,0 0 0 16,-2 0 0-16,1-2 0 0,-1 1 0 0,3-1 0 16,1 2 0-16,2 0-705 15,0-1 249-15,0 3 205 0,13 2 92 0,11-3-695 0</inkml:trace>
  <inkml:trace contextRef="#ctx0" brushRef="#br1" timeOffset="99919.76">15473 3825 2152 0,'-7'0'0'0,"-1"0"0"0,1-1 0 0,-1-2 0 0,2 1 0 0,3 1 0 0,-1-1 0 0,1 2 0 0,1-2 0 0,2 2 0 0,0 0 212 0,0-2-85 0,0 2 177 0,0-1-131 16,0-1-65-16,0 2 146 0,0-3-111 0,2 2-50 16,-1-1-1-16,1 2 36 0,0-3-43 0,2 3-25 15,-3-1-60-15,3 1 0 0,-2 0 0 0,1 0 0 16,0 0 0-16,-1 0 0 0,2 0 0 0,-2 0 0 16,-1 0 0-16,3 0 0 0,-2 0 0 0,1 0 0 15,-1 0 0-15,2 0 0 0,1 0 0 16,-2 0 0-16,3 0 0 0,-3 0 0 15,3 1 0-15,-1 2 0 0,3-1 0 0,0-1 0 16,-1 4 0-16,4-4 0 0,1 1 0 0,-1 0 0 16,2 1 0-16,0-1 0 0,3 1 0 0,0 0 0 15,1 1 0-15,2 0 0 0,0 0 0 0,-3-1 0 16,5 1 0-16,-4 1 0 0,3 1 0 16,0-2 0-16,-2 1 0 0,1 1 0 0,-2 0 0 0,1 0 0 15,0-3 0-15,-2 3 0 16,2-1 0-16,-2 2 0 0,1-5 0 0,1 4 0 15,-2-2 0-15,1-2 0 0,-2 2 0 0,0-2 0 16,-2 0 0-16,0-2 0 0,-1 2 0 0,-3-2 0 16,-4 2 0-16,2-2 0 0,-4 0 0 0,-1 0 0 15,0 0 0-15,-2 0 0 0,0 0 0 0,0 0 0 16,0 0 0-16,0 0 0 0,0 0 0 16,0 1 0-16,0-1 0 0,0 3 0 15,-2-2 0-15,0 4 0 0,-1-3 0 0,-4 5 0 16,2 0 0-16,-1 0 0 0,1 3 0 0,-2 1 0 15,0 0 0-15,0 2 0 0,1 1 0 0,-1 0 0 16,-3 1 0-16,3 2 0 0,0 1 0 0,-2-3 0 16,-2 1 0-16,2 1 0 0,-2 4 0 15,-4 2 0-15,0-3 0 0,-2 5 0 0,1 0 0 0,-5 2 0 16,0-1 0-16,1 2 0 0,-1 1 0 16,2-3 0-16,0-2 0 0,2 1 0 15,4-7 0-15,0 3 0 0,2-4 0 0,2-4 0 16,2-2 0-16,3-3 0 0,1-3 0 0,1 0 0 15,0-3 0-15,2-2 0 0,0 0 0 0,0 0 0 16,0 0 0-16,0 0 0 0,0 0 0 0,0 0 0 16,0 0 0-16,0 0 0 0,0 0 0 0,-2 0 0 15,2 0 0-15,-1 0 0 0,-1 0 0 0,2 0 0 16,-4 0 0-16,2 3 0 0,2 7 0 0,0 0-22 16,0 6-659-16</inkml:trace>
  <inkml:trace contextRef="#ctx0" brushRef="#br1" timeOffset="101904.34">14927 1446 2155 0,'0'0'0'0,"0"0"0"0,0 0 0 0,-2 0 0 0,-1 0 0 0,-6 0 0 0,0 3 0 0,0 7 0 0,-3 0 0 0,0 1 0 0,0 4 44 0,-1 2 1 15,-3 5-1-15,2-3-305 0,-1 8 138 0,0-2 72 16,2 4-527-16,1-1 271 0,-2 2 136 0</inkml:trace>
  <inkml:trace contextRef="#ctx0" brushRef="#br1" timeOffset="102057.76">14585 2037 1770 0,'-6'12'0'0,"-3"6"0"0,0-3 0 0,-1-3 0 0,1 0 0 0,-1-3 0 0,0 2 0 0,0-2 0 0,0 2 0 0,3 0 0 0,-1 3 124 0,1-2-40 0,1 6-12 0,1-2-28 16,-1 5 0-16,3 4-482 0,0 0 241 0,3 2 121 15,0-3 71-15</inkml:trace>
  <inkml:trace contextRef="#ctx0" brushRef="#br1" timeOffset="102212.2">14219 2790 1764 0,'-16'19'0'0,"2"0"0"0,-2-3 0 0,2-4 0 0,0 1 0 0,1 1 0 0,4-1 0 0,-1 1 0 0,3 1 0 0,3 1 0 0,-1 0 94 15,3 2-67-15,0 0-11 0,2 1 28 0,0 0-369 16,0 0 185-16,0 3 92 0,0-1 57 0,0-1-541 15,0 4 263-15</inkml:trace>
  <inkml:trace contextRef="#ctx0" brushRef="#br1" timeOffset="102488.98">13839 3528 1222 0,'-22'28'0'0,"1"-3"0"0,4 1 0 0,0-3 0 0,0 0 0 0,4-3 0 0,2-1 0 0,1 2 0 0,3-3 0 0,2 1 0 0,-1 0 132 16,3 0-43-16,-2-1 0 0,-1 1-181 0,3 2 62 15,-3-3 38-15,-1 3-1 0,1-1-66 16,-3-2 52-16,-1 2 11 0,1-1-216 0,-1 3 123 0,-1 0 5 16,-1-1 49-16,2-3-196 0,-5 9 108 15,1-3 9-15,0 2 41 0,-4 0-54 0,2 0 41 0,-1 3-11 16,-2-1 101-16,-1 0 0 16,-3 0-49-16,2-1 238 0,-1-4-116 0,1 2-59 15,0-2-8-15,6-6 164 0,0-2-95 0,2-1-23 16,6-8-33-16,-1 2 371 0,4-4-153 0,2-1-100 15,0-3-41-15,2 0 43 0,0 0-50 0,2 0 11 16,8 0-391-16,3 0 165 0,0-3 83 0</inkml:trace>
  <inkml:trace contextRef="#ctx0" brushRef="#br1" timeOffset="102980.66">14789 1530 1644 0,'-5'0'0'0,"1"0"0"0,3 0 0 0,1 0 0 0,0 0 0 0,0 0 0 0,0 0 0 0,0 0 0 0,10-4 0 0,8 1 0 0,-2-3 329 0,3 1-131 0,2-1-82 15,-1 3-23-15,1-1-47 0,-2 0-1 0,1 3 1 16,0-2-76-16,1 3 33 0,2 0-1 0,4 0-348 15,-1 0 196-15,4 4 97 0,0 2 61 0,2-1-702 16,0 1 339-16</inkml:trace>
  <inkml:trace contextRef="#ctx0" brushRef="#br1" timeOffset="103121.04">15517 1535 1468 0,'11'6'0'0,"-1"0"0"0,-1 0 0 15,-2-4 0-15,0 0 0 0,2 0 0 0,0-1 0 0,2-1 0 0,2 0 0 0,2 0 0 0,0 0 265 0,4 0-111 0,2 0-53 0,5 0-207 0,-4 0 87 0,11 0 27 16,-4-1 0-16,6-1-457 0,0 0 247 0,8-2 123 16,-6 2 73-16</inkml:trace>
  <inkml:trace contextRef="#ctx0" brushRef="#br1" timeOffset="103474.98">16384 1517 1403 0,'9'4'-1'0,"0"1"0"0,0-1 0 0,0-1-1 0,0-3 1 0,-1 0 0 0,3 0 0 0,0 0 0 0,5 0 0 0,0 0 0 0,3 0 107 16,2 0 124-16,4-3-93 0,-2 3-47 0,2-4-197 16,7 3 70-16,-2-1 41 0,0 0 0 0,2 0-284 15,-2 0 162-15,-2 0 92 16,6 1 29-16,-4 1-301 0,-2 0 123 0,1-2 86 0,-7 2-23 0,2-2-36 16,0 2 25-16,-1 0 39 15,0-2 8-15,-2 2 32 0,2 0-1 0,0-2-34 16,0 0 35-16,2 2-1 0,-4-1 9 0,6-1 36 15,-3 2 0-15,-4 0 0 0,3 0 0 0,0 0 0 16,-4 0 0-16,-1 0 0 0,0 0 0 16,-2 0 91-16,1 0-68 0,-2 0-13 0,1 0 86 15,-2 0-39-15,2 0-31 0,-2 2 126 0,2-1-70 16,-2-1-15-16,2 0 1 0,-2 2-68 16,2-2 29-16,-2 0 33 0,0 0-27 0,-5 0-33 15,0 0 1-15,-1 0 32 0,-2 0-2 0,-1 0-15 16,-3 0 12-16,0 0-16 15,0 0-5-15,0 0 4 0,-2 0 10 0,2 0-6 16,-2 2-77-16,0 0 36 0</inkml:trace>
  <inkml:trace contextRef="#ctx0" brushRef="#br1" timeOffset="104833.2">14833 1607 454 0,'4'-11'0'0,"0"2"0"0,-1 0 0 0,3-3 0 0,-3-1 0 0,1 1 0 0,2 1 0 0,-2-4 0 0,0 3 0 0,-1-3 0 0,-1 3 104 0,2-4-61 0,-2 5-1 0,-2 2 1 16,0 0 39-16,0 1 0 0,0 1-25 0,0 1 62 16,0 3-36-16,0-1-1 0,-2 2-36 0,0 0 50 15,-2 2 11-15,2 0-61 0,-1 0 94 16,-1 0-48-16,1 9 1 0,-2 1-48 0,1 0 146 16,-3 2-78-16,2 3-34 0,-3 0 0 0,0 3 125 15,-3 0-80-15,2 1-27 0,-3 1 147 0,-1 4-100 16,2-4-49-16,-2 1 0 15,2 1 95-15,-1-2-61 0,-1 5-47 0,0-2 9 16,0-2-46-16,0 4 0 0,1-2-17 0,1 0-28 16,-4 2 0-16,4-2 0 0,0 0 0 0,-3 2 0 15,1-3 0-15,3 0 0 0,-4 5 0 0,1-3 0 16,-1 0 0-16,2 1 0 0,-2-1 0 0,3 0 0 16,-3 2 0-16,0-1 0 0,-1 0 0 0,2 2 0 15,-2 0 0-15,-1 1 0 0,0 1 0 0,1 2 0 16,0-2 0-16,-1 1 0 0,0 0 0 0,1-1 0 15,-2-4 0 1,2 4 0-16,0-5 0 0,0 1 0 0,0-1 0 0,1-4 0 16,0 7 0-16,-2-5 0 0,4 1 0 0,-4-1 0 15,3 1 0-15,1-1 0 0,-6 4 0 0,3 1 0 16,0-4 0-16,0 7 0 0,2-5 0 0,0 2 0 16,-2 2 0-16,2-4 0 0,-1 4 0 0,1-2 0 15,3 1 0-15,-2-6 0 0,-1 6 0 0,1-4 0 16,1-1 0-16,0 1 0 0,1-4 0 0,-3 5 0 15,4-2 0-15,-3-5 0 16,3 4 0-16,-2-3 0 0,1 3 0 0,-1-1 0 16,1-1 0-16,-2 2 0 0,1-1 0 0,1 1 0 15,-1-1 0-15,-2 4 0 0,1 0 0 0,1-4 0 16,0 4 0-16,-1 0 0 0,2-3 0 0,-4 4 0 16,3-2 0-16,0 0 0 0,-1-1 0 0,1 0 0 15,4-2 0-15,-5 5 0 0,3-7 0 0,2 3 0 16,-3-1 0-16,0 0 0 0,3 0 0 15,-2-3 0-15,1 3 0 0,-1-3 0 16,2 3 0-16,-3-2 0 0,0 2 0 16,3-2 0-16,-2 1 0 0,-1 2 0 0,1-1 0 0,2 1 0 15,-1-1 0-15,-2-1 0 0,3-2 0 0,1 1 0 16,-1 0 0-16,1-2 0 0,0 0 0 0,1 0 0 16,-1-5 0-16,1 3 0 0,-2-3 0 0,4-1 0 15,-1-1 0-15,-1-3 0 0,3 1 0 0,-2-1 0 16,2-4 0-16,1 2 0 15,-1-2 0-15,2-1 0 0,-2 0 0 0,2 1 0 16,0-3 0-16,0 0 0 0,0 0 0 0,0 0 0 16,0 0 0-16,0 0 0 0,0 0 0 0,0 0 0 15,0 0 0-15,0 0 0 0,0 0 0 0,0 0 0 16,0 0 0-16,0 0 0 0,0 0 0 0,0 0 0 16,0 0 0-16,0 0 0 0,0 0 0 0,0 0 0 15,0 0 0-15,0 0-333 0,0-3 76 0,2-4-289 16,1-5 251-16,7-1 124 0,-1-3 52 0,3-9-606 15</inkml:trace>
  <inkml:trace contextRef="#ctx0" brushRef="#br1" timeOffset="105382.75">13479 3616 2303 0,'-2'-7'0'0,"-2"1"0"0,2 3 0 0,0-3 0 0,2 0 0 16,0 3 0-16,0 2 0 0,0-2 0 0,0 0 0 0,0 2 0 0,0 1 221 0,0 0-88 0,0 0-45 0,0 0 0 0,0 7 210 15,0 3-132-15,0 3-62 0,0 3-30 0,0-1 264 16,0 3-220-16,0-1-118 0,-2 2 0 0,0 2 0 16,0 0 0-16,1-1 0 0,-3 2 0 0,4 1 0 15,0 2 0-15,-4-1 0 0,3 0 0 0,-1 2 0 16,0 1 0-16,0-2 0 15,0 4 0-15,-1-1 0 0,2-1 0 0,1 1 0 16,-4-2 0-16,4-3 0 0,0 0 0 0,-2-3 0 16,2-1 0-16,0-3 0 0,0-2 0 0,0-4 0 15,0-2 0-15,0 0 0 0,0-2 0 16,0-2 0-16,0-3 0 0,0 1 0 0,0-2 0 0,2 2 0 16,0-2 0-16,1 0 0 0,6 0 0 0,2 0 0 15,2-8 0-15,4-7 0 0,4 0 0 0,3-7 0 16,8-6 0-16,0-4 0 15,5-2 0-15,4-4 0 0,1 2 0 0,1-3 0 16,0 4 0-16,3 0 0 0,-5 6 0 0,-2 1 0 16,-9 8 0-16,2-4 0 0,-8 6 0 0,-3 4 0 15,-1 4 0-15,-6 0 0 0,-5 5 0 0,-3 1 0 16,0 0 0-16,-4 2 0 0,0 2 0 0,-2 0 0 16,0 0 0-16,0 0 0 0,0 0 0 0,0 0 0 15,0 0 0-15,0 0 0 0,0 0 0 0,0 0 0 16,0 0 0-16,0 0 0 15,0 0 0-15,0 0 0 0,0 0 0 0,0 0 0 16,0 0 0-16,0 0 0 0,0 0 0 0,0 0 0 16,0 0 0-16,0 0 0 0,0 0 0 0,0 0 0 15,0-1-92-15,2-3-207 0</inkml:trace>
  <inkml:trace contextRef="#ctx0" brushRef="#br1" timeOffset="106128.02">12826 2007 433 0,'-16'0'0'0,"3"0"0"15</inkml:trace>
  <inkml:trace contextRef="#ctx0" brushRef="#br1" timeOffset="106271.4">12773 2009 3931 0,'0'0'0'0,"0"0"0"0,11 0 0 0,10 0 0 0,0 0 0 0,14 0 0 0,1 0 0 16,6-2 0-16,2 0 0 0,1-1 0 0,-6-1 0 0,14-2 0 0,-8 3 0 0,2-3 0 0,0 3 0 0,-9 1 0 15,1 0 0-15,-4 0 0 0,-3-1 0 0,-7 2 0 16,0 0 0-16,-5-2 0 16,-7 1-77-16,4 1-868 0,-5-2 440 0,-5 0 231 0,2-5 115 0,-3 0-252 15,-2-1 174-15,-2-6 101 16</inkml:trace>
  <inkml:trace contextRef="#ctx0" brushRef="#br1" timeOffset="106472.46">13407 1696 2293 0,'-15'-2'0'0,"5"2"0"0,1 0 0 16,4 0 0-16,1 0 0 0,4 2 0 0,0 2 0 0,0-1 0 0,15 3 0 0,8-3 0 0,-1 1 94 0,10 4 488 0,-2-2-269 0,0 1-135 15,-1 2 293-15,-1 3-471 0,-8-1 0 0,6 2 0 16,-8 0 0-16,-2 4 0 0,-4 1 0 0,-5 0 0 16,-3 2 0-16,-2 3 0 0,-2 1 0 15,-4 0 0-15,-9 1 0 0,-4 0 0 0,-4 0 0 0,-1-2-81 16,-1 2-4-16,-1-2 46 0,-3-1-690 0,3 2 342 15,0 0 161-15,-4-1-560 0,-1 1 371 16</inkml:trace>
  <inkml:trace contextRef="#ctx0" brushRef="#br1" timeOffset="107040.5">12780 2434 2902 0,'-7'0'0'0,"5"1"0"16,0 3 0-16,0-2 0 0,-1 6 0 0,3-1 0 0,-1 7 0 0,-1 1 0 0,2 3 0 0,0 6 0 0,0 0 252 0,-4 1-93 0,1 9-63 0,-3-3 70 0,1 0-61 0,-4-1-31 15,4-2 0-15,-1-5-215 0,1 2 87 0,0-5 48 16,-1-2 1-16,4-8-330 0,-1-4 189 0,3-3 106 16,-1-3-463-16,1 0 190 0,0-9 148 0,0-12-3 15,4-3-174-15,4-4 138 0,-1-4 86 0,0-2-25 16,-1 0 50-16,0-2 0 0,1 1 49 0,-1 1 9 15,1 5-8-15,-2 2-1 0,4 6 1 0,-4 1 262 16,2 1-131-16,-1 6-77 0,4 1-22 0,-5 4 563 16,5 3-285-16,-3 4-73 15,3-2 452-15,-3 3-291 0,0 3-161 0,1 9 88 16,2 8-120-16,-5 4-59 0,2 2-30 0,-3 4-27 16,0 2-46-16,-1 2 0 0,0-4 0 0,-1 0 0 15,0-2 0-15,0-5 0 0,-1-1 0 0,1-3 0 16,0-3 0-16,0-6 0 0,0-2 0 0,0-5 0 15,-1 0 0-15,1-3 0 0,2 0 0 0,4-15 0 16,1-6 0-16,2-4 0 0,1-3 0 0,1-2 0 16,2-2 0-16,0-4 0 15,2-3 0-15,-1 7 0 0,2 0 0 0,-2 3 0 16,2 4-63-16,-8 8 126 0,4 2-63 0,-7 6 0 16,1 4 0-16,-1 4 0 0,-3 1 0 0,2 0 0 15,-2 9 0-15,-1 6 0 0,-1 6 0 0,0 6 0 16,0-1 0-16,0 0 0 0,-1-2 0 0,1 7 0 15,-2-1 0-15,2-3 0 0,0 0 0 0,0-6 0 16,-2 3 0-16,2-2 0 0,0 1 0 0,-2-3 0 16,2 2 0-16,-2-4 0 15,0-1 0-15,2-2 0 0,-2-4-372 0,2 0 106 16,0-1 112-16,-1-5-318 0,5 1 203 0,3-6 119 16,1 0-651-16</inkml:trace>
  <inkml:trace contextRef="#ctx0" brushRef="#br1" timeOffset="107314.27">13340 2637 2542 0,'0'1'0'0,"0"5"0"0,0 0 0 0,0 1 0 0,0 0 0 0,0 3 0 0,-2 2 0 0,0-3 0 0,2 3 0 0,0 0 0 0,0-1 294 0,0 3-126 0,4-7-51 0,5 2 218 16,3-1-146-16,-3-4-73 0,4-2-36 0,-2-2-88 15,-2 0 62-15,5 0-11 0,-5-2-78 0,-2-3 38 16,1-7 1-16,0-1-5 0,-4-1 12 0,-3-1 8 15,-1 3-19-15,0-3 0 0,0 1 0 0,0-1 0 16,0 4 0-16,-5 0 0 0,-3 2 0 0,0 3-14 16,1 0 24-16,0 4-6 0,-3 0-4 0,1 2 0 15,1 0-101-15,-1 2 32 16,3 3 37-16,0 6-5 0,3-2-149 0,1-2 81 16,2 2 47-16,0 1-535 0,0-2 275 0,0-3 137 15,0 1 58-15,11-5-488 0,1-1 283 0</inkml:trace>
  <inkml:trace contextRef="#ctx0" brushRef="#br1" timeOffset="107839.93">13670 2289 2942 0,'2'-6'0'0,"0"5"0"0,0-1 0 0,-2 2-2 0,0 0-1 0,0 9 0 0,0 6 2 0,0 6 1 0,-2 2 0 0,-5 5 0 0,-3 1 182 0,1 1-70 0,-1 3 69 16,-1-1-69-16,0-1-24 0,0 0-10 0,1-3-125 15,1-2 45-15,0-1 1 16,1-7 44-16,0 1-405 0,4-8 198 0,-1 1 103 0,3-7-573 0,0-4 326 16,2-1 53-16,0 0-318 15,0-6 270-15,2-13 130 0,4-6 65 0,1-1-175 16,1-4 120-16,-1-2 49 0,1-6 41 0,1 3-1 16,-1-2 43-16,-1 3 31 0,-1 2 0 0,1 8 0 15,-1-1 0-15,2 6 0 0,-3 4 245 0,-1 3-166 16,1 6-61-16,1 2 575 0,2 2-253 0,-3 2-165 15,3 0-5-15,-3 6 324 0,2 8-225 0,-2 3-102 16,0 8-68-16,-3 3 260 0,0 0-158 0,0 2-79 16,-2 2-40-16,0 0 82 15,0-3-66-15,0 0-28 0,0-7 11 0,0-1 0 16,0-3-57-16,0-7-54 0,0-1 22 0,0-2 0 16,0-6 51-16,0-2-179 0,2 0 89 0,5-6 56 15,3-13-11-15,1-2-186 0,0-3 101 0,3-3 51 16,-2 1-24-16,2-5-173 0,-1 1 106 0,-1 1 24 15,2 4 33-15,-1 2-25 0,-3 6-1 0,-1 0 41 16,-2 8 161-16,-1-2-75 0,-2 6-37 0,0 4 463 16,-2-1-235-16,0 2-100 0,0 0-62 15,-1 7 277-15,1 5-337 0,-2 4 0 16,2 0 0-16,0 2 0 0,0 4 0 0,-1 0 0 16,1-1 0-16,0 1 0 0,0-2 0 0,0 0 0 15,1 2 0-15,0-3 0 0,-1 0 0 0,0-5 0 16,0 1-123-16,-1-2-116 0,1-4 117 0,0 3-854 15,0-5 466-15,2-1 233 0</inkml:trace>
  <inkml:trace contextRef="#ctx0" brushRef="#br1" timeOffset="108015.98">14035 2456 3700 0,'4'0'0'0,"-1"3"0"0,1 0 0 0,-2 1 0 0,-1 1 0 0,1 2 0 0,0 4 0 0,0-2 0 0,0 2 0 0,1 5 0 0,-3-2 231 15,0 3-231-15,0 2 0 16,0-1 0-16,0 3 0 0,0 2 0 0,0-3 0 0,0 3 0 0,-3-1 0 16,1-1 0-16,0 0 0 15,0-2 0-15,0-4-823 0,2 0 265 0,0 0 295 0</inkml:trace>
  <inkml:trace contextRef="#ctx0" brushRef="#br1" timeOffset="108805.25">14895 1560 1259 0,'-10'-3'0'16,"1"-3"0"-16,2 2 0 0,-3-2 0 0,2 3 0 0,1-1 0 0,2 0 0 0,1 4 0 0,2-4 0 0,0 3 0 0,2 1 143 0,0 0-51 0,0 0-26 0,2 0 147 16,7 0-86-16,4-2-33 0,4 2-11 0,3-2 190 15,0 0-116-15,1 0-59 0,0 0 72 0,2 1-54 16,4-1-43-16,-1 2 119 0,1-2-76 0,3 2-37 16,-2 0 0-16,2 0 17 0,0 0-10 0,2 0-45 15,2 0 0-15,-3 0 48 0,1 0-48 0,0 0 10 16,2 0-11-16,-2 2-24 0,2 0-16 0,-1-1 0 31,1 1 0-31,1 0 0 0,-2-2 0 0,5 0 0 0,3 0 0 0,1 0 0 16,-3 0 0-16,0 0 0 0,9 0 0 15,-6-2 0-15,3-1 0 0,1-3 0 0,-2 2 0 0,-4 1 0 16,9-1 0-16,-14 2 0 16,5 1 0-16,-1-2 0 0,1 1 0 0,-3 1 0 0,3 1 0 15,-4-3 0-15,-1 3 0 0,1-1 0 16,-3 1 0-16,3-2 0 0,-1 2 0 0,0-2 0 15,-1 0 0-15,3 0 0 0,1 0 0 0,5-2 0 16,-3 1 0-16,0-1 0 0,1 1 0 0,0 1 0 0,-8-1 0 16,5 1 0-16,-3 1 0 0,-3 1 0 15,-1 0 0-15,0 0 0 0,-5 0 0 0,4 0 0 16,-3 0 0-16,3 0 0 0,-2 0 0 16,4 0 0-16,-2 0 0 0,4-3 0 15,-3 2 0-15,0-1 0 0,-1 0 0 0,-2-2 0 16,-5 2 0-16,1-1 0 0,-4-1 0 0,-1 1 0 15,-4 0 0-15,-5 1 0 0,-3 1 0 0,-1-2 0 16,-3 3 0-16,-1 0 0 0,0-1 0 0,-2 1 0 16,0 0 0-16,0 0 0 0,0 0 0 0,0-2 0 15,0 2 0-15,-2-2 0 0,-1 0 0 0,-3 2 0 16,-1-2 0-16,-3 2-635 0,-1 0 238 0,2 0 178 16,-3 0 79-16,3-2-589 15,-2 2 344-15,1-1 172 0,3-5 86 0</inkml:trace>
  <inkml:trace contextRef="#ctx0" brushRef="#br1" timeOffset="109113.62">17276 1191 2159 0,'-23'0'0'0,"3"0"0"0,1 1 0 0,0-1 0 0,3 3 0 0,0-3 0 0,7 1 0 0,2 0 0 0,3 3 0 0,2-1 0 0,2 2 285 16,0 1-122-16,6 1-51 0,10 3 372 0,7-1-221 0,0 2-111 15,3 0-56-15,2 3 121 0,0-3-217 0,0 4 0 16,0-1 0-16,0 0 0 0,-1 1 0 0,-3-2 0 16,-4-1 0-16,3 1 0 0,-4-2 0 0,0 2 0 15,-6-2 0-15,-4 0 0 0,0-3 0 0,-2 2 0 16,-5 1 0-16,-2 0 0 0,0 3 0 0,-19 3 0 16,-10 3 0-16,-4 0 0 0,-5 5 0 0,-3 1 0 15,-6 4 0-15,-2 0 0 0,-12 6 0 0,-1 0 0 16,0-1 0-16,-5 1 0 0,-2 0 0 0,11-8 0 15,-2 2 0-15,10-6 0 16,10-7-405-16,4-2 128 0,6-3 118 0,9-6-787 0,3-6 458 16</inkml:trace>
  <inkml:trace contextRef="#ctx0" brushRef="#br1" timeOffset="109480.47">15682 813 2884 0,'-15'-10'-6'0,"5"7"2"0,6 0 2 0,1 2 0 0,3 0 1 16,0-2 1-16,2 2-1 0,13-1 1 0,12 0-3 0,4 0 2 0,10 0 121 0,0 0 419 0,7-2-246 0,-2 3-178 16,5-4-115-16,0 4 0 0,-1-3 0 0,0 0 0 15,-4 1 0-15,0 1 0 0,-7-2 0 0,2 2 0 16,-3 0 0-16,-4 0 0 0,-4 2 0 0,-5 0-207 0,-4 0-123 0,0-2 179 15,-6 1-12-15,-3 1-774 0,-3-3 446 0,-5 2 224 16,-3-5 100-16</inkml:trace>
  <inkml:trace contextRef="#ctx0" brushRef="#br1" timeOffset="109690.84">16335 558 2159 0,'-2'0'0'0,"2"0"0"0,0 0 0 0,10-3 0 0,10 1 0 0,5-1 0 0,5 1 0 0,6 0 0 0,1 2 0 0,3 0 0 0,-3 0 263 0,-3 4-110 0,-2 5-55 0,-4 3 183 16,-7 0-108-16,-4 2-70 0,-5 3-30 0,-7 0 88 16,-5 6-58-16,0-3-31 15,-14 5 12-15,-8-3-69 0,-4 2 0 0,-10 1 29 16,3-4-206-16,5-3 103 0,-9 1 62 0,3-2-196 16,-1 0 118-16,-3-5 33 0,3 4 39 0,-1-3-765 15,4 2 357-15,4-3 169 0,11 0 98 0</inkml:trace>
  <inkml:trace contextRef="#ctx0" brushRef="#br1" timeOffset="110055.32">16324 1080 1579 0,'-2'0'-1'0,"1"0"0"0,-1 0 1 0,-2 0 0 0,0-7 0 0,-2-1 0 0,2-2 0 0,1 3 0 0,-3-4 0 0,3 4 0 0,-5-4 91 0,-2 4 51 0,1-1-50 16,-4 5 1-16,-2 1 79 0,-3 0-70 0,-7 2-29 15,1 0-1-15,-3 4 69 0,-1 5-49 0,5 0 10 16,1 3-59-16,3-1 270 16,4 1-135-16,4-3-68 0,5 1 202 0,1-2-125 15,5 2-148-15,0 0-39 0,3-1 0 0,10 1 0 16,6 0 0-16,2-1 0 0,4-1 0 16,-2 2 0-16,-3-1 0 0,1-1 0 15,-3 1 0-15,-3 0 0 0,-4-1 0 0,-4 1 0 16,-3 1 0-16,-2-3 0 0,-2 4 0 0,0-2 0 15,-9 2 0-15,-6-5 0 0,-2 4 0 0,-8-2 0 16,5-4 0-16,-2 2 0 0,-1-5 0 0,-6 1 0 16,11-2 0-16,-1 0 0 0,3 0 0 0,-2 0 0 15,9 0 0-15,1-2 0 0,3 1 0 16,-1-3 0-16,6 2 0 0,0-1 0 0,0-1 0 0,2 3-742 16,7-2 308-16,5 3 195 15,-1 0 99-15,4 0-671 0,-1 0 389 0</inkml:trace>
  <inkml:trace contextRef="#ctx0" brushRef="#br1" timeOffset="110349.61">16621 1267 3388 0,'2'0'0'0,"0"0"0"0,2 0 0 0,-3 0 0 0,1 0 0 0,0 0 0 0,-2 0 0 0,0 0 0 0,0 0 0 0,0 0 0 0,0 0 158 0,2 0-57 0,0 0-733 0,-1 0 337 16,1 6 179-16</inkml:trace>
  <inkml:trace contextRef="#ctx0" brushRef="#br1" timeOffset="111150.28">13509 4360 2137 0,'-2'0'0'0,"2"0"0"0,0 0 0 0,0 0 0 0,0 0 0 0,0-1 0 0,4-5 0 0,3 3 0 0,4-3 0 0,1-1 0 0,3 2 89 15,-2 0 0-15,4-1-146 0,2 2 62 0,-1-2-11 16,7 2-598-16</inkml:trace>
  <inkml:trace contextRef="#ctx0" brushRef="#br1" timeOffset="113669.31">14859 1538 1887 0,'0'0'0'0,"4"0"0"0,0 0 0 0,3 1 0 0,1 7 0 0,-3 2 0 0,3-1 0 0,-2 3 0 0,-3 2 0 16,3 1 0-16,-4 0 86 0,1 4-273 0,-1 2 120 0,0 2 46 0,1-2 28 0,-2 4-267 16,1 1 134-16,0-2 66 0</inkml:trace>
  <inkml:trace contextRef="#ctx0" brushRef="#br1" timeOffset="113810.33">14927 2080 1621 0,'-2'18'0'0,"-1"0"0"0,-2 1 0 0,1-3 0 0,1-2 0 0,1 2 0 0,0-4 0 0,2 3 0 0,0-1 0 0,0 1 0 16,0-3 88-16,0 2 1 0,2-3-291 0,5 3 132 0,5-1 50 15,-5-2 30-15,4 4-567 0,-2-3 278 0</inkml:trace>
  <inkml:trace contextRef="#ctx0" brushRef="#br1" timeOffset="113942.03">14947 2660 1317 0,'-7'20'0'0,"3"-2"0"0,-1 5 0 0,-1-5 0 0,3 2 0 0,-2-1 0 0,3-1 0 0,2 2 0 0,0-1 0 15,0 0 0-15,0 1 69 0,0 0-22 0,4-2-6 0,4 1 0 0,-1 0-370 16,2 1 196-16,-1-5 81 0</inkml:trace>
  <inkml:trace contextRef="#ctx0" brushRef="#br1" timeOffset="114084.12">14910 3305 1508 0,'-9'20'0'0,"0"1"0"0,0 0 0 16,0-3 0-16,4-3 0 0,-1 1 0 0,2-2 0 0,2-2 0 0,2 1 0 0,0 0 0 0,0-1-7 0,2 1 58 0,4-2-10 0,3 1-443 0,0 0 217 0,1 0 107 15,-1 4 55-15</inkml:trace>
  <inkml:trace contextRef="#ctx0" brushRef="#br1" timeOffset="114360.52">14906 3884 1429 0,'-7'18'0'0,"-5"5"-1"16,5-2 1-16,-2-1 0 0,0-1 0 0,0-2 0 0,4-2 0 0,3 0 0 0,0-2 0 0,2 0 0 0,0-2 72 0,0 2 44 0,0-5-37 0,0 4 0 0,2-3-39 0,2-1-238 15,3 5 114-15,-2-2-262 16,-2 2 189-16,1-2 95 0,-1 2 47 0,-1-2-201 16,0 1 66-16,0-2 64 0,-2-2-21 0,2 0 39 15,-2-1 28-15,0-1-10 0,0-2 10 0,0-1 109 16,0 0-54-16,0 0-27 0,0 1-1 0,-4 0 196 16,0 0-71-16,1-1 238 0,-1 3-150 0,2-2-92 15,-2 0-11-15,2-1 142 0,0-1-104 0,2 2-48 16,0-4 0-16,-2 2-62 0,2-2 15 0,0 0 9 15,0 0-9-15,0 0-133 16,0 0 67-16,0 0 32 0,2 0 1 0,0-4-385 0</inkml:trace>
  <inkml:trace contextRef="#ctx1" brushRef="#br0" timeOffset="30788.98">24563 17001 0</inkml:trace>
  <inkml:trace contextRef="#ctx0" brushRef="#br0" timeOffset="124868.65">13101 9706 1920 0,'-22'-8'0'0,"-1"4"0"0,4 2 0 16,3 0 0-16,-2 0 0 0,6 0 0 0,0 1 0 0,4-2 0 0,5 2 0 0,-1 1 0 0,4 0 204 0,0 0-73 0,0-2 35 0,0 1-63 0,11-2-33 15,3 0 1-15,2 2 156 0,3-2-84 16,-1-1-57-16,5-2 0 0,4 3 172 15,-3 1-109-15,5-2-56 0,1 2-17 0,2-1 72 0,1 1-148 16,8 0 0-16,-1 2 0 0,3 0 0 16,-4 0 0-16,16-3 0 0,0 3 0 0,9-1 0 15,-1-5 0-15,7-2 0 0,3-1 0 0,19-5 0 16,-4 0 0-16,4-1 0 0,5-2 0 0,2-2 0 16,-7 4 0-16,26-4 0 15,-9 2 0-15,4 2 0 0,-1-1 0 0,3-1 0 0,5-1 0 0,15-6 0 16,-11 3 0-16,3-1 0 15,0-2 0-15,6-1 0 0,-9 2 0 0,25-10 0 0,-14 5 0 16,-3-1 0-16,-3 1 0 0,-24 6 0 16,-8 1 0-16,15-2 0 0,-36 9 0 0,3 1 0 0,-6 0 0 0,-14 5 0 15,-1 1 0-15,-9 1 0 16,-10 0 0-16,-4 3 0 0,-6 0 0 0,-6 1 0 0,-5 1 0 0,-6 1 0 16,-3 0 0-16,-4 0 0 15,-3 0 0-15,0 0 0 0,-2 0 0 0,0-2 0 16,0 0 0-16,-7-2 0 0,-4 1 0 0,-3-1 0 15,-1 2 0-15,-2 0 0 0,-5 0 0 0,-6 2 0 16,-9 0 0-16,-7 8-639 0,-15 11 33 0,-4 3 283 16</inkml:trace>
  <inkml:trace contextRef="#ctx0" brushRef="#br0" timeOffset="125131.78">15149 9636 3574 0,'-10'1'0'0,"6"13"0"0,-2-3 0 0,3-1 0 0,-1 4 0 0,0 6 0 0,1 2 0 0,3 0 0 0,0 4 0 0,0 3 0 0,0 6 133 0,0 7 91 0,0-1-224 0,2 0 0 15,-1 1 0-15,1-6 0 0,2 4 0 0,1-4 0 16,-1 0 0-16,1-4 0 0,-2-4 0 0,-1-3 0 15,2-3 0-15,-1-3 0 0,-1-3 0 0,2-7 0 16,-2-4 0-16,-1-2-103 0,3-3 8 0,3 0-739 16,0-13 398-16,2-12 199 0,0-2-559 0,-1-7 369 15</inkml:trace>
  <inkml:trace contextRef="#ctx0" brushRef="#br0" timeOffset="125321.88">15214 9760 3618 0,'0'0'0'0,"0"0"0"0,0 0 0 0,0 0 0 0,0 0 0 0,2 0 0 16,12 0 0-16,4 0 0 0,10 0 0 0,2 0 0 0,6 0 139 0,8-4-51 0,-2-2-2 0,-3-1-86 0,14-3 0 15,-6 1 0-15,2 0 0 16,-2-3 0-16,2 1 0 0,-10 4 0 0,3-3 0 16,-5 3 0-16,-3-1-717 0,-6 1 235 0,-7 1 247 15,-1 1-24-15,-2-3-255 0,-9 3 238 0,-4-5 118 16</inkml:trace>
  <inkml:trace contextRef="#ctx0" brushRef="#br0" timeOffset="125490.86">15878 9487 2366 0,'-5'-4'0'0,"5"3"0"0,0-1 0 0,0 0 0 0,0 2 0 0,5 0 0 0,6 0 0 0,5 0 0 0,3 0 0 0,6 0 0 0,-2 4 80 0,0 4 411 0,0 1-227 0,2 0-113 15,-9 1 96-15,3 3-109 0,-2-1-50 0,-4 6-230 16,-6-1 91-16,-3 4 44 0,-4-1 10 0,0 6-537 15,-5-2 286-15,-10 1 143 0,-2 1 72 0,-1-1-725 16,-5-1 320-16,0-1 205 0,-2-3 97 0,-3-1-188 16</inkml:trace>
  <inkml:trace contextRef="#ctx0" brushRef="#br0" timeOffset="125796.66">15787 9951 1663 0,'-1'2'0'15,"1"-2"-1"-15,0 0 1 0,0 0 0 0,0 0-1 0,-3 0 1 0,1 0 0 0,0-2-1 0,-1-4 1 0,-1 3 0 0,0-3 441 0,-1 2-202 0,-2 1-100 0,-5 0 236 0,1 2-168 0,-7 1-75 16,0 1-51-16,-5 11 225 0,-1 3-134 0,-1 6-67 16,3-1-33-16,3-1-70 0,-4 5-2 0,12-6 0 15,2 0 0-15,3-1 0 0,4 0 0 0,2-1 0 16,0-4 0-16,12 1 0 0,4-3 0 0,7 5 0 16,2-6 0-16,-1-2 0 15,6 1 0-15,-4 2 0 0,-5-3 0 0,0 3 0 16,-5-1 0-16,-4 2 0 0,-5 2 0 0,-5 0 0 15,-2 2 0-15,0 0 0 0,-9 3 0 0,-8-4 0 16,-6 5 0-16,1-6 0 0,-4 1 0 0,-1-3 0 16,3-4 0-16,4 1 0 0,-5-5 0 15,2 1 0-15,2-4 0 0,1 0 0 0,5 0 0 16,0 0 0-16,5-6-234 0,5-9 25 16,1-7-727-16,4-8 448 0,2-8 226 0</inkml:trace>
  <inkml:trace contextRef="#ctx0" brushRef="#br0" timeOffset="126039.18">16228 9558 3931 0,'10'-1'0'0,"1"-1"0"0,-3 0 0 0,1 0 0 0,-4 2 0 0,4 0 0 0,-2 4 0 0,2 9 0 15,0 6 0-15,1 5 0 0,-3 9 0 0,2 1 0 0,0 12 0 0,-4-1 0 0,1 4 0 0,-3 1 0 16,1 3 0-16,1 0 0 0,-1 1 0 0,2-3 0 15,0-2 0-15,1-4 0 0,-1-2 0 16,-1-7 0-16,1 1 0 0,0-1 0 0,-1-6 0 0,-3-2 0 16,2-6 0-16,-2-2 0 15,-1-5 0-15,-1-6 0 0,0-1 0 0,0-5 0 0,0 0 0 16,0-3 0-16,-7 0-304 0,-2 0-253 16,-3-6 260-16</inkml:trace>
  <inkml:trace contextRef="#ctx0" brushRef="#br0" timeOffset="126831.8">11084 8924 2005 0,'-11'-29'0'0,"1"13"0"0,5 5 0 0,1 1 0 16,-2 3 0-16,6 3 0 0,-1 2 0 0,-1 2 0 0,2 2 0 0,0 22 0 0,0 8 159 0,0 13-65 0,5 14 293 0,3 1-175 16,2 10-87-16,2 4-43 0,-3 4 250 0,5 15-151 15,-5-4 163-15,2-2-334 0,-5-11-10 0,2 7 0 16,-3-3 0-16,-1-3 0 0,-2-4 0 0,0-3 0 15,-1-8 0-15,1-9 0 0,0-9 0 0,-2-1 0 16,2-5 0-16,-2-12 0 0,0-1 0 0,0-12 0 0,0-2 0 16,0-5 0-16,0-6 0 0,-7 0 0 0,-2-2 0 15,-5-15 0-15,3-2 0 0,-6-7 0 16,2-4 0-16,-4-7 0 0,1-3 0 16,-3-1 0-16,-4-3 0 0,0 5 0 0,-2 4 0 15,1 14 0-15,-4 1 0 0,-2 6 0 0,2 6 0 16,1 6 0-16,1 2 0 15,0 8 0-15,3 13 0 0,2 5 0 0,3 4 0 16,5 4 0-16,6 4 0 0,3-1 0 0,6-1 0 16,0-1 0-16,2 1 0 0,11-2 0 0,6-4 0 15,4-2 0-15,2-3 0 0,5-5 0 0,1-1 0 16,5-6 0-16,0-4 0 0,-3-1 0 0,3-4 0 16,-2-4 0-16,-3 0 0 0,1 0 0 0,-2 0 0 15,0-8 0-15,2-5 0 0,0-4 0 0,2-3 0 16,6-10 0-16,-1-4-773 0,0-3 192 0,9-9 271 15</inkml:trace>
  <inkml:trace contextRef="#ctx0" brushRef="#br0" timeOffset="126996.74">11576 9617 3931 0,'0'0'0'0,"0"4"0"0,-2-1 0 0,0 2 0 0,2-4 0 0,0 1 0 0,0-2 0 0,6 0 0 15,13 0 0-15,5 0 0 0,0 0 0 0,5 0 0 0,-1 0 0 0,4 0 0 0,0-2 0 0,1 1 0 0,1-4 0 0,-2 3 0 16,0 1 0-16,0-1 0 0,-8 2 0 0,6 0-999 16,-10 2 419-16</inkml:trace>
  <inkml:trace contextRef="#ctx0" brushRef="#br0" timeOffset="127160.97">11778 9996 3863 0,'-20'12'0'0,"5"1"0"0,6-6 0 0,2-3 0 0,5-2 0 0,2-2 0 0,11 0 0 0,15 0 0 0,11 0 0 0,3-2 0 0,5-5 68 0,-6-1-68 0,18-3 0 16,-6 1 0-16,1 3 0 0,-1-1 0 0,-2 3 0 15,-10 3 0-15,8 0 0 16,-14 0 0-16,4 2 0 0,-7 0-545 0,-8 0-73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25:19.4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47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31:41.527"/>
    </inkml:context>
  </inkml:definitions>
  <inkml:trace contextRef="#ctx0" brushRef="#br0">28340 4360 2143 0,'0'0'0'0,"0"0"0"0,0 0 0 0,0 0 0 0,0 0 0 0,0 0 0 0,0 0 0 0,0 0 0 0,0 0 0 0,0 0 0 0,0 0 236 15,0 0-99-15,0 0-40 0,0 0 144 0,2 0-101 16,-2 0-51-16,2 0-25 0,-1 0 70 0,-1 0-37 16,2 0-11-16,-2 0-47 0,4 0 168 0,-3 0-84 15,0 0-42-15,2 0-64 0,-1 0-17 0,0 0 0 16,1 0 0-16,1 0 0 0,-1 0 0 0,2 0 0 16,1-1 0-16,-1-1 0 0,-1-2 0 0,3 3 0 15,-2-3 0-15,4 0 0 16,-4 0 0-16,2 1 0 0,0 1 0 0,-2-1 0 0,3 1 0 15,2-1 0-15,-3 1 0 0,1 0 0 16,0 0 0-16,1 2 0 0,-1 0 0 0,-1-2 0 16,3 2 0-16,-2 0 0 0,2 0 0 0,0 0 0 15,-1 0 0-15,1 0 0 0,-1 0 0 0,3 0 0 16,-2 0 0-16,0 0 0 0,0 0 0 0,2-2 0 16,-1 2 0-16,1 0 0 0,-1 0 0 0,1 0 0 15,-3 0 0-15,5 0 0 0,-3 0 0 0,3 0 0 16,0 0 0-16,-2 0 0 15,1 0 0-15,1 0 0 0,0 0 0 0,0 0 0 16,-1 0 0-16,2 0 0 0,0 0 0 0,0 0 0 16,-2 2 0-16,2 0 0 0,0 0 0 0,0 0 0 15,2 0 0-15,-1 0 0 0,2-2 0 0,-2 0 0 16,2 1 0-16,1-1 0 0,-3 2 0 0,1-2 0 16,1 3 0-16,-2-3 0 0,2 0 0 0,-2 1 0 15,1-1 0-15,1 0 0 0,-3 1 0 16,3-1 0-16,-1 0 0 0,0 0 0 0,0 3 0 15,-1-3 0-15,-1 0 0 0,3 2 0 16,-4-2 0-16,2 2 0 0,-4-2 0 0,3 0 0 16,0 2 0-16,1-2 0 0,-3 0 0 0,1 0 0 15,2 0 0-15,0 0 0 0,-4 0 0 0,6 0 0 16,-4 0 0-16,0 0 0 0,1 2 0 16,2-2 0-16,-2 0 0 0,3 2 0 0,-1-2 0 0,0 0 0 15,3 0 0-15,-2 0 0 16,0 0 0-16,1 0 0 0,0 0 0 0,-1 0 0 0,0 0 0 15,-2 0 0-15,1 0 0 0,1 0 0 16,-3 0 0-16,3 0 0 0,-1 0 0 0,-2 0 0 16,0 0 0-16,2 0 0 0,-2 0 0 0,1 0 0 15,1 0 0-15,1 0 0 0,-2 0 0 0,0 0 0 16,2 0 0-16,-3 0 0 0,3 0 0 0,-4 0 0 16,4 0 0-16,-4 0 0 15,2 0 0-15,-4 0 0 0,0 0 0 0,4 0 0 0,-2 0 0 16,2 0 0-16,-4 0 0 0,5 0 0 15,-2 0 0-15,-2 0 0 0,2 0 0 0,-2 0 0 16,-1 0 0-16,4 0 0 0,-4 0 0 0,2 0 0 16,0 0 0-16,-2 0 0 0,1 0 0 0,1 0 0 15,-1 0 0-15,2 0 0 0,-3 0 0 0,1 0 0 16,-1 0 0-16,1 0 0 0,-3 2 0 0,0-2 0 16,0 0 0-16,0 1 0 0,0-1 0 15,-2 2 0-15,1-2 0 0,-1 0 0 0,-1 2 0 0,3-2 0 16,-4 2 0-16,1-1 0 15,0-1 0-15,3 2 0 0,-4 0 0 0,-1-2 0 16,2 2 0-16,-2 0 0 0,1-2 0 0,-4 2 0 16,2-2 0-16,2 0 0 0,-4 0 0 0,-2 0 0 15,3 0 0-15,-1 0 0 0,0 0 0 0,-2 1 0 16,0-1 0-16,0 0 0 0,0 0 0 0,0 0 0 16,0 0 0-16,0 0 0 0,0 0 0 0,0 0 0 15,0 0 0-15,0 0 0 16,0 0 0-16,0-3 0 0,0-3 0 0,-7-3 0 0,-1 2 0 15,-2 1 0-15,-4-2 0 16,-11 5 0-16,-1 1 0 0</inkml:trace>
  <inkml:trace contextRef="#ctx0" brushRef="#br0" timeOffset="27143.33">9061 4979 2630 0,'-4'0'0'0,"4"0"0"0,0 0 0 0,0 0 0 0,0 0 0 0,0 0 0 0,0 0 0 0,0 0 0 0,2 0 0 0,5 0 0 0,3 0 113 0,1 0-37 16,-2 0 154-16,5 1-100 0,-5 3-46 0,2 1 0 0,-1-1-20 16,-1 1 0-16,-2 0-15 15,0 1-11-15,-1-1-40 0,-1-1 0 0,-2 1 41 0,-1 1 9 0,0-3-165 16,0 3 77-16,-2 0 40 0,0-1-130 0,0 1 48 15,0 0 59-15,0 0-494 0,-7 1 247 0,1 1 85 16,-1 1 74-16,0 0-515 16,0 5 283-16</inkml:trace>
  <inkml:trace contextRef="#ctx0" brushRef="#br0" timeOffset="27331.8">9002 5311 2723 0,'-1'4'0'0,"-3"-1"0"0,4 0 0 0,-1-2 0 0,1 3 0 0,0-1 0 0,0 2 0 0,1-2 0 0,3 3 0 0,4-2 0 0,-1 1 205 0,0-1-83 0,1 1-42 15,4 4 1-15,-5-6-129 0,0 4 53 0,0-1-10 16,4 1 44-16,-4 3-450 0,-2-1 224 0,1 4 113 16,-3-1 67-16,1 0-684 0,1 4 348 0,-4-3 54 15</inkml:trace>
  <inkml:trace contextRef="#ctx0" brushRef="#br0" timeOffset="27504.27">9033 5752 2262 0,'-4'11'0'0,"1"-3"0"0,0-5 0 0,2-1 0 0,1 0 0 0,0 1 0 15,0-3 0-15,1 0 0 0,9 0 0 0,1 0 0 0,1-7 83 0,0-1 163 0,2-3-104 0,-1 1-52 16,2-4-15-16,-4 3-123 0,3-2 43 0,-3 2 1 0,-1 0-364 0,1-3 214 15,-1 3 91-15,1-2-598 0,0 0 288 16,-4-4 181-16</inkml:trace>
  <inkml:trace contextRef="#ctx0" brushRef="#br0" timeOffset="27722.86">9273 5225 2856 0,'0'0'0'0,"0"0"0"0,0 0 0 0,0 0 0 0,4 0 0 0,6 0 0 0,3 0 0 0,6-5 0 0,3-2 0 0,4-1 0 0,2 2 197 0,2-2-79 0,-1 2 156 0,1-2-118 15,0 2-58-15,-6 1-149 0,8-1 40 0,-10 3 25 16,3 1 0-16,-2 0-353 0,-4 1 189 0,-4-2 103 16,-2 3 39-16,-2 0-617 0,-4 0 313 0,-1 0 50 15,-3 0 112-15,-1 0-201 0,1 0 162 0,-3 0-361 16</inkml:trace>
  <inkml:trace contextRef="#ctx0" brushRef="#br0" timeOffset="28044.73">9551 4864 2001 0,'-7'6'0'0,"3"-3"0"0,2 3 0 0,1-1 0 0,1 3 0 0,0-1 0 0,0 3 0 0,1 1 0 0,5 1 0 0,-1 4 0 15,1 0 169-15,-3 5-65 0,1 1-59 0,-1 0 3 0,-3 6-9 0,0 0 0 16,-3 1-78-16,-8-3 39 0,-2 2 0 0,-2 1-79 16,-2-3 54-16,-2 0 32 0,-2-4-1 0,1 0-4 15,3-6 46-15,-1 1-70 0,-1-2 0 0,6-4 217 16,3-3-89-16,1-1-55 0,3-1 275 0,4-2-145 16,2-1-72-16,0 1 15 0,2-1-43 15,11 2 0-15,3-4-33 16,2-1 84-16,8 0-47 0,-3 0 0 0,2 0-79 0,2 0-6 0,-8 0 0 0,4-1 0 15,0-5 0-15,-5 0 0 0,1 3-18 16,-4-3 10-16,-4 5-494 0,-1-4 254 16,-3 3 87-16,-2 0-557 15,0 1 340-15,-3-2 169 0,0 3 76 16,-2 0-236-16,0 0 166 0</inkml:trace>
  <inkml:trace contextRef="#ctx0" brushRef="#br0" timeOffset="28477.47">9557 5328 1794 0,'-6'8'0'15,"1"3"0"-15,1-1 0 0,-1 4 0 0,1-1 0 0,-1 2 0 0,2 3 0 0,-3 0 0 0,-1 0 0 0,1 5 0 0,-5 1 127 0,2-3 18 0,-6 4-59 0,-1-1-23 0,2-2-1 16,-5 0 2-16,1-2 1 16,3-5-18-16,-3 1 133 0,3-4-71 0,1-3-35 15,3 1-1-15,4-6 75 0,2 1-46 0,0-3-36 16,3 0-1-16,2-2 193 0,0 1-109 0,2 2-56 15,12-3 43-15,0 0-111 0,4 0-25 0,1 0 0 16,-1 0 0-16,1 0 0 0,3 0 0 0,-1 0 0 0,-2 0 0 16,-1 0 0-16,0 0 0 0,-1 0-357 15,-2 0 107-15,0 0 129 0,-2 0 12 0,0 0-275 16,-1-4 155-16,-2-5 86 0,1 2-416 0,-1-4 260 16,-2-1 130-16,-1-2-278 0,-2-1 204 0,-1 2 93 15,-1 0 61-15,-1 0-12 0,0 2 32 0,-2 1 0 16,0 0 31-16,0 5 334 0,0 1-162 0,0 2-76 15,0 1-54-15,0-1 575 0,0 2-303 16,0 0-74-16,0 0 169 0,0 3-173 16,1 7-46-16,5 4 321 0,1-1-218 0,-2 4-98 15,4-1-65-15,-4 3 214 0,2 0-135 0,-1-1-69 16,-1 1-102-16,-1-1-35 0,2 0-6 0,-2-4 40 16,0 1 0-16,-1-4-481 0,-1-3 261 0,2 0 139 15,-2-2-310-15,-1-5 132 0,1 2 129 0,0-3-617 16,4 0 354-16</inkml:trace>
  <inkml:trace contextRef="#ctx0" brushRef="#br0" timeOffset="28669.01">9829 5374 2871 0,'6'0'0'0,"4"3"0"0,1-3 0 0,-2 0 0 0,4 0 0 0,3 0 0 0,2 0 0 0,0 0 0 0,5 0 0 0,3-3 0 0,-5 2 215 0,8-2 170 0,-9 0-173 15,4 1-87-15,-1 0-102 16,0 2 15-16,-1-2 10 0,-1 2-34 0,0 0-372 16,-5 0 186-16,1 0 105 0,-2 0 52 0,0 0-621 15,-2 0 333-15,1 0 68 0,-3 0 120 0</inkml:trace>
  <inkml:trace contextRef="#ctx0" brushRef="#br0" timeOffset="28832.73">10544 5017 3525 0,'5'5'0'0,"-1"4"0"0,-2-3 0 0,1-1 0 0,3 1 0 0,1-1 0 0,0 1 0 0,3-2 0 0,1 3 0 0,-2-3 0 0,5 6 70 0,-3-3-1 0,-1 2-31 16,-1 1-650-16,0 3 325 0,-2 3 172 0</inkml:trace>
  <inkml:trace contextRef="#ctx0" brushRef="#br0" timeOffset="28974.12">10641 5488 3931 0,'0'9'0'0,"2"2"0"0,2-4 0 0,1 1 0 0,2-4 0 0,4 0 0 0,-3-1 0 0,0-3 0 0,1 2 0 0,1 0 0 0,-1 0 0 0,0-2 0 0,-2 0 0 0,2 2 0 16,-2-1 0-16,0 5-490 0</inkml:trace>
  <inkml:trace contextRef="#ctx0" brushRef="#br0" timeOffset="33322.11">11989 4541 2518 0,'0'-4'0'0,"0"1"0"0,0 1 0 0,0-3 0 0,0 2 0 0,0-2 0 0,0 4 0 0,0 0 0 0,0-2 0 0,2 3 0 0,0 0 158 0,-2 0 182 0,0 0-152 15,0 0-67-15,0 5 99 0,0 6-92 0,-8 0-45 16,-1 2-1-16,-3 2-8 0,0 0-55 0,-1 0-19 16,-5 0 0-16,4 2 0 15,-5-4 0-15,0 2 0 0,0-4 0 0,0 1-278 0,1-1 93 16,-1-2 111-16,0 0-783 0,2 1 401 0,0-2 214 0,3-1-516 16,-2 1 361-16</inkml:trace>
  <inkml:trace contextRef="#ctx0" brushRef="#br0" timeOffset="33529.58">11569 4870 3092 0,'-7'14'0'0,"2"0"0"0,1-7 0 0,1 0 0 0,1-1 0 0,2-2 0 0,0-2 0 0,9-2 0 0,14 0 0 0,3 0 0 0,4-2 185 0,8-6-64 0,4-1-48 16,0 1 343-16,1-3-372 0,1 4-44 0,-8 1 0 15,3 0 0-15,-2 3 0 0,-1-1 0 16,-2 0 0-16,-5 2 0 0,-4 0 0 0,-2 2 0 15,-2 0 0-15,-5 0-33 0,-4-3 15 0,-1 3-676 16,-6-2 284-16,-1 0 178 0,-2 2 102 0,0-2-215 16,-2 0 153-16,0 1 78 0,-8 1 39 0</inkml:trace>
  <inkml:trace contextRef="#ctx0" brushRef="#br0" timeOffset="33779.25">11582 5089 2884 0,'-17'11'0'0,"3"-1"0"0,5 0 0 0,2-5 0 0,1-3 0 0,4 0 0 0,2 0 0 0,0-2 0 0,15 0 0 0,12 0 0 0,1 0 578 0,6 0-271 0,9-2-145 16,-2-4-162-16,-3 1 0 0,10-5 0 0,-4 1 0 16,-1 1 0-16,-2 1 0 0,-6 2 0 15,5-4 0-15,-4 3 0 0,-2 3 0 16,-4-1 0-16,-7 2 0 0,-3 0 0 0,-1 1 0 15,-10-2 0-15,1 2-156 0,-5-1-153 0,-3 2 72 16,0 0-408-16,-2-2 309 0,0 0 149 0,-2 0-177 16,-9 0 163-16,-1 1 82 0,0-4 32 0</inkml:trace>
  <inkml:trace contextRef="#ctx0" brushRef="#br0" timeOffset="33973.78">11700 4897 2706 0,'-19'8'0'0,"4"5"0"0,2 1 0 0,2-1 0 0,2-1 0 0,3 4 0 0,2 0 0 0,2 4 0 0,2-1 0 0,0 1 0 0,0 5 202 0,0-7 316 0,3 5-245 15,6 3-118-15,-2-2-158 0,-3-3-1 0,5-1 41 16,1 3 9-16,-3-4-221 0,2 0 106 0,1-3 53 16,-1 0 26-16,2-3-583 0,-1-3 314 0,1-5 144 15,2-2-44-15,1-3-636 16,-2 0 379-16,6-7 189 0</inkml:trace>
  <inkml:trace contextRef="#ctx0" brushRef="#br0" timeOffset="34290.83">11974 4886 2292 0,'6'-7'0'0,"1"5"0"0,-1 0 0 0,0 2 0 0,-2 0 0 0,3 0 0 0,0 7 0 0,-1 3 0 0,0 1 0 0,1 4 0 0,-3-1 295 0,0 6-129 0,-3-2-65 16,1-1-32-16,-2 5-58 0,0 0 9 0,0-1 16 15,0 0 1-15,-7 3-387 0,-4-1 194 0,-3-3 105 16,-2 2-414-16,-1 0 250 0,-4-4 49 0,-1 0-247 16,-1-3 180-16,0-3 89 15,-3-1 58-15,2-3 49 0,3-3 0 0,-2 1 0 0,2-2 1 16,5-3 276-16,2 2-133 0,3-3-72 16,2 0-36-16,4 0 232 0,3 0-129 0,2 0-77 15,0 0 651-15,0 0-319 0,11 0-160 0,3 0 171 16,6 0-165-16,-1 0-74 0,6 0-51 0,-2 0 124 15,4 0-82-15,-6-3-42 0,3 2 0 16,-2-3-195-16,-1 2 73 0,0-2 40 0,-5 3 0 0,2-2-535 16,-7 2 287-16,-2-1 146 0,-1 2 66 15,-3 0-520-15,-1 0 265 0,-2 0 132 0</inkml:trace>
  <inkml:trace contextRef="#ctx0" brushRef="#br0" timeOffset="34495.36">11769 5427 2505 0,'-16'10'0'0,"4"-1"0"0,5-2 0 0,0-1 0 0,3-2 0 0,4-2 0 0,0 0 0 0,2-2 0 0,9 0 0 0,4 0 0 0,3 0 158 0,7 0-61 0,-6 0 174 0,8-2-117 16,-6-2-49-16,0-2-223 0,-1 0 78 16,-2 3 38-16,-3-1 1 0,-4 2-183 0,-2 0 120 15,-2 1 45-15,0-1-507 0,-3-1 281 0,-3 2 40 16,1-3 104-16,-2-1-427 0,0 0 251 0,0-3 119 15,0-4 62-15,0-1-212 0,-2-4 136 0</inkml:trace>
  <inkml:trace contextRef="#ctx0" brushRef="#br0" timeOffset="34800.35">11826 4852 1806 0,'-6'-9'0'0,"3"3"0"0,1 5 0 15,2 1 0-15,0 0 0 0,0 0 0 0,0 13 0 0,0 0 0 0,2 6 0 0,5 5 0 0,2 3 212 0,-3 5-88 0,2 3-43 16,-3 4 8-16,-1 7 40 0,-2-3-46 0,0 0-23 0,-2 2-1 0,0-4-105 16,0-5 50-16,0 3-9 15,-8-5 42-15,1-2-73 0,-3-4 36 0,1-5 0 16,0-3 82-16,-3-4-9 0,1-3-54 0,2-5 177 16,1 0-84-16,-2-1-38 0,1-4-2 0,4 1 88 15,0-3-62-15,2 3-30 0,3 0 0 0,0 2 208 16,0 0-240-16,1-1-36 0,11 4 0 0,3-1 0 15,2-1 0-15,3 0 0 0,3-2 0 0,4 0 0 16,-3 1 0-16,1-4 0 16,-2 0 0-16,-2-1 0 0,4-1 0 0,-2 0 0 0,-1 0 0 0,2 0 0 15,-3 0 0-15,2-1-948 0,-1-6 444 0,2-5 238 16</inkml:trace>
  <inkml:trace contextRef="#ctx0" brushRef="#br0" timeOffset="35588.15">12474 4774 3305 0,'-2'1'0'0,"2"5"0"0,0 5 0 0,0 2 0 0,0-1 0 0,0 2 0 0,0 0 0 0,0 1 0 0,0 4 0 0,0-1 0 0,2 2 163 15,0-1-63-15,-1-3-24 0,1 2 1 0,0-3-31 16,0-1-362-16,-2-3 177 0,0-1 88 0,0-5-510 15,0-1 298-15,0-2 160 0,0-2 65 0,0 0-606 16,0 0 304-16,-2-11 152 0,0-6 75 0,-1-2-237 16,-3-8 161-16,-1 0 77 0,-3-5 37 0,1-10-38 15,0 3 39-15,0 2-10 0,2-3 70 0,2 2 14 16,-1 8 0-16,4 10 114 0,1-3-93 0,1 10-38 16,0-1 9-16,1 5 454 0,12 1-236 0,3 5-55 15,8 1-81 1,-2-2 459-16,8 2-253 0,2 1-122 0,4-1 207 0,0 0-164 15,1 2-83-15,1 0 74 0,-3 0-82 0,-3 0-37 16,-2 5 0-16,-7 3 3 0,0 3 0 0,-7 2-31 16,-6 2-8-16,-4 2-178 0,-4 2 88 0,-2 4 45 15,-11-1 0-15,-5 3-120 0,-7-2 77 0,-3-2 44 16,-4 3 0-16,-2-3-74 0,-7 0 43 0,7-4-26 16,-11 6 221-16,5-7-95 0,6 2-35 0,0-1-18 15,4-4 124-15,10-2-52 16,0-1-39-16,9-5 267 0,4 1-136 0,3 0-67 15,2-3-35-15,0-1-56 0,11-1-15 0,6-1 0 16,7 0 0-16,-2 0 0 0,5 0 0 0,-4-1 0 16,9-4-27-16,-6-3 2 0,0 0 31 0,-6 1-242 15,0-1 129-15,-4 3 27 0,-4 1-15 0,-1 1-558 16,-4-1 308-16,-1 4 155 0,-5-2 76 0,2 0-488 16,-3 2 288-16,0 0 138 0,0 0-227 0,0 0 183 15,-6 0 92-15,-2 0 36 16,1 0 9-16,2 0 36 0,-4 0 47 0,0 0 16 15,2 0-32-15,0 2 16 0,0 4 0 0,2-3 292 16,-1 5-183-16,3-1-73 0,-1 2-45 0,2 5 480 16,1 1-153-16,1 2-146 0,0 2 240 0,0 1-189 15,-2 0-83-15,0 3 154 0,2 0-129 16,-4-1-64-16,2-1-32 0,0-1 4 0,-2-2 9 0,2-2-45 16,0-6-1-16,1-1-37 15,-1-4-1-15,0 0 38 0,0-4 10 0,2-1-84 16,0 0 38-16,0-1-1 0,0-9 38 0,2 0-48 15,7-3 30-15,3 3 42 0,-1-1-54 0,3 0 16 16,4 2-30-16,-1 2 156 0,1-3-55 0,0 5-37 16,0 0 13-16,-3 0 4 0,2 2 1 0,-4 1-38 15,-3 0 9-15,0 0-49 0,-1 2 2 0,-4 0 37 16,-1 0 1-16,-1 0-385 0,-3 0 184 0,0 0 91 16,0 0-715-16,-5 2 375 15,-4 2 189-15,-5-1-458 0,-2-1 313 0</inkml:trace>
  <inkml:trace contextRef="#ctx0" brushRef="#br0" timeOffset="35799">12401 5014 2331 0,'-4'8'0'0,"1"5"0"0,3 0 0 0,0-2 0 0,0 4 0 0,0 2 0 0,0 2 0 0,3 2 0 0,1 5 0 0,-2 1 0 0,0 0 368 0,-2 2-156 0,0 2-93 16,-6 1 400-16,-4-1-241 0,-3-2-174 0,0 0-104 15,0-7 0-15,-5 4 0 0,4-3 0 0,-3-4 0 16,2-4-11-16,-2-2-25 0,2-2 45 0,0-4-549 16,6-1 288-16,-2-4 103 0,2-2 86 0,4 0-701 15,3-2 369-15,2-7 179 0,0-8-181 16,4-6 180-16</inkml:trace>
  <inkml:trace contextRef="#ctx0" brushRef="#br0" timeOffset="35974.74">12339 5341 2628 0,'9'-5'0'0,"6"3"0"0,-5-1 0 0,2 1 0 0,2 2 0 0,-1 0 0 0,1 0 0 16,4 0 0-16,5 8 0 0,-1-2 0 0,4 5 222 0,0-2-92 0,2 5-47 0,3-2 563 0,0 3-424 0,1 3-222 15,0 0 0-15,0 1 0 0,2 0 0 16,-2-2 0-16,0 1 0 0,-1-3 0 0,0 0 0 0,-1 1 0 16,0-5 0-16,-2-2 0 15,0-2 0-15,-3-1 0 0,5 1-149 0,-5-6 63 16,1 1 58-16,-2-2-1071 0</inkml:trace>
  <inkml:trace contextRef="#ctx0" brushRef="#br0" timeOffset="36161.86">13683 5550 3931 0,'-2'0'0'0,"2"0"0"0,0 0 0 0,0 0 0 0,0 0 0 0,0 0 0 0,0-1 0 0,2 0 0 0,2-1 0 0,-1-1 0 0,0 0 0 0,-1 1 0 0,0 0 0 0,0 0-183 15,-1 2-121-15</inkml:trace>
  <inkml:trace contextRef="#ctx0" brushRef="#br0" timeOffset="42259.58">19255 4598 2450 0,'-5'0'0'0,"-2"0"0"0,3 0 0 0,0 0 0 0,3 0 0 0,1 0 0 0,-3 0 0 0,3 0 0 0,0 0 0 0,0 0 0 0,0 1 142 0,4-1-51 0,4 3 197 16,1-3-124-16,2 1-52 0,2-1 166 0,2 0-119 16,0 2-59-16,2-2-31 0,0 0 9 15,1 0-78-15,-2 0 0 0,3 0 0 0,-3 0 0 16,2 1 0-16,0-1 0 0,-1 3 0 0,1-3 0 16,-2 1 0-16,3-1 0 0,-2 3 0 0,0-2 0 15,1-1 0-15,1 0 0 0,0 0 0 0,1 0 0 16,1 0 0-16,0 0 0 0,-1 0 0 15,3 0 0-15,2 0 0 0,-1 0 0 16,0 0 0-16,1 0 0 0,-1 0 0 0,8 0 0 16,-2 0 0-16,2 0 0 0,2 0 0 0,0 0 0 15,-1 0 0-15,1 2 0 0,1-2 0 0,-3 0 0 16,0 2 0-16,-1-2 0 0,1 0 0 0,0 0 0 16,0 0 0-16,0 0 0 0,2 0 0 0,-2 1 0 15,-1-1 0-15,3 0 0 0,0 0 0 0,1 0 0 16,1 0 0-16,2 0 0 15,0 0 0-15,-1 0 0 0,0 0 0 0,4 0 0 16,-2 0 0-16,-2 0 0 0,2 0 0 0,1 0 0 16,3 0 0-16,-9 0 0 0,3 0 0 0,3 0 0 0,3 0 0 15,-4 0 0-15,1 0 0 0,-4 0 0 16,3 0 0-16,0 0 0 0,0 0 0 0,-2 0 0 0,0 0 0 16,6 0 0-16,-3 0 0 15,-4 0 0-15,7 0 0 0,-8 0 0 0,9 0 0 0,-1 0 0 16,-1-1 0-16,-5-1 0 15,6 0 0-15,-8 1 0 0,6-2 0 0,-8 3 0 16,3-1 0-16,-1-2 0 16,-3 2 0-16,2-1 0 0,-2 2 0 0,2-1 0 0,-3-2 0 0,3 2 0 15,1 1 0-15,-1-3 0 0,-1 3 0 0,3 0 0 0,1 0 0 16,-1-2 0-16,-1 2 0 0,4 0 0 0,-6 0 0 16,1 0 0-16,0 0 0 0,-2 0 0 15,1 0 0-15,-1 0 0 0,0 0 0 0,0 0 0 16,0 0 0-16,2 0 0 15,-3 0 0-15,6 0 0 0,-1-2 0 0,-1 0 0 0,4 2 0 16,-1-2 0-16,0 0 0 0,-1 1 0 0,1-1 0 16,-3 0 0-16,-1 1 0 0,1-2 0 0,2 1 0 15,-2 1 0-15,1 1 0 0,-1-2 0 16,3 0 0-16,-4 0 0 0,6-1 0 0,3 3 0 0,-4 0 0 16,3 0 0-16,-1 0 0 0,-6 0 0 15,3 0 0-15,0 0 0 0,-1 0 0 0,1 0 0 16,-1 0 0-16,3 0 0 0,-3 0 0 15,8 0 0-15,-5 0 0 0,3 0 0 0,-2 0 0 16,12 5 0-16,-4-1 0 0,-1-3 0 0,0 4 0 16,-2-4 0-16,-2 1 0 0,8 0 0 15,-5-1 0-15,2 3 0 0,0-2 0 0,2-2 0 0,3 2 0 16,8-2 0-16,-11 0 0 0,7 0 0 0,-2 0 0 16,-4 0 0-16,-1 0 0 0,0 0 0 15,-6 0 0-15,1 0 0 0,-2 0 0 0,0 0 0 0,-7 0 0 16,12 0 0-16,-2 0 0 15,-2 0 0-15,-2 0 0 0,-1 0 0 0,-7 0 0 16,2 0 0-16,-2 0 0 0,-3 0 0 16,-4 0 0-16,-5 0 0 0,1 0 0 0,-3 0 0 15,-3 0 0-15,-1 0 0 0,-2 2 0 0,-5 1 0 0,-2-3 0 16,0 0 0-16,-2 1 0 0,-5-1 0 0,2 0 0 16,-1 0 0-16,0 0 0 0,-2 0 0 0,0 0 0 15,0 0 0-15,2 0 0 0,-2-4 0 16,0-6 0-16,0-1 0 0,0 0 0 15,0-2 0-15,-2-3 0 0,-6 0 0 0,-1 0 0 16,-1 1 0-16,-1-1 0 0,0 1-686 0</inkml:trace>
  <inkml:trace contextRef="#ctx0" brushRef="#br0" timeOffset="45785.11">14234 4952 2553 0,'1'-16'0'0,"1"-2"0"0,0-1 0 0,0 1 0 0,2-1 0 0,-2-2 0 0,0 3 0 0,0 0 0 0,0-2 0 0,-2 3 0 0,0 2 78 0,0 1-1 0,0-2 8 16,0 4 1-16,-8 1-37 0,-3 4 53 0,0-1-31 15,-7 5-1-15,0 0-3 0,-7 3-1 0,-3 0-17 16,-2 0-10-16,0 5 98 0,-4 6-49 0,1 1-25 15,-1 2 0-15,2 4 111 16,0-2-160-16,6 0-14 0,1 1 0 0,6 0 0 16,4-4 0-16,2 3 0 0,5-3 0 0,5 2 0 15,3 0 0-15,0-1 0 0,0 0 0 0,3 1 0 16,11-3 0-16,1 3 0 0,2-2 0 0,5 0 0 16,-3-4 0-16,2 2 0 0,-1-2 0 15,-1-1 0-15,-4 4 0 0,-2-3 0 16,-4 4 0-16,2 0 0 0,-10 3 0 0,1 0 0 15,-2 3 0-15,0 4 0 0,0-2 0 0,-12 6 0 16,3-1 0-16,0 1 0 0,-3-1 0 0,5 1 0 16,0-5 0-16,1 8 0 0,2-10 0 0,4 5 0 15,0-3 0-15,0 1 0 0,0-1 0 0,0-1 0 16,4 4 0-16,2 0 0 0,-1-3 0 0,1 2 0 16,-3-4 0-16,-1 9 0 0,0-5 0 0,0 3 0 15,-2-3 0-15,0 2 0 16,0-1 0-16,0 4 0 0,0-6 0 0,-4 4 0 15,0 3 0-15,3-2 0 0,-1-2 0 0,-2 8 0 16,4-7 0-16,0 4 0 0,0-1 0 0,0 0 0 16,0 0 0-16,0 2 0 0,0-2 0 0,0 3 0 15,0-2 0-15,-2-1 0 0,2 2 0 0,-3 0 0 16,1 0 0-16,0 0 0 0,0 1 0 0,0-2 0 16,0 1 0-16,2 1 0 0,-2 0 0 0,2-4 0 15,-2 1 0-15,2-3 0 16,0-3 0-16,0 1 0 0,0-1 0 0,0-1 0 15,0 1 0-15,0-3 0 0,0-1 0 0,0 1 0 0,0-3 0 16,0 2 0-16,0-2 0 0,-2-1 0 16,2 0 0-16,0 0 0 0,-2-2 0 0,2 2 0 15,0 0 0-15,0-1 0 0,0 3 0 0,0-1 0 16,0-2 0-16,0 1 0 0,0 0 0 0,0 0 0 16,0 0 0-16,-1-2 0 0,1 1 0 15,0-2 0-15,0 1 0 0,0 0 0 16,0-1 0-16,-2-3 0 0,2-2 0 0,0 2 0 15,0-2 0-15,-2-1 0 0,2-3 0 0,0 1 0 16,0-2 0-16,0 0 0 0,0-2 0 0,0-2 0 16,0 2 0-16,0-2 0 0,0 0 0 0,0 0 0 15,0 0 0-15,0 0-472 0</inkml:trace>
  <inkml:trace contextRef="#ctx0" brushRef="#br0" timeOffset="47936.42">14525 4909 2794 0,'-2'-11'0'0,"-2"-3"0"0,2 1 0 0,2-2 0 0,0 2 0 0,0-2 0 0,0-2 0 0,0 2 0 0,2-1 0 0,6-2 0 0,1 4 260 16,0-4-109-16,3 2-46 0,1 4-37 0,1 1 140 15,-2 2-84-15,3 3-42 0,0 2 0 0,0 2-25 16,0 2-57-16,2 0 0 0,-2 4 0 0,-2 9 0 15,3 2 0-15,-4 4 0 0,2 6 0 0,-3-1 0 16,-2 1 0-16,-1 1 0 0,0 2 0 0,-5-4 0 16,1 8 0-16,-2-5 0 15,-2 1 0-15,0-1 0 0,0-4 0 0,-6 5 0 16,-5-3 0-16,1-6 0 0,-3-1 0 0,0 2 0 16,-4-4 0-16,0-3 0 15,-1-2 0-15,-3-1 0 0,-6-3 0 0,6-3 0 0,0 0 0 0,-8-4 0 16,8 0 0-16,0 0 0 0,0 0 0 0,1 0 0 15,4-1 0-15,2-4 0 0,5 1 0 0,0-1 0 16,6-3 0-16,-2 3 0 16,5 0 0-16,0-3 0 0,0 0-144 0,10 1-58 15,5-1 80-15,4 1-307 0,1-3 184 0,4-1 108 16,3 2 48-16,-1-2-656 0,2-3 352 0,-1-3 177 16</inkml:trace>
  <inkml:trace contextRef="#ctx0" brushRef="#br0" timeOffset="48252.28">15051 4680 1759 0,'2'-13'-1'0,"0"1"0"0,-2-1 0 0,0 0 1 0,0 3 0 0,0 0 0 0,-6 0 0 0,-4 0 0 0,1 6 0 0,0-1 0 0,-5 4 191 0,2 1-80 0,-4 0-36 0,-2 0 111 15,-3 10-73-15,3 6-37 0,-2-2 10 0,0 11 263 16,0-2-155-16,0 3-77 0,5 2 323 0,0 4-203 15,4-3-237-15,1 5 0 0,3-1 0 0,3-1 0 16,4-1 0-16,0 2 0 16,0-7 0-16,0 6 0 0,9-7 0 0,3-1 0 15,3-2 0-15,0-3 0 0,0-4 0 0,4 0 0 16,-1-2 0-16,1-1 0 0,2-3 0 0,-2 0 0 16,0-4 0-16,-1-1 0 0,1 0 0 0,-1 1 0 15,-4-4 0-15,2-1 0 0,-2 1 0 0,-1-1 0 16,-1 0 0-16,-1 0-172 0,1 0-232 0,-2 0 172 15,1-1 102-15,-1-3-689 0,1-3 390 0,0-1 195 16</inkml:trace>
  <inkml:trace contextRef="#ctx0" brushRef="#br0" timeOffset="48472.56">15239 4753 3580 0,'0'0'0'0,"0"0"0"15,2 0 0-15,-1 0 0 0,3 0 0 0,2 0 0 0,5 0 0 0,0 0 0 0,7 0 0 0,-2 0 0 0,3 0 223 0,1 0-95 0,1 0-128 0,2 0 0 0,-1-1 0 16,1-1 0-16,-2 0 0 0,0 2 0 16,-1 0 0-16,-3 0 0 0,-3 0 0 15,2 0 0-15,-7 0-174 0,2 0-162 0,-3 0 174 16,1 0 93-16,-3 4-1032 0</inkml:trace>
  <inkml:trace contextRef="#ctx0" brushRef="#br0" timeOffset="48647.04">15430 4970 3775 0,'-11'12'0'0,"1"-1"0"0,5-2 0 0,1-2 0 0,2-2 0 0,2 1 0 0,0-3 0 0,6 2 0 0,9-2 0 16,2-2 0-16,4 2 156 0,0-1-156 0,0-1 0 0,0-1 0 0,0 2 0 0,-2-2 0 15,2 0 0-15,-2 0 0 0,-1 0 0 0,-1 0 0 16,0 0-318-16,-2 0-112 16,-2 2 235-16</inkml:trace>
  <inkml:trace contextRef="#ctx0" brushRef="#br0" timeOffset="50222.01">15871 4796 3382 0,'-5'0'0'0,"1"0"0"0,2 0 0 0,0 0 0 0,1 0 0 0,1 0 0 0,0 0 0 0,1 0 0 0,9 0 0 0,7 0 0 0,-1 0 103 0,11 0 188 0,-3 0-136 15,5 0-155-15,-1 0 0 0,4-1 0 16,0-3 0-16,0 1 0 0,-1 1 0 0,-2 1 0 16,-1-2 0-16,-5 2 0 0,0 0 0 0,0 1 0 15,-5-3 0-15,-4 3 0 0,-3 0 0 0,-3 0 0 16,-2 0 0-16,-3 0-43 0,-1 0-263 0,0 0 140 16,-2 0 27-16,0 0-214 0,0 0 162 0,0 0 76 15,0 0-473-15,0-2 275 0,0-3 136 0,2-5-451 16</inkml:trace>
  <inkml:trace contextRef="#ctx0" brushRef="#br0" timeOffset="50502.04">16444 4413 2783 0,'2'-6'0'0,"-2"2"0"0,0 3 0 0,0-1 0 0,0 0 0 0,0 0 0 0,0 2 0 0,0 0 0 0,0 0 0 0,0 2 0 0,0 9 184 0,2 3-62 0,0 0 435 16,2 5-272-16,1 4-285 0,1 1 0 15,0 5 0-15,-2-1 0 0,-1 3 0 0,-1 3 0 16,0 2 0-16,0 0 0 0,-1 2 0 16,-1-3 0-16,0 1 0 0,0-5 0 0,0 2 0 15,0-4 0-15,0 0 0 0,0-5 0 0,0-3 0 16,0-1 0-16,0-3 0 16,0-2 0-16,0-3 0 0,0-3 0 0,0-3 0 15,0-3 0-15,0-1 0 0,0-2 0 0,0 0 0 16,0 0 0-16,0 0-13 0,2 0-88 0,0-2-599 15,3-7 329-15,0-2 165 0,2-2-582 0,3-5 379 16,0-4 185-16</inkml:trace>
  <inkml:trace contextRef="#ctx0" brushRef="#br0" timeOffset="50722.35">16683 4661 2908 0,'2'-4'-1'16,"4"2"0"-16,-3 1 1 0,4-1 0 0,4-1 0 0,1 2 0 0,4-3 0 0,2 2 0 0,8-2 0 0,-5 2 0 0,9 1 114 0,1-3-38 0,-1 2 370 0,0-2-203 16,0 2-102-16,-5 0-136 0,7 0-5 0,-4 1 0 15,-4-1-39-15,-4 0-91 0,-2 1 84 16,1-2 52-16,-8 2-520 0,1 1 276 0,-5-3 139 16,-1 3-6-16,-5 0-315 0,1-1 143 0,-2-1 118 15,0 1 61-15,0-6-395 0,0-1 227 0,-11 0 103 0</inkml:trace>
  <inkml:trace contextRef="#ctx0" brushRef="#br0" timeOffset="50912.5">17017 4336 2664 0,'-8'0'0'0,"1"0"0"0,-1 4 0 0,1 2 0 0,-1 1 0 0,2 2 0 0,1 3 0 15,3 0 0-15,2 4 0 0,0 3 0 0,0 5 121 0,0 2 484 0,0 1-284 0,4 2-140 0,-1 4-142 0,1 0-39 16,-2 2 0-16,0-2 0 0,0 1 0 0,-1 0 0 15,2-1 0-15,-1-3 0 0,-2 1 0 0,2-2 0 16,-2-6 0-16,2-1-154 0,-1-2-169 16,1-5 140-16,0 1 96 0,2-8-831 0,-1-1 440 0,1-3 218 15,1-4 111-15</inkml:trace>
  <inkml:trace contextRef="#ctx0" brushRef="#br0" timeOffset="51264.23">17158 4464 2916 0,'7'-6'0'16,"7"2"0"-16,-4-1 0 0,2-1 0 0,3 0 0 0,2 5 0 0,1-1 0 0,3 0 0 0,-1 2 0 0,1 0 0 0,2 9 73 0,-2 6 222 0,-4 2-128 0,-2 3-65 16,-4 5-31-16,-2 4 65 0,-5 0-54 0,-3 4 0 0,-1 2-75 15,0 1-7-15,-12 4 0 0,-3-8 0 0,-2 2 0 16,-4-2 0-16,1-3 0 0,-3-5 0 15,2-4 0-15,-5 0 0 0,7-9 0 16,-3-1 0-16,1-3 0 0,4-1 0 0,5-3 0 0,0-3 0 16,3 4 0-16,3-4 0 15,2 0 0-15,4 0 0 0,0 0 0 0,0 0 0 0,1 0 0 0,13 0 0 16,2 0 0-16,5 0 0 0,0 0 0 0,6 0 0 16,-1 0 0-16,0 0 0 0,0 0 0 0,1 0 0 15,-3 0 0-15,5 0 0 0,-5 0 0 16,0-4 0-16,-3 3 0 0,2-3 0 0,-1-2 0 15,-2 1 0-15,0 1 0 0,-2-4-406 16,-1 2 163-16,-2-1 101 0,0-1-873 0,-2-3 493 16</inkml:trace>
  <inkml:trace contextRef="#ctx0" brushRef="#br0" timeOffset="51460.68">17616 4602 2362 0,'0'0'0'0,"0"0"0"0,0 0 0 0,0 0 0 0,4 0 0 0,9 0 0 0,2 0 0 0,2 0 0 0,5 0 0 0,3 0 0 0,-1 0 573 0,-1 0-258 0,7 0-143 16,-10 0 122-16,3 0-127 0,2 0-119 0,-5 0-228 15,-3 0 92-15,0 0 59 0,-2 0 33 0,-6 0-534 16,-1 0 284-16,-1 0 142 0,-3-3 81 0,0 2-683 16,-2-4 297-16,-1-1 185 0,1-1 93 0,-2-2-165 15,0-5 119-15</inkml:trace>
  <inkml:trace contextRef="#ctx0" brushRef="#br0" timeOffset="51678.23">17924 4228 2596 0,'-7'-3'0'0,"3"3"0"0,-2 0 0 0,0 0 0 0,1 11 0 0,-1 2 0 0,3 7 0 0,-1 2 0 0,0 6 0 0,2 5 0 0,-2 7 195 0,0 0 432 0,1 3-295 0,-3 6-151 15,3-2-181-15,-1 3 0 0,2-1 0 0,0 1 0 16,2-8 0-16,0-4 0 0,0-1 0 15,0-1 0-15,4-6 0 0,3-3 0 0,2-9 0 0,1 4 0 16,1-8 0-16,0-3 0 16,3-3 0-16,-3-7 0 0,3 2 0 0,-2-3 0 15,1 0 0-15,1-4-338 0,0-6-180 0,0 1 239 16,2-2 119-16</inkml:trace>
  <inkml:trace contextRef="#ctx0" brushRef="#br0" timeOffset="52345.47">14493 5611 2219 0,'-10'-4'0'0,"3"1"0"0,3 1 0 0,1 0 0 0,1 1 0 0,2 1 0 0,0 0 0 0,4 0 0 0,8 0 0 0,6 5 0 0,-2 5 197 0,1 2-80 0,6 3-40 0,-5 0 275 16,-2 0-149-16,2 4-87 0,-2 0-39 0,-4-2 95 16,2 2-67-16,-5-1-33 0,0 1 8 0,-1 1-153 15,-2-4 55-15,-2 2 28 0,-1-2 0 0,-1-1-104 16,0-4 76-16,0 3-456 0,-2-6 252 0,1 0 66 16,-1-3 82-16,2 0-587 0,4-5 302 0,2 0 166 15,3 0 77-15,0-13-351 0,4-7 214 0</inkml:trace>
  <inkml:trace contextRef="#ctx0" brushRef="#br0" timeOffset="52614.48">14922 5448 2439 0,'0'-6'0'0,"0"4"0"0,0 0 0 0,0 2 0 0,0 0 0 15,0 0 0-15,-3 8 0 0,-1 7 0 0,1 2 0 0,-1 8 0 0,0 0 346 0,-1 6-155 0,1 1-77 0,-2 1-38 0,0 8 394 16,-1 4-220-16,0 2-205 15,0 0-45-15,-2 4 0 0,0 2 0 0,2-1 0 16,-3 2 0-16,1-3 0 0,-2-3 0 0,1-1 0 16,-1-4 0-16,4-5 0 0,-3-1 0 0,0-3 0 15,5-4 0-15,-2-2 0 0,3-5 0 0,-1-3 0 16,0-3 0-16,1-6 0 0,2-3 0 0,1-3 0 16,-1 0 0-16,2-5 0 0,0 0 0 0,0 0 0 15,0 0-231-15,0-10 89 0,0-5 52 0,5-6-529 16,9-7 295-16,2-8 144 15,2-3-588-15,2-10 366 0</inkml:trace>
  <inkml:trace contextRef="#ctx0" brushRef="#br0" timeOffset="52780.15">15113 5710 2510 0,'2'3'0'0,"0"2"0"0,3 3 0 0,1-3 0 0,4 2 0 0,2-2 0 0,5-1 0 0,2-1 0 0,4 1 0 0,5-3 0 0,-2 1 521 15,0-2-241-15,2 0-122 0,0 0-77 0,-3 0-34 16,5 0-10-16,-7 0-601 0,2 0 301 0,-6 3 150 16,-1 0 85-16,-4 4-897 0,-2-1 462 0</inkml:trace>
  <inkml:trace contextRef="#ctx0" brushRef="#br0" timeOffset="52945.65">15274 6077 3106 0,'-15'17'0'0,"4"-1"0"0,2-2 0 0,2-7 0 0,2 1 0 0,3-1 0 0,2-1 0 0,0-3 0 0,8 3 0 0,11-4 0 0,3 1 756 0,5-3-687 15,1 0-69-15,-2 0 0 0,0 0 0 0,2 0 0 0,-7 0 0 0,7 0 0 16,-1 0 0-16,-3 1 0 0,-4 0 0 0,7 3-919 16,-6 2 379-16</inkml:trace>
  <inkml:trace contextRef="#ctx0" brushRef="#br0" timeOffset="54533.39">15984 5650 1980 0,'-7'-3'0'0,"-3"-3"0"0,4 3 0 0,3-3 0 16,-1-2 0-16,4 4 0 0,0-5 0 0,0 0 0 0,7 1 0 0,9-1 0 0,4-2 112 0,1 2-37 0,2 1 1 0,1 0 28 0,-4 5-32 0,5-1 9 15,-4 2-42-15,-1 2 41 0,-3 0 1 16,1 0-42-16,-6 8 0 0,-1 3 40 15,-2 1-40-15,-2 6-1 0,-5 0 32 0,-1 3-31 16,-1 0 0-16,0 3 67 0,-1 3-37 0,-8-5-1 16,-3 1-30-16,3-5 98 0,-5 1-49 0,1 1-14 15,0-5-10-15,-2-5 96 0,2-1-109 0,-1-3-50 16,4-2 0-16,-1-3 0 0,1-1 0 0,0 0 0 16,3 0 0-16,2 0 0 0,2 0 0 0,1 0 0 15,0 0 0-15,2-1 0 16,0-1 0-16,7 0 0 0,7 0 0 0,7 2 0 15,3 0 0-15,1 0 0 0,1 0 0 0,0 2 0 16,1 8 0-16,-4-1 0 0,4 7 0 0,-6-1 0 16,-4-3 0-16,-4 7 0 0,-2 0 0 0,-3-1 0 15,-4 3 0-15,-4 0 0 0,0 0 0 0,0-1 0 16,-12-3 0-16,-4 2 0 0,-4-2 0 0,-1 0 0 16,-2-4 0-16,-2 0 0 0,2-4 0 0,-5-2 0 15,3 1 0-15,0-4 0 0,4-3 0 16,-2-1 0-16,3 0 0 0,1 0 0 15,3 0 0-15,0-1 0 0,5-9 0 0,-1 1 0 16,7-1 0-16,1-4 0 0,4 0 0 0,0 1 0 16,0 1-233-16,9 0 15 0,9 1-873 0,4-1 530 15</inkml:trace>
  <inkml:trace contextRef="#ctx0" brushRef="#br0" timeOffset="55228.57">16577 5809 3057 0,'-1'0'0'0,"-3"0"0"0,2 0 0 15,2 0 0-15,0 0 0 0,0 0 0 0,0 0 0 0,7 0 0 0,5 0 0 0,5-2 0 0,0-1 156 16,3 3-59-16,3 0 316 0,0 0-205 0,0 0-208 0,0 0 0 0,0 0 0 0,3 0 0 0,-5 0 0 16,3 3 0-16,1-1 0 0,-3-2 0 15,-1 0 0-15,-1 0 0 0,-2 0 0 0,-6 0 0 0,0 0 0 16,-3 0 0-16,-4 0 0 0,-1-2 0 0,-2-1 0 16,0 2 0-16,-2 0 0 0,0 1-35 0,0-3-506 15,0 3 251-15,0-2 127 16,0 2-606-16,2 0 357 0,8-1 191 0</inkml:trace>
  <inkml:trace contextRef="#ctx0" brushRef="#br0" timeOffset="55505.84">17301 5660 3480 0,'-10'0'0'0,"4"0"0"0,2-2 0 0,3 2 0 16,1-2 0-16,0 0 0 0,0 2 0 0,3-2 0 0,11 0 0 0,4 2 0 0,1 0 269 0,8 0-116 0,-7 0-124 0,10 0-29 0,0 0 0 0,0 0 0 15,0-1 0-15,0 1 0 0,-7-2 0 16,3 2 0-16,-1-2 0 0,-5 0 0 0,-1 0 0 0,-4 0 0 16,-2 1 0-16,-2-2 0 0,-2 2 0 0,0-1 0 15,-2 0 0-15,-2 0 0 16,-1 0 0-16,0 0-198 0,0 1-257 0,-2-1 209 15,0 1 105-15,-2 1-346 0,2-3 216 0,-2 3 122 16,0-2-627-16</inkml:trace>
  <inkml:trace contextRef="#ctx0" brushRef="#br0" timeOffset="55788.7">17625 5300 3023 0,'-5'-4'0'0,"-1"1"0"0,1 3 0 16,1 0 0-16,-1 0 0 0,2 0 0 0,1 0 0 0,2 3 0 0,0 8 0 0,0 4 0 0,0 4 181 0,0 5-72 0,0 4 374 0,0 4-348 0,0 10-135 0,0 1 0 15,-2 2 0-15,-5 4 0 0,0-1 0 16,-1 3 0-16,0 3 0 0,3-2 0 0,1-2 0 0,2-4 0 16,2-8 0-16,0 0 0 0,2-2 0 15,5-6 0-15,5-4 0 0,-1-7 0 0,4-2 0 16,2-6 0-16,2-5 0 0,-1-4 0 0,5-2 0 15,0-2 0-15,-1-9 0 0,1-8 0 0,-1 0 0 16,-4 1 0-16,0 2 0 16,-3-3 0-16,-4 4 0 0,-2 2 0 0,-1 3-417 15,-4 3-70-15,0 1 225 0,-4 3 113 0</inkml:trace>
  <inkml:trace contextRef="#ctx0" brushRef="#br0" timeOffset="56719.17">14602 6725 2088 0,'-8'0'0'0,"5"-2"0"0,-1 0 0 0,1-1 0 0,0 2 0 0,3 0 0 0,0-1 0 0,0-1 0 0,3 2 0 0,6-1 0 16,3 2 98-16,4 0-20 0,0 0 234 0,3 0-136 0,6 0-69 0,-1 3-33 15,2 2 238-15,-1-3-126 0,5 3 0 0,-2-3-72 16,2-2-38-16,-2 2 0 0,-1-2-34 0,-4 0-36 16,-2 0-6-16,-1 0 0 0,-4 0 0 15,-2 0 0-15,-5 4 0 0,0-2 0 0,-3 3 0 16,-2-2 0-16,-2 5 0 0,-2 2 0 0,0 1 0 15,-2 4 0-15,-8-2 0 0,1 4 0 0,-6 3 0 16,0 4 0-16,-3 2 0 0,-2 0 0 0,-4 8 0 16,-1 0 0-16,2 1 0 0,-6 3 0 0,5-5 0 15,-6 9 0-15,1-7 0 0,8-7 0 0,-3 4 0 16,6-5 0-16,2-6 0 16,5-1 0-16,4-4 0 0,3-5 0 0,2 0 0 0,2-4 0 0,0 1 0 15,2-5 0-15,9 3 0 16,5-4 0-16,2 0 0 0,8-2 0 0,-3 0 0 15,5 0 0-15,1 0 0 0,-2 0 0 16,1 0 0-16,-3 0 0 0,-4 0 0 0,1 0 0 0,-3 0 0 16,-2 0 0-16,-4 0 0 0,-1-2 0 0,-3 2 0 15,-4 0 0-15,1 0 0 0,-3 0 0 0,-1 0 0 16,0 0 0-16,0 0 0 0,-2 0 0 16,3 0-79-16,-3 0-374 0,0 0 205 0,0 0-548 0,0-3 368 15,-5-5 199-15,-2-3-477 16</inkml:trace>
  <inkml:trace contextRef="#ctx0" brushRef="#br0" timeOffset="56912.5">14677 6952 3365 0,'-11'-1'0'0,"3"-1"0"0,5-1 0 0,1 3 0 0,0 0 0 0,2 0 0 0,0 0 0 0,2 0 0 0,9 0 0 0,6 3 0 0,3 0 210 0,1 2-90 0,7 3 116 16,-3-2-236-16,0 3 0 0,-2-1 0 0,-2-1 0 15,6 2 0-15,-6 1 0 0,-1-3 0 0,1 3 0 16,0-1 0-16,-3 2 0 0,1-3 0 0,-3 0 0 16,2-1 0-16,0 0-688 0,1-4 110 0,0-2 280 15,1-1 95-15</inkml:trace>
  <inkml:trace contextRef="#ctx0" brushRef="#br0" timeOffset="57099.82">15317 6813 3546 0,'0'5'0'0,"0"1"0"0,2 0 0 0,0-2 0 0,6-3 0 0,1 2 0 16,4-3 0-16,4 0 0 0,4 0 0 0,6 0 0 0,-4 0 139 0,4 0 107 0,-3 0-246 0,6-3 0 0,-7 1 0 0,5-3 0 16,-8 1 0-16,3 2 0 0,-2 1 0 15,-3-2 0-15,0 3 0 0,-6 0-781 16,2 0 308-16,-5 0 172 0</inkml:trace>
  <inkml:trace contextRef="#ctx0" brushRef="#br0" timeOffset="57297.02">15538 7089 3645 0,'-14'7'0'0,"7"3"0"0,3-2 0 0,0-5 0 0,4 4 0 0,0-4 0 15,2 3 0-15,11-3 0 0,6-1 0 0,5 1 0 0,-1-1 286 0,7-2-286 0,-2 3 0 0,0-3 0 0,-1 0 0 0,-6 0 0 16,0 0 0-16,2 0 0 0,-2 0 0 0,-4 0 0 16,-2-3 0-16,-4 1 0 0,-2 1 0 0,-1-1 0 15,-4 0 0-15,-2 2-963 0,0 0 408 0</inkml:trace>
  <inkml:trace contextRef="#ctx0" brushRef="#br0" timeOffset="59670.73">16322 6789 3424 0,'-3'0'-7'0,"-1"0"2"0,4 0 0 0,0 0 2 0,2-1 0 0,14-5 2 0,9-3 1 0,1 3 0 0,4-2 0 0,2 1 0 0,4-4 415 0,8 4-299 0,-11-2-116 15,6 2 0-15,-1 0 0 0,-4 0 0 0,1 3 0 16,-5 0 0-16,-2 1 0 0,-5 1 0 0,-2 0 0 0,-3 2 0 15,-2 0 0-15,-7 0 0 0,0 0 0 16,-4 0 0-16,-2 0 0 16,-1 0-54-16,0 0-736 0,-2 0 366 0,0 0 191 15,0-1 86-15,-2-1-506 0,-5-2 307 0,-1-4 152 16</inkml:trace>
  <inkml:trace contextRef="#ctx0" brushRef="#br0" timeOffset="59924.87">16681 6381 2935 0,'-13'-3'0'0,"2"0"0"0,2 3 0 0,-3 0 0 0,3 3 0 0,3 8 0 0,1 4 0 15,2 5 0-15,1 6 0 0,2 5 0 0,0 4 407 0,0 3-174 0,0 11-101 0,0-2-47 0,0 2 54 16,2-1-139-16,3 3 0 0,-2-2 0 0,5 0 0 16,-1-4 0-16,5-3 0 0,-3-9 0 0,4 2 0 15,0-5 0-15,2-5 0 0,0-4 0 0,0-5 0 16,2-2 0-16,-2-4 0 0,0-7 0 15,0-1 0-15,0-2 0 0,2 0 0 0,-2-5 0 0,0-10 0 16,2-1 0-16,-2-2 0 16,0 2 0-16,0-1 0 0,0 2 0 0,2 1-295 15,-2 0-244-15,3 1 246 16</inkml:trace>
  <inkml:trace contextRef="#ctx0" brushRef="#br0" timeOffset="60081.97">17469 7127 3795 0,'-9'0'0'0,"5"7"0"0,4-3 0 0,0-4 0 0,-1 0 0 0,1 2 0 0,0-2 0 0,0 0 0 0,0 0 0 0,0 0 0 0,0-4 136 0,1-3-136 0,3-1 0 0,2-2 0 16,-3 5 0-16,3 0 0 0,-2 3 0 0,0 2-1263 15</inkml:trace>
  <inkml:trace contextRef="#ctx0" brushRef="#br0" timeOffset="65222.35">20606 5179 2715 0,'-7'-4'0'0,"-1"-1"0"0,-2 3 0 0,1 0 0 0,0 0 0 0,-1 2 0 0,-3 0 0 0,3 0 0 0,-2 7 0 0,-3 3 0 0,1 4 157 0,2 2-52 0,-4 3-38 0,3 3 250 16,1 3-141-16,-2 1-69 0,3 7-35 0,-1-2 143 15,1 5-215-15,0 5 0 0,1-1 0 0,5 3 0 16,-1-2 0-16,6-4 0 0,0 10 0 0,0-7 0 15,2-6 0-15,14 1 0 0,0-3 0 0,5-2 0 16,1-3 0-16,2-5 0 0,3-1 0 0,1-2 0 16,-1-4 0-16,-5-4 0 0,0 0 0 0,-1-3 0 15,-2 0 0-15,-6-5 0 16,-2 0 0-16,-1-1 0 0,-4-2 0 0,-3 0 0 16,-1 0 0-16,0 0-344 0,-2 0-93 0,0 0 205 15,0 0 97-15,0 0-625 0,0 0 362 0,0-5 180 16</inkml:trace>
  <inkml:trace contextRef="#ctx0" brushRef="#br0" timeOffset="65433.63">20645 5635 3184 0,'0'0'0'0,"-2"0"0"0,-1 0 0 0,1 0 0 0,2 0 0 0,0 0 0 0,0 0 0 0,9 0 0 0,10-1 0 0,6-1 0 0,1 0 630 0,3 0-513 0,-1 0-117 15,-1 0 0-15,1 2 0 0,1 0 0 0,-3 0 0 0,-3 0 0 0,1 0 0 16,-2 0 0-16,-3 0 0 0,1 0 0 16,-6 0 0-16,-3 2 0 0,1-2-100 0,-1 2-122 15,-2-2 120-15,1 0-81 16,-3 0-702-16,1 0 414 0,2-5 222 0,-1-9 107 0</inkml:trace>
  <inkml:trace contextRef="#ctx0" brushRef="#br0" timeOffset="65727.43">21141 5250 2986 0,'-2'-5'0'0,"0"3"0"0,0 0 0 16,1 1 0-16,-1 1 0 0,0 0 0 0,2 0 0 0,0 0 0 0,0 9 0 0,0 4 0 0,0 2 724 0,2 1-503 0,0 9-221 0,1 2 0 0,-1 1 0 0,3 3 0 0,-3 2 0 15,-1 3 0 1,1 1 0-16,0 1 0 0,0-1 0 0,0-1 0 0,-1-1 0 0,1 1 0 15,0-2 0-15,0 0 0 16,0-2 0-16,0-3 0 0,-1 0 0 0,1-7 0 0,0 1 0 0,-2-2 0 16,3-5 0-1,-1-5 0-15,-2 1 0 0,0-7 0 0,1 0 0 0,-1-4 0 0,0-1 0 16,0 0 0-16,0 0 0 0,0 0 0 0,0 0 0 16,2 0 0-16,0-1 0 0,0-4 0 0,0-2-708 15,1-3 321-15,3-1 176 16,1-1 87-16,1-4-650 0,1 0 374 0</inkml:trace>
  <inkml:trace contextRef="#ctx0" brushRef="#br0" timeOffset="65957.48">21383 5532 3430 0,'0'2'0'0,"0"2"0"0,0-2 0 0,0-2 0 0,2 2 0 0,5-2 0 0,4 0 0 0,-1 0 0 0,8 1 0 0,6 4 0 0,0-4 362 0,4 3-223 0,4 0-139 0,3-1 0 16,-1 2 0-16,1-2 0 0,1 0 0 0,-1 0 0 16,-1 0 0-16,-2 1 0 0,-2-1 0 0,-4-2 0 15,-5 0 0-15,-1-1 0 0,-2 0 0 0,-7 0 0 16,0 0 0-16,-3 0 0 0,-5 0-312 0,1 0 59 16,-2 0 112-16,-2-2-672 15,0-8 393-15,0 1 191 0,-4-7 96 0</inkml:trace>
  <inkml:trace contextRef="#ctx0" brushRef="#br0" timeOffset="66158.85">21762 5230 3891 0,'-10'0'0'0,"0"0"0"0,3 0 0 0,0 10 0 0,0 0 0 0,6 7 0 0,1 8 0 0,0 1 0 0,0 4 0 0,0 6 0 0,1 5 40 0,1 1-40 0,5-1 0 0,-4 1 0 16,3-6 0-16,-3 4 0 0,3-1 0 0,-2-4 0 15,1-1 0-15,1-2 0 0,0-6 0 0,-1 3 0 16,-1-8 0-16,1-2 0 0,-1-2 0 0,-1-7-564 16,1-3 11-16,-1-4 263 0,3-3 123 0,-1 0-688 15,1-1 410-15</inkml:trace>
  <inkml:trace contextRef="#ctx0" brushRef="#br0" timeOffset="66510.42">21919 5328 3151 0,'6'-6'0'0,"3"2"0"0,5-2 0 0,-2 1 0 0,6 1 0 0,0 1 0 0,5-1 0 0,5 1 0 0,2 3 0 0,2 0 0 0,-2 0 210 0,0 12 232 0,0 1-314 0,-5 6-128 16,-3 0 0-16,-2 3 0 0,-5 3 0 0,-3 1 0 16,-7-2 0-16,-5 8 0 0,0-4 0 0,-3 2 0 15,-13-2 0-15,-2 0 0 0,-5-4 0 0,-1-4 0 16,0-1 0-16,-2-2 0 0,-3-6 0 0,1-1 0 15,5-1 0-15,-1-3 0 0,2-3 0 16,4 1 0-16,8-3 0 0,-2 2 0 0,4-3 0 16,7 0 0-16,-1 0 0 0,2 2 0 0,0 0 0 15,5-1 0-15,11 4 0 0,6-2 0 16,0 1 0-16,3 0 0 0,1-1 0 0,-2 1 0 0,11-1 0 16,-5 1 0-16,-3-2 0 15,1-2 0-15,1 0 0 0,-3 0 0 0,4 0 0 16,-5 0 0-16,-1 0 0 0,-4-2 0 0,3 1 0 15,-4-5-66-15,-1 0-308 0,0-1 163 0,1-4-373 16,-3-4 272-16,2-7 136 0,-2-1-682 0</inkml:trace>
  <inkml:trace contextRef="#ctx0" brushRef="#br0" timeOffset="66767.67">22766 5017 3125 0,'0'-3'0'0,"0"2"0"0,0 1 0 0,-2 0 0 16,0 0 0-16,-1 12 0 0,-3 7 0 0,3 5 0 0,-4 7 0 0,0 9 0 0,1-4 743 0,-1 19-680 0,0 7-63 0,2-4 0 0,3 4 0 0,2-11 0 15,0 9 0-15,0-6 0 0,0-1 0 16,9-6 0-16,2-4 0 0,1-9 0 0,4 1 0 16,0-6 0-16,2-5 0 0,-3-7 0 15,0-2 0-15,-1-7 0 0,2-2 0 16,-4-6 0-16,2 0 0 0,-3 0 0 0,1-6-8 15,-5-4-123-15,-1-3-614 0,-1-2 359 0,-3-2 173 16,0-3 88-16,-2-6-251 0,0-5 170 0,-2-3 75 16,-7-9 52-16</inkml:trace>
  <inkml:trace contextRef="#ctx0" brushRef="#br0" timeOffset="66924.88">22550 5277 3025 0,'-30'0'0'0,"2"0"0"0,9 0 0 16,0 0 0-16,8 2 0 0,3 1 0 0,6 1 0 0,2 2 0 0,2 0 0 0,21 1 0 0,3-1 372 0,12-1-168 0,0 1-84 0,3 0 90 0,-2-5-210 0,14 4 0 16,-7-5 0-16,0 2 0 0,-3-2 0 0,-6 0 0 15,3 0 0-15,-4 0 0 0,-2 1 0 0,-4 3-241 0,-2 2 26 16</inkml:trace>
  <inkml:trace contextRef="#ctx0" brushRef="#br0" timeOffset="67143.83">23356 5709 3931 0,'0'0'0'0,"0"0"0"0,0 6 0 0,1-1 0 0,6 1 0 0,0 4 0 0,2-1 0 0,-2 1 0 0,2 2 0 0,-2 3 0 0,0 2 0 0,-1 1 0 0,-5 1 0 15,-1 6 0-15,0-1 0 0,-5 1 0 0,-8 3 0 16,-2-3 0-16,-3 3 0 0,-2-2 0 16,-4 2-659-16</inkml:trace>
  <inkml:trace contextRef="#ctx0" brushRef="#br0" timeOffset="68007.48">23571 5328 2445 0,'-10'-10'0'0,"2"3"0"0,1-1 0 0,2-3 0 0,5 1 0 0,0-2 0 0,2 0 0 0,16-3 0 0,6 2 0 0,4-2 0 0,4 2 122 16,2 3-43-16,0 3 109 0,-1 1-66 0,-1 4-47 15,-2 0-1-15,-3 2-34 0,-3 2-3 0,-7 10 0 16,0 3 9-16,-4 2-50 0,-3 3-1 0,-4 5 42 15,-5 0 0-15,-1-1-14 0,0-2 23 16,-5 6-9-16,-7-1 0 0,-3-5 48 0,-2-1-24 16,6-7-7-16,-6 2 33 0,2-5-8 15,0-3-42-15,0-3 18 0,6-1-55 0,-2-2 0 16,5-2 0-16,2 0 0 0,0 0 0 0,4 0 0 16,0 0 0-16,0 0 0 0,8 0 0 0,6 0 0 15,9-2 0-15,2 2 0 0,1 0 0 0,2 0 0 16,-3 0 0-16,7 5 0 0,-7 7 0 15,0 1 0-15,-4 4 0 0,-2 0 0 0,-6 0 0 0,0 8 0 16,-5-7 0-16,-4 3 0 16,-3 1 0-16,-1-1 0 0,0-2 0 0,-1 1 0 15,-13-1 0-15,-3-1 0 0,-2-4 0 0,-4-1 0 16,3-4 0-16,-10 1 0 0,1-4 0 0,2-4 0 16,-3-1 0-16,2-1 0 0,1 0 0 0,-5 0 0 15,6-1 0-15,2-6 0 0,5 0 0 16,0-1 0-16,6 1 0 0,1-1 0 0,7 1 0 0,3-3 0 15,2 1 0-15,2 2 0 0,15-3-851 0,8 1 273 16,3 0 270-16</inkml:trace>
  <inkml:trace contextRef="#ctx0" brushRef="#br0" timeOffset="68204.89">24226 5525 3062 0,'-7'-2'0'0,"6"0"0"0,1 2 0 0,0 0 0 16,0 0 0-16,0 0 0 0,8-1 0 0,5 1 0 0,5-2 0 0,1 2 0 0,2 0 736 0,0 0-603 0,1 0-133 0,1 0 0 0,5 0 0 0,0 0 0 15,2 0 0-15,0 0 0 0,0 0 0 0,0 0 0 16,-1 0 0-16,-1 0-211 0,0 0 112 16,-4-3 67-16,-1 1-486 0,5 0 110 15,0-5 190-15</inkml:trace>
  <inkml:trace contextRef="#ctx0" brushRef="#br0" timeOffset="68406.34">24877 5307 3911 0,'2'0'0'0,"9"2"0"0,8 0 0 0,4-1 0 0,1 2 0 0,10-2 0 0,-3-1 0 0,6 0 0 0,0 0 0 0,1 0 0 0,-5 0 20 0,-1 0-20 0,-4-1 0 16,-4-2 0-16,-2 3 0 0,0-1 0 0,-3 1 0 15,-6 0 0-15,-1 0 0 0,-3 0 0 16,-4 0-197-16,-1 0 103 0,-2 0-852 16,0 0 458-16,-2-2 201 0,0-2 131 0,0-1-551 0</inkml:trace>
  <inkml:trace contextRef="#ctx0" brushRef="#br0" timeOffset="68633.63">25237 5042 2726 0,'-7'-4'0'0,"0"3"0"0,0 1 0 0,1 0 0 0,2 0 0 0,0 11 0 0,4 2 0 0,0 5 0 0,0 7 0 0,0 3 0 0,-2 4 359 16,0 8-152-16,-1 6 186 0,-3 2-179 0,1 1-182 15,-1-1-32-15,0-1 0 0,2-7 0 0,1 9 0 16,3-14 0-16,0 4 0 0,0-5 0 0,0-3 0 16,3-8 0-16,9 6 0 0,-3-10 0 0,4-5 0 15,2 1 0-15,0-7 0 0,2-2 0 0,1-6-337 16,3 0-111-16,4 0 178 0,-2 0 117 0,-1-6-287 15,-1 0 193-15,5-3 110 0,-5 1 51 16,3 0-583-16,-7-3 317 0</inkml:trace>
  <inkml:trace contextRef="#ctx0" brushRef="#br0" timeOffset="68770.25">25597 5632 2306 0,'9'-9'0'0,"-2"1"0"0,3 2 0 0,-3 2 0 0,-3 3 0 0,2-1 0 0,-4 2 0 0,0 0 0 0,2 0 0 0,-4 0 0 0,3 7 190 0,-1 4-68 0,-2 1 551 16,0 1-318-16,0 2-160 0,-2 2-105 0,-9-1-90 15,-1 4 0-15,0-2 0 0,-2 1 0 0,-1 3 0 16,4-5 0-16,-2 1-686 16,0 1 188-16,-2-3 263 0</inkml:trace>
  <inkml:trace contextRef="#ctx0" brushRef="#br0" timeOffset="69191.67">25972 5370 3607 0,'-7'-5'0'0,"3"3"0"0,2 2 0 0,2 0 0 0,0 0 0 0,0 0 0 0,9 0 0 0,7 0 0 0,7 0 0 15,4 0 0-15,5 0 312 0,0 0-300 0,6 0-12 0,-1 0 0 0,1 0 0 0,4 0 0 0,1 0 0 0,-10 0 0 16,3 0 0-16,-5 0 0 16,-1 0 0-16,-6 0 0 0,-2 0 0 0,-5 0-213 15,-6 0-71-15,-3 0 73 0,-3 0 107 0,-3 0-685 16,-2 0 376-16,0 0 189 0,0 0-367 0,-7-2 269 16,-7-2 148-16</inkml:trace>
  <inkml:trace contextRef="#ctx0" brushRef="#br0" timeOffset="69423.98">26283 5100 2522 0,'-8'0'0'0,"-2"0"0"0,1 5 0 0,1 4 0 0,1 4 0 0,1 4 0 0,1 5 0 0,1 3 0 0,4 4 0 0,-3 1 0 0,3 6 354 0,0 4-150 16,-1 5-89-16,1-4 535 0,0 0-564 0,0-5-86 15,0 3 0-15,1-1 0 0,4-4 0 0,3-4 0 16,6-2 0-16,0-4 0 0,-2-6 0 15,4 2 0-15,2-6 0 0,-2-3 0 0,1-6 0 16,1-3 0-16,0-2 0 0,1 0 0 16,1-2 0-16,0-9-374 0,-2-2-77 0,2-4 207 15,-5 0-559-15,7-7 388 0,-4-3 190 0,2-9 94 16</inkml:trace>
  <inkml:trace contextRef="#ctx0" brushRef="#br0" timeOffset="69669.03">26819 4948 2862 0,'10'-1'0'0,"2"1"0"0,0 0 0 0,-1 0 0 0,3 0 0 0,0 5 0 0,6 6 0 0,-2 0 0 0,8 7 0 0,-1 3 0 0,1 3 817 16,-1 2-565-16,0 10-252 0,-5-6 0 0,0 12 0 16,-5 0 0-16,-1 3 0 0,-7 0 0 0,-3 4 0 15,-4-6 0-15,0 11 0 0,-8-5 0 16,-7 1 0-16,-3-6 0 0,-4 2 0 0,2-9 0 0,-8 8 0 15,2-8 0-15,0-2 0 16,-4-4 0-16,5-7 0 0,-5 3 0 0,0-6 0 0,0-3 0 0,1 0 0 16,3-6 0-16,6 0 0 15,-1-1 0-15,2-2 0 0,4 0-1007 0,4 0 420 16</inkml:trace>
  <inkml:trace contextRef="#ctx0" brushRef="#br0" timeOffset="69856.84">27344 6100 3931 0,'1'0'0'0,"1"0"0"0,10 3 0 16,-6-1 0-16,-4-2 0 0,-2 0 0 0,0 0 0 0,0 0 0 0,-8 0 0 0,0 0 0 0,-3 0 0 0,-1 0 0 0,1 0 0 0,1 0 0 0</inkml:trace>
  <inkml:trace contextRef="#ctx0" brushRef="#br0" timeOffset="74377.64">11420 2019 2123 0,'-5'0'0'0,"1"0"0"0,1 6 0 0,2 1 0 0,1 2 0 0,-2 2 0 0,0 2 0 0,0 2 0 0,2-3 0 0,-2 5 0 0,2-1 347 0,0-4-152 0,0 2-66 16,0-3-49-16,0-2 33 0,0-2-36 0,0-2 1 15,0 0-36-15,0-5 63 0,2 0-63 0,2 0 0 16,4-2 1-16,-3-11 71 0,-1 0-35 16,0-2 9-16,-2 0 4 0,-1 1 0 0,-1 5-50 0,0-2-34 15,0 1-8-15,0 4 0 0,-3 3 0 0,-3-1 0 16,3 2 0-16,-1 2 0 15,-2 0 0-15,0 0 0 0,1 6 0 0,3 2 0 16,-2 1 0-16,4-2 0 0,0-1 0 0,0-1 0 16,0 1 0-16,0-4 0 0,2-2 0 0,3 0 0 15,5 0 0-15,-2 0 0 0,-3-2 0 0,1-4 0 16,-4 1 0-16,-1 1 0 0,1 1 0 0,-2 1 0 16,0 0 0-16,0 0 0 0,-3 2 0 0,-3 0 0 15,-1 0 0-15,0 0 0 0,6 0 0 0,-3 0 0 16,2 0 0-16,2 2 0 0,0 2 0 0,0-3 0 15,14 1 0-15,6 2-367 16,8 1-293-16</inkml:trace>
  <inkml:trace contextRef="#ctx0" brushRef="#br0" timeOffset="76069.28">14687 931 908 0,'1'-16'0'0,"-1"-2"0"0,2 3 0 0,0 0 0 0,0 0 0 0,0-1 0 0,-1 1 0 0,1 1 0 0,0-1 0 0,0 2 0 0,0 2 43 16,-2 0 69-16,2 1-34 0,0 3 10 0,-2-1 138 0,0 5-92 15,0 0-46-15,0 1 1 0,0 1 178 0,0 1-102 16,0 0-67-16,-2 0 148 0,-6 9-102 0,1 3-50 16,0 1-1-16,-5 1 106 0,3 4-83 0,-4 0-38 15,1 1 1-15,-1 4 32 0,1-3-35 0,0-1 11 16,-3 8 63-16,0-5-54 0,2 4-30 0,-4 1-66 16,0 2 0-16,0 1 0 0,-6 9 0 0,5-6 0 15,-3 5 0-15,2-1 0 16,2 1 0-16,2-7 0 0,-2 7 0 0,0 0 0 15,3 4 0-15,-4-6 0 0,4 3 0 0,-2-6 0 16,-2 10 0-16,1-6 0 0,-2 5 0 0,0 0 0 16,0-1 0-16,-1 1 0 0,-1 3 0 0,-2 2 0 15,2-4 0-15,-2 1 0 0,0-2 0 0,4-3 0 16,-7 7 0-16,5-5 0 0,-2-5 0 0,2 5 0 16,0-2 0-16,3-2 0 15,-3 7 0-15,0-5 0 0,0 0 0 0,1 3 0 0,0-3 0 0,1-3 0 31,-1 6 0-31,1-4 0 0,0 0 0 0,3-1 0 0,-4 2 0 0,4-6 0 16,-5 11 0-16,0-5 0 0,3-2 0 0,-1 5 0 16,-1-3 0-16,2-1 0 0,-3 7 0 0,3-3 0 15,-1-1 0-15,-2 0 0 16,3-2 0-16,0-3 0 0,-3 5 0 0,5-3 0 16,-3-3 0-16,1 3 0 0,-1-1 0 0,2-2 0 15,-4 7 0-15,2 0 0 0,-3-3 0 0,1 5 0 16,-2 2 0-16,2-2 0 0,0-3 0 0,0 0 0 15,-2 0 0-15,3-1 0 0,-1-2 0 0,-6 5 0 16,3-2 0-16,2 0 0 0,-4 1 0 0,-1-1 0 16,4-4 0-1,-7 7 0-15,4-4 0 0,-1-2 0 0,4-2 0 0,-2-1 0 0,6-5 0 0,-1 1 0 32,3-4 0-32,8-6-121 0,-2-1-379 0,8-4 227 0,3-4-809 0</inkml:trace>
  <inkml:trace contextRef="#ctx0" brushRef="#br0" timeOffset="77099.85">11443 2222 881 0,'-10'-5'0'0,"1"2"0"0,2 1 0 0,-2-2 0 0,2 0 0 15,2 1 0-15,-1-3 0 0,4 2 0 0,-1 1 0 0,3 1 0 0,0-2 167 0,0 3-62 0,0-2 40 16,0 1-56-16,2 1 0 0,3-1-47 0,6 2 160 15,1 0-80-15,-1 0-28 0,1 0-12 0,4 0 168 16,-1 0-104-16,0 0-51 0,0 0-1 0,0 3 193 16,2 2-128-16,-2 2-57 0,0-2-30 0,0 3 175 15,0 1-102-15,0 1-40 0,2 0 77 0,-2 2-153 16,3-1-29-16,1 0 0 16,4 3 0-16,-5-3 0 0,9 3 0 0,-1-2 0 15,3 0 0-15,1-2 0 0,2 1 0 0,-1-2 0 16,5-2 0-16,6 2 0 0,-1-4 0 0,0 4 0 15,3-3 0-15,-7-1 0 0,8 2 0 0,-9-2 0 16,3 4 0-16,-1-2 0 0,-3 1 0 0,1 2 0 16,-3-1 0-16,4 0 0 0,-1 0 0 0,-1 1 0 15,6-1 0-15,-5-1 0 0,11-1 0 0,-2-2 0 16,0 4 0-16,0-7 0 0,-3 3 0 0,8-1 0 16,-5-1 0-16,2 3 0 15,-1-2 0-15,0 1 0 0,-4 2 0 0,8 1 0 16,-3 2 0-16,0-2 0 0,2 2 0 0,0 1 0 15,-8-1 0-15,10 4 0 0,-6-2 0 0,1 0 0 16,-2 1 0-16,1 0 0 0,-3-2 0 0,10 3 0 16,-5-3 0-16,6-2 0 0,9 0 0 0,-4-1 0 15,-6-1 0-15,7 1 0 0,-1-1 0 16,-2 0 0-16,-1 0 0 0,-1 0 0 0,-3-1 0 0,2 1 0 16,-3 1 0-16,5-1 0 0,-4 0 0 15,-1 0 0-15,-5-2 0 0,8 2 0 0,-6-1 0 0,0-2 0 16,-4 0 0-16,2 0 0 15,-7-1 0-15,6 0 0 0,-6-2 0 0,0 3 0 16,1-2 0-16,-1 0 0 0,-5-1 0 0,-3 1 0 16,-7 1 0-16,2-2 0 0,-7 1 0 0,-1-1 0 15,-8 2 0-15,0-3 0 0,-4 2 0 0,-3-2 0 16,0 0 0-16,-2 0 0 0,0 0 0 0,0 0 0 16,-14 0 0-16,1 0 0 0,-6 0 0 0,1-2 0 15,-5-1 0-15,-7 3-674 16,0 0 62-16,-2 0 285 0</inkml:trace>
  <inkml:trace contextRef="#ctx0" brushRef="#br0" timeOffset="78245.45">13678 2698 1180 0,'0'0'0'0,"-2"0"0"0,2-3 0 0,-2 1 0 0,0 1 0 0,0-2 0 0,1 1 0 0,-1 1 0 0,2-2 0 0,-2 3 0 0,2 0 350 0,0 0-159 0,0 0-76 0,0 0 219 16,0 0-148-16,0 0-72 0,0 0-28 0,0 0 186 15,0 0-116-15,0 0-58 0,0 4-29 0,0 1 216 16,0 1-113-16,0 0-71 16,0-3-30-16,0 3 80 0,0 0-151 0,0-4 0 15,0 0 0-15,0 0 0 0,0-2 0 0,0 0 0 16,0 0 0-16,0 0 0 0,5 0 0 0,4-6 0 15,-1-3 0-15,0-3 0 0,-1 1 0 0,1 0 0 16,-5 2 0-16,3-5 0 0,-4 5 0 0,0 0 0 16,-2 1 0-16,0 2 0 0,0 1 0 0,0 1 0 15,0 0 0-15,-2 2 0 0,-4 2 0 0,1 0 0 16,-3 0 0-16,3 6 0 0,-1 3 0 0,0 2 0 16,4 3 0-16,0 0 0 0,2-2 0 0,0 2 0 15,0-2 0-15,0-4 0 16,2 2 0-16,5-3 0 0,-2-2 0 0,2-1 0 15,-3-3 0-15,1 3 0 0,-1-4 0 0,2 0 0 16,-2 0 0-16,0 0 0 0,-1-7 0 0,-1 0 0 16,0 0 0-16,0-2 0 0,0 3 0 0,-2 0 0 15,0 0 0-15,0 0 0 0,0 3 0 0,0-1 0 16,-6 2 0-16,3 0 0 0,-5 2 0 16,2 0 0-16,0 0 0 0,1 0 0 15,-1 6 0-15,3-1 0 0,-1 4 0 0,2-3 0 16,1 0 0-16,1 2 0 0,0-4 0 0,0 1 0 15,0-1 0-15,0-1 0 0,1-1 0 0,5-2 0 16,-1 0 0-16,1 0 0 0,-1 0 0 0,1 0 0 16,0-3 0-16,-2-5 0 0,-1 1 0 0,-1-3 0 15,-2 1 0-15,0-1 0 0,0 1 0 0,0-1 0 16,-3 3 0-16,-3 3 0 0,-4-1 0 0,1 3 0 16,-2 0 0-16,-1 2 0 0,1 0 0 0,2 4 0 15,1 5 0-15,1 2 0 16,3 1 0-16,2 1 0 0,2 1 0 0,0 0 0 15,0-3 0-15,6 1 0 0,4-3 0 0,4-2 0 16,1-3 0-16,0-1 0 0,0-3 0 0,-1 0 0 16,-4-3 0-16,-2-2 0 0,0-6 0 0,-4 0 0 15,-3-1 0-15,1-1 0 0,-2-1 0 0,0 5 0 16,-3-4 0-16,-6 4 0 0,-3 1 0 0,1 2 0 16,-3 4 0-16,-1 1 0 0,5 1 0 0,-4 0 0 15,7 0 0-15,-4 9 0 16,8 3 0-16,1 0 0 0,2 3 0 0,0 3-75 15,2-2-153-15,12 1-980 0,4 1 583 0</inkml:trace>
  <inkml:trace contextRef="#ctx0" brushRef="#br0" timeOffset="78787.25">13678 2648 1262 0,'-2'0'0'0,"2"0"0"0,0 0 0 0,0-2 0 16,-2-2 0-16,2 0 0 0,-2 1 0 0,2-1 0 0,-2 1 0 0,2 2 0 0,0 0 385 0,-1-2-172 0,1 3-86 0,-2 0-33 15,0 0 277-15,-2 12-165 0,1-1-83 0,2 3-40 0,-1 2 236 16,2 0-129-16,0-2-80 0,0 1 35 0,0-4-52 15,0-1-26-15,3-1-44 0,4-1 28 0,0-4-10 16,2 0-13-16,1-4-38 0,1 0 19 0,0 0-8 16,3-7-1-16,-3-5 0 0,-2-3 0 0,-1 3 0 15,-1-3 0-15,-3 2-65 0,-2 0 26 0,-2 0-3 16,0 2 68-16,0 1-32 0,-6 2 10 0,-4 2 118 16,-4 5-122-16,-1-2 0 15,-2 3 0-15,-2 0 0 0,1 7 0 0,2 2 0 16,3 0 0-16,6 1 0 0,-1 1 0 0,6-2 0 15,0 1 0-15,2 1 0 0,0-3 0 0,6 1 0 16,5-2 0-16,2-2 0 0,3 1 0 0,0-1-3 16,1-1-445-16,4-3 177 0,-1 3 121 0,1 0-485 15,0 2 297-15</inkml:trace>
  <inkml:trace contextRef="#ctx0" brushRef="#br0" timeOffset="81766.39">20673 6418 2515 0,'-10'-3'0'0,"0"1"0"16,0 0 0-16,3-1 0 0,2-1 0 0,1 0 0 0,0 0 0 0,3 3 0 0,-1-1 0 0,2 0 0 0,0 0 156 0,0 2-48 0,0 0 214 0,0 0-140 0,3 0-71 15,6 0 161-15,2 0-116 0,3 0-47 0,1 0-109 16,2 2 0-16,1 0 0 0,5 1 0 0,-2 1 0 16,4-1 0-16,3-2 0 15,-3-1 0-15,5 0 0 0,2 0 0 0,2 0 0 16,1 2 0-16,2-2 0 0,-1 0 0 0,8 0 0 15,-2 0 0-15,-1 0 0 0,8 2 0 16,-4-2 0-16,2 1 0 0,2 1 0 0,0-2 0 0,-1 2 0 16,5 2 0-16,0-3 0 15,2-1 0-15,0 3 0 0,14 0 0 0,-11-1 0 16,11 0 0-16,-3 2 0 0,-1-2 0 0,3-1 0 16,-1 2 0-16,-5-2 0 0,14-1 0 0,-3 2 0 15,1 0 0-15,-2-2 0 0,0 0 0 0,-9 0 0 16,15 0 0-16,-7 0 0 0,1 0 0 15,3 0 0-15,-1 0 0 0,4 0 0 0,-3 2 0 16,2 0 0-16,0 0 0 0,0-1 0 0,-2-1 0 0,8 3 0 16,9-2 0-16,-4-1 0 0,-13 2 0 15,22-2 0-15,-10 0 0 0,-6 0 0 0,22 0 0 16,-5 0 0-16,-2 0 0 0,2 0 0 0,-3 0 0 16,-10 0 0-16,23 0 0 0,-4-2 0 0,-5 1 0 15,3-2 0-15,-5 0 0 0,-6-1 0 16,22 0 0-16,-9 3 0 0,-2-5 0 0,-4 4 0 15,-4-2 0-15,-14 1 0 0,16-2 0 16,-6 4 0-16,-4-1 0 0,-13 0 0 0,7 2 0 16,-3-2 0-16,-6 2 0 0,-1 0 0 0,-3 0 0 15,-1 0 0-15,-4 0 0 0,-10 0 0 0,0 0 0 16,-9 0 0-16,-3 0 0 0,-5 0 0 0,-5 2 0 16,-6-2 0-16,-3 2 0 0,-6 0 0 0,-4-2 0 15,-2 0 0-15,-4 0 0 0,0 1 0 0,-4-1 0 16,2 0 0-16,-3 0 0 0,0 0 0 15,0 0 0-15,0 0 0 0,-3 0 0 16,-6-1 0-16,-5 1 0 0,0 0 0 0,-10 0 0 16,-12 18-367-16</inkml:trace>
  <inkml:trace contextRef="#ctx0" brushRef="#br0" timeOffset="84440.71">13285 2614 1615 0,'0'0'0'0,"0"0"0"0,0 0 0 0,0 0 0 0,0 0 0 0,0 0 0 0,0 0 0 0,0 0 0 0,0 0 0 0,0-2 0 0,0 2 69 0,0-2 61 15,0 2-46-15,0 0 9 0,0 0 19 0,0 0-38 16,0 0 1-16,0 0 35 0,0 0-36 0,0 0 9 16,0 7-45-16,0 2 30 0,-2 2 0 0,0 0-30 15,-1 1-1-15,-3 2 71 16,1 1-40-16,-3 0 0 0,2 0-30 0,-1 3 29 16,-1-4-29-16,1 3 9 0,-1-2-23 0,1-2 14 15,1 0 0-15,-1 1 0 0,0-4 27 0,2-2-18 16,0 1-9-16,-1 0 26 0,2-6-1 15,1 1-25-15,1-1 0 0,-2-1 68 0,4 1-39 16,-2-3-2-16,0 1-65 0,2-1 0 0,0 0 0 16,0 0 0-16,0 0 0 0,0 0 0 0,0 0 0 15,0 2 0-15,0-1 0 0,2 2 0 0,6 0 0 16,3 0 0-16,0 0 0 0,2 1 0 0,2 1 0 16,0 1 0-16,2-1 0 15,2 1 0-15,-2-1 0 0,1 1 0 0,2 0 0 0,-2 0 0 0,-1 1 0 16,1-1 0-1,-4 2 0-15,1-1 0 0,-5-1 0 0,1-1 0 0,-2 1 0 16,-1 0 0-16,-1-3 0 0,-3 2 0 16,-1-4 0-16,-1 0 0 0,0-1 0 0,0 0 0 15,0 0 0-15,0 0 0 0,-2 0 0 0,0 0 0 16,0-1 0-16,0-5 0 0,0 1 0 0,0 2-973 16,0 2 420-16</inkml:trace>
  <inkml:trace contextRef="#ctx0" brushRef="#br0" timeOffset="90408.56">12518 2256 1700 0,'0'0'0'0,"0"0"0"0,0 0 0 16,0 0 0-16,0 0 0 0,0 0 0 0,0-3 0 0,0 2 0 0,0-2 0 0,0 2 0 0,0-1 180 0,0-2-68 0,-1 3-36 0,-3-2 11 0,-2 2 40 0,1-1-42 16,-2 2-1-16,-5 0-42 15,1 0 35-15,-5 0 10 0,2 2-45 0,-5 3 0 16,-3 5 31-16,-1-2-31 0,-2 2 0 0,4 0 56 15,-6 3-56-15,1-3 0 0,-1 0 0 16,1 0 22-16,1-1-22 0,2-2 10 0,2-1 37 16,0 1-47-16,0-4 0 0,3 1 0 0,-2-3 39 15,4-1 10-15,2 0-49 0,2 0 0 0,1 0 56 16,1 0-28-16,4 0-58 0,-1 0-12 16,3 0 0-16,0 0 0 0,2-1 0 0,0-1 0 0,2 2 0 15,0-2 0-15,0 2 0 16,0 0 0-16,0 0 0 0,0 0 0 0,0 0 0 15,0 0 0-15,0 0 0 0,0 4 0 0,0 6 0 16,0-1 0-16,0 3 0 0,4 2 0 0,4-1 0 16,3 2 0-16,1 2 0 0,8 0 0 0,-1 0 0 15,-1-2 0-15,7 6 0 0,-3-3 0 0,1 2 0 16,-3 1 0-16,1 0 0 0,-6-4 0 0,4 8 0 16,-6-9 0-16,-1 3 0 15,0 0 0-15,-3-4 0 0,0-2 0 0,-4-4 0 16,0 1 0-16,-3-4 0 0,0-3 0 0,0-1 0 15,0-2 0-15,-2 0 0 0,0 0 0 0,0 0 0 16,0 0 0-16,0-2 0 0,0 0 0 0,-2-2 0 16,0 1 0-16,2 0 0 0,-2 2 0 0,2 0 0 15,0 1-1024-15</inkml:trace>
  <inkml:trace contextRef="#ctx0" brushRef="#br0" timeOffset="91579.64">13945 1816 1057 0,'0'-4'0'0,"0"2"0"0,0-1 0 0,-2-2-1 0,0 2 1 0,0 2 0 0,0-5 0 0,2 6 0 0,-2-5 0 0,0 4 0 0,2-2 42 0,-2 2 0 16,2 0-1-16,0-2 182 0,0 2-80 0,0 1-56 15,0 0 150-15,0 0-98 0,0 0-49 0,0 0 1 16,0 0-39-16,0 0 147 0,-2 0-79 0,2 0 111 0,0 1-94 16,-2 4-48-16,1 4 11 0,1-3 86 15,-2 3-72-15,0 0-36 0,0 2-1 0,2-1 34 16,0 2-41-16,0 2 1 0,0-1 34 0,0 0-105 16,0 2 0-16,0 2 0 15,2 0 0-15,2 0 0 0,1-1 0 0,-1 3 0 16,-2 0 0-16,2 0 0 0,-2-1 0 0,0 1 0 15,0 1 0-15,-2-2 0 0,0 4 0 0,0-5 0 16,0 3 0-16,0-1 0 0,0-1 0 0,0-1 0 16,0-1 0-16,0 0 0 0,0-1 0 0,0-2 0 15,0-3 0-15,0 2 0 0,0-6 0 16,0 2 0-16,0-1 0 0,0-3 0 0,0 1 0 0,0-3 0 16,0 1 0-16,0-3 0 15,0 4 0-15,0-4 0 0,0 1 0 0,0-1 0 16,0 0 0-16,0 0 0 0,0 0 0 0,0 0 0 15,0 0 0-15,0 0 0 0,1 0 0 0,3 0 0 16,3 0 0-16,5 0 0 0,-1-1 0 0,2-8 0 16,6-4 0-16,-4 1 0 0,7-5 0 0,1-2 0 15,4-2 0-15,4-8 0 0,3 2 0 16,3-3 0-16,3 0 0 0,3-6 0 0,2 1 0 0,8-7 0 16,-2 3 0-16,-6 2 0 0,4 4 0 0,-3 3-283 15</inkml:trace>
  <inkml:trace contextRef="#ctx0" brushRef="#br0" timeOffset="93876.22">14925 1547 3741 0,'-6'0'0'0,"4"0"0"0,0 0 0 0,2 0 0 0,0 0 0 0,0 0 0 0,2-2 0 0,15 1 0 0,6-2 0 0,5 1 0 0,3 1 190 0,4-2-190 15,2 2 0-15,1 0 0 0,1-2 0 0,-1 3 0 16,-2 0 0-16,-1 0 0 0,-1 0 0 0,0-4 0 16,-4 3 0-16,-4 1 0 0,4-2 0 0,-7 0 0 15,-3 0 0-15,-3 0 0 0,0 0-269 0,-5 1-164 16,-1-3 147-16,-1 0-517 0,-5 1 382 15,1-3 190-15,-5-2 96 0,1 1-410 16,-2-5 257-16</inkml:trace>
  <inkml:trace contextRef="#ctx0" brushRef="#br0" timeOffset="94069.4">15425 1363 2055 0,'-23'-1'0'0,"10"-3"0"0,-1 3 0 0,5 1 0 0,2 0 0 0,5-4 0 0,2 4 0 0,0 0 0 0,9 0 0 0,14 0 0 0,5 0 86 0,3 0 330 0,0 0-189 0,3 0-83 16,0 0-57-16,-2 5 110 0,-2 4-79 0,-4 1-39 15,-2-1 90-15,-5 2-55 16,-2 2-42-16,-4 2-110 0,-7 2 39 0,-5 0 0 16,-1 2 39-16,0 2-256 0,-14-1 123 0,-5 0 67 15,-4 0 32-15,1-3-441 0,-3 2 184 0,4-5 63 16,-7 5 85-16,6-1-539 0,-2 0 301 0,3 3 150 16,0-3 76-16</inkml:trace>
  <inkml:trace contextRef="#ctx0" brushRef="#br0" timeOffset="94454.04">15457 1873 2208 0,'0'3'0'0,"-2"-1"0"0,0-2 0 0,-3 0 0 0,-2 0 0 0,2 0 0 0,1-2 0 0,0-6 0 16,1 0 0-16,-1-3 0 0,-1 2 85 0,-2 0 18 0,2 1-21 0,-3-1-10 0,-1-1-33 0,-3 5-29 15,-2-2-1-15,-3 4 31 0,-2 1 82 0,-3 2-45 16,1 0-1-16,-4 0 56 0,7 8-46 15,-3 1 0-15,3 3-36 0,0 2 222 16,6-4-115-16,1 3-59 0,6-2-29 0,3 1-11 16,2 0-58-16,0 1 0 0,4-2 0 0,11 2 0 15,5 1 0-15,3 0 0 0,-2-1 0 0,7 2 0 16,-4 0 0-16,2 2 0 0,-1-2 0 0,-4 2 0 16,-6-3 0-16,0 0 0 0,-2 3 0 0,-6-1 0 15,-3-2 0-15,-1 1 0 0,-3 1 0 0,0-2 0 16,-14 2 0-16,-7 1 0 0,-3-5 0 15,-4 0 0-15,0-2 0 0,-4-1 0 16,0-4 0-16,0-3 0 0,0-1 0 0,0-1 0 16,8 0 0-16,-6 0 0 0,9-1 0 0,2-10 0 15,6 0 0-15,5-5 0 0,5 1 0 0,3-4 0 16,0 3 0-16,14-3 0 0,7 4-295 0,6 4 52 16,3 2-670-16,2 1 441 0,3 6 217 0</inkml:trace>
  <inkml:trace contextRef="#ctx0" brushRef="#br0" timeOffset="94611.88">15871 2231 3931 0,'-2'-14'0'0,"1"11"0"0,-3-3 0 0,-3-4 0 0,-1-2 0 0,-2 2 0 0,1-1 0 0,4 2 0 0,-1 1 0 0,5 2 0 0,-1 1 0 16,2-1 0-16,0 5 0 0,0-2 0 0,0 3-474 15,7 0-154-15</inkml:trace>
  <inkml:trace contextRef="#ctx0" brushRef="#br0" timeOffset="95444">20873 1635 2154 0,'-25'0'0'0,"3"0"0"0,3 0 0 0,2-1 0 0,4 1 0 0,1-2 0 0,5 0 0 0,2 0 0 0,5 0 0 0,0 1 0 0,11-4 474 0,13-2-217 0,15-1-109 15,3-1-55-15,9-2 167 0,3 0-101 0,14-3-65 16,-3 1 198-16,2 0-292 0,-3 2 0 0,-11 2 0 15,4 1 0-15,-4 3 0 0,-9 1 0 0,-7 2 0 16,-3 2 0-16,-4 0 0 0,-10 0 0 0,-1 0 0 16,-6 2 0-16,-2 2 0 0,-3 1 0 0,-5 1 0 15,1-3-144-15,-2 1 44 0,0 0-738 0,-2-2 400 16,0-1 199-16,0 3-430 0,0-4 320 0,0 0 155 16,-6 0 77-16</inkml:trace>
  <inkml:trace contextRef="#ctx0" brushRef="#br0" timeOffset="95611.1">21541 1353 2235 0,'-13'-7'0'0,"6"3"0"0,-3 3 0 0,4-2 0 0,3 2 0 0,-1 1 0 0,4 0 0 0,0 0 0 0,2 0 0 0,12 0 0 0,6 0 166 15,3 0-69-15,3 0 365 0,-1 0-211 0,-7 0-106 16,5 4-53-16,-2 6 8 0,-1-2-35 0,-3 6 0 16,-6 1-209-16,-1 4 92 0,-5 5 45 0,-5-2-607 15,0 9 322-15,-5-3 165 0,-11 5 84 0,-5 5-769 16,0-2 386-16,1-6 184 0,-6 9 106 15</inkml:trace>
  <inkml:trace contextRef="#ctx0" brushRef="#br0" timeOffset="95963.78">21424 1926 1415 0,'-4'6'0'0,"1"0"0"0,3-5 0 0,-2 1 0 0,0-2 0 0,-1 0 0 0,1 0 0 0,-3 0 0 0,1-6 0 0,-2-1 0 0,0-2 387 15,-1-2-179-15,1 1-85 0,-3 0 70 0,-1-2-77 16,-1 3-38-16,-2 0 12 15,-2 0-9-15,-1 4-42 0,-5 1 0 0,-4 2 37 16,0 2-37-16,-1 0 10 0,-1 8-9 0,-2 4 114 16,3 0-57-16,1 3-29 0,8-2 0 0,1 2 150 15,5 0-95-15,2-2-41 0,8 3 66 0,1-3-148 16,0 2 0-16,13-1 0 0,9 1 0 0,5-1 0 16,4 2 0-16,3-4 0 0,0 3 0 0,1-1 0 15,-3 2 0-15,-7 1 0 0,-2 0 0 0,-4 3 0 16,-8-2 0-16,-4 0 0 15,-5 3 0-15,-2-1 0 0,0 1 0 0,-4-1 0 16,-8-1 0-16,-9-1 0 0,-1-3 0 0,-3-3 0 16,-1-1 0-16,-3-4 0 0,1-3 0 0,-2-4 0 15,2 0 0-15,1 0 0 0,9 0 0 0,-3 0 0 16,2-6 0-16,5-3 0 0,1-5 0 0,5-3 0 16,4-4-365-16,4-4-23 0,0-5 164 0,12-5-643 15,10 2 414-15,8 1 207 0</inkml:trace>
  <inkml:trace contextRef="#ctx0" brushRef="#br0" timeOffset="96136.95">21698 1795 3414 0,'9'3'0'0,"-4"1"0"0,4-4 0 0,2 2 0 0,-1-2 0 0,5 0 0 0,4 0 0 0,4 0 0 0,0 0 0 0,4 0 0 16,-1-2 134-16,3 1-48 0,-1-2 67 0,2 0-56 0,0 0-50 0,-2 0-468 15,1 1 215-15,-7 2 122 0,2 0 62 0,-3 0-841 16,-4 8 442-16,-2 4 216 0,-8-2 108 0</inkml:trace>
  <inkml:trace contextRef="#ctx0" brushRef="#br0" timeOffset="96307.89">21879 2035 2712 0,'-27'14'0'0,"4"-4"0"0,2-4 0 0,7 0 0 0,3-2 0 0,4-2 0 0,5-2 0 0,2 3 0 0,2-3 0 15,14 0 0-15,7 0 600 0,4 0-280 0,3 0-140 0,2 0-61 0,1 0-119 16,3 0 0-16,1 0 0 0,-4 0 0 16,1 0 0-16,-2 0 0 0,0 0 0 0,-2 0-240 0,-4 0 120 15,1 0 80-15,-5 0-862 16,4 0 451-16,-3 0 103 0,5 0 160 0</inkml:trace>
  <inkml:trace contextRef="#ctx0" brushRef="#br0" timeOffset="96679.35">22811 1491 2695 0,'-20'-6'0'0,"2"3"0"15,0 1 0-15,-3 0 0 0,1 2 0 0,-1 0 0 0,-5 0 0 0,3 11 0 0,3 8 0 0,-1 6 2 0,2 5 114 0,4 3 221 0,0 11-152 0,7-1-73 0,3 4-36 16,5 1 332-16,0-1-408 0,0-5 0 15,7 6 0-15,10-8 0 0,3-3 0 0,0-4 0 0,2-3 0 0,3-3 0 16,0-2 0-16,0-2 0 0,-2-5 0 0,-2-3 0 16,-3-3 0-16,1-4-129 0,-2-1-320 15,0-6 220-15,-1-1 26 0,0 0-266 0,0 0 216 0,0-8 97 16,0-6 65-16,1-4-539 0</inkml:trace>
  <inkml:trace contextRef="#ctx0" brushRef="#br0" timeOffset="97026.4">22904 1757 2308 0,'-18'-9'0'0,"4"2"0"0,0-1 0 0,3-1 0 0,7 1 0 0,3-2 0 0,1-2 0 0,3 1 0 0,20-1 0 0,2 1 0 0,6 2 113 0,11-1 306 16,-9 4-190-16,6 3-96 16,1 1-48-16,-2 2 183 0,-4 0-106 0,-3 5-67 0,-4 11-29 0,-5 0-13 15,-7 3-53-15,-4 5 0 0,-5-1 0 0,-6 9 0 16,0-2 0-16,-6 0 0 15,-12-2 0-15,-5 1 0 0,-3-3 0 0,-2-2 0 16,-4-3 0-16,2-4 0 0,-1-4 0 0,3-4 0 16,4-2 0-16,2-1 0 0,1-4 0 0,3 0 0 15,9-2 0-15,2 0 0 0,3 0 0 0,3 0 0 16,1 0 0-16,0 0 0 0,5 0 0 0,11 0 0 16,5 0 0-16,4 0 0 0,0 0 0 0,0 0 0 15,2 0 0-15,1 0 0 0,-7 0 0 16,3 0 0-16,1 0 0 0,-3 0 0 0,-1 0 0 0,2 4 0 15,-5 2 0-15,3 0 0 16,-2-1 0-16,-1 2-603 0,1 0 77 0,0-5 244 16,1 1 113-16,5-3-719 0</inkml:trace>
  <inkml:trace contextRef="#ctx0" brushRef="#br0" timeOffset="97206.7">23551 1944 2283 0,'0'-3'0'0,"0"1"0"0,0 2 0 0,0 0 0 0,0 0 0 0,0 0 0 0,0 0 0 0,0 0 0 0,0 5 0 0,2 6 0 0,0-2 646 0,0 7-308 0,-2-4-151 16,0 5-74-16,0 0 251 0,-4 1-364 0,-6 0 0 16,-2 0 0-16,-1-2 0 0,-3-3 0 0,2-1-34 15,-4 0-145-15,2-3 118 0,-3-3 44 0,1-2-281 16,6-1 168-16,3-3 84 0,-1 0-96 0,2 0-559 16,1-7 337-16,7-6 163 15,0-10 82-15,0-3-383 0</inkml:trace>
  <inkml:trace contextRef="#ctx0" brushRef="#br0" timeOffset="97378.17">23591 1808 2727 0,'5'0'0'0,"2"-1"0"0,3-2 0 16,1 1 0-16,3-1 0 0,4-4 0 0,7 2 0 0,1 0 0 0,4 1 0 0,2 1 0 0,2-1 299 0,0 0-121 0,1 2-75 0,1 0 51 0,-3 1-59 0,1 1-28 15,1 0 0-15,-10 0-179 0,10 0 71 16,-9 0 39-16,-4 0-563 0,1 0 301 15,-7 0 151-15,-2 0 85 0,-3 0-761 0,-1 0 383 16,-3 0 147-16</inkml:trace>
  <inkml:trace contextRef="#ctx0" brushRef="#br0" timeOffset="97590.75">24261 1460 2157 0,'2'-7'0'0,"0"6"0"0,0-2 0 0,-2 2 0 0,2 1 0 0,0 0 0 0,-1 0 0 0,1 1 0 0,0 13 0 0,2 1 0 0,-3 2 751 0,1 3-361 0,1 6-176 16,-3 3 205-16,0-1-419 0,0 2 0 0,0 2 0 16,0 0 0-16,0 0 0 0,0 1 0 0,0-3 0 15,0-3 0-15,0 3 0 0,0-7 0 0,0 1 0 16,1-3 0-16,2-3 0 16,0-4 0-16,3 1-401 0,-3-5-29 0,5-1 118 15,-2-2-549-15,1-2 412 0,2 1 196 16</inkml:trace>
  <inkml:trace contextRef="#ctx0" brushRef="#br0" timeOffset="97780.26">24579 1868 2749 0,'7'0'0'0,"-1"0"0"0,2 2 0 0,-6 2 0 0,3 0 0 0,-2 1 0 0,-1 3 0 0,0 2 0 0,-2 1 0 0,0 0 0 0,0 4 227 0,-9 2-86 0,-7 2 427 16,-1-1-322-16,-1 0-246 0,0 2 0 0,-3-4 0 15,6-2 0-15,-6-1 0 16,1-1-20-16,5-3-190 0,-1-2 124 0,7-2-284 0,0-4 214 16,1-1 92-16,2 0 51 0,6 0-850 0,0-1 413 0,0-15 206 15</inkml:trace>
  <inkml:trace contextRef="#ctx0" brushRef="#br0" timeOffset="97987.46">24866 1564 3931 0,'4'6'0'0,"0"7"0"0,-3 0 0 0,3-4 0 0,-2 8 0 0,0-2 0 0,-2 4 0 0,2 2 0 0,-2 0 0 0,2 2 0 0,-2 4 0 16,0-2 0-16,0-6 0 0,0 6 0 0,0 0 0 0,-2-3 0 16,-2-1 0-16,0-2 0 0,2 0 0 0,-1-7 0 15,3 1-86-15,-2-4-32 0,2-2 78 0,-3-1-831 16,3 0 435-16,0-6 107 0,0 0-441 15,0 0 371-15</inkml:trace>
  <inkml:trace contextRef="#ctx0" brushRef="#br0" timeOffset="98189.6">25270 1365 3179 0,'24'8'0'0,"4"8"0"0,4 2 0 0,2 3 0 0,-1-3 0 0,-2 9 0 0,-5 3 0 0,-3 5 0 0,-8-2 0 0,0 15 0 0,-8-2 752 0,-3 4-752 16,-4-2 0-16,0 1 0 0,-4-1 0 0,-12 0 0 16,-7 1 0-16,-6-2 0 0,-4-2 0 0,-4-2 0 15,-5-2 0-15,1 1 0 0,-2-3 0 0,-3-4 0 16,4-2 0-16,0-2 0 0,8-5 0 0,0-1 0 16,5-4 0-16</inkml:trace>
  <inkml:trace contextRef="#ctx0" brushRef="#br0" timeOffset="98354.47">25565 2423 3931 0,'7'0'0'0,"1"0"0"0,-5 0 0 0,0 0 0 0,-3 0 0 0,0 0 0 0,-4 0 0 0,-6 0 0 0,-1 0 0 0,-2 0 0 0,0 0 0 0,1 0-108 0,-3 0 15 16,0 2 73-16</inkml:trace>
  <inkml:trace contextRef="#ctx0" brushRef="#br0" timeOffset="99691.49">13723 2642 1100 0,'-2'0'0'0,"0"0"0"0,0 0 0 0,0 0 0 0,0 0 0 0,0 0 0 0,2 0 0 0,-1 0 0 0,1 0 0 0,0 0 0 0,0 0 90 0,0 0-25 0,0 0 147 16,0 0-91-16,-2 0-41 0,0 2 1 0,-4 7 132 16,1 5-87-16,-3 1-33 0,-3 5 201 0,2 1-127 15,0-2-64-15,0 2 163 0,2 1-103 0,2-2-67 16,1-1-28-16,2-2 53 0,2-2-41 0,0-2 1 16,0-4-32-16,0 0 21 15,6-4 1-15,5-1-32 0,-2-4 1 0,3 0-34 16,0 0 10-16,0-6 4 0,1-7-37 0,-4 0 19 15,1-5-1-15,-3 2 13 0,-1-1-66 0,-3-2 25 16,-1 0 3-16,-2 1-45 0,0 0 29 0,0 2 1 16,0 0 23-16,-3 4 6 0,-5 0-5 0,1 5 13 15,-3-1-19-15,3 4 50 0,-2 3-6 0,0-2-27 16,-5 3 109-16,5 0-50 0,-3 12-21 0,3 2 0 16,1 2 5-16,1 1-39 0,1 2 0 0,0 0 0 15,4-1 0-15,1 1 0 16,1-3 0-16,0 2 0 0,0-5 0 0,1 0 0 15,3-3 0-15,4-3 0 0,0-1 0 0,1-2 0 16,0-4 0-16,1 0 0 0,1 0 0 0,0 0 0 16,-1-10 0-16,-1-1 0 0,-2-3 0 0,1 0 0 15,-2-2 0-15,-1-2 0 0,-1 3 0 16,-2-4 0-16,0 3 0 0,-2-2 0 0,0 4 0 0,0-1 0 16,0 1 0-16,-2 1 0 15,-4 7 0-15,-3-2 0 0,1 5 0 0,-1 2 0 16,-4 1 0-16,1 0 0 0,0 7 0 0,0 6 0 15,1 3 0-15,2-1 0 0,1 5 0 0,2-3 0 16,4 2 0-16,0-4 0 0,2 1 0 0,0-1 0 16,0-4 0-16,4 1 0 0,4-5 0 0,1 0 0 15,0-3 0-15,0-1 0 0,3-3 0 0,-1 0 0 16,1 0 0-16,-1-7 0 0,-4-4 0 0,3-1 0 16,-2-3 0-16,-5 0 0 0,1-3 0 0,-2 2 0 15,0-4 0-15,-2 6 0 16,0-4 0-16,0 6 0 0,-8 0 0 0,-1 3 0 15,1 3 0-15,-3 2 0 0,-2 3 0 0,1 1 0 16,3 0 0-16,-3 0 0 0,5 4 0 0,2 3 0 16,1 2 0-16,0 1 0 0,4 3 0 15,0-3 0-15,0 2 0 0,0-1 0 0,6 3 0 0,3 0 0 16,1-3 0-16,3 5-244 0,2-1 9 16,2 2-522-16</inkml:trace>
  <inkml:trace contextRef="#ctx0" brushRef="#br0" timeOffset="101838.96">11396 2137 1786 0,'-6'-2'0'0,"3"0"0"0,-1 0 0 0,-1 1 0 0,2-2 0 0,-1 3 0 0,0-1 0 0,3 1 0 0,-3 0 0 0,2 0 0 0,-2 0 195 15,1 1-83-15,-4 7-37 0,4 3 1 0,-3 0 172 16,1 3-105-16,-1 1-43 0,3 1 172 0,-4 2-117 15,4-1-59-15,-1-1 135 0,4 1-96 0,0-1-39 16,0-4-10-16,0 0 39 0,0-3-125 0,0-1 0 16,2-2 0-16,3-1 0 0,4-4 0 0,2-1 0 15,-1 0 0-15,4-1 0 0,-1-9 0 0,2-3 0 16,2-4 0-16,-2-3 0 0,-2 2 0 16,-1-1 0-16,-1-2 0 0,-2 0 0 0,-4 0 0 15,0 3 0-15,-3-1 0 0,-2-1 0 16,0 6 0-16,0 3 0 0,-4 0 0 0,-8 3 0 15,0 6 0-15,-4 0 0 0,1 2 0 0,-4 0 0 16,3 7 0-16,-3 5 0 0,3 5 0 0,4 0 0 16,1-1 0-16,2 4 0 0,4-1 0 0,3-1 0 15,2-1 0-15,0-2 0 0,0 0 0 16,4-4 0-16,6-1 0 0,3-4 0 0,2-3 0 0,0-3 0 16,2 0 0-16,-1 0 0 15,0-2 0-15,-2-9 0 0,0 0 0 0,-3-4 0 16,-4 1 0-16,-1-3 0 0,-3 2 0 0,0 0 0 15,-1 1 0-15,-2-2 0 0,0 3 0 0,-2 0 0 16,-8 3 0-16,-1 3 0 0,-1 2 0 0,-2 1 0 16,1 2 0-16,-3 2 0 0,4 0 0 0,0 0 0 15,5 8 0-15,1-1 0 0,1 4 0 0,3 2 0 16,2 1 0-16,0 1 0 0,0-2 0 0,5 2 0 16,6-1 0-16,5 0 0 15,0 0 0-15,7 2 0 0,-2-3-42 0</inkml:trace>
  <inkml:trace contextRef="#ctx0" brushRef="#br0" timeOffset="111318.93">10990 1281 1965 0,'-2'-7'0'0,"0"0"0"0,1 0 0 0,-1-2 0 0,0 0 0 0,-1 4-4 0,0-2 1 0,3-1 1 0,-2 5 1 0,2-1 0 0,0 2 189 0,0 1-79 16,0 1-35-16,0 0 163 0,0 0-99 0,0 0-49 15,0 4 10-15,0 8 45 0,0 1-51 0,0 4-28 16,-4 6 180-16,-1 2-103 0,-3 2-41 0,-3 5 152 16,0 0-253-16,-2 4 0 0,-3 5 0 0,4-3 0 15,0-5 0-15,-1 2 0 0,-1 0 0 0,2 1 0 16,-1 5 0-16,3-9 0 0,-1 3 0 0,4-2 0 16,-3 0 0-16,2-3 0 0,3 0 0 15,-1-7 0-15,3-1 0 0,-1-1 0 16,-1-2 0-16,4-4 0 0,-1-2 0 0,0-4 0 15,2-2 0-15,-2-1 0 0,2-1 0 0,0-2 0 16,0-3 0-16,-2 0 0 0,2 0 0 0,0 0 0 16,-1 0 0-16,-1 0 0 0,0 0 0 0,0 0-105 0,0-3 3 15,2-5-234-15,0-2 147 0,0 1 75 16,0-2 36-16,0-2-598 0,0-2 323 0,6-3 156 16,3-6 79-16,3-2-500 0</inkml:trace>
  <inkml:trace contextRef="#ctx0" brushRef="#br0" timeOffset="111589.2">10904 1315 2736 0,'0'-6'0'0,"0"3"0"0,0 0 0 0,0 2 0 0,0 1 0 0,0 0 0 0,1 0 0 0,3 1 0 0,3 8 0 0,5 5 0 0,1-2 107 0,2 3 198 0,2 6-138 0,2 2-64 16,0 2-32-16,-3 1 326 0,5 4-352 0,-4 0-45 15,2 1 0-15,-3 6 0 0,0-4 0 0,-2 4 0 16,0 0 0-16,-5-2 0 0,0 0 0 0,0-2 0 16,-2 1 0-16,-4-5 0 0,1 0 0 0,0-6 0 15,-2 1 0-15,-1-4 0 0,-1-2 0 0,0-3 0 16,0-6 0-16,0-2 0 0,0-2-484 0,0 0 140 16,-3-4 153-16,-5-1-482 0,-1 0 318 0,-1 0 148 15,-1-6 88-15,-5-8-506 0</inkml:trace>
  <inkml:trace contextRef="#ctx0" brushRef="#br0" timeOffset="111746.66">10851 1691 3081 0,'-17'-5'0'0,"4"4"0"0,2 1 0 0,3 0 0 0,3-2 0 0,0 2 0 0,5 0 0 0,0 0 0 0,3 0 0 0,10 0 0 0,6-2 131 0,6 1 588 0,-2-2-719 0,7 2 0 15,-1-2 0-15,1 0 0 0,2-2 0 0,-2 2 0 16,3-1 0-16,-3-2 0 0,1 5 0 0,-1-1 0 15,-2-1-362-15,-2 3 176 0</inkml:trace>
  <inkml:trace contextRef="#ctx0" brushRef="#br0" timeOffset="112780.14">13869 2998 1894 0,'-4'-7'0'0,"3"4"0"0,-1 0 0 0,0 2 0 0,0-1 0 0,2 2 0 15,0 0 0-15,0 0 0 0,0 8 0 0,0 7 0 0,2 1 453 0,2 8-207 0,1 2-104 0,-1-1-52 16,2 6 157-16,-2-1-109 0,-1 0-50 0,-1 0-25 16,0 2 217-16,-2 0-121 0,0 0-40 15,0-2-107-15,0 0-12 0,0-3 0 0,0 3 0 16,0-9-8-16,-4 2 13 0,3-4-10 0,-1-8-331 15,0 1 187-15,0-5 93 0,2-3 2 0,0-4-635 16,0 0 330-16,0-2 160 0,0-11-153 0,0-10 157 16,2 0 78-16,2-6 30 0,-3-2-395 0,-1-2 222 15,0-5 110-15,0-3-88 0,-1 7 119 0,-7 1 38 16,-4 2 81-16,3 3 0 0,0 6 0 0,-1 4 0 16,3 6 0-16,1 0 275 15,1 3-176-15,5 1-69 0,0 1 226 0,0-1-107 16,7 2-92-16,14-4 491 0,1 0-255 0,6 2-127 15,2 0-64-15,2 1 150 0,2 2-97 0,-2 1-63 0,-4 2-27 16,0 2 47-16,-8 0-37 0,-2 0 0 16,-3 9-27-16,-7 7-55 0,-5 0-1 0,-3 7 47 15,0-3-32-15,-9 5 1 0,-8 0 40 0,-3 3-10 16,-3-4 32-16,0-1 0 0,1-5-32 0,3-3 90 16,-2-1-35-16,5-5-11 15,6-2-43-15,1-4 117 0,5-1-58 0,0-2-31 16,4 0 43-16,0 0-104 0,6 0-6 0,11 0 0 15,7 0 0-15,0 0 0 0,1-2 0 0,9-1 0 16,-4 3 0-16,0 0 0 0,-2 0 0 0,-9 10 0 16,3 1 0-16,-5 3 0 0,-4 4 0 15,-5 1 0-15,-2 1 0 0,-4 7 0 0,-2-6 0 0,-4 6 0 16,-11-2 0-16,-4 0 0 16,-3-3 0-16,-5-2 0 0,-1-2 0 0,-2-5 0 0,0-2 0 0,0-5 0 15,0-5 0-15,1-1 0 16,6 0 0-16,2 0 0 0,0-5 0 0,4-6 0 15,4-3 0-15,4 1 0 0,3 2 0 0,4-4 0 16,2 3 0-16,0-3 0 0,6 5 0 0,6 0-388 16,8 0 147-16,4 5-742 0,0 1 472 0,2 2 236 15</inkml:trace>
  <inkml:trace contextRef="#ctx0" brushRef="#br0" timeOffset="112971.81">14658 3577 2290 0,'-9'0'0'0,"3"0"0"0,2 0 0 0,0 0 0 0,3 0 0 0,-1 0 0 0,2 0 0 0,0 0 0 0,0 0 0 0,2 0 0 0,5 0 13 0</inkml:trace>
  <inkml:trace contextRef="#ctx0" brushRef="#br0" timeOffset="113702.79">5868 8779 2826 0,'-19'-2'0'0,"5"2"0"0,2 0 0 0,1 0 0 0,5 0 0 0,3 0 0 0,0 0 0 0,3 0 0 0,0 0 0 0,14 0 0 0,10-3 185 0,4-5-74 0,8-1 393 0,11-3-239 0,2-1-225 16,3-1-40-16,2-2 0 0,1 1 0 15,2 2 0-15,-3 0 0 0,-3 0 0 0,-1 2 0 16,-3-1 0-16,-1 3 0 0,-11 1 0 0,4 1 0 0,-3-1 0 16,-6 3 0-16,-6-2 0 0,-1 1 0 15,-4 0-20-15,-4 0-102 0,-6 3-8 0,-1-3-683 0,-4 2 388 16,-1-1 185-16,-3-1 105 0,0-4-491 16,0 1 294-16,-7-1 148 0,-6-4 73 0,-2-5-305 15</inkml:trace>
  <inkml:trace contextRef="#ctx0" brushRef="#br0" timeOffset="113905.17">6552 8343 2144 0,'-16'-11'0'0,"0"4"0"0,7 2 0 0,-3 0 0 0,7 4 0 0,1-1 0 0,4-1 0 0,0 3 0 0,4 0 0 0,13 0 0 0,3 0 492 15,10 0-232-15,0 0-112 0,0 5 326 0,4 2-218 16,-4 1-110-16,2 0-135 0,-5 2-11 0,-1 0 0 16,-8-1 0-16,3 5 0 0,-6-4 0 0,-2 6 0 15,-6-3 0-15,-5 4 0 0,-2 1 0 0,0 5 0 16,-7-1 0-16,-11 1 0 0,-5 3 0 0,-1-2 0 15,-6 3 0-15,-4 1 0 16,0-1 0-16,2-5-317 0,-8 8 106 0,4-4 52 0,-1 2 61 16,0 2-647-16,2 5 355 0,0-2 166 15</inkml:trace>
  <inkml:trace contextRef="#ctx0" brushRef="#br0" timeOffset="114876.59">6084 8965 2225 0,'0'-4'0'0,"0"3"0"0,0-3 0 0,0 0 0 0,-4 2 0 0,2 0 0 0,2 0 0 0,-2 0 0 0,0 1 0 0,2 1 0 0,0 0 130 0,-1 0-47 0,-1 0-22 0,0 9 207 15,-4 10-115-15,1 3-49 16,-5 9-38-16,-2 8 230 0,-4 3-130 0,-1 0-64 16,0 5 175-16,-1 1-277 0,-2-2 0 0,3 1 0 15,-3 0 0-15,5 0 0 0,0-4 0 0,5-5 0 16,-1 1 0-16,2-3 0 0,2-6 0 0,4-1 0 16,-1-9 0-16,2-2 0 0,0-5 0 0,2-2 0 15,0-4 0-15,0-5 0 0,0 0 0 0,0-2-359 16,0-2-11-16,2-13 167 15,4-10-487-15,4-3 326 0,3-9 163 0,1 1-496 0,-2-16 334 16</inkml:trace>
  <inkml:trace contextRef="#ctx0" brushRef="#br0" timeOffset="115078.86">6007 8982 3075 0,'2'-13'0'0,"2"4"0"0,-1 3 0 0,-1 4 0 0,2 0 0 0,2 0 0 16,2 2 0-16,2 2 0 0,6 13 0 0,0 6 0 0,3 3 226 0,5 10-95 0,-7 2 316 0,4 1-395 15,-1 3-52-15,-3-4 0 0,1 9 0 0,-1-5 0 0,0-3 0 16,-4-6 0-16,5 5 0 16,-5-5 0-16,1 3 0 0,-3-5 0 0,-2 0 0 0,-1-3 0 15,-3-6 0-15,-4 1 0 0,0-4-10 16,-1-6-46-16,0 0-848 0,0-5 434 16,-7-1 216-16,-6-5-213 0,1 0 220 0,-10-3 105 0</inkml:trace>
  <inkml:trace contextRef="#ctx0" brushRef="#br0" timeOffset="115229.27">5938 9322 3292 0,'-19'-3'0'0,"2"2"0"0,5 0 0 0,1 1 0 0,4 0 0 0,3 0 0 0,4 0 0 0,0 0 0 0,3 0 0 0,11 0 0 0,5 0 288 0,6 0-126 0,0 0-62 0,5 0-11 16,-3-2-89-16,6 0 0 0,-3 0 0 0,-1 2 0 15,1 0 0-15,-4-1-24 0,-5 1-880 0,9 0 465 16,-6 0 239-16,0 0-484 0</inkml:trace>
  <inkml:trace contextRef="#ctx0" brushRef="#br0" timeOffset="115770.22">6547 9068 3295 0,'-6'8'0'0,"1"8"0"0,2-2 0 0,1 2 0 0,2 7 0 0,0 4 0 0,0 1 0 0,0 4 0 0,0 0 0 0,5 4 0 0,0-3 636 0,1 3-636 15,-3 0 0-15,3-4 0 0,-1-1 0 0,0 0 0 0,0-5 0 32,-2-8 0-32,0 3 0 0,-2-7 0 0,-1-3-118 0,0-6-29 0,0 0 93 0,0-5 45 15,-7 0-686 1,-3-3 292 0,-2-15 183-16,1-3 91 0,-2-7-227 0,0-11 159 15,0 5 71-15,0-14-86 0,0 1 88 0,2 1 44 0,3 2 9 0,2 6 34 0,2 1-9 16,4 4 9-16,0 1 143 0,0 6-72 0,2 4-36 0,12 0 1 15,0 3 453-15,9 2-190 0,0 2-141 16,6 4 22-16,-1 0 424 0,3 5-265 0,-5 3-123 16,6 0 163-16,-4 3-152 15,-2 0-77-15,-6 6 91 0,2 7-155 16,-9 2-49-16,0 2 0 0,-7 4 0 0,-3 3 0 0,-3 1 0 16,0 0 0-16,-5-4 0 0,-12 6 0 15,0-4 0-15,4-9 0 0,-4 3 0 0,3-3 0 0,6-7 0 0,-2 1 0 31,5-4 0-31,3-3 0 0,2 1 0 0,0 2 0 0,0-2 0 16,10 1 0-16,8 0 0 16,4 3 0-16,1-2 0 0,3 3 0 0,0 1 0 0,4 5 0 0,-3-1 0 15,-3 5 0-15,-2-1 0 0,-4 5 0 0,-5 0 0 0,-4 6 0 0,-2-3 0 16,-7 2 0-16,0-1 0 0,-7-2 0 0,-11 3 0 16,-6-4 0-16,-4-2 0 0,-11 1 0 15,2-6 0-15,-2-1 0 0,1-7 0 0,-9 1 0 0,6-5 0 16,5-1 0-16,-2-2 0 0,7 0 0 0,6 0 0 15,3-3 0-15,4-10 0 16,9-1 0-16,6-1 0 0,3-4 0 0,5-1 0 16,25-1 0-16</inkml:trace>
  <inkml:trace contextRef="#ctx0" brushRef="#br0" timeOffset="115924.13">7436 9400 3931 0,'-4'-1'0'0,"2"1"0"0,-6-2 0 0,-4-2 0 0,-1 1 0 0,5 1 0 0,4-2 0 0,-1 1 0 0,5-2 0 0,0 1 0 0,0 3 0 0,2-1 0 0,5 2 0 0</inkml:trace>
  <inkml:trace contextRef="#ctx0" brushRef="#br0" timeOffset="117163.53">11753 2352 782 0,'-10'-3'0'0,"1"2"0"0,2-2 0 0,-4 0 0 0,6 0 0 0,-2 1 0 0,-1-3 0 0,3 3 0 0,0-1 0 0,2-1 0 0,1 0 74 0,0 2-25 0,0 0 49 15,2 0-29-15,0 1-1 0,0-1 73 0,0-1-52 16,0 2-15-16,0 1 114 0,0 0-75 0,0 0-37 16,0 0 1-16,0 0 56 0,2 0-37 0,2 0-10 15,-1 4-47-15,2 1 190 0,-1-1-95 0,-1 2-47 16,3-1 9-16,-1-2 99 0,1 3-78 0,4-1-39 15,-1-1 84-15,2 0-61 16,2-1-22-16,0 1 43 0,1 0-41 0,-1 0-1 16,2 1-41-16,0-1 40 0,0 1-79 0,0 1 0 15,2 1 0-15,-1 1 0 0,2-3 0 0,2 4 0 16,3-5 0-16,5 4 0 0,2-1 0 0,4 2 0 16,1-4 0-16,9 2 0 0,-7-1 0 0,12 0 0 15,-2-3 0-15,2 4 0 0,-1 0 0 0,2-2 0 16,-7 3 0-16,11 1 0 15,-9 3 0-15,2-1 0 0,0 2 0 0,-5 0 0 16,6 2 0-16,-2 2 0 0,-4-4 0 0,4 0 0 16,-1-1 0-16,-4-6 0 0,10 3 0 0,-9-4 0 15,2-3 0-15,-8 0 0 0,3-2 0 0,-1 0 0 16,-6 0 0-16,-2 0 0 0,-10 0 0 0,1 0 0 16,-8 0 0-16,1-2 0 0,-7 2 0 0,-3 0 0 15,-3 0 0-15,1 0 0 0,-2 0 0 0,0 0 0 16,0 0 0-16,0 0 0 15,-3 0 0-15,-3 0 0 0,2 0 0 0,-1 0 0 16,1-2 0-16,-2 0 0 0,0 0 0 0,1 1 0 16,-2-2-415-16,1 2 163 0,0-1 111 0,0 2-856 15,-1-3 478-15</inkml:trace>
  <inkml:trace contextRef="#ctx0" brushRef="#br0" timeOffset="117730.71">12693 2202 2588 0,'-12'-1'0'0,"2"-1"0"0,-1 1 0 0,2-2 0 0,1 1 0 0,0 0 0 0,1 1 0 0,3-1 0 0,1 0 0 0,1 2 0 0,2 0 172 0,0 0-66 16,0 0-34-16,0 0 382 0,0 0-198 0,0 0-113 0,0 0-52 0,0 5-42 15,0 3-49-15,0-1 0 0,2 3 0 16,3 0 0-16,0 1 0 0,5-2 0 15,0 1 0-15,0-2 0 0,4 2 0 0,-1-2 0 16,1 2 0-16,4-1 0 0,-1 2 0 0,1 0 0 16,3-1 0-16,4 9 0 0,-3-2 0 0,2-1 0 15,3 3 0-15,1 2 0 0,0-1 0 0,2 3 0 16,1-2 0-16,0 0 0 0,-2-1 0 0,1-2 0 16,-8-3 0-16,6 3 0 15,-9-6 0-15,0 1 0 0,-2-3 0 0,-4-3 0 16,-4-2 0-16,0-1 0 0,-5-1 0 0,0-1 0 15,-3-1 0-15,2-1 0 0,-3 0 0 0,0 0 0 16,0 0 0-16,0 0 0 0,0 0 0 0,0 0 0 16,-3 0 0-16,-2 0 0 0,1 0 0 0,-3 0 0 15,2 0 0-15,-5 0 0 0,-1 3 0 0,-4 2 0 16,-6 2 0-16,-5 4 0 16,-10 7 0-16,-8 2 0 0,-6 3 0 0,-17 11 0 15,-12 3 0-15,-10 6 0 0,-23 12 0 0,3 7 0 16,2 2 0-16,-34 20 0 0,10-1 0 0,1 5 0 0</inkml:trace>
  <inkml:trace contextRef="#ctx0" brushRef="#br0" timeOffset="119191.38">7960 8658 2881 0,'-9'0'0'0,"0"0"0"0,1 0 0 0,7 0 0 0,-4 0 0 0,5 0 0 0,0 0 0 0,3 0 0 0,11 0 0 0,11-2 0 0,1-4 136 0,4 0 320 0,2 1-208 0,4-1-105 16,-2 0-76-16,-1 1-67 0,-1 3 0 0,-2-2 0 16,0 2 0-16,-5 1 0 0,-2-2 0 0,1 1 0 15,-1 1 0-15,-5 1 0 0,-1 0-17 0,0 0-88 16,-6 0-412-16,0 0 192 0,-1 0 164 16,-4 0-968-16</inkml:trace>
  <inkml:trace contextRef="#ctx0" brushRef="#br0" timeOffset="119370.5">8107 8901 3931 0,'-30'14'0'0,"5"0"0"0,9-4 0 0,-4-3 0 0,11-1 0 0,2-2 0 0,3-2 0 0,4-2 0 0,0 0 0 0,11 0 0 0,16 0 0 0,3-2 0 0,9-10 0 0,-2 1 0 16,-3 4 0-16,6-2 0 0,-4-1 0 0,-1 3 0 15,1-1 0-15,-4 3 0 0,0 0 0 16,-1 4 0-16,-8 1 0 0,2 0 0 15,-3 0-59-15,-7 11-210 0,3 4 133 0</inkml:trace>
  <inkml:trace contextRef="#ctx0" brushRef="#br0" timeOffset="120114.16">9588 8293 2063 0,'-9'-8'0'0,"0"5"0"0,1-2 0 0,-3 2 0 0,2 1 0 0,0 1 0 0,-1 1 0 0,-1 0 0 0,1 0 0 0,-3 0 0 0,2 9 435 0,-4 7-198 0,0 6-100 0,-2 2 109 16,0 6-95-16,-2 7-61 0,0 1-26 0,2 3 360 15,-3 4-340-15,3 0-84 0,2 4 0 16,2 2 0-16,3 2 0 0,5-1 0 0,3-1 0 15,2-4 0-15,0-11 0 0,7 3 0 16,10 4 0-16,1-13 0 0,2 2 0 0,1-4 0 0,3-3 0 16,0-1 0-16,1-4 0 0,-1-2 0 15,1-4 0-15,-4 2 0 0,-3-5 0 16,1-2 0-16,-2 1 0 0,-2-4 0 0,-4-1 0 16,-2-1 0-16,-1-1 0 0,-2 0 0 15,-3-3 0-15,1 1-143 0,-2-1-35 0,0 2 57 0,0-2-688 16,-2 0 391-16,0 0 189 0,1 0-264 0,1 0 227 15</inkml:trace>
  <inkml:trace contextRef="#ctx0" brushRef="#br0" timeOffset="120705.99">9704 8821 2763 0,'-6'0'0'15,"2"0"0"-15,2 0 0 0,1 0 0 0,1 1 0 0,0 2 0 0,0-2 0 0,9 1 0 0,7 0 0 0,5-2 0 0,4 0 63 0,-3 0 9 0,11 0 703 16,-3 0-517-16,1 0-258 0,-1 0 0 0,0 0 0 16,-3 0 0-16,5 0 0 0,-7 0 0 0,-6 0 0 15,2 0 0-15,-2 0 0 0,-8 0 0 0,0 0 0 16,-2-2 0-16,-2 2 0 0,-3 0 0 16,-3 0-168-16,1 0-60 0,0 0-285 0,-2 0 237 0,2 0 120 15,0 0-675-15</inkml:trace>
  <inkml:trace contextRef="#ctx0" brushRef="#br0" timeOffset="121164.86">10222 8586 3230 0,'-7'-9'0'0,"3"3"0"0,1-2 0 0,3-3 0 0,0 1 0 0,0-5 0 15,8 1 0-15,11-7 0 0,2 5 0 0,3-3 0 0,1 1 170 0,0 3 97 0,-2 4-105 0,9 0-67 0,-6 2-88 0,1 5-7 16,0 2 0-16,-3 2 0 0,-6 0 0 0,5 8 0 16,-4 6 0-16,-1 5 0 0,-2 2 0 0,-5 2 0 15,-2 1 0-15,1 6 0 0,-5-2 0 16,-1 2 0-16,-2 0 0 0,-2 2 0 0,0 2 0 0,-6 0 0 16,-6-1 0-16,-2 3 0 15,-5 3 0-15,-1-3 0 0,-1-6 0 0,-6 6 0 16,3-10 0-16,-5-1 0 0,1-3 0 15,1-3 0-15,2-6 0 0,-5-2 0 0,4-3 0 0,5-2 0 16,-1 0 0-16,1-5 0 0,5 3 0 0,4-4 0 16,3 2 0-16,2-2 0 0,4 0 0 15,1 0 0-15,2 0 0 0,0 1 0 16,13 2 0-16,4 0 0 0,7 0 0 0,1 2 0 16,3-2 0-16,4 4 0 0,0-6 0 0,0 3 0 15,2-2 0-15,-1-1 0 0,-1 1 0 0,0 1 0 16,-2-3 0-16,-1 0 0 0,-1 0 0 0,-7 0 0 15,1 0 0-15,-1 0 0 0,-4 0 0 0,-3 0 0 16,-1 0 0-16,-3 0 0 0,3-3 0 0,-3 1 0 16,1-4-143-16,-2 1-338 15,3-2 221-15,-1-4-752 0,2-4 491 0</inkml:trace>
  <inkml:trace contextRef="#ctx0" brushRef="#br0" timeOffset="121382.45">10900 8676 3545 0,'0'2'0'0,"0"2"0"16,0-3 0-16,0 3 0 0,2-2 0 0,3-2 0 0,9 3 0 0,0-2 0 0,11-1 0 0,1 0 0 0,3 0 159 0,4 0 68 0,3 0-227 0,1 0 0 0,1-1 0 0,-3-2 0 0,2-1 0 16,-4 1 0-16,-2 1 0 0,-3 0 0 0,-3-2 0 15,-6 2 0-15,1 1 0 0,-6 1 0 0,-4-2 0 16,-1 2 0-16,-5 0-753 15,-2 0 246-15,0-2 240 0,-2 0 114 0,0-2-241 0,-4-3 178 16,-5-4 89-16,-3-3-449 0</inkml:trace>
  <inkml:trace contextRef="#ctx0" brushRef="#br0" timeOffset="121581.29">11204 8296 2723 0,'-13'-3'0'0,"3"2"0"0,1 1 0 0,2 0 0 0,1 0 0 0,0 7 0 0,3 6 0 0,3 2 0 0,0 9 0 0,0 2 0 0,0 4 234 15,1 5-103-15,7 8 600 0,-2-4-619 0,0-3-112 16,-1 8 0-16,-3-2 0 0,0 9 0 0,-1-4 0 16,-1-2 0-16,0-2 0 0,0 0 0 0,2-5 0 15,-2-1 0-15,0-1 0 0,2-6 0 0,-2-6 0 16,2 1 0-16,0-7 0 16,-2-7-745-16,2 1 241 0,-1-4 233 0,1-5 114 15,3-3-608-15,0 0 368 0</inkml:trace>
  <inkml:trace contextRef="#ctx0" brushRef="#br0" timeOffset="121956.64">11369 8556 2675 0,'6'-13'0'0,"4"-1"0"0,1 4 0 0,4-6 0 0,3 3 0 0,3 0 0 0,6 4 0 0,3-1 0 0,2 3 0 0,1 2 0 0,1 2 105 0,0 3-33 0,-2 0 360 0,0 4-198 16,-4 10-98-16,-3 4 141 0,-4 4-277 15,-3 3 0-15,-6 1 0 0,-3 3 0 0,-6 0 0 0,-3 4 0 16,0 0 0-16,-10 6 0 0,-6-3 0 16,-5 0 0-16,-4-2 0 0,4-4 0 15,-11 4 0-15,7-12 0 0,-5 0 0 0,2-3 0 16,-1-6 0-16,5-2 0 0,2-2 0 0,1-4 0 0,4-1 0 16,6-2 0-16,0-1 0 0,4-1 0 15,4 0 0-15,1 0 0 0,2 0 0 0,0 0 0 16,2 2 0-16,11 2 0 0,6-2 0 0,3 2 0 15,3 1 0-15,1-1 0 0,3 1 0 0,-6-3 0 16,9 4 0-16,-5-2 0 0,-1 2 0 16,-1-3 0-16,-4-1 0 0,1 2 0 0,0-2 0 15,-2-2 0-15,-2 0 0 0,-1 0 0 0,-1 0 0 16,2 0 0-16,-4 0-84 0,2 0 6 0,-2-4-819 16,4-9 429-16,-1-2 206 0,3-9-217 15,1-10 221-15</inkml:trace>
  <inkml:trace contextRef="#ctx0" brushRef="#br0" timeOffset="122205.9">12355 8178 3528 0,'2'-10'0'0,"2"3"0"15,-2 5 0-15,-2 0 0 0,0 1 0 0,0 1 0 0,-6 3 0 0,-5 19 0 0,2 4 0 0,-3 11 0 0,-2 12 397 0,-2 11-391 0,3 0-6 0,2 8 0 16,1 1 0-16,5-3 0 0,1 11 0 0,3-7 0 0,1-3 0 15,0-2 0-15,1-12 0 16,8 2 0-16,2-7 0 0,5-5 0 0,-3-10 0 0,4-2 0 0,0-4 0 16,-4-10 0-16,3-2 0 15,0-6 0-15,-2-5 0 0,2-2 0 0,-3-2 0 16,-1 0 0-16,-1 0 0 0,-2-6 0 16,-1-5-55-16,-3-4-876 0,-1-2 447 0,-2-6 214 0,-2-8 121 0,0-6-359 15</inkml:trace>
  <inkml:trace contextRef="#ctx0" brushRef="#br0" timeOffset="122373">12001 8644 3292 0,'-18'6'0'0,"6"5"0"0,2-5 0 0,2 1 0 0,7-3 0 0,1 1 0 15,0-1 0-15,21 4 0 0,7-3 0 0,9 1 0 0,1 0 277 0,13-3 85 0,-3 2-362 0,3-1 0 0,2-3 0 16,-5 1 0-16,-4 2 0 0,8-3 0 0,-8 4 0 15,-9 0-234-15,2 2 118 0,-1 4 86 0,-2-1-610 16</inkml:trace>
  <inkml:trace contextRef="#ctx0" brushRef="#br0" timeOffset="122521.4">12941 9018 3931 0,'0'7'0'0,"10"10"0"0,-2-2 0 0,-5-5 0 0,-1-1 0 16,-2 7 0-16,0 0 0 0,0 1 0 0,0 3 0 0,0 1 0 0,-5 1 0 0,-9 8 0 0,1-1 0 0,-6 3 0 0,-3 6 0 0,-2 3 0 16,-10 6 0-16</inkml:trace>
  <inkml:trace contextRef="#ctx0" brushRef="#br0" timeOffset="123331.19">13587 8293 2110 0,'-5'-8'0'0,"0"5"0"0,1 1 0 0,2-1 0 0,0 2 0 0,0-1 0 0,2 2 0 0,0 0 0 0,0 8 0 0,0 6 0 0,0 10 98 0,2-1 406 16,0 6-232-16,4 3-107 0,-3 2-68 0,3 9 365 15,-3-4-239-15,-1 4-223 0,0-3 0 0,-2 11 0 16,0-3 0-16,0 4 0 0,0 1 0 0,0 0 0 15,-4 2 0-15,1-5 0 0,-1-3 0 0,0 1 0 16,3-11 0-16,-1 0 0 0,0-7 0 0,2-1 0 16,-2-7 0-16,2-4 0 0,0-8 0 0,0 0 0 15,0-6 0-15,0-3 0 0,0-1 0 0,0 0 0 16,0 0 0-16,2-7 0 0,3-6 0 0,3-4-536 16,2-4 104-16,2-2 196 0,3-1 97 15,2-7-728-15</inkml:trace>
  <inkml:trace contextRef="#ctx0" brushRef="#br0" timeOffset="123523.74">13897 8695 3931 0,'2'-2'0'0,"2"2"0"0,2 0 0 0,1 0 0 0,3 0 0 0,3 0 0 0,2 0 0 0,6 0 0 0,5 0 0 0,0 0 0 0,2 0 0 15,4 0 0-15,0 0 0 0,2 0 0 0,0 0 0 16,0 0 0-16,0-1 0 0,-1-2 0 0,1 1 0 15,-4 0 0-15,-2 0 0 0,1 2 0 0,-8-1-54 16,0 1-61-16,-1 0-943 0,-4 0 432 16,1-2 294-16</inkml:trace>
  <inkml:trace contextRef="#ctx0" brushRef="#br0" timeOffset="123723.31">14634 8471 3372 0,'3'6'0'0,"7"-2"0"0,-1 0 0 0,1-2 0 0,5-2 0 0,3 0 0 0,7 0 0 0,3 0 0 0,4 0 0 0,2 0 0 0,-1 0 93 0,3 0 373 0,0 0-466 15,0 0 0-15,-2 0 0 0,-2 0 0 0,-2 0 0 16,-2 0 0-16,-6 0-137 0,-1 0 29 0,-2-2 67 16,-8 2-701-16,0-3 357 0,-5 2 203 15,-2-1-63-15,-2-1-404 0,-2-3 310 0,0-3 150 0,-2-3 75 16</inkml:trace>
  <inkml:trace contextRef="#ctx0" brushRef="#br0" timeOffset="123953.43">15085 8117 2480 0,'-7'-10'0'0,"-2"6"0"0,2 2 0 0,0 2 0 0,-2 0 0 0,2 8 0 0,-2 7 0 0,4 9 0 0,-1 6 0 0,0 10 0 0,-2 6 761 15,3 4-362-15,-2 6-171 0,1 12-165 0,0-5-63 0,2 3 0 16,2 0 0-16,2 0 0 15,0-11 0-15,0 13 0 0,0-18 0 0,6 5 0 0,6-7 0 16,2-7 0-16,0-9 0 0,1-3 0 16,2-1 0-16,-1-8 0 0,2-5 0 0,-2-4 0 0,1-5 0 15,1-3 0-15,-4-3 0 0,4 0 0 16,-4 0 0-16,2-2 0 0,-2-5-213 0,2-1-277 0,-4-1 226 16,1 2 112-16,3-3-879 15</inkml:trace>
  <inkml:trace contextRef="#ctx0" brushRef="#br0" timeOffset="124110.45">15629 8958 3931 0,'10'2'0'0,"-1"5"0"0,-2-3 0 0,0 1 0 0,-4 5 0 0,1-1 0 0,1 1 0 0,-1 3 0 0,-2 2 0 0,0 2 0 0,-2 0 0 0,0 3 0 15,0-1 0-15,-4 2 0 0,-7 3 0 0,-1-3 0 16,-1 1 0-16,0 1 0 0,0-2 0 0,-6 5-15 15</inkml:trace>
  <inkml:trace contextRef="#ctx0" brushRef="#br0" timeOffset="124925.65">16053 8537 2785 0,'-3'-2'0'0,"1"0"0"0,2 2 0 0,0 0 0 0,0 0 0 0,2 0 0 0,10 0 0 0,4 0 0 0,9 0 0 0,-2 0 0 0,7 0 122 0,2-1 448 0,1-2-266 0,5 0-154 16,3-3-150-16,-8 3 0 0,6-1 0 0,-4-2 0 15,-1 2 0-15,-4 0 0 0,-5 1 0 0,-2-3-53 16,-2 4-190-16,-5-1 140 0,-5 0 70 0,-4 0-331 16,-4 1 95-16,-1 1 131 0,0-4-50 0,-2 0-474 15,0-3 312-15,-5-1 156 0,-6-2 69 16,-7-6-384-16</inkml:trace>
  <inkml:trace contextRef="#ctx0" brushRef="#br0" timeOffset="125122.18">16352 8129 2391 0,'-10'-2'0'0,"-2"2"0"0,1 0 0 0,0 8 0 0,1 11 0 0,2 8 0 0,3 4 0 0,3 11 0 15,0 4 0-15,2 7 0 0,0 13 734 0,0-4-348 0,0 0-174 0,0-1-87 0,0 2-42 0,4-9-83 16,3 4 0-16,2-5 0 0,5-6 0 16,1-4 0-16,4-5 0 0,-3-8 0 0,7-4 0 0,-2-5 0 15,2-7 0-15,-5-5 0 0,5-6 0 16,0-3 0-16,0-2 0 15,-2-11-785-15,2-6 212 0,-5-3 265 0,1-4-559 0,-6-7 405 0</inkml:trace>
  <inkml:trace contextRef="#ctx0" brushRef="#br0" timeOffset="125290.06">16650 8656 2747 0,'-7'-12'0'0,"3"8"0"0,1 1 0 0,1 1 0 0,2 0 0 0,0 2 0 0,0 0 0 0,5 0 0 0,15 0 0 0,4 0 0 0,3 0 584 0,3 0-273 0,3 0-137 16,5 0-59-16,6 0-115 0,-2 0 0 0,-1 0 0 15,0 0 0-15,-6 0 0 0,6 0 0 16,-6 0 0-16,-3-2 0 0,-2 2-188 0,-9-2 73 16,-1 2-790-16,-6 0 453 0,-3 0 122 15,-6 0 146-15,-1 0-481 0,-4-2 313 0</inkml:trace>
  <inkml:trace contextRef="#ctx0" brushRef="#br0" timeOffset="125495.35">16991 8277 2781 0,'-10'-6'0'0,"2"2"0"0,1 2 0 0,2 2 0 0,-3 0 0 0,2 15 0 0,3 5 0 0,-1 11 0 0,4 1 0 0,0 9 0 0,0 2 212 0,0 4-87 0,0-6 566 16,0 14-569-16,0-6-122 0,0-1 0 0,0 2 0 0,0-4 0 16,0-8 0-16,0 3 0 0,0-6 0 15,2-3 0-15,3-9 0 0,1 0 0 0,2-8-314 16,-3-2-57-16,2-8 176 0,1-3-428 0,2-2 245 15,-1 0 170-15,-4-15-519 0</inkml:trace>
  <inkml:trace contextRef="#ctx0" brushRef="#br0" timeOffset="125824.05">17186 8431 2899 0,'17'-14'0'0,"5"4"0"0,3 1 0 0,-3 0 0 0,5 3 0 15,3 0 0-15,2 4 0 0,3 2 0 0,1 0 0 0,-1 8 0 0,1 7 348 0,-4 6-155 0,-4 3 216 0,-5 4-327 0,-4 2-82 16,-4 2 0-16,-8 2 0 0,-5 2 0 16,-2 5 0-16,-4-5 0 0,-16 9 0 0,-5-4 0 15,-3 0 0-15,-6-3 0 0,1-4 0 0,3-7 0 16,-4-4 0-16,4-4 0 0,0-4 0 0,3-3 0 0,8-5 0 16,1-3 0-16,6 0 0 0,5-4 0 15,1 0 0-15,5 0 0 16,1 0 0-16,0 0 0 0,10 0 0 0,10 0 0 0,6 0 0 15,0 0 0-15,5 0 0 0,4 0 0 0,8 0 0 0,-4 3 0 16,1 1 0-16,1 4 0 16,-5-3 0-16,-1 1 0 0,1-3 0 0,0 3 0 0,-7-2 0 15,1 0 0-15,-5-2 0 0,2 0 0 0,-5 0 0 16,-1-2 0-16,-4 0-73 0,-2 0-939 0,-4 0 478 16,2-4 252-16,-3-12 123 0</inkml:trace>
  <inkml:trace contextRef="#ctx0" brushRef="#br0" timeOffset="126054.06">17956 8235 3931 0,'15'-11'0'0,"4"5"0"0,5 2 0 0,-1 2 0 0,1 2 0 15,4 8 0-15,6 14 0 0,-6 3 0 0,4 12 0 0,-6 5 0 0,-3 5 0 0,-2 3 0 0,-6 3 0 0,-6 1 0 0,-3 0 0 16,-4 2 0-16,-2-1 0 0,-2 2 0 15,-15 7 0-15,0-13 0 0,-4 5 0 16,-3-6 0-16,-1-3 0 0,-1-4 0 0,-2-5 0 16,4-10 0-16,-6 0 0 0,0-7 0 0,0-2 0 0,-1-6 0 0,1-1 0 15,8-4 0-15,-3-5 0 0,5-2 0 0,1-1-1098 16</inkml:trace>
  <inkml:trace contextRef="#ctx0" brushRef="#br0" timeOffset="126225.89">18628 9295 359 0,'-17'-1'0'0,"17"1"0"0,2 9 0 0,0-9 0 0,-2 0 1261 0,0 0-648 0,0-3-334 0,-2-3-481 0,-7 1 83 0</inkml:trace>
  <inkml:trace contextRef="#ctx0" brushRef="#br0" timeOffset="131902.28">20247 8195 1894 0,'-11'0'0'0,"2"0"0"0,-3 0 0 0,1 4 0 0,-2-2 0 0,3 1 0 0,-1 0 0 0,4 0 0 0,2-3 0 0,0 2 0 0,3-2 389 16,2 0-177-16,0 0-87 0,0 0-45 0,4 0 262 15,10 0-144-15,2-4-86 0,3-1-38 0,6 0 139 0,-1 0-88 16,5 2-45-16,-2-3 7 0,3 3-87 16,0-2 0-16,2 4 0 15,0-3 0-15,3 2 0 0,-2 2 0 0,3 0 0 0,-2 0 0 0,-1 0 0 16,1 0 0-16,-2 0 0 0,-6 0 0 0,4 6 0 15,-3-3 0-15,-6 2 0 0,1-4 0 0,-3 1 0 16,-1-2-224-16,1 0-191 0,-3 0 185 0,-2 0-703 16,-1 0 449-16,1-3 214 0</inkml:trace>
  <inkml:trace contextRef="#ctx0" brushRef="#br0" timeOffset="132135.28">20781 7846 3170 0,'-7'0'0'0,"0"4"0"0,2 2 0 0,3-3 0 0,2 5 0 0,0-1 0 0,7 1 0 0,16 3 0 0,4-3 0 0,4 0 0 0,9 3 340 0,-7-4-143 0,13 2 27 15,-12-2-224-15,3 3 0 0,0-3 0 16,0 3 0-16,-5-1 0 0,-5-2 0 0,-6 3 0 16,-2 1 0-16,-4 1 0 0,-5-1 0 0,-8 4 0 15,-2 2 0-15,0 2 0 0,-16-1 0 0,-7 5 0 16,-2-2 0-16,-5 4 0 15,-2-3 0-15,-1 0-48 0,1 2-279 0,-3 4 119 16,1-5-275-16,2-1 214 0,-7 6 121 0,0-5-717 0</inkml:trace>
  <inkml:trace contextRef="#ctx0" brushRef="#br0" timeOffset="132333.53">20302 8548 2801 0,'-9'4'0'0,"-1"6"0"0,4 0 0 0,-1 4 0 0,-1-1 0 0,3 4 0 0,0 6 0 0,-2 3 0 0,3 2 0 0,-1 4 0 0,-2 3 709 0,-2 11-337 0,-1-5-323 0,-3 0-49 16,-1 3 0-16,3-7 0 15,-6 12 0-15,4-7 0 0,2-10 0 0,-1 1 0 16,5-9 0-16,0-1 0 0,0-8 0 0,2-6-11 16,3-2-1-16,2-4-833 0,0-3 293 0,0-3 263 15,5-19 126-15</inkml:trace>
  <inkml:trace contextRef="#ctx0" brushRef="#br0" timeOffset="132542.81">20241 8496 3640 0,'2'-8'0'0,"2"7"0"0,1 1 0 0,-2 0 0 0,3 0 0 0,3 3 0 0,4 6 0 0,4 7 0 0,4 4 0 0,0 7 0 0,1 3 145 0,4 7 1 0,-3 3-146 0,-3 1 0 16,1 3 0-16,0 0 0 0,-5-4 0 0,3 9 0 15,-4-9 0-15,-1 0 0 0,-5-6 0 16,1 2 0-16,-3-5 0 0,-3 0 0 0,-2-8 0 0,-1 0-94 16,-1-5-271-16,0-7 186 0,0-2-20 0,0-4-655 0,-3 0 408 15,-6-5 206-15,-3 0 101 0</inkml:trace>
  <inkml:trace contextRef="#ctx0" brushRef="#br0" timeOffset="132701.01">20293 8892 2750 0,'-20'-5'0'16,"8"0"0"-16,1 4 0 0,1 1 0 0,6 0 0 0,0 0 0 0,3 0 0 0,1 0 0 0,0 0 0 0,9 0 0 0,8 0 185 0,1 0-74 0,1 0 373 0,2 0-229 15,1 1-109-15,1 4-159 0,-2-2 25 0,2 1-11 16,-3 2-1-16,-1-3-552 0,1 1 266 0,1-4 161 16,0 3 81-16,-1-3-921 0,3 0 467 0</inkml:trace>
  <inkml:trace contextRef="#ctx0" brushRef="#br0" timeOffset="133243.1">20817 8625 3116 0,'0'2'0'0,"0"10"0"0,0 1 0 0,0 4 0 0,0 3 0 0,0 5 0 0,0 1 0 0,0 2 0 0,0 4 0 0,1-2 0 0,1 0 122 0,2 0 206 0,-1-3-146 0,1-7-74 16,1 3-35-16,-3-7-290 0,1 0 122 0,-1-7 65 15,-2-2-384-15,0-1 226 0,0-4 111 0,0-2-145 16,0 0 125-16,-5-6 5 0,-2-7 54 0,2-5-350 16,-3-7 175-16,1-2 80 0,0-5 53 0,-1-1 13 15,2-3 30-15,1-1 1 0,1 5 0 0,2 6 89 0,2-3-40 16,0 7-25-16,0 2 283 0,0 0-154 16,7 5-76-16,6 3 422 0,5 0-199 0,3 3-118 15,0 1-35-15,2 5 64 0,4 0-70 0,-6 2-25 16,2 1-9-16,0 0 42 0,-2 5-38 0,-3 8 0 15,-2 0-39-15,-5 1 6 0,-1 4-6 16,-7 2 0-16,-1 0 47 0,-2-1-24 0,0 2-50 0,-8-4-9 16,-3-1 0-16,0-1 0 15,-3-2 0-15,3-4 0 0,2-3 0 0,-1-2 0 16,3 0 0-16,3-2 0 0,3-2 0 0,-1 0 0 16,2 0 0-16,0 0 0 0,2 0 0 0,8 0 0 15,6 0 0-15,0 0 0 16,4 0 0-16,-1 1 0 0,-1 9 0 0,1-1 0 15,-3 7 0-15,2 0 0 0,-6 5 0 0,-3 0 0 16,-2 6 0-16,-5-2 0 0,0 2 0 0,-2 1 0 16,-2-2 0-16,-10-5 0 0,-4 5 0 15,-2-4 0-15,-2-3 0 0,-1-2 0 0,2-6 0 0,-6 0 0 16,4-3 0-16,-6-2 0 0,3-4 0 16,4-1 0-16,-5-1 0 0,4 0 0 0,0 0 0 15,3-3 0-15,2-8 0 0,4-7 0 0,2 0 0 16,7-7 0-16,3 0 0 0,0-1-786 0,2 0 258 0,12-4 245 15,7 2 115-15</inkml:trace>
  <inkml:trace contextRef="#ctx0" brushRef="#br0" timeOffset="133409.81">21305 8729 3714 0,'7'0'0'0,"1"2"0"0,-3 4 0 0,-2-1 0 0,-1 0 0 15,-1 2 0-15,1 3 0 0,0-2 0 0,-2 1 0 0,2 0 0 0,0 1 217 0,1-3-217 0,1 3 0 0,-2-2 0 0,3 1 0 0,-3-3 0 0,3-1 0 16,-3-1 0-16,1 0 0 0,1-3 0 16,-1 2-496-16,1-3 44 0,3 0 244 15,2-3 122-15</inkml:trace>
  <inkml:trace contextRef="#ctx0" brushRef="#br0" timeOffset="133620.38">21530 8314 3931 0,'-5'0'0'0,"5"0"0"0,0 0 0 0,0 0 0 16,11 0 0-16,10 0 0 0,5 0 0 0,6 0 0 0,3 0 0 0,10-2 0 0,2-1 0 0,1 0 0 0,0-3 0 0,-4 1 0 0,6 2 0 0,-6-4 0 0,-9 4 0 15,3-2 0-15,-3 2 0 0,-7 0 0 0,4-1 0 16,-9 2-50-16,-3-2-228 0,-1-1 157 0,-1-1-1035 15,-9 0 551-15,-2-2 289 0</inkml:trace>
  <inkml:trace contextRef="#ctx0" brushRef="#br0" timeOffset="133809.37">22049 7974 2791 0,'0'0'0'0,"0"0"0"0,2 0 0 0,10 0 0 0,4 1 0 0,7 3 0 0,-2 2 0 0,6 4 0 0,-1 1 0 0,1 2 0 0,-6 0 210 0,4 6-91 0,-2 0 247 16,-4-1-164-16,-4 3-84 0,-3-3-148 0,-5 5 42 16,-4 3-9-16,-3 1-512 0,0-1 273 0,-9 1 135 15,-8 1 69-15,-1 0-646 0,-5-2 277 0,0 1 194 0,-3-2 26 16,-1 2-151-16,-6-1 148 0,4-5 66 0</inkml:trace>
  <inkml:trace contextRef="#ctx0" brushRef="#br0" timeOffset="134192.97">21941 8629 1528 0,'7'4'0'0,"2"0"0"0,2-4 0 0,-1 0 0 0,-3 0 0 0,2 0 0 0,-2-4 0 0,2-7 0 0,0 3 0 0,-4-3 0 0,2 0 89 0,-2 0 339 15,-1-1-187 1,-1-3-107-16,-1 3 230 0,-2-1-164 0,0 3-82 0,0-2-41 0,-7 1 173 0,-5 3-111 16,-1 2-52-16,-2 5-25 0,-4-1 145 15,0 2-200-15,-4 0-7 0,-3 9 0 0,4 2 0 16,-1 5 0-16,1-2 0 0,7 2 0 0,0-1 0 15,4 2 0-15,3-1 0 0,7 4 0 16,1-2 0-16,0 3 0 0,1 3 0 0,12-1 0 16,3 2 0-16,0-2 0 0,5 0 0 0,0 1 0 15,-1-1 0-15,3 0 0 0,-4-1 0 0,-1 1 0 16,-2-1 0-16,-5-3 0 0,-2 1 0 16,-4 3 0-16,-2-2 0 0,-3-1 0 0,0 1 0 15,-5-2 0-15,-7-2 0 16,-8 1 0-16,6-6 0 0,-11 1 0 0,1-4 0 15,2-1 0-15,-6-4 0 0,-1-1 0 0,1-3 0 16,2 0 0-16,-1 0 0 0,4 0 0 0,0-2 0 16,2-5 0-16,2-6 0 0,4 0 0 0,6-4 0 15,1-2 0-15,6-2 0 0,2 0 0 0,0-3 0 0,7 2 0 16,10-1-885-16,6 3 384 16,2-2 238-16,2 0 113 0</inkml:trace>
  <inkml:trace contextRef="#ctx0" brushRef="#br0" timeOffset="134385.97">22349 8608 3931 0,'2'0'0'0,"2"0"0"0,-2 0 0 0,-2 0 0 0,0 0 0 0,2 2 0 0,1 1 0 0,6-2 0 0,5 3 0 0,2-2 0 0,5 0 0 0,4-2 0 0,0 3 0 0,1-3 0 15,-1 0 0-15,-2 0 0 0,4 0 0 16,1 0 0-16,-7 0 0 0,-1 0 0 0,1 0 0 15,-8 0 0-15,4 0-52 0,-8 0-24 0,0 0-1112 0,-2 0 575 16,-4 0 280-16,-1 6 153 0</inkml:trace>
  <inkml:trace contextRef="#ctx0" brushRef="#br0" timeOffset="134556.41">22438 8825 2166 0,'-12'11'0'0,"5"-2"-1"0,3-1 1 16,0-1 0-16,4-1-1 0,0-3 1 0,0 3 0 0,11-4 0 0,5 0 0 0,7-2 0 0,0 0 657 0,4 0-310 0,-4 0-147 0,7 0 205 0,-10 0-247 16,6-2-158-16,-3 0-67 0,-2-1-45 0,-3 2 83 15,-1-1 28-15,0 1-738 0,-4 1 388 0,0 0 193 16,-2 0 97-16,3 0-899 0</inkml:trace>
  <inkml:trace contextRef="#ctx0" brushRef="#br0" timeOffset="135028.44">23106 8590 3185 0,'0'0'0'0,"0"0"0"0,-4 0 0 0,-3 2 0 0,-2-1 0 0,1 3 0 0,0 2 0 0,1-1 0 0,-2 3 0 0,4 3 0 0,0 2 132 15,-1 1 404-15,3 3-458 0,-1 1-78 0,2 3 0 16,0 6 0-16,2-1 0 0,0-4 0 0,0 10 0 15,0-4 0-15,0 2 0 0,2 1 0 0,7-4 0 0,0-4 0 16,5 5 0-16,1-4 0 16,0-1 0-16,5-6 0 0,1-2 0 0,0-7 0 15,7 1 0-15,-1-7 0 0,0-2 0 0,3 0 0 16,0 0 0-16,2-10 0 0,-2-5 0 0,0 0 0 16,-3-2 0-16,-3 0 0 0,-6 2 0 0,0-2 0 15,-2-1 0-15,-6-1 0 0,0-5 0 16,-7 1 0-16,0 0 0 0,-1-6 0 0,-2 0 0 0,0-1 0 15,-8-2 0-15,-3 1 0 0,0 0 0 0,-5 4 0 16,2 0 0-16,-2 4 0 0,-2 3 0 16,2 2 0-16,-3 3 0 0,1 5 0 15,-1 2 0-15,-1 2 0 0,-1 2 0 0,0 2 0 0,-1 2 0 16,1 0 0-16,0 2 0 16,0 8 0-16,1 1 0 0,1 2 0 0,1 2 0 0,2 0 0 15,2 0 0-15,0 2 0 0,3 1 0 0,2 0 0 16,1-1 0-16,0 0 0 0,5-2 0 15,-3 2 0-15,5 0 0 0,-1-1 0 0,0-2 0 16,2 1 0-16,0 0 0 0,0-2 0 0,0 0 0 16,0 0-267-16,0-3-155 0</inkml:trace>
  <inkml:trace contextRef="#ctx0" brushRef="#br0" timeOffset="139366.31">12651 9773 2210 0,'0'0'0'0,"0"0"0"0,0 0 0 0,0 0 0 0,0 0 0 0,0 0 0 0,0 0 0 0,0 0 0 0,0 0 0 0,0 3 0 0,-2 7 89 0,0 3 136 0,-4 4-93 0,-2 6-47 16,-1 1 1-16,-2 3 57 0,-4 2-42 0,0 3-37 16,-2 2 30-16,-2 0-27 0,0-2-1 0,-2 2 28 15,0-2-19-15,2-5-9 0,-2 0-27 0,-2-4 114 16,3-3-57-16,4-6-50 0,0-3-46 0,0-4 0 16,7-3 0-16,0-2 0 0,3 0 0 0,4-2 0 15,0 0 0-15,2 0 0 16,0 0 0-16,8-2 0 0,12-4 0 0,3-1 0 0,4 1 0 0,4-2 0 15,5 5 0-15,7-3 0 16,1 2 0-16,2-1 0 0,5 1 0 0,-2 2 0 16,1 0 0-16,-2 2 0 0,-5 0 0 0,-1 0 0 15,-7 0 0-15,1 0 0 0,-4 4 0 0,-4 0 0 16,-6-1 0-16,-3-1 0 0,-4 2 0 0,-2-2 0 16,-4-1 0-16,-3-1 0 0,-2 0 0 0,-2 0 0 15,-2 0 0-15,0 0-597 0,0 0 245 0,-4 0 156 16,-6 0-254-16,1-1 196 15,-2-5 112-15,-2-3-601 0</inkml:trace>
  <inkml:trace contextRef="#ctx0" brushRef="#br0" timeOffset="139579.97">12814 9893 2740 0,'-8'0'0'0,"3"0"0"0,-3 4 0 0,2 7 0 0,1 4 0 0,1 2 0 0,1 10 0 0,3-2 0 0,0 8 0 0,0 2 0 0,0 5 216 15,0 6-93-15,0 0 507 0,1-3-408 16,1-8-222-16,0 7 0 0,0-1 0 0,1-4 0 0,-1 1 0 16,2-3 0-16,0 1 0 0,2-7 0 0,-1-4 0 15,1 5 0-15,-1-10 0 0,1-1 0 0,4-6-318 16,-3-5-2-16,4-3 57 16,1-5 129-16,2-2-674 0,4-13 385 0,-4-8 192 15,2-6 96-15</inkml:trace>
  <inkml:trace contextRef="#ctx0" brushRef="#br0" timeOffset="139756.96">13019 10075 2877 0,'2'-7'0'0,"1"2"0"0,1 2 0 0,3 0 0 0,5 1 0 0,3 0 0 16,6 0 0-16,3-2 0 0,2 3 0 0,4-3 0 0,3 2 279 0,4-1-126 0,-2 0-57 0,1 1-29 0,-2-2 15 0,-1 2 0 15,-1-1-34-15,-5 1-10 0,-4 0-442 0,-1 0 221 16,-5 0 111-16,-5 0 55 0,-1 0-570 15,-6 2 204-15,-1-3-362 0,-3 1 354 0,-1-4 176 16,0-4 88-16,-5 1-196 0</inkml:trace>
  <inkml:trace contextRef="#ctx0" brushRef="#br0" timeOffset="139959.41">13394 9722 2737 0,'-9'0'0'0,"1"0"0"0,-3 4 0 0,0 13 0 15,-3 5 0-15,5 5 0 0,-2 5 0 0,1 9 0 0,3 4 0 0,0 6 0 0,1 11 188 0,2-4-75 0,0-7 228 0,4 6-151 0,0-2-76 16,0-12 134-16,2 10-248 0,8-17 0 16,3-1 0-16,2-3 0 0,2-4 0 0,0-5 0 0,3-2 0 15,1-5 0-15,-4-6 0 16,3-2 0-16,1-5 0 0,0-3-37 0,3 0-82 16,-1-6 72-16,-1-9-493 0,-1-1 167 0,1-3 167 0,-1-2 74 15,0-2-670-15</inkml:trace>
  <inkml:trace contextRef="#ctx0" brushRef="#br0" timeOffset="140119.84">13700 10176 3060 0,'-3'0'-1'0,"1"0"1"0,0 0 0 0,2 0 0 0,0 0 0 0,0 0 0 0,2 0 0 0,9 0 0 0,4 0 0 0,2 5 0 0,0-2 344 0,1 1-154 0,3 0-75 0,0-2 13 15,1 1-35-15,1 1-91 0,2-2-2 0,-4-2-394 16,0 2 156-16,0-2 139 0,2 0 75 0,-3 0-351 15,5 0 205-15,-2-2 103 0,-7-8-909 0</inkml:trace>
  <inkml:trace contextRef="#ctx0" brushRef="#br0" timeOffset="140458.53">14388 9844 2842 0,'0'-1'0'0,"1"1"0"0,1 0 0 0,0 0 0 0,-2 7 0 0,0 4 0 0,2 1 0 0,-2 2 0 0,0 4 0 0,0 3 0 0,-2 0 312 0,-5 0-129 16,-6 7 171-16,1-1-159 0,-2-3-150 0,-4 0-45 16,2-2 0-16,-1-4 0 0,0 0 0 15,2-3 0-15,0-3 0 0,5-5 0 16,1 1 0-16,2-3 0 0,3 0 0 0,0-5 0 16,3 1 0-16,1-1 0 0,0 2 0 0,1 0 0 15,10-2 0-15,6 2 0 0,5-2 0 0,3 0 0 16,5 0 0-16,2 0 0 0,9 0 0 0,1 0 0 15,1 0 0-15,2 0 0 0,-2 0 0 0,-5-2 0 16,1 0 0-16,-1 0 0 0,-4 1 0 0,-2 1 0 16,-6 0 0-16,-6 0 0 0,1 0 0 0,-5 0 0 15,-5 0 0-15,-4 0-111 0,-2 0-237 0,-1 0 145 16,-2 0 87-16,-2 0-276 0,0 0 177 0,0 0 89 16,-8 0 43-16,-1 0-514 0,-2-10 284 0,0-3 138 15</inkml:trace>
  <inkml:trace contextRef="#ctx0" brushRef="#br0" timeOffset="140763.91">14614 9681 3142 0,'0'-3'0'0,"0"0"0"0,0 0 0 0,-3 2 0 0,3 1 0 16,-2 0 0-16,-2 0 0 0,3 11 0 0,1 7 0 0,0 0 0 0,0 7 343 0,0 1-153 0,0 4-76 0,0 4 28 0,0 1-142 0,0 9 0 15,0-1 0-15,0 6 0 0,0 2 0 0,0 2 0 16,0 0 0-16,0 2 0 0,0-3 0 0,-2 1 0 16,2-10 0-16,-2 10 0 0,2-8 0 0,0-3 0 15,-2-11 0-15,2 1 0 0,0-6 0 0,0 0 0 16,0-4 0-16,0-6 0 0,0-6 0 0,0-1 0 16,0-5 0-16,0-3 0 0,0-1 0 0,0 0 0 15,0 0 0-15,0 0 0 16,-2 0 0-16,0 0 0 0,1 0 0 0,-1 0 0 15,0 0 0-15,0 0 0 0,0 0 0 0,-2 0-150 16,0 0-275-16,0 5 194 0,1 0 97 0,-1 1-931 16</inkml:trace>
  <inkml:trace contextRef="#ctx0" brushRef="#br0" timeOffset="141731.79">15159 10092 2693 0,'-1'0'0'0,"1"0"0"0,0 0 0 0,0 0 0 0,0 0 0 0,5 0 0 0,9 0 0 0,0 1 0 16,7 4 0-16,2-2 0 0,4 2 177 0,0-3-70 0,3 1-34 0,6-1 345 0,0-2-181 0,0 0-104 16,-1 0-48-16,1 0-77 0,-3 0-8 15,-1 0 0-15,-5 0 0 0,5 0 0 0,-10 0 0 0,-1 0 0 16,-3 0 0-16,0 0-117 0,-9 0 76 16,0 0 35-16,-4 0-600 0,-2 0 251 0,-1 0 170 15,-2-2-231-15,0-1 179 0,-4-4 105 0,-4-2 47 16,-1-1-467-16,0-3 258 0</inkml:trace>
  <inkml:trace contextRef="#ctx0" brushRef="#br0" timeOffset="141962.67">15475 9743 2334 0,'-15'-3'0'0,"1"3"0"0,0 0 0 0,3 0 0 0,-1 10 0 0,5 3 0 0,1 5 0 0,3 4 0 0,3 4 0 16,0 2 0-16,0 8 671 0,0 5-316 0,5 3-159 0,3 1-79 0,3 1 141 15,-3 3-258-15,1 0 0 0,-2 0 0 0,1-2 0 16,-4-2 0-16,1-6 0 0,-1 7 0 0,0-9 0 16,-3 0 0-16,1 1 0 0,0-2 0 0,-2-4 0 15,0-4 0-15,0-4 0 0,2-3 0 0,0-6 0 16,-2-3 0-16,3-4-448 0,-2-3 29 0,3-4 191 16,3-1 95-16,2-1-565 0,5-14 329 0,-1-7 156 15,4-3 92-15</inkml:trace>
  <inkml:trace contextRef="#ctx0" brushRef="#br0" timeOffset="142162.87">15853 10111 3201 0,'7'0'0'0,"1"0"0"0,2 0 0 0,-1 0 0 0,2 0 0 0,2 0 0 0,4 0 0 0,2 0 0 0,7 0 0 0,1 0 0 0,-4 0 479 16,7 0-228-16,1 2-251 0,-3 0 0 0,0 0 0 0,0-1 0 0,-5 1 0 15,2 1 0-15,-3-2-281 0,-3 1 50 0,-1-2 134 16,-6 0-277-16,-1 0 215 0,-4 0 92 0,-1 0-114 16,-2 0-585-16,-2-8 365 0,-2-2 181 0,0-5-297 15</inkml:trace>
  <inkml:trace contextRef="#ctx0" brushRef="#br0" timeOffset="142365.24">16228 9781 2286 0,'-10'-5'0'0,"-2"5"0"0,1 0 0 0,-3 14 0 0,3 3 0 0,0 9 0 0,1 4 0 0,1 12 0 0,4 2 0 0,-1 7 0 0,3 7 186 0,-2 12-79 0,5-6 552 16,0-1-311-16,0 1-155 0,0-15-41 0,3 2-152 15,6-3 0-15,4-4 0 0,0-11 0 0,4-1 0 16,-4-5 0-16,7-2 0 0,-4-10 0 0,-2-3 0 16,4-4 0-16,-4-4 0 15,2-4 0-15,-3 0 0 0,2-4 0 0,-2-10-96 0,1-2-320 0,0-5 92 16,-3 2-609-16,3-7 452 15,-3-3 221-15,-1-1-458 0</inkml:trace>
  <inkml:trace contextRef="#ctx0" brushRef="#br0" timeOffset="142530.7">16443 10306 3054 0,'1'-1'0'0,"1"-1"0"0,0-1 0 0,0 3 0 0,0 0 0 0,3 0 0 0,5 0 0 0,3 0 0 0,3 0 0 0,5 0 0 0,2 0 124 0,7 0 183 0,-3 0-135 0,3 3-67 16,-2 0-34-16,0-1 27 0,-3 0-98 0,4 1 0 15,-4-1 0-15,-3 1 0 0,1-3 0 16,-3 1 0-16,-1-1-706 0,-3 0 338 0,-7 0 202 0,4 0-800 16,-3 0 464-16,-1 0 232 15</inkml:trace>
  <inkml:trace contextRef="#ctx0" brushRef="#br0" timeOffset="142838.04">17083 9860 2940 0,'3'-8'0'0,"-1"4"0"0,2 2 0 0,-2 0 0 0,0 2 0 0,-2 0 0 0,1 0 0 0,1 0 0 0,0 0 0 0,0 8 0 0,0 5 379 15,2 0-171-15,0 4 196 0,-2 3-404 0,1 3 0 16,1 6 0-16,0 0 0 0,-3 3 0 0,1 2 0 16,0 4 0-16,0 1 0 0,-2 6 0 15,0-4 0-15,0 4 0 0,0 0 0 0,0-2 0 16,-2-3 0-16,-3 11 0 0,-1-6 0 0,1-2 0 15,-1-1 0-15,2-7 0 0,2 0 0 16,0-3 0-16,0-3 0 0,2-7 0 0,0 1 0 16,0-4 0-16,0-6 0 0,0 0 0 15,0-3 0-15,0-3 0 0,0-3 0 0,0 0 0 16,0-3 0-16,0 1 0 0,0-2 0 0,0 0 0 16,0 0 0-16,0 0 0 0,-3 0-234 15,-1 0 84-15,2 0-884 0,-3 0 500 0</inkml:trace>
  <inkml:trace contextRef="#ctx0" brushRef="#br0" timeOffset="143457.96">17518 10161 3011 0,'0'-3'0'0,"0"1"0"0,0 2 0 0,0-2 0 0,6 2 0 0,7 0 0 0,6-2 0 0,7 2 0 0,4 0 0 0,2 0 0 0,6 0 307 0,5-2-135 0,-7 0-58 0,10 2 213 16,-4-2-327-16,-6 2 0 0,1 0 0 16,1 0 0-16,-5 0 0 0,-1 0 0 15,-4 0 0-15,-5 0 0 16,0 0 0-16,-7 0-91 0,-4 0-137 0,-3 0 129 0,-3 2 67 0,-4-2-804 0,-1 2 400 0,-1-2 200 16,0 0 90-16,-5 0-441 0,-6 0 275 0,-3-10 137 15</inkml:trace>
  <inkml:trace contextRef="#ctx0" brushRef="#br0" timeOffset="143646.47">17887 9797 2495 0,'-16'-5'0'0,"2"5"0"0,2 0 0 0,1 0 0 0,2 11 0 0,1 4 0 16,2 10 0-16,6 3 0 0,0 9 0 0,0 4 0 0,0 8 84 0,6 4 638 0,2 3-347 0,-1 2-169 15,0-1-157-15,0-4-49 0,2 1 0 0,-4-9 0 0,2 9 0 0,3-11 0 16,0 1 0-16,-3-9 0 15,2 1 0-15,1-3-13 0,1-4-69 0,-2-9 60 16,1-2-896-16,1-7 387 0,0-7 254 0,3-4-294 16,2-4 272-16</inkml:trace>
  <inkml:trace contextRef="#ctx0" brushRef="#br0" timeOffset="143823.37">18255 10047 2909 0,'9'-5'0'0,"0"0"0"0,5 4 0 0,-3-1 0 16,2 2 0-16,2 0 0 0,4 0 0 0,3 0 0 0,4 0 0 0,4 0 0 0,0 0 276 0,2 0-125 0,4 0-57 0,-1 0-198 0,-2 0 70 15,-1-2 35-15,0 0-525 0,-2 0 276 0,-3-1 143 16,-7-1 70-16,-1 0-283 0,-5-2 174 0,-4 1 95 16,-2-3-111-16,-7-1-515 0</inkml:trace>
  <inkml:trace contextRef="#ctx0" brushRef="#br0" timeOffset="144021.57">18653 9651 2729 0,'-17'18'0'0,"0"8"0"16,-2 9 0-16,2 0 0 0,2 8 0 0,4 10 0 0,-1 11 0 0,5-4 0 0,5 2 0 0,2-6 0 0,0 4 794 0,2-4-386 0,7-5-408 0,3-2 0 15,3-6 0-15,0-9 0 0,2 0 0 16,0-7 0-16,1-5 0 0,0-7 0 0,0-2 0 15,1-7 0-15,-2-6 0 0,1 0-44 0,-2-2-42 16,-2-8-827-16,2-6 455 0,-3-3 113 0,0-7-436 16,-3-3 373-16</inkml:trace>
  <inkml:trace contextRef="#ctx0" brushRef="#br0" timeOffset="144187.53">18843 10148 2496 0,'1'-5'0'0,"1"1"0"0,0 2 0 0,4 0 0 15,1 0 0-15,5 1 0 0,0 1 0 0,8-3 0 0,4 3 0 0,4 0 0 0,3-1 571 0,2 1-258 0,1 0-142 0,0 0-68 0,1 0 113 0,1 0-155 16,-3-2-61-16,-1 0 0 16,-2 1 0-16,0 1 0 0,-7-3 0 0,0 1-532 0,-5 1 257 15,-8 1 165-15,-1 0-747 16,-5-2 418-16,-2 0 165 0,-2 0 118 0,0-3-346 16,-6-5 223-16</inkml:trace>
  <inkml:trace contextRef="#ctx0" brushRef="#br0" timeOffset="144365.51">19231 9811 2259 0,'-9'-6'0'0,"1"4"0"16,3 2 0-16,-3 0 0 0,4 11 0 0,0 4 0 0,3 4 0 0,1 7 0 0,0 3 0 0,0 2 0 0,0 5 124 0,0 9 580 0,0-2-334 0,0 0-167 0,0 0 68 0,0-6-271 16,0 1 0-16,0 0 0 0,0-5 0 15,0-2 0-15,0-9 0 0,0 1 0 0,3-4-31 0,1-8-53 0,1-2 60 16,-2-3-862-16,3-4 457 15,-3-2 84-15,5 0 166 0</inkml:trace>
  <inkml:trace contextRef="#ctx0" brushRef="#br0" timeOffset="144679.76">19367 9893 2387 0,'12'-11'0'0,"4"5"0"0,0 4 0 0,3 1 0 0,1 1 0 0,1 0 0 0,4 7 0 0,0 6 0 0,-1 7 0 0,-2 5 0 0,-3 4 75 0,-1 4 394 15,-7 3-221-15,-1 7-106 0,-8-9-52 16,-2 5 213-16,0 6-133 0,-9-9-123 0,-12 6-47 16,-2-4 0-16,-4-2 0 0,-3-2 0 0,-2-4 0 15,4-7 0-15,-4 1 0 0,2-5 0 0,3-2 0 16,3-5 0-16,6-2 0 0,2-2 0 0,5-3 0 16,1-1 0-16,5-2 0 0,3-2 0 0,2 1 0 15,0 4 0-15,3-2 0 0,15 0 0 16,2 0 0-16,4-2 0 0,3 2 0 0,-2-3 0 15,6 0 0-15,-2 0 0 0,1 0 0 0,-2 0 0 16,0 0 0-16,-6 0 0 0,8 0 0 0,-3 0 0 16,-3 0 0-16,3-3 0 0,-1 2 0 15,-2-2 0-15,6-5 0 0,-4 0-268 0,3 1-198 16,-3-6 215-16,2-1-879 0</inkml:trace>
  <inkml:trace contextRef="#ctx0" brushRef="#br0" timeOffset="144853.99">19947 10063 3646 0,'-2'-3'0'0,"2"1"0"0,0-1 0 0,0 1 0 0,13-2 0 0,10 2 0 0,5 1 0 16,6-2 0-16,1 2 0 0,8 1 0 0,-1 0 150 0,-1 0-15 0,-4 0-135 0,1 0 0 0,2 0 0 16,-6 0 0-16,-1 0 0 0,-1 0 0 0,-7 0 0 15,-2 0 0-15,-3 0 0 0,-8 0-652 16,-3 1 164-16,-7 7 214 0,-2 1 151 0</inkml:trace>
  <inkml:trace contextRef="#ctx0" brushRef="#br0" timeOffset="145006.41">20093 10270 2893 0,'-18'11'0'0,"4"5"0"15,7-5 0-15,3-4 0 0,2 3 0 0,2-3 0 0,0 1 0 0,8-1 0 0,9 1 0 0,8-1 0 0,-5-3 378 0,10 0-176 0,0-3 156 16,0-1-258-16,2 0-100 0,0 0 0 0,1 0 0 0,-1-1 0 15,-2-3 0-15,-2-1-621 0,1-3 267 0,-1 1 195 16,-3-1 106-16,5-5-997 0</inkml:trace>
  <inkml:trace contextRef="#ctx0" brushRef="#br0" timeOffset="145321.26">20811 10034 3382 0,'-14'0'0'0,"-2"6"0"0,-1 5 0 0,-3 6 0 0,1 3-1 16,8 0-2-16,-1 11 1 0,8-1 1 0,4 0 0 0,0 4 0 0,2-2 559 0,10-1-558 0,6 1 0 0,5-7 0 0,3 3 0 16,6 1 0-16,-4-13 0 15,6 1 0-15,2-6 0 0,-1-2 0 0,2-5 0 0,-1-4 0 0,1 0 0 16,-2-1 0-16,-3-8 0 16,-2-5 0-16,-5-3 0 0,-5-2 0 0,-7 2 0 0,0-9 0 0,-7 0 0 15,-5-2 0-15,-1-7 0 16,-1-3 0-16,-12 2 0 0,-8-9 0 0,-2 6 0 15,-2 1 0-15,-5 6 0 0,1 8 0 0,-4 3 0 16,-1 6 0-16,-5 6 0 0,4 5 0 0,1 4 0 16,2 0 0-16,8 5 0 0,-6 12 0 0,8 0 0 15,4 6 0-15,1-1 0 0,6 5 0 16,4 1 0-16,2 2 0 0,3 0-310 0,2 2-148 0,0-2 212 16</inkml:trace>
  <inkml:trace contextRef="#ctx0" brushRef="#br0" timeOffset="146916.01">23219 9490 1892 0,'0'-3'-1'0,"0"-1"0"0,0 3 0 0,-2-3 1 0,0 0 0 0,-1 2 0 0,1 1 0 0,-3-2 0 0,0 1 0 0,-3 2 0 0,1 0 121 0,-5 0-41 0,0 8-1 15,-3 7 120-15,-6 6-85 0,2 2-38 0,-3 5 200 16,-4 5-119-16,-1 3-59 0,2-2-20 0,-5 12 216 16,4-6-128-16,0 3-64 0,4 1-31 0,1-1 60 15,5-2-131-15,2 8 0 0,5-6 0 16,0 1 0-16,7-9 0 0,2 2 0 16,0-3 0-16,0-3 0 0,7-1 0 0,4-4 0 15,2-3 0-15,2-3 0 0,-2-3 0 0,6-2 0 16,-1-4 0-16,1-1 0 0,2-3 0 0,-2-4 0 0,0-3 0 15,-2 0 0-15,-1 0 0 0,-3 0 0 0,1-7 0 16,-3-2 0-16,-1-3 0 16,-5-1 0-16,1 1 0 0,-3-4 0 0,-1 2 0 15,-2-4 0-15,0 2 0 0,0-1 0 0,0-2 0 16,-7 0 0-16,-4 0 0 0,-3 0 0 0,2 2 0 16,-6 3 0-16,2 0 0 0,-3 3 0 0,-2 3 0 15,1 4 0-15,-3-1 0 0,4 3 0 16,-1 2 0-16,2 0 0 15,2 0 0-15,4 0 0 0,-1 7 0 0,3-3 0 0,3 2 0 16,2-1 0-16,3 2 0 0,2 0 0 0,0-1-61 16,0 1-103-16,7-3-631 0,9 0 378 0,2-4 190 15,5 0 85-15,5 0-292 0,-2-2 198 0</inkml:trace>
  <inkml:trace contextRef="#ctx0" brushRef="#br0" timeOffset="147134.16">23148 9897 2818 0,'2'-7'0'0,"-1"2"0"0,-1-2 0 15,2 2 0-15,2 0 0 0,1 2 0 0,4-1 0 0,7 3 0 0,0-2 0 0,7 3 0 0,2 0 114 0,-2 0 354 0,7 0-219 0,-2 0-106 0,4 0-53 16,0 0-41-16,-2 0-49 0,2 4 0 0,0-2 0 16,-1 0-109-16,-2 0 65 0,-1-1-229 0,-8 2 155 15,1-3 88-15,-5 2 29 0,-2-2-705 0,-5 0 346 16,-2 0 99-16,-2 0 112 0,-3 0-401 15,0 0 262-15,-2-8 124 0,0-3-215 0,-7-3 170 0,-2-2 86 16</inkml:trace>
  <inkml:trace contextRef="#ctx0" brushRef="#br0" timeOffset="147356.76">23591 9647 1692 0,'-8'-25'0'0,"-2"7"0"0,1 1 0 0,2 4 0 0,0 2 0 0,0 5 0 0,2 0 0 0,-1 4 0 0,1 2 0 0,1 0 0 0,-1 8 140 15,-2 9-42-15,4 8 309 0,-3 2-185 16,0 7-92-16,1 12 377 0,0-7-226 0,-3 13-126 0,0-3-58 15,3 4 105-15,-1 1-202 0,1-1 0 0,-1-1 0 16,6-3 0-16,0-2 0 16,0-9 0-16,0-1 0 0,0-3 0 0,10-8 0 15,2 4 0-15,-1-11 0 0,3-2 0 0,-1-4 0 16,2-2 0-16,0-5 0 0,0-5 0 0,0-1 0 16,0 0 0-16,0 0 0 0,0 0 0 0,0-7-65 15,-1-1-353-15,0-1 189 0,2-2 95 0,-2 0 47 16,2 1-634-16,-2-2 332 0,4-1 180 0</inkml:trace>
  <inkml:trace contextRef="#ctx0" brushRef="#br0" timeOffset="147607.34">23893 10066 2441 0,'-2'0'0'0,"1"-3"0"0,1 2 0 0,-2 1 0 0,2 0 0 0,0 0 0 0,0 0 0 0,0 0 0 0,2 0 0 0,5 0 0 0,4 0 324 0,3 0-143 0,-2 0-72 16,4 0 219-16,2 0-135 0,3 0-83 0,0 0 135 16,1 0-245-16,1 0 0 0,1 0 0 0,-1 0 0 15,4-2 0-15,-6 2 0 0,0 0 0 0,0 0 0 16,-4 0 0-16,-5 0 0 0,0 2 0 16,-3-1-59-16,-1 2-50 0,-4-1 69 0,-1-1-620 0,0-1 301 15,-3 0 165-15,0 0-143 0,0 0 149 0,0 0 76 16,0 0 37-16,-3 0-404 0,2-1 225 0</inkml:trace>
  <inkml:trace contextRef="#ctx0" brushRef="#br0" timeOffset="149679.78">24476 9649 1053 0,'0'0'0'0,"0"0"0"0,0 0 0 0,0 0 0 0,0 0 0 0,0 0 0 0,0 0 0 0,0-2 0 0,0 0 0 0,0 1 0 0,0 1 65 0,0-2-28 0,0 0 32 16,0-1 9-16,0 2-41 0,0-1 1 0,0 0 29 0,0 0 0 15,0 1-29-15,0-2 48 16,0 1-9-16,0 0-40 0,0-1 0 0,0 1 39 0,0-2-39 15,0 2 10-15,0-2 23 0,0 1 0 16,0-1-33-16,0 0 1 0,1 1 10 0,1-1-1 16,0 0-10-16,0 2-46 0,-2-2 47 15,2 1-1-15,-1-1 0 0,1 0-19 0,0 0-9 0,0 1 28 0,2 0-24 16,0-2 23-16,0 1-14 16,-1 0 3-16,1 1 20 0,2-2-22 0,-3 1 6 15,3 0-1-15,0 0 23 0,-2 0-15 0,1 2-7 16,2 1 4-16,-1-2-3 0,2 1 5 0,-2 2-4 15,3 0-18-15,0 0 18 0,3 0 0 0,-1 0 14 16,-2 2-15-16,3 4 1 0,0 2 3 0,0 0 20 16,1 0 0-16,0 2-23 0,0 1 0 0,0 1 75 15,1-1-23-15,0 0-8 16,0 0-10-16,-1 0 1 0,-2 3-29 0,2-3 9 16,-3 2 10-16,0-2-19 0,1 3 0 0,-6-1-25 15,0 0-12-15,-1-2 0 0,-2 4 0 0,0 0 0 16,-2 0 0-16,0 2 0 0,-4-2 0 0,-7 2 0 15,-3 0 0-15,-2 2 0 0,-1-3 0 0,-3-1 0 16,0 3 0-16,2-6 0 0,1 1 0 0,-2-1 0 16,3-3 0-16,-4-1 0 0,6-2 0 0,2-3 0 15,1 0 0-15,2-2 0 16,1-1 0-16,2 0 0 0,1 0 0 0,3 0 0 16,-1 0 0-16,3 0 0 0,0 0 0 0,0 0 0 15,0 0 0-15,5 0 0 0,7-1 0 0,4-2 0 16,0 0 0-16,5 0 0 0,0 2 0 0,4-1 0 15,0 0 0-15,2 2 0 0,-3 0 0 0,3 0 0 16,-2 0 0-16,-5 8 0 0,6 1 0 0,-7 2 0 16,2 4 0-16,-3 2 0 0,-3 2 0 0,-3 0 0 15,-1 5 0-15,-4 1 0 0,-2 1 0 16,-2 0 0-16,-1 1 0 0,-2-5 0 16,0 8 0-16,-7-4 0 0,-7 0 0 0,-5 1 0 15,-1-3 0-15,-1-2 0 0,-6 0 0 0,2-2 0 16,-3-3 0-16,-1 1 0 0,1-5 0 0,3-5 0 15,-6 4 0-15,4-5 0 0,2-1 0 0,4-5 0 16,-2 1 0-16,2-2 0 0,3 0 0 0,0 0 0 16,4-2 0-16,-2-5 0 0,7-4 0 0,2 1 0 15,-1-2 0-15,4 0 0 16,4 3-1005-16,0 0 394 0,0-3 286 0</inkml:trace>
  <inkml:trace contextRef="#ctx0" brushRef="#br0" timeOffset="150427.14">25212 9792 2735 0,'-6'-2'0'0,"0"0"0"0,4 2 0 0,2 0 0 0,0 0 0 0,0 0 0 0,0 0 0 0,6 0 0 0,9 0 0 0,6 0 0 0,1 0 274 0,4 0-119 16,3 0-59-16,1 0 263 0,0 0-166 15,2 0-79-15,-2 0-109 0,-2 0-5 0,-2-2 0 0,-3 0 0 16,-1 0 0-16,-1 2 0 0,-2-1 0 0,-4-1-107 16,-2-1-67-16,-2 2 115 15,-3 1 43-15,-3 0-796 0,-1 0 395 0,-3 0 155 16,-1 0-508-16,0 4 358 0</inkml:trace>
  <inkml:trace contextRef="#ctx0" brushRef="#br0" timeOffset="150618.26">25253 10103 3159 0,'-21'12'0'0,"1"1"0"0,4-4 0 0,7-3 0 0,2-3 0 0,5-1 0 0,2 2 0 0,0-2 0 0,9 0 0 0,12 0 0 0,-1-2 333 0,10 0-152 0,-1 0-73 0,1 0 42 16,3 0-150-16,1-2 0 0,0-4 0 0,0 0-7 15,0 1-39-15,-4-1-693 0,-1 1 388 0,0 1 194 0,-3 0 106 16,2-1 39-16,-1 1-121 15,-4-4 65-15,5 1-134 0,-4-3-695 0</inkml:trace>
  <inkml:trace contextRef="#ctx0" brushRef="#br0" timeOffset="150923.73">25888 9913 1995 0,'0'-8'0'0,"-2"2"0"0,-6 2 0 0,-2 2 0 0,-2 2 0 0,0 0 0 0,0 6 0 0,-2 10 0 0,-1 7 0 0,2 1 0 0,5 6 599 0,1 1-281 0,5 1-141 16,2 1 404-16,0-3-320 0,5 2-261 0,11-6 0 15,2-3 0-15,5-3 0 0,-2-6 0 0,9-1 0 16,-2-7 0-16,3-6 0 0,2 0 0 0,-1-2 0 16,-1-9 0-16,-3-6 0 0,-4-4 0 0,0 1 0 15,-7-5 0-15,-4-2 0 16,-7 5 0-16,1-7 0 0,-6 2-76 0,-1-1 20 16,0-1 4-16,-8-1 16 0,-4 2-10 0,-6-2 84 15,1 4-37-15,-4 2 0 0,-4 3-19 0,1 4 120 16,-1 7-56-16,-6 3-30 0,1 5 1 0,1 2 46 15,5 0-63-15,5 6 0 0,-1 7 0 0,3 0 0 16,6 2 0-16,1 2 0 0,6 0-37 0,4 0-88 16,0-1 61-16,0 3-631 0,10-4 329 0,8 2 164 15,5-3 84-15,2-3-635 16,4-6 349-16</inkml:trace>
  <inkml:trace contextRef="#ctx0" brushRef="#br0" timeOffset="151116.26">26468 9765 3135 0,'3'-4'0'0,"2"3"0"0,0-3 0 0,3-2 0 0,-1 2 0 0,5 1 0 0,1 0 0 0,11-2 0 0,0 3 0 0,6-1 0 0,0 1 133 0,5 0 287 0,-2-2-192 0,3 2-213 16,-1 0-15-16,1 1 0 0,-2-1-4 0,0 0-8 15,-4 0 24-15,-8 2-550 0,1-1 287 16,-9 1 153-16,-1 0-667 0,-4 0 319 0,-6 0 214 0,-1 0 54 15,-2-3-202-15</inkml:trace>
  <inkml:trace contextRef="#ctx0" brushRef="#br0" timeOffset="151335.54">26854 9440 2667 0,'-1'-3'0'0,"-3"1"0"0,1 2 0 0,-1 0 0 0,-4 9 0 0,1 13 0 0,1 9 0 0,-1 10 0 0,-1 4 0 0,-1 8 0 0,-2 1 217 0,1 4-91 0,0-1 591 15,3-2-513-15,2-3-204 0,1-3 0 0,0-2 0 16,4 0 0-16,0-12 0 0,0 1 0 0,4-8 0 16,5-1 0-16,2-9 0 0,3-3 0 15,-1-7 0-15,4-6 0 0,3-2 0 16,3 0 0-16,-1-8 0 0,3-7 0 0,1-4-248 16,0-2-189-16,2-5 171 0,2-8-551 0,-3 1 390 15,-1-5 195-15,-1-7 98 0</inkml:trace>
  <inkml:trace contextRef="#ctx0" brushRef="#br0" timeOffset="151475.76">27174 9672 3292 0,'-5'-12'0'0,"5"5"0"0,-5 1 0 0,4 1 0 0,1 0 0 0,0 4 0 0,0-3 0 0,11 2 0 0,6 1 0 0,3 1 0 0,3 0 382 16,0 0-172-16,2 0-163 0,0 3-47 0,1 2 0 16,-5 0 0-16,4 0 0 0,-2 1 0 0,-3-1 0 15,-1 3 0-15,-2-2 0 0,-8 3 0 0,1-2 0 16,-8 5-734-16,1-1 202 0</inkml:trace>
  <inkml:trace contextRef="#ctx0" brushRef="#br0" timeOffset="151649.47">27232 9945 3667 0,'-11'8'0'0,"4"1"0"0,1-3 0 0,2-4 0 0,4 2 0 0,0 0 0 0,4 1 0 0,17-1 0 0,2 1 0 0,5-3 0 16,2 0 264-16,2-2-264 0,0 0 0 0,1 0 0 15,-1 0 0-15,1 0 0 0,-3-4 0 0,0-1 0 0,-2 1 0 16,-6 0 0-16,0 1 0 0,-1 1-539 16,-2-2 110-16,-2 2 233 0</inkml:trace>
  <inkml:trace contextRef="#ctx0" brushRef="#br0" timeOffset="151825.44">27708 9790 3723 0,'-5'0'0'0,"-2"0"0"0,5 0 0 16,2 0 0-16,0 0 0 0,11 0 0 0,13 0 0 0,4 0 0 0,5 0 0 0,5 0 0 0,-1 0 208 0,8 0-208 0,-11 0 0 0,5 0 0 0,0 0 0 15,-2 0 0-15,-4 0 0 0,0 0 0 16,-1 0 0-16,-4 0 0 0,-8 3 0 0,-1 3 0 16,-8-2 0-16,-3 4-931 0,-6 0 399 0,-2 4 125 15</inkml:trace>
  <inkml:trace contextRef="#ctx0" brushRef="#br0" timeOffset="152158.04">27727 10026 3260 0,'-10'2'-2'0,"7"4"1"0,3-3 1 0,0 0 0 0,1-3 0 0,16 0 0 0,11 0 0 0,4 2 0 0,4-1 0 0,0 2 0 0,0 0 291 0,1 3-127 0,-5 1-64 0,-2 2 19 15,-11 2-119-15,-1 3 0 0,-6 1 0 0,-8 3 0 16,-4 3 0-16,-2 0 0 0,-19 2 0 0,-6 1 0 15,-8 1 0-15,-2-5 0 0,1-2 0 0,-4 0 0 16,8-5 0-16,-3-2 0 0,5-2 0 16,11-1 0-16,-2-5 0 0,9 1 0 0,3-2 0 15,4-2 0-15,3 0 0 0,2 0 0 0,2 0 0 16,11 0 0-16,10 0 0 0,6 0 0 0,2 0 0 16,14 0 0-16,-7-3 0 0,4 0 0 0,-7 0 0 15,6 1 0-15,-6 0 0 0,-1 2 0 0,-4 0 0 16,-2 0 0-16,-7 0 0 15,-4 0 0-15,-3 4 0 0,-6-1 0 0,-3 0 0 16,0-2 0-16,-3 1 0 0,-2-2-153 0,0 0-215 16,0 0 165-16,-10 0-547 0,1-9 357 0,-4-6 178 15</inkml:trace>
  <inkml:trace contextRef="#ctx0" brushRef="#br0" timeOffset="152341.54">28032 9016 3931 0,'0'-15'0'0,"0"15"0"0,0 2 0 0,0 11 0 0,0 2 0 0,0 8 0 0,0 5 0 0,0 7 0 0,0 3 0 0,0 3 0 0,2 2 0 0,0 15 0 0,-2-3 0 16,1 1 0-16,-1 1 0 0,0-1 0 0,0 1 0 15,0-3 0-15,0 0 0 16</inkml:trace>
  <inkml:trace contextRef="#ctx0" brushRef="#br0" timeOffset="158225.79">8055 11228 3215 0,'-9'2'0'0,"8"-2"0"0,-1 0 0 0,2 2 0 0,0-2 0 0,2 0 0 0,17 0 0 0,5 0 0 0,7 0 0 0,3 0 0 0,3 0 171 0,9-2 230 0,1-3-257 0,-2-3-144 16,3 1 0-16,2-3 0 0,-10 3 0 0,11-3 0 15,-8 2 0-15,-5 3 0 0,-2 0 0 0,1-2 0 16,-2 2 0-16,-8-1 0 0,-5 5 0 0,-1-5 0 16,-2 2-609-16,-5-2 217 0,-3 2 94 0,1-4-436 15,-5-4 349-15,-1-1 173 0,-3-1 87 0,-3-1-385 16,0-3 226-16</inkml:trace>
  <inkml:trace contextRef="#ctx0" brushRef="#br0" timeOffset="158594.37">8730 10923 2633 0,'-16'-8'0'0,"-4"1"0"0,4 4 0 0,4 2 0 0,5-2 0 0,0 2 0 0,5 1 0 0,0 0 0 0,2 0 0 0,2 0 0 0,12 0 244 16,9 1-108-16,4 5-49 0,3 2 403 0,2 0-225 0,1-2-189 0,1 4-76 15,-2-1 0-15,-2-1 0 0,0 1 0 0,-2-1 0 16,-3 1 0-16,-7-1 0 0,-1 3 0 0,-4 0 0 15,-6 5 0-15,-6-1 0 0,-1 6 0 0,-6 1 0 16,-12 0 0-16,-5 4 0 0,-3 0-494 0,-6 5 151 16,3-3 153-16,2-6 63 15,-8 6-371-15,2-3 230 0,3-5 115 0,-8 3 57 0,8-8-186 16,-5 0 126-16,-1-2-263 0,4-3 191 16,-1-1 95-16,-1-1 47 0,8-3-88 0,-6 1 72 15,3-1 33-15,5 3-1 0,3-1 304 0,2 1-135 16,-1 1-79-16,2 1-24 0,4 3 585 0,0 2-310 15,3 6-102-15,0-1 295 0,1 7-149 0,3 1-144 16,-1 3 516-16,-2 6-324 0,-1 4-163 0,2-4-80 16,-2-1 78-16,0 2-198 0,1-1 0 0,0 0 0 15,-1 1 0-15,2-5 0 0,4-5 0 0,-5 4 0 16,6-12 0-16,-1 0 0 16,1-5 0-16,2-5-451 0,1-2 70 0,1-5 199 15,0-1-409-15,0-2 276 0,1-3 139 0,10-21 69 16,3-1-505-16</inkml:trace>
  <inkml:trace contextRef="#ctx0" brushRef="#br0" timeOffset="158664.57">8280 11480 380 0,'0'-19'0'0,"3"10"0"0,-3 1 0 0</inkml:trace>
  <inkml:trace contextRef="#ctx0" brushRef="#br0" timeOffset="158824.03">8296 11433 3931 0,'8'0'0'0,"5"0"0"0,5 11 0 0,0 6 0 0,5 3 0 0,3 11 0 0,0 4 0 0,-2 5 0 0,1 5 0 0,-3 2 0 0,0 2 0 0,-4-1 0 0,1 2 0 0,-3-4 0 15,1-1 0-15,-2-1 0 0,-1-9 0 0,-2 3 0 16,2-3 0-16,-5 0 0 0,-1-7 0 0,-5-6 0 16,-1-1 0-16,1-5 0 0,-3-6-87 0,0 0-408 15,0-7 228-15,-12-1-521 0,-1-2 365 16,-5 0 198-16,-4-9-379 0,-2-10 282 16,-7-8 143-16,-3-6 70 0</inkml:trace>
  <inkml:trace contextRef="#ctx0" brushRef="#br0" timeOffset="158965.41">8315 11919 2573 0,'-32'-21'0'0,"2"6"0"0,8 8 0 0,2-3 0 16,0 5 0-16,10 1 0 0,-1 0 0 0,6 3 0 0,1-2 0 0,4 3 0 0,0-2 345 0,0 2-144 0,9 0 250 0,9 0-207 0,0 0-127 0,6 0-117 15,-1 0 0-15,-2 2 0 16,9 2 0-16,-4 0 0 0,2 3 0 0,0-5 0 16,2-1 0-16,-5 4-539 0,7-3 207 0,-4-2 185 15,1 0-834-15,1 0 465 0,0 0 239 0</inkml:trace>
  <inkml:trace contextRef="#ctx0" brushRef="#br0" timeOffset="159519.84">8836 11629 3113 0,'0'-6'0'0,"0"3"0"0,0 2 0 0,0 1 0 0,0 1 0 0,0 14 0 0,0 9 0 0,0 3 0 0,0 3 0 0,3 4 0 0,3 3 392 0,2 8-181 0,-4-11-87 15,3 4-33-15,-2-3-91 0,3-2 0 0,-2-7 0 16,1 5 0-16,-1-11 0 0,-1-2 0 0,-1-2 0 15,-2-5-87-15,0-4 1 0,-2-1-509 0,0-4 316 16,0-2 33-16,-8 0 120 0,-1-2-244 0,0-13 157 16,-5-6 92-16,2-3 42 0,-2-4-37 0,-2-12 38 15,2 0 1-15,3 2 32 0,-3-16 7 16,5 9 0-16,4 3 0 0,3 8 54 0,1-1-27 0,1 8-10 16,0 1 327-16,0 2-173 15,5 3-55-15,7 4-53 0,6 3 587 0,1 3-282 16,4-1-135-16,2 7-79 0,3 0 252 0,2 2-165 15,0 1-73-15,1 2 22 0,-1 0-152 0,-4 6 0 16,-3 6 0-16,-5-1 0 0,-2 5 0 0,-4 4 0 16,-6 5 0-16,-4-7 0 0,-2 9 0 0,0-4 0 15,-6-4 0-15,-8 4 0 0,0-6 0 16,-2-2 0-16,-3 0 0 0,-1-6 0 16,4 1 0-16,0-4 0 0,8-3 0 0,0-1 0 15,2-1 0-15,3-1 0 0,3 0 0 0,0 0 0 16,0 3 0-16,12-1 0 0,3 0 0 0,8-1 0 15,0 1 0-15,5 2 0 0,-2 2 0 0,2 1 0 16,-4 2 0-16,-1 2 0 0,-5 4 0 0,0-3 0 16,-5 1 0-16,-2 2 0 0,-5 2 0 0,-4 1 0 15,-1 2 0-15,-1-3 0 0,-3 0 0 16,-10 0 0-16,-5-1 0 0,-1 1 0 16,-1-6 0-16,-6 4 0 0,1-5 0 0,-1-4 0 0,2 1 0 15,-2-3 0-15,5-4 0 0,-4 2 0 0,7-2 0 16,-1 0 0-16,4 0 0 0,6-2 0 0,1-5 0 15,4-2 0-15,4-2 0 16,0 1 0-16,0-2 0 0,8-1 0 0,11 2-556 16,5-2-33-16,3-1 276 0</inkml:trace>
  <inkml:trace contextRef="#ctx0" brushRef="#br0" timeOffset="159759.62">9728 11542 3931 0,'-16'0'0'0,"11"0"0"0,3 0 0 0,2 0 0 0,0 0 0 0,0 2 0 0,0 1 0 16,9 1 0-16,9-2 0 0,4-1 0 0,8 2 0 0,1-1 0 0,2-2 0 0,3 0 0 0,-1 0 0 15,1 0 0-15,-1 0 0 0,0 0 0 0,-6 0 0 16,-4 0 0-16,-1 0 0 0,-3 0 0 15,-2 2 0-15,-6 4-311 0,-2 3 14 16,-5 2 140-16,-3 4-570 0</inkml:trace>
  <inkml:trace contextRef="#ctx0" brushRef="#br0" timeOffset="159917.67">9861 11823 3931 0,'-11'14'0'0,"2"-2"0"0,3-4 0 0,2 0 0 0,4 1 0 0,0-1 0 0,5-3 0 0,16 2 0 0,6-3 0 0,3 1 0 0,4-4 0 0,1 1 0 16,4-2 0-16,0 0 0 0,0 0 0 0,-2 0 0 16,2 0 0-16,0 0 0 0,-4 0 0 0,-3 0 0 15,-9 0 0-15,-1 8 0 0,-5-1-627 0</inkml:trace>
  <inkml:trace contextRef="#ctx0" brushRef="#br0" timeOffset="165038.96">11088 11382 1810 0,'0'-6'0'0,"-2"1"0"0,2-2 0 0,0 0 0 0,0 2 0 0,0 0 0 0,0 0 0 0,-2 2 0 0,2-1 0 0,-2 2 0 0,0 0 234 0,-3 0-103 16,0 2-46-16,0 0 0 0,-4 0 109 0,0 0-77 15,0 4-29-15,-2 4-11 0,1 1 40 0,-2-2-40 16,3 3 1-16,-2-2 120 0,-1 1-70 0,5 3-49 16,-3-3 0-16,3 0 62 0,-1 3-51 0,1-1-25 15,-1 1-7-15,1 4-58 0,1-1 0 16,-2 3 0-16,3 5 0 0,-1 2 0 0,3-4 0 15,-2 8 0-15,3 0 0 0,2 0 0 0,0 2 0 16,0 0 0-16,0 1 0 0,0 0 0 16,5 0 0-16,4 0 0 0,0 0 0 15,3-2 0-15,1 2 0 0,1-4 0 0,2 0 0 16,-2-3 0-16,2-3 0 0,3 1 0 0,-4-7 0 16,4 2 0-16,-3-2 0 0,2-6 0 0,-2 1 0 15,-1-2 0-15,0-3 0 0,-3 0 0 0,-3-2 0 16,0-3 0-16,-3 2 0 0,-2-3 0 0,0 0 0 15,-2 0 0-15,-1 0 0 0,-1 0 0 0,0 0 0 16,0 0 0-16,0 0 0 16,-3-3 0-16,-1 2-289 0,0-1 93 15,0 0 78-15,2 0-822 0,2 1 441 0,0 1 235 0</inkml:trace>
  <inkml:trace contextRef="#ctx0" brushRef="#br0" timeOffset="171143.18">11475 11732 2193 0,'-6'0'0'0,"-2"0"0"0,3-3 0 0,-1 0 0 0,1 1 0 0,3 0 0 0,-1 0 0 0,1 0 0 0,2 0 0 0,0 1 0 0,0-3 363 0,2 2-154 0,10 0-90 0,1 0-41 15,2 2 286-15,4 0-163 0,2 0-81 0,3 0 104 16,4 0-164-16,1 0-60 0,1 0 0 0,0 0 0 16,2 0 0-16,0 0 0 0,0 0 0 0,-1 0 0 15,0 0 0-15,-1 0 0 0,-4 0 0 16,-6 0 0-16,3 0 0 0,-4 0 0 16,-3 0 0-16,0 0 0 0,-7 0 0 0,0 0 0 15,-2 0 0-15,-2 0 0 0,-1 0 0 0,-3 0 0 16,1 0 0-16,-2 0 0 0,0 0 0 0,0 0 0 15,0 0-258-15,0 0 108 0,0 0-491 0,0 0 293 16,2 0 160-16,0-1 75 0,3-7-626 0,4-3 351 16</inkml:trace>
  <inkml:trace contextRef="#ctx0" brushRef="#br0" timeOffset="171498.67">12183 11196 2630 0,'2'-7'0'0,"-2"5"0"0,0 0 0 0,0 0 0 0,0 2 0 0,0 0 0 0,0 0 0 0,0 8 0 0,-2 3 0 0,2 4 0 0,0 4 307 0,0 5-134 0,0 1-68 15,0 1 366-15,0 4-226 0,0 4-245 0,0-1 0 16,0 5 0-16,0 5 0 16,0-2 0-16,0 1 0 0,0-3 0 0,0 10 0 15,0-4 0-15,0 0 0 0,0 2 0 0,0-1 0 16,0-7 0-16,0 9 0 0,0-12 0 0,0 2 0 15,0-7 0-15,0-1 0 0,0-5 0 0,2-1 0 16,0-5 0-16,1 1 0 0,1-6 0 0,-2-2 0 16,0-1 0-16,-1-4 0 0,-1-3 0 15,0 2 0-15,0-4 0 0,0-2 0 0,0 0 0 0,0 0 0 16,0 0 0-16,0 0 0 16,0 0 0-16,0 0 0 0,0 0 0 0,0 0 0 15,0 0 0-15,0 0 0 0,0 0 0 0,0 0 0 16,0 0-5-16,2-2-150 0,0 0 63 0,5-6-941 15,2 1 497-15,2-3 250 0,-1-5-269 0</inkml:trace>
  <inkml:trace contextRef="#ctx0" brushRef="#br0" timeOffset="171816.03">12560 11939 2785 0,'8'0'-3'0,"-3"0"0"0,-1 0 1 16,-1 0 1-16,4 0 1 0,-5 0 0 0,3 7 0 0,-1-2 0 0,-1 3 0 0,1 2 0 0,0 0 402 0,0 4-187 0,0-2-89 0,-2 4 286 0,0-2-412 0,-1 1 0 16,-1 2 0-16,0 3 0 15,0-3 0-15,0-1 0 0,0 3 0 0,-5-2 0 0,-2-2 0 0,2 2 0 16,-2-4 0-16,-1 0 0 16,1 0 0-16,-1-3 0 0,1 0 0 0,-2 2 0 15,1-5 0-15,-2 4 0 0,1-4 0 0,2-1 0 16,-3 1 0-16,1-1 0 0,0 1 0 0,1-5 0 15,0 5 0-15,1-5 0 0,3 2 0 0,1-4 0 16,-1 0 0-16,2 0 0 0,0 0 0 16,-1 0 0-16,2 0 0 0,1 0 0 0,0 0 0 0,0-2 0 15,0 0 0-15,0-2 0 0,0 2 0 16,0-1-314-16,0-1 105 0,0 0-923 16,1 1 547-16</inkml:trace>
  <inkml:trace contextRef="#ctx0" brushRef="#br0" timeOffset="175060.13">13035 11583 2717 0,'-2'0'0'0,"-1"0"0"0,3 0 0 0,-2 0 0 0,2 0 0 0,0 2 0 0,0 0 0 0,0 0 0 0,2 2 0 0,10-3 0 0,4 1 146 0,3 0 318 0,7-1-213 16,0-1-97-16,4 0-64 0,4 0 19 0,4 0-109 15,-1 0 0-15,3 0 0 0,-3 0 0 0,1 0 0 16,-2 0 0-16,-2 0 0 0,-3 0 0 0,1 0 0 15,-3 0 0-15,-1 5 0 0,-5-2 0 16,-2 1 0-16,0 0 0 0,-2-2 0 16,-2 0 0-16,-4-1 0 0,-3 2 0 0,-3-3-40 15,-1 2-105-15,-3-2-281 0,1 0 199 0,-2 0 95 0,0 0 47 16,-2 0-629-16,0 0 338 0,0 1 160 0</inkml:trace>
  <inkml:trace contextRef="#ctx0" brushRef="#br0" timeOffset="175468.96">13355 11779 2957 0,'-15'7'0'0,"2"-1"0"0,1-1 0 0,3-1 0 16,3-3 0-16,3-1 0 0,3 3 0 0,0-1 0 0,3 0 0 0,14-1 0 0,6-1 174 0,-2 0 247 0,7 0-196 0,0 2-94 0,0 0-108 15,0 4-23-15,-2 0 0 0,-5 1 0 0,4 4 0 16,-5 0 0-16,-1 5 0 0,-7-1 0 15,0 2 0-15,-6 1 0 0,-3 3 0 0,-3-1 0 0,0 1 0 16,0 0 0-16,-10-2 0 0,-6-1 0 0,-2 0 0 16,1-6 0-16,-6 2 0 0,6-5 0 0,-7 1 0 15,7-3 0-15,0 0 0 0,0-3 0 0,2 2 0 16,6-5 0-16,-1 3 0 0,5-2 0 16,1-1 0-16,2-1 0 0,0 0 0 15,2 3 0-15,0-1 0 0,2 0 0 0,11-1 0 0,4 1 0 16,2 0 0-1,7 0 0-15,0 1 0 0,2-3 0 0,4 1 0 0,0-1 0 0,2 0 0 0,-2 0 0 16,0 0 0-16,-8 0 0 0,3 0 0 16,-3 0 0-16,-3 0 0 0,-2 0 0 0,-6 0 0 0,0-1 0 15,-4-2 0-15,-1 1 0 16,-4 0 0-16,-2 0 0 0,0 1 0 0,-2-6 0 16,0 0 0-16,0 0-728 0,0-4 328 0,-6-2 181 15,0-5-281-15,-3-2 236 0,1-6 114 0</inkml:trace>
  <inkml:trace contextRef="#ctx0" brushRef="#br0" timeOffset="175784.81">13593 11007 3093 0,'-4'-11'0'0,"-1"7"0"0,1 2 0 0,2 0 0 16,-1 0 0-16,1 2 0 0,2 0 0 0,0 0 0 0,0 4 0 0,0 9 0 0,0 6 284 0,0 3-124 0,0 1-53 0,0 9 180 16,2 1-287-16,0 9 0 0,-1-1 0 0,1 0 0 15,-2-1 0-15,0 8 0 0,0-12 0 0,0 4 0 16,0-5 0-16,0-1 0 0,0-5 0 0,0 0 0 16,0-7 0-16,0 2 0 0,0-6 0 0,0-3 0 15,0-3 0-15,0-3 0 0,0-3 0 0,0-5 0 16,0 2 0-16,0-3 0 15,0 0 0-15,0 0 0 0,0 0 0 0,0 0 0 32,0-3 0-32,0-1 0 0,0-2-745 0,0 4 330 0,0-2 189 0,0 1-594 0,4 2 392 15,1 1 195-15</inkml:trace>
  <inkml:trace contextRef="#ctx0" brushRef="#br0" timeOffset="176047.99">14341 11925 2607 0,'0'0'0'0,"2"1"0"0,2 5 0 0,-3 0 0 0,3 2 0 0,-2 0 0 0,1 2 0 0,3 0 0 0,-1 1 0 0,0 0 0 0,-1 3 667 0,-1 1-316 0,-1-5-149 0,2 5-98 15,-2 0-104-15,-2-1 0 0,0-1 0 16,0 0 0-16,0 0 0 0,-6 1 0 0,-3-2 0 0,-3 2 0 16,-2-1 0-16,-6 4 0 0,0 0-49 0,-6 0-176 15,-2 5 129-15,-8 3-2 16,-2 3-658-16</inkml:trace>
  <inkml:trace contextRef="#ctx0" brushRef="#br0" timeOffset="178094">14835 11711 2426 0,'-25'0'0'0,"6"0"0"0,3 4 0 0,2-1 0 0,3-1 0 0,6 0 0 0,1 0 0 0,4-2 0 0,0 2 0 0,4 0 0 0,12-2 167 0,11 0 289 0,1 0-210 16,2 0-105-16,6 0-53 0,1 0 279 0,1 0-327 16,7 0-40-16,-4 0 0 0,3 0 0 0,-3 0 0 15,-6 0 0-15,5 0 0 0,-2 0 0 0,-5 0 0 16,-1 0 0-16,-9 0 0 0,-1 0 0 0,-1 0 0 16,-6 0-407-16,-6 0 67 0,-1 1 86 0,-3 2 116 15,-3-2-668-15,-2 2 389 16</inkml:trace>
  <inkml:trace contextRef="#ctx0" brushRef="#br0" timeOffset="178463.36">14908 11919 2647 0,'-15'6'0'0,"5"1"0"0,5-1 0 0,3-2 0 0,2 0 0 0,0-1 0 0,4-1 0 0,11 1 0 0,7 0 0 0,3-1 0 0,3 1 101 0,0-1 229 0,2 2-138 0,0 2-83 15,0-1-36-15,-9 1 63 0,1 3-51 0,-3 2-24 16,-6 3 9-16,-3 1-61 16,-6 1 1-16,-4 3 26 0,0 6 0 0,-10-4-26 15,-7 0 10-15,-5 1-14 0,-5-1-6 0,-1-3 0 16,1 1 0-16,-2-3 0 0,1-4 0 0,2-1 0 16,1-1 0-16,9-3 0 0,-4-1 0 0,7-2 0 15,4-2 0-15,3 0 0 0,3-2 0 0,1 1 0 16,2-1 0-16,2 0 0 0,9 0 0 0,8 0 0 15,5 0 0-15,-2 0 0 0,6 0 0 0,2 0 0 16,4-1 0-16,-2-1 0 16,2 0 0-16,0 0 0 0,-2 0 0 0,-6 1 0 15,7-2 0-15,-13 3 0 0,2 0 0 0,-2 0 0 16,-4 0 0-16,-5 0 0 0,1 0 0 0,-3 0-27 16,-4 0-837-16,-1 0 414 0,-2 0 207 0,1 0 95 15,-3-2-602-15,0-8 357 0</inkml:trace>
  <inkml:trace contextRef="#ctx0" brushRef="#br0" timeOffset="178861.86">15021 11029 2925 0,'-4'-7'0'0,"4"5"0"0,0 2 0 0,0 0 0 0,-1 0 0 0,1 0 0 0,0 4 0 0,0 3 0 0,0 3 0 0,0 1 0 0,0 1 133 0,0 3-39 0,0 0-33 0,-7 3 5 16,0 0-29-16,0-1-1 0,-3-2 0 0,0 1 74 15,-1-3-42-15,4 0 1 0,-3-2 132 0,3-3-106 16,3-3-95-16,1-1 0 0,1 0 0 0,2-2 0 16,0 1 0-16,0 2 0 0,7-4 0 0,6 3 0 15,4-1 0-15,6 1 0 0,2 2 0 0,-2 1 0 16,-2 1 0-16,9 2 0 15,-11-1 0-15,1 4 0 0,0 2 0 0,-2 3 0 16,-6 0 0-16,-3 2 0 0,-4 1 0 0,-3-1 0 16,-2 1 0-16,0 2 0 0,0-3 0 0,-11-1 0 15,-3-2 0-15,-4-2 0 0,-5-2 0 0,2-2 0 16,0-5 0-16,-9 0 0 0,1-2 0 0,3-4 0 31,-2 0 0-31,1 0 0 0,3-2 0 0,-4-7 0 0,4-7 0 0,1-1 0 0,5-3-72 16,0-7-875-16,7-1 446 0,5-5 237 15,6-9 113-15</inkml:trace>
  <inkml:trace contextRef="#ctx0" brushRef="#br0" timeOffset="179019.95">14904 11035 3696 0,'0'-2'0'0,"0"0"0"0,0 2 0 0,0 0 0 0,0 0 0 0,0 0 0 0,0-2 0 0,11 2 0 0,5-1 0 0,7 1 0 0,-2 0 235 0,4 0-235 0,0 0 0 0,8 0 0 15,1 0 0-15,2 0 0 0,-1 0 0 0,2 0 0 16,-2 5 0-16,1 1-11 0,-1 1-3 0,1 4-917 16,-3-1 484-16,1 2 123 0</inkml:trace>
  <inkml:trace contextRef="#ctx0" brushRef="#br0" timeOffset="179395.69">15692 11140 3361 0,'2'0'0'0,"1"4"0"0,1 1 0 0,1 1 0 0,4 1 0 0,1 3 0 0,1-2 0 0,4 5 0 0,0-2 0 0,0 2 0 0,2 0 456 0,-2 4-342 0,0 0-114 15,3 2 0-15,-6 2 0 0,-1 1 0 0,-2 0 0 16,0 9 0-16,-2-3 0 0,-2 2 0 0,-1 0 0 16,1 4 0-16,-2-3 0 0,1 1 0 0,-2 2 0 15,0 0 0-15,-2 2 0 0,0 0 0 0,0 1 0 16,0 1 0-16,-2-1 0 0,-4 2 0 0,-2-1 0 15,-1-1 0-15,0 1 0 0,-3-1 0 16,1-1 0-16,-2 0 0 0,0-4 0 0,0-2 0 16,-3 0 0-16,0-3 0 15,-1-1 0-15,0-4 0 0,0-1 0 0,2-4 0 0,-2 1 0 0,1-6 0 16,-3 1 0-16,1-3 0 16,0-3 0-16,1-1 0 0,0-3 0 0,2-1 0 15,0-2 0-15,2 0 0 0,0 0 0 16,1 0 0-16,5 0 0 0,-2 0 0 0,3-2 0 15,1-1 0-15,0-2 0 0,3 4 0 0,2-3-185 16,0 2-228-16,0-2 188 0,2 0 95 0,8 3-876 0,3-1 485 16</inkml:trace>
  <inkml:trace contextRef="#ctx0" brushRef="#br0" timeOffset="179597.24">16503 12274 3931 0,'0'0'0'0,"0"0"0"0,0 0 0 0,0 0 0 0,0 0 0 0,0 0 0 0,0-2 0 0,0 2 0 0,0-1 0 0,0-1 0 0,0-2 0 0,0-2 0 0,2-1 0 0,5-3 0 15,2 0 0-15,-1 0 0 0,0 2 0 0,-3 3 0 16,-1-2-1028-16</inkml:trace>
  <inkml:trace contextRef="#ctx0" brushRef="#br0" timeOffset="182280.48">9799 4388 2291 0,'-13'-8'0'0,"1"-2"0"0,1-1 0 0,4 2 0 0,3-4 0 0,-4 5 0 0,5-2 0 0,1 1 0 0,-2-1 0 0,4 5 0 0,0-1 78 0,0 2 0 0,0 1 230 16,0 0-139-16,7 0-64 0,5-1-33 15,3 2 200-15,0 1-115 0,0-1-49 16,3 2 157-16,-2 0-237 0,3 0-28 0,-3 0 0 16,2 0 0-16,-1 0 0 0,1 0 0 0,-1 0 0 15,2 0 0-15,0 0 0 0,0 0 0 0,1 0 0 16,2 2 0-16,3 1 0 0,0 1 0 0,2 2 0 16,3-3 0-16,6 1 0 0,4 2 0 15,-6-5 0-15,3 3 0 16,7 2 0-16,-3-5 0 0,-4 3 0 0,9-1 0 0,-3 0 0 15,1-3 0-15,2 0 0 0,3 0 0 0,-2 0 0 16,5 0 0-16,10 0 0 0,-1 0 0 0,-1-3 0 16,2 0 0-16,-10-2 0 0,8 1 0 0,0 1 0 15,-2 0 0-15,1 0 0 0,-1 1 0 0,7-4 0 16,-3 3 0-16,0 1 0 16,-7-2 0-16,13 0 0 0,-16 1 0 0,16 1 0 0,-8-4 0 0,-2 2 0 15,2-1 0-15,4-1 0 16,-5 2 0-16,10-3 0 0,-9 0 0 0,0-2 0 0,0 1 0 0,-7 2 0 15,6-1 0-15,-2-2 0 16,-1 4 0-16,6 0 0 0,-2 0 0 0,-8 2 0 16,4-1 0-16,-2 0 0 15,-3 3 0-15,0-1 0 0,-3 2 0 0,0 0 0 0,-9 0 0 0,8 0 0 16,-11 0 0-16,1 0 0 0,-3 0 0 0,-2 0 0 16,-6 0 0-16,1 0 0 0,-5 0 0 0,-5 0 0 15,-6 0 0-15,-1 0 0 0,-3-2 0 0,-3 2 0 16,-3-2 0-16,-1 2 0 15,0 0 0-15,0-2 0 0,0 1 0 0,0-4 0 16,0-2 0-16,0 1 0 0,-3-1 0 0,-4-3 0 16,1 3 0-16,-4-2 0 0,3 5 0 0,-4-2-65 15</inkml:trace>
  <inkml:trace contextRef="#ctx0" brushRef="#br0" timeOffset="184086.14">19671 11170 2274 0,'-5'-10'0'0,"0"1"0"0,3 0 0 0,0-3 0 0,2 1 0 0,0-2 0 16,9 0 0-16,3-2 0 0,6 1 0 0,2 2 0 0,1 3 178 0,5-3-76 0,-4 6-31 0,-1 3 195 0,7-1-115 16,-7 2-56-16,3 2 105 0,0 0-86 15,-1 12-38-15,-2 1 0 16,-3 3 93-16,0 3-66 0,-7-1-47 0,4 7-56 0,-6 2 0 16,-2-1 0-16,-3 0 0 0,-2 1 0 0,0-5 0 15,-2 2 0-15,0 3 0 0,-6-5 0 0,-3-3 0 16,-3-1 0-16,-6-3 0 0,-5 0 0 15,0-3 0-15,-2-1 0 0,-1-3 0 0,-1-3 0 16,3 0 0-16,-6-5 0 0,3 0 0 0,7 0 0 16,-3 0 0-16,0 0 0 0,7 0 0 0,1-2 0 15,4-2 0-15,3-4 0 0,2 1 0 0,4-1 0 16,2-1 0-16,0-2-285 0,8-1 111 0,11-1-624 16,3 0 379-16,5 1 192 0,1 0 84 0,4-1-579 15,2 0 342-15</inkml:trace>
  <inkml:trace contextRef="#ctx0" brushRef="#br0" timeOffset="184368.22">20240 10933 2792 0,'0'-10'0'0,"-2"-1"0"0,-7 3 0 0,-3 0 0 0,-3 3 0 0,1 3 0 0,-4-1 0 0,1 3 0 0,-1 0 0 0,-3 10 0 0,0 5 301 0,5 0-122 0,-5 5-76 0,4 5 369 15,2 1-388-15,4 2-84 0,2 4 0 0,4 0 0 16,5 0 0-16,0 0 0 0,0 2 0 0,2-2 0 16,10-2 0-16,0 0 0 0,4-4 0 0,-1 0 0 15,4-5 0-15,-3-1 0 16,3-2 0-16,-1-7 0 0,0 2 0 0,3-4 0 16,-5 1 0-16,1-5 0 0,0 1 0 0,0-4 0 15,-1 0 0-15,-4-2 0 0,1 0 0 0,1 0-215 16,-3 0-147-16,3-2 153 0,0-1-234 15,2-5 202-15,-2-1 102 0,4-1-576 0,1-5 338 0</inkml:trace>
  <inkml:trace contextRef="#ctx0" brushRef="#br0" timeOffset="184566.41">20491 11110 3533 0,'-9'-2'0'0,"4"2"0"0,-1-2 0 0,3 2 0 0,1 0 0 0,2 0 0 0,0 0 0 0,0 0 0 16,11 0 0-16,3 0 0 0,4 0 196 0,1 4-71 0,3-2-48 0,0 0-77 0,1-1 0 0,-1 2 0 16,1-2 0-16,-2 1 0 0,2 0 0 15,-5 0 0-15,1-1 0 0,-3 3 0 0,0-2 0 16,-2 2-608-16,-2-2 153 0,1 2 227 0,-1-2-691 0,-1-2 440 16</inkml:trace>
  <inkml:trace contextRef="#ctx0" brushRef="#br0" timeOffset="184859.69">21054 10826 2848 0,'0'0'0'15,"0"0"0"-15,-2 0 0 0,2 0 0 0,-3 0 0 0,3 0 0 0,0 0 0 0,0 4 0 0,0 4 0 0,0 1 0 0,3 2 295 0,-1 2-129 0,-1 5-64 0,1-2 326 0,2 3-336 16,-2 0-92-16,-1 3 0 0,-1-1 0 15,0 5 0-15,0-1 0 0,0-4 0 0,0 8 0 16,0-2 0-16,0 1 0 0,0-2 0 0,0 0 0 16,0-1 0-16,-1 5 0 0,1-6 0 0,-2-3 0 15,2 2 0-15,0-3 0 0,0-1 0 0,0-3 0 16,0-2 0-16,0-3 0 0,0-1 0 0,0-3 0 16,0 1 0-16,0-4 0 0,0-1 0 0,0 1-333 15,0-2-18-15,0 0 157 0,0-1 69 16,0 4-291-16,0-2 189 0,0 0 95 15</inkml:trace>
  <inkml:trace contextRef="#ctx0" brushRef="#br0" timeOffset="185719.45">19601 11711 1531 0,'-7'-2'0'0,"1"2"0"0,1-2 0 0,1 0 0 0,0 1 0 0,0-2 0 0,2 1 0 0,0 1 0 0,2-1 0 0,0 0 0 0,0 0 297 16,0-1-134-16,2-1-64 0,4 1-31 0,2-3 87 15,-1 1-51-15,2 2-37 0,1-1-1 0,1 0 159 16,-2 1-94-16,5 0-47 0,-3 2-15 0,2-2 149 16,2 2-91-16,-1 1-45 0,2 0 129 0,1 0-87 15,2 0-34-15,0 0-70 0,2 0-20 0,1 0 0 16,4 0 0-16,-1 0 0 0,-1 0 0 0,6 0 0 16,0 1 0-16,-1-1 0 0,1 0 0 0,-1 3 0 15,4-3 0-15,-3 1 0 0,-1 2 0 16,4-1 0-16,-1-1 0 0,-1 1 0 15,1 1 0-15,0 0 0 0,2-2 0 0,0 3 0 0,-1-4 0 16,3 0 0-16,-1 0 0 16,4 2 0-16,4-2 0 0,-4 0 0 0,0 0 0 15,3 0 0-15,-7 0 0 0,10-2 0 0,-3-2 0 16,-6 0 0-16,3 1 0 0,-2 0 0 16,0 1 0-16,-6-1 0 0,1 3 0 0,-3 0 0 15,-4 0 0-15,-4 0 0 0,4 0 0 0,-4 0 0 0,-1 0 0 16,-1 0 0-16,-1 0 0 0,-2 0 0 0,-2 3 0 15,0-1 0-15,-1-2 0 16,-2 0 0-16,-1 0 0 0,0 0 0 0,-1 0 0 0,-2 0 0 0,-2 0 0 16,-1 0 0-16,0 0 0 0,-2 0 0 15,-1 0 0-15,1 0 0 16,-2 0 0-16,0 0 0 0,0-2 0 0,0-1 0 16,0 2 0-16,0-3 0 0,0-1 0 0,-3 4 0 15,-3-2 0-15,1 1-291 0,-3-1 84 0,0 3-748 16,-3 0 458-16</inkml:trace>
  <inkml:trace contextRef="#ctx0" brushRef="#br0" timeOffset="186558.01">20013 12240 2203 0,'-6'0'0'0,"3"0"0"0,-2 0 0 0,1 0 0 0,3 0 0 0,-1 0 0 0,0 0 0 0,2 0 0 0,0 0 0 0,0 0 0 0,9 0 427 0,3 0-186 0,2 0-106 0,4 0 333 16,-2-3-215-16,2 1-108 0,-2 0-86 15,3 2-59-15,-2 0 0 0,0 0 0 0,2 0 0 16,-1 0 0-16,-1 0 0 0,3 0 0 0,-4 4 0 15,3-1 0-15,-2-1 0 16,-2 2 0-16,1-3 0 0,-4 1 0 0,-1-2 0 0,0 3 0 0,-3-3 0 16,0 2-40-16,-3-1-133 15,1-1-269-15,-3 0 205 0,1 0 100 0,1 0-522 16,-2 0 311-16,1 0 156 0,3 0 68 0</inkml:trace>
  <inkml:trace contextRef="#ctx0" brushRef="#br0" timeOffset="187223.98">20620 12025 2105 0,'0'0'0'0,"0"0"0"0,0 0 0 0,0 0 0 0,0 0 0 0,0 0 0 0,0 0 0 0,0-2 0 0,0-2 0 0,0-1 0 0,3-1 81 16,5 0-1-16,-1-2 195 0,0 1-124 0,1 2-57 15,0-5 191-15,-1 4-125 0,2-1-61 0,-2 1-21 16,2 0 172-16,-2 1-107 16,2-1-52-16,1 2-52 0,-1 1-39 0,2 0 0 0,3 0 0 0,-2 1 0 0,4 2 0 15,-3 0 0-15,2 0 0 16,2 0 0-16,-2 0 0 0,0 0 0 0,2 5 0 16,-2 2 0-16,-2 4 0 0,0-2 0 15,-2 2 0-15,1 3 0 0,-5-1 0 0,2 0 0 0,-2 4 0 16,-2 0 0-16,-3-1 0 0,0 3 0 15,0 2 0-15,-2-1 0 0,0-1 0 0,0 4 0 16,-8 1 0-16,-4 1 0 0,0-3 0 16,-4 0 0-16,0 1 0 0,-3 2 0 0,0-3 0 15,-3-1 0-15,-1 1 0 0,0-2 0 16,-1-4 0-16,3-3 0 0,-3 3 0 0,1-5 0 16,3-2 0-16,-1-2 0 0,3 1 0 0,-1-4 0 15,3-1 0-15,3-1 0 0,2-2 0 0,1 0 0 16,3 0 0-16,4 0 0 0,-1 0 0 0,4 0 0 15,0 0 0-15,0 0 0 0,0 0 0 0,0 0 0 16,2 0 0-16,5 0 0 16,2 0 0-16,5 0 0 0,-2 0 0 0,4 0 0 15,0 2 0-15,2 0 0 0,3 2 0 0,-3 0 0 16,3 0 0-16,2-1 0 0,2 1 0 0,0 0 0 16,-1-1 0-16,5 1 0 0,-5 0 0 0,8-1 0 15,-4 0 0-15,1 0 0 0,-2-1 0 0,-2 0 0 16,-3 1 0-16,3 0 0 0,-2 1 0 0,-3-3 0 15,-1 1 0-15,-5 0 0 0,-2 0 0 0,-1-2 0 16,-3 1 0-16,-3-1 0 0,0 0 0 0,-4 0 0 16,1 0 0-16,-2 0 0 15,0 0 0-15,0 0 0 0,0 0 0 0,0 0 0 16,0 0 0-16,0 0 0 0,0 0 0 0,0 0 0 0,0 0 0 16,0 0 0-16,0 0 0 0,0 0 0 15,0 0 0-15,0 0 0 0,0 0 0 0,0 0 0 16,0 0-50-16,0 0-98 0</inkml:trace>
  <inkml:trace contextRef="#ctx0" brushRef="#br0" timeOffset="187857.83">21824 11386 2406 0,'-9'-2'0'0,"4"0"0"0,3 2 0 0,0 0 0 0,2 0 0 0,0 0 0 0,0 0 0 0,8 0 0 0,7 0 0 0,3 0 0 0,3 0 170 0,6 0-71 0,-3 0 370 0,1 0-215 15,0 0-108-15,4 0 106 0,-8 0-117 16,7 0-135-16,-7 0 0 0,1 0 0 0,0-2 0 16,-1 1 0-16,-4-2 0 0,0 2 0 0,-4-2 0 0,-3 2 0 15,-1-1-36-15,-2 0-191 0,-1 2 129 0,-4 0 68 16,-1 0-995-16,1 5 493 0,-2 7 247 0</inkml:trace>
  <inkml:trace contextRef="#ctx0" brushRef="#br0" timeOffset="188146.33">21949 11752 3499 0,'-5'6'0'0,"2"1"0"0,1 1 0 0,0-5 0 0,2 1 0 0,0 2 0 0,0-2 0 0,7-1 0 0,6 0 0 0,3-2 0 0,5-1 358 0,4 0-284 0,-1 0-74 15,3 0 0-15,-4 0 0 0,2 0 0 0,3-1 0 16,-3-2 0-16,-4 2 0 0,1-1 0 0,-3 2 0 0,0 0 0 16,-3 0 0-16,-3 0 0 0,-1 0 0 0,-3 0 0 15,0 0 0-15,-2 0 0 0,-2 0 0 16,-3 0 0-16,0 0 0 0,-1 0 0 0,1 0 0 0,-2 0-123 15,0 0-400-15,0 0 243 16,0 0 120-16,0 0 61 0,0 0-272 0,0 0 156 0,2 0 93 16,2 2 40-16</inkml:trace>
  <inkml:trace contextRef="#ctx0" brushRef="#br0" timeOffset="188524.4">22730 11596 2686 0,'-1'0'0'16,"-3"0"0"-16,2 0 0 0,0 0 0 0,2 0 0 0,0 0 0 0,0 0 0 0,0 0 0 0,9-2 0 0,4 1 0 0,3-1 268 0,1 0-115 0,3 0-57 15,6 2 277-15,-3-2-157 0,7 0-94 0,2 2-105 16,4-1-17-16,7-2 0 0,0 3 0 15,6-1 0-15,0-1 0 0,7 0 0 0,8-4 0 0,0 2 0 16,3-1 0-16,-7-1 0 16,20-1 0-16,-7 0 0 0,-2 2 0 0,-3-3 0 0,-4 3 0 0,-14 2 0 15,7-1 0-15,-8-1 0 0,-3-1 0 0,-10 1 0 16,2 0 0-16,-2-2 0 0,-8 1 0 0,-6-1 0 16,-1 2 0-16,-4-2 0 15,-8 3 0-15,-3 0 0 0,-3-1 0 0,-1 0 0 16,-2-1 0-16,0 0 0 0,-5 1 0 0,-6-1 0 15,-1 2 0-15,-3 0 0 0,0-1-347 16,0 1 137-16,-2 2 87 0,-1-2-700 0,-2 3 397 0,-4-2 195 16</inkml:trace>
  <inkml:trace contextRef="#ctx0" brushRef="#br0" timeOffset="188799.99">23037 10826 3380 0,'-13'-3'0'0,"3"1"0"0,4 0 0 0,3 2 0 0,1 0 0 0,2 0 0 0,0 0 0 0,0 0 0 0,7 4 0 0,9 4 0 0,5 4 283 0,2-1-122 0,2 1-54 0,0-2-107 16,-2 3 0-16,-4-2 0 0,4 0 0 0,-5 1 0 15,1 0 0-15,-3-1 0 16,-5 1 0-16,0 1 0 0,-3-4 0 0,-4 1 0 0,-2-1-149 16,1-1 45-16,-1-3 72 0,-2 1-848 15,0-2 426-15,0-2 208 0,0-2-177 0,0 0 193 16,2 0 95-16</inkml:trace>
  <inkml:trace contextRef="#ctx0" brushRef="#br0" timeOffset="189072.78">23417 10693 2301 0,'0'-10'-1'0,"-3"7"0"0,-1-1 0 0,-1 2 1 0,-1 1 0 0,1-1 0 0,0 2 0 0,2 0 0 0,-1 0 0 0,-2 10 0 0,3 8 700 0,-3 4-330 0,3 0-167 16,-4 7 157-16,2 3-360 0,-2 2 0 0,-2 8 0 16,-2 1 0-16,1-2 0 0,-1 0 0 0,1-2 0 15,-3 8 0-15,2-4 0 0,-1-2 0 0,5-6 0 16,-2 1 0-16,2-3 0 0,2-3 0 0,-1-2 0 15,3-8 0-15,1 2 0 16,-2-5 0-16,2-6 0 0,1 0 0 0,-1-6 0 16,2 0 0-16,-2-4 0 0,2 1 0 0,0-2 0 15,-3 0 0-15,3 0 0 0,-2 0 0 0,2 0 0 16,0-5-173-16,0-3-68 0,0-3 105 0,9 0 49 16,0-6-709-16,5-2 379 0</inkml:trace>
  <inkml:trace contextRef="#ctx0" brushRef="#br0" timeOffset="189259.89">23474 11028 3109 0,'0'0'0'0,"0"0"0"0,0 0 0 0,2 0 0 0,1 0 0 0,6-3 0 0,5 0 0 0,2-3 0 0,2 2 0 0,3 0 0 0,2-1 532 0,-1 1-242 0,0-2-290 15,-1 3 0-15,1-3 0 0,-1 2 0 0,-2 0 0 16,-2 1 0-16,0 1-82 15,-6 0 17-15,1 0 51 0,-1 0-739 0,-5 2 395 0,5 0 197 16,-4 0 93-16,-1 0-894 0</inkml:trace>
  <inkml:trace contextRef="#ctx0" brushRef="#br0" timeOffset="189620.74">23922 10742 2991 0,'0'-4'0'0,"1"0"0"0,3 0 0 0,3-1 0 0,0 1 0 0,6 1 0 0,3 1 0 0,1-1 0 0,1 2 0 0,3 1 0 0,2 0 294 0,2 0-128 16,-3 0 77-16,0 1-103 0,-1 7-43 0,-3 3-97 15,0 3 0-15,-5 1 0 0,-5 2 0 0,-3 1 0 16,-3 5 0-16,-2 1 0 0,-4 2 0 0,-11 1 0 16,-3 0 0-16,-5 0 0 0,0-2 0 0,-1-1 0 15,0-1 0-15,1-4 0 0,0-3 0 16,5-2 0-16,-3-4 0 0,2-2 0 0,3 0 0 15,2-4 0-15,3-2 0 0,0-1 0 0,3-1 0 16,2 0 0-16,3 0 0 0,1 0 0 0,2 0 0 16,0 0 0-16,0 0 0 0,2 0 0 0,12 0 0 15,2 0 0-15,1 0 0 0,3 0 0 0,5 0 0 16,-1 0 0-16,-5 0 0 0,9 0 0 0,-4 0 0 16,-1 2 0-16,7 0 0 15,-3-2 0-15,-1 2 0 0,-6-2 0 0,3 0 0 16,-1 2 0-16,-3-2 0 0,-2 2-371 0,-2-1 145 15,-3 3 93-15,-3 0-889 0,0 2 483 0</inkml:trace>
  <inkml:trace contextRef="#ctx0" brushRef="#br0" timeOffset="190130.14">23600 11764 2665 0,'-2'-6'0'0,"2"4"0"0,0-2 0 0,-2 0 0 0,0 0 0 0,2 3 0 0,-3-1 0 0,3 0 0 0,0 2 0 0,0 0 0 0,0 0 203 0,0 0 331 0,0 4-248 15,0 5-125-15,3 4-79 0,-1 4-82 0,0 0 0 16,0 4 0-16,0 5 0 0,-2 0 0 0,0 3 0 15,0 0 0-15,0 5 0 0,0 0 0 0,0 3 0 16,-6 1 0-16,1 5 0 0,1-9 0 0,-1 6 0 16,1-4 0-16,-1 0 0 0,3 2 0 0,1-8 0 15,-1 2 0-15,2-9 0 0,0 0 0 16,0-2 0-16,0-6 0 0,-2-2 0 0,2-4 0 0,0-4 0 16,0-1 0-16,0-2 0 15,0-2 0-15,0 0 0 0,-2 0 0 0,2 0 0 0,-2 0 0 16,-1 0 0-16,1-4 0 0,0-2 0 0,0 1 0 15,0 0 0-15,2-2 0 0,0 0-1078 0,0 0 394 16</inkml:trace>
  <inkml:trace contextRef="#ctx0" brushRef="#br0" timeOffset="190599.08">24701 11261 2988 0,'-4'-7'0'0,"4"6"0"0,0-1 0 0,0 0 0 0,2 0 0 0,9-2 0 0,4 2 0 15,3 1 0-15,7-1 0 0,3 0 0 0,1 0 185 0,1 0-74 0,2 0 239 0,-2 0-148 0,2 0-107 0,-4 2-95 16,0 0 0-16,-5 0 0 0,-1 0 0 0,-1 0 0 16,-4 0-21-16,-1 0 14 0,-2 0-1 0,-7 2-576 15,1 4 310-15,-5 1 165 0,-1 5-849 0,-2 1 461 16,0 6 230-16</inkml:trace>
  <inkml:trace contextRef="#ctx0" brushRef="#br0" timeOffset="190790.1">24866 11642 3200 0,'-10'2'0'0,"5"4"0"0,0-3 0 0,1-2 0 0,-1-1 0 0,5 0 0 0,0 0 0 0,0 0 0 0,7 0 0 0,9 0 0 0,3 0 333 16,6 0-148-16,-1 0-75 0,0 0-7 0,-1 0-103 15,2 0 0-15,5 0 0 0,-10 0 0 0,7-1 0 16,-5-2 0-16,3 2 0 0,-4 1 0 0,0 0-61 16,0 0 43-16,-2 0-799 0,0 0 297 0,-2 0 246 15,1 0-619-15</inkml:trace>
  <inkml:trace contextRef="#ctx0" brushRef="#br0" timeOffset="191421.68">25706 11464 2005 0,'-12'0'0'0,"3"0"0"0,2 0 0 0,3 0 0 0,2 0 0 0,2 0 0 0,0 0 0 0,0 0 0 0,9-3 0 0,8 1 0 0,5 2 238 0,5 0-106 0,1 0-47 0,5 0 343 16,9 0-196-16,0 0-97 0,6 0-40 0,12-2 308 15,-9 2-225-15,15 0-178 0,-4 0 0 0,2 0 0 16,-6 0 0-16,14 0 0 16,-7 0 0-16,6 0 0 0,-1 0 0 0,1 0 0 15,-11 0 0-15,12-2 0 0,-20 0 0 0,5 2 0 16,-8-1 0-16,-10 1 0 0,0-3 0 0,-7 3 0 15,-9 0 0-15,-4-1 0 0,-7 1 0 0,-4 0 0 16,-4-2 0-16,0 2 0 0,-4-2-93 0,0 1-128 16,-6-4 92-16,-5 4-248 0,2-3 161 0,-6 2 94 15,3-1 42-15,-1 1-626 16,0-1 334-16</inkml:trace>
  <inkml:trace contextRef="#ctx0" brushRef="#br0" timeOffset="192001.72">25664 10701 2341 0,'-9'-12'0'0,"2"4"0"0,3 5 0 0,4-1 0 0,0 1 0 0,0-5 0 0,0 2 0 0,11-2 0 0,8 3 0 0,1 0 0 0,6 3 137 0,-1 0-50 0,3 0 190 16,-1 2-120-16,-1 0-50 0,6 0-40 0,-6 0 56 15,0 2-43-15,0 4 0 0,-6 1 19 0,-1 0-22 16,-1 3-9-16,-4-1-30 0,-3 3 34 0,-2 1-1 16,-4-2-33-16,-3 2-26 0,-2 2-12 0,0 2 0 15,0-2 0-15,-6 4 0 0,-6 2 0 0,-2-3 0 16,-7 7 0-16,3-3 0 16,-5 0 0-16,-2 4 0 0,2-3 0 0,-4 2 0 15,-1 0 0-15,-1-1 0 0,2 0 0 0,0-1 0 16,1-1 0-16,6-1 0 0,-5-1 0 0,12-3 0 15,1-2 0-15,5-5 0 0,4 1 0 0,3 0 0 16,0-1 0-16,5-3 0 0,10 1 0 0,7-2 0 16,3-3 0-16,0-1 0 0,8 0 0 15,-1-2 0-15,0 0 0 0,-2 0 0 0,-2 0 0 0,-3 0 0 16,-1 0 0-16,-1 0 0 16,-4-2 0-16,-3 0 0 0,-4 0 0 0,1 1 0 15,-6 1 0-15,-1 0 0 0,-2 0 0 0,-2 0 0 16,0 0-401-16,-1 0-28 0,-1 0 200 0,0 0 96 15,0 0-294-15,0-2 194 0,0 0 89 0,0-5-542 16</inkml:trace>
  <inkml:trace contextRef="#ctx0" brushRef="#br0" timeOffset="192187.59">25755 10889 2444 0,'-17'0'0'0,"4"0"0"0,3 0 0 0,5 2 0 0,-1-2 0 0,6 1 0 0,0 3 0 0,2 0 0 0,9 3 0 0,10 3 0 0,1-3 198 0,0 2 445 0,7 2-308 16,-5-1-148-16,1 1-75 0,-1 0-100 0,0 1-12 16,-3-3 0-16,6 4 0 15,-5 1 0-15,0-1 0 0,1-1 0 0,0 0-577 16,-6-2 271-16,10 0 167 0,-2 0 88 0,-4-7-1012 16</inkml:trace>
  <inkml:trace contextRef="#ctx0" brushRef="#br0" timeOffset="192372.36">26356 10973 3028 0,'-7'0'0'0,"4"0"0"0,-1 0 0 0,2 0 0 0,2 0 0 0,0 0 0 0,12 0 0 0,9-2 0 0,2 0 0 0,7 0 0 0,-1 2 262 0,2-2-112 0,4 1-56 16,-2-1-21-16,1 0 10 0,0 0-46 15,-5 0 1-15,0 0-296 0,-6 2 147 0,-2 0 75 16,-7 0 46-16,2 0-551 0,-5 0 289 0,-6 0 145 15,-1 0-719-15,-2 0 395 0,-2 0 187 0</inkml:trace>
  <inkml:trace contextRef="#ctx0" brushRef="#br0" timeOffset="192553.03">26634 10693 2277 0,'-11'-2'0'0,"2"0"0"0,-1 2 0 0,4 0 0 0,-2 7 0 0,4 5 0 15,4 6 0-15,0 2 0 0,0 6 0 0,0-2 0 0,0 5 295 0,0-1-128 0,0-5-56 0,2 12 147 0,0-5-110 16,0-2-55-16,0 0-28 0,0-3-326 0,0-3 158 16,-1 1 66-16,2-4-535 0,-1-2 305 0,1-5 152 15,-1-2 76-15,2-1-687 0,1-5 349 0,-1-4 170 16</inkml:trace>
  <inkml:trace contextRef="#ctx0" brushRef="#br0" timeOffset="192883.76">26774 10734 2051 0,'14'-15'0'0,"-1"2"0"0,9 3 0 0,-3-3 0 0,5 4 0 0,-1 2 0 0,2 1 0 0,3 3 0 0,0 2 0 0,-7 1 0 0,8 1 100 0,-5 9 277 0,-2 5-169 0,-7 3-86 16,0-1-41-16,-7 3 111 0,0 9-81 0,-6-5-37 15,-2 4 0-15,-2 0 5 0,-13 1-41 0,-5 3 9 16,-7 3-53-16,-2-5 44 0,5-6 0 0,-6 3-1 15,0-5 29-15,2-4-19 0,1-1-9 0,-1-4 81 16,10-1-119-16,-2-4 0 0,4-1 0 0,5-3 0 16,4 0 0-16,1-4 0 0,4 1 0 0,-1-1 0 15,3 2 0-15,3-2 0 0,11 2 0 0,6-2 0 16,2 0 0-16,2 0 0 16,0 0 0-16,7 2 0 0,0-2 0 0,-4 0 0 15,2 0 0-15,-1 0 0 0,-6 0 0 0,3 0 0 16,0 0 0-16,-5 0 0 0,-2 0 0 0,0 2 0 15,-6 2-115-15,3 0-59 0,-7 1-775 0,-2 2 456 16,0 5 227-16,-6 1 115 0</inkml:trace>
  <inkml:trace contextRef="#ctx0" brushRef="#br0" timeOffset="193326.97">26406 11709 2624 0,'-4'2'0'0,"2"3"0"0,-2 3 0 0,3 0 0 0,-1-1 0 0,0 2 0 0,2 3 0 0,-2-1 0 0,2 4 0 0,0 0 0 0,-1 0 124 16,-1 1-35-16,-2-1 123 0,-1 3-87 0,1-1-44 15,-1-2-1-15,0 0 36 0,-2-4-30 0,0-1-10 16,4 1 127-16,-3-4-88 0,3-1-115 0,1-4 0 15,0 0 0-15,2-1 0 0,0-1 0 0,0 0 0 16,0 0 0-16,2 0 0 0,5 0 0 0,7 0 0 16,2 0 0-16,3 0 0 15,2 0 0-15,3 0 0 0,-1 0 0 0,3 0 0 16,1 6 0-16,-3 2 0 0,0 1 0 0,0 0 0 16,-6 2 0-16,0 3 0 0,-4 1 0 0,-3 1 0 15,-5-1 0-15,-3 5 0 0,-3-1 0 0,0-1 0 16,-8 4 0-16,-6-2 0 15,-5-2 0-15,0-3 0 0,-7 4 0 0,0-6 0 0,-3 0 0 0,1 0 0 16,-2-3 0-16,-2-3 0 0,0-1 0 0,-3 0 0 16,5-4 0-16,-2-1 0 0,3-1 0 0,5 0 0 15,-1 0 0-15,5-9 0 16,-1-3 0-16,7-5 0 0,2-5 0 0,8 2-763 16,2-10 257-16,2-1 235 0,0-1-341 0</inkml:trace>
  <inkml:trace contextRef="#ctx0" brushRef="#br0" timeOffset="193481.39">26331 11776 3314 0,'2'-7'0'0,"0"2"0"0,3 1 0 0,-2-2 0 0,3 0 0 0,4 2 0 0,3 1 0 0,8-2 0 0,4 2 0 0,1 2 0 0,6-2 262 16,0 2-118-16,5-1 67 0,4 0-211 0,1 2 0 15,-1 0 0-15,-2 0 0 0,9 0 0 0,-7 0 0 16,0 0-768-16,0 5 320 0,1 1 242 0</inkml:trace>
  <inkml:trace contextRef="#ctx0" brushRef="#br0" timeOffset="193698.64">27310 12301 3931 0,'0'-7'0'0,"7"6"0"0,5-5 0 0,-4-3 0 0,-5 5 0 0,-3 1 0 0,0-2 0 0,0 0 0 0,0-2 0 0,0 0 0 0,0 0 0 0,0 2 0 16,0-1 0-16,0 1 0 0,0 3-270 0</inkml:trace>
  <inkml:trace contextRef="#ctx0" brushRef="#br0" timeOffset="199628.8">2543 12539 2818 0,'-6'-2'0'0,"4"0"0"0,0 0 0 0,-3 1 0 0,5-2 0 0,0 2-5 0,0 1 1 0,0 0 0 0,0 0 2 0,0 0 1 0,0 0 105 15,0 0 86-15,9 0-75 0,-2 0-38 0,0 0 173 16,0 0-96-16,3 0-61 0,-4 0-27 16,3 1 14-16,-2 3-80 0,-1 2 0 0,1-1 0 0,-2 4 0 15,-2-3 0-15,1 0 0 0,-1 2-243 0,-1-1 57 16,-2 1 122-16,3 1 22 0,-3 3-728 0,0-1 340 15,0 2 195-15,0 0-183 0,0 2 180 0,-3-2 104 16</inkml:trace>
  <inkml:trace contextRef="#ctx0" brushRef="#br0" timeOffset="199804.46">2523 12857 2515 0,'0'2'0'0,"-2"6"0"0,2-3 0 0,0 0 0 0,0 0 0 0,0 0 0 0,0 0 0 0,0 1 0 0,2 0 0 0,3 0 0 0,4 2 258 0,2-2-99 16,-1 2-64-16,-2-3-18 0,2 3 1 16,-1 0-38-16,1 1-406 0,-5 0 213 0,3 0 92 15,-1 2 50-15,-2 1-291 0,0 1 171 0,-2 1 82 16,-1 4 28-16,0-1-789 0</inkml:trace>
  <inkml:trace contextRef="#ctx0" brushRef="#br0" timeOffset="199976.33">2581 13311 2143 0,'-5'15'0'0,"-3"2"0"0,0-4 0 0,1-1 0 0,2-3 0 15,3-2 0-15,-1-1-2 0,3-1 1 0,0-3 0 0,0 2 1 0,1-4 162 0,6 0 330 0,5 0-226 0,-1-1-114 0,3-6 146 16,-2-4-135-16,3 0-62 0,-2-2-31 0,2 0-236 16,-2 0 102-16,2-1 61 0,0 3 15 0,0 0-251 15,-1-2 138-15,2 2 70 0,-2-3 33 0,2 1-770 16,-1-4 280-16</inkml:trace>
  <inkml:trace contextRef="#ctx0" brushRef="#br0" timeOffset="200207.98">2898 12722 3181 0,'-5'0'0'0,"1"0"0"0,1 3 0 0,3-3 0 0,0 0 0 0,0 0 0 0,10 0 0 0,6 0 0 0,2 0 0 0,8 0 0 0,-3 0 120 0,-1-3 164 0,8 0-128 0,-1-1-58 16,-1 1-6-16,-2-3-92 16,3 1 0-16,-6 1 0 0,5-2 0 0,-8 2 0 15,2 2 0-15,-4-1-168 0,-4 1-4 0,-3 0 116 16,-1 1 42-16,-1-2-714 0,-3 3 352 0,-2 0 136 16,-3-2-364-16,2 2 273 0,-3-1 151 0,0-4 70 15,0 0-147-15</inkml:trace>
  <inkml:trace contextRef="#ctx0" brushRef="#br0" timeOffset="200723.72">3114 12464 1641 0,'-6'0'0'0,"0"2"0"0,0 3 0 0,3-1 0 0,-2 0 0 0,5 2 0 0,0-1 0 0,0 1 0 0,0-1 0 0,2 3 0 0,7 1 116 0,0 2-39 0,-1-1 129 15,-1 4-83-15,1 0-42 0,-5 1 9 0,0 4-13 16,-1 1-1-16,-2 7-37 0,0-3 27 15,-5 4-28-15,-6-3 11 0,-1 3 27 0,0 1-1 0,-6-2-36 16,0 2 0-16,3-1 99 16,-3 1-40-16,4-5-35 0,2-4 1 0,1 1 91 15,1-2-58-15,5-7-29 0,3-3 43 0,0 2-42 16,2-6 1-16,0-1-31 0,2-3-90 0,8 2 44 16,2-3 10-16,3 0 36 0,2 0-189 0,2-4 94 15,-2-2 39-15,0 3-77 0,-4-2 35 0,-1 4 35 16,-2-1-26-16,-3 2-51 0,0 0 19 0,-5 0 31 15,0 2 96-15,-2 7-31 16,0 3-19-16,0 2-20 0,-11 3 294 0,0 6-136 0,-1-3-52 0,-4 2 158 16,2 2-239-16,0-2 0 15,4-3 0-15,-5 2 0 0,6-2 0 0,3-3 0 16,-1-2 0-16,5-3 0 0,-1 0 0 16,3-3 0-16,0-3 0 0,0 1 0 0,10-4 0 15,2-2 0-15,6 0 0 0,-1 0 0 0,4-2 0 16,4-6 0-16,-2-2 0 0,0 3 0 0,0 0 0 15,-4 3 0-15,5 2 0 0,-7 0 0 0,1 2 0 16,-3 0 0-16,-2 4 0 0,-1 6 0 0,-4 3 0 16,-3 2 0-16,0-1 0 0,-3 5 0 15,-2-1 0-15,0-1 0 0,0 1 0 0,0-3 0 0,-4-2 0 16,-2 0 0-16,3-5 0 16,-2 2 0-16,0-5 0 0,1-2 0 0,4-1 0 0,0 0-605 15,0-2 140-15,0 0 204 0,0-2 116 16,2-13-349-16</inkml:trace>
  <inkml:trace contextRef="#ctx0" brushRef="#br0" timeOffset="200892.17">3476 12884 3497 0,'0'-2'-2'0,"0"-1"2"0,0 1 0 0,1 0 0 16,5 2 0-16,4 0 0 0,4 0 0 0,3 0 0 0,3 0 0 0,5 2 0 0,-2 3 238 0,1-4-100 0,2 3-78 0,1-2-60 0,-5-1 0 15,7 4 0-15,-10-4-94 0,4 3 15 0,0-3 58 16,-1 3-443-16,-5 0 260 16,1 1 117-16</inkml:trace>
  <inkml:trace contextRef="#ctx0" brushRef="#br0" timeOffset="201072.21">3659 13183 3524 0,'-7'13'0'0,"3"3"0"0,2-7 0 0,2 0 0 0,0-1 0 0,4-1 0 0,13-1-1 0,7 0-2 0,2-3 1 0,1-1-1 0,0 2 415 16,-2-2-408-16,1-1-4 0,-3-1 0 0,2 3 0 0,-3-2 0 15,-3 1 0-15,0-2 0 0,-3 0 0 0,0 0 0 16,-2 0 0-16,0 0 0 0,0 0 0 0,-4 0-570 16,3 0-32-16,-1-2 293 0</inkml:trace>
  <inkml:trace contextRef="#ctx0" brushRef="#br0" timeOffset="201224.63">4164 12879 3509 0,'5'-2'0'0,"3"-2"0"0,0 0 0 0,-1 2 0 0,1 1 0 0,0-1 0 0,1 2 0 0,0 0 0 0,-1 0 0 0,2 0 0 0,0 8 48 0,-4 2-10 0,2 3-1 15,-1-1 9-15,2 5-402 0,-3-1 196 0</inkml:trace>
  <inkml:trace contextRef="#ctx0" brushRef="#br0" timeOffset="201376.76">4279 13303 3931 0,'0'6'0'0,"0"3"0"0,0-1 0 16,0-1 0-16,0 1 0 0,3-1 0 0,2-1 0 0,-2-1 0 0,2 1 0 0,0-2 0 0,0 0 0 0,-1 0 0 0,1-2 0 0,-2-1 0 0,0 1 0 0,1 0 0 15,-3 2-4-15,4-1-62 0,-3 3 51 0</inkml:trace>
  <inkml:trace contextRef="#ctx0" brushRef="#br0" timeOffset="213542.73">5847 12933 2492 0,'-6'0'1'0,"0"0"0"0,4 0 0 0,-3 0 0 0,3 0 0 0,2 0-1 0,0 0 0 0,0 0 0 0,0 0 0 0,2 0 0 0,12 1 392 0,-1 4-177 0,6 1-81 0,3 2 317 16,2-1-209-16,6 0-242 0,3 1 0 16,0-3 0-16,5-1 0 0,4 2 0 15,-2-3 0-15,3 0 0 0,-1-2 0 0,1-1 0 16,-3 0 0-16,8 0 0 0,-4 0 0 0,-3-4 0 15,-5-4 0-15,-1 2 0 0,2-2 0 0,-8 1 0 0,-1 1 0 16,-6-2 0-16,-2 1 0 0,-5 1-191 16,-5 1-169-16,-3-2 166 0,-3 0-580 0,-3-1 369 0,-1-2 185 15,0-1 82-15,0-5-253 0</inkml:trace>
  <inkml:trace contextRef="#ctx0" brushRef="#br0" timeOffset="213754.18">6516 12691 2288 0,'-13'3'0'0,"4"3"0"0,0-2 0 0,0-2 0 0,4 0 0 0,3 0 0 0,2 0 0 0,0 1 0 0,2-1 0 0,12 3 0 0,2 0 579 0,7 0-272 0,2 0-135 0,0 1-67 15,-2 2 329-15,7 2-388 16,-3 1-46-16,-2-1 0 0,-2 2 0 0,-6 0 0 16,3 3 0-16,-8-1 0 0,-1 4 0 0,-3 1 0 15,-4 1 0-15,-4 4-85 0,0-1-78 0,-4 5 80 16,-10-2 57-16,-1 2-382 0,-2-1 190 0,-1-3 63 15,-3 1-417-15,0-1 272 0,1-1 132 0,0-2-449 16</inkml:trace>
  <inkml:trace contextRef="#ctx0" brushRef="#br0" timeOffset="214198.71">6430 13397 1916 0,'0'6'0'0,"0"0"0"0,0-5 0 0,0 1 0 0,0-2 0 0,0 0 0 0,0 0 0 0,0 0 0 0,0 0 0 0,0-3 0 0,2-5 229 0,0 0-97 16,-1-1-47-16,1 2-16 0,-2-1-23 0,0 1-10 16,0-1 1-16,0 2-31 0,-2 3 0 0,-9-3 30 15,1 4 10-15,-4-1 41 0,-2 2-26 0,-2 0 1 16,-2 1 113-16,-2 0-60 16,2 0-44-16,-3 0 1 0,3 5 134 0,-2 3-85 15,0 1-42-15,3 1 69 0,3 1-60 0,0 0-86 16,4 3-2-16,3-2 0 0,2 1 0 0,5 2 0 15,2 0 0-15,0 1 0 0,0 0 0 0,7 1 0 16,6 0 0-16,1 0 0 0,7 2 0 16,2-4 0-16,0 0 0 0,-2 0 0 0,2-2 0 0,-4 0 0 15,3 2 0-15,-5-1 0 16,-4 2 0-16,1-1 0 0,-4 2 0 0,-5 1 0 16,-4 4 0-16,-1-3 0 0,0 1 0 0,0 3 0 15,-9-1 0-15,-2-5 0 0,-8 6 0 0,2-6 0 16,0-3 0-16,-1-4 0 0,-4 1 0 0,1-3 0 15,0-3 0-15,-2-3 0 0,3 1 0 0,-1-3 0 16,1 0 0-16,1 0 0 0,1-3 0 0,3-3 0 16,0-1 0-16,5-2 0 0,0-1 0 0,2 1 0 15,4-4 0-15,3 0 0 16,1-1-136-16,0 2-218 0,1-2 159 0,13-1 70 16,4-2-608-16,2 2 349 0,5-2 173 0</inkml:trace>
  <inkml:trace contextRef="#ctx0" brushRef="#br0" timeOffset="214411.31">6816 13319 3513 0,'0'0'0'0,"0"7"0"0,0-1 0 0,0-5 0 0,0 3 0 0,0 0 0 0,2 0 0 0,4-2 0 0,5 2 0 0,5-3 0 0,0 1 418 0,4 0-418 16,-1 0 0-16,2-2 0 0,2 0 0 0,-1 0 0 15,1 0 0-15,-1 0 0 0,-3 0 0 0,2 0 0 16,-4 0 0-16,-2 0 0 0,-2 0 0 0,-2 0 0 16,-2 0-348-16,0 0-230 0,-2 0 261 0,-2 0 145 15</inkml:trace>
  <inkml:trace contextRef="#ctx0" brushRef="#br0" timeOffset="214584.43">6936 13587 3931 0,'-12'11'0'0,"-2"0"0"0,5-2 0 0,3-2 0 0,3-2 0 0,3 0 0 0,0 0 0 0,3-2 0 0,12-1 0 0,4 0 0 15,2-2 0-15,1 0 0 0,1 0 0 0,0 0 0 0,-1 0 0 0,-2 0 0 16,2 0 0-16,-2 0 0 0,-1-2 0 0,-2 0 0 16,-1 0 0-16,2 2 0 0,-6-1-243 15,0 1-194-15,1 0 74 0</inkml:trace>
  <inkml:trace contextRef="#ctx0" brushRef="#br0" timeOffset="-214362.37">7882 13183 2546 0,'-15'-9'0'0,"-1"3"0"0,-1 3 0 0,1-1 0 0,-3 2 0 0,2 2 0 0,-2 0 0 0,-4 6 0 0,5 8 0 0,1 9 0 0,2 3 170 0,0 6-67 0,5 6 355 15,0 5-215-15,3-2-104 0,7-5-51 0,0 3 96 16,0 0-184-16,4 1 0 0,10-4 0 0,2-2 0 16,2-3 0-16,2 0 0 15,0-1 0-15,1-5 0 0,0-1 0 0,-1-2 0 0,1-3 0 16,-5-4 0-16,0 0 0 0,2-4-238 15,-6-1-64-15,0-6 80 0,1-1 99 0,-2-3-582 16,-1 0 335-16,1-1 157 0,0-11 93 0,-4-7-500 0</inkml:trace>
  <inkml:trace contextRef="#ctx0" brushRef="#br0" timeOffset="-213864.14">8041 13266 2441 0,'4'7'0'0,"1"9"0"0,3-2 0 0,-6 1 0 0,4 4 0 16,-3 8 0-16,3-3 0 0,-1 6 0 0,3 4 0 0,-3-1 0 0,-2 5 115 0,-1-2 298 0,-1 0-179 0,1-5-104 0,-2 1-46 15,0-10 138-15,0-1-93 0,0-4-46 0,0-6-9 16,0-5-68-16,0 0-6 0,0-6 0 0,0 0 0 16,2-4 0-16,0-15 0 0,0-9 0 0,3-2 0 15,3-4 0-15,1-1 0 16,2-3 0-16,3 0 0 0,-1 3 0 0,3 3 0 0,-2 4-30 15,1 3-19-15,-2 10 3 0,1 0 119 16,-3 8-38-16,0 1-18 0,2 5-17 16,-4 1 0-16,1 1 0 0,0 12 0 0,-3 4 0 0,-2 8 0 15,-1 1 0-15,0 0 0 0,-1 0 0 0,-1-1 0 16,0 5 0-16,-2-9 0 0,0 0 0 0,0-5 0 16,0-5 0-16,0-2 0 0,0-5 0 0,0-1 0 15,0-3 0-15,3 0 0 0,-1-12 0 16,1-6 0-16,3-9 0 0,3 0 0 15,1 0 0-15,1-2 0 0,3 1 0 16,0 6 0-16,2-4 0 0,0 7 0 0,-2 2 0 16,2 6 0-16,-2 1 0 0,-2 6 0 0,-1 3 0 15,4 1 0-15,-7 0 0 0,1 7 0 0,-3 8 0 16,-1 4 0-16,0 5 0 0,-2 1 0 0,-1 0 0 16,0 0 0-16,0-2 0 0,-2 1 0 0,2-1 0 15,-2-4 0-15,1 0 0 0,-1-5 0 0,2-2 0 0,0-3 0 16,-2-2 0-16,0-1 0 15,0-2-474-15,0-3-1 0,3-1 210 0,-2 0 119 16,0 0-723-16,1 0 417 0</inkml:trace>
  <inkml:trace contextRef="#ctx0" brushRef="#br0" timeOffset="-213669.85">8809 13500 2850 0,'4'0'0'0,"-2"1"0"0,1 4 0 0,-3 0 0 0,0 5 0 0,0-1 0 0,0 2 0 0,0-2 0 0,-3 4 0 0,-1 0 0 0,-1 0 224 0,0 0 244 0,-1 0-216 16,-3 0-115-16,4-1-137 0,-2-1 0 0,1-4-4 15,1 1 8-15,-3-1-4 0,0 0-567 16,3-2 293-16,-2-3 155 0,2-1 78 0,1-1-789 0,3 0 404 16,1 0 149-1</inkml:trace>
  <inkml:trace contextRef="#ctx0" brushRef="#br0" timeOffset="-213265.75">9048 13247 3349 0,'4'0'0'0,"0"0"0"0,-1 0 0 0,-1 1 0 0,0 11 0 0,-1 0 0 0,1 1 0 0,0 5 0 0,-2 5 0 0,0-2 0 0,0 9 366 0,0-2-164 15,0 2-188-15,0 0-14 0,-4 0 0 0,1-6 0 16,-1 1 0-16,1-3 0 0,1-5 0 0,0-4 0 15,0-2 0-15,2-5 0 0,-2-4 0 0,2 1 0 16,0-3 0-16,0-3 0 0,0-10 0 0,0-10 0 16,4 1 0-16,3-5 0 0,4-1 0 15,1-3 0-15,1 0 0 0,2 1 0 0,0 2-108 0,2 2-10 16,-2-1 41-16,2 5 38 16,-2 5-7-16,0 2 10 0,-1 2-1 0,-1 4 177 15,-3 3-89-15,0 4-44 0,0 2-8 16,-1 0 265-16,-1 0-264 0,-4 12 0 0,3 3 0 0,-5 3 0 15,0 3 0-15,-1 2 0 0,1 2 0 0,-2 2 0 16,0-3 0-16,2-4 0 0,0 3 0 0,0 0 0 16,-1-3 0-16,1-1 0 15,0 0 0-15,2-3 0 0,-1-1 0 0,4-3 0 0,-2 2 0 16,-1-5 0-16,1 0 0 0,3 0 0 16,0-5 0-16,3 2 0 0,0-2-184 0,2-2-239 15,2-1 194-15,2-1-671 0,0 0 422 0,0 0 226 16,1 0 107-16</inkml:trace>
  <inkml:trace contextRef="#ctx0" brushRef="#br0" timeOffset="-213046.63">9645 13501 3118 0,'0'0'0'0,"0"0"0"0,0 0 0 15,0 0 0-15,0 0 0 0,0 5 0 0,0 7 0 0,0-4 0 0,0 6 0 0,0 1 0 0,0 2 643 0,0-2-473 0,0 4-170 0,0-3 0 0,0 2 0 16,0-4 0-16,0 4 0 16,0-5 0-16,-4 0 0 0,-1-3 0 0,-4 0 0 15,1-5 0-15,-2 4 0 0,1-6 0 0,-3-1 0 16,3-2-555-16,0 0 207 0,4 0 40 0,-2 0-445 16,6-8 363-16,1-7 176 0,0-7 90 0</inkml:trace>
  <inkml:trace contextRef="#ctx0" brushRef="#br0" timeOffset="-212779.63">9871 13248 3125 0,'7'-5'0'0,"-1"3"0"0,-1-1 0 0,-3 0 0 0,1 1 0 0,-3 2 0 0,1 0 0 0,-1 0 0 0,1 0 0 0,1 7 0 0,0 6 447 0,3 6-205 15,-3 5-125-15,-1 6-117 0,-1 3 0 0,0 9 0 16,0 2 0-16,0 2 0 0,0 3 0 0,0-6 0 15,0 11 0-15,0-3 0 0,0 0 0 0,0-1 0 16,-1-5 0-16,-1-6 0 0,-3 7 0 0,1-4 0 16,-1-2 0-16,0-7 0 0,-3 3 0 0,1-1 0 15,0-3 0-15,-3-4 0 16,1-7 0-16,0-3 0 0,0-4 0 0,2-6 0 16,0-5 0-16,-3-3-742 0,2 0 350 0,1-5 178 15,0-21-459-15,0-4 309 0,4-18 169 0</inkml:trace>
  <inkml:trace contextRef="#ctx0" brushRef="#br0" timeOffset="-212554.52">9820 13289 2607 0,'11'-16'0'0,"6"5"0"0,0 2 0 0,-2 1 0 0,1 3 0 0,2 0 0 0,3 3 0 0,-1 2 0 0,1 0 0 0,5 0 0 0,-6 10 660 15,1 4-312-15,-5 1-146 0,2 5-88 0,-4-1-114 16,-5 3 0-16,-4 4 0 0,-3-3 0 0,-2 7 0 15,0-2 0-15,-9 1 0 0,-7-3 0 0,0 0 0 16,-1-7 0-16,-5 4 0 0,-1-7 0 0,0-3 0 16,4-3 0-16,-3 0 0 0,1-7 0 0,5 1 0 15,-1-4 0-15,7 0 0 16,-1 0 0-16,0-1-92 0,7-5-797 0,1-11 431 16,3-4 211-16,0-3-622 0</inkml:trace>
  <inkml:trace contextRef="#ctx0" brushRef="#br0" timeOffset="-212331.41">10180 13174 3080 0,'19'-8'0'0,"9"7"0"0,-7-2 0 0,4 2 0 0,-3 1 0 0,-1 0 0 0,5 13 0 0,-1 1 0 0,-2 6 0 0,2 4 0 0,-2 4 756 16,-2 2-661-16,1 9-95 0,-5 0 0 0,-2 0 0 0,-4 2 0 0,-3 1 0 15,-6-3 0-15,-2 14 0 0,0-9 0 16,-13 3 0-16,-8-2 0 0,-4 1 0 0,1-9 0 0,-10 7 0 15,0-9 0-15,0-4 0 0,1-2 0 16,6-10 0-16,3-2 0 0,4-7 0 0,2 0 0 0,7-6 0 16,1 0 0-16,5-4 0 15,1 0 0-15,4 0-473 0,0 0 130 0</inkml:trace>
  <inkml:trace contextRef="#ctx0" brushRef="#br0" timeOffset="-212152.84">10804 13998 3931 0,'2'0'0'0,"5"0"0"0,4 2 0 0,-6-2 0 0,-3 0 0 0,-2 0 0 0,1 1 0 0,-1-1 0 0,0 0 0 0,0 0 0 0,0 0 0 0,0 0 0 15,0 0 0-15,0 0 0 0,-1 0 0 0,-8 0 0 16</inkml:trace>
  <inkml:trace contextRef="#ctx0" brushRef="#br0" timeOffset="-202527.08">6577 13654 368 0,'-3'0'0'0</inkml:trace>
  <inkml:trace contextRef="#ctx0" brushRef="#br0" timeOffset="-202358.56">6566 13648 3397 0,'0'4'0'0,"0"8"0"0,0 4 0 0,0 7 0 0,0 2 0 0,0 5 0 0,0 1 0 0,2 4 0 0,7 0 0 0,-2 1 0 0,0-2 135 0,3 0 220 0,1-2-311 15,-2-1-44-15,-2 0 0 0,1-2 0 0,-2-4 0 16,-2 1 0-16,-1-5 0 16,-1 0 0-16,1-5 0 0,-3 2 0 0,0-5 0 0,0-5 0 0,0 1 0 15,0-4 0-15,-5-5 0 16,2 4 0-16,-3-4 0 0,-2 0 0 0,1 0 0 0,1-4 0 15,-1-4 0-15,3-3 0 0,0 0 0 16,4-3 0-16,0 4-613 0,0 2-57 0</inkml:trace>
  <inkml:trace contextRef="#ctx0" brushRef="#br0" timeOffset="-200774.96">13118 13245 2698 0,'-19'0'0'0,"3"0"0"0,0 0 0 0,3 0 0 0,6 0 0 0,1 0 0 0,4 0 0 0,2 0 0 0,0-2 0 0,10-1 0 0,12-2 464 0,4 0-213 15,6 2-107-15,2-1 230 0,6 0-374 0,6 0 0 16,-2 1 0-16,3 3 0 0,-2-3 0 0,2 2 0 16,-6-1 0-16,11-1 0 15,-6 2 0-15,-3-3 0 0,-2 1 0 0,-5-1 0 0,0 0 0 16,-4 0 0-16,-4 0 0 0,0-1 0 0,-8 1 0 16,-1-1-660-16,-2-1 272 0,-3 1 180 0,-5 1 85 15,-2-2-524-15,-2-1 304 0,-4 0 154 0,1-4 67 16,-2-2-388-16</inkml:trace>
  <inkml:trace contextRef="#ctx0" brushRef="#br0" timeOffset="-200567.36">13734 12919 2203 0,'-23'-9'0'0,"2"4"0"0,0 1 0 0,3 3 0 0,7-1 0 0,4 0 0 0,1 2 0 0,6 0 0 0,0 0 0 0,6 0 0 0,14 2 512 16,5 4-237-16,1 0-111 0,4 3-67 0,2 4 156 15,0-2-108-15,2 1-54 0,-2 2 100 0,-2 1-191 16,-4 1 0-16,-3 0 0 0,-7-2 0 0,-2 6 0 15,-5-1 0-15,-5 2 0 0,-4 3 0 0,0-2 0 16,-6 3 0-16,-11-1 0 0,-1 0-9 0,-3 0-38 16,-2 3 4-16,1-4-663 15,1 1 315-15,0-3 176 0,7-4-235 0,-2 3 212 16,1-1 100-16,4 0 50 0</inkml:trace>
  <inkml:trace contextRef="#ctx0" brushRef="#br0" timeOffset="-200184.04">13702 13604 2270 0,'-2'5'0'0,"-1"-1"0"0,1-2 0 0,-3-2 0 0,0 0 0 0,1 0 0 0,1 0 0 0,-1-6 0 0,2-5 0 0,0 0 0 0,1-2 289 0,-3 0-116 0,2-1-73 16,-3 3-31-16,-2 0-21 0,0 1-12 0,-2 1 1 16,-5 4-12-16,0 4 12 0,-4-3-1 0,-2 4 1 15,-4 0 92-15,1 4-46 0,2 4-14 0,-5 5-9 16,2-2 158-16,3 4-91 0,6-3-45 0,-2 3-76 15,2 0-6-15,5-2 0 0,5 0 0 0,5-2 0 16,0 3 0-16,0-2 0 16,5 4 0-16,14-1 0 0,0 0 0 0,3 0 0 15,3-2 0-15,1 2 0 0,1 2 0 0,-2-2 0 16,-2 0 0-16,-5-2 0 0,4 5 0 0,-9-3 0 16,-2 1 0-16,-1 3 0 0,-6-2 0 0,-3 1 0 15,-1-1 0-15,0 1 0 0,-7-4 0 0,-7 3 0 16,-4-1 0-16,-1-4 0 0,0-3 0 0,-1 0 0 15,-3-3 0-15,0-2 0 0,3-1 0 0,-1-3 0 16,2 0 0-16,3 0 0 0,2 0 0 0,0-3 0 16,6 2 0-16,0-5 0 0,4 1 0 15,4-3 0-15,0 2-498 0,0-2 13 16,12 2 223-16,5-3 113 0,5 2-730 0,-2 0 412 16</inkml:trace>
  <inkml:trace contextRef="#ctx0" brushRef="#br0" timeOffset="-199915.82">13890 13768 3913 0,'0'5'0'0,"0"2"0"0,0 1 0 0,0-1 0 0,-2 1 0 0,0 2 0 0,1-1 0 0,1 2 0 16,0 2 0-16,0 2 0 0,0 2 18 0,3 1-18 0,4 1 0 0,-1 2 0 0,0 4 0 15,0 0 0-15,-3-5 0 0,1 3 0 0,0 0 0 16,-2-2 0-16,-1 1 0 0,1-4 0 0,0-3 0 15,-2-4 0-15,0 1 0 0,0-5 0 0,0-3 0 16,0-3 0-16,0 1 0 0,0-2 0 16,0 0 0-16,0 0 0 0,0 0 0 0,0 0 0 0,0 0 0 15,-4-3 0-15,3-1 0 16,-1-2 0-16,2 2 0 0,0 1 0 0,0-3-51 16,0 0-332-16,0 1 175 0,0-1 79 0,3 0-464 15,3 1 278-15</inkml:trace>
  <inkml:trace contextRef="#ctx0" brushRef="#br0" timeOffset="-198716.35">14378 13478 2643 0,'-3'-3'0'0,"1"3"0"0,0 0 0 0,2 0 0 0,-2 0 0 0,1 0 0 0,1 5 0 0,0 2 0 0,0 1 0 0,0-1 0 0,0 2 286 0,0 1-124 0,1-2-63 16,5-1 143-16,1-2-108 0,2 4-48 0,1-6 141 16,-1 3-175-16,0-2-52 0,-1-2 0 0,0-1 0 15,-1-1 0-15,-3 0 0 0,0 0 0 0,-3 0 0 16,1 0 0-16,-2 0 0 0,0 0-94 0,0 0-4 15,0-1 13-15,-5-3 52 0,-3 2-592 16,1-2 299-16,1 2 145 0,0 0-187 0,3 2 165 16,1 0 84-16,2 0 31 0,0 0-496 0</inkml:trace>
  <inkml:trace contextRef="#ctx0" brushRef="#br0" timeOffset="-198450.26">14717 13269 3539 0,'-18'0'0'0,"6"0"0"0,2 3 0 0,0-2 0 0,5-1 0 0,3 0 0 0,0 0 0 0,2 0 0 0,0 0 0 0,13 0 0 0,12 0 220 0,1-1-92 0,4-3-84 15,2-2-44-15,2-3 0 16,3 4 0-16,1-2 0 0,0 1 0 0,-1 3 0 15,2-2 0-15,0-1 0 0,-2 0 0 0,-2 0 0 16,-1 3 0-16,-2-1 0 0,-4 0 0 0,-5 2 0 31,-3-1-135-31,-1 1-45 0,-6-1-21 0,1 2-596 0,-5-1 380 0,0 2 190 0,-3-2 85 0</inkml:trace>
  <inkml:trace contextRef="#ctx0" brushRef="#br0" timeOffset="-198243.07">15159 13000 2740 0,'-7'0'0'0,"4"0"0"0,1 0 0 0,2 0 0 0,0 0 0 0,0 0 0 0,7 0 0 0,10 0 0 0,5 0 0 0,1 5 0 0,3 2 118 0,-1 1 165 0,-3 1-112 16,8 2-72-16,-4 3-30 0,-3-2 100 0,0 2-66 0,-3 1-32 16,-3-2-149-16,1 4 54 0,-7 0 31 15,-2 2-1-15,-6-1-282 0,-1 1 156 16,-2 1 89-16,0 0-489 0,-5 0 209 0,-8 2 152 15,-3-1-15-15,-2 0-401 0,-3 2 259 0,0 1 144 16,-5-2 67-16</inkml:trace>
  <inkml:trace contextRef="#ctx0" brushRef="#br0" timeOffset="-197821.69">15158 13635 1854 0,'1'2'0'0,"1"-2"0"0,0 0 0 0,0 0 0 0,-2 0 0 0,0 0 0 0,0-3 0 0,0-5 0 0,0 1 0 16,0 0 0-16,0-3 91 0,0 0 139 0,-4 3-97 0,-1-2-47 0,-1 1 32 16,1 1-45-16,-2-1 1 0,-3 2-37 0,-1 0 59 15,-1 3-29-15,-1 1 10 0,0 0-40 0,-2 0 48 16,-2 2 0-16,0 0-47 0,-2 2 147 0,3 8-64 16,-2 1-46-16,2 4 0 15,-2 0 154-15,6 2-164 0,0-1-65 0,3 0 0 16,3 1 0-16,4-2 0 0,2 2 0 0,0-2 0 15,2 0 0-15,9 0 0 0,5-2 0 0,4 2 0 16,1 0 0-16,3-4 0 0,3 1 0 0,-4-2 0 16,7 4 0-16,-5-3 0 0,-2 5 0 0,-2-4 0 15,-5 4 0-15,0 1 0 0,-5-2 0 0,-2 5 0 16,-5-1 0-16,-2 0 0 0,-2-3 0 0,0 3 0 16,-3-3 0-16,-9-4 0 0,-5 3 0 15,-4-2 0-15,-3-3 0 0,-3-4 0 16,-3 0 0-16,-2-5 0 0,2-1 0 0,-2 0 0 15,0 0 0-15,1-1 0 0,-1-9 0 0,3 1 0 16,3-3 0-16,6 3 0 0,3-2 0 0,6 1 0 16,2 1 0-16,4-1 0 0,5 0 0 0,0 1 0 15,8 2-883-15,10 0 288 0,7 1 284 0,3 0 136 16</inkml:trace>
  <inkml:trace contextRef="#ctx0" brushRef="#br0" timeOffset="-196924.7">15869 13429 2932 0,'0'0'0'0,"0"0"0"0,0 0 0 0,0 1 0 0,6 2 0 0,2-1 0 0,3 0 0 0,3-2 0 0,0 0 0 0,4 0 0 0,-2 0 532 0,3 0-247 0,-1 0-115 15,1 0-158-15,1 0-12 0,-2 0 0 0,3 0 0 16,-3-2 0-16,1 0 0 0,0-1 0 0,0 2 0 16,-2-1 0-16,-1 2 0 0,0-2 0 0,-4 2 0 15,2 0 0-15,-3 0 0 0,-4 0-133 0,2 0-240 16,-2 0 104-16,-3 0 109 0,-3 4-662 0,1 4 392 16,-2 1 196-16</inkml:trace>
  <inkml:trace contextRef="#ctx0" brushRef="#br0" timeOffset="-196664.47">15972 13716 3229 0,'-18'7'0'0,"7"5"0"0,1-2 0 0,1-4 0 0,2-1 0 0,3 1 0 0,4-3 0 0,0 1 0 0,0 0 0 0,4 0 0 0,10 1 161 0,6-1-62 0,4-2 343 15,1 1-442-15,7 0 0 0,-2-2 0 0,2-1 0 16,0 2 0-16,1-2 0 0,-1 1 0 0,2-1 0 15,0 0 0-15,-3 0 0 0,-2 0 0 0,-8 0 0 16,1 0 0-16,-5 0 0 16,-6 0 0-16,-1 0 0 0,-5 0 0 0,-1 0 0 0,-2 0 0 0,-2 0 0 15,0 0 0-15,0 0 0 0,0 0 0 0,-2-1 0 16,-2-1 0-16,-1 1 0 0,0-2 0 0,0 1-82 16,1 1-331-16,0-1 188 15,3 0 85-15,-5 2-958 0</inkml:trace>
  <inkml:trace contextRef="#ctx0" brushRef="#br0" timeOffset="-194287.39">17237 13501 1692 0,'-8'-1'0'0,"0"-4"0"0,1-3 0 0,0 1 0 0,1-2 0 0,2-3 0 0,0-1 0 0,4-3 0 0,0 2 0 0,0-2 0 0,0-4 138 0,4 2-50 0,6-1 133 0,4-5-92 15,2 8-36-15,2-2-10 0,3 1 92 16,0 2-68-16,1 3-35 0,-3 4-1 0,2 5 91 0,-1 1-67 16,1 2-29-16,-2 0 0 31,-1 0 36-31,1 13-33 0,-2-1 1 0,-2 10-9 0,-2-1-24 0,-3-1 0 0,-3 7-40 0,-1-1 1 15,-4-2 48-15,-2 10-9 0,0-2-60 0,-8 2 31 0,-9 5-1 16,1-3 30-16,-3-4-20 0,-8 5-8 0,2-2-4 16,4-9 83-16,-6-1-36 0,-1-1-33 0,0-7-19 15,1-4 0-15,-1-2 0 0,2-5 0 0,6-5 0 16,-1-1 0-16,1 0 0 16,6 0 0-16,7 0 0 0,-2 0 0 0,4 0 0 15,5-1 0-15,0-4 0 0,0 2 0 0,15-1 0 16,8 1 0-16,1 1 0 0,6-1 0 0,2 2 0 15,2-1 0-15,2 0 0 0,0 2 0 0,-3 0 0 16,1 0 0-16,-2 0 0 0,0 0 0 0,-4 0 0 16,-7 4 0-16,1 0 0 0,-1 1 0 0,-4-1 0 15,-4-1 0-15,-2 2 0 0,1-4 0 16,-5 2 0-16,0-3-148 0,1 0 64 16,-2 0-754-16,-1 0 400 0,3 0 201 0,-3-9-218 15,5-9 199-15,-4-8 115 0</inkml:trace>
  <inkml:trace contextRef="#ctx0" brushRef="#br0" timeOffset="-193706.07">17795 13347 2492 0,'3'-2'0'0,"1"0"0"0,1 2 0 0,-1 0 0 0,2 0 0 0,0 9 0 0,-1 7 0 0,-1-2 0 0,3 11 0 0,-3-2 0 0,-2 6 184 0,-1 2 311 0,-1 0-229 15,0 1-105-15,0 2-67 0,0-2 145 0,-1-3-239 16,-3-5 0-16,0-2 0 0,1-3 0 0,1-6 0 15,-2-2 0-15,4-5 0 0,-2-2 0 0,2-4 0 16,-1 0 0-16,1-2 0 0,0-10 0 0,0-7 0 16,1-5 0-16,5 0 0 0,1-1 0 0,5-4 0 15,-1 2 0-15,2 1 0 0,2-1 0 0,0 6 0 16,-1 3 0-16,2 1 0 16,-1 2 0-16,2 6 0 0,-2 0 0 0,0 5 0 15,0 2 0-15,-2 2 0 0,1 0 0 0,-1 3 0 16,0 9 0-16,-4 5 0 0,0-1 0 0,-3 1 0 15,0 4 0-15,0 6 0 0,-4-1 0 0,-1-2 0 16,1 4 0-16,-2-2 0 0,0-3 0 0,0 0 0 16,0-3 0-16,0-5 0 0,0-2 0 0,0-2 0 15,0-5 0-15,0-2 0 0,0-2 0 0,0-2 0 16,0 0 0-16,0-3 0 0,8-14 0 0,3-5 0 16,2 0 0-16,2-2 0 15,2-2 0-15,0-1 0 0,0 3 0 0,0 1 0 16,-2 6 0-16,0-2 0 0,2 6 0 0,-2 2 0 15,-2 3 0-15,-2 4 0 0,2 3 0 0,-3 1 0 16,1 0 0-16,0 1 0 0,-2 11 0 0,-1 5 0 16,0 2 0-16,-1 1 0 0,0 7 0 0,-1-1 0 15,0 2 0-15,2-1 0 0,-5-7 0 0,3 5 0 16,-3 1 0-16,1-4 0 16,0-1 0-16,-2-3 0 0,0 0 0 0,0-5 0 15,-2 0 0-15,0-6 0 0,0 1 0 0,0-4 0 16,0-2 0-16,0 0 0 0,0-2 0 0,0 0 0 15,0 0 0-15,0 0 0 0,0 0 0 0,0 0 0 16,0 0 0-16,-2-2 0 0,0-2 0 0,2-1 0 16,0-1-923-16,0-2 375 0,0 0 261 0,0-2-511 15,6 0 380-15,3-4 191 0</inkml:trace>
  <inkml:trace contextRef="#ctx0" brushRef="#br0" timeOffset="-193452.8">18542 13630 2357 0,'0'-4'0'0,"0"0"0"0,0 1 0 0,-2 2 0 0,2-2 0 0,0 1 0 0,0 2 0 0,0 0 0 0,0 0 0 0,5 0 0 0,6 0 202 0,-1 0-88 0,3 0 551 15,3 0-314-15,0 0-157 0,3 0-146 0,6 5-48 16,-3-2 0-16,4 1 0 16,1-1 0-16,1 1 0 0,-5-4 0 0,7 2 0 15,-6-1 0-15,-4-1 0 0,3 2 0 0,-5-2 0 16,-4 0 0-16,-1 0 0 0,-3 0 0 0,-3 0 0 15,0 0 0-15,-3 0 0 0,-2 0 0 0,0-3 0 16,0-3 0-16,-2 0 0 0,0-1 0 0,0-1 0 16,0 1 0-16,0-1-808 0,0 3 346 0,0-3 212 15,0 5 107-15,0-3-323 0</inkml:trace>
  <inkml:trace contextRef="#ctx0" brushRef="#br0" timeOffset="-192954.45">19183 13403 2981 0,'0'-2'0'0,"-2"1"0"0,0-4 0 0,-2 3 0 0,2 0 0 0,2 1 0 0,0-1 0 0,0 2 0 0,0 0 0 0,2 0 0 0,4 5 127 0,1 9 387 0,-2 1-229 0,3 8-261 15,-2 0-24-15,-2 0 0 0,-2 5 0 0,-1-1 0 16,1-1 0-16,-2 6 0 0,0-4 0 0,0-2 0 15,0 1 0-15,0-7 0 0,0 1 0 16,0-2 0-16,0-6 0 0,-2-3 0 16,2-4 0-16,-1-1 0 0,1-4 0 0,0-1 0 0,-2 0 0 0,2 0 0 15,0-7 0-15,0-8 0 0,0-6 0 0,2-5 0 16,5-5 0-16,2-2 0 16,5-1 0-16,-2 0 0 0,4 1 0 0,-2 2 0 15,2 1 0-15,-1 4 0 0,0 4 0 0,-2 3 0 16,1 1 0-16,0 2 0 15,-1 3 0-15,1 4 0 0,-4 1 0 0,2 2 0 16,1 3 0-16,0 1 0 0,-1 2 0 0,-1 0 0 16,2 0 0-16,-2 9 0 0,0 4 0 0,1 2 0 0,-3 2 0 15,0 8 0-15,-1-1 0 0,-2 2 0 16,-2 4 0-16,-1 2 0 0,1 2 0 0,-2-2 0 16,-1 2 0-16,-1-2 0 15,0-2 0-15,0-3 0 0,0-3 0 0,0-2 0 0,0-3 0 0,0-6 0 16,0-1 0-16,0-6 0 0,0 0 0 0,0-4 0 15,0-2 0-15,0 0 0 0,0 0 0 0,0 0 0 16,0 0 0-16,0 0 0 0,0-2 0 0,0-4 0 16,-1 3 0-16,-3-3 0 15,2 3 0-15,0 0 0 0,-1 2 0 0,-3-1-288 0</inkml:trace>
  <inkml:trace contextRef="#ctx0" brushRef="#br0" timeOffset="-192533.25">19811 13388 3171 0,'-11'-2'0'0,"6"2"0"0,1 0 0 0,3 0 0 0,1 0 0 0,0 0 0 0,0 0 0 0,7 0 0 0,13 0 0 0,4 0 0 0,8 0 134 0,12 0 447 0,-1-2-536 0,1 0-45 16,2 0 0-16,0 2 0 0,-7 0 0 16,7 0 0-16,-10 0 0 0,0 0 0 0,-2 0 0 15,-4 0 0-15,-5 4 0 0,-3 0 0 0,-5-1 0 0,-6 1 0 16,-2 2-140-16,-4-2-7 16,-4 1 81-16,-1-1-748 0,0 0 390 0,-3-2 194 15,-9-2 97-15,-3 0-500 0,0 0 290 0</inkml:trace>
  <inkml:trace contextRef="#ctx0" brushRef="#br0" timeOffset="-192346.75">20170 13134 2528 0,'-5'-5'0'0,"0"3"0"0,0 0 0 0,3 2 0 0,2 0 0 0,0 2 0 0,0 11 0 0,0 2 0 0,0 8 0 0,7-3 0 0,2 10 208 0,-4 0-86 0,2 4 503 15,0 0-295-15,-5-1-212 0,-1 3-118 0,1-1 0 16,0 3 0-16,-2-4 0 0,0 0 0 0,0-2 0 15,0 0 0-15,-2-4 0 0,0 1-316 0,1-9 6 16,-4 3 173-16,5-5 86 0,0-3-391 0,0-3 78 16,0-4 168-16,0-3-548 0</inkml:trace>
  <inkml:trace contextRef="#ctx0" brushRef="#br0" timeOffset="-192023.95">20623 13114 3899 0,'2'-8'0'16,"4"4"0"-16,-3 2 0 0,-1-3 0 0,0 3 0 0,0 2 0 0,0 0 0 0,1 0 0 0,2 9 0 0,0 7 0 0,3 6 32 0,-5 3-32 0,3 6 0 0,-1 11 0 0,-3-5 0 16,3 14 0-16,-4-2 0 0,1 5 0 0,0 1 0 0,0 2 0 15,0 2 0-15,-1 7 0 0,1-6 0 0,0-7 0 16,-2 2 0-16,0 2 0 0,0-2 0 15,0-5 0-15,0 1 0 0,0-2 0 0,0-2 0 16,0-4 0-16,0-8 0 0,0 1 0 0,0-3 0 16,-2-8 0-16,-1-1 0 0,-1-4 0 15,-1-3 0-15,-2-4 0 0,2-2 0 16,-1-3 0-16,1-2 0 0,-3-5 0 0,0-1-120 16,-1 0-210-16,2 0 148 0,0-11 72 0,0-12-563 15,2-5 318-15,1-7 151 0,2-14 89 0,2-4-528 16,0-15 303-16</inkml:trace>
  <inkml:trace contextRef="#ctx0" brushRef="#br0" timeOffset="-191738.05">20652 13115 3334 0,'1'-14'0'0,"5"3"0"0,1-2 0 0,2-2 0 0,1 4 0 0,3 5 0 0,4 0 0 0,2 3 0 0,7 3 0 0,2 0 0 0,1 0 207 16,1 14-86-16,0-2 148 0,0 8-269 0,-2-1 0 15,-2 1 0-15,-4 3 0 16,-3 1 0-16,-6 3 0 0,-5-3 0 0,-4 8 0 0,-4 0 0 16,0-1 0-16,-7 2 0 0,-12-3 0 15,-4 0 0-15,-2-2 0 0,0-2 0 0,-2-3 0 16,-1-5 0-16,0-2 0 0,5-8 0 0,-7 2 0 16,7-6 0-16,3-4 0 15,-1 0 0-15,7 0 0 0,-2-2 0 0,5-6 0 0,3-4 0 0,4-2 0 16,4 0-278-16,0-1-128 0,0-1 176 15,9 0-295-15,5 0 245 0,7-1 122 0,1 2 61 0,1-1-645 16</inkml:trace>
  <inkml:trace contextRef="#ctx0" brushRef="#br0" timeOffset="-191561.57">21089 13238 3061 0,'9'0'0'0,"0"0"0"0,0 0 0 0,-2 0 0 0,-2 0 0 0,4 0 0 0,3 0 0 0,-1 0 0 0,5 2 0 0,0-2 0 0,3 1 258 0,1 1-103 15,5-2 302-15,-1 2-457 0,1 0 0 0,1-2 0 16,3 0 0-16,-6 1 0 0,6-1 0 0,-3 3 0 16,-5-3 0-16,2 2 0 0,-3-2 0 0,-6 4-191 15,0-1 104-15,-5 1 61 0,-2 4-1084 0,-6 0 538 16,-1 4 268-16,0-3 125 0,-19 4-553 0</inkml:trace>
  <inkml:trace contextRef="#ctx0" brushRef="#br0" timeOffset="-191378.08">21176 13540 3451 0,'-14'10'0'0,"3"-1"0"0,4-3 0 0,0-3 0 0,5 1 0 0,2 0 0 0,0-3 0 0,0 4 0 0,14 0 0 0,8-1 0 0,1 0 480 0,1-1-480 16,5-1 0-16,1-2 0 0,0 0 0 0,0 0 0 0,2 0 0 0,-6 0 0 16,3 0 0-16,-9 0 0 0,4-2 0 0,-5 0 0 15,-2 1-130-15,-2-2 55 0,0 2 55 16,-2-1-1028-16,2 0 497 0,1 0 262 15,0-1-442-15,5-5 348 0,2-5 174 0</inkml:trace>
  <inkml:trace contextRef="#ctx0" brushRef="#br0" timeOffset="-191004.26">21844 13362 2997 0,'1'-8'0'0,"1"5"0"0,0 0 0 0,-2 3 0 0,0 0 0 0,0 0 0 0,-5 0 0 0,-3 3 0 0,-1 5 0 0,1 6 0 0,1 1 147 16,3 4 514-16,-1 4-535 0,5-1-126 0,0 6 0 15,0-2 0-15,3 2 0 0,8 1 0 0,5-3 0 16,5-2 0-16,-1-3 0 16,6-1 0-16,4-4 0 0,4-7 0 0,1-1 0 0,2-7 0 0,0-1 0 15,-1 0 0-15,-1-1 0 0,-3-11 0 16,-2 1 0-16,-7-1 0 0,0 0 0 0,-5-2 0 0,-1 1 0 16,-6 0 0-16,-2 0 0 0,0-2 0 0,-6-4 0 15,-1-2 0-15,-2-3 0 16,0-2 0-16,0-3 0 0,-12-2 0 0,-2-1 0 15,-2-2 0-15,-2-3 0 0,-1 7 0 0,-4 1 0 16,1 2 0-16,-4 6 0 0,1 4 0 16,-1 4 0-16,-3 3 0 0,6 4 0 0,-5 5 0 0,3-2 0 15,0 3 0-15,1 0 0 0,6 8 0 0,-2 4 0 16,3-1 0-16,4 4 0 0,1 0 0 16,-2 2 0-16,5 1 0 0,0 3 0 0,0 0 0 0,4 1 0 15,1 1 0-15,3 0 0 16,1 2 0-16,0-2-196 0,0 6-163 0,0 1 151 15,0 1-551-15,0-1 363 0</inkml:trace>
  <inkml:trace contextRef="#ctx0" brushRef="#br0" timeOffset="-190845.25">22424 13918 3306 0,'0'0'0'0,"0"0"0"0,0 0 0 0,0 3 0 0,0 1 0 0,-13 0 0 0,3 0 0 0,-1-4 0 0,1 0 0 0,-1 0 0 0,4 0-114 0,4 0 60 0</inkml:trace>
  <inkml:trace contextRef="#ctx0" brushRef="#br0" timeOffset="-148613.25">6046 14619 3343 0,'-10'0'0'0,"6"0"0"0,3 0 0 0,1 0 0 0,0 0 0 0,0 2 0 0,10 4 0 0,12-2 0 0,7 2 0 0,5-4 0 0,3-1 315 0,12 2-144 0,-4-2-69 16,0-1-102-16,2 0 0 0,0 0 0 16,-9 0 0-16,9 0 0 0,-6 0 0 0,-6 0 0 0,4 0 0 15,-8 0 0-15,-7 0 0 16,1 0 0-16,-9 0 0 0,-4 0-41 0,-2 2-15 15,-7-2-49-15,-1 0-644 0,-2 0 361 0,0 0 177 16,-10-2-472-16,-5-8 324 0,0-5 162 0</inkml:trace>
  <inkml:trace contextRef="#ctx0" brushRef="#br0" timeOffset="-148411.71">6362 14304 3028 0,'-10'0'0'0,"5"4"0"16,-1 6 0-16,4 3 0 0,-1 1 0 0,3 4 0 0,0 0 0 0,0 7 0 0,4-2 0 0,5 5 0 0,0 2 233 0,-1-1-99 0,2 6-49 0,-4-4 325 0,3 3-369 16,-1-2-41-16,-3 4 0 15,-2-2 0-15,1-1 0 0,-1-1 0 0,-1-1 0 0,0-2-268 0,-2-1 62 16,0-8 121-16,0 0-538 0,0-7 244 0,0-5 110 16,0-4-343-16,0-4 288 15,0-4 144-15,0-21 73 0,0-6-196 0</inkml:trace>
  <inkml:trace contextRef="#ctx0" brushRef="#br0" timeOffset="-148090.84">6495 14325 2287 0,'6'-6'0'0,"1"5"0"0,4 1 0 0,-5 1 0 0,0 13 0 0,-1 3 0 0,4 5 0 0,-4 0 0 0,1 3 0 0,-3-3 0 0,4 10 114 16,-7-2 199-16,2 3-139 0,-2-4-69 0,0 3-241 15,0 0 94-15,0 0 35 0,-7 0-1 0,-5 0-292 16,-4 0 167-16,-2-3 85 15,-5 1-161-15,-2-5 88 0,-5-2 70 0,0-5-65 16,0-3 48-16,2-3-17 0,3-6 17 0,0-3 8 16,0-1 275-16,4-2-125 0,5 0-63 0,7 0 510 15,0 0-271-15,6 0-81 16,3 0 411-16,0 0-281 0,5-2-156 0,18-1-159 0,2-1 0 0,5 0 0 16,3 1 0-16,4-1 0 0,5 0 0 15,-7-2 0-15,5 2 0 0,-1 0 0 16,-1 1 0-16,0 0 0 0,-7 0 0 0,-1 1 0 15,-5 1 0-15,-2 1 0 0,-7 0 0 0,-2 0-180 16,-5 0 70-16,-2 0-2 0,-5 0-790 16,-2 3 438-16,0 5 215 0,-2-3 106 0,-10 0-534 0</inkml:trace>
  <inkml:trace contextRef="#ctx0" brushRef="#br0" timeOffset="-147923.39">6371 14989 2610 0,'-7'12'0'0,"1"3"0"0,0-2 0 0,3 1 0 0,-3 1 0 0,3 1 0 0,-1 1 0 0,0 0 0 0,2 2 0 0,-2 0 0 0,4-2 468 0,-2-1-217 0,2 2-99 15,0-3-270-15,0-1 76 0,0-1 38 0,0-3 1 16,0-3-552-16,0-1 304 0,0-4 139 16,2-2 73-16,6 0-745 0,1-6 385 0</inkml:trace>
  <inkml:trace contextRef="#ctx0" brushRef="#br0" timeOffset="-147769.02">6448 15082 2999 0,'6'-1'0'0,"0"1"0"0,-2 0 0 0,-1 0 0 0,3 2 0 0,-1 6 0 0,3 0 0 0,1 2 0 0,2 2 0 0,-1 1 0 0,-1 2 205 0,2 0-85 0,2 0 146 16,-5 1-115-16,3-1-49 0,1 0-167 16,-3-1 50-16,0 2 25 0,1-3 0 15,1-4-578-15,-6-2 311 0,2-1 141 0,-2-2 76 16,1-4-706-16,1 0 373 0,-1-2 73 0</inkml:trace>
  <inkml:trace contextRef="#ctx0" brushRef="#br0" timeOffset="-146981.95">6869 14457 3137 0,'5'-6'0'0,"3"3"0"0,0 0 0 0,1-2 0 0,4 1 0 0,1 0 0 0,2 1 0 0,6-5 0 0,3 2 0 0,4 1 0 0,1-4 164 16,4 2-65-16,1-1-143 0,7-1 34 16,-3 0 24-16,-7 4-351 0,2-1 186 0,-6 2 102 0,0 2 38 15,-6 1-352-15,-2-1 199 0,-8 2 99 0,0 0-48 16,-6 0-133-16,-5 0 68 0,1 3 72 0,-2-1 35 16,0 2-74-16,-3-2 55 0,-7 0 19 0,0-2 81 15,-3 0-22-15,4 0-1 0,-4 0-22 16,5 0 181-16,-4 0-100 0,0 0-35 0,1 0 295 15,-1 4-137-15,-1 1-90 0,0 4 3 0,0 1 133 16,-2 2-49-16,1 6-66 0,-4 0 207 0,-1 3-135 16,1 2-69-16,-1 1-25 0,0 1 237 0,0 1-140 15,0 1-70-15,2 1 101 16,1 0-206-16,2-2 0 0,2 2 0 0,5-1 0 16,-1 1 0-16,1-1 0 0,5 0 0 0,1-3 0 15,1 6 0-15,0 0 0 0,0-5 0 0,0 1 0 0,1-5 0 16,3 3 0-16,4-1 0 15,-3-2 0-15,-1-1 0 0,0-1 0 0,0-3 0 16,-3-4 0-16,3 3 0 0,-2-4 0 0,1-1 0 16,-3-5 0-16,0-1 0 0,0 0-36 0,0-2-172 15,0-2 77-15,0 0-277 0,-3-2 186 0,-1-7 94 16,-1-6 37-16,2-9-136 0,-3-2 96 0,2-2 48 16,-1-5-237-16,-2-2 142 0,2 0 63 0,2 2 44 15,0 2-39-15,1 9 37 0,2-3 0 0,0 7 38 16,0 4 294-16,0-1-142 15,0 4-76-15,5 2-39 0,8 1 535 0,-1 1-282 16,5 2-70-16,2-3-94 0,6 2 283 0,2 0-170 16,3 1-84-16,3 0 214 0,1 3-213 0,1-5-121 15,2 1 0-15,2 3 0 0,-4-2 0 0,0-1 0 16,0 2 0-16,-5 1 0 0,-2 0 0 0,-6 2 0 16,-3-2 0-16,0 3 0 0,-5 0 0 15,-3 0 0-15,-2 0 0 0,-4 0 0 0,0 4 0 16,-3 0 0-16,1 2 0 0,-2 0 0 0,1 1 0 15,-2 0 0-15,0 5 0 0,3-4 0 0,-1 6 0 16,-1 2 0-16,1 0 0 0,2 1 0 0,-1 4 0 16,1 1 0-16,2 4 0 0,-3-1 0 15,4 2 0-15,-4-4 0 0,1 6 0 16,-1-4 0-16,1 6 0 0,-2-5 0 0,0 2 0 16,0 0 0-16,0-1 0 0,-2-2 0 0,0-2 0 15,0 1 0-15,0-2 0 0,0-3 0 0,0-3 0 16,-4-2-176-16,-4-1 51 0,3-6-480 0,0 1 285 15,-5-5 143-15,0-3-361 0,-2 0 243 0,-2 0 134 16,0-5 63-16,-6-14-182 0,1-3 122 16</inkml:trace>
  <inkml:trace contextRef="#ctx0" brushRef="#br0" timeOffset="-146775.39">7237 14733 2654 0,'-3'-4'0'0,"-1"2"0"0,2 0 0 0,0 2 0 0,2 0 0 0,0 0 0 0,0 8 0 0,0 4 0 0,2 3 0 0,4 4 0 0,2 4 118 0,-4 1 437 0,2 5-260 0,-2 2-129 0,0-2-23 16,-2 3-143-16,0 2 0 15,-1-3 0-15,-1 1 0 0,0-2 0 0,0-2 0 16,0-1 0-16,0 1-218 0,0-8 119 0,-1 2 67 16,-1-8-621-16,2-4 331 0,-2-3 42 0,2-3 129 15,0-4-416-15,0 0 266 0,0-15 133 0,0-7-324 16</inkml:trace>
  <inkml:trace contextRef="#ctx0" brushRef="#br0" timeOffset="-146191.29">7327 14712 2718 0,'5'-5'0'0,"1"2"0"0,0 3 0 0,0 0 0 0,1 3 0 0,-5 8 0 0,4 4 0 0,-1 7 0 0,2-2 0 0,-2 10 0 0,1 1 497 15,-1-1-230-15,1 1-117 0,-1 2-33 0,1-7-32 16,2 5-9-16,-3-2-55 0,-1-7-390 0,-2 1 195 15,-1-1 104-15,1-3-540 16,-2 0 319-16,0-3 162 0,0-5 83 0,-5-4-593 0,0-2 303 0,-5-1 141 16,2-4 84-16,-4 0-255 0,2-1 166 0,-2-14 82 15,0-4-38-15,-2-1 73 16,-1-6 45-16,4 4 38 0,2 1 0 0,-3 1 0 16,1 2 0-16,4 8 86 0,0-1-78 0,0 1 0 15,2 5-43-15,3 2 526 0,0 2-258 0,2-1-60 16,0 2-88-16,0 0 419 0,2 0-234 0,5 0-118 15,3 0-58-15,0 3 143 0,-1 0-106 0,0 2-47 16,3-1-44-16,-5-1-5 0,0 1 0 0,-1 0 9 16,-1 2-72-16,-3-3 31 0,0 4 0 0,-2-1-61 15,0 2 47-15,0 2 31 16,0-3-8-16,-2 0 80 0,-2 3-29 0,3-1-56 16,-1 0 18-16,0-1 105 0,2 2-56 0,0-3-8 15,0 2-8-15,2-2 9 0,5 3-33 0,1-2 13 16,0 2-47-16,1-3-1 0,-2 3 36 0,-1-4-147 15,-1 3 73-15,-2 1 45 0,-2-2-11 16,-1 4-150-16,0-3 60 0,-3-1 50 0,-9 2-12 0,-3 0 81 16,-4-3-30-16,-1 0-8 15,-3 4 238-15,-1-7-112 0,3 2-52 0,-6 0-30 16,6-2 147-16,-2 1-80 0,3 1-3 0,4-3 198 16,3 3-262-16,3-2-30 0,3-2 0 0,4 0 0 15,3 0 0-15,0 2 0 0,0-3 0 0,9 3 0 16,7-3 0-16,3-1 0 0,6 3 0 0,1-3 0 15,-3 0 0-15,9 0 0 0,-4 0 0 0,0 0 0 16,-2 0 0-16,0-3 0 0,-3 3 0 0,6-1 0 16,-6 1 0-16,-2 0 0 0,2 0 0 0,1 0 0 15,-1 0 0-15,4 0-355 16,-3 0-74-16,2 0 197 0,2 0-690 0</inkml:trace>
  <inkml:trace contextRef="#ctx0" brushRef="#br0" timeOffset="-146006.29">8170 14693 3908 0,'-9'-2'0'0,"9"2"0"0,0 0 0 0,0 0 0 0,0 0 0 0,0 2 0 0,0 2 0 0,0-3 0 0,4 5 0 0,3-2 0 0,4 3 23 0,-3 1-23 0,1 3-786 15,2 3 341-15</inkml:trace>
  <inkml:trace contextRef="#ctx0" brushRef="#br0" timeOffset="-145853.87">8188 15220 3931 0,'0'5'0'0,"0"4"0"0,7-2 0 0,-2-5 0 0,-5 0 0 16,6 2 0-16,0 1 0 0,2-4 0 0,-3 0 0 0,2 1 0 0,2 1 0 0,0-2 0 0,2 1 0 0,-4-1 0 0,3 5-58 0</inkml:trace>
  <inkml:trace contextRef="#ctx0" brushRef="#br0" timeOffset="-124762.35">21008 2555 2332 0,'-4'0'0'0,"2"0"0"0,2 0 0 0,0 0 0 0,0 0 0 0,0 0 0 0,0 0 0 0,2 1 0 0,4-1 0 0,1 4 0 0,3-2 184 0,-1-1-61 0,4 3 188 16,1-2-135-16,0 0-67 0,4-2-33 0,1 2 202 16,1-2-108-16,4 0-69 0,-3 0-30 0,6 2-71 15,-4-2 0-15,4 0 0 0,-4 0 0 0,7 1 0 16,-2-1 0-16,0 2 0 0,4 1 0 0,0-2 0 15,2 3 0-15,1-2 0 0,1 0 0 0,1-1 0 16,1 1 0-16,5 0 0 0,-7 1 0 0,11-3 0 16,-6 0 0-16,0 1 0 15,3-1 0-15,-9 0 0 0,13 0 0 0,-7 0 0 16,0 0 0-16,3 0 0 0,-2 0 0 0,-2 0 0 16,11 0 0-16,-5 0 0 0,3 0 0 0,6 0 0 15,-2 0 0-15,1 0 0 0,0-1 0 0,10-2 0 16,-11 1 0-16,4-1 0 0,8-3 0 0,-12 3 0 15,13-2 0-15,-4 0 0 0,-2-3 0 0,-10 5 0 16,6-1 0-16,-1-1 0 0,-5 0 0 0,1 4 0 16,-2-3 0-16,-1 2 0 0,0 0 0 0,-7 0 0 15,12 2 0-15,-5 0 0 16,0 0 0-16,3 0 0 0,-5 0 0 0,-4 0 0 16,8 0 0-16,-2 0 0 0,-4 0 0 0,2 0 0 15,0 0 0-15,-5 0 0 0,10 0 0 0,-3 0 0 16,-2 0 0-16,2 0 0 0,-4 0 0 0,-5 0 0 15,12 0 0-15,-8 2 0 0,3-2 0 0,-1 2 0 16,-2 0 0-16,-4-2 0 0,11 0 0 0,-7 0 0 16,-3 0 0-16,2 0 0 15,-1 0 0-15,-5 0 0 0,1 0 0 0,0 2 0 16,-2-2 0-16,-3 0 0 0,0 0 0 0,0 0 0 16,0 2 0-16,-2-2 0 0,0 1 0 0,-2 1 0 15,1-2 0-15,-5 3 0 0,0-3 0 0,0 0 0 16,-3 0 0-16,-2 0 0 0,-2 4 0 0,-4-4 0 15,2 0 0-15,-4 0 0 0,-1 1 0 0,-1-1 0 16,-1 0 0-16,-1 1 0 0,-1-1 0 0,0 0 0 16,-3 3 0-16,3-3 0 15,-3 2 0-15,1-2 0 0,-2 1 0 0,0-1 0 16,0 3 0-16,-1-3 0 0,1 0 0 0,-2 0 0 16,0 0 0-16,0 0 0 0,0 0 0 0,0 0 0 15,0 0 0-15,0 0 0 0,0 0 0 0,-9 0 0 16,-4 0 0-16,-8 0 0 0,-1 0 0 0,-12 0 0 15</inkml:trace>
  <inkml:trace contextRef="#ctx0" brushRef="#br0" timeOffset="-119218.45">6221 14201 2225 0,'-7'-3'0'0,"3"2"0"0,1-1 0 0,0 1 0 0,3 1 0 0,0 0 0 0,0 0 0 0,0-3 0 0,0 3 0 0,0-2 0 0,0 1 137 0,3-1-49 0,2-1 11 15,-1 2 99-15,1-1-79 0,2 1-40 0,2-1 134 16,-2-1-86-16,0 2-34 16,3-1-9-16,-2 0 128 0,2 1-85 0,2-4-44 15,-3 4-36-15,2-1-47 0,2 0 0 0,2 0 0 16,-2-1 0-16,4 2 0 0,0 1 0 0,3-1 0 15,0-2 0-15,2 2 0 0,4 1 0 0,1-2 0 16,-1 2 0-16,-1 0 0 0,7 0 0 16,-2 0 0-16,0 0 0 0,0 0 0 0,2 0 0 0,1 0 0 15,-2 2 0-15,4 2 0 0,-1-4 0 0,3 0 0 16,5 1 0-16,-3-1 0 16,4 0 0-16,1 0 0 0,1 0 0 0,3 0 0 15,-1 0 0-15,-3 0 0 0,7 0 0 0,-8 0 0 16,0 0 0-16,-2 0 0 0,3 0 0 0,-9 0 0 15,11 1 0-15,-5 4 0 0,-1-1 0 0,0-1 0 16,3 0 0-16,-5-2 0 0,13 1 0 0,-6-2 0 16,4 0 0-16,-3 0 0 0,4 0 0 0,-8 0 0 15,11 0 0-15,-3 0 0 0,-4-2 0 0,1 1 0 16,0-2 0-16,-3 3 0 0,8 0 0 16,-3 0 0-16,-1 0 0 0,-2 0 0 15,0 0 0-15,-4 0 0 0,6 0 0 0,-4 0 0 16,1 0 0-16,-3 0 0 0,0 0 0 0,-4 0 0 15,4 0 0-15,-3 0 0 0,6 0 0 0,-5 3 0 16,-5-2 0-16,5 1 0 0,-5 1 0 0,0 0 0 16,-1 2 0-16,-2-1 0 0,0-1 0 0,-2 2 0 15,3-2 0-15,-6 1 0 16,5-1 0-16,-2 0 0 0,0 1 0 0,-3-2 0 0,5-1 0 16,-4 1 0-16,4 0 0 0,-2 1 0 0,0 0 0 15,2-1 0-15,-4-1 0 0,2-1 0 0,-2 2 0 16,1-2 0-16,-3 1 0 0,4-1 0 15,-3 3 0-15,-4-3 0 0,0 0 0 0,2 0 0 0,-3 1 0 16,2 2 0-16,-1-3 0 16,-1 0 0-16,-2 2 0 0,0-2 0 0,-1 1 0 15,-3-1 0-15,2 3 0 0,-2-3 0 0,0 1 0 16,-2-1 0-16,2 2 0 0,-2-2 0 0,0 2 0 16,-3-2 0-16,1 0 0 0,-1 4 0 0,-4-4 0 15,3 1 0-15,-5-1 0 0,3 0 0 0,-5 2 0 16,-1-2 0-16,0 0 0 0,0 0 0 0,0 0 0 15,-2 0 0-15,0 0 0 0,0 0 0 0,0 0 0 16,-8 0 0-16,-1 0 0 16,-6 0 0-16,-3 0 0 0,-9 0-26 0,-3 6-556 15</inkml:trace>
  <inkml:trace contextRef="#ctx0" brushRef="#br0" timeOffset="-102209.66">11378 2131 1366 0,'0'-6'0'0,"0"-3"0"0,0 2 0 0,0-1 0 0,0 1 0 0,0-2 0 0,0 1 0 0,0 1 0 0,0 1 0 0,0 1 0 0,0 1 160 0,0 0-60 16,0 2-29-16,0-1 0 0,-2 3 129 0,-1 0-84 0,-3 0-38 15,-1 10 1-15,0 1 92 0,-1 4-64 16,-1 4-23-16,1 0-10 0,3 2 154 0,-3 1-94 0,4 1-46 16,0-5 45-16,2 0-36 0,2-2-10 0,0 2 0 15,0-4 0-15,0-2-46 0,0-2 0 16,4-4 44-16,2 2-10 0,2-7-34 15,-3 2-11-15,3-3-30 0,-1 0 0 0,5-3 0 16,-5-6 0-16,2-7 0 0,1-2 0 0,-3-2 0 16,1-2 0-16,-5 1 0 0,-1 1 0 0,0-1 0 15,-2 3 0-15,0 3 0 0,0 3 0 0,-6 4 0 16,-3 1 0-16,-3 3 0 0,2 4 0 0,-3 0 0 16,-3 0 0-16,2 7 0 0,-5 10 0 15,1 4 0-15,6 3 0 0,-1 1 0 16,3-3 0-16,4 3 0 0,3-2 0 0,3 0 0 15,0-2 0-15,0-2 0 0,1-4 0 0,10-4 0 16,3-1 0-16,-1-5 0 0,4 0 0 16,0-5 0-16,2 0 0 0,2-2 0 15,-1-10 0-15,-1-5 0 0,-2 0 0 0,-6 0 0 0,0-1 0 16,-6-1 0-16,0 1 0 0,-3 1 0 16,-2 2 0-16,0 2 0 0,-7 2 0 0,-5 1 0 0,-1 5 0 15,-1 3 0-15,-2 1 0 0,0 1 0 16,2 0 0-16,-2 6 0 15,4 3 0-15,2 0 0 0,2 0 0 0,3 3 0 16,5-2 0-16,0 2 0 0,0-1 0 0,0-1 0 0,5 0 0 0,7-1 0 16,3-2 0-16,2-1 0 15,3-3 0-15,6 2 0 0,1-5 0 0,1 0-906 0</inkml:trace>
  <inkml:trace contextRef="#ctx0" brushRef="#br0" timeOffset="-99386.89">14389 1031 1749 0,'-1'-4'0'0,"-1"1"0"0,-2-2 0 0,2 4 0 0,0-4 0 0,2 2 0 0,-1 1 0 0,-1-2 0 0,2 3 0 0,-2-1 0 0,2 0 166 0,0 2-63 16,0 0-31-16,0 0 267 0,0 0-140 0,0 0-84 15,2 0-37-15,7 0 64 0,2 8-51 0,4-2-26 16,2 5 237-16,4 0-137 0,-2-2-62 0,3 2 106 0,-5-1-176 0,2 1-33 15,-4-2 0-15,0-2 0 0,-2 2 0 16,-6-4 0-16,2-1 0 0,-6 0 0 16,1-4 0-16,-2 1 0 0,-2-1 0 0,0 0 0 15,0 0 0-15,-14 0 0 0,-1-1 0 0,-2-3 0 16,-5-1 0-16,-2-4 0 0,-1 3 0 0,-3-3 0 16,5 2 0-16,-9-1 0 15,7 2 0-15,-2 4 0 0,6-2 0 0,-2-2 0 16,3 2 0-16,5 2 0 0,4-1 0 0,3 1 0 15,4 0 0-15,0 2 0 0,4 0 0 0,0 0 0 16,0 0 0-16,6 0 0 0,9 5 0 0,6 4 0 16,-2 0 0-16,7-2 0 0,2 1 0 0,0-3 0 15,1 1 0-15,1-2 0 16,-4-2 0-16,4-1 0 0,-10 0 0 0,3-1 0 0,-6 0 0 0,-6 0 0 16,-2 0 0-16,-3 0 0 15,-4 0 0-15,1 0 0 0,-3 0 0 0,0 0 0 16,-11 0 0-16,-3-1 0 0,-5-2 0 0,-8-7 0 15,3 2 0-15,2 3 0 0,-8-5 0 0,5 3 0 16,4-1 0-16,3 5 0 0,1-1 0 0,8 1 0 16,1 0 0-16,2 0 0 0,4 3 0 0,0 0 0 15,2 0 0-15,0 0 0 0,2 0 0 0,8 0 0 16,3 3 0-16,1 3 0 0,0-2 0 16,3 1 0-16,0-1 0 0,0 1 0 0,0 2 0 0,0-2 0 15,1 1 0 1,-2 1 0-16,0 1-452 0,1-1 175 0,0 1 119 0,2-1-861 0,4 1 489 15</inkml:trace>
  <inkml:trace contextRef="#ctx0" brushRef="#br0" timeOffset="-98859.83">15467 712 2202 0,'0'-7'-10'0,"0"-3"2"0,0-1 2 0,0 0 0 0,0 1 2 0,0-2 1 0,-3 1 0 0,-4 0 2 0,-2 3 0 0,-3 1 1 0,-3-1 220 0,-2 5-89 15,-3 1-44-15,-9 2 115 0,1 0-69 0,0 0 224 16,-4 11-158-16,-2 4-78 0,-4 4-39 0,4 4 157 15,4-2-239-15,-5 10 0 0,5-1 0 16,3 4 0-16,11-6 0 0,-2 5 0 0,9 2 0 0,4-1 0 16,5-3 0-16,0 0 0 0,9-4 0 0,12-1 0 15,7-5 0-15,11-2 0 0,1-5 0 0,5-6 0 16,2-4 0-16,0-4 0 0,-4 0 0 0,8 0 0 16,-6-1 0-16,-10-6 0 0,3-3 0 0,-6-2 0 15,-8 5 0-15,-1-3 0 0,-8 3 0 0,-4 2 0 16,-5 1 0-16,-5 2 0 0,1-2 0 0,-2 1 0 15,0 3 0-15,-3-2 0 0,-6 2 0 0,1 0-134 16,2 0-175-16,6 0 137 0</inkml:trace>
  <inkml:trace contextRef="#ctx0" brushRef="#br0" timeOffset="-97592.09">16243 517 1869 0,'-5'-11'0'0,"-1"-1"0"0,-3 1 0 0,-1-1 0 0,1 4 0 0,0-1 0 0,-3 4 0 0,1 0 0 0,0 3 0 0,-4 2 0 0,0 0 325 0,-1 2-142 0,-2 16-71 16,-1 3-35-16,0 8 263 0,-1 7-155 0,3 0-72 15,2 1-36-15,5 0 288 0,3 0-161 0,3 2-123 16,4-3-81-16,0 0 0 0,2-5 0 0,10-1 0 16,2-3 0-16,5-3 0 15,3-3 0-15,1-1 0 0,4-2 0 0,-3-5 0 0,1 0 0 0,-5-4 0 16,4 1 0-16,-1-5 0 15,-1 1 0-15,-1-4-50 0,0 0-271 0,-1-2-201 0,-3 0 245 0,-2 0 118 16,0 0 60-16,-2-6-478 16,1-1 268-16,-3-5 124 0,-1-1 77 0,-1-2-372 15</inkml:trace>
  <inkml:trace contextRef="#ctx0" brushRef="#br0" timeOffset="-97393.55">16367 721 2948 0,'-11'3'0'0,"4"2"0"0,1-2 0 0,0-1 0 0,2-1 0 0,2 3 0 0,2-4 0 0,0 2 0 0,2 1 0 0,10-2 0 0,6 1 744 0,5 0-505 0,2-2-239 15,1 2 0-15,1-2 0 0,-4 0 0 0,11 0 0 16,-6 0 0-16,0 0 0 0,-1 2 0 0,-2-2 0 16,-4 2 0-16,-1-2 0 0,-1 2 0 0,-3 0 0 15,-2-1-786-15,-3 1 310 0,1-2 135 0,-3 0-466 16,-2 0 383-16,2 0 192 0</inkml:trace>
  <inkml:trace contextRef="#ctx0" brushRef="#br0" timeOffset="-97182.34">16866 508 2939 0,'-9'-5'0'0,"4"5"0"0,-1 0 0 0,1 0 0 0,-1 0 0 0,3 0 0 16,-2 3 0-16,3 9 0 0,1 3 0 0,1 4 0 0,0 2 109 0,0 7 693 0,0 0-721 0,0 2-81 0,0 1 0 0,0 0 0 15,0 1 0-15,0-2 0 16,0 2 0-16,1-2 0 0,1-2 0 0,0-2 0 16,1-5 0-16,-3 1 0 0,0-1 0 0,0-4-107 15,0 0-277-15,0-6 192 0,0-1-32 0,0-4-199 16,0 0 191-16,0-5 95 0,2-1-619 0,3 0 358 16</inkml:trace>
  <inkml:trace contextRef="#ctx0" brushRef="#br0" timeOffset="-97018.89">17083 867 3632 0,'13'4'0'0,"2"3"0"0,-2-1 0 0,-4-2 0 0,-1 2 0 0,-2 2 0 0,-3 2 0 0,-1 0 0 0,0 1 0 16,-2 3 0-16,0 2 290 0,-4-1-281 0,-5 2-9 0,-5 1 0 0,2 0 0 16,-4 0 0-16,2-1 0 0,-2 1 0 0,2-1 0 15,-2-3 0-15,2 1 0 0,0-4 0 0,3 1 0 16,0-1 0-16</inkml:trace>
  <inkml:trace contextRef="#ctx0" brushRef="#br0" timeOffset="-96027.85">17543 663 1910 0,'-23'-8'0'0,"4"2"0"0,1 3 0 0,1-4 0 0,4 1 0 0,1-3 0 0,6 3 0 0,1-2 0 0,3 2 0 0,2-1 0 0,4 0 130 0,10 0-45 0,7 2 156 0,4 1-100 15,1 3-50-15,-3-1 20 0,1 2-40 0,-1 0 0 16,-2 0-70-16,-5 6 40 0,0 2 0 15,-9 2 11-15,0 4-11 0,-5-2-48 0,-2 6-1 16,0-2 49-16,-7 2 28 0,-8-1 9 0,-6 1-37 16,2-3 1-16,3-3 101 0,-4 2-51 0,6-4 10 15,4-3-61-15,3-2 117 16,1 0-59-16,6-2-86 0,0 1-13 0,2 0 0 16,12-2 0-16,11 0 0 0,2-1 0 0,3 2 0 15,0-2 0-15,-4 3 0 0,8 2 0 0,-6 0 0 16,-7 3 0-16,-1 0 0 0,-3 2 0 0,-6 2 0 15,-5 2 0-15,-4 0 0 0,-2 0 0 0,0 3 0 16,-17-2 0-16,-6 1 0 0,-3 0 0 0,-4-1 0 16,-2-7 0-16,-2 3 0 0,1-4 0 0,1-1 0 15,0-4 0-15,4-3 0 16,5 0 0-16,3 0 0 0,1 0 0 0,8 0 0 0,2-6 0 0,4-2 0 16,5 3 0-16,0-6-725 15,2 4 239-15,17 0 213 0,9-2 121 0,2 3-329 16,4 1 219-16</inkml:trace>
  <inkml:trace contextRef="#ctx0" brushRef="#br0" timeOffset="-95840.45">18003 915 3396 0,'-8'5'0'0,"-1"1"0"0,-2-1 0 0,-4-1 0 0,-2 2 0 0,-2 0 0 16,2 0 0-16,4 3 0 0,-2-2 0 0,2 2 0 0,2 3 154 0,-1-1 227 0,3 0-381 0,1 1 0 0,1 1 0 0,-1-1 0 15,1-1 0-15,1 2-132 0,1-6-95 0,1 3 134 16,-1-5 67-16,4-1-306 0,1 0 181 0,0-4 96 16,0 0-141-16,6 0-693 0,10-15 424 15</inkml:trace>
  <inkml:trace contextRef="#ctx0" brushRef="#br0" timeOffset="-95540.33">18275 673 3671 0,'6'0'0'0,"-4"0"0"0,-2 0 0 0,0 5 0 0,-6 11 0 0,-11 0 0 0,8 3 0 0,-6 3 0 0,6 4 0 0,3-2 0 0,4-3 260 0,2 2-260 0,0-2 0 0,2-3 0 15,11-3 0-15,4-2 0 16,1-3 0-16,9-5 0 0,-6-2 0 0,9-3 0 16,-7 0 0-16,6-4 0 0,-5-10 0 0,-1-4 0 0,-5-2 0 15,0-3 0-15,-5-2 0 0,-3-1 0 16,-7 0 0-16,-1-3 0 0,-2 7 0 0,0-7 0 15,-9 4 0-15,-7 2 0 0,-4 1 0 0,-1 7 0 16,0 5 0-16,-5 1 0 0,6 7 0 0,-8 2 0 16,9 0 0-16,0 0 0 0,4 9 0 0,2 3 0 15,5 3 0-15,4-2 0 0,2 1 0 0,2 1 0 16,0 0 0-16,8-1-309 16,9-3-133-16,2-2 200 0,7 0 100 0,2-4-689 15,4-4 385-15,2-1 208 0</inkml:trace>
  <inkml:trace contextRef="#ctx0" brushRef="#br0" timeOffset="-95360.83">18816 474 3603 0,'11'-5'0'0,"6"3"0"0,3 1 0 0,-2 1 0 0,1 0 0 0,6 3 0 0,-5 15 0 0,2 3 0 0,-1 6 0 0,-2 5 0 0,-2 10 113 0,-4-2 102 0,-8 5-215 0,-3 0 0 15,-2 3 0-15,0-1 0 0,-11 0 0 0,-8-2 0 16,-3 0 0-16,-4-3 0 0,-3 0 0 0,-4-5 0 15,-3 1 0-15,-4-6 0 0,-3-2 0 0,-4-1-861 16,0-4 234-16,0 0 267 0</inkml:trace>
  <inkml:trace contextRef="#ctx0" brushRef="#br0" timeOffset="-84690">9134 14558 3333 0,'-13'0'0'0,"4"4"0"0,2-3 0 0,6 4 0 0,-3-4 0 0,4 5 0 0,0 0 0 0,12 1 0 0,11-2 0 0,2 0 0 0,5 1 121 0,5-2 295 15,2 1-355-15,8-2-61 0,-3 0 0 0,-1-3 0 16,-2 2 0-16,7-2 0 0,-11 0 0 0,4 0 0 15,-1 2 0-15,0-2 0 0,-4 3 0 0,-2-2 0 16,-4 1 0-16,-6 0 0 0,0 1 0 0,-2 0 0 16,-6 0 0-16,4 0 0 0,-9-2-225 15,-2 1 26-15,0 0 29 0,-2-2-616 0,-1 0 363 16,-3 0 196-16,-1 0-536 0</inkml:trace>
  <inkml:trace contextRef="#ctx0" brushRef="#br0" timeOffset="-84479.61">9758 14419 3559 0,'-6'-4'0'0,"-2"3"0"0,5-2 0 0,1 3 0 0,2 0 0 0,0 0 0 0,5 0 0 0,13 0 0 0,8 0 0 0,4 0 0 0,2 4 125 15,4 6 122-15,-1 1-247 0,3 0 0 0,-2 2 0 16,0 3 0-16,-5-4 0 0,-1 3 0 0,-6-2 0 16,-3 1 0-16,-4 1 0 0,-6 0 0 0,-3 0 0 15,-7 0 0-15,-1 2 0 0,0-3 0 16,-14 5 0-16,-5-4 0 0,-1 0 0 0,-5-1 0 0,-1-1-261 15,3-3 25-15,-7 1 86 16,3-4-250-16,-1 2 180 0,1 2 90 0,-1 1 44 16,-4 1-703-16</inkml:trace>
  <inkml:trace contextRef="#ctx0" brushRef="#br0" timeOffset="-84196.84">9568 14975 1985 0,'-6'0'0'0,"2"0"0"0,-1-4 0 0,-1-5 0 0,1-2 0 0,0-1 0 0,-1-1 0 0,0 0 0 0,0 1 0 0,-1 1 0 0,0 0 329 0,-5 3-145 16,-1 3-62-16,-1 1-46 0,-4 3 193 0,-6 1-114 15,1 1-58-15,-4 14-28 0,-1 4 314 0,3 1-176 16,-2 7-152-16,3-1-55 0,1 5 0 16,6-2 0-16,5 1 0 0,5 0 0 0,4-1 0 0,3-1 0 15,0 0 0-15,8-2 0 0,5-6 0 0,8 7 0 16,2-9 0-16,0 1 0 0,2-5 0 0,-2-1 0 15,-2-3 0-15,0-1 0 0,1-2 0 16,-3-3 0-16,0-2 0 0,-2-2 0 16,-4 0 0-16,2 0 0 0,0-2-366 0,0-7 144 15,4-8-576-15,-1-4 379 0,3-2 180 0,4-9 104 16</inkml:trace>
  <inkml:trace contextRef="#ctx0" brushRef="#br0" timeOffset="-83996.3">9774 14864 2953 0,'2'-9'0'0,"3"1"0"0,-3 2 0 0,-2 1 0 0,0 3 0 0,0 2 0 0,0 0 0 0,-7 4 0 0,0 13 0 0,-2 4 0 0,-2 7 911 0,-1 2-844 0,-1 8-67 0,1 2 0 15,0 2 0-15,3-7 0 0,-5 10 0 0,3-2 0 16,-1-1 0-16,1 0 0 0,2-3 0 0,0-5 0 16,1 4 0-16,0-5 0 0,5-4 0 15,1-5 0-15,0-4 0 0,2-7 0 0,0-5 0 0,0-5-61 16,0-3-179-16,0-3-721 15,4-20 460-15,3-7 221 0,5-9-484 16,-3-5 362-16</inkml:trace>
  <inkml:trace contextRef="#ctx0" brushRef="#br0" timeOffset="-83782.72">9737 14904 3044 0,'9'-25'0'0,"-1"8"0"0,-4 3 0 0,1 5 0 0,-1 4 0 0,0 3 0 0,-1 1 0 0,6 1 0 0,-4 0 0 0,4 5 0 0,0 7 887 0,3 10-887 16,1 4 0-16,3 2 0 0,-2 11 0 0,1-1 0 0,3 4 0 0,-4-4 0 15,5 8 0-15,0-5 0 16,0 3 0-16,-3-6 0 0,3 0 0 0,-4-5 0 16,4 6 0-16,-4-6 0 0,0-3 0 0,0 1 0 15,-3-7 0-15,-3-3 0 0,-2-4 0 0,-2-6 0 16,2-1 0-16,-5-5 0 0,0-3 0 0,-2-2 0 16,0 0-450-16,0-2-26 0,-11-11 217 0,-1-8-508 15,-4-4 354-15,0-8 191 0</inkml:trace>
  <inkml:trace contextRef="#ctx0" brushRef="#br0" timeOffset="-83618.77">9779 15255 3584 0,'-27'-1'0'0,"7"-3"0"0,-1 3 0 0,2 1 0 0,7-2 0 0,2 2 0 0,2-2 0 0,3 2 0 0,2 0 0 0,3-2 0 0,0 2 151 0,14-2 45 0,2 0-196 16,5 2 0-16,0 0 0 0,5 0 0 0,-5 0 0 15,3 0 0-15,-1 0 0 0,-2 0 0 0,-1 0 0 16,-1 0 0-16,-3 4 0 0,2 2 0 0,-4 0 0 15,2 0-259-15,2-2-335 16,1 1 193-16</inkml:trace>
  <inkml:trace contextRef="#ctx0" brushRef="#br0" timeOffset="-83406.08">10348 14977 3931 0,'0'0'0'0,"0"0"0"0,0 0 0 15,1 0 0-15,9 0 0 0,3 0 0 0,4 0 0 0,2 0 0 0,5 0 0 0,5 1 0 0,1-1 0 0,3 4 0 0,-1-2 0 0,2 0 0 16,-2-2 0-16,0 1 0 0,-4 4 0 0,-1-4 0 0,-7 1 0 0,2 3 0 16,-2-3 0-16,-4 1 0 0,-4 0 0 0,-3 1-602 15,-2 0-135-15,-3 1 353 0</inkml:trace>
  <inkml:trace contextRef="#ctx0" brushRef="#br0" timeOffset="-83222.56">10562 15164 3784 0,'-18'11'0'15,"6"3"0"-15,4-6 0 0,3 0 0 0,2 0 0 0,3-1 0 0,0-1 0 0,12 2 0 0,9-1 0 0,1-1 0 0,6 1 147 0,2-5-147 0,4 3 0 0,0-4 0 0,1-1 0 16,4 0 0-16,-2 0 0 0,0 0 0 0,-1 0 0 0,-3 0 0 15,-2-4 0-15,-7 1 0 16,-1-2 0-16,-9 4 0 0,-2-1 0 0,-4 0 0 16,-5 2 0-16,-3 0 0 0</inkml:trace>
  <inkml:trace contextRef="#ctx0" brushRef="#br0" timeOffset="-81231.78">11683 14698 2400 0,'-2'-4'0'0,"0"-1"0"0,0 2 0 0,-1-1 0 0,3 0 0 0,-2-1 0 0,0 1 0 0,0 1 0 0,-1 0 0 0,1-1 0 0,-5 3 161 0,2-2-66 0,-1 3-27 0,-1 0 233 16,-4 0-130-16,1 0-66 0,-1 4-22 0,-3 3 112 16,4 3-77-16,-3 1-39 0,-1 2 76 15,1 2-155-15,0 3 0 0,0 4 0 0,2 0 0 16,-1 3 0-16,3 4 0 0,2-4 0 0,0 5 0 16,4 2 0-16,1 2 0 0,2 0 0 0,0 0 0 15,0 0 0-15,0-1 0 0,5 1 0 16,4-4 0-16,2 1 0 0,-1-3 0 15,4-2 0-15,-1-4 0 0,4 4 0 0,-2-5 0 16,2 0 0-16,-4-4 0 0,2 0 0 0,0-2 0 16,0-1 0-16,0-1 0 0,-1 1 0 0,-3-4 0 15,-2-2 0-15,1 1 0 0,-3-5 0 16,-1 3 0-16,-3-3 0 0,1-3 0 0,-2 1 0 16,-1 0 0-16,2-2 0 0,-3 0 0 0,0 0 0 0,0 0 0 15,0 0 0-15,0 0 0 0,0 0 0 0,0 0 0 16,0 0 0-16,0 0 0 15,0 0 0-15,0 0 0 0,0 0 0 0,0 0 0 16,0 3 0-16,0 4-198 0,0 1-474 0,0-1 321 16</inkml:trace>
  <inkml:trace contextRef="#ctx0" brushRef="#br0" timeOffset="-80203.31">11978 15018 2055 0,'-4'-10'0'0,"-1"-1"0"0,3 1 0 0,2 0 0 16,-3-2 0-16,3-1 0 0,0 2 0 0,0-4 0 0,0 2 0 0,5 0 0 0,0-1 119 0,3-1-39 0,1 0 45 0,3 2-42 15,-3 1-1-15,2 0-31 0,2 3 141 0,-2-1-76 16,3 3-38-16,-1 0 0 0,-1 2 100 0,2 3-59 15,-1 0-45-15,2 2 78 0,0 0-57 0,-1 0-27 16,0 0 0-16,0 9 32 0,-3 3-82 0,2 0-18 16,-3 3 0-16,-1 1 0 0,-2 4 0 0,-3-2 0 15,0 3 0-15,-2 0 0 0,-2 3 0 0,0 2 0 16,0-4 0-16,-5 5 0 0,-4-3 0 0,-3 0 0 16,-2 1 0-16,-2-2 0 0,-4-1 0 15,-2 0 0-15,0-3 0 0,-3 1 0 0,-1-4 0 0,-1-1 0 16,4-4 0-16,2-2 0 15,-2-1 0-15,4-2 0 0,2 0 0 0,5-5 0 16,1-1 0-16,4 2 0 0,4-2 0 0,1 0 0 16,2 0 0-16,0 0 0 0,0 0 0 0,7 0 0 15,9 0 0-15,4 0 0 0,2 0 0 0,3 0 0 16,-3 0 0-16,8 0 0 0,-5 0 0 0,-4 0 0 16,3 0 0-16,-4 0 0 0,-3 0 0 15,0 3 0-15,-2 0 0 0,-2 1 0 16,-1-1 0-16,-3 1 0 0,-2 0 0 0,1-3 0 15,-2 4 0-15,-2-4 0 0,-1-1 0 0,1 3 0 16,-2-3 0-16,0 1 0 0,-1-1 0 0,3 0 0 16,-2 0 0-16,2 2 0 0,2-2-257 0,-2 0-34 15,3 0 125-15,-2 0-782 0,7 0 454 0</inkml:trace>
  <inkml:trace contextRef="#ctx0" brushRef="#br0" timeOffset="-79952.59">12502 15190 3361 0,'2'-1'0'0,"0"-1"0"0,-1 2 0 0,-1 0 0 0,2 0 0 0,-2 0 0 0,2 0 0 0,0 0 0 0,0 2 0 0,0 6 0 0,-1 5 392 16,2-3-214-16,-1 6-178 0,-2-2 0 0,0 4 0 0,0-2 0 0,0 4 0 16,-5-3 0-16,0 1 0 15,-2 1 0-15,-1-2 0 0,-1-3 0 0,-3 2 0 16,2-3 0-16,-2-2 0 0,-1-2 0 0,2-1 0 15,-1-2 0-15,5 0 0 0,0-5 0 0,-1 1 0 16,4-2 0-16,0 0 0 0,2 0 0 0,2 0 0 16,0 0 0-16,0 0 0 0,0 0-577 0,7-3 258 15,4-3 139-15,-1 0 71 0,4 0-830 0</inkml:trace>
  <inkml:trace contextRef="#ctx0" brushRef="#br0" timeOffset="-79074.64">12801 14945 3037 0,'-8'0'0'0,"2"2"0"0,3-2 0 0,1 0 0 0,0 1 0 0,2-1 0 0,0 3 0 0,0-2 0 0,5 1 0 0,7 0 0 0,1-2 99 15,0 2 148-15,4-2-104 0,-1 2-41 0,4 0 201 16,1-2-303-16,-3 1 0 0,3 2 0 16,0 0 0-16,-1 0 0 0,-1 0 0 0,2-1 0 15,-3 2 0-15,-1-3 0 0,0 1 0 0,0-2 0 16,-4 2 0-16,1-1 0 0,-5-1 0 0,0 0 0 15,1 0 0-15,-5 0 0 0,-1 0 0 0,0 0 0 0,-3 0 0 16,1 0 0-16,0 0 0 16,-2 0-105-16,0 0-81 0,0 0 73 0,0 0-571 15,0 0 322-15,0 0 160 0,2 0-508 0,0-1 339 16</inkml:trace>
  <inkml:trace contextRef="#ctx0" brushRef="#br0" timeOffset="-78696.58">13304 14592 3468 0,'0'-2'0'0,"0"-2"0"0,0 1 0 0,-2 1 0 0,0-1 0 0,2 2 0 0,-1 1 0 0,1 0 0 0,0 0 0 0,0 0 0 0,0 0 356 0,0 9-249 0,0 2-107 15,0 5 0-15,1 0 0 0,1 3 0 0,0 2 0 16,0 4 0-16,0 1 0 0,-2 4 0 0,0-3 0 15,0 6 0-15,0 0 0 0,0 1 0 0,0 2 0 16,0-2 0-16,0 1 0 16,1 3 0-16,1-3 0 0,0 1 0 0,0 0 0 15,0-3 0-15,0 2 0 0,2-4 0 0,0-1 0 16,-1 0 0-16,1-3 0 0,-2-6 0 0,0 1 0 16,1-6 0-16,-1-2 0 0,0-5 0 0,0 1 0 15,-2-7 0-15,0 0 0 0,0-2 0 0,0-1 0 16,0 0 0-16,0 0 0 0,0 0 0 0,0 0 0 15,0 0 0-15,0 0 0 0,-2 0 0 0,0 0 0 16,-1 0 0-16,-1 0 0 16,2 0 0-16,0 0 0 0,0-1 0 0,2-3 0 15,0-2 0-15,0-2 0 0,0-1-819 0,0-3 181 16,2 0 299-16</inkml:trace>
  <inkml:trace contextRef="#ctx0" brushRef="#br0" timeOffset="-78412.44">13584 15133 3417 0,'2'4'0'0,"-1"-2"0"0,1 3 0 0,-2-3 0 0,0 1 0 0,2 3 0 0,-2-1 0 0,2 3 0 0,0 1 0 0,2 1 0 0,0 0 514 15,-2 3-514-15,0 0 0 0,-1 0 0 0,-1 1 0 16,0 1 0-16,0 1 0 0,0-2 0 0,-5 2 0 15,-3-1 0-15,2-4 0 0,-3 1 0 0,4-3 0 16,-3-2 0-16,-2 0 0 0,5-2 0 0,-1-3 0 31,1 0 0-31,1-2 0 0,0 0 0 0,0 0 0 0,2 0 0 0,0 0 0 16,2 0 0-16,0 0 0 0,0-2 0 0,0 0-526 16,0-3 47-16,0-2 219 0,2 0 110 15</inkml:trace>
  <inkml:trace contextRef="#ctx0" brushRef="#br0" timeOffset="-77796.48">13844 14954 3931 0,'-11'0'0'0,"8"0"0"0,1 0 0 15,2 0 0-15,0 0 0 0,0 0 0 0,0 0 0 0,7 0 0 0,11 0 0 0,8 0 0 0,-2 0 0 0,4 2 0 0,0 0 0 0,0 3 0 0,-3-2 0 16,2 2 0-16,-3 1 0 0,-2-2 0 16,1-1 0-16,-4 0 0 0,-4 2 0 15,0-4 0-15,-4 1 0 0,-2-2 0 0,-1 0 0 16,-2 0-42-16,-3 0-428 0,1 0 226 0,-2 0 62 16,0 0-629-16,-1-6 386 0,-1-5 193 0</inkml:trace>
  <inkml:trace contextRef="#ctx0" brushRef="#br0" timeOffset="-77442.91">14241 14707 2924 0,'0'-7'0'0,"2"4"0"0,2-1 0 0,2-2 0 0,1 3 0 0,6 1 0 0,2 0 0 0,6 0 0 0,3 2 0 0,2 0 0 0,3 4 394 0,1 5-177 0,0 7 179 15,-2 0-396-15,0 5 0 0,-1 1 0 0,-5 5 0 16,-3-1 0-16,-6 2 0 0,-4 2 0 0,-5 2 0 15,-4 2 0-15,0 5 0 0,-17-3 0 0,-7 0 0 16,-1-4 0-16,-10 3 0 0,3-7 0 0,2-5 0 16,-2-2 0-16,0-2 0 0,6-8 0 0,-4 2 0 15,9-8 0-15,3 1 0 0,0-4 0 16,7-1 0-16,3-1 0 0,4 0 0 0,3 0 0 16,1 0 0-16,0 0 0 0,3 0 0 15,13 4 0-15,7-4 0 0,-2 1 0 0,6 0 0 16,-1-1 0-16,-1 2 0 0,10 1 0 0,-5-3 0 15,1 0 0-15,-3 0 0 0,0 0 0 0,-6 0 0 16,2 0 0-16,-1 0 0 0,-4 0 0 0,-4 0 0 16,1 1 0-16,-7-1 0 0,2 0 0 0,-4 0 0 15,1 0-2-15,-4 0-313 0,1-1 139 0,-1-6-841 16,-1-11 495-16</inkml:trace>
  <inkml:trace contextRef="#ctx0" brushRef="#br0" timeOffset="-77191.61">14841 14597 3931 0,'12'-5'0'0,"4"3"0"0,-2 2 0 0,2 0 0 0,-2 0 0 0,6 14 0 0,-2 3 0 0,3 5 0 0,2 5 0 0,-1 7 0 0,-2 4 0 16,0 3 0-16,-4 2 0 0,-2 4 0 0,-5-5 0 15,0 9 0-15,-5-2 0 0,-4-1 0 0,0-3 0 16,-4 1 0-16,-9-7 0 15,-8 7 0-15,-1-6 0 0,-1 0 0 0,-1-7 0 0,3-6 0 0,-3-1 0 16,0-8 0-16,6-7 0 16,-2-1 0-16,3-4 0 0,1-6 0 0,5 0 0 0,1 0 0 15,2-3 0-15,2-1 0 0,4-6 0 0,0 0 0 16,0 2 0-16,2 0-1031 0</inkml:trace>
  <inkml:trace contextRef="#ctx0" brushRef="#br0" timeOffset="-75193.88">17005 14532 2836 0,'-9'-2'0'0,"2"-1"0"0,2 2 0 0,4-1 0 0,-1 0 0 0,2 0 0 0,0 0 0 0,12 0 0 0,8 1 0 0,10-1 0 0,2 0 86 16,10 0 348-16,-3 0-199 0,4-2-100 0,-3 2 70 0,8 1-205 15,-2-2 0-15,-4 2 0 0,0-1 0 16,1 0 0-16,-7 0 0 0,3 0 0 16,-5 1 0-16,0 0 0 0,-7-4 0 0,-6 3 0 0,-1 0-43 15,-8 1-33-15,-3-2 56 16,-2 1-855-16,-3 1 419 0,-3-1 210 0,-1-2-360 0,0-3 289 0,-3-5 141 15,-6 1 70-15,0-7-149 16,0 0 110-16,2-1 45 0,-3 1 36 0,3-1-116 16,1 4 72-16,3 3 36 0,-1-1 240 0,2 6-111 15,2-1-42-15,0 3-25 0,0 1 519 0,2 1-272 16,11 1-137-16,2-1 535 0,3 3-304 0,5 0-148 16,2 0-73-16,-2 5 309 0,4 6-191 0,-1 1-88 15,-1 2-56-15,0 3 157 0,-1-2-102 0,-7-2-52 16,2 4 85-16,-7-2-172 15,0-3 0-15,-4 3 0 0,-7 1 0 0,-1 0 0 0,0 0 0 0,-3 1 0 16,-15 2 0-16,0-3 0 16,-5 0 0-16,-1 0-71 0,-1-1-166 0,-1 0 73 15,-3 2 87-15,2-1-799 0,-1 0 421 0,-2 1 209 16,2 2-213-16</inkml:trace>
  <inkml:trace contextRef="#ctx0" brushRef="#br0" timeOffset="-74948.18">17274 14847 2378 0,'-15'0'0'0,"0"0"0"0,0 0 0 0,2 0 0 0,-2-4 0 0,2-1 0 0,2-1 0 0,-1 0 0 0,1 5 0 0,-2-4 0 0,1 5 166 0,1 0-65 0,-2 0 315 16,0 11-180-16,-3 6-105 0,5 8-47 0,-1 3 314 16,0 5-377-16,5-1-21 0,1 3 0 0,4 1 0 15,2 0 0-15,0-5 0 0,2 2 0 0,9-6 0 16,3-2 0-16,6 1 0 0,1-7 0 0,5-3 0 15,-1-2 0-15,-2-5 0 0,0-3 0 16,6-2 0-16,-9-4 0 0,0 0 0 16,3 0 0-16,-4-2 0 0,1-6-663 0,1-9 231 15,-1 0 199-15,0-2 98 0,-1-2-316 0,2-6 208 16</inkml:trace>
  <inkml:trace contextRef="#ctx0" brushRef="#br0" timeOffset="-74761.66">17571 14737 2649 0,'0'-12'0'0,"0"2"0"0,0 3 0 0,0 3 0 0,-2 2 0 0,-2 2 0 0,-2 0 0 0,1 10 0 0,-2 11 0 0,-2 3 0 0,-1 8 684 0,-3 2-315 0,-5 13-171 15,4-4-167-15,-3 0-31 0,2 1 0 0,-1-1 0 16,6-8 0-16,-2 3 0 0,1 0 0 0,2-5 0 16,0-1 0-16,2-4 0 0,4-5 0 0,-1-3 0 15,2-3 0-15,2-8 0 0,0-1 0 0,0-6-872 16,0-2 319-16,7-2 262 0,7-21-519 0</inkml:trace>
  <inkml:trace contextRef="#ctx0" brushRef="#br0" timeOffset="-74544.04">17529 14789 2883 0,'4'-19'0'0,"1"6"0"0,-2 1 0 0,1 4 0 0,0 2 0 0,1 4 0 0,2 0 0 0,5 2 0 0,-1 0 0 0,4 7 0 0,2 10 200 0,-3 2-82 0,4 5 488 0,-3 7-482 16,0 2-124-16,-1 9 0 0,0-3 0 0,-3 0 0 15,1 1 0-15,-1-4 0 16,0 1 0-16,-1-1 0 0,1-3 0 0,0-3 0 16,1 0 0-16,-3-5 0 0,2 3 0 0,-3-9 0 15,-1 0 0-15,-1-4-73 0,-3-4-303 0,1-2 122 16,-2-3 113-16,-1-2-639 0,-1-2 372 0,0 0 186 16,-7-2 93-16,-4 0-453 0,-6-6 278 0</inkml:trace>
  <inkml:trace contextRef="#ctx0" brushRef="#br0" timeOffset="-74392.63">17630 15184 2680 0,'-21'-15'0'0,"2"9"0"0,0-2 0 0,2 2 0 0,4 3 0 0,3-1 0 0,3 0 0 15,3 3 0-15,4-2 0 0,0 2 0 0,0-1 200 0,11 2 209 0,7 0-186 0,-2 0-93 0,3 0-38 16,2 0 25-16,-1 0-41 0,1 6-72 0,-2-1-183 16,1 2 71-16,-1-1 81 0,0 2 27 0,0-3-725 15,0 1 380-15,1-3 191 16,6 2 95-16</inkml:trace>
  <inkml:trace contextRef="#ctx0" brushRef="#br0" timeOffset="-74244.71">18172 15144 3251 0,'3'2'0'0,"-1"1"0"0,0 3 0 0,-2-1 0 0,0 3 0 0,0-1 0 0,0 2 0 0,0 4 0 0,0-2 0 0,0 4 0 0,0 0 650 0,0 2-620 15,0-1-30-15,0 5 0 0,0-2 0 0,-2 2 0 16,-3-2 0-16,-2-1 0 0,-1 0 0 0,-2 0 0 15,1-3 0-15,-2-1-478 16,-2 2-16-16</inkml:trace>
  <inkml:trace contextRef="#ctx0" brushRef="#br0" timeOffset="-73153.01">18597 14644 1437 0,'-4'-1'0'0,"0"-2"0"0,2 2 0 0,-2-1 0 0,4-1 0 0,-2 3 0 0,2-1 0 0,0 1 0 0,0 0 0 0,0 0 0 0,0 0 138 0,4 0-55 0,6 0-23 0,1 1 132 16,2 4-78-16,6-4-39 15,2 2 341-15,5-2-194 0,0-1-92 0,2 0 307 16,0 0-200-16,4 0-101 0,-2 0-41 0,2 0 64 16,-2 0-159-16,0-1 0 0,-2-2 0 0,0 2 0 15,-5 1 0-15,4 0 0 0,-4 0 0 0,-5 0 0 16,-1 0 0-16,-2 0 0 0,-6 0 0 0,3 0-37 16,-7 0-36-16,0 1 11 0,-1-1-804 0,-2 0 415 15,0 0 198-15,1 0-468 0,-2 0 342 0</inkml:trace>
  <inkml:trace contextRef="#ctx0" brushRef="#br0" timeOffset="-72928.39">19092 14366 2539 0,'-2'-1'0'0,"2"1"0"0,0 0 0 0,0 0 0 0,8 0 0 0,9 0 0 0,5 0 0 0,3 5 0 0,-1 6 0 0,3 2 0 0,-6 3 442 0,8 3-207 0,-5-1-100 0,-1 1 46 16,-2 1-73-16,-6-6-27 15,-2 4-9-15,-5-3 66 0,-5 3-138 0,-1-1 0 16,-2 1 0-16,-7 0 0 0,-12 1 0 0,-4 1 0 16,-3-2 0-16,0-1 0 0,-2 2 0 0,1-2 0 15,1-2 0-15,1 0-238 0,7-4 130 0,-3 0 24 16,2 0-436-16,2 2 184 0,0 1 154 16,3-2-608-16,0 6 377 0</inkml:trace>
  <inkml:trace contextRef="#ctx0" brushRef="#br0" timeOffset="-72383.63">19103 15020 1286 0,'0'0'0'0,"0"-2"0"0,0-5 0 0,0 1 0 0,0-2 0 0,0 0 0 0,-2 0 0 0,-1-1 0 16,-1 2 0-16,0 2 0 0,-1-3 76 0,0 3 114 0,-4-1-77 0,2 1-38 0,-2 1 0 0,-1-1 46 0,-1 4-46 0,-4-1-1 16,2-1-38-16,0 3 176 15,-3 0-88-15,0 0-35 0,-1 3 175 0,2 3-114 0,-2 3-56 0,1 0-30 16,0 1 204-16,3 1-108 15,0 1-66-15,2 0 164 0,2 0-225 0,0-2-33 16,4 1 0-16,3 0 0 0,2 2 0 0,0-2 0 16,0 1 0-16,0 1 0 0,5-2 0 0,7 1 0 15,1 0 0-15,3 1 0 0,2-1 0 0,3 1 0 16,-3-3 0-16,7 4 0 0,-4-2 0 0,1 1 0 16,-5-2 0-16,0 0 0 0,-1 2 0 0,0 0 0 15,-3-1 0-15,-6-1 0 16,-1 0 0-16,-4 3 0 0,0-5 0 0,-2 4 0 0,0 0 0 0,-4-1 0 15,-9 0 0-15,-2 0 0 16,-2-1 0-16,-4 0 0 0,-1 0 0 0,-3-3 0 16,3-2 0-16,2-1 0 0,-5-1 0 0,2-2 0 15,2-2 0-15,1 0 0 0,3 0 0 0,2 0 0 16,3 0 0-16,1 0 0 0,4 0 0 0,1-2 0 16,2-2 0-16,2 3 0 0,0-2 0 0,2 2 0 15,0-1 0-15,0-2-201 16,2 3-210-16,4-2 187 0,4 2 85 0,3 1-683 15,-2 0 393-15,4 0 197 0</inkml:trace>
  <inkml:trace contextRef="#ctx0" brushRef="#br0" timeOffset="-72096.91">19480 15337 2764 0,'0'0'0'15,"0"0"0"-15,0 0 0 0,0 0 0 0,1 0 0 0,-1 0 0 0,0 2 0 0,0 4 0 0,0 1 0 0,0 4 0 0,0 3 115 0,0-2 206 0,-8 4-143 0,-1-1-70 0,-2-1-35 0,-1 2 15 16,0-1-51-1,-2-2 0-15,1-2 0 0,0-1-319 0,-2-1 159 0,4-4-492 16,-1 0 294-16,3-4 172 0,2 2-14 0,1-3-243 16,4 0 185-16,2-3 83 0</inkml:trace>
  <inkml:trace contextRef="#ctx0" brushRef="#br0" timeOffset="-71767.73">19712 14775 3578 0,'-11'-7'0'0,"3"5"0"0,4 1 0 0,4-1 0 0,-2-1 0 0,2 2 0 0,2-1 0 0,12 0 0 0,6 2 0 0,5-1 0 0,-1-2 220 0,8 2-96 0,0-1-115 15,2-1-9-15,-1 2 0 0,1-1 0 16,0 2 0-16,1 0 0 0,-4-3 0 0,3 3 0 16,-4-2 0-16,0-1 0 0,-3 0 0 0,3-5 0 15,-5 0-262-15,-6 2-157 0,2-3 115 0,-4 2 144 16,-2-2-415-16,-4-1 273 0</inkml:trace>
  <inkml:trace contextRef="#ctx0" brushRef="#br0" timeOffset="-71585.23">20193 14476 2716 0,'-8'-5'0'0,"1"4"0"0,3-1 0 15,2 0 0-15,2 0 0 0,0 0 0 0,6 0 0 0,11 2 0 0,5 0 0 0,1 0 0 0,3 6 247 0,-1 4-105 0,1 2 191 0,-4 0-139 0,6 3-83 16,-3-3-37-16,-8 0-100 15,1 0 31-15,-2 2 1 0,-5-1 40 0,-6 2-443 16,-3 0 217-16,-2 4 108 0,0 2-233 0,-14 1 134 16,-4 1 104-16,0 2-681 0,-3-1 356 0,0 0 177 15,-1 0 89-15</inkml:trace>
  <inkml:trace contextRef="#ctx0" brushRef="#br0" timeOffset="-71259.11">20151 14941 2329 0,'-2'0'0'0,"1"0"0"0,-3 0 0 0,-3 0 0 0,-1 0 0 0,-2 0 0 0,-2 0 0 0,-2 0 0 0,-2 0 0 0,-5 0 0 0,-4 0 172 16,0 7 365-16,-6 3-255 0,1 3-122 0,-2 2-62 15,2 1 243-15,4 2-329 0,5-2-12 0,2 0 0 16,4 0 0-16,6 2 0 0,6-5 0 0,3 1 0 16,0 0 0-16,0-3 0 0,7 0 0 0,6-1 0 15,4-1 0-15,-1-2 0 0,3 0 0 0,2 0 0 16,-1-3 0-16,3 2 0 15,0-3 0-15,-5 0 0 0,0 2 0 0,-4-2 0 16,-4 3 0-16,-1 0 0 0,-2-1 0 0,-3 3 0 16,-2 3 0-16,-2 1 0 0,0 0 0 0,-13 3 0 15,-4 2 0-15,-3-1 0 0,-5 2 0 0,1-3 0 16,-5 3 0-16,3-4 0 0,0 0 0 16,5-2 0-16,-7-1 0 0,7-1 0 0,-1 0 0 0,3-3 0 15,2-1 0-15,6-4 0 16,2-1 0-16,3-1 0 0,2 0-54 0,4 0-936 15,0-5 476-15</inkml:trace>
  <inkml:trace contextRef="#ctx0" brushRef="#br0" timeOffset="-71072.48">20339 15189 3931 0,'0'0'0'0,"0"0"0"0,0 4 0 0,0 5 0 0,0 2 0 0,0 6 0 0,0 0 0 0,0 7 0 0,0 3 0 0,-2 1 0 0,0-3 0 0,-1 6 0 0,3-5 0 16,0-3 0-16,0 0 0 0,0-3 0 0,0-6 0 16,0-1 0-16,2-2 0 0,-1-4 0 0,1-3 0 15,0 2-400-15,-2-2-17 0,0 0 93 0</inkml:trace>
  <inkml:trace contextRef="#ctx0" brushRef="#br0" timeOffset="-70665.4">20999 14691 2849 0,'-25'-4'0'0,"6"3"0"0,5-1 0 0,3 2 0 0,2 0 0 0,8-2 0 0,1 2 0 0,0 0 0 0,15 0 0 0,15-2 0 0,11 0 460 0,5 0-211 0,4-1-107 16,3-1-53-16,1 1 53 0,-11 2-142 0,10-1 0 16,-16 0 0-16,1 2 0 0,-5 0 0 0,-8 0 0 15,-4 0-172-15,-5 0 0 0,-5 0 105 0,-4 0 51 16,-5 0-355-16,-2 0 188 0,0 0-29 0,-8 0-395 16,-5 0 286-16,-4-2 142 0,-2-5 71 0,-4-6-462 15</inkml:trace>
  <inkml:trace contextRef="#ctx0" brushRef="#br0" timeOffset="-70498.34">21194 14436 2575 0,'-9'-2'0'0,"1"2"0"0,0 0 0 0,3 0 0 0,-1 6 0 0,4 6 0 0,1 6 0 0,1 0 0 0,0 9 0 0,0-1 0 0,0 2 195 0,0 1-80 0,0 4 444 16,0-1-266-16,0-1-129 0,0 2-142 0,0-3-14 15,0-4-8-15,0 2 0 0,0-5-424 16,0-2 175-16,0-3 143 0,0-5 71 0,1-5-310 0,1-1 186 15,2-4 97-15,3-3-849 0,1-3 438 0</inkml:trace>
  <inkml:trace contextRef="#ctx0" brushRef="#br0" timeOffset="-70182.47">21314 14383 2536 0,'7'-7'0'0,"3"5"0"0,0 2 0 0,-3 0 0 0,2 3 0 0,-3 11 0 0,2 3 0 0,-3 6 0 0,-3 1 0 15,0 3 0-15,0 4 111 0,-2 1 70 0,0 0-73 0,0-1-35 0,-10 4-1 16,0-4-257-16,-6 2 105 16,-2-1 59-16,-9 1 28 0,1-3-93 0,-2-1 61 15,-2-9 39-15,-8 5-93 0,6-11 44 0,1 1 34 16,-1-4-38-16,3-1 0 0,7-4-17 0,-1-2 6 16,5-1 434-16,6 1-191 0,3-2-77 0,3-2-54 15,2 0 467-15,4 0-288 0,0 2-241 16,11-2 0-16,16 0 0 0,1 0 0 0,6 0 0 0,9 0 0 15,0 0 0-15,2-2 0 0,1-4 0 16,-5-1 0-16,-6 1 0 0,2-2 0 0,-3 3 0 0,-4-1 0 16,-5 0 0-16,-2 2 0 15,-4 3 0-15,-6-1-256 0,-4-1 54 0,-4 3-691 16,0 0 429-16,-5 0 214 0,0 0 97 0,-5 0-262 16,-9 5 190-16</inkml:trace>
  <inkml:trace contextRef="#ctx0" brushRef="#br0" timeOffset="-70031.11">21231 14954 2051 0,'-14'8'0'0,"3"1"0"0,-1 2 0 0,3-1 0 0,0 0 0 0,0 0 0 0,6 4 0 0,-3-2 0 0,4 5 0 0,-1 1 0 0,-1 0 73 16,-1 0 426-16,0 2-231 0,0-1-116 0,-1 1-49 0,1-4-40 0,1 2 0 16,2-7-27-16,1 1-623 0,1-3 312 0,0-4 164 15,0-1 70-15,3-4-759 0,8 0 348 0</inkml:trace>
  <inkml:trace contextRef="#ctx0" brushRef="#br0" timeOffset="-69869.8">21286 15086 2406 0,'5'-3'0'0,"2"3"0"0,-2 0 0 0,1 0 0 0,-1 3 0 0,2 5 0 0,2 2 0 16,0-1 0-16,-2 5 0 0,4 1 0 0,-1 0 85 0,-3 0 377 0,2 2-212 0,0-2-107 0,-2-3-45 15,2 2-212-15,-2-5 75 0,0-1 38 0,0-5-600 16,0 1 319-16,-1-4 168 0,1 0 70 0,1 0-633 15,0-9 332-15,-1-6 96 0,3-5-248 16</inkml:trace>
  <inkml:trace contextRef="#ctx0" brushRef="#br0" timeOffset="-69305.8">21684 14501 1765 0,'14'-20'0'0,"4"5"0"0,3-3 0 16,2 2 0-16,2 0 0 0,4 1 0 0,2 0 0 0,1 3 0 0,2-1 0 0,1 0 0 0,-3 4 377 0,-7 1-161 0,3 0-94 0,-7 4 105 0,-3 3-96 16,-7 1-47-16,-4 0 45 15,-4 0-37-15,-3 7-33 0,0 8 1 0,-10 4 128 0,-10 3-76 16,-1 5-28-16,-9 5-10 0,1 1 84 0,1 3-105 0,-2 0-53 16,2 5 0-16,-1 0 0 0,5 5 0 15,1 0 0-15,5 0 0 0,2-1 0 16,4-3 0-16,4-4 0 0,3 2 0 0,0-4 0 15,2-2 0-15,3-5 0 0,-2-6 0 0,2-1 0 0,0-3 0 16,-2-4 0-16,0-5 0 16,0-1 0-16,0-5 0 0,2-1 0 0,-3-3 0 15,-1 0 0-15,1 0 0 0,-1-3 0 0,1-10 0 16,1-4 0-16,0-8 0 0,2-1 0 0,0-6 0 16,0-9-53-16,0-2-127 0,7 0 55 0,6-5 49 15,-2 15-68-15,4-3 53 0,0 4 28 0,4 5 0 16,-3 9 261-16,7-3-112 0,3 6-61 0,1 2 130 15,3 5-95-15,2 1-48 0,3 0 247 16,3 2-259-16,5 2 0 0,-9-1 0 0,2 3 0 0,-1 1 0 16,-6 0 0-16,4 0 0 15,-10 1 0-15,-3 8 0 0,1 2 0 0,-5 3 0 16,-4 1 0-16,-3 4 0 0,-2-1 0 0,-4 7 0 16,-1 1 0-16,0 2 0 0,-2 4 0 0,0 2 0 15,0 7 0-15,0-7 0 0,0 2 0 16,0 0 0-16,0-2 0 0,0-5 0 0,0-1 0 0,0-4 0 15,0-2 0-15,0-3 0 0,0-3 0 0,0-3 0 16,0-3 0-16,0 0 0 0,0-3 0 16,-5 1 0-16,-5-4 0 0,-1 3 0 15,-5-4 0-15,0-3-22 0,-2 0-714 0,0 0 351 16,-3 0 165-16,-5-10 96 0,4-6-549 0,1-10 318 16,-2-10 159-16</inkml:trace>
  <inkml:trace contextRef="#ctx0" brushRef="#br0" timeOffset="-68685.44">21951 14684 2382 0,'-7'-11'0'0,"0"3"0"0,6 6 0 0,-3 0 0 0,2 2 0 0,0 0 0 0,1 9 0 0,-1 8 0 0,2 8 0 0,-2 2 0 0,2 8 741 16,-4 6-353-16,1-5-167 0,-2 10-22 0,1-9-199 0,1 0 0 0,-1-1 0 16,2-5 0-16,2-8 0 0,0-1 0 0,0-3 0 15,0-8 0-15,0-1-159 0,0-6 65 0,0-2-637 16,0-2 376-16,0-2 50 0,4-17-348 0,3-3 308 15,1-6 154-15,2-4 69 0,-1-8-160 0,3-1 124 16,-5 0 60-16,4-5 31 16,1 4-15-16,-3 9 15 0,0 1 8 0,-4 10 22 15,2 1 94-15,-4 10-47 0,3 0-23 0,-4 5 459 16,-1 2-236-16,3 4-123 0,-2 0-62 0,0 0 607 16,1 11-300-16,-1 4-127 0,-2 2 253 0,3 3-211 15,-3 6-105-15,0-5-53 0,0 1 164 0,0 1-100 16,0-3-63-16,0-1-26 0,0-3 14 0,0-1 1 15,0-3-43-15,-3-4 18 0,3 3-18 0,-2-6-1 16,1-1-35-16,1 2 0 0,0-5 0 0,0 3 0 16,0 0-58-16,0 2 42 15,0-3 24-15,0 3 1 0,0 0-64 0,0-1 39 16,1 2-6-16,1-1 0 0,1 0 95 0,1 0-32 16,-3 2-10-16,1-3-4 0,0 2-27 0,-2 2 0 15,0-2 0-15,0 0 0 0,0 1 0 16,0 0 0-16,0 0 0 0,0 1 0 0,-2 1 0 0,0-1 0 15,1 1 0-15,-3 1 0 0,-1 0 0 0,2-1 0 16,-1 1 0-16,-1-2 0 16,-1-1 0-16,-4 3 0 0,-1-4 0 0,0 0 0 15,-2 0 0-15,-2-3 0 0,-2 0 0 0,0-1 0 16,-2 1 0-16,3-3 0 0,-2 2 0 0,4-1 0 16,2 2 0-1,3-3 0-15,0 1 0 0,4 0 0 0,2 0 0 0,1 0 0 0,2-1 0 0,0 3 0 16,0 2 0-16,0 0 0 0,7 0 0 0,5-2 0 15,-1 2 0-15,4-1 0 0,2 0 0 0,2-2 0 16,2 1 0-16,2 0 0 0,0-2 0 16,7-1 0-16,0 2 0 0,1-1 0 15,0-1 0-15,1 2 0 0,2-2 0 0,-2 3 0 16,-2 2 0-16,2-2-73 0,0 3 4 0,3 1-644 16</inkml:trace>
  <inkml:trace contextRef="#ctx0" brushRef="#br0" timeOffset="-68514.2">22893 15247 3931 0,'-3'-15'0'0,"3"13"0"0,0 1 0 0,0-2 0 0,0 2 0 0,0-1 0 0,0-1 0 16,0 2 0-16,2-2 0 0,3 2 0 0,3-2 0 0,0-1 0 0,-5 1 0 0,1 2-173 0,1-1-114 0,-3 2 162 0</inkml:trace>
  <inkml:trace contextRef="#ctx0" brushRef="#br0" timeOffset="-64096.4">11300 2178 915 0,'-2'0'0'0,"0"0"1"0,1 0 0 0,-1 0 0 0,0 0-1 0,2 0 1 0,0 0 0 0,0 0-1 0,0 0 1 0,0 0-1 0,0 0 42 0,0 0-2 0,0-2 2 0,0 1 0 15,0-1 0-15,2 0 54 0,0 0-54 0,-1 0 79 16,1 0-40-16,-2 0 1 0,0 1-39 0,2 1 84 15,-2 0-47-15,0 0 0 0,0 0-37 0,0 0 32 16,0 0-32-16,0 0 11 0,2 0-12 0,0 0-28 16,-2 0-1-16,1 0 29 0,1 0 0 0,0 0-19 15,0 0 19-15,0 0-40 0,0-2 1 0,-2 2 30 16,1 0 7-16,-1 0-10 0,3 0 5 0,-3 0-15 16,0 0 12-16,0 0 29 15,2 0 1-15,-2 0-20 0,0 0-9 0,2 0 6 16,-2 0-3-16,0 0 4 0,2 0-47 0,-1 0 9 15,-1 0 33-15,2 0-54 0,0 0 52 0,-2 0-2 16,2 0 1-16,-2 0-50 0,2 0-5 0,0 0 38 16,-2 0 8-16,1 0-47 0,-1 0 42 0,0 0-6 15,0 0 3-15,0 0 48 0,0 0-47 0,0 0-4 16,0 0 52-16,0 0-40 0,0 0-6 16,0 0-28-16,0 0 1 0,2 0 30 15,-2 0-2-15,2 0-21 0,-2 0 22 0,2 0-1 0,-2 0 1 16,2 0-33-16,-2 0 30 0,0 0-1 15,0 0-10-15,0 0 10 0,0 0-8 0,0 0 49 16,0 0-42-16,0 0-2 0,0 0-1 0,0 0 22 16,0 0-17-16,0 0-2 0,0 0 10 0,0 0-18 15,0 0 14-15,0 0-3 0,0 0 4 0,0 0-44 16,0 0 44-16,0 0-6 0,1 0 1 0,-1 0-42 16,0 0 36-16,0 0 3 15,0 0-29-15,0 0-2 0,0 0 22 0,0 0-17 16,0 0 18-16,0 0 2 0,0 0-3 0,0 0 17 15,0 0-17-15,0 0 1 16,0 0-3-16,2 0 36 0,-2 2 2 0,0-2-34 0,3 0 2 0,-3 0 35 16,2 0 6-16,-2 1-37 0,2-1 22 0,-2 0-20 15,1 0 6-15,-1 2-1 0,2-2-1 0,0 0-2 16,-2 2 7-16,2-2-24 16,-2 0 0-16,2 2 0 0,0-2 0 0,-1 0 0 15,-1 0 0-15,2 2 0 0,-2-2 0 0,2 0 0 16,-2 0 0-16,2 0 0 0,0 2 0 0,-1-2 0 15,1 0 0-15,1 0 0 16,1 0 0-16,-2 0 0 0,1 0 0 16,1 0 0-16,-1 0 0 0,3 0 0 0,-2 0 0 0,0 0 0 0,2 0 0 0,-1 0 0 15,2 0 0-15,-1 0 0 0,2-2 0 16,1 0 0-16,0 0 0 0,0-2 0 16,1-2 0-16,1 4 0 0,0-2 0 0,1-2 0 15,-1-1 0-15,3 2 0 0,-2-1 0 0,2-1 0 16,1 2 0-16,-3-3 0 0,2 1 0 0,-1 1 0 15,2-2 0-15,0 2 0 0,-1-1 0 0,-2-1 0 16,4-1 0-16,-1 2 0 0,2-1 0 0,-3 1 0 16,4-1 0-16,-2-1 0 0,3 1 0 0,1-2 0 15,3 1 0-15,-2 0 0 0,2-1 0 0,-5 2 0 16,7-4 0-16,-3 2 0 0,3 1 0 0,-3 0 0 16,3-2 0-16,-3 2 0 15,5-3 0-15,-4 3 0 0,2 0 0 0,0-4 0 16,-1 5 0-16,-3-2 0 0,5-1 0 0,-3 2 0 15,1-3 0-15,-1 3 0 0,1-3 0 0,-2 4 0 16,5-6 0-16,-1 4 0 0,1-1 0 0,1 0 0 16,-3 0 0-16,2-1 0 0,-1 1 0 0,3 1 0 15,-3-1 0-15,2-2 0 0,-1 2 0 0,1 0 0 16,0 0 0-16,-1-1 0 0,0 0 0 16,1 2 0-16,-3 0 0 0,-1 0 0 15,7-1 0-15,-5 1 0 0,-1-2 0 0,5 0 0 16,-1 3 0-16,1-3 0 0,0 1 0 0,0-1 0 15,0 1 0-15,-2 0 0 0,1 0 0 0,1-3 0 16,0 3 0-16,0 0 0 0,0-1 0 0,0 1 0 16,0 0 0-16,-2 0 0 0,2 1 0 0,-1 0 0 15,-3-3 0-15,2 2 0 0,0 0 0 16,0 1 0-16,2-2 0 0,-2 0 0 16,4 1 0-16,-2-1 0 0,0 2 0 0,0-3 0 15,0 1 0-15,-1 1 0 0,1-1 0 0,0 1 0 16,-2 0 0-16,2 2 0 0,-2-1 0 0,-1-1 0 15,-1 1 0-15,1 0 0 0,-2 1 0 16,-2 0 0-16,3 0 0 0,-1 0 0 16,-3 0 0-16,1-1 0 0,-1-1 0 0,-2 2 0 15,0 3 0-15,-3-2 0 0,-1 2 0 0,0 1 0 16,-5 1 0-16,0 0 0 0,2 1 0 0,-4-2 0 16,-1 4 0-16,2-1 0 0,-3-1 0 0,0 2 0 15,-1-1 0-15,2 0 0 0,-1 1 0 0,1-2 0 16,-1 2 0-16,1-1 0 0,-1 0 0 15,2-2 0-15,-1 1 0 0,2-1 0 0,-3 1 0 16,0 1 0-16,-1-1 0 0,0 1 0 16,0 1 0-16,-3-2 0 0,-1 3 0 0,0-1 0 15,0 1 0-15,0 0 0 0,-2 0 0 0,0 0 0 16,0 0 0-16,0 0 0 0,0 0 0 0,0 0 0 16,0 0 0-16,0 0 0 0,0 0 0 0,0 0 0 15,0 0 0-15,0 0 0 0,0 0 0 0,0 0 0 16,0 0 0-16,0 0 0 0,0 0 0 0,0 0 0 15,0 0 0-15,0 0 0 16,0 0 0-16,0 0 0 0,-2 0 0 0,-5 0-274 16,-5 7-232-16,-3 10 232 0,-6 5 105 0,-5 10-842 0</inkml:trace>
  <inkml:trace contextRef="#ctx0" brushRef="#br0" timeOffset="-62902.98">12688 1294 1736 0,'5'-12'0'0,"-1"3"0"0,1-1 0 0,0 4 0 0,-1 0 0 0,-1 0 0 0,-1 3 0 0,0 2 0 0,0 0 0 0,-2-2 0 0,0 3 172 16,0 0-69-16,0 0-29 0,0 0 142 15,0 0-85-15,0 0-43 0,0 0 11 0,0 4-3 0,0 6-1 16,-2-1 92-16,-3 1-72 0,-1 1-34 16,-2 0 11-16,-1 3 21 0,-2 0-34 0,-1 1 0 15,-1 1-34-15,-4 4 55 0,1-3 11 0,-5 5-66 16,0 1 1-16,1-1-18 0,-3 1-28 0,-2 2 0 15,0-2 0-15,2 0 0 0,-2-2 0 16,2 1 0-16,-1-1 0 0,2 0 0 16,1-4 0-16,-4 3 0 0,3 0 0 0,2-2 0 15,-1-1 0-15,4-5 0 0,0 3 0 0,1-3 0 16,5 0 0-16,1-6 0 0,2 3 0 0,2-3 0 0,2-5 0 16,2 2 0-16,1-3 0 0,1 2 0 15,0-2 0-15,0 0 0 0,0 0 0 0,0 0 0 16,0 0 0-16,0 3 0 15,0-3 0-15,1 1 0 0,3 1 0 0,0 0 0 16,2 0 0-16,1 0 0 0,1-1 0 0,-1 2 0 16,3-1 0-16,3-1 0 0,-1-1 0 0,4 0 0 0,3 0 0 0,3 0 0 15,1 0 0-15,5 0 0 16,2 0 0-16,2 0 0 0,2 0 0 0,-2 0 0 16,1 2 0-16,-1 3 0 0,2-2 0 0,-2 1 0 15,2-3 0-15,-4 3 0 0,0 0 0 0,-4-1 0 0,-3 1 0 16,2-2 0-1,-3 1 0-15,0-3 0 0,-3 0 0 16,-1 0 0-16,-2 0 0 0,-1 0 0 0,-5 0 0 0,-1-3 0 16,-4 0 0-16,1 0 0 0,-5 2 0 0,2-3 0 15,-3 2 0-15,0-2 0 0,0 1 0 0,0-1 0 16,0 0 0-16,0-1 0 0,0 0 0 0,-4 4 0 16,4-3 0-16,-2 2 0 0,2 0 0 0,0 2 0 15,0 0 0-15,0 0 0 0,0 14 0 0,10 4-224 16</inkml:trace>
  <inkml:trace contextRef="#ctx0" brushRef="#br0" timeOffset="-61872.57">13832 1759 1253 0,'-6'-6'0'0,"3"-1"0"0,-3 2 0 0,1-3 0 0,2 1 0 0,1-1 0 0,0 2 0 0,2 1 0 0,-2-1 0 0,2 3 0 0,0-3 86 16,0 5 1-16,0-4-44 0,0 4 10 16,0-1 75-16,0 0-43 0,0 2 1 15,0 0-44-15,0 0 99 0,2 0-39 0,0 0-11 0,0 0 106 0,0 2-78 16,-1 3-38-16,2 3 155 15,-1-1-86-15,0 0-59 0,0 3 0 0,0-3 45 16,-1 3-46-16,1-1 10 0,2 3-57 0,-1-1 28 16,1 1 0-16,0-1-28 0,2 5 0 0,-2-1 68 15,-1 2-50-15,3 1-61 0,-1 0 0 16,1 1 0-16,0-1 0 0,2 2 0 0,-1 2 0 0,0-1 0 16,0-1 0-16,0 1 0 0,-2-3 0 0,1 3 0 15,-1 0 0-15,-1-2 0 0,0 0 0 0,-2 1 0 16,0 0 0-16,0-4 0 0,0 1 0 0,0-3 0 15,-1-4 0-15,1 1 0 0,0-3 0 0,0-2 0 16,-2-2 0-16,0-4 0 0,2 1 0 16,-2-1 0-16,0 0 0 0,1 0 0 0,1 0 0 0,2-1 0 15,2-5 0-15,2-3 0 16,1-1 0-16,0 0 0 0,3 2 0 0,0-4 0 16,4-1 0-16,4-3 0 0,1 4 0 0,2-3 0 15,3-3 0-15,2 0 0 0,8-3 0 0,-2-1 0 16,3 1 0-16,-3 0 0 0,7-5 0 0,-3 3 0 15,1 1 0-15,-1-1 0 0,-7 6 0 0,0 1 0 16,-3 1 0-16,-9 3 0 0,1 1 0 0,-5 4 0 16,-5 1 0-16,-3 2 0 0,-3 2 0 0,-2 0 0 15,0 1 0-15,-2 1 0 16,0 0 0-16,0 0 0 0,0 0 0 0,0 0 0 16,0 0 0-16,0 0 0 0,0 0 0 0,0 0 0 15,0 0 0-15,0 0 0 0,0 0 0 0,0 0 0 16,0 0 0-16,0 0 0 0,0 0 0 0,0 0 0 15,0 3 0-15,0 9-513 0,0 4-59 0</inkml:trace>
  <inkml:trace contextRef="#ctx0" brushRef="#br0" timeOffset="-57552.61">11351 2217 930 0,'0'-1'0'0,"-3"-1"0"0,3-2 0 0,-2 2 0 0,2-2 0 0,-1 2 0 0,-1-1 0 0,2 2 0 0,-2-4 0 0,2 3 0 0,-2 1 49 0,2-1 45 0,-2 0 13 0,1 2-58 15,-1 0 0-15,-2 0-16 0,0 0 16 0,1 0 0 16,-5 0 12-16,4 0-47 0,-2 2 0 0,1 1 35 16,0 1-71-16,1 2 31 15,-1-5 12-15,2 3-37 0,1 0 0 0,-2 0 35 16,4-2 14-16,-2 2 12 0,2-4-10 0,-1 2-21 15,1-2 11-15,0 1 57 0,0-1-1 0,0 0-48 0,0 0 4 0,0 0 55 16,0 3 0-16,0-2-42 0,0-1 32 0,1 3 13 16,3-3-39-16,0 1 9 0,2-1 53 0,0 0-35 15,-3 0 0-15,3 0 29 16,-1 0-19-16,2 0-12 0,2 0-32 0,-2 0 51 16,2 0-51-16,1 0 12 0,1 0-12 0,0-1 41 15,3-2 0-15,-2 2-41 0,0-2-22 0,-3 2 34 16,0-1-12-16,0-1 10 0,0 2-10 0,-2 1 0 15,0 0-1-15,1 0-34 0,0 0-14 0,-3 0 9 16,3 0-9-16,-1 0 0 16,1 0 0-16,1 0 0 0,-2 0 0 0,3 0 0 15,0 0 0-15,-1 0 0 0,0 0 0 0,-1 0 0 16,1 0 0-16,-2 0 0 0,1 1 0 0,0 2 0 16,-1-1 0-16,0 2 0 0,1-3 0 0,2 3 0 15,-1-3 0-15,0 4 0 0,1-4 0 0,-1 3 0 16,4-2 0-16,-1 0 0 0,-3 0 0 0,4-1 0 15,-3 3 0-15,1-1 0 0,-2-2 0 0,-1 2 0 16,1 0 0-16,-2 1 0 0,-1-1 0 16,2 1 0-16,-3 0 0 0,1 0 0 0,-1 0 0 15,3-1 0-15,0 1 0 0,-1 1 0 16,-1-5 0-16,1 5 0 0,1-4 0 0,1 1 0 16,0-2 0-16,0 1 0 0,2-1 0 0,-2 0 0 15,0 0 0-15,1 0 0 0,-3 0 0 0,2 0 0 16,-2 0 0-16,0 0 0 0,0 3 0 0,-1-3 0 15,1 2 0-15,-2-1 0 0,2 1 0 0,-2 2 0 16,1-2 0-16,1 0 0 0,1 0 0 0,-1 1 0 16,1-1 0-16,1 1 0 15,1 1 0-15,-1-2 0 0,2 1 0 0,-1-1 0 16,-1 2 0-16,0-3 0 0,1 2 0 0,-1-2 0 16,0 1 0-16,2 0 0 0,1 0 0 0,-5-1 0 15,3 2 0-15,0-2 0 0,-1 2 0 0,-2-1 0 16,1-1 0-16,1 2 0 0,-1 0 0 0,-1-1 0 15,3 1 0-15,-3 1 0 0,2 0 0 0,0 0 0 16,2-1 0-16,-1 0 0 0,4 3 0 0,-1-2 0 16,0 0 0-16,2 0 0 15,-2-1 0-15,4 2 0 0,-6-2 0 0,5 1 0 16,-2-2 0-16,0 2 0 0,-3-1 0 0,2 0 0 16,-2-1 0-16,0 3 0 0,3-3 0 0,-3 1 0 15,-2 0 0-15,1 0 0 0,1 1 0 0,0-2 0 16,1 1 0-16,-1 1 0 0,0-2 0 0,2-1 0 15,0 2 0-15,1 1 0 0,0-3 0 0,2 2 0 16,-3-2 0-16,2 1 0 0,0 0 0 0,-3 0 0 16,2 2 0-16,-1-3 0 15,-1 3 0-15,-1-2 0 0,-2 1 0 0,3 3 0 16,-1-3 0-16,-1-1 0 0,1 3 0 0,-1-1 0 16,0-1 0-16,3 1 0 0,-2 0 0 0,1-2 0 15,-1 1 0-15,2-1 0 0,0 1 0 0,0 1 0 16,1-3 0-16,0 0 0 0,2 2 0 0,-2-1 0 15,2-1 0-15,-1 2 0 0,0-2 0 0,-2 1 0 16,0 0 0-16,0 0 0 16,-2 0 0-16,3 1 0 0,-5 0 0 0,2 0 0 0,1-1 0 15,0 2 0-15,-2-3 0 0,3 1 0 16,2 3 0-16,-1-4 0 0,0 1 0 0,2-1 0 16,0 2 0-16,1-3 0 0,0 1 0 0,0 1 0 15,0-2 0-15,-2 2 0 0,-4-2 0 0,4 2 0 16,-4 0 0-16,1 0 0 0,-3-1 0 0,2 2 0 15,-1-2 0-15,1 1 0 0,-2 1 0 0,1-2 0 16,1 0 0-16,-2-1 0 16,5 3 0-16,-3-2 0 0,0-1 0 0,3 3 0 15,-4-3 0-15,2 2 0 0,1-1 0 0,-2-1 0 16,1 3 0-16,-3-2 0 0,2 1 0 0,-1 0 0 16,-3 0 0-16,2 0 0 0,1 1 0 0,-2 0 0 15,-1-2 0-15,2 1 0 0,1-1 0 0,-3 2 0 16,2-2 0-16,3 2 0 0,-3-3 0 0,1 1 0 15,0 2 0-15,1-3 0 0,-1 1 0 0,1-1 0 16,-2 2 0-16,2-2 0 16,-2 2 0-16,4 0 0 0,-2 0 0 0,1 0 0 15,-1-1 0-15,0-1 0 0,4 3 0 0,-2 0 0 16,1-3 0-16,0 3 0 0,0-2 0 0,1 1 0 16,0 1 0-16,2-3 0 0,-2 3 0 0,0-2 0 15,2 1 0-15,-2 1 0 0,0 0 0 0,0-1 0 16,-2-1 0-16,0 2 0 0,0-2 0 0,-3 1 0 15,3 0 0-15,-1 2 0 0,-2-2 0 0,0-1 0 16,1 3 0-16,-1-3 0 0,0 3 0 0,2-2 0 16,-1 1 0-16,2-1 0 15,-1-1 0-15,1 2 0 0,2-2 0 0,0 1 0 16,-2-2 0-16,4 2 0 0,-2 0 0 0,-2 0 0 16,3 1 0-16,-6 0 0 0,3-2 0 0,-3 2 0 15,-1 0 0-15,0-1 0 0,-1 1 0 0,2 0 0 16,-3 2 0-16,2-1 0 0,1-1 0 0,-1 1 0 15,4 0 0-15,-1 0 0 0,2-1 0 0,2 1 0 16,-1 0 0-16,2 0 0 16,-1-1 0-16,2 1 0 0,-2-2 0 0,1 2 0 15,0-2 0-15,-2 1 0 0,0 0 0 0,0 0 0 16,-2 0 0-16,3-1 0 0,-4 2 0 0,4 0 0 16,-3-2 0-16,2 2 0 0,-2-2 0 0,2 2 0 15,-2-2 0-15,0-1 0 0,0 1 0 0,-3 1 0 16,0-3 0-16,-3 1 0 0,-2-1 0 0,1 2 0 15,-3-2 0-15,-1 0 0 16,0 0 0-16,-2 0 0 0,0 0 0 0,0 0 0 0,0 0 0 16,0 0 0-16,0 0 0 0,0 0 0 15,0 0 0-15,0 0 0 0,0 0 0 0,0 0 0 16,0 0 0-16,0 0 0 0,-11 6 0 0,-10 7 0 16,-9 10-13-16,-13 8-248 0</inkml:trace>
  <inkml:trace contextRef="#ctx0" brushRef="#br0" timeOffset="-48373.67">24085 14001 2119 0,'0'0'0'0,"0"0"0"0,-2 0 0 0,2 0 0 0,0 0 0 15,0 0 0-15,0 0 0 0,0 0 0 0,0 0 0 0,0 0 0 0,0 0 61 0,0 0 51 0,0 0-38 0,0 0 0 0,0 0 60 0,0 0-40 16,0 0-35-16,0 0 1 0,0 3 90 0,-2 0-58 16,0 4-28-16,0-5 99 0,2 7-69 0,-1-4-29 15,-1 1 0-15,-2 1 47 16,0-2-39-16,4 4 9 0,-1-2-47 0,0 2 28 15,1 0 0-15,-2 4-40 0,0-1-23 0,0 1 0 16,2 0 0-16,-2 1 0 0,2 2 0 0,-1 4 0 16,-1 1 0-16,0 2 0 0,0 3 0 0,2-1 0 15,0 1 0-15,-2-1 0 0,2 3 0 0,0 1 0 16,0 0 0-16,0 1 0 0,0 2 0 0,0 0 0 16,0 0 0-16,0 2 0 0,0-1 0 0,0 2 0 15,0-2 0-15,0 0 0 16,0 0 0-16,0-1 0 0,0-1 0 0,0 3 0 0,0-2 0 15,0 2 0-15,-2-2 0 0,1 2 0 16,1-4 0-16,-2 2 0 0,0-2 0 0,2 0 0 16,0 0 0-16,0-5 0 0,-2 4 0 0,2-2 0 15,0 1 0-15,0 1 0 0,0-2 0 0,0 1 0 16,0 1 0-16,0 1 0 0,0-3 0 0,0 2 0 16,0-4 0-16,0 5 0 0,0-3 0 0,0-3 0 15,2-2 0-15,0 6 0 0,0-6 0 16,-1 7 0-16,1-5 0 0,0 0 0 15,0 3 0-15,0-3 0 0,0-1 0 0,-1 1 0 16,1 4 0-16,-2-7 0 0,2 3 0 0,0-1 0 16,0-1 0-16,-2-2 0 0,1 0 0 0,0-4 0 15,-1 3 0-15,4-3 0 0,-4-5 0 16,2 4 0-16,-2-5 0 0,2-1 0 0,-2-2 0 16,0-1 0-16,0-1 0 0,0-1 0 0,2-4 0 15,-2 2 0-15,0-2 0 0,0 0 0 0,0 0 0 16,0 0 0-16,0 0 0 0,0-2 0 0,0-9 0 15,0-4 0-15,1-2-1037 0,3-7 458 0</inkml:trace>
  <inkml:trace contextRef="#ctx1" brushRef="#br0">32802 17142 0,'0'0'0,"0"0"15,0 0 1,-71-183-16,28 183 15,29 0 1,1-14-16,13-1 16,0 2-16,0-2 15,0 15 1,0 0-16,0 0 16,0 0-1,-15 0-15,15 0 16,0 0-1,-15 0-15,15 0 16,-13 0-16,13 0 16,0 0-1,0 0-15,0 0 16,0 0 0,0 0-16,0 0 15,0 0 1,0 0-16,-15 0 15,15 0 1,0 0-16,0 0 16,0-15-16,0 15 15,0-13 1,0 13-16,0 0 16,0 0-1,0 0-15,0 0 16,0 0-1,0 0-15,0 0 16,0 0 0,0 0-16,0 0 15,0 0-15,0 0 16,0 0 0,0 0-16,0 0 15,0 13 1,0-13-16,0 15 15,0 0 1,0-15-16,0 13 16,0-13-16,0 15 15,0-15 1,0 14-16,0 0 16,0-14-1,0 28-15,0-28 16,0 15-1,0-1-15,0-1 16,0 2-16,0-1 16,0-14-1,0 15-15,0-15 16</inkml:trace>
  <inkml:trace contextRef="#ctx0" brushRef="#br0" timeOffset="-46580.16">27167 14022 1887 0,'0'-13'0'0,"0"4"0"0,0-2 0 16,0 1 0-16,0 3 0 0,0 0 0 0,0-1 0 0,0 2 0 0,0 1 0 0,0 3 0 0,0-1 86 0,0 2 303 0,0 1-177 0,0 0-89 0,0 0-44 15,0 0 299-15,0 0-176 0,2 8-84 0,-2 3 216 16,0 4-211-16,3 2-123 0,-1 1 0 0,-2 3 0 15,2 0 0-15,1 1 0 0,-2 5 0 0,1-5 0 16,0-1 0-16,0 1 0 16,-1 7 0-16,2-2 0 0,-3 4 0 0,1-1 0 15,-1 2 0-15,2-1 0 0,-1 3 0 0,-1 1 0 16,3-1 0-16,-1 4 0 0,-2-4 0 0,0 2 0 16,3 0 0-16,-3-1 0 0,2-1 0 0,0 3 0 15,-2 4 0-15,2-5 0 0,-2 3 0 0,0-1 0 16,0 0 0-16,0-1 0 0,0 1 0 0,0-2 0 15,0-1 0-15,0-5 0 0,0 3 0 0,0-1 0 16,0-3 0-16,0 1 0 0,3 0 0 0,-3-3 0 16,1-4 0-16,-1 5 0 0,2 2 0 0,-2-4 0 15,0 1 0-15,0 0 0 16,0-1 0-16,0-1 0 0,0 4 0 0,0-9 0 16,0 3 0-16,0 0 0 0,0-2 0 0,0 3 0 15,0-4 0-15,0 0 0 0,0 1 0 0,0 0 0 16,0 2 0-16,0-2 0 0,0-1 0 0,0 0 0 15,0 1 0-15,0-2 0 0,0 2 0 0,0-1 0 16,0 1 0-16,0-1 0 0,0-1 0 0,0 0 0 16,0 0 0-16,0-2 0 15,0 1 0-15,0-3 0 0,2 0 0 0,-2 0 0 16,1-1 0-16,2-5 0 0,-3 0 0 0,0 2 0 16,0-5 0-16,0 0 0 0,0-1 0 0,0 0 0 15,0 0 0-15,0-1 0 0,0 0 0 0,0-1 0 16,0 1 0-16,0 0 0 0,0-2 0 0,0 2 0 15,0-3 0-15,0 1 0 0,0 2 0 0,-3-2 0 16,2-2 0-16,-3 2 0 16,0-2 0-16,0 0 0 0,-1 0 0 0,0 0 0 15,2 0 0-15,2-4-95 0,-2-11-5 0</inkml:trace>
  <inkml:trace contextRef="#ctx0" brushRef="#br0" timeOffset="-44990.77">24592 13855 2363 0,'0'-2'0'0,"-3"1"0"0,3 1 0 0,0 0 0 0,0 0 0 0,0 0 0 0,7 9 0 0,-1 6 0 0,4 5 0 0,-3 5 0 0,2 2 101 16,-4 2-24-16,1 3-9 0,-3 2 142 0,1 0-78 15,-2 0-43-15,-1 0-1 0,-1-8 135 0,0 7-95 16,0-10-42-16,0-2-2 15,0 0 123-15,0-4-132 0,0-8-75 0,-1-4 0 0,-1 0 0 16,2-2 0-16,-2-3 0 0,0 0 0 16,2-6 0-16,0-10 0 0,0-7 0 0,0-3 0 15,6-2 0-15,4-2 0 0,1-2 0 0,0 0 0 16,2-1 0-16,0 5 0 0,-1 4 0 0,-1 8 0 16,0-2 0-16,-1 8 0 0,-1 1 0 15,-2 4 0-15,1 3 0 0,0 2 0 0,-1 0 0 0,0 7 0 16,-1 8 0-16,0 7 0 0,-2 0 0 15,0 5 0-15,-3-3 0 0,3 7 0 0,-2-4 0 0,0-7 0 16,-1 3 0-16,0-2 0 16,2-11 0-16,-1 1 0 0,0-2 0 0,-2-5 0 15,2-3 0-15,-2-1 0 0,1 0 0 0,4-11 0 16,0-6 0-16,3-8 0 0,1-1 0 0,2 0 0 16,4-2 0-16,0-3 0 0,0 5 0 0,3 2 0 15,-2 3 0-15,0 7 0 0,0-2 0 0,-2 5 0 16,2 4 0-16,-2 5 0 15,-3 0 0-15,-2 2 0 0,4 0 0 0,-2 9 0 0,-2 4 0 0,1 4 0 16,0 8 0-16,-3-5 0 16,-1 7 0-16,0 0 0 0,-1-2 0 0,-1 0 0 15,-1-5 0-15,1 1 0 0,-2 0 0 0,0-4 0 16,-2-8 0-16,0 1 0 0,0-5 0 0,0 0 0 16,0-3 0-16,0-2 0 0,0 0 0 0,0 0 0 15,-4 0 0-15,2 0 0 0,0 0 0 0,1-2 0 16,-1-3 0-16,2 5-229 0,0-2-183 0,0 0 179 15,0 1 103-15,5-2-393 0,7 2 244 16,3 1 121-16,0-2-703 0</inkml:trace>
  <inkml:trace contextRef="#ctx0" brushRef="#br0" timeOffset="-44512.36">25658 13918 2735 0,'0'-3'0'0,"0"2"0"0,0 1 0 0,0 0 0 0,0 0 0 15,0 0 0-15,2 5 0 0,3 6 0 0,2 3 0 0,-1 5 0 0,-3 4 168 0,1 0-65 0,-2 2 264 0,-2 5-169 0,0 1-81 0,0-4 126 16,0 2-243-16,0-3 0 15,-2-5 0-15,-5 0 0 0,5-3 0 0,0-7 0 16,-2 0 0-16,4-5 0 0,-2-3 0 0,-1-3 0 16,3 0 0-16,0-3 0 0,0-14 0 0,3-4 0 15,5-3 0-15,3-2 0 0,4-4 0 0,2-1 0 16,2 3 0-16,-2 0 0 0,5 2 0 0,1 4 0 16,-5 1 0-16,-1 6 0 0,0 2 0 0,-2 5 0 15,-2 3 0-15,1 3 0 0,-3 0 0 16,-1 2 0-16,1 2 0 0,-4 9 0 0,2 6 0 0,-1 2 0 15,1 2 0-15,-3 4 0 0,1 2 0 16,1 0 0-16,-1-6 0 0,1 10 0 0,-1-7 0 16,-2-6 0-16,2 4 0 0,-3-6 0 0,-1-4 0 15,1-3 0-15,-2-2 0 0,-1-3 0 0,-1-2 0 16,0-2 0-16,0 0 0 0,0 0 0 0,0 0 0 16,0 0 0-16,-3-2 0 15,-1-4 0-15,4-1 0 0,-2-2-122 0,2-2-309 16,0 1 197-16,2-3-780 0,5-1 489 0,6-1 234 15</inkml:trace>
  <inkml:trace contextRef="#ctx0" brushRef="#br0" timeOffset="-44224.97">26370 13873 2976 0,'3'-5'0'0,"0"2"0"0,-2-1 0 0,-1 2 0 0,0 0 0 0,0 0 0 0,0 0 0 0,0 2 0 15,0 0 0-15,0 4 0 0,0 14 848 0,0 2-741 0,0 6-107 0,0 4 0 0,0 5 0 16,0 5 0-16,0 7 0 0,0-2 0 0,0 0 0 16,0 3 0-16,2-4 0 0,-2-4 0 0,3 7 0 15,-1-12 0-15,0 3 0 0,-2-2 0 0,0-1 0 16,0-8 0-16,0 3 0 0,0-5 0 0,0-3 0 16,0-4 0-16,-2-5 0 15,-3-1 0-15,3-2 0 0,-3-5 0 0,1 2 0 16,-1-3 0-16,-2-2 0 0,3-2 0 0,0 0-516 15,-2 0 209-15,2-3 135 0,3-12-155 0,-1-10 145 16,2-3 63-16,0-10 45 0,0-5-482 0,3-6 258 16,7-13 129-16</inkml:trace>
  <inkml:trace contextRef="#ctx0" brushRef="#br0" timeOffset="-43966.53">26391 14016 1380 0,'2'-30'-1'0,"1"1"1"0,-1 6-1 0,0 0 1 0,1 3 0 0,2 4 0 0,-5-2 0 0,8 6 0 0,-1-3 0 0,0 7 0 0,5 0 649 0,-1 3-297 0,2 0-162 15,4 2-77-15,0 3 488 0,4 0-283 0,3 0-140 16,-1 2-26-16,3 8-152 0,0 2 0 0,-3 3 0 16,0 2 0-16,-5 2 0 0,-5-2 0 15,0 4 0-15,-7 1 0 0,-3 1 0 0,-3-3 0 16,0 5 0-16,-11-7 0 0,-8 7 0 0,-4-4 0 0,-4-2 0 16,-1-5 0-16,0 0 0 15,1-6 0-15,-3 1 0 0,8-5 0 0,-1-3 0 16,2-1 0-16,3 0 0 0,5 0 0 0,2-1 0 15,5-7 0-15,-3 0 0 0,8 1 0 0,1-3 0 16,0 2 0-16,0-1 0 0,4 0 0 0,6 0 0 16,0 1-122-16,2 0-32 0,3 3-1079 0</inkml:trace>
  <inkml:trace contextRef="#ctx0" brushRef="#br0" timeOffset="-42474.37">24579 14986 1856 0,'-10'-5'0'0,"0"-4"0"0,1 2 0 0,1-2 0 0,2-2 0 0,-1 0 0 0,5-3 0 0,2 1 0 0,0-3 0 0,0 2 0 0,5-2 77 0,5-2 129 0,7-2-83 16,-1 5-34-16,5-4-9 0,-7 5 102 0,6 2-71 15,-4-1-37-15,3 2 0 0,-3 5 189 16,2 2-116-16,-3 2-55 0,3 2-26 0,0 0 193 0,0 0-101 15,-1 4-84-15,3 9-74 16,-2 3 0-16,-1 1 0 0,-2 2 0 0,-4 0 0 0,2 5 0 16,-5 1 0-16,-1 1 0 0,-4 0 0 15,0 3 0-15,-3-5 0 0,0 8 0 0,-8-4 0 0,-5-2 0 16,-4 1 0-16,1-5 0 16,-4-3 0-16,-4 4 0 0,2-9 0 0,-3 0 0 0,2-6 0 15,3-3 0-15,-4-2 0 0,1 0 0 16,0-3 0-16,2 0 0 0,2 0 0 0,1 0 0 15,3-4 0-15,0-3 0 0,8 2 0 0,-1 2 0 16,5-2 0-16,1 4 0 0,2-1 0 0,0 0 0 16,0 2 0-16,13 0 0 0,6 0 0 15,4 0 0-15,-2 0 0 0,10 4 0 0,-3 3 0 0,2 1 0 16,0 2 0-16,0-1 0 0,0 1 0 16,0-2 0-16,-3 2 0 0,-3-2 0 15,-4-3 0-15,1 1 0 0,-3-5 0 0,2 3 0 16,-5-4 0-16,0 0 0 0,-3 0 0 0,4 0 0 15,-3-4 0-15,2 1 0 0,-3-3 0 0,4-1 0 16,-2 2 0-16,4-1 0 0,-1-2 0 0,5 5-748 16,3-4 202-16</inkml:trace>
  <inkml:trace contextRef="#ctx0" brushRef="#br0" timeOffset="-42180.32">25538 14982 3017 0,'0'0'0'0,"0"0"0"0,0 0 0 0,0 0 0 0,2 0 0 0,0 0 0 0,6 0 0 0,1 0 0 0,2-1 0 0,2-2 0 0,4 2 195 16,1-1-79-16,4-1 372 0,2 3-373 0,-3 0-115 15,5 0 0-15,1 0 0 0,-5 0 0 0,2 0 0 16,0 0 0-16,0 0 0 16,-4 0 0-16,-1 0 0 0,-4 0 0 0,0 3 0 0,-6-3 0 15,1 2-245-15,-4-2-82 0,1 0 77 0,-2 0 120 16,-1 0-711-16,2 0 402 0,-3-2 192 0,5-10-410 16</inkml:trace>
  <inkml:trace contextRef="#ctx0" brushRef="#br0" timeOffset="-41923.22">26016 14781 2091 0,'0'-13'0'0,"0"4"0"0,0 1 0 15,0 1 0-15,0 0 0 0,0 1 0 0,0 2 0 0,0 2 0 0,0 0 0 0,0-1 0 0,2 3 609 0,-1 0-276 0,3 0-153 0,0 7 210 0,-3 5-176 16,3 0-100-16,0 5-114 0,0 4 0 0,-3 5 0 16,4 0 0-16,-3 3 0 0,1 1 0 0,1 0 0 15,-1 2 0-15,1-2 0 0,0-1 0 0,-1 0 0 16,-1-1 0-16,3-2 0 0,-3-5 0 0,0 2 0 15,-1-2 0-15,-1-3 0 16,0-3 0-16,2-2 0 0,-2-2 0 0,2-3 0 16,0-3 0-16,-1-1 0 0,1-2 0 0,0-2-160 15,-1 0-10-15,4 0-574 0,-1 0 353 0,0 0 177 16,0-2 89-16,-1-2-504 0,1-1 301 0,-3-4 145 16,2-1-329-16,-3-3 256 0</inkml:trace>
  <inkml:trace contextRef="#ctx0" brushRef="#br0" timeOffset="-41360.81">26634 14748 1979 0,'0'-4'0'0,"0"-1"0"0,0 0 0 0,0 2 0 15,0-1 0-15,0 0 0 0,3 0 0 0,-1 0 0 0,0 1 0 0,0 0 0 0,0 2 188 0,-1 0-79 0,3-2 82 0,-3 1-77 0,2 2-38 16,-1 0 0-16,0 0 219 15,-1 0-133-15,2 0-62 0,-1 0 230 0,0 0-145 16,-1 0-75-16,1 2-94 0,0 3-16 0,-2 0 0 16,2 1 0-16,0 1 0 0,-1 3 0 0,1-3 0 15,0 4 0-15,-1 0 0 0,2 2 0 0,0 1 0 16,-3 3 0-16,1-1 0 16,0 3 0-16,2 2 0 0,-1-1 0 0,0 5 0 0,-1 0 0 15,1-3 0-15,0 6 0 0,0-3 0 0,0 0 0 16,-1 0 0-16,1-4 0 0,0 1 0 0,-1 1 0 15,2-1 0-15,-1-2 0 0,0 0 0 0,2-1 0 16,-2-2 0-16,0-3 0 0,-1 2 0 0,1-1 0 16,-2-6 0-16,2 2 0 0,0-3 0 0,-2-1 0 15,0-3 0-15,2-2 0 16,-2 0 0-16,0-2 0 0,0 0 0 0,0 0 0 16,0 0 0-16,0 0 0 0,0 0 0 0,0 0 0 15,0 0 0-15,0 0 0 0,0 0 0 0,0 0 0 16,0-2 0-16,0 0 0 0,0 0 0 0,-4 0 0 15,0 1 0-15,1-2 0 0,-2 2 0 0,0-1-44 16,-3 2-368-16,-4 0 188 0</inkml:trace>
  <inkml:trace contextRef="#ctx0" brushRef="#br0" timeOffset="-40222.82">24485 15910 1385 0,'-8'-9'0'0,"5"-3"0"0,-1 3 0 0,0-4 0 0,2 0 0 0,2-3 0 0,0 2 0 0,0-1 0 0,0 1 0 0,10-1 0 0,1 0 93 0,4 1-20 0,3 2-8 0,0-1 146 15,2 3-88-15,1 3-43 0,0 2 0 0,0 1 163 16,1 2-108-16,0 2-48 0,0 0 172 0,3 0-110 15,-3 7-57-15,-2 3 87 0,2 3-76 0,-5 0-33 16,0 2 0-16,-2 1 1 16,-4 6 0-16,-3-1-26 0,-1 2-8 0,-5 2 44 15,-2 1 1-15,0 3-46 0,-2-1-25 0,-10-1-11 0,0 2 0 16,-3-1 0-16,-3-2 0 0,0-3 0 0,-1-2 0 16,2-6 0-16,-3-2 0 0,-1-4 0 15,2-1 0-15,-1-4 0 0,-1-3 0 0,0-1 0 0,3 0 0 16,0 0 0-16,4 0 0 15,0 0 0-15,3-1 0 0,4-2 0 0,0 2 0 16,6-1 0-16,-1 0 0 0,2 1 0 0,0-2 0 16,5 0 0-16,14 3 0 0,4-3 0 0,2 2 0 15,3 1 0-15,-1 0 0 0,5 0 0 0,-1 1 0 16,5 5 0-16,-4 0 0 0,0 0 0 0,-4-1 0 16,-4-1 0-16,0 1 0 0,-1 0 0 0,-4-4 0 15,-6 0 0-15,-2-1 0 0,-2 0 0 0,-4 0 0 16,2 0 0-16,-4 0 0 15,1 0 0-15,0 0 0 0,2 0 0 0,-2 0 0 16,3 0-230-16,2-2-207 0,3-3 200 0,1 2-323 16,2-3 266-16,2 1 129 0</inkml:trace>
  <inkml:trace contextRef="#ctx0" brushRef="#br0" timeOffset="-39937.4">25442 15902 2985 0,'-5'-1'0'0,"3"-1"0"0,0 2 0 0,2-2 0 0,0 2 0 0,0 0 0 0,2-2 0 0,8 0 0 0,7 2 0 0,-1-2 0 0,5 0 126 0,0 0 288 0,1 1-189 15,1-2-94-15,-1 3-81 0,-2 0-50 0,1 0 0 16,-1 0 0-16,0 0 0 0,-1 0 0 0,-2 0 0 16,-2 4 0-16,0 0 0 0,-2 0 0 0,-5 0 0 15,5-1-402-15,-4 1 39 0,-2-3 181 0,3 2-28 16,1-3-519-16,0 0 346 0,3 0 174 0</inkml:trace>
  <inkml:trace contextRef="#ctx0" brushRef="#br0" timeOffset="-39662.18">26004 15609 2815 0,'0'-5'0'0,"0"3"0"0,0 0 0 0,0 2 0 0,0 0 0 16,0 0 0-16,0 0 0 0,0 0 0 0,0 0 0 0,0 2 0 0,0 9 117 0,0 1 221 0,2 2-156 0,2 5-72 0,-3 4-37 0,2 2 223 15,-1 5-296-15,0-3 0 0,-1 5 0 0,-1 2 0 16,0 0 0-16,2 0 0 0,-2 0 0 0,0-1 0 15,2 0 0-15,0-1 0 0,-2-5 0 0,2 1 0 16,-1-7 0-16,-1 2 0 16,2-5 0-16,0-1 0 0,-2-5 0 0,2-3 0 0,-2-2 0 0,0-3 0 15,2-2 0-15,-2 1 0 16,0-3 0-16,0 0 0 0,2 0 0 0,0 0 0 16,-1-3-34-16,2-3-736 0,1-2 367 0,1-5 184 15,0-2 90-15,6 1-709 0</inkml:trace>
  <inkml:trace contextRef="#ctx0" brushRef="#br0" timeOffset="-39437.46">26269 15872 3641 0,'0'0'0'0,"0"-4"0"0,0 3 0 0,0-1 0 0,0 2 0 0,4-2 0 15,6 2 0-15,3-2 0 0,8 2 0 0,-3 0 0 0,3 0 136 0,2 0 18 0,6 0-154 0,-8 0 0 0,1 0 0 0,-1 0 0 16,-2 2 0-16,-1 2 0 0,-1 1 0 0,-1-2 0 16,-7-1 0-16,0 1 0 15,0 0 0-15,-3 0-261 0,0-2 141 0,-1 1-903 16,1-2 493-16,0 0 246 0,0 0 115 0,-1-9-545 16</inkml:trace>
  <inkml:trace contextRef="#ctx0" brushRef="#br0" timeOffset="-39134.67">26622 15713 2167 0,'-4'-12'0'0,"2"4"0"0,0-1 0 0,2 4 0 0,0-2 0 0,0 1 0 0,4 0 0 0,7 2 0 0,5 3 0 0,1 0 0 0,2 1 101 0,3 0 348 0,-1 0-197 0,1 6-113 15,2 6 249-15,-3 2-176 0,0 5-88 0,-3 2-43 16,-4-2-63-16,1 8-18 16,-6-2 0-16,-3 4 0 0,-4 1 0 0,-2 0 0 15,0 0 0-15,-12 3 0 0,-3-3 0 0,-5 0 0 16,-1-1 0-16,-1-5 0 0,2-6 0 0,-6 2 0 15,8-9 0-15,-5-3 0 0,2-2 0 0,2-5 0 16,3-1 0-16,-1 0 0 0,4 0 0 0,4 0 0 16,1 0 0-16,4-1 0 0,2-2 0 0,0 1 0 15,2 1 0 1,0-1 0-16,10 0 0 0,8 0 0 0,3 2 0 0,4 0 0 16,0 0 0-16,2 0 0 0,-1 0 0 0,2 0 0 15,-2 0 0-15,7 2 0 0,-1 0 0 0,0 0 0 16,-2-2 0-16,2 1 0 0,-1 1 0 0,3-2-334 15</inkml:trace>
  <inkml:trace contextRef="#ctx0" brushRef="#br0" timeOffset="-38790.36">27914 14834 3594 0,'-14'-8'0'0,"9"7"0"0,4 1 0 0,1-2 0 0,0-1 0 0,0 3 0 0,0-1 0 0,13-2 0 0,10 2 0 0,14 0 0 0,2-2 337 0,5 3-337 16,-2 0 0-16,4 0 0 0,-9 0 0 0,12 4 0 15,-16 1 0-15,2 1 0 0,-4 2 0 16,-1-1 0-16,-8-1 0 0,2 2 0 0,-7-1 0 16,-6 1 0-16,-4-2-406 0,-6 0 177 0,-1 3-65 15,0 1-628-15</inkml:trace>
  <inkml:trace contextRef="#ctx0" brushRef="#br0" timeOffset="-38613.36">28064 15082 3332 0,'-18'9'0'0,"-1"4"0"0,5 2 0 0,5-1 0 0,2-8 0 0,3 1 0 0,4-2 0 0,0 1 0 0,2 0 0 0,16-3 0 0,6 0 270 0,5 0-116 0,2-3 21 15,4 0-175-15,1 0 0 0,1 0 0 0,1 0 0 16,-4 0 0-16,-1 0 0 0,1 0 0 15,-3 0 0-15,-1 0 0 0,-1 0-473 0,-6 3 45 0,7 1 227 16,-5-4 119-16</inkml:trace>
  <inkml:trace contextRef="#ctx0" brushRef="#br0" timeOffset="-38177.93">28910 14866 3688 0,'-14'-5'0'0,"6"0"0"0,0 1 0 16,1 0 0-16,-1 3 0 0,1-1 0 0,4 0 0 0,-2 2 0 0,1 0 0 0,1 4 0 0,-2 10 243 0,2 2-243 0,1 4 0 15,0 4 0-15,2 3 0 0,0 2 0 0,0 1 0 16,0 0 0-16,2 1 0 0,8-2 0 0,0-1 0 16,5-2 0-16,3-2 0 0,1 0 0 0,3-7 0 15,2 1 0-15,3-3 0 0,6-6 0 0,1-3 0 16,-1-5 0-16,2-1 0 0,3 0 0 0,-3-1 0 15,-5-9 0-15,0-5 0 0,-6 2 0 0,2-3 0 16,-8 1 0-16,-2-5 0 0,-2 2 0 16,-3-5 0-16,-6 1 0 0,-2-7 0 15,1 1 0-15,-4-1 0 0,0-5 0 0,-9-2 0 16,-3 1 0-16,-6 4 0 0,-2 2 0 0,-4 0 0 16,-1 7 0-16,-3 1 0 0,-2 6 0 0,-3 6 0 15,-2 3 0-15,0 4 0 0,-2 2 0 0,5 0 0 16,-1 6 0-16,5 6 0 0,4 3 0 0,1 3 0 15,4 0 0-15,3 1 0 0,5 0 0 0,-1 3 0 16,2-3 0-16,2 2 0 0,1-2 0 16,0 1 0-16,1-1 0 0,2 2 0 0,1-5 0 0,-1 3 0 15,-2 0 0-15,3 0 0 16,1 2 0-16,0-2 0 0,2 1-559 0,0 5-31 16,-4-11 277-16</inkml:trace>
  <inkml:trace contextRef="#ctx0" brushRef="#br0" timeOffset="-35863.77">16465 14345 3010 0,'6'-5'0'0,"3"-1"0"0,0-1 0 0,3 3 0 0,1-1 0 0,0-1 0 0,0-1 0 0,1 4 0 0,-1-1 0 0,-3 1 0 0,2 1 106 15,1 0 185-15,-4 1-123 0,5-2-62 0,-3 2-30 16,3-1 98-16,-4 2-174 0,3 0 0 16,3 0 0-16,-4 0 0 0,2 0 0 15,1 0 0-15,-2 0 0 0,4 0 0 0,-2 0 0 16,0 0 0-16,2 0 0 0,0 0 0 0,0 0 0 15,-1 0 0-15,5 0 0 0,-2 0 0 0,0 0 0 16,0 0 0-16,-1 0 0 0,2 0 0 0,1 0 0 16,-1 0 0-16,1 0 0 0,0 0 0 0,-1 0 0 15,5 0 0-15,-6 0 0 0,8 0 0 16,-3 0 0-16,-2 2 0 0,5-2 0 0,-5 1 0 0,5-1 0 16,-4 0 0-16,2 0 0 15,-2 3 0-15,3-3 0 0,-1 1 0 0,1-1 0 16,-2 2 0-16,4-2 0 0,-3 2 0 0,5 0 0 15,-2-1 0-15,2 1 0 0,2 0 0 0,-2 0 0 16,0-1 0-16,0 2 0 0,2-3 0 0,-2 2 0 16,-1 0 0-16,1-2 0 0,-6 2 0 0,6-1 0 15,-4-1 0-15,0 3 0 0,1-2 0 16,-6 0 0-16,3 4 0 0,-2-3 0 16,5 0 0-16,-3 2 0 0,1-4 0 0,1 1 0 15,-4 1 0-15,8 1 0 0,-2 0 0 0,-1-1 0 16,1-1 0-16,0 2 0 0,-3-3 0 15,5 2 0-15,-2-1 0 0,-2 1 0 0,0 0 0 16,1-2 0-16,-5 2 0 0,7-2 0 0,-3 2 0 0,1-2 0 16,-2 2 0-16,3 2 0 0,1-3 0 0,4 1 0 15,1 2 0-15,2-2 0 0,2 0 0 0,-1 1 0 16,2-1 0-16,2 0 0 0,1 1 0 16,-1-3 0-16,-1 3 0 0,1-3 0 0,-3 2 0 0,7-2 0 15,0 0 0-15,1 0 0 16,0 0 0-16,3 0 0 0,1 0 0 0,3 0 0 15,-2 0 0-15,-2 0 0 0,2 0 0 0,0-2 0 16,-1-1 0-16,3 0 0 0,1-1 0 0,2-1 0 16,9-1 0-16,-10 3 0 0,15-3 0 0,-9-2 0 15,-1 1 0-15,2 2 0 0,-3-1 0 16,-4-2 0-16,8 2 0 0,1-1 0 0,0 0 0 16,6 2 0-16,-2 2 0 0,-8-3 0 0,14 2 0 15,-5-1 0-15,-2 1 0 0,2 1 0 0,3 1 0 16,1-1 0-16,4 2 0 15,-1 0 0-15,-5-2 0 0,-2 1 0 0,-2 0 0 0,-7 0 0 0,14 0 0 16,-8 2 0-16,1 0 0 0,3 0 0 16,-5 0 0-16,-10 0 0 0,3 0 0 0,-1 0 0 15,-4 0 0-15,-3 0 0 0,-1 0 0 16,-8 0 0-16,8-2 0 0,-8 2 0 0,-5-2 0 16,-3 1 0-16,-3-3 0 0,-7 4 0 0,-2-4 0 15,-6 0 0-15,-3 3 0 0,-3-4 0 0,-4 1 0 16,-1 1 0-16,-2 2 0 0,-2-4 0 0,0 3 0 15,-6 1 0-15,-15 1 0 0,-4 0 0 0,-15 15 0 16,-1 5 0-16</inkml:trace>
  <inkml:trace contextRef="#ctx0" brushRef="#br0" timeOffset="-34859.73">23786 16469 1901 0,'-15'-17'0'0,"1"9"0"0,7 4 0 16,0 2 0-16,3 2 0 0,1-2 0 0,1-1 0 0,2 2 0 0,0 1 0 0,0-2 0 0,2 2 150 0,8-2-53 0,8 2-1 0,-1-2 223 16,7 0-127-16,4 1-79 0,-3 1 181 15,3-1-126-15,-1-2-62 0,1 1-31 0,2 0 180 16,0-1-111-16,1-2-123 0,-3 2-21 0,2 1 0 16,-4 1 0-16,8-3 0 0,-2 1 0 0,0 2 0 15,2 1 0-15,1 0 0 0,4 0 0 0,3 0 0 16,-2 0 0-16,0 0 0 0,2 0 0 0,4 0 0 15,-6 0 0-15,12 0 0 0,-4 0 0 0,7 0 0 16,-2 0 0-16,3 0 0 16,-2 0 0-16,1 0 0 0,0 0 0 0,1 0 0 15,-2 0 0-15,2 0 0 0,1 0 0 0,7 0 0 16,-2 0 0-16,1 0 0 0,3 0 0 0,1 0 0 16,-8 0 0-16,15 0 0 0,-3 0 0 0,0 0 0 15,6 0 0-15,15 0 0 0,-13 0 0 0,19 0 0 16,-21 0 0-16,18 0 0 0,-19 0 0 0,8-2 0 15,4 2 0-15,10 0 0 16,-12-3 0-16,-10 3 0 0,8 0 0 0,7 0 0 16,-15 0 0-16,18-1 0 0,-5 1 0 0,-4 0 0 15,-9 0 0-15,9 0 0 0,-3 0 0 0,2 0 0 16,10 0 0-16,-3 0 0 0,-1 0 0 0,-14 0 0 16,11 0 0-16,7 0 0 0,-18 0 0 0,17 0 0 15,-6 0 0-15,-1 0 0 0,-14 0 0 0,11 1 0 16,-6-1 0-16,1 3 0 0,-1-3 0 0,4 2 0 15,-4-2 0-15,0 0 0 0,-6 0 0 16,-4 0 0-16,-3 0 0 0,-3 0 0 0,-8 1 0 0,2 2 0 16,0-2 0-16,-3 2 0 15,0-2 0-15,-6 3 0 0,-6-3 0 0,-2 4 0 16,-3-4 0-16,-3 3 0 0,-4-2 0 0,-6 1 0 16,-2-2 0-16,-2 0 0 0,-6-1 0 0,1 0 0 15,-4 0 0-15,-4 0 0 0,-2 0 0 0,-1 0 0 16,2 0 0-16,-4 0 0 0,0 0 0 0,0-1 0 15,-6-3 0-15,-4-2 0 0,-2 5 0 16,-2-2 0-16,-11 3 0 0,-2 0-325 0</inkml:trace>
  <inkml:trace contextRef="#ctx0" brushRef="#br0" timeOffset="-18761.15">5858 16049 1839 0,'0'0'0'0,"0"-2"0"0,0 2 0 0,0-2 0 0,0 2 0 0,0 0 0 0,0 0 0 0,0 0 0 0,0 0 0 0,0 2 0 0,0 5 78 0,0 1 139 0,0 5-89 0,0 0-33 16,5 4 37-16,-4 3-46 0,3 0 0 0,-1 4-45 15,0-2 176-15,-1 2-78 16,1-3-55-16,-1 8 1 0,2-4 91 0,-1 2-67 15,-3 0-35-15,2-4 11 0,1 7 110 0,-2-10-130 16,-1 3-65-16,2-3 0 0,-2-1 0 0,3 0 0 16,-3-4 0-16,0-3 0 0,0-3 0 0,0 1 0 15,0-5 0-15,0-2 0 0,0-1 0 0,0-2 0 16,0 0 0-16,0 0 0 0,0 0 0 0,0-2 0 16,0-9 0-16,0-6 0 0,0-3 0 0,2-4 0 15,3-2 0-15,-2 4 0 16,6-9 0-16,-3 2 0 0,4 1 0 0,-1 1 0 0,1 1 0 15,-3 4 0-15,4-1 0 0,-3 3 0 0,1 0 0 16,1 5 0-16,-1 3 0 0,-3 1 0 0,3 1 0 16,0 2 0-16,-3 3 0 0,1 1 0 15,3 3 0-15,-1-2 0 0,1 0 0 0,1 3 0 0,1 0 0 16,-2 0 0-16,3 7 0 16,-3 1 0-16,4 3 0 0,-5 2 0 0,0 2 0 15,0 2 0-15,1 4 0 0,-4-3 0 0,-1 1 0 16,0 4 0-16,-3 1 0 0,3 0 0 0,-4-3 0 15,2 7 0-15,-3-7 0 0,0 1 0 0,0 3 0 16,0-7 0-16,0 1 0 0,0-2 0 0,0-5 0 16,0-4 0-16,0-1 0 0,0-5 0 0,0-2 0 15,0 0 0-15,0 0 0 16,0 0 0-16,0 0 0 0,2-6 0 0,1-9 0 16,4-4 0-16,1-3 0 0,2-1 0 0,1-2 0 15,2 2 0-15,-2-1 0 0,6-6 0 0,0 6 0 16,-1 2 0-16,2 1 0 0,-2 0 0 0,-1 4 0 15,2 1 0-15,1 1 0 0,-4 1 0 0,1 5 0 16,-2 1 0-16,-1 3 0 0,2 0 0 0,1 4 0 16,-3 1 0-16,3 0 0 0,0 0 0 0,3 0 0 15,-1 7 0-15,-1 3 0 16,3-1 0-16,-1 2 0 0,-5 5 0 0,4-2 0 16,-4 4 0-16,4 4 0 0,-7-1 0 0,0 2 0 15,-3 1 0-15,-2-1 0 0,3 4 0 0,-5-4 0 16,1 4 0-16,2-3 0 0,-6 1 0 0,2-4 0 15,1 2 0-15,-1-5 0 0,-1 2 0 0,0-4 0 16,2-2 0-16,-2-3 0 0,1-2 0 0,0-1 0 16,0-3 0-16,-2-2 0 15,1-2 0-15,-1-1 0 0,0 0 0 0,0 0 0 0,0 0 0 16,0 0 0-16,0 0 0 0,0 0 0 16,0 0 0-16,0 0 0 0,0 0 0 0,0 0 0 15,0 0 0-15,0 0 0 0,0 0 0 0,0 0 0 16,0 0 0-16,0 0 0 0,0 0 0 0,-7 0 0 15</inkml:trace>
  <inkml:trace contextRef="#ctx0" brushRef="#br0" timeOffset="-10401.32">4948 16052 3684 0,'-8'-3'0'0,"3"-5"0"0,2 5 0 0,1-3 0 0,2-2 0 0,0-1 0 0,2 0 0 0,8 0 0 0,5-1 0 0,4 0 0 0,2 1 148 0,7-2-59 16,-2 2-79-16,4 1-10 0,0 1 0 0,0 3 0 15,0 2 0-15,0 2 0 0,-1 0 0 0,-3 0 0 16,-2 6 0-16,-2 5 0 0,-1 0 0 0,-6 3 0 15,1 5 0-15,-5 0 0 16,0 6 0-16,-7-1 0 0,-1-1 0 0,-3 5 0 16,0-1 0-16,-3 0 0 0,-9 0 0 0,-1 0 0 0,0-8 0 15,-6 8 0-15,1-7 0 0,-1 0 0 0,1-5 0 16,0-2 0-16,-1 0 0 0,0-4 0 0,3-2 0 16,2-1 0-16,3-3 0 0,4-2 0 0,0 1 0 15,5-2 0-15,-3 0 0 0,5 0 0 0,0 0 0 16,0 0 0-16,13-2 0 0,1-2 0 0,3-3 0 15,1 1 0-15,5-1 0 0,2 0 0 0,-2 4 0 16,4 0 0-16,-1 3 0 16,1 0 0-16,1 0 0 0,-4 6 0 0,-4 4 0 15,7 7 0-15,-6 2 0 0,-3 4 0 0,-1 1 0 16,-6 5 0-16,-2-1 0 0,-4 2 0 0,-3 2 0 16,1-1 0-16,-3-1 0 0,0-2 0 0,-10 3 0 15,-6-1 0-15,0-4 0 0,-2-2 0 0,-5-1 0 16,-1-4 0-16,-3-3 0 0,-2 0 0 0,-2-6 0 15,0 0 0-15,3-5 0 0,1-1 0 16,1-2 0-16,-4 1 0 0,5-3 0 16,2 0 0-16,0 0 0 0,0 0 0 0,3 0 0 15,0 0 0-15,0 0 0 0,5 0 0 0,-3-5 0 16,8 1 0-16,-3 1 0 0,4-2 0 0,1 1 0 16,3 0 0-16,1 0 0 0,0 0 0 0,2 3 0 15,2-3 0-15,0 2 0 0,0 0 0 0,0-1 0 16</inkml:trace>
  <inkml:trace contextRef="#ctx0" brushRef="#br0" timeOffset="-4492.01">29153 12025 1828 0,'-2'-15'0'0,"2"9"0"0,0 4 0 0,0-1 0 0,0 3 0 0,0 0 0 0,0 0 0 0,0 0 0 0,0 0 0 0,0 6 0 0,2 8 323 0,3 5-147 0,2 3-69 0,-1 7-34 16,1 0 204-16,-1 7-119 0,0 1-50 15,-1 9-39-15,-2-1 274 0,2 0-152 0,-2 4-77 0,1 2 50 16,-1 1-164-16,-2 1 0 0,1-1 0 0,0 0 0 15,-2-3 0-15,0-7 0 0,0 10 0 16,0-8 0-16,0-3 0 0,0-4 0 0,0-1 0 0,0 0 0 16,-2-6 0-16,2-3 0 15,-2-3 0-15,2-3 0 0,-1-5 0 0,1-5 0 16,-3 1 0-16,1-7 0 0,2-2 0 0,0 0 0 16,-2-1 0-16,2-2 0 0,-3 0 0 15,1 0 0-15,-1 0 0 0,1-2 0 0,1-5 0 0,1-5 0 16,0-1 0-16,0-2 0 0,1-6-433 0,6-1-41 15,9-4 217-15,1-4-634 0,6-9 431 0,-1 3 210 16</inkml:trace>
  <inkml:trace contextRef="#ctx0" brushRef="#br0" timeOffset="-4232.8">29679 11944 3031 0,'0'-21'0'15,"0"10"0"-15,0 5 0 0,0 1 0 0,0 1 0 0,0 1 0 0,0 2 0 16,0 1 0-16,0 0 0 0,0 0 0 0,0 8 365 0,0 6-163 0,0 4-82 0,3 6 93 0,-1 1-213 0,0-2 0 0,0 7 0 16,-1-1 0-16,1-3 0 0,-2 0 0 15,0-3 0-15,0 2 0 0,0-3 0 0,0 1 0 0,0-3 0 0,0-2 0 0,0 4 0 0,0-4 0 31,0 1 0-31,0 2-94 0,0-2 5 0,0 0-874 0,0 1 462 16,0 0 222-16,0 4-565 0</inkml:trace>
  <inkml:trace contextRef="#ctx0" brushRef="#br0" timeOffset="-3868.1">29546 12710 3027 0,'-15'4'0'0,"7"-4"0"0,-4 0 0 0,5 0 0 0,4 0 0 0,1-2 0 0,2-8 0 0,0-1 0 0,5 2 0 0,12 1 0 0,3-4 97 16,3 4 216-16,5 0-137 0,-1 1-59 0,3 3-44 16,-2 2 55-16,-5 2-128 0,0 0 0 0,-2 0 0 15,-5 11 0-15,0 0 0 16,-8 6 0-16,-1-2 0 0,-4 4 0 0,0 2 0 16,-3-2 0-16,0 1 0 0,-8 5 0 0,-5-5 0 15,-3-1 0-15,-2-1 0 0,0-4 0 0,-5 3 0 16,4-6 0-16,-4-1 0 0,4-3 0 0,-2-2 0 15,1-1 0-15,3-2 0 16,6-1 0-16,-1 2 0 0,5-3 0 0,1 0 0 16,3 0 0-16,3 0 0 0,-2 0 0 0,2 0 0 15,0 0 0-15,5 0 0 0,8 0 0 0,2 0 0 16,5 0 0-16,0 0 0 0,6 0 0 0,-1 0 0 16,-2 0 0-16,7 0 0 0,-4 0 0 0,2 0 0 15,-1 0 0-15,-2 0 0 0,-3 0 0 0,6 0 0 16,-3 0 0-16,-3 0 0 0,0 0-34 15,-1 0-481-15,2 0 229 16,1-8 129-16,-1-5 59 0,2-6-703 0</inkml:trace>
  <inkml:trace contextRef="#ctx0" brushRef="#br0" timeOffset="-3513.6">30294 12010 2901 0,'1'-27'0'0,"4"16"0"0,6 3 0 0,3-2 0 0,3 2 0 0,3-2 0 0,3 4 0 0,1 2 0 0,4 1 0 0,7 1 0 0,0 2 276 0,0 0-118 0,-2 4 53 0,-3 4-86 15,-1 5-43-15,-11-2 9 0,2 4-4 0,-8 2-87 16,-3 2 0-16,-7 5 0 0,-2-2 0 0,-11 4 0 16,-10-1 0-16,-5-1 0 0,-7 5 0 0,-3-8 0 15,0-3 0-15,6-1 0 0,-5-2 0 0,2-2 0 16,6-3 0-16,5-1 0 15,1-4 0-15,9 1 0 0,2-1 0 0,5-4 0 0,2 3 0 16,3 0 0-16,0-3 0 0,5 3 0 0,11-2 0 0,3 2 0 16,6-1 0-16,1-3 0 15,1 0 0-15,0 0 0 0,6 0 0 0,-3 0 0 16,0 0 0-16,-4 0 0 0,2 0 0 0,-7 0 0 16,4 1 0-16,-4 2 0 0,-4 1 0 0,1 0 0 15,-6 7-283-15,3-2 51 0,-6 2 102 0,-4 3-782 16,-4 2 436-16,-1 2 220 0,0 5 108 0</inkml:trace>
  <inkml:trace contextRef="#ctx0" brushRef="#br0" timeOffset="-3209.64">30504 12564 2131 0,'-27'5'0'0,"5"-1"0"0,6 2 0 0,4-3 0 0,2-1 0 0,8-2 0 0,2 0 0 0,0 0 0 0,5 0 0 0,12 0 0 0,7 0 161 0,0 0 367 0,3 0-245 15,-5 1-113-15,8 4-70 0,-12 1 182 0,5 1-122 16,-4 2-61-16,-3 3-82 0,-5 0-17 0,-5 3 0 15,-3 3 0-15,-3-2 0 0,0 3 0 0,-13 2 0 16,-8 0 0-16,-1-2 0 0,-7-2 0 16,-1-1 0-16,0-3 0 0,0-1 0 15,7-5 0-15,0 1 0 0,8-5 0 0,4-1 0 16,2 0 0-16,4-2 0 0,3 0 0 0,2 0 0 16,0 0 0-16,7 0 0 0,11 0 0 0,2 0 0 15,2 0 0-15,5 0 0 0,2 0 0 0,-4 0 0 16,4 0 0-16,0 0 0 0,-5 0 0 0,9 0 0 15,-7 0 0-15,0 0 0 0,-4 2 0 16,1 2 0-16,-3 2 0 0,2-1-305 0,-3 0 83 0,0 1-555 16,-3-4 369-16,1 2 185 15,1-4 82-15,1 0-251 0</inkml:trace>
  <inkml:trace contextRef="#ctx0" brushRef="#br0" timeOffset="-2782.84">31332 11910 2443 0,'-4'-21'0'0,"1"12"0"0,1 5 0 0,2 2 0 0,0-1 0 0,0-1 0 0,0 3 0 15,0 1 0-15,0 0 0 0,0 1 0 0,2 12 191 0,3 0-76 0,-1 3-29 0,0 0-10 16,1 3 214-16,-5-1-125 0,3 5-64 0,-3 0-32 0,0-1 253 0,0 7-249 15,-3-5-73-15,-2 4 0 16,-1-3 0-16,-1 4 0 0,2 2 0 0,-4 0 0 16,2 1 0-16,2 2 0 0,1 1 0 0,-1 3 0 15,0-2 0-15,1 1 0 0,1 1 0 0,-1-3 0 16,0 3 0-16,3 0 0 0,-3 0 0 0,-1-3 0 16,0 1 0-16,2-3 0 0,-1 3 0 0,1-2 0 15,-2-2 0-15,4 2 0 0,-1-2 0 0,0 0 0 16,2 0 0-16,0-1 0 0,0-3 0 0,0 1 0 15,0-2 0-15,0-4 0 0,0-2 0 0,0-2 0 16,0 0 0-16,0-2 0 0,0-2 0 16,0-3 0-16,0-3 0 0,0 4 0 15,0-5 0-15,0 2 0 0,0-2 0 0,-2 1 0 16,-1-3 0-16,1 0 0 0,-3 0 0 0,2-1 0 16,1-1 0-16,-1-1 0 0,-2 1 0 0,2-2-506 15,3 2 109-15,-2-4 178 0,0 1 90 0</inkml:trace>
  <inkml:trace contextRef="#ctx0" brushRef="#br0" timeOffset="-2617">31628 13455 364 0,'-12'-20'0'0,"-1"14"910"0,8 4-442 0,-2 0-215 16,2-5-109-16,-3 3-501 0</inkml:trace>
  <inkml:trace contextRef="#ctx0" brushRef="#br0" timeOffset="699.95">29094 12839 1830 0,'0'0'0'0,"-3"0"0"0,3 0 0 0,0 0 0 0,0 0 0 0,0 0 0 0,0 0 0 0,0 0 0 0,0 0 0 0,7 0 0 0,3-1 253 0,3-4-107 0,-1 2-54 0,3 0-26 16,0-1 173-16,3-2-105 0,-3 3-48 0,5-3 68 15,-1 1-58-15,0 0-28 0,1 1 9 0,1 1 46 16,0 0-42-16,0 0 0 0,-2 1-43 0,1 1-39 16,-3-2 9-16,3 2 31 0,-2 1-190 0,-4 0 96 15,2-2 46-15,-4 2 0 0,-2 0-354 0,3 0 185 16,-6 0 50-16,1 0-356 16,-1 0 222-16,-1 0 111 0,1 0 47 0</inkml:trace>
  <inkml:trace contextRef="#ctx0" brushRef="#br0" timeOffset="2418.62">7181 16179 2862 0,'-13'5'0'0,"4"-1"0"0,2-2 0 0,2-1 0 0,1 2 0 0,4-2 0 0,0 1 0 0,13 1 0 0,12-3 0 0,3 0 0 0,5 0 494 0,1 0-233 0,5-3-111 16,5 1 14-16,-4-3-164 0,-5 3 0 0,3-2 0 15,0 3 0-15,-3-2 0 0,-1 2 0 0,-4 1 0 16,0 0 0-16,-7 0 0 15,0 0 0-15,-3 5 0 0,-3 1 0 0,-2-1 0 16,-4 0 0-16,-4-3-176 0,-4 2-293 0,0-1 218 16,-1-3-488-16,-2 0 350 0,0 0 166 0,-2 0 97 15,-4 0-416-15,-5-14 251 0</inkml:trace>
  <inkml:trace contextRef="#ctx0" brushRef="#br0" timeOffset="2629.18">7595 15802 3188 0,'-12'-7'0'0,"3"3"0"0,0 3 0 0,1 1 0 0,4 0 0 0,-2 0 0 0,4 10 0 0,0 8 0 0,2 4 0 0,0 6 0 0,0 5 374 0,2 8-168 0,0-4-74 0,3 16-101 15,-3-2-31-15,2 0 0 0,1 1 0 0,-2 0 0 16,-1-9 0-16,0 14 0 0,2-9 0 0,-3-2 0 16,1 1 0-16,-2-2 0 0,0-8 0 0,0 4 0 15,0-2 0-15,0-8-92 16,0-6-247-16,0-5 168 0,0-6-32 0,2-3-446 15,1-6 305-15,3-5 153 0,4 0-197 0,5-18 174 16,0-12 79-16</inkml:trace>
  <inkml:trace contextRef="#ctx0" brushRef="#br0" timeOffset="3000.24">8110 15784 3268 0,'2'-3'0'0,"0"3"0"0,-2 6 0 0,0 9 0 0,-15 10 0 0,4 2 0 0,-4 10 0 0,2 3 0 0,-4 8 0 0,4 5 0 0,-2 10 619 0,4-3-575 0,2-9-44 16,2 10 0-16,5-5 0 0,2-4 0 0,0-1 0 15,2-2 0-15,8-7 0 0,5-7 0 0,2-3 0 16,3-4 0-16,-1-5 0 0,0-8 0 0,1-4 0 16,3-5 0-16,-1-6 0 0,1 0 0 0,-2-4 0 15,-2-17 0-15,-4-1 0 0,0-7 0 0,-4-2 0 16,-3-1 0-16,-5-1 0 15,-3 1 0-15,0 2 0 0,0 3 0 0,-13 7 0 16,-6-4 0-16,-3 9 0 0,-4 6 0 0,-4 5 0 16,-2 2 0-16,-1 2 0 0,-2 5 0 0,-1 5 0 15,4 5 0-15,2 2 0 0,6 2 0 0,5-2 0 16,3 0 0-16,2 2 0 0,7-1 0 0,5 1 0 16,2 0 0-16,0-2 0 0,4 2 0 0,11-2 0 15,5-1 0-15,1-4 0 0,1-1-382 0,-1-8 138 16,9 0 108-16,-1-3-781 15,-2 0 439-15,2-15 220 0</inkml:trace>
  <inkml:trace contextRef="#ctx0" brushRef="#br0" timeOffset="3417.12">8477 16079 3328 0,'5'-10'0'0,"2"5"0"0,-2 3 0 0,-1 0 0 0,1 2 0 0,-1 0 0 0,-1 15 0 0,3 10 0 0,-3 1 0 0,0 8 0 0,-1 7 603 0,0-1-603 15,-2 0 0-15,0-4 0 0,0 4 0 0,0-4 0 16,2-3 0-16,0-3 0 0,-1-7 0 0,1-3 0 16,0-5 0-16,0-5 0 0,-2-2 0 0,0-6 0 15,2-2 0-15,-1 0 0 0,1-2 0 0,3-17 0 16,2-6 0-16,2-1 0 0,2-3 0 0,3 2 0 16,0-6 0-16,4 4 0 0,0-3 0 0,3 1 0 15,2 4 0-15,1 0 0 16,-4 5 0-16,1 1 0 0,3 5 0 0,-7 3 0 15,2 7 0-15,1 0 0 0,-2 4 0 0,-1 2 0 16,-2 0 0-16,0 11 0 0,0 6 0 0,0 5 0 16,-4-1 0-16,0 9 0 0,1 0 0 0,-3 0 0 15,0 2 0-15,1 1 0 0,-2 1 0 0,-1-2 0 16,0 3 0-16,0-4 0 0,0 0 0 0,-1-1 0 16,-1-7 0-16,0 4 0 0,0-8 0 0,-3-3 0 15,-1-4 0-15,1 0 0 0,0-7 0 0,-2 0 0 16,0-4 0-16,0-1 0 0,0 0 0 0,0 0 0 15,0 0 0-15,0 0 0 16,0 0 0-16,0 0 0 0,0-1 0 0,0-6 0 16,0 4 0-16,-2-1 0 0,0-2 0 0,2 3 0 15,-3 1 0-15,-4-1-754 0</inkml:trace>
  <inkml:trace contextRef="#ctx0" brushRef="#br0" timeOffset="5863.52">9585 16168 2759 0,'-2'0'0'0,"0"0"0"0,0 0 0 0,2 0 0 0,0 0 0 0,0 0 0 0,2 2 0 0,7 3 0 0,5 0 0 0,2-2 0 0,5 0 443 0,0-1-203 0,4 0-101 16,-3-1 211-16,6 2-350 0,-2-3 0 0,-1 0 0 15,-2 0 0-15,-1 1 0 0,2 1 0 16,-1 2 0-16,-3-3 0 0,-1 2 0 16,0 1 0-16,-2-2 0 0,-3-2 0 0,0 0 0 15,-5 0-184-15,1 0-158 0,-2 0 175 0,-5 0 2 0,-1 0-591 16,0 0 364-16,0 0 178 0,-2 0 88 0,0 5-468 15</inkml:trace>
  <inkml:trace contextRef="#ctx0" brushRef="#br0" timeOffset="6073.09">9711 16463 3249 0,'-11'11'0'0,"2"-5"0"0,0 2 0 0,2-3 0 0,0-4 0 0,5 0 0 0,-2-1 0 0,4 0 0 0,0 0 0 0,6 0 0 0,10 0 265 0,5 0 152 0,4 0-417 0,-1 0 0 15,1 0 0-15,-5 3 0 0,10-3 0 0,-9 1 0 16,4-1 0-16,-2 3 0 0,0 0 0 0,0 1 0 16,-2-2 0-16,-3 4 0 0,3-3 0 15,-3 1 0-15,0 0 0 0,-1 0 0 16,-1-2-103-16,2-2-873 0,-2 0 469 0,1 0 235 16,2 0 118-16,2 0-575 0</inkml:trace>
  <inkml:trace contextRef="#ctx0" brushRef="#br0" timeOffset="6643.28">10427 16209 2691 0,'2'-4'0'0,"-2"1"0"0,0 1 0 0,0-3 0 0,0 4 0 0,0-2 0 0,0 2 0 15,-2-1 0-15,-3 0 0 0,2 2 0 0,-3 0 299 0,1 2-131 0,-2 10-66 0,1-1-23 0,-2 2 349 16,1 1-264-16,1 4-164 0,2-2 0 0,-4 2 0 15,5-1 0-15,-1 3 0 0,2-1 0 0,2-1 0 16,-2 1 0-16,2 0 0 0,0 1 0 0,0-2 0 16,2-2 0-16,4 2 0 15,5 1 0-15,-3-3 0 0,4-1 0 0,4 2 0 16,0-3 0-16,3 4 0 0,1-7 0 0,1 3 0 16,-1-7 0-16,2 3 0 0,-2-3 0 0,3 0 0 15,0-3 0-15,-2-1 0 0,-1-1 0 0,1-2 0 16,-5 0 0-16,4 0 0 0,-3 0 0 0,-1-5 0 15,2-6 0-15,-4-1 0 0,4-3 0 0,-4-1 0 16,2-2 0-16,-4 1 0 0,-1 1 0 0,1-1 0 16,-3-1 0-16,-2 0 0 15,2 3 0-15,-6-1 0 0,1-2 0 0,-2 4 0 16,-2-5 0-16,0 1 0 0,0 1 0 0,0-3 0 16,-7-1 0-16,-4-1 0 0,2-1 0 0,-2-1 0 15,-2 2 0-15,2-2 0 0,-5 5 0 0,2-6 0 16,-4 7 0-16,4 3 0 0,-3-1 0 0,-2 2 0 15,0 2 0-15,-2 4 0 0,1 1 0 0,-3 3 0 16,1 2 0-16,2 2 0 0,-1 0 0 0,0 0 0 16,2 0 0-16,2 5 0 0,3 3 0 0,-2 1 0 15,4 2 0-15,-1 3 0 16,6-1 0-16,0 2 0 0,0 0 0 0,0 1 0 16,4-1 0-16,-1-1 0 0,0 1 0 0,1 0 0 15,1 0 0-15,0-3 0 0,0 1 0 0,2-2 0 16,0-2 0-16,0 1 0 0,0 0 0 0,0-1 0 15,0 0 0-15,0 3 0 0,0-2 0 0,0 4 0 16,2 2 0-16,-2 4 0 0,0 7-909 0</inkml:trace>
  <inkml:trace contextRef="#ctx0" brushRef="#br0" timeOffset="11532.46">13099 16062 2119 0,'0'0'0'0,"0"0"0"0,0 6 0 0,0 5 0 0,2 3 0 0,0 4 0 0,0 2 0 0,2 4 0 0,0 4 0 0,-3 0 0 0,3-1 249 0,-2 4-106 0,0-5-43 0,-2 6-37 16,0-7 157-16,0-2-91 0,0 6-47 0,0-9 1 16,0 3 86-16,-4-2-71 0,-1-5-30 15,3-1-1-15,-2-3 45 0,2-4-38 16,0-3 10-16,2-4-13 0,0 2-71 0,0-3 0 16,0 0 0-16,0-9 0 0,0-11 0 0,0-4 0 0,6-4 0 15,3-2 0-15,0-1 0 0,3-6 0 16,-3 4 0-16,2 1 0 0,-1-1 0 0,-1 4 0 15,0 1 0-15,-1 9 0 0,-2-2 0 0,1 7 0 16,-3 4 0-16,0 2 0 0,-1 5 0 0,1-1 0 16,-1 2 0-16,4 2 0 0,0 0 0 0,0 7 0 15,1 3 0-15,2 3 0 0,-1 4 0 16,2 7 0-16,-1 1 0 0,-1 2 0 0,0 2 0 16,-1 1 0-16,0 2 0 0,-3-1 0 0,1-1 0 15,-1 4 0-15,-1-7 0 0,-3-2 0 0,4 5 0 16,-3-10 0-16,0 0 0 15,0-1 0-15,-2-3 0 0,0-7 0 0,0-2 0 16,0-3 0-16,0-2 0 0,0-2 0 0,0 0 0 16,0 0 0-16,0-7 0 0,0-12 0 0,1-4 0 15,3-4 0-15,3-3 0 0,2-2 0 0,1-1 0 16,1 0 0-16,5-2 0 0,-3 4 0 0,2 1 0 16,-2 5 0-16,4-3 0 0,-6 9 0 0,4 1 0 15,-3 1 0-15,0 6 0 0,-2 3 0 0,-1 2 0 16,1 2 0-16,-1 2 0 0,3 2 0 0,-3 0 0 15,0 5 0-15,1 3 0 16,-1 6 0-16,-2 1 0 0,1 4 0 0,0 5 0 16,-3 3 0-16,1 0 0 0,-3 3 0 0,-1 5 0 15,0-1 0-15,0-2 0 0,-1 4 0 0,2 0 0 16,-3-1 0-16,2-6 0 0,-2 1 0 0,2-2 0 16,-2-5 0-16,2-1 0 0,-2-3 0 0,2-4 0 15,-2-5 0-15,0-1 0 0,0-5 0 0,0-1 0 16,0-3 0-16,0 0 0 0,0 0 0 0,0 0 0 15,-2 0 0-15,-2-5 0 16,2-8 0-16,-1-4 0 0,3-8 0 0,0-5-993 16,0-10 465-16,5-1 245 0,6-3 123 0,2 1-653 15</inkml:trace>
  <inkml:trace contextRef="#ctx0" brushRef="#br0" timeOffset="11711.95">13844 16143 2613 0,'3'-3'0'0,"1"0"0"0,-1 0 0 16,1 3 0-16,2-3 0 0,1 3 0 0,3 0 0 0,3 0 0 0,2 0 0 0,0 0 0 0,4 0 692 0,-1 3-318 0,3 4-174 0,0-3-148 0,-1 0-52 0,3-3 0 15,-2 3 0-15,-1-3 0 16,-1 2 0-16,0 0 0 0,-4-1 0 0,-2 3-212 16,-2-3-134-16,-3 3 200 0,-3-1 88 0,-3 3-977 0,0 4 499 0,-2 1 250 15</inkml:trace>
  <inkml:trace contextRef="#ctx0" brushRef="#br0" timeOffset="11890.01">13986 16377 3132 0,'-15'9'0'0,"1"-1"0"0,2 0 0 0,2-3 0 0,2-3 0 0,3 1 0 0,3-2 0 0,2 1 0 0,0 0 0 0,2 3 0 0,11-4 406 0,6 2-184 0,5 1-93 0,-4-2-87 16,5 2-42-16,-4-2 0 0,4 0 0 0,-1-1 0 15,-2-1 0-15,1 3 0 0,-2-3 0 0,-3 1 0 16,1-1 0-16,0 0 0 0,-2 0-6 0,-2 0-293 15,0 0 163-15,0 0 4 16,-2 0-478-16,0 0 279 0,1-1 147 0,0-7-623 0</inkml:trace>
  <inkml:trace contextRef="#ctx0" brushRef="#br0" timeOffset="12071.14">14399 16306 2918 0,'-4'0'0'0,"0"0"0"15,2 0 0-15,2 0 0 0,0 0 0 0,0-2 0 0,2 0 0 0,8 1 0 0,5-1 0 0,2 2 0 0,5 0 208 0,3 0-85 0,1-2 511 16,0 2-586-16,3 0-48 0,-5 0 0 0,5 0 0 16,-8 0 0-16,8 0 0 0,-8 0 0 0,1 0 0 15,-3 0 0-15,0-2 0 0,-3 2 0 0,0-2-30 16,-5 0 17-16,1 1-1043 0,-3-2 468 0,0 0 281 16,-2-6 134-16</inkml:trace>
  <inkml:trace contextRef="#ctx0" brushRef="#br0" timeOffset="12424">14825 16034 2597 0,'0'-4'0'0,"0"0"0"0,2 0 0 0,2-5 0 0,6 2 0 0,0 2 0 0,6-2 0 0,0 4 0 0,3-4 0 0,4 6 0 0,3-1 635 0,0 2-299 0,-1 0-140 0,5 0-29 16,-2 6-167-16,0 6 0 0,-3 2 0 0,-3 3 0 15,-5 0 0-15,1 8 0 0,-11-2 0 0,-4 7 0 16,-3-3 0-16,0 5 0 15,-13 0 0-15,-11 3 0 0,-1 0 0 0,-5-5 0 0,0 0 0 16,-2-4 0-16,4-5 0 0,-4-2 0 16,2-1 0-16,0-4 0 0,4-4 0 0,5-2 0 15,3-3 0-15,0-4 0 0,9 0 0 0,0-1 0 16,5 0 0-16,0 0 0 0,4 0 0 0,0 0 0 16,3 0 0-16,9 0 0 0,11-1 0 0,-3 0 0 15,8-4 0-15,1 3 0 0,2 1 0 0,1-2 0 16,0 1 0-16,0 2 0 0,2 0 0 0,-4 0 0 15,-2 0 0-15,-3 0 0 16,-1 0 0-16,-1 5 0 0,-5-2 0 0,0-2 0 16,-4 4 0-16,2-4 0 0,-5 4 0 0,1-4-106 15,-3 1-44-15,0-2-876 0,0 0 495 0,1 0 247 16</inkml:trace>
  <inkml:trace contextRef="#ctx0" brushRef="#br0" timeOffset="12896.08">15437 15999 2997 0,'4'-6'0'0,"1"4"0"0,-2-1 0 0,-1 3 0 0,2 0 0 0,-2 0 0 0,3 13 0 0,-1 1 0 16,-1 5 0-16,3 7 0 0,-2 2 103 0,-2 3 449 0,0 0-273 0,2 3-279 0,-3 0 0 16,-1-2 0-16,0-1 0 0,0 0 0 0,0-9 0 15,0 2 0-15,0-3 0 0,0-6 0 0,0-3 0 16,0-3 0-16,0-5 0 15,0-1 0-15,0-2 0 0,0-1 0 0,0-1 0 0,0-9 0 16,0-8 0-16,0-3 0 0,8-1 0 16,4-4 0-16,-1 0 0 0,1-1 0 0,4-3 0 15,-2 4 0-15,4 1 0 0,-2 2 0 0,1 0 0 16,3 3 0-16,-6 4 0 0,5 0 0 0,-2 2 0 16,-2 4 0-16,0 3 0 0,0 1 0 0,-4 4 0 15,5 2 0-15,-5 0 0 0,1 0 0 0,0 14 0 16,1-2 0-16,-2 6 0 0,1 4 0 0,-1 1 0 15,-1 2 0-15,-3 1 0 16,0-2 0-16,1 8 0 0,-3-4 0 0,1 0 0 16,-2 0 0-16,0-1 0 0,-2-2 0 0,-1 4 0 15,1-4 0-15,-2-3 0 0,0-1 0 0,0 0 0 16,0-3 0-16,0-6 0 0,0 0 0 0,0-3 0 16,0-3 0-16,0-2 0 0,0-1 0 0,0-3 0 15,0 0 0-15,0 0 0 0,0 0 0 0,0 0 0 16,0 0 0-16,0 0 0 15,0 0 0-15,0 0 0 0,0 0 0 0,-2 0 0 0,1-3 0 0,-3 1 0 16,0 0 0-16,2 1 0 16,-6-1 0-16</inkml:trace>
  <inkml:trace contextRef="#ctx0" brushRef="#br0" timeOffset="16150.25">18014 15981 1403 0,'-2'-4'0'0,"1"0"0"0,-1 0 0 0,0 3 0 0,0-3 0 0,0 3 0 0,2-1 0 0,-3-1 0 0,3 2 0 0,0 1 0 0,0 0 82 16,0 0 96-16,0 0-75 0,0 0-34 0,0 0 1 16,0 10 160-16,3 0-97 0,-1 6-39 0,2 0-33 15,-1 5 86-15,1 3-55 0,0 1-27 0,-1 3 165 16,-1 5-88-16,0 0-56 0,0 3-25 15,0 5 138-15,0-7-81 0,0 5-40 0,0-1 57 16,0 2-53-16,0-1-9 0,-1-2-73 0,-1 0 0 16,0 1 0-16,0-2 0 0,2-2 0 0,-2-5 0 15,0 1 0-15,0-1 0 0,0-7 0 0,0 1 0 16,0-3 0-16,0 0 0 0,0-3 0 0,0-5 0 16,0-3 0-16,0-1 0 0,0-2 0 0,-2-1 0 15,2-3 0-15,-1-2 0 16,1 0 0-16,-2 0 0 0,0 0-385 0,0 0 117 15,0-2 115-15,0-5 59 0,0-6-234 16,2-4 150-16,0-5 70 0,0-3-452 0,0-5 261 0,0-4 131 16,0-5 56-16,2-8-399 0</inkml:trace>
  <inkml:trace contextRef="#ctx0" brushRef="#br0" timeOffset="16502.25">18018 16041 2110 0,'-7'-9'0'0,"3"3"0"0,-3 2 0 0,2-3 0 0,1 1 0 0,3 3 0 0,-1-1 0 0,2 1 0 0,0-2 0 0,2 4 0 0,8-1 436 0,6-1-204 0,1 2-98 0,2 1-48 15,3 0 99-15,3 1-74 0,-5 8-27 0,6 1 175 16,-5 2-112-16,0 1-54 0,-2 4-39 16,-4-4-54-16,0 5 0 0,-2 2 0 0,-4-1 0 0,-1-1 0 15,-3 0 0-15,-3 2 0 16,0 0 0-16,-2 0 0 0,0-2 0 0,-4 5 0 15,-7-1 0-15,-1-1 0 0,-2-4 0 0,-5 5 0 16,4-9 0-16,0 3 0 0,-4-4 0 0,2 0 0 16,3-5 0-16,-4-1 0 0,5-3 0 0,-2-1 0 15,4 1 0-15,2-3 0 0,-3 0 0 0,5 0 0 16,-1 0 0-16,3 0 0 0,-1-3 0 0,2 1 0 16,2-1 0-16,2-3 0 0,0 1 0 0,0-2 0 15,0-2 0-15,0 2 0 0,6-1-145 16,4-2-16-16,1 2 40 0,2-2-624 15,2-1 354-15,2 0 168 0,1 0-491 0,3-3 339 16</inkml:trace>
  <inkml:trace contextRef="#ctx0" brushRef="#br0" timeOffset="16727.04">18455 16052 2658 0,'2'0'0'0,"2"0"0"0,0-1 0 0,0-1 0 0,1 0 0 0,5-2 0 0,1 2 0 0,4 0 0 0,2 1 0 0,3-3 0 0,7 4 89 0,-3 0 455 0,3 0-254 0,-5 0-117 16,8 0 4-16,-6 0-177 0,-1 0 0 0,0 0 0 15,-5 0 0-15,-1 4 0 0,-2-1 0 0,-3-1 0 16,-1 2 0-16,-2 0 0 0,-3-3 0 16,0 3-179-16,-3-1-107 0,1 0 158 0,-2-1-444 15,0 2 269-15,0 1 125 0,-2 1 60 0,0 2-570 16,0 0 326-16</inkml:trace>
  <inkml:trace contextRef="#ctx0" brushRef="#br0" timeOffset="16963.7">18595 16337 3084 0,'-18'12'0'0,"2"1"0"0,4-3 0 0,5-5 0 0,1 1 0 0,5-2 0 0,1-3 0 0,0 2 0 0,9-1 0 0,10-1 0 0,3-1 236 0,4 0-99 0,2 0 337 0,2 0-474 16,2 0 0-16,0 0 0 0,2 0 0 0,-4 3 0 15,-4-2 0-15,6 2 0 0,-9 0 0 0,0 0 0 16,-3-1 0-16,-3 2 0 0,-4-2 0 0,1 2 0 16,-7-1 0-16,0-3 0 15,-3 1 0-15,-2-1 0 0,1 0 0 0,-2 0 0 16,-1 0 0-16,0 0 0 0,0 0 0 0,0 0 0 16,-1 0 0-16,-6 0 0 0,2 0 0 0,-1 0 0 15,1 0-436-15,-3 0-153 0</inkml:trace>
  <inkml:trace contextRef="#ctx0" brushRef="#br0" timeOffset="21309.75">19468 15812 2079 0,'-4'-7'0'0,"0"4"0"0,3 2 0 0,-1 0 0 0,2 1 0 0,-2 0 0 0,2 0 0 15,-2 0 0-15,2 9 0 0,0 6 0 0,0 1 117 0,0 3-40 0,0 2 0 0,0 0-9 0,0 1 9 16,-2-1-40-16,-2-1 63 0,0-1-31 0,-1-1 0 16,-1-6 106-16,1-2-60 0,-1-1-44 0,0-2 0 15,-1-1 198-15,1-2-117 0,3-4-57 0,1 2-20 16,0-2-9-16,0 0-29 0,2 0-2 15,0 0-35-15,0 0 0 0,9 0 0 16,6 0 0-16,6 1 0 0,3 1 0 0,1 3 0 16,1 0 0-16,-2 3 0 0,6 3 0 0,-5 0 0 15,1 6 0-15,-3 0 0 0,-5 4 0 0,-4-5 0 16,0 9 0-16,-4 0 0 0,-4-2 0 0,-4 2 0 16,-2 2 0-16,0-5 0 0,0 6 0 0,-12-4 0 15,-1 0 0-15,-1 0 0 0,-4-3 0 0,1-2 0 16,-5 3 0-16,-1-6 0 0,0-2 0 15,-1-4 0-15,0 0 0 0,1-4 0 16,-5-2 0-16,5-1 0 0,2-3 0 0,0 0 0 16,1 0 0-16,4-12 0 0,0-6 0 0,9-6 0 15,2-8 0-15,5-10 0 0,0-5 0 0,0-5-955 16,11-10 430-16,1 4 245 0</inkml:trace>
  <inkml:trace contextRef="#ctx0" brushRef="#br0" timeOffset="21444.23">19468 15829 2297 0,'5'-7'0'0,"-1"5"0"0,2-2 0 0,0 3 0 0,-1-2 0 0,2 2 0 0,4 1 0 0,-1 0 0 0,5 0 0 0,2 0 0 0,4 0 484 0,-1 0-223 15,7 0-112-15,-1 0-235 0,-1 0 62 0,-1 4 40 16,7 3-10-16,-4 0-649 0,-3 2 340 0,1 1 170 16,0 3-357-16</inkml:trace>
  <inkml:trace contextRef="#ctx0" brushRef="#br0" timeOffset="21944.82">19930 16034 2461 0,'-4'5'0'0,"2"3"0"0,1 1 0 0,1-1 0 0,0 1 0 0,0 5 0 0,0 1 0 0,1 0 0 0,5 2 0 0,-3 4 0 0,1 3 283 0,1-1-127 0,-3 2-60 0,-2-1 317 15,0-3-189-15,0 2-93 0,0-2 36 0,0-5-167 16,0 1 0-16,0-4 0 15,-2-3 0-15,2-1 0 0,-3-4 0 0,1-4 0 0,2 0 0 0,0-1 0 16,-2 0 0-16,2 0 0 16,0-9 0-16,0-3 0 0,0-4 0 0,0-1 0 15,7 0 0-15,0-3 0 0,4-1 0 0,3-5 0 16,-2 2 0-16,1-1 0 0,3-1 0 0,-2 1 0 16,2 3 0-16,0-2 0 0,-4 4 0 0,1 3 0 15,0-1 0-15,-2 3 0 0,-3 5 0 0,2-1 0 16,-1 4 0-16,-4 2 0 0,2-2 0 0,2 6 0 15,-2-4 0-15,2 4 0 0,0 1 0 16,-1 0 0-16,1 0 0 0,-1 0 0 16,1 4 0-16,1 4 0 0,-3 0 0 0,0 4 0 15,-1 3 0-15,2 0 0 0,-4 3 0 0,1-2 0 16,1 5 0-16,-4 0 0 0,1 0 0 0,-1 2 0 16,0 2 0-16,1 1 0 0,-2-2 0 0,-1 4 0 15,0-5 0-15,0 2 0 0,0-5 0 0,0 2 0 16,0 2 0-16,0-4 0 0,0 0 0 15,0-1 0-15,0-2 0 0,0-4 0 16,0-1 0-16,0-4 0 0,0 1 0 0,0-6 0 16,0 1 0-16,0-1 0 0,0-3 0 0,0 3 0 15,0-1 0-15,0-1 0 0,0 1 0 0,0 1 0 16,0 2-232-16,0-1-245 0,0 2 220 0,0-2 101 16,0 4-810-16</inkml:trace>
  <inkml:trace contextRef="#ctx0" brushRef="#br0" timeOffset="22157.78">20723 16635 3931 0,'-2'0'0'15,"0"0"0"-15,2 0 0 0,0 0 0 0,0 0 0 0,0 0 0 0,0 0 0 0,0 0 0 0,0 0 0 0,2 0 0 0,2 0 0 0,-1 0 0 0,1 0 0 0,-1 0 0 16,1 0 0-16,-2 0 0 0,1 0 0 0,-1 1 0 16,-2-1 0-16,0 6 0 0</inkml:trace>
  <inkml:trace contextRef="#ctx0" brushRef="#br0" timeOffset="23041.38">14183 17038 3165 0,'-21'-5'0'0,"1"5"0"0,3 0 0 0,0 3 0 0,4 5 0 0,3-2 0 0,3-2 0 0,5 2 0 0,2-5 0 0,0 5 0 0,4-3 217 16,18 0-89-16,8-3 293 0,10 0-421 16,3 0 0-16,4 0 0 0,0-3 0 0,3-2 0 0,0 0 0 15,1-1 0-15,-3 2 0 16,-3 0 0-16,-9 2 0 0,1 1 0 0,-8-2 0 0,-1 1 0 0,-4 2 0 15,-4 0 0-15,-2 0 0 16,-7 0 0-16,-2 0 0 0,-1 0-239 0,-4 0 18 16,-2 0-623-16,-1-2 403 0,1 1 203 0,-2-5 90 15,0-3-278-15</inkml:trace>
  <inkml:trace contextRef="#ctx0" brushRef="#br0" timeOffset="23239.92">14685 16810 3012 0,'-6'-3'0'0,"4"3"0"0,2 0 0 0,0 0 0 0,0 0 0 0,0 0 0 0,4 0 0 0,12 0 0 0,4 0 0 0,6 6 0 0,0 1 129 0,0 1 419 16,2 2-306-16,-1 0-242 0,-5 3 0 0,7-1 0 15,-13 0 0-15,3 1 0 0,-4 0 0 0,-3 0 0 16,-5 3 0-16,-3-2 0 0,-4 2 0 0,0 2 0 16,-4 3 0-16,-11-1 0 0,-4 2 0 0,-2 1 0 15,-2 0 0-15,-2 0-467 0,0 1 39 0,-1 0 192 16,1 0 91-16,-1 1-646 0,0-1 377 0</inkml:trace>
  <inkml:trace contextRef="#ctx0" brushRef="#br0" timeOffset="23627.91">14628 17418 2497 0,'2'0'0'0,"0"0"0"0,-2 0 0 0,0-2 0 0,0-4 0 0,0-1 0 0,0-3 0 0,0 1 0 0,0-1 0 0,-2 1 0 0,-2 2 284 0,-1-1-128 0,-5 1-60 15,-1 1 23-15,-2 2-41 0,-2 3-1 16,-4 1-30-16,-3 0 119 0,-1 0-65 0,-2 3-31 16,-1 6 170-16,2 2-240 0,3-1 0 0,0 2 0 15,3-1 0-15,2-1 0 0,6 0 0 0,2-4 0 16,4 0 0-16,2 5 0 0,2-2 0 0,0 4 0 16,10-5 0-16,4 4 0 0,6 0 0 0,8 2 0 15,-2-1 0-15,3-2 0 0,-2 4 0 0,-1-2 0 16,-5 1 0-16,6 2 0 0,-13 1 0 0,2 0 0 15,-7 1 0-15,-4 2 0 16,-3-1 0-16,-2-1 0 0,0 0 0 0,-7-3 0 16,-8-1 0-16,-2 2 0 0,-8-3 0 0,1-2 0 15,-3-4 0-15,-2 1 0 0,1-4 0 0,3-1 0 16,-5-1 0-16,4-2 0 0,3 0 0 0,-1 0 0 16,3 0 0-16,0 0 0 0,5 0 0 0,2-2 0 15,7-4 0-15,0 0 0 0,3-2 0 0,4-1 0 16,0-2 0-16,0 3-258 0,11-2-232 0,6 1 227 15,9 0-307-15,0-2 257 16</inkml:trace>
  <inkml:trace contextRef="#ctx0" brushRef="#br0" timeOffset="23849.37">15062 17308 3931 0,'-5'-3'0'0,"5"3"0"0,0 0 0 0,0 0 0 0,0 0 0 0,3 0 0 0,13 0 0 0,0 3 0 15,5 0 0-15,-1 1 0 0,8-1 0 0,1 2 0 0,1-4 0 0,0 1 0 0,-2 0 0 0,-2-2 0 16,4 0 0-16,-7 0 0 0,-1 0 0 0,1 0 0 16,-4 0 0-16,-3 2 0 0,-2 0 0 0,-3-1-57 15,-2 1-334-15,-1 4 65 16,-2 0-854-16</inkml:trace>
  <inkml:trace contextRef="#ctx0" brushRef="#br0" timeOffset="24021.84">15216 17541 3931 0,'-15'13'0'0,"4"-1"0"0,3-1 0 0,3-4 0 0,3-4 0 0,2 1 0 0,0 0 0 0,4-1 0 0,12 0 0 0,7-2 0 0,1 1 0 0,3-2 0 0,-3 0 0 16,7 0 0-16,-6 0 0 0,1 0 0 0,-1 0 0 15,-4 0 0-15,1 0 0 0,-1 0 0 0,-4 0 0 16,0 0 0-16,-4 0-615 0,-2 2-14 16,-4 5 180-16</inkml:trace>
  <inkml:trace contextRef="#ctx0" brushRef="#br0" timeOffset="24711.49">16211 17144 2336 0,'-11'-9'0'0,"0"5"0"0,-1 4 0 16,0 0 0-16,-2 0 0 0,-4 9 0 0,-1 10 0 0,0 8 0 0,-3 9 0 0,-1 4 0 0,-2 6 547 0,3 0-255 0,0 5-127 0,2-1-64 0,4 3 389 15,8-10-490 1,1 7 0-16,7-14 0 0,0 10 0 0,11-9 0 0,8-3 0 16,3-7 0-16,5 1 0 0,5-6 0 0,0-4 0 0,1-2 0 15,1-5 0-15,0-2 0 0,-2-3 0 0,0-3 0 16,-2-3 0-16,-4 0 0 0,-3 0-121 0,-3 0-335 16,-1-1 199-16,-2-4-245 0,-4-4 232 0,-2-1 117 15,-1-4 58-15</inkml:trace>
  <inkml:trace contextRef="#ctx0" brushRef="#br0" timeOffset="24894.04">16315 17576 3553 0,'-12'0'0'0,"7"1"0"0,-3 2 0 0,5-2 0 0,3-1 0 0,0 3 0 0,0-3 0 0,11 0 0 16,12 0 0-16,1 0 0 0,4 0 136 0,-4 0 106 0,8 0-242 0,-4 0 0 0,-1 0 0 0,1 0 0 0,-7 0 0 0,4 0 0 15,-4 0 0-15,0 0-43 16,0 0-11-16,-1 0-832 0,3 0 462 0,0 0 105 16,2-4 157-16</inkml:trace>
  <inkml:trace contextRef="#ctx0" brushRef="#br0" timeOffset="25221.71">16786 17317 3113 0,'-3'-6'0'0,"1"3"0"0,2-3 0 0,0 0 0 0,2 0 0 0,8 3 0 0,10-1 0 0,4 2 0 0,3 2 0 0,0 0 0 0,3 0 316 0,-2 11-140 0,0 2-60 16,-1 5 94-16,-5 0-210 0,-4 3 0 0,-2 4 0 15,-7-2 0-15,-5 0 0 0,-2 7 0 0,-2-2 0 16,-10 1 0-16,-8-2 0 0,-4 0 0 0,-5-3 0 16,-3 0 0-16,-1-4 0 0,-1-1 0 0,0-4 0 15,2-3 0-15,7-4 0 0,0 1 0 0,7-3 0 16,5 0 0-16,1-5 0 0,4 1 0 15,5 1 0-15,1 0 0 0,0 1 0 16,9-1 0-16,8 0 0 0,8-2 0 0,3 0 0 16,2 2 0-16,2-2 0 0,2 1 0 0,-1-2 0 15,-1 0 0-15,1 3 0 0,-3-3 0 16,0 0 0-16,-1 1 0 0,-3 2 0 0,-4-3 0 0,3 2 0 16,-4-2 0-16,-1 0-733 0,-3 0 252 0,-3 0 222 15,0-2 102-15,-3-7-304 0,1-6 212 0,-3-9 106 16</inkml:trace>
  <inkml:trace contextRef="#ctx0" brushRef="#br0" timeOffset="25610.26">17321 17383 2122 0,'0'-20'0'0,"0"5"0"0,0 4 0 0,0 2 0 0,0 1 0 0,1 3 0 0,6 3 0 0,0 0 0 0,0 2 0 0,3 0 0 0,0 9 350 0,-3 8-161 0,0 8 477 16,-3 3-315-16,-1 1-157 0,0 6-135 15,-3 1-59-15,0-1 0 0,0-1 0 16,0-2 0-16,0-4 0 0,0-2 0 15,0-5 0-15,0 0 0 0,0-8 0 0,0-4 0 16,0-3 0-16,0-3 0 0,0-1 0 0,0-2 0 16,2-3 0-16,2-18 0 0,3-2 0 0,2-3 0 15,1-5 0-15,1 3 0 0,2-4 0 0,2 1 0 16,0-1 0-16,0 2 0 0,2 3 0 0,0 1 0 16,-1 6 0-16,0 4 0 0,-1 1 0 15,-2 6 0-15,-2 3 0 0,5 5 0 0,-4 1 0 0,0 0 0 16,1 4 0-16,-2 11 0 15,3 6 0-15,-2 5 0 0,-3-2 0 0,3 4 0 16,-1 1 0-16,-1-1 0 0,-2-6 0 0,1 8 0 16,-2-4 0-16,-2-7 0 0,2 3 0 0,-2-1 0 15,1-9 0-15,-3 1 0 0,1-4 0 0,-2-1 0 16,0-3 0-16,-1-2 0 0,-1-3 0 0,0 0 0 16,0 0 0-16,0 0 0 0,0 0 0 0,0 1 0 15,0 2 0-15,-3 2 0 0,-3 1-17 16,3 1-120-16,-1 1 58 0,1 7-1096 0,-3-2 574 0</inkml:trace>
  <inkml:trace contextRef="#ctx0" brushRef="#br0" timeOffset="25824.68">18106 17741 3931 0,'0'-8'0'0,"0"7"0"0,0 1 0 16,0 0 0-16,2 0 0 0,2 0 0 0,3 0 0 0,1 4 0 0,0 2 0 0,-3 5 0 0,2-2 0 0,-3 3 0 0,-2 4 0 0,-2 2 0 0,0 1 0 0,-6 3 0 15,-5-1 0-15,-4 2 0 0,0-2 0 0,-2 0 0 16,2-1 0-16,-4 6 0 0,1-1-1032 0,-1-5 380 16,-2-3 308-16</inkml:trace>
  <inkml:trace contextRef="#ctx0" brushRef="#br0" timeOffset="26723.79">18713 17293 2115 0,'0'-1'0'0,"0"-1"0"0,0 2 0 0,0 0 0 0,0 0 0 0,0 9 0 0,2 7 0 0,5 2 0 0,1 7 0 0,-1 1 0 0,1 4 375 0,-1 2-169 0,-1 2-75 16,-1 0-51-16,1-1 219 0,-2 1-131 0,-2 0-66 16,0 0 161-16,-2 0-104 0,0-5-126 0,0-3-33 15,0-2 0-15,0-5 0 0,0-7 0 0,-2-2 0 16,2-4 0-16,-2-3 0 0,2-3 0 0,-1 0 0 15,1-3 0-15,0-14 0 0,0-9 0 0,5-4 0 16,11-10 0-16,4 2 0 0,1-5 0 16,0 5 0-16,8-9 0 0,-1 7 0 0,0 3 0 0,-1 0 0 15,-6 13 0-15,-1 1 0 16,1 4 0-16,-3 4 0 0,-3 4 0 0,-2 7 0 16,1 2 0-16,-3 2 0 0,0 0 0 0,-1 6 0 15,0 10 0-15,1 6 0 0,-2 3 0 0,-2 2 0 16,0 3 0-16,3-1 0 0,-4 0 0 0,1 4 0 15,-2-3 0-15,-1-7 0 0,3 8 0 0,-4-8 0 16,-1 1 0-16,0 0 0 0,0-3 0 0,-2-2 0 16,0-1 0-16,0-3 0 15,0 1 0-15,0-7 0 0,-4 2 0 0,0-2 0 16,0-1 0-16,0-2 0 0,2 1 0 0,0-1 0 16,1-3 0-16,1 3 0 0,0-2-352 0,0-3 152 15,0 3 68-15,1-4-423 0,11 0 259 0,-1 0 120 16</inkml:trace>
  <inkml:trace contextRef="#ctx0" brushRef="#br0" timeOffset="26912.46">19481 17645 3261 0,'10'-2'0'0,"-1"2"0"0,-2 0 0 0,-1 0 0 0,0 4 0 0,-1 7 0 0,-1-2 0 0,-2 5 0 0,0-2 0 0,-1 4 0 0,-1 1 214 0,0-1 238 16,0 1-448-16,0 3-4 0,-5-3 0 0,-2-1 0 15,-2-1 0-15,-2 0 0 0,1-2 0 0,0-1 0 16,-1-3 0-16,3-3 0 0,1 2-394 0,-1-5 107 16,4-2 162-16,1-1-847 15,1 0 468-15</inkml:trace>
  <inkml:trace contextRef="#ctx0" brushRef="#br0" timeOffset="27304.64">19942 17195 2617 0,'0'-4'0'0,"0"4"0"0,0 0 0 0,0 0 0 0,0 4 0 0,0 7 0 0,0 3 0 0,0 3 0 0,0 4 0 0,0 0 0 0,0 5 292 0,-5-3-129 0,0 1-63 15,-3-6-32-15,-1 4 139 0,-1-5-76 0,1-2-52 16,0-3 195-16,1-6-274 0,2 1 0 0,1-3 0 15,3-3 0-15,0 0 0 0,0-1 0 16,2 0 0-16,0 0 0 0,0 0 0 16,4-1 0-16,12-4 0 0,0 2 0 0,3-1 0 0,1 2 0 0,1 2 0 15,4 0 0-15,3 0 0 16,-3 0 0-16,-2 9 0 0,-4 1 0 0,4 4 0 16,-8-2 0-16,2 3 0 0,-4 3 0 0,-4-1 0 15,-1-3 0-15,-6 3 0 0,0 1 0 0,-2-4 0 16,0 3 0-16,-7-1 0 0,-9 2 0 0,0-1 0 15,-2-2 0-15,-8 1 0 0,1-1 0 0,2-1 0 16,-6-2 0-16,-1 3 0 0,0-5 0 0,2 0 0 16,0-2 0-16,1-2 0 0,8-5 0 15,-3-1-88-15,5 0 20 0,2-9-526 16,3-16 280-16,7-11 138 0</inkml:trace>
  <inkml:trace contextRef="#ctx0" brushRef="#br0" timeOffset="27453.32">19847 17273 3205 0,'8'-11'0'0,"1"3"0"0,4 1 0 0,1-3 0 0,2-1 0 0,5 0 0 0,4 4 0 0,1 0 0 0,1 1 0 0,0 2 0 0,-3 3 147 0,6-2-40 0,-1 3-36 16,-3 0 1-16,-1 3-36 0,-1 5-692 0,-2 0 355 16,3 5 164-16,-2-4-905 0,-2-1 505 0</inkml:trace>
  <inkml:trace contextRef="#ctx0" brushRef="#br0" timeOffset="27809.28">20424 17269 2673 0,'-4'6'0'0,"2"2"0"0,-1 1 0 0,1 1 0 0,2 3 0 0,0 4 0 0,0 1 0 0,0 1 0 0,0 7 0 0,0-2 0 0,2-3 133 16,-2 4 364-16,0-2-230 0,0-3-115 0,0 1 57 15,0-5-209-15,-2-2 0 16,-2-3 0-16,1-5 0 0,1-2 0 0,-1-3 0 0,1-1 0 0,2 0 0 15,0-9 0-15,0-8 0 0,5-8 0 16,6 3 0-16,1-1 0 0,4-3 0 0,0 2 0 0,3-1 0 16,2 3 0-16,-2 3 0 15,2 2 0-15,-2 5 0 0,-3 0 0 0,3 4 0 16,-4 5 0-16,0 1 0 0,-4 2 0 0,2 0 0 16,-3 3 0-16,1 11 0 0,-4 1 0 0,3 3 0 15,-4 4 0-15,1 0 0 0,-3 0 0 0,-1 1 0 16,4-2 0-16,-5 1 0 0,1-1 0 0,-1-3 0 15,0-3 0-15,0 0 0 0,-2-4 0 0,0 0 0 16,0-1 0-16,0-2 0 0,0-1 0 0,0-1 0 16,0-3 0-16,0 3 0 0,-4-4 0 0,0-1-44 15,1-1-418-15,-2 0 213 16,2 0 107-16,3-3-683 0,0-17 386 0</inkml:trace>
  <inkml:trace contextRef="#ctx0" brushRef="#br0" timeOffset="28041.46">20918 17024 3931 0,'10'-6'0'0,"4"3"0"0,2 0 0 0,-2 1 0 0,1 2 0 0,2 0 0 0,2 5 0 0,1 9 0 0,1 3 0 0,0 4 0 0,1 3 0 0,-1 5 0 16,0 7 0-16,-4 0 0 0,-2 2 0 0,-4 4 0 15,-6-5 0-15,-1 12 0 0,-4-6 0 0,0 2 0 16,-11 0 0-16,-5-1 0 0,-3-7 0 0,-8 7 0 15,-1-2 0-15,0-4 0 0,-2-1 0 0,-4-3 0 16,4-5 0-16,-11 4 0 0,5-4 0 16,-2-3 0-16,8-4 0 0,1 2-912 0,2 0 170 15,-3-12 358-15</inkml:trace>
  <inkml:trace contextRef="#ctx0" brushRef="#br0" timeOffset="29794.04">22445 17051 3095 0,'-14'-15'0'0,"11"12"0"0,1 3 0 0,2 0 0 0,0 0 0 0,2 0 0 0,8 0 0 0,4 0 0 0,7 0 0 0,4-3 0 0,7 2 384 0,5-3-165 0,6-1 14 0,1 1-233 16,-3-2 0-16,0 4 0 0,1-5 0 16,-9 5 0-16,7-2 0 0,-5 3 0 0,1-1 0 15,-3 2 0-15,-1-2 0 0,-5 2 0 16,-3 0 0-16,-1-2-19 0,-6 0-872 0,-4 1 380 15,-2-1 237-15,-5-1 110 0,-3-3-217 0,-3-5 173 16,0 0 85-16,0-4 43 0,-11-7-397 0,-3-3 211 16,-4 2 120-16,-1-4-65 0,-1 0 103 0,1 2 36 15,1 4 279-15,2 3-148 0,2 4-44 16,2 1-26-16,7 3 581 0,3 2-303 0,2 3-152 0,0 1-85 16,17 2 620-16,7 2-291 15,6 0-161-15,3 0-81 0,11 0 124 0,-10 6-93 16,11 1-60-16,-12 3 232 0,6 1-141 0,-6 0-72 15,-6 0-26-15,1 5-4 0,-10-4-41 0,0 8 1 16,-8-4-434-16,-6 4 216 0,-2 5 118 0,-2 2 46 16,-7 1-752-16,-11 0 381 0,-2 0 112 0,-2 1-172 15,-3 0 197-15,-2-2 112 0</inkml:trace>
  <inkml:trace contextRef="#ctx0" brushRef="#br0" timeOffset="30144.7">23059 17285 2567 0,'0'0'0'0,"0"2"0"0,0-1 0 0,-3-1 0 0,-4 0 0 0,2 0 0 0,-1-3 0 0,-1-3 0 0,0-1 0 0,-3-3 0 0,1 2 114 0,-2 3 258 0,-1-3-167 15,-3 3-76-15,-2 1-50 0,-1 2 120 0,-7 0-82 16,-1 2-40-16,-1 2-5 0,-1 8-72 0,-2 2 0 16,2 5 0-16,1-1 0 0,4 1 0 15,5-2 0-15,6 1 0 0,1-2 0 16,6 1 0-16,5-3 0 0,0 4 0 0,14-1 0 15,4-4 0-15,10 4 0 0,2-4 0 0,2 0 0 16,2 1 0-16,-2-2 0 0,-2 3 0 0,-2-2 0 16,-9 2 0-16,1 0 0 0,-4 0 0 0,-7 3 0 15,-5-5 0-15,-3 5 0 0,-1-2 0 0,0 1 0 16,-9-3 0-16,-9 3 0 0,-1-5 0 0,-6 4 0 16,2-3 0-16,2-2 0 15,-4-2 0-15,0 1 0 0,4-2 0 0,1-3 0 16,-2 1 0-16,2-1 0 0,4 0 0 0,4-3 0 15,3 0 0-15,2 0 0 0,3 0-219 0,4-7 60 16,0-14 51-16,11-4-453 0,12-6 253 0,5-5 140 16</inkml:trace>
  <inkml:trace contextRef="#ctx0" brushRef="#br0" timeOffset="30297.1">23251 17269 3693 0,'11'-2'0'0,"4"2"0"0,2 0 0 0,-5 0 0 0,0-3 0 0,2 3 0 0,2-2 0 0,5 1 0 0,2-2 0 0,2 3 0 0,2 0 238 16,-1-4-238-16,3 2 0 0,1 2 0 0,-2-1 0 16,2 1 0-16,-5 0 0 0,-4 0-789 15,0 0 355-15,-1 1 231 0,-8 8 120 0,-1-1-414 0</inkml:trace>
  <inkml:trace contextRef="#ctx0" brushRef="#br0" timeOffset="30458.19">23508 17408 3121 0,'-27'6'0'0,"4"4"0"0,3-3 0 0,4 2 0 0,4-7 0 0,5 4 0 0,3-5 0 0,4 4 0 0,0 0 0 0,9 1 0 0,9-2 202 16,2 0-82-16,4-3 316 0,1 4-384 0,0-4-52 15,5 0 0-15,-4-1 0 0,-2 0 0 16,-1 0 0-16,-1 0-643 0,-2 0 323 0,1 0 173 16,0 0 92-16,-1 0-753 0,1 0 340 15,6-2 215-15</inkml:trace>
  <inkml:trace contextRef="#ctx0" brushRef="#br0" timeOffset="30687.82">24188 16913 3931 0,'-11'-5'0'0,"0"2"0"0,-3 3 0 0,-2 0 0 0,-2 10 0 0,-4 5 0 0,5 4 0 0,-2 5 0 0,1 5 0 0,-3 9 0 0,5 2 0 0,4 0 0 16,4 1 0-16,3 2 0 0,5-6 0 0,0 12 0 15,0-7 0-15,2-9 0 0,10 3 0 0,4-4 0 16,2-4 0-16,5-5 0 0,2-5 0 0,-1-2 0 16,3-5 0-16,0-5 0 0,-3-3 0 0,7-3 0 15,-7 0 0-15,-1 0 0 0,-1 0-759 0,2 0 265 16,-1-3 220-16,2-9-654 0</inkml:trace>
  <inkml:trace contextRef="#ctx0" brushRef="#br0" timeOffset="30883.88">24387 17219 3931 0,'-17'-6'0'0,"2"3"0"0,2-1 0 0,3 0 0 0,1 3 0 0,6-2 0 0,-1 2 0 0,4-1 0 0,2-1 0 0,12 3 0 0,9-1 0 0,-3 1 0 0,9 0 0 0,-4 0 0 16,4 0 0-16,-2 0 0 0,-6 0 0 0,2 0 0 15,0 0 0-15,-4 0 0 0,-2 0-73 0,-3 0 54 16,0 0-870-16,-4 0 436 15,-3 0 151-15,2 0-487 0,-2 0 376 0,4-1 189 0,-4-9 93 16,0-3-196-16</inkml:trace>
  <inkml:trace contextRef="#ctx0" brushRef="#br0" timeOffset="31185.71">24729 16979 2876 0,'0'-16'0'0,"0"5"0"0,0 2 0 0,0 0 0 0,0 3 0 0,2 1 0 0,10 2 0 0,6 2 0 0,3 1 0 0,5 0 0 0,-2 4 126 0,0 8-45 0,1 3 563 16,-2 5-440-16,-1 5-204 0,-3 4 0 0,-2 1 0 15,-2 0 0-15,-6 3 0 0,-4 1 0 0,-2 1 0 16,-3-2 0-16,-3 6 0 16,-13-1 0-16,-9-2 0 0,1-6 0 0,-10 6 0 15,-1-7 0-15,3-3 0 0,-1-9 0 0,0 1 0 16,1-7 0-16,4-2 0 0,5-3 0 0,3-5 0 16,1 2 0-16,8-3 0 0,1 0 0 0,4 0 0 15,5 0 0-15,1 0 0 0,0 0 0 0,1 0 0 16,13 0 0-16,8 0 0 0,1 0 0 0,3 0 0 15,4 2 0-15,0 5 0 16,4-4 0-16,0 3 0 0,0-1 0 0,3 1 0 16,1-2 0-16,-5 0 0 0,2 0 0 0,2-1 0 15,-7 1 0-15,0 0 0 0,-3 2 0 0,-7-1 0 16,1 2 0-16,0 0-1388 0,-1-1 620 0</inkml:trace>
  <inkml:trace contextRef="#ctx0" brushRef="#br0" timeOffset="31606.43">25621 17399 3764 0,'0'-16'0'0,"0"12"0"0,6 2 0 0,2-1 0 0,1-1 0 0,0 3 0 0,0 1 0 0,1 0 0 0,1 1 0 0,-2 9 0 0,3 5 167 0,-5 2-167 0,-1 4 0 0,-4 4 0 16,-2 1 0-16,0 0 0 0,-13 0 0 0,-6 0 0 15,-3-1 0-15,-1-1 0 0,-3-2 0 0,-3 0 0 16,-1-5 0-16,0-2 0 0,-2-2 0 16,4-4 0-16,0-1 0 0,7-5 0 0,3 0 0 15,6-3 0-15,3 0-627 0,3 0 238 0,6-5 176 16,0-10 79-16,11-7-679 0,14-6 388 0</inkml:trace>
  <inkml:trace contextRef="#ctx0" brushRef="#br0" timeOffset="31878.35">25975 16955 3806 0,'0'-12'0'0,"3"3"0"0,-1-1 0 0,-1 3 0 0,-1 3 0 0,3 2 0 0,-1 0 0 0,3 2 0 0,2 2 0 0,1 13 0 0,2 3 125 0,-1 8-125 0,-2 3 0 0,1 7 0 16,0 8 0-16,-5-3 0 0,1 7 0 0,-2-1 0 16,-2-4 0-16,0 12 0 0,0-6 0 0,-2-2 0 15,-4-1 0-15,-2-2 0 0,5-8 0 0,-3-1 0 16,2-4 0-16,3-10 0 16,-1 2 0-16,0-10 0 0,2-1 0 0,-2-5 0 15,2-3 0-15,0-4 0 0,0 0 0 0,0 0 0 16,0 0 0-16,0-9 0 0,0-5-873 0,0-2 357 15,9-7 239-15,2-4 112 0,1 0-354 0,-2-3 242 16</inkml:trace>
  <inkml:trace contextRef="#ctx0" brushRef="#br0" timeOffset="32075.91">26310 17343 3673 0,'10'0'0'0,"-4"0"0"0,3 0 0 0,-6 0 0 0,1 0 0 0,0 5 0 0,-2 2 0 0,2 3 0 0,0 4 0 0,-4 0 0 0,3 3 258 0,-3 2-258 15,0 0 0-15,0 2 0 0,-7 1 0 0,-3-1 0 0,1-3 0 16,-2 1 0-16,-3-2 0 16,2-3 0-16,-1-2 0 0,1-2 0 0,-1-1 0 15,-1-4 0-15,1-1 0 0,5 0 0 0,-2-4 0 16,3 0-194-16,2 0-127 0,4 0 143 0,1-11-719 16,0-11 421-16,5-10 224 0</inkml:trace>
  <inkml:trace contextRef="#ctx0" brushRef="#br0" timeOffset="32460.33">26599 16928 3513 0,'5'-11'0'0,"2"3"0"0,-2 4 0 0,1 1 0 0,0 0 0 0,-2 3 0 0,1 0 0 0,1 0 0 0,-3 10 0 0,-1 7 0 0,0 4 248 0,-2 2-110 0,0 5-106 0,0-1-32 15,-7 2 0-15,-2 1 0 0,1-8 0 0,-2 1 0 16,1-1 0-16,0-5 0 0,3-5 0 0,-2-2 0 15,5-5 0-15,-2-2 0 0,4 0 0 0,-1-3 0 16,2 0 0-16,0 0 0 16,0-6 0-16,2-3 0 0,7-3 0 0,6 0 0 15,6 1 0-15,-2 1 0 0,8 1 0 0,-4 4 0 16,4 1 0-16,-2 1 0 0,0 3 0 0,-2 0 0 16,4 5 0-16,-5 8 0 0,1 1 0 0,-2 6 0 15,-3-1 0-15,-4 0 0 0,2 7 0 0,-3-4 0 16,-3 5 0-16,-5-3 0 0,-2-3 0 0,0 1 0 15,-3 3 0-15,0-3 0 0,-11-2 0 0,-5 1 0 16,-2-2 0-16,-5-3 0 16,-3 2 0-16,-2-3 0 0,-2-3 0 0,0-2 0 15,-2 0 0-15,0-5 0 0,2-1 0 0,1-2 0 16,7-2 0-16,-2 0 0 0,3 0 0 0,4-2 0 16,4-11 0-16,2-3 0 0,3-7 0 0,7-5-659 15</inkml:trace>
  <inkml:trace contextRef="#ctx0" brushRef="#br0" timeOffset="32627.79">26658 16943 3441 0,'1'-11'0'0,"9"7"0"0,2 0 0 0,4-1 0 0,1-1 0 0,4 2 0 0,3 3 0 0,5-2 0 0,2 2 0 0,3-1 0 0,0 2 490 0,0 0-490 15,-6 0 0-15,-3 0 0 0,5 6 0 0,-4 1 0 16,-6 1 0-16,1 1-248 0,-2 0-201 15,-2 0 252-15,-2 0 112 0,0 1-582 16,-3-9 340-16</inkml:trace>
  <inkml:trace contextRef="#ctx0" brushRef="#br0" timeOffset="32861.61">27234 16854 2765 0,'7'0'0'0,"2"0"0"15,2 0 0-15,2-2 0 0,0 1 0 0,3 1 0 0,2 0 0 0,1 0 0 0,3 11 0 0,-5 0 0 0,6 9 135 0,-6-2 762 0,1 5-763 16,-1 2-134-16,-2 2 0 0,-5 3 0 0,3 2 0 16,-6 1 0-16,-5 6 0 0,-1 2 0 0,-1 0 0 15,0-6 0-15,-12 11 0 0,-6-6 0 0,0-4 0 16,-4 3 0-16,-4-6 0 0,-1-3 0 0,-8 4 0 16,1-9 0-16,1 0 0 0,6-4 0 0,-3-1 0 15,7-4 0-15,0-2 0 0,5 1 0 0,0 1-67 16,4-2-346-16,-2-2 181 0,5 2 89 0</inkml:trace>
  <inkml:trace contextRef="#ctx0" brushRef="#br0" timeOffset="33039.14">27529 17727 3696 0,'0'-16'0'0,"2"14"0"0,-1-2 0 0,2-4-3 15,-3 3-4-15,0 0 0 0,0 1 3 0,0 0 1 0,0 1 0 0,-3 0 2 0,-2 3-438 0,-6 0 192 0</inkml:trace>
  <inkml:trace contextRef="#ctx0" brushRef="#br0" timeOffset="39326.74">19857 12677 2130 0,'-6'0'1'0,"0"0"0"0,1 0 0 0,1 0 1 0,2 1-1 0,0-1 1 16,0 0-1-16,2 0 1 0,-1 2-1 0,1-2 1 0,0 0 113 0,0 0-37 0,0 0 262 0,0 0-140 0,0 0-83 0,0 0-38 16,0 0 276-16,1 0-156 0,3 0-78 0,2 0 62 15,1 0-183-15,-1 2 0 16,3-2 0-16,-1 2 0 0,1-1 0 0,3 4 0 15,-1-4 0-15,2 1 0 0,-2-1 0 0,2 5 0 16,-1-6 0-16,-1 1 0 0,4-1 0 0,-2 1 0 16,-2-1 0-16,3 0 0 0,-4 0 0 0,2 0 0 15,-1 0 0-15,-2 0 0 0,1 0 0 16,-2 0 0-16,1 0 0 0,0 0 0 0,1 0 0 0,1 2 0 16,0-2 0-16,1 2 0 0,0 0 0 0,2 0 0 15,3 0 0-15,0-2 0 16,-1 2 0-16,3-2 0 0,-1 1 0 0,2-1 0 15,-1 0 0-15,-1 0 0 0,1 0 0 0,0 0 0 16,3 2 0-16,-1-2 0 0,0 2 0 0,1-2 0 16,3 2 0-16,1-2 0 0,-3 0 0 0,7 0 0 15,-2 0 0-15,-1 0 0 0,0 0 0 0,1 0 0 16,-3 0 0-16,3 0 0 0,-1 0 0 0,-1 0 0 16,0 0 0-16,1 0 0 0,-4 0 0 0,8 0 0 15,-5 0 0-15,2 0 0 0,1 0 0 0,-3 0 0 16,-1-2 0-16,5 0 0 15,-3 0 0-15,3 1 0 0,-2-1 0 0,2 0 0 16,2 0 0-16,-2 0 0 0,-1 0 0 0,-1 0 0 16,0 1 0-16,0 1 0 0,-5 0 0 0,7 0 0 15,-3 0 0-15,-4 0 0 0,4 0 0 0,-1 0 0 16,-1 0 0-16,5 0 0 0,-4 3 0 0,3-1 0 16,-4 0 0-16,3 0 0 0,-3-2 0 0,9 2 0 15,-4 0 0-15,2-2 0 16,-1 0 0-16,1 0 0 0,2 0 0 0,-1 0 0 15,1 0 0-15,-1 0 0 0,1 0 0 0,2 0 0 16,-3 0 0-16,5 0 0 0,-1 0 0 0,7 0 0 16,-9 0 0-16,11 0 0 0,-9 0 0 0,13-2 0 15,-2-2 0-15,-2 2 0 0,3-2 0 0,-1 2 0 16,-5-4 0-16,11 3 0 0,-5 2 0 16,2-2 0-16,-2 1 0 0,1 1 0 0,3-1 0 0,2 2 0 15,-2 0 0-15,4 0 0 16,-4 0 0-16,0 0 0 0,0 0 0 0,0 0 0 15,4 0 0-15,-3 0 0 0,3 0 0 0,0 0 0 16,13 0 0-16,-6-4 0 0,0 0 0 0,-2 1 0 16,0-2 0-16,-7 1 0 0,10 1 0 0,-3 1 0 15,-9 0 0-15,13-2 0 16,-2 3 0-16,-11-1 0 0,7 2 0 0,-1 0 0 0,-3 0 0 16,1 0 0-16,-1 0 0 0,1 0 0 0,-4 0 0 0,4 0 0 15,9 0 0-15,-4 0 0 16,-2 0 0-16,-7 0 0 0,3 0 0 0,1 0 0 15,-4 0 0-15,0 0 0 0,1 0 0 0,0 0 0 16,-2 0 0-16,2 2 0 0,3-1 0 0,1-1 0 16,-1 0 0-16,-3 0 0 0,0 0 0 0,3 0 0 15,-3 0 0-15,3 0 0 0,-3 0 0 0,4-1 0 16,10-5 0-16,-8 2 0 0,0 3 0 0,-7-5 0 16,2 1 0-16,3 1 0 0,-2 0 0 15,-3-2 0-15,3 1 0 0,0-1 0 16,1 0 0-16,3 0 0 0,-3 0 0 0,2 1 0 15,-6-2 0-15,3 3 0 0,-4-1 0 0,-1 1 0 16,0-2 0-16,-2 2 0 0,-5 2 0 0,4 1 0 16,-1-2 0-16,-4 2 0 0,6-2 0 0,-6 2 0 15,-5 1 0-15,-1 0 0 0,-2 0 0 16,-1 0 0-16,-3 0 0 0,-3 0 0 0,-4 0 0 0,-1 0 0 16,-3 0 0-16,-2 0 0 0,-2 0 0 15,-4 0 0-15,-1 0 0 0,-4 0 0 16,-2 0 0-16,-3 0 0 0,1 0 0 0,-3 0 0 15,0 0 0-15,0 0 0 0,0 0 0 0,0 0 0 16,0 0 0-16,0 0 0 0,0 0 0 0,0 0 0 16,0 0 0-16,0 0 0 0,0 0 0 0,0-2 0 15,0 0 0-15,0 0 0 0,-5 1 0 0,-2-2 0 16,2 3 0-16,-4 0 0 0,-1 3 0 0,-5 19 0 16,-4 20 0-16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34:01.4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10T15:37:33.236"/>
    </inkml:context>
  </inkml:definitions>
  <inkml:trace contextRef="#ctx0" brushRef="#br0">1677 8672 2291 0,'-7'-1'8'0,"6"-1"-1"16,-3 0-1-16,2 0-1 0,-1 2-1 0,0 0 5 0,1 0-1 0,2-2-2 0,0 2-2 0,0 0-1 0,0 0 88 0,0 0 313 0,0 0-181 0,0 0-92 0,0 0-46 0,0 0 185 16,5 2-105-16,2 0-68 0,1 2 17 0,4-1-114 15,1 1 0-15,2-2 0 0,2 0 0 0,1-1 0 16,-1 1 0-16,1 0 0 0,2 0 0 0,-3-2 0 15,3 0 0-15,-3 3 0 0,4-3 0 0,-1 0 0 16,-1 0 0-16,-1 0 0 0,3 0 0 0,1 0 0 16,0 0 0-16,-1 0 0 0,1-3 0 0,0 1 0 15,1 0 0-15,2 0 0 16,-3 1 0-16,3 1 0 0,-2-2 0 0,0 2 0 16,3-2 0-16,0 2 0 0,-1 0 0 0,1 0 0 15,1 0 0-15,-4 0 0 0,7 0 0 0,-6 0 0 16,6 0 0-16,-5 0 0 0,3 0 0 0,-3-2 0 15,7 0 0-15,-4 2 0 0,2-2 0 0,-2 1 0 16,2-1 0-16,-5 2 0 0,7 0 0 0,-2 0 0 16,-3 0 0-16,3-2 0 0,0 2 0 0,0 0 0 15,1 0 0-15,1 0 0 16,0 0 0-16,2 0 0 0,1 0 0 0,-1 0 0 16,1-2 0-16,-2 2 0 0,0 0 0 0,4 0 0 15,-4 0 0-15,2 0 0 0,0 0 0 0,2 0 0 16,-2 0 0-16,0 0 0 0,2 0 0 15,2 0 0-15,5 0 0 0,-4 0 0 0,1 0 0 0,3 0 0 16,-4 0 0-16,-2 0 0 0,9 0 0 16,-5 0 0-16,0 2 0 0,4-2 0 15,-3 2 0-15,-3-2 0 0,10 0 0 0,-4 0 0 16,6 2 0-16,-2-2 0 0,2 0 0 0,1 0 0 16,-3 0 0-16,3 0 0 0,0 0 0 0,0 0 0 15,0 0 0-15,0 0 0 0,0 0 0 0,12-2 0 16,-7 0 0-16,-7 0 0 0,7 0 0 0,-2 0 0 15,1 1 0-15,-1-1 0 0,1 0 0 16,-2 0 0-16,2 0 0 0,0-2 0 0,11 2 0 0,-6 0 0 16,2 1 0-16,-4-3 0 15,2 2 0-15,-6-2 0 0,16 2 0 0,-12-2 0 16,2-1 0-16,6 3 0 0,-8-2 0 0,15 1 0 16,-10-2 0-16,2 4 0 0,0-5 0 0,2 4 0 0,-9-2 0 15,12-1 0-15,-1 1 0 16,6-1 0-16,-7 1 0 0,3-1 0 15,-11 2 0-15,13-1 0 0,-7 1 0 0,-3 1 0 0,-1-1 0 16,3 2 0-16,-10 1 0 0,13 0 0 0,-20 0 0 0,5 0 0 16,-2 0 0-16,-5 0 0 0,-6 0 0 15,4 0 0-15,-12 0 0 0,0 1 0 0,-1 4 0 16,-4-4 0-16,-5 1 0 0,1 0 0 16,-4 0 0-16,-5-2 0 15,-2 2 0-15,-5-2 0 0,-2 0 0 0,-3 0 0 16,-1 0 0-16,-1 0 0 0,-2 0 0 0,0 0 0 15,0 0 0-15,-10 0 0 0,-3 0 0 0,-3 0 0 16,2 0-333-16,-5 0-298 0,-4 0 286 0</inkml:trace>
  <inkml:trace contextRef="#ctx0" brushRef="#br0" timeOffset="1206.72">7688 5829 1955 0,'0'0'0'0,"-1"0"0"0,1 0 0 0,-2 0 0 0,-1 0 0 16,-1 0 0-16,3 0 0 0,-3 0 0 0,0 0 0 0,1 3 0 0,-1 3 175 0,-2 2-74 0,0 1-31 0,1 1 0 0,-3-1 88 0,-1 1-60 0,-1 1-20 15,-1-1-10-15,0 5 85 16,-2-1-58-16,0 1-28 0,-3 1 38 0,2 0-25 15,-4 3-8-15,2 1 62 0,-1-2-47 0,-1 0-25 0,0 1 0 16,5 0 66-16,-9 3-50 0,3 0-43 0,2-3-35 16,0 2 0-16,0 0 0 0,-2 1 0 0,0 1 0 15,-1-2 0-15,2 2 0 0,-2-1 0 16,0-1 0-16,2 1 0 0,-3 0 0 16,0 3 0-16,1-2 0 0,2-1 0 15,-1 3 0-15,0-1 0 0,1 0 0 0,-3 1 0 0,3-1 0 16,-3 2 0-16,-2 1 0 0,2-3 0 15,1 3 0-15,-3-3 0 0,2-1 0 0,-1 2 0 16,-1 2 0-16,-1-2 0 0,1 1 0 0,2 0 0 16,-4 0 0-16,0 0 0 0,-2 1 0 0,1 1 0 15,2 1 0-15,-6 2 0 0,2 0 0 0,2-2 0 16,1-2 0-16,-5 6 0 0,7-6 0 0,-3 2 0 16,-2 5 0-16,6-7 0 15,-4 3 0-15,1-3 0 0,0 4 0 0,-1-3 0 16,5-1 0-16,-5 0 0 0,1 2 0 0,1-1 0 15,2 0 0-15,-6 6 0 0,1-2 0 0,3-2 0 16,1-2 0-16,-1 2 0 0,0 0 0 0,1-1 0 16,2-2 0-16,-1 1 0 0,2-3 0 0,-3 0 0 15,2 1 0-15,0-2 0 0,0 1 0 0,2 0 0 16,-3 1 0-16,1-2 0 0,-1 0 0 0,2 0 0 16,-3 1 0-16,0 2 0 15,1-4 0 1,-3 4 0-16,1-1 0 0,0 2 0 0,0-2 0 0,-1 1 0 0,0 1 0 0,2-2 0 15,-3 1 0-15,5-1 0 0,-2-1 0 16,0-3 0-16,3-3 0 0,-1 5 0 0,2-3 0 0,0-2 0 16,3 0 0-16,0-3 0 15,0 1 0-15,2-2 0 0,1 0 0 0,2-2 0 0,-1 1 0 0,2-3 0 16,2 0 0-16,1-3 0 16,0 1 0-16,1-3 0 0,1 1 0 0,0-1 0 0,3-2 0 0,0-3 0 31,0 2 0-31,1-2 0 0,1-1 0 0,0 0 0 0,0 0 0 0,0 0 0 15,0 0 0-15,0 0 0 0,0 0 0 0,0 0 0 16,0 0 0-16,0 0 0 0,0 0 0 0,0 0 0 16,0 0-154-16,0 2 26 15,-2-2 49-15,2 2-240 0,-3 0 140 0,2-2 70 0,1 2 35 16,0-2-354-16,0 0 199 0,0 0 96 16,0 0 47-16,0 0-166 0,0-4 107 0,4-7 44 0,5-5-320 0,1-4 191 15,0 0 96-15,1-7 48 0</inkml:trace>
  <inkml:trace contextRef="#ctx0" brushRef="#br0" timeOffset="1717.22">5435 7942 1525 0,'0'-6'0'0,"0"1"0"0,0-1 0 0,0 1 0 0,0-1 0 0,3 1 0 0,0 0 0 0,-1 2 0 0,1-2 0 0,-1 2 0 0,1-1 360 0,1 1-161 0,-1 2-71 16,-1 0-49-16,0-1 257 0,1 0-148 16,-1-1-75-16,-1 3-38 0,2 0 161 0,-3 0-103 0,0 0-48 15,0 0 75-15,0 0-61 16,0 0-30-16,0 0 14 0,0 0-20 0,0 0-63 0,0 0 0 0,0 7 0 16,0 1 0-16,0-4 0 15,0 6 0-15,0-1 0 0,0 3 0 0,0-3 0 16,0 2 0-16,-3 2 0 0,2 2 0 0,-4-1 0 15,1 3 0-15,-1 1 0 16,0 1 0-16,0 0 0 0,-3 1 0 0,1 2 0 0,-2 3 0 0,4-4 0 16,-1 3 0-16,0-5 0 0,2 4 0 0,-1-4 0 15,1 0 0-15,3-2 0 0,-3-3 0 0,3 0 0 16,-4-4 0-16,3 1 0 0,2-2 0 0,-4-3 0 16,2-1 0-16,2-2 0 0,-2 0 0 0,2-2 0 15,0-1 0-15,0 0 0 16,0 0 0-16,0 0 0 0,0 0 0 0,0 0 0 15,0 0 0-15,0 0 0 0,0 0 0 0,0 0 0 16,0 0 0-16,4 0 0 0,7 0 0 0,-1 0 0 16,3 0 0-16,4 0 0 0,6-7 0 0,2-2 0 15,2-4 0-15,11-5 0 0,4 0 0 0,4-3 0 16,13-7 0-16,-2 2 0 0,9-3 0 0,0-1 0 16,11 1 0-16,13-8 0 0,-5 8 0 0,-2-3 0 15,-11 6 0-15,19-7 0 0,-22 9 0 0,11-5 0 16,-3 0-1372-16</inkml:trace>
  <inkml:trace contextRef="#ctx0" brushRef="#br0" timeOffset="3536.36">5596 7483 1780 0,'0'0'0'0,"-2"0"0"0,0 0 0 0,2 0 0 0,-1 0 0 0,-2 0 0 0,1 0 0 0,2 0 0 0,-1 2 0 0,-1-2 0 0,-1 6 162 16,1-1-51-16,-1 1-39 0,-1 3-1 0,1 1 27 16,-1 1-28-16,-2 3 0 0,0 1-19 0,2 0 111 15,-3 2-60-15,0 1-31 0,2 1 1 16,-4 3 65-16,2 0-38 0,0 3-9 0,2 0-49 15,-4-1 66-15,2 3-33 0,0-1 11 16,2-2 10-16,-3 8-54 0,-1-5 1 0,2 1 28 16,2 2 0-16,-4-2-29 0,4-2 6 0,0 4-47 15,-2-2 0-15,2-1 0 0,0-4 0 0,3 2 0 16,-4-4 0-16,4 0 0 0,0 0 0 0,1-3 0 16,-1-1 0-16,0 0 0 0,2-2 0 0,0-2 0 15,0 0 0-15,-2-3 0 0,2-1 0 0,-1 1 0 16,1-3 0-16,0-1 0 0,0-1 0 0,0-2 0 15,0-1 0-15,0-1 0 16,0-1 0-16,0 0 0 0,0 0 0 0,0 0 0 0,0 0 0 16,0 0 0-16,0 0-55 0,0 0-51 15,0 0 23-15,0 0-732 0,0 0 387 0,0 0 182 16</inkml:trace>
  <inkml:trace contextRef="#ctx0" brushRef="#br0" timeOffset="6688.05">2033 5730 1063 0,'-5'-7'0'0,"-5"4"0"0,2-1 0 0,0 3 0 0,-1-1 0 0,4-1 0 0,-3 2 0 0,3-1 0 0,2 0 0 0,-2 2 0 0,3 0 54 0,0 0 93 16,2 0-52-16,0 0 0 0,0 0-52 0,0-2 56 16,0 2-17-16</inkml:trace>
  <inkml:trace contextRef="#ctx0" brushRef="#br0" timeOffset="7872.39">1960 5698 2804 0,'0'0'0'0,"0"0"0"0,0 0 0 0,0 0 0 0,0 0 0 0,0 0 0 0,0 0 0 0,0 2 0 0,0 3 0 0,3-1 1 0,-3 0 74 0,2-1-30 16,0-1 22-16,1 2-12 0,-1 0-10 0,-2 0 0 0,5 0-13 15,-2 0 12-15,1-1 1 0,0 1-2 0,1 1 1 16,-3-1-1-16,3 2-10 0,0 0 10 0,-2 0 0 16,3 0 11-16,0 0-46 15,-1-1-5-15,0 2 38 0,0 0-7 0,0 1-11 0,0-1 21 0,5 2-8 16,-3 0-2-16,-2 1 22 15,3-1-22-15,0 1 11 0,0 3-33 0,1-2-12 16,0 0 0-16,2 1 0 0,-3 1 0 0,3 0 0 16,1-2 0-16,-3 3 0 0,4-4 0 0,-5 2 0 15,1-1 0-15,1 1 0 0,0-3 0 0,0 2 0 16,0 0 0-16,0 2 0 0,0 0 0 0,0-3 0 16,0 1 0-16,0 3 0 0,-2-4 0 0,2 4 0 15,2-3 0-15,-4 2 0 16,2 0 0-16,2-2 0 0,-2 3 0 0,3-1 0 15,-3-1 0-15,0-2 0 0,2 2 0 0,-2-1 0 16,0 2 0-16,0-2 0 0,1 0 0 0,-2 3 0 0,2-1 0 16,-2 3 0-16,1-4 0 0,-1 1 0 15,0 0 0-15,3 2 0 0,-1 3 0 0,-2-5 0 16,1 2 0-16,1-1 0 0,-2 1 0 16,2 1 0-16,1-1 0 0,0 0 0 0,-2 0 0 0,1 0 0 15,1 0 0-15,-1 0 0 16,-2 0 0-16,3 2 0 0,-1-2 0 0,1 0 0 0,-4 0 0 0,4 2 0 15,-1-4 0-15,-2 2 0 16,4 0 0-16,-1 0 0 0,-2 0 0 0,5 0 0 16,-5 0 0-16,5-1 0 0,-4 1 0 15,4-2 0-15,-1-1 0 0,-2 2 0 0,2-1 0 0,0 0 0 16,1 3 0-16,0-4 0 0,-2 1 0 16,1 0 0-16,2 2 0 0,-3-2 0 0,2 1 0 15,0 0 0-15,-3 0 0 0,5 0 0 0,-5-2 0 16,1 3 0-16,2-3 0 0,-1 0 0 15,-2 3 0-15,0-3 0 0,1-1 0 0,1 0 0 16,-1 0 0-16,-1 3 0 0,1-3 0 0,-1 1 0 16,0-2 0-16,2 3 0 0,0-2 0 0,-3-1 0 0,1 3 0 15,4-1 0-15,-2 1 0 16,-2-2 0-16,3 1 0 0,0 1 0 0,1-1 0 16,-2-1 0-16,4 0 0 0,-5 0 0 0,5 1 0 0,-1 2 0 15,-2-1 0-15,2 1 0 0,-1-4 0 0,2 3 0 16,-2 1 0-16,2-1 0 15,2 0 0-15,2 2 0 0,-1 0 0 0,-2-3 0 16,1 1 0-16,3 2 0 0,-6-2 0 0,6 2 0 16,-3-1 0-16,-3-2 0 0,3 3 0 0,-2-2 0 15,-1 2 0-15,4 1 0 0,-2-2 0 0,-1-1 0 16,2 0 0-16,0 4 0 0,-2-5 0 0,3 3 0 16,-3-4 0-16,5 3 0 0,-2 1 0 0,-2-5 0 15,1 3 0-15,-2-2 0 0,7 1 0 16,-5 1 0-16,2 1 0 0,0-2 0 0,-3 0 0 15,6 3 0-15,0-4 0 0,-6 3 0 16,4-1 0-16,-2 0 0 0,-3 0 0 0,8 0 0 16,-6 0 0-16,0 1 0 0,0-2 0 0,0 1 0 15,0-1 0-15,3 2 0 0,-1-2 0 0,0 1 0 16,-2-2 0-16,1 3 0 0,-1-3 0 0,-1 2 0 16,4 2 0-16,-6-4 0 0,6 6 0 0,-5-3 0 15,-4 1 0-15,7 1 0 0,-2-1 0 0,0 3 0 16,0-4 0-16,-1 1 0 15,2 0 0-15,0 2 0 0,2-2 0 0,-1 0 0 16,1-2 0-16,-3 2 0 0,0-3 0 0,4 5 0 16,-2-4 0-16,-5-2 0 0,7 4 0 0,-6-3 0 15,3 1 0-15,-5 0 0 0,4-2 0 0,0 3 0 16,-2-2 0-16,0-1 0 0,-1 3 0 0,2-3 0 16,-4 0 0-16,4 0 0 0,-4-1 0 0,4 1 0 15,-6-1 0-15,4 0 0 0,-2-4 0 0,0 3 0 16,2-1 0-16,-3 2 0 15,-3-3 0-15,2 1 0 0,1-1 0 0,-1 0 0 0,-2 2 0 16,3-2 0-16,-3 0 0 0,1 1 0 16,0 0 0-16,2 1 0 0,-1-1 0 0,1-1 0 15,-4 0 0-15,3 1 0 0,-1-3 0 0,-1 3 0 16,-1-1 0-16,0-1 0 0,-2 0 0 0,4 0 0 16,-4-1 0-16,0 1 0 0,0-3 0 0,-1 2 0 15,0-2 0-15,-1 0 0 0,-1-1 0 0,1 0 0 16,-5 0 0-16,2 0 0 15,0-1 0-15,-2 2 0 0,0 0 0 0,0-3-277 16,0 3-307-16,-13-2 260 0</inkml:trace>
  <inkml:trace contextRef="#ctx0" brushRef="#br0" timeOffset="8547.34">2698 6600 2157 0,'-5'-3'0'0,"2"-1"0"0,1 1 0 0,-1 1 0 0,1 0 0 0,2 2 0 0,-2 0 0 0,2 0 0 16,0 0 0-16,0 2 0 0,0 10 111 0,0 0-24 0,0 3 233 0,0 4-140 0,0 2-68 0,0 5-36 16,0-1 194-16,2 0-103 15,0 9-69-15,-1-4-27 0,1 4 71 0,0-2-50 16,-1 2-44-16,1-2-48 0,-2 0 0 0,0 1 0 16,0-2 0-16,0-1 0 0,3-2 0 0,-3-5 0 0,2-1 0 15,-2 1 0-15,0-5 0 0,3 0 0 0,-3-3 0 16,0-5 0-16,0 2 0 15,0-5 0-15,0 1 0 0,0-3 0 0,0-1 0 16,0-2 0-16,0 1 0 0,0-3 0 0,0 0 0 16,0 0-242-16,0 0-57 0,0 0 135 0,0 0-434 15,0-3 279-15,0-8 139 0,0-5 69 0,0-11-554 16,0-4 317-16,0-10 153 0</inkml:trace>
  <inkml:trace contextRef="#ctx0" brushRef="#br0" timeOffset="8805.07">2690 6682 2538 0,'0'-8'0'0,"0"6"0"0,0-2 0 0,-2 3 0 0,2-1 0 0,0 0 0 0,0 0 0 0,0 0 0 0,2 2 0 0,11 0 0 0,-1 0 181 0,4 0 206 16,-1 0-162-16,7 6-97 0,3 3 344 0,-3 1-472 16,3-1 0-16,3 2 0 0,4 1 0 0,1-3 0 15,2 0 0-15,1 0 0 0,1 0 0 0,-5-4 0 16,1 2 0-16,-3-3 0 0,-2 0 0 15,-7-1 0-15,0 1 0 0,-3-1 0 0,-6-2 0 16,-2 1 0-16,-4-2 0 0,-1 0 0 16,-3 0 0-16,0 0 0 0,-2 0 0 0,0 0 0 0,0 0 0 15,0 0 0-15,0 0 0 16,0 0 0-16,0-2 0 0,0-2 0 0,0 2 0 16,0 0-54-16,0 2-193 0</inkml:trace>
  <inkml:trace contextRef="#ctx0" brushRef="#br0" timeOffset="13057.46">5263 4689 2931 0,'0'0'0'0,"0"0"0"0,0-2 0 0,5 2 0 0,-2 0 0 0,4 0 0 0,1 0 0 0,-1 6 0 0,1 5 0 0,-1 5 0 0,-1 3 84 0,0 6-103 0,-3 3 29 0,-1 3 0 15,1 2-368-15,-3 3 204 0,0 2 88 0,0 6 50 0,0-1-661 16,0 1 322-16,0 0-328 0</inkml:trace>
  <inkml:trace contextRef="#ctx0" brushRef="#br0" timeOffset="13194.34">5302 5592 3126 0,'-9'19'0'0,"4"0"0"0,-3-2 0 0,4-2 0 0,-1-2 0 0,2 0 0 0,0-1 0 0,3 1 0 0,0 0 0 0,0 2 0 0,0-1-34 0,3 5 37 16,0 0-293-16,4 6 165 16,1-3 92-16,1 10 32 0,-2 0-787 15,3 2 413-15,1 1 208 0,1 1 103 0</inkml:trace>
  <inkml:trace contextRef="#ctx0" brushRef="#br0" timeOffset="13340.43">5335 6388 2885 0,'-12'21'0'0,"-1"0"0"16,1-4 0-16,0-2 0 0,2-2 0 0,4 2 0 0,-1-1 0 0,5-2 0 0,2 1 0 0,0 3 0 0,0-4 119 0,0 2-44 0,9 1-1 0,4-1-604 15,-1-2 284-15,3 3 143 0,-2-2-739 0,2 4 421 0,1 4-40 16,-7 0 211-16</inkml:trace>
  <inkml:trace contextRef="#ctx0" brushRef="#br0" timeOffset="13484.34">5360 6960 2399 0,'-10'25'-2'0,"0"-3"1"0,1-2 1 0,1-1 0 0,-3-2 0 0,5 1 0 0,1-4 0 0,2 1 0 0,0 0 0 0,3-2 0 0,0 2 79 16,0 0-40-16,0 0 1 0,0 0-1 0,5 2-260 15,1-2 131-15,2 2 74 0,1 0 22 0,-1 0 1 0,1 0-512 16,-1 2 271-16,-1-1 145 0,3 4 58 0</inkml:trace>
  <inkml:trace contextRef="#ctx0" brushRef="#br0" timeOffset="13634.48">5340 7664 1888 0,'-9'21'0'0,"3"-2"0"0,1-1 0 16,-1 2 0-16,2-4 0 0,2 1 0 0,2 0 0 0,0-1 0 0,0 1 0 0,0-2 0 0,0 1-63 0,0 0 61 0,2-2 15 0,2 2 1 0,0-1-348 15,1 0 185 1,0-1 92-16,-2-3 56 16,1 0-498-16,-1 0 239 0,-1-1 119 0,0-1 61 0</inkml:trace>
  <inkml:trace contextRef="#ctx0" brushRef="#br0" timeOffset="13783.39">5328 8124 1585 0,'-12'24'-1'0,"2"2"1"0,2-1 0 0,-4 0 0 0,2-3 0 0,5-1 0 0,-3 1 0 0,3-2 0 0,3 0 0 0,0-3 0 0,2-3 81 0,0 0 237 15,0 1-145-15,0-4-56 0,0 0-39 0,4-1-493 16,-1 0 251-16,1-2 200 0,2 6 3 0,-2-1-254 16,-1 0 127-16,-1 0 63 0,1 5 32 0,-2-2-588 15,-1 3 287-15,0-2 86 0</inkml:trace>
  <inkml:trace contextRef="#ctx0" brushRef="#br0" timeOffset="18311.41">5323 7482 2202 0,'-3'-6'0'0,"1"2"0"0,2-1 0 0,0-1 0 0,0-1 0 0,0-2 0 0,0 0 0 0,7 0 0 0,4 0 0 0,1 0 0 0,1 1 336 15,2-2-154-15,0 3 26 0,0 0-85 0,0 1 158 16,2 0-122-16,-2 2-51 0,0 2-41 0,2 0 179 16,1 1-227-16,-3 1-19 15,5 0 0-15,0 0 0 0,1 0 0 0,5 0 0 0,-3 5 0 16,1 2 0-16,0 2 0 16,-2 0 0-16,4 4 0 0,-4 2 0 15,0 0 0-15,-1 1 0 0,1 2 0 0,-7-1 0 16,3 5 0-16,-4 0 0 0,0-6 0 0,-3 2 0 0,0 2 0 15,-1-3 0-15,-3-3 0 0,1 1 0 0,-3-6 0 16,0 1 0-16,-2 0 0 0,-1-5 0 0,0-1 0 16,0-2 0-16,-2-2 0 0,0 3 0 15,0-3 0-15,0 0 0 0,0 0 0 16,0 0 0-16,0 0 0 0,0 0 0 0,-6 0 0 16,3-3 0-16,-2 1 0 0,1 0-472 0</inkml:trace>
  <inkml:trace contextRef="#ctx0" brushRef="#br0" timeOffset="18938.71">4594 7989 2266 0,'-5'0'0'0,"-2"0"0"0,1 0 0 0,2-3 0 0,2 0 0 0,2-1 0 0,0-1 0 0,0-3 0 0,0 0 0 0,5-3 0 0,3 0 214 0,3-1-88 0,3-3-44 0,1 1 0 0,2-4 195 15,3 0-124-15,3-1-58 0,0 0-28 0,3-3 186 16,2 1-108-16,2-1-44 0,-3 1-36 0,0-1-60 16,3 1-5-16,-2 4 0 15,0 0 0-15,-5 8 0 0,7-5 0 0,-7 6 0 0,1 2 0 16,-3 2 0-16,1 2 0 0,-1 2 0 0,0 0 0 16,2 4 0-16,-3 7 0 0,2 4 0 0,-2 0 0 15,-5-1 0-15,1 0 0 0,1 1 0 0,-2 1 0 16,-2-2 0-16,-1-1 0 0,-2-3 0 15,-2 2 0-15,0-5 0 0,-2 1 0 0,-3-3 0 0,2 0 0 16,-3-3 0-16,-1 1 0 0,-1-3 0 0,0 0 0 16,0 0 0-16,0 0 0 0,0 0 0 0,0 0 0 15,0 0 0 1,0 0 0-16,0 0 0 0,0-3 0 16,-1-4 0-16,-4 2 0 0,3-3 0 0,-3 2-461 0</inkml:trace>
  <inkml:trace contextRef="#ctx0" brushRef="#br0" timeOffset="49108.35">5421 4176 2301 0,'0'-9'0'0,"0"0"0"0,0 4 0 0,0-2 0 0,0 4 0 0,0 1 0 0,0 0 0 16,0 0 0-16,0 2 0 0,0 0 0 0,0 0 72 0,0 0 0 0,0 11-29 0,0 4 0 0,0 6-52 15,0 1 10-15,0 8 42 0,-2 1-340 0,-2 1 170 16,2-2 85-16,-3-2-583 0,3 3 311 0,-2-2 78 15</inkml:trace>
  <inkml:trace contextRef="#ctx0" brushRef="#br0" timeOffset="49404.37">5325 4618 2376 0,'-11'11'0'0,"2"2"0"16,-3-3 0-16,3-1 0 0,-3 0 0 0,5 3 0 0,2-5 0 0,-2 4 0 0,2-1 0 0,3 1 0 0,2 3 196 0,0-3-77 0,0 2-38 0,0-1-232 0,0 3 91 15,4 4 52-15,2-3-174 0,-1 3 112 16,2-1 57-16,-3 1 39 0,0 1-570 0,3-5 280 16,-6 5 141-16,3-4-429 0,-2-1 255 0,-2-1 116 15,0-2 74-15,0 2-38 0,0-3 73 0,0 3 43 16,-6-4 29-16,0 0 0 0,-2 1 0 0,1 0 0 16,-2 1 300-16,3-1-194 0,-2 1-74 0,3 1 217 15,0 0-135-15,3 0-6 0,0 0-56 0,0 0 424 16,2 2-217-16,0 0-97 0,0 0-64 15,0 2-12-15,4 0 0 0,1 0-42 0,2 2-1 16,1-1-304-16,0 1 147 0,-1 0 78 16,1 1-414-16,-3 1 214 0,2 0 132 0,-2-1-215 15,-3 1 154-15,1-2-8 0</inkml:trace>
  <inkml:trace contextRef="#ctx0" brushRef="#br0" timeOffset="49529.71">5293 5584 1517 0,'-3'16'0'0,"-3"4"0"0,0-5 0 0,3 2 0 0,-2-1 0 0,0-2 0 0,1 0 0 0,3-3 0 0,1 0 0 0,-2 1 0 0,2 1 140 0,0-2-49 16,0 2 1-16,0-2-62 0,2 3 13 0,1-2 11 0,4 4-11 0,-2-1-273 16,0 2 136-16,1-1 69 0,1 5 34 0,-5 2-440 15,3 3 178-15,-4-5-221 0</inkml:trace>
  <inkml:trace contextRef="#ctx0" brushRef="#br0" timeOffset="50390.47">5280 6192 1358 0,'-8'22'0'0,"4"0"-1"0,-3-1 1 0,2 0 0 0,-1 1 0 0,1 0 0 0,0-2 0 0,0 4 0 0,1 1 0 0,1-5 0 0,1 3 113 0,2-1-23 0,0-1-1 0,0-1-46 16,0 1-1-16,0 0-81 0,0-3 51 0,2 0-10 15,0 0 40-15,1-1-345 16,1 0 172-16,-1 0 88 0,2-2 30 0,-4 0-398 16,3-1 144-16,-1 0 122 0,-2 1-71 0,1-3 86 15,-2 2 38-15,0 2 108 0,0-2-32 0,0 1 16 16,0 1 0-16,0 1 59 0,0 0-83 0,-6-1 11 15,2 3-9-15,0-2 98 0,2 0-53 0,-5 0-28 16,5 0 28-16,-1-1 235 0,1-1-94 16,0 1 40-16,2-1-70 0,0-2-50 0,0-2 9 0,0 4-109 15,0-4 29-15,0 3 0 0,2 0 30 16,2 0-226-16,-1-1 116 0,-1 3 46 16,0-4 14-16,1 4-213 0,-1-1 99 0,-2 0 61 15,0 1-1-15,0-1-47 0,0 0 12 0,0 0 33 16,0 0-26-16,0 1 78 0,-2-4 11 0,-1 1 58 15,-1 1-73-15,1-1 1 0,-1 0-15 0,1-1 252 16,1 1-128-16,-2 0-54 0,2 0-7 16,-1 1 221-16,1 0-103 0,2 0-67 0,0 2 84 0,0-1-70 15,0-2-15-15,0 1-82 0,0 0 41 0,0-1-1 16,0-1 11-16,0 0-189 16,2 0 89-16,1 1 45 0,0-1 0 0,0-4-192 15,-1 6 105-15,-1-3 28 0,1 0 36 0,0 2-89 16,-2 1 34-16,0-1-3 0,0 2 6 0,0 0 11 15,0 2 30-15,0 0-38 0,0 0 103 0,0-1-43 16,0 2 8-16,0-2 50 0,0 1-37 0,0 0 19 16,0 0-50-16,0 0 105 0,-2 2-46 15,2 0-14-15,0-1 0 0,0 0 118 0,0-2-67 0,0-1-23 16,0 0-2-16,0 0 54 16,0 0-40-16,0 0-8 0,0 1-1 0,0 0 19 15,0 0-8-15,0 0-61 0,0 1 34 0,0 0 12 16,0 1-9-16,0-1-33 0,0 0-10 0,0-1 35 15,0 0 4-15,0 0-57 0,0-1 51 0,0 0-2 16,0-2 0-16,0 2-31 0,0-2 29 0,0 1-7 16,0 1-35-16,0-1 39 0,0-1 0 15,0 1-60-15,0-2 28 0,0 1-3 0,0 1 29 16,0-3-63-16,0 2 26 0,0-3-9 16,0-1 38-16,0-2-87 0,0 1 39 0,0-2-15 15,0-3 51-15,0-2-77 0,0 3 35 0,0-3-112 16,0-1 67-16,2 0 21 0,0 0 7 0,-1 0-27 15,1 0 27-15,0 0-18 0,0 0 42 0,1 0-85 16,-3 0 45-16,2 0 1 0,1 0 36 0,-3 0 33 16,1 2 0-16,-1 0-44 0,2-2 113 0,-2 1-51 15,0-1-1-15,0 3 157 0,0-1-98 0,0 1-44 16,0-1-21-16,0 2 123 16,0-1-67-16,0 1-6 0,0 0 0 0,0 0 214 15,0 0-122-15,0 0-28 0,0-1-38 0,0-1 166 16,0 1-101-16,0-3-40 0,0 5-10 0,0-4 86 15,0 1-69-15,0 0-62 0,0-2 5 0,0 2-12 16,0-2 1-16,0 3-403 0,0-3 201 0,0 0 101 16,2 0 61-16,1 0-339 0</inkml:trace>
  <inkml:trace contextRef="#ctx0" brushRef="#br0" timeOffset="54773.28">5425 7483 1702 0,'-7'-5'-6'0,"3"-1"1"0,3 1 1 0,-2-1 1 0,3 1 1 0,0-1 1 0,0-2 0 0,0 2 1 0,0 1 0 0,0-1 0 0,3 1 100 0,-1-1 119 0,4 1-86 0,1-1-45 16,6 0 1-16,-3 3 71 0,1-3-46 0,5 0-39 15,1 4-1-15,1 1 149 0,1-1-89 0,1 2-44 16,1 0 108-16,0 0-82 16,3 5-35-16,1 7 59 0,-3-2-48 0,4 6 0 0,-9-4-59 0,9 8-33 15,-4-1 0-15,-2 0 0 0,-1-1 0 0,-2 5 0 16,-4-5 0-16,3 7 0 0,-8-3 0 0,1-3 0 16,-1 1 0-1,-2 2 0-15,-2-4 0 0,-1-1 0 0,-1-2 0 0,0-2 0 16,0-1 0-16,1-2 0 0,-3-4 0 0,0-1 0 15,0-2 0-15,0-1 0 0,0-1 0 0,0-1 0 16,0 0 0-16,-9 0 0 0,4 0 0 0,-1 0 0 16,-2 0 0-16,1 0-338 0,1-1-252 0,1-1 277 15</inkml:trace>
  <inkml:trace contextRef="#ctx0" brushRef="#br0" timeOffset="74317.17">10109 6308 3020 0,'0'-4'0'0,"0"0"0"0,0 1 0 0,2-1 0 0,-1-1 0 0,1 2 0 0,0 2 0 0,1-1 0 0,-1-1 0 0,0 3 0 0,-1 0 101 0,1 0-32 15,-2 0 144-15,0 0-89 0,0 0-34 0,0 0 107 0,0 0-81 16,0 0-115-16,0 5-1 0,-5 4 0 0,-2-2 0 16,-2 5 0-16,-2-2 0 0,-1 6 0 0,0-5 0 0,-1 3 0 15,-1-2 0 1,0 4-370-16,0-1 106 0,-1 0-718 0,2-1 473 16,0 5 236-16,-1-2 109 0,0 3-531 0</inkml:trace>
  <inkml:trace contextRef="#ctx0" brushRef="#br0" timeOffset="74501.16">9769 6663 3898 0,'-13'13'0'0,"1"0"0"0,1 0 0 0,2-4 0 0,4-2 0 0,0 0 0 0,3-3 0 0,2 0 0 0,2-1 0 0,17-3 0 0,8 0 33 16,3 0-33-16,5 0 0 0,6-3 0 0,1-5 0 16,-6 0 0-16,10-3 0 0,-11 4 0 0,2-3 0 15,-1 5 0-15,-2-1 0 0,-8 4 0 0,4-2 0 0,-7 3-36 16,-5-2-252-16,-1 3 162 0,-6 0-12 15,-3 0 71-15,0 0-828 0,-4 0-1127 16,-3 0 1937-16,-1 0 24 0</inkml:trace>
  <inkml:trace contextRef="#ctx0" brushRef="#br0" timeOffset="74830.3">10111 6486 3884 0,'-17'0'0'0,"4"0"0"0,2 0 0 0,2 0 0 0,0 5 0 0,2 4 0 0,3 4 0 0,4 0 0 0,0 6 0 0,0 1 0 0,0 6 47 0,0 3-47 0,2 3 0 16,2 2 0-16,0 3 0 0,-3 2 0 0,4-1 0 0,-1 0 0 16,-1-3 0-16,3-1 0 15,-3 0 0-15,1-3 0 0,0 0 0 0,-3-3 0 0,1-7-143 16,1-3-407-16,-1-3 200 16,-2-5 151-16,0-4 74 0,0-6-570 0,0 0 329 0,0-5 165 15,0-15 82-15,-8-5-348 0,0-5 219 16,-1 0 106-16,-1-1 53 0,-1 0-1 15,2 11 27-15,0-4 371 0,-1 4-168 0,2 8-88 16,0 2-44-16,-1 5-1 0,4 2 290 0,-1 2-176 16,1 1-74-16,0 0 764 0,-2 9-388 15,0 4-193-15,0 4-97 0,-3 0 371 0,0 4-238 16,1 2-115-16,0-5-151 0,-1 2 0 0,4 2 45 16,-1-4-645-16,2-1 318 0,5-6 159 15,-2 0 80-15,2-6-850 0,0-5 458 0,4 0 155 0</inkml:trace>
  <inkml:trace contextRef="#ctx0" brushRef="#br0" timeOffset="74984.7">10114 6770 3657 0,'2'3'0'0,"1"6"0"0,1-1 0 0,-3 2 0 0,3-1 0 0,1 3 0 0,1-3 0 0,-1 2 0 0,4 1 0 0,0 0 0 0,-4 1 207 0,2-1-140 0,2-1-103 15,-4 1 18-15,4-1 23 0,-3-6-689 0,-1 2 360 16,3-2 181-16,-4-5 89 0,3 0-783 15,-3 0 427-15,1-7 216 0</inkml:trace>
  <inkml:trace contextRef="#ctx0" brushRef="#br0" timeOffset="75137.53">10278 6646 3273 0,'2'-10'0'0,"0"7"0"0,0-1 0 0,0 2 0 0,-1 2 0 0,1 0 0 0,4 0 0 0,-3 0 0 0,4 9 0 16,-5 1 0-16,3 3 367 0,-3-1-165 0,0 3-113 0,0-1-89 0,-1 2 0 0,2-1 0 15,-2 0-204-15,1-2-36 0,1-4 139 0,4 2 68 16,-3-2-805-16,-1-7 447 0,3 0 208 0,1-2-5 16,-2 0-638-16</inkml:trace>
  <inkml:trace contextRef="#ctx0" brushRef="#br0" timeOffset="75372.69">10436 6391 3928 0,'4'-12'0'0,"-1"3"0"0,-1 4 0 0,2 3 0 0,-1-1 0 0,4 3 0 0,-4 0 0 0,3 13 0 16,-1 7 0-16,1 5 0 0,-3 6 3 0,2 9-3 0,-1 0 0 0,-1 6 0 0,1 0 0 15,-2-2 0-15,1 9 0 0,-1-7 0 16,2-1 0-16,-1-1 0 0,-1-3 0 0,0-3 0 0,1 1 0 16,-3-1 0-16,0-2 0 0,0 0 0 0,0-7 0 15,0-5 0-15,-3 1 0 0,0-9 0 0,2-2 0 16,-4-5-257-16,3-5 74 0,0-2 65 0,1-2-478 15,1-2 280-15,0-17 140 0,0-7 70 0,0-13-514 0,1 3 283 16,8-15 155-16</inkml:trace>
  <inkml:trace contextRef="#ctx0" brushRef="#br0" timeOffset="75892.33">10645 6571 3609 0,'5'-11'0'0,"2"1"0"0,1 5 0 0,-3 1 0 0,2 2 0 0,-2 2 0 0,2 2 0 0,-1 13 0 0,2 6 0 0,-4 5 0 0,-1 4 322 0,1 4-322 15,-2 3 0-15,-2-1 0 0,0 1 0 0,0-1 0 16,0-2 0-16,0-2 0 0,0 0 0 0,0-4 0 16,0-2 0-16,0-3 0 0,0-1 0 0,0-3 0 15,0-8-391-15,0 0 47 16,0-6 184-16,0-5-606 0,0 0 355 0,0-4 192 0,0-15 91 16,0-7-302-16,0-4 197 0,0-11 98 0,0 4 40 15,-4-17-53-15,1-9 55 0,-1-2 29 0,2-2 0 16,-3 2-79-16,5 9 67 15,0 0 45-15,0 7 31 0,0 14 0 16,0-1 0-16,0 12 510 0,9-1-301 0,0 5-118 0,0 4-63 0,6 5 726 16,0 1-345-16,4 1-178 0,6 4-101 0,-2-1 185 15,4 5-140-15,1-2-69 0,2 1-34 0,2 2 392 16,-2 0-218-16,-2 0-105 0,-1 0-91 0,-1 6-50 16,-6-2 0-16,3 3 0 0,-4 1 0 0,-2-1 0 15,-4 1 0-15,-2 3 0 16,-2 1 0-16,0-1 0 0,-4 2 0 15,-1 2 0-15,-3 2 0 0,1 2 0 16,0 0 0-16,0 3 0 0,0 4 0 0,-2 1 0 16,2 1 0-16,-2 4 0 0,1 1 0 0,1 6 0 0,1-3 0 15,1 4 0-15,1 3 0 0,-1-11 0 0,1 5 0 0,-1 2 0 16,1-4 0-16,2-3 0 0,-4 0 0 0,1-2 0 16,-2-3 0-16,0-1 0 0,-1-2 0 0,-1-2 0 31,0-3 0-31,0-6 0 0,0-1 0 0,0-5 0 0,0 1 0 15,-3-6 0-15,-4-1 0 0,-2-1 0 0,-2 0-40 16,0-1-90-16,-6-15 44 0,1-4-760 0,-2-7 404 16,-6-10 203-16,0-3 102 0,-4-5-710 0</inkml:trace>
  <inkml:trace contextRef="#ctx0" brushRef="#br0" timeOffset="76064.73">10838 6718 2747 0,'-21'0'0'0,"5"0"0"0,-2 0 0 0,6 0 0 0,1 0 0 0,4 0 0 0,4 0 0 0,-1 0 0 0,4 0 0 0,0 0 0 0,7 0 192 15,12 0-78-15,6-1 166 0,0-5-121 16,5-1 267-16,2-2-413 0,0 2-13 0,-2-3 0 0,-1 0 0 16,-8 5 0-16,3-2 0 0,-6 1 0 0,2 3 0 15,-10 2-101-15,2-1 15 0,-6 2 61 0,-3 0-889 16,-1 0 453-16,-2 2 152 0,0 8-474 0,-5 2 374 16,-8 2 177-16</inkml:trace>
  <inkml:trace contextRef="#ctx0" brushRef="#br0" timeOffset="76227.17">10886 6792 2473 0,'-18'10'0'0,"2"0"0"0,6-4 0 0,0 0 0 0,2-2 0 0,5 2 0 0,3-5 0 0,0 2 0 0,0-2 0 0,8 1 0 0,6 0 171 15,4-2-67-15,-2 0-34 0,3 0 190 0,-1 0-102 0,2 0-66 16,-3 0-28-16,-2 0-238 0,-3 0 104 0,-2 0 54 16,-1 0 35-16,-1-2-569 0,-2 0 293 0,-2-3 147 15,-2-1-626-15,-1 0 318 16,-1-4 182-16</inkml:trace>
  <inkml:trace contextRef="#ctx0" brushRef="#br0" timeOffset="76415.7">10960 6371 2919 0,'0'-8'0'0,"2"2"0"0,-2 5 0 0,0-2 0 0,0 3 0 0,0 6 0 0,0 13 0 0,0 6 0 0,0 6 0 0,0 12 0 0,0 6 791 0,0 3-570 0,-2 12-221 16,-2-10 0-16,-1 14 0 0,0-15 0 0,2 5 0 15,-3-1 0-15,3-3 0 0,-3 0 0 0,3-1 0 16,-1-3 0-16,-3 0 0 0,6-5 0 0,-3-2 0 16,2-7-28-16,2-1-37 15,0-10-93-15,0-5-769 0,0-8 446 0,0-7 222 0,2-5 102 0</inkml:trace>
  <inkml:trace contextRef="#ctx0" brushRef="#br0" timeOffset="77165.77">11656 6062 2873 0,'14'-8'0'0,"-5"6"0"0,-2 0 0 16,-4 2 0-16,-3 0 0 0,0 12 0 0,-15 7 0 0,-5 3 0 0,4 5 0 0,-7 3 0 0,0 0 106 0,2 0-40 0,-8 7-32 0,10-12 2 0,3 1 0 15,4-7 0-15,5 0-71 16,3-6 31-16,2-4-62 0,2 1 52 0,0-5 25 15,11-3 0-15,7-2-9 0,8 0 34 0,-2 0 0 16,2-4-38-16,0-4 0 0,1 1 1 0,-6 1 20 16,3 2-27-16,-5-3-23 0,-2 5 46 15,-6 1-4-15,-2 1-140 0,-4 0 69 16,-3 0 32-16,-2 10-230 0,0 0 117 0,-11 5 63 16,-5 2 16-16,-1-2-80 0,-8 6 52 0,2-2 27 15,1 1-1-15,0-2 156 0,1 2-64 0,2-2-42 16,-2 5 323-16,7-5-170 15,0 0-76-15,5 3 180 0,4-1-108 0,3 1-30 16,2 3-48-16,0 1 343 0,0-1-182 0,2 2-112 16,3 0-106-16,-3 1 0 0,3 5 0 0,-3-2 0 0,0 0 0 15,-2 0 0-15,0-2 0 0,0-1 0 0,0 1 0 16,-4-6 0-16,-1 0 0 0,1-5 0 0,-1-4 0 16,0-5 0-16,0-2 0 0,1-5-462 15,-1-1 112-15,-1 0 138 0,4-11 88 0,-1-7 35 0,-1-7-418 16,0-3 236-16,-2-6-131 15,1-10 183-15,1 4 92 0,-1 0 36 0,-1-7 22 16,3 11 1-16,3-1 32 0,0 5 0 0,0 10 334 16,0-3-162-16,7 6-86 0,4 2-43 0,4 5 266 15,3 0-154-15,3 3-87 0,6 1 673 0,1 0-335 16,-1 1-167-16,6 2 180 0,-4-1-173 16,6 2-78-16,-1-1-52 0,-2 1-15 0,-1 1-65 0,0 0 0 15,-5 2 0-15,-4 1 0 16,-1 0 0-16,-2 0 0 0,-5 0 0 0,-3 1 0 0,1 3 0 15,-4 2 0-15,-3-1 0 0,0 2 0 16,-3 1 0-16,3 4 0 0,-3-3 0 0,0 5 0 16,-1 0 0-16,-1 3 0 0,2 2 0 15,0 3 0-15,0 2 0 0,0-2 0 0,-1 9 0 16,1-3 0-16,0 1 0 0,0 0 0 0,2 1 0 16,-3-4 0-16,2 11 0 0,-1-8 0 15,2 0 0-15,-3 1 0 0,1-4 0 0,0-3 0 0,0-2 0 16,-2 1 0-16,0-5 0 15,0-6 0-15,0 0 0 0,0-2 0 0,0-4 0 0,0-4 0 0,0 1 0 16,0-2 0-16,0 0 0 0,-6 0 0 16,-1 0 0-16,-3-7-50 0,1-3-57 0,-2-4 27 15,-6-8-714-15,-1 0 370 0,0-6 198 0,-8-8 96 0,-1 1-657 16</inkml:trace>
  <inkml:trace contextRef="#ctx0" brushRef="#br0" timeOffset="77333.22">11574 6800 2264 0,'-15'0'0'0,"4"0"0"0,2 0 0 0,2 0 0 0,6 0 0 0,1 0 0 16,0 0 0-16,4 0 0 0,12 0 0 0,7 0 0 0,6-2 494 0,-1-1-235 0,6-3-111 0,1 0 200 0,1-2-156 0,-3 3-70 15,-1-1-47-15,-4 1-46 16,-7 2-29-16,2 0 0 0,-5 2 0 0,-4 1-74 0,-3 0-5 0,-4 0 58 16,-3 0 28-16,-2 0-739 0,-2 7 317 0,0 2 217 15,-4 2-30-15,-7-1-617 0</inkml:trace>
  <inkml:trace contextRef="#ctx0" brushRef="#br0" timeOffset="77493.28">11683 6896 2593 0,'-29'11'0'0,"11"-2"0"0,-3 1 0 0,5-2 0 0,4-6 0 0,3 5 0 0,5-5 0 0,2-1 0 0,2 2 0 0,0-1 0 0,6-2 271 0,8 0-108 0,2 0-69 0,3 0 135 16,-1 0-97-16,3 0-48 0,-2-2-25 15,0-2-276-15,0 0 122 0,-3-2 65 16,-2 3 33-16,-1-1-266 0,-4 0 150 0,-1-2 83 15,-3 1-730-15,-1 1 381 0,-2-4 73 0,0 3-351 16</inkml:trace>
  <inkml:trace contextRef="#ctx0" brushRef="#br0" timeOffset="77709.53">11702 6572 3276 0,'-2'0'0'0,"2"0"0"0,0 0 0 0,-2 0 0 0,2 10 0 0,0 8 0 0,0 3 0 0,0 4 0 0,0 5 0 0,2 10 0 0,0 1 224 0,2 2-93 0,-1 2 169 16,-1 1-300-16,0-3 0 0,0 9 0 0,-2-5 0 16,0-2 0-16,0 1 0 0,0-11 0 15,0 4 0-15,0-2 0 0,0-1 0 0,0-4 0 0,0-2 0 16,0-6 0-16,0-2-440 0,0-6 51 0,-2-4 99 16,0-5 127-16,0-3-532 0,0-4 322 0,2-2-335 15,0-19 336-15</inkml:trace>
  <inkml:trace contextRef="#ctx0" brushRef="#br0" timeOffset="78053.08">12335 6047 2621 0,'15'-6'0'0,"2"4"0"0,-4 2 0 0,-2 0 0 0,-1 0 0 0,-5 2 0 0,1 7 0 15,-4 3 0-15,-2 1 0 0,0 6 0 0,0 2 100 0,-13 7-36 0,-3-3-177 0,0 0 74 0,-1 2 37 16,-6-3-154-16,1-3 105 0,-3-1 39 0,3-5 24 16,-1 1 0-16,5-7-14 0,-2 0 0 0,10-3 92 15,-4-3-37-15,5 0-98 0,3-2 43 0,3-1 357 16,3 0-175-16,0 0-64 0,1 0 173 16,14 0-127-16,4 0-63 0,8 0-31 15,-1 0 66-15,4 0-134 0,2 0 0 0,2 0 0 16,3 0 0-16,6 0 0 0,-3-1 0 0,-4-3 0 15,1 0 0-15,0-3 0 0,-1-1 0 0,-4 2 0 0,-4 2 0 16,-5 1 0-16,-4-1 0 16,-5 2-165-16,-3 0 57 0,-4 2 21 0,-5 0-711 0,-2 0 372 15,0 0 199-15,-6 0 96 0,-9 0 47 0,-2 0-256 16,-4 0 152-16,-3 0-370 0,-6 0 265 0</inkml:trace>
  <inkml:trace contextRef="#ctx0" brushRef="#br0" timeOffset="78282.81">12222 6306 2405 0,'-21'7'0'0,"7"3"0"0,2 1 0 0,3-2 0 0,3 5 0 0,4 0 0 0,1 4 0 0,1 4 0 0,0 5 0 0,0 3 0 0,3 2 326 0,5 13-149 15,-5 0-70-15,1 3 595 0,-2 3-488 16,-1 3-214-16,-1 5 0 0,0 4 0 0,-1-10 0 16,-8 15 0-16,-1-9 0 0,3-8 0 0,-1 2 0 0,1-2 0 15,3-8 0-15,0-7 0 16,1 2 0-16,1-9 0 0,2-7 0 0,0 0 0 15,-2-11 0-15,2-2-33 0,0-3-70 0,0-4-17 0,0-2-542 16,0 0 317-16,0-8 154 0,0-8 78 0,0-7-392 16,0-3 235-16,0-6 109 0,0-10 66 0,0-5-357 15,-3-5 209-15,0-12 103 0</inkml:trace>
  <inkml:trace contextRef="#ctx0" brushRef="#br0" timeOffset="78457.5">12111 6717 2679 0,'5'-21'0'0,"2"7"0"0,0-1 0 0,0 1 0 0,4 3 0 0,1 0 0 0,3 0 0 0,6 0 0 0,2-1 0 0,1 3 0 0,4-1 310 16,3 2-142-16,4 1-66 0,-1 0 158 0,1 1-113 16,-3 1-55-16,-3 3 81 0,4-2-173 0,-5 3 0 15,-5-2 0-15,1 2-15 0,-3 1-113 0,-2 0 90 16,-8 0 33-16,0 0-638 0,-3 0 339 0,-4 0 128 16,-2 0-605-16,-2 0 364 0,0 0 196 15,0 0-107-15,-10 0 147 0,-1 0 72 0</inkml:trace>
  <inkml:trace contextRef="#ctx0" brushRef="#br0" timeOffset="79075.4">12470 6350 2034 0,'-9'-3'0'0,"3"2"0"0,0-2 0 0,3 3 0 0,-3 0 0 0,4 0 0 0,-1 10 0 0,1 3 0 0,0 2 0 0,0 2 0 0,-1 2 494 0,2 2-220 0,-3 1-124 0,0 1-58 0,-1 0 217 15,1-1-136-15,1-2-70 16,-1 2-24-16,2-6-10 0,2 1-33 0,0-6-732 15,0-2 366-15,0-3 183 0,0 0 100 0,6-6-252 16,4 0 166-16,4-2-26 0,1-10 79 0,-3-2-437 16,4-3 232-16,-2-1 129 0,2 2 60 0,-5-1-109 15,1 4 85-15,-1 0 42 0,-6 4-8 0,1 1 158 16,-2 2-54-16,0 5-27 0,-2-2 362 0,0 3-195 16,-2 0-105-16,0 0 436 0,0 10-209 0,-2 3-133 15,-7 0-66-15,4 3 166 16,0-4-97-16,-1 1-61 0,1 2-27 0,-4 0 128 15,6 1-78-15,-1-5-38 0,0 0 9 0,-1 2-17 16,1-4 0-16,1 1-31 0,1-1 0 0,-2-2 11 16,0 3-2-16,2 0 14 0,0-3-23 0,2 1 1 15,0 1-1-15,0 1-33 0,0-2 42 0,0 0-9 16,0 2 1-16,2-1-51 0,6 0 21 16,-1-1 0-16,2 2-49 0,1-1 31 15,0 2 11-15,-1 0-60 0,-2 1 34 0,-2 1 0 16,2 0 27-16,-5 2 3 0,0 2-4 0,-2 0 6 15,0-1-11-15,0 1 141 0,-4 2-60 0,-6-1-35 16,-1-4 5-16,-2 3 79 0,-2-4-45 0,0-2-74 16,-2-1-5-16,2-2 0 0,-2-5 0 0,0-1 0 15,4-2 0-15,-2 0 0 0,2 0 0 16,0-2 0-16,1-4 0 0,3-2 0 0,0-6 0 16,0 1 0-16,4-1 0 0,0 1 0 0,3 5 0 15,-2-4 0-15,4 2 0 0,0 3 0 16,0 2 0-16,0-1 0 0,0 2 0 0,2 1 0 15,7 2 0-15,5 0 0 0,-2 1 0 0,8 0 0 16,-2 0 0-16,8 0 0 16,-1 5 0-16,3 2 0 0,2 3 0 0,2-2 0 15,4-1 0-15,5 5 0 0,-3-5 0 0,-3 3 0 0,10-1 0 0,-5 0 0 16,-1 2 0-16,1 0 0 0,-5 0 0 16,2-3 0-16,2 0 0 0,-2 1 0 15,-1-1 0-15</inkml:trace>
  <inkml:trace contextRef="#ctx0" brushRef="#br0" timeOffset="79256.88">13807 7162 341 0,'-4'-9'0'0,"25"-1"0"0,17-16 0 16,-19-6 0-16</inkml:trace>
  <inkml:trace contextRef="#ctx0" brushRef="#br0" timeOffset="82625.39">14142 6460 2828 0,'-13'-7'0'0,"6"3"0"0,0 2 0 0,7-6 0 0,0-1 0 0,0 0 0 0,10-3 0 0,7 1 0 0,7 1 0 0,4-3 0 0,4 6 80 0,6-1 407 0,4 4-225 0,-7-2-102 15,12 5-66-15,-4-1-74 16,0 2-20-16,-7 0 0 0,5 0 0 0,-3 2 0 16,-2 2 0-16,-3 2 0 0,-1-2 0 0,-2-2 0 15,-7-1 0-15,-3 1 0 0,-3-2 0 0,-6 0 0 16,-1 0 0-16,-4 0 0 0,-3 0-167 15,-1 0-60-15,-2 0 109 0,0 0-688 16,-2-3 383-16,-7-5 193 0,-3-2 96 0</inkml:trace>
  <inkml:trace contextRef="#ctx0" brushRef="#br0" timeOffset="82815.13">14401 6211 3112 0,'-21'3'0'0,"0"4"0"0,5-1 0 0,0 0 0 0,9-1 0 0,0 3 0 0,3-1 0 0,4 5 0 16,0 1 0-16,0 4 0 0,4 1 695 0,5 0-571 0,-2 1-124 0,5 6 0 0,-6-2 0 0,3 7 0 16,-4-2 0-16,2 2 0 0,-4 0 0 0,1 0 0 15,-1-4 0-15,1 5 0 0,-2-9 0 0,2-1 0 16,-1-4 0-16,1-6-682 0,0-1 125 0,0-6-389 16,2-4 453-16,1 0 228 0,2-20 113 0</inkml:trace>
  <inkml:trace contextRef="#ctx0" brushRef="#br0" timeOffset="83134.14">14529 6157 2819 0,'3'-9'0'16,"1"6"0"-16,0 1 0 0,1 2 0 0,-1 0 0 0,0 5 0 0,0 10 0 0,0 3 0 16,-2 0 0-16,3 10 0 0,-3-2 113 0,0 5-29 0,-2 1 73 0,0 2-59 0,0 4-30 0,-9 2-222 0,-5-2 96 15,-1-7 58-15,-7 10-156 0,2-14 98 0,-5 1 47 0,-2-5 25 16,-3-3 4-16,0-6 23 15,0-3-5-15,0-4-89 0,4 1 142 0,5-5-84 16,1 0-11-16,6-3-56 0,3 0 511 0,4 0-188 16,3 0-117-16,4 0-51 0,0 0-93 15,4 0 0-15,14 0 0 0,8 2 0 0,3-2 0 16,3 0 0-16,3 0 0 0,5 0 0 0,7 0 0 16,-2 0 0-16,-2-2 0 0,0-1 0 0,-5 2 0 15,0-3 0-15,-1 1 0 16,-3-1 0-16,-6 2 0 0,-3 0 0 0,-3 0 0 15,-3 0 0-15,-6 0 0 0,-2 2-50 0,-4 0-122 16,-3 0 55-16,-2 0-792 0,-2-1 440 0,0 1 216 16,-7 0 107-16,-6-3-609 0</inkml:trace>
  <inkml:trace contextRef="#ctx0" brushRef="#br0" timeOffset="83285.42">14531 6727 2801 0,'-18'14'0'0,"6"4"0"0,-2-4 0 0,1-2 0 16,2 0 0-16,1 0 0 0,1 0 0 0,2 0 0 0,1-2 0 0,2 3 0 0,0 2 204 0,2-1 64 0,0-1-105 0,2 2-68 0,0-2-228 16,0 0 86-16,0-1 43 0,0-6-1 0,0 2-598 0,6-2 316 15,6-5 162-15,1-1 82 0</inkml:trace>
  <inkml:trace contextRef="#ctx0" brushRef="#br0" timeOffset="83458.39">14621 6767 3554 0,'4'5'0'0,"-3"11"0"0,1-4 0 0,0 1 0 0,-2 2 0 0,2 4 0 0,0-1 0 0,1 3 0 16,6 4 0-16,-4-7 0 0,2 5 257 0,2 4-137 0,0-9-120 15,-2 5 0-15,0-3 0 0,2-1 0 0,1 0 0 16,-2-4 0-16,-1-6 0 0,0 0-1 0,1-3-107 16,-2-5 73-16,-1-1-715 0,3 0 394 0,-1-1 46 15,-1-14 150-15,3-5-580 0,-1-6 351 0</inkml:trace>
  <inkml:trace contextRef="#ctx0" brushRef="#br0" timeOffset="84060.76">15002 6306 2433 0,'5'-7'0'0,"5"0"0"0,1-3 0 0,4-2 0 0,4 1 0 0,2 2 0 0,5-3 0 0,3 3 0 0,-2 0 0 0,5 0 0 0,1-2 251 16,-1 4-97-16,3 0-62 0,-1 2-120 0,0-1 33 15,-4 2 0-15,-6 0-89 0,-2 3 71 0,-1-2 20 16,-10 3 1-16,1 0 77 0,-7 0-1 16,-3 0-45-16,-2 9 8 0,0 3 96 15,-9 3-74-15,-8 2-1 0,-1 2-71 0,-2 3 505 16,-1 3-435-16,1 1-67 0,1 6 0 0,0 6 0 16,3 1 0-16,0 4 0 0,5-3 0 0,2 12 0 0,4-4 0 15,0-1 0-15,5 1 0 16,0-3 0-16,0-8 0 0,0 3 0 0,0-3 0 15,0-5 0-15,0-2 0 0,0-5 0 16,0-2 0-16,0-4 0 0,0-7 0 0,0-3 0 0,0-3 0 16,0-4 0-16,0-2 0 0,-2 0 0 15,-3-3 0-15,-1-12 0 0,1-8-196 0,-1-2 61 0,0-5 39 16,-1-8-204-16,3-6 130 0,0-2 66 0,3-6 32 16,1 4-83-16,0 10 49 15,0-3 39-15,1 7 0 0,10 4 12 0,-1 9 17 0,7 1 0 0,0 2 338 16,5 5-165-16,1 2-86 0,3 3 405 15,2 1-204-15,3 1-132 16,-1 4 4-16,1 1 49 0,1-2-171 0,-2 3 0 16,1 0 0-16,-5 0 0 0,-4 8 0 0,1 2 0 15,-2 1 0-15,-5 0 0 0,1 4 0 0,-4 1 0 16,-1-2 0-16,-3 4 0 0,-2 0 0 0,2 1 0 16,-6 1 0-16,3 3 0 0,-3 5 0 0,3 0 0 0,-3 2 0 15,1 0 0 1,1 3 0-16,-2-8 0 0,3 7 0 0,-1-3 0 0,1-1 0 15,-3-2 0-15,1-5 0 0,1 2 0 0,-4-3 0 16,1-3 0-16,0-2 0 0,-2-6 0 16,0 0 0-16,0-1 0 0,0-4 0 0,-7-1-59 0,-5-1-334 15,1-2 177-15,-5 0 89 0,0 0-483 16,-3-11 291-16,-2-6 140 0,1-5-420 0,-5-12 280 16,2-4 141-16,-1-7 61 0</inkml:trace>
  <inkml:trace contextRef="#ctx0" brushRef="#br0" timeOffset="84634.37">15460 6582 2126 0,'-12'-17'0'0,"0"6"0"0,6 3 0 15,1 3 0-15,3 3 0 0,0 1 0 0,2 1 0 0,0 0 0 0,0 3 0 0,0 10 0 0,2 5 331 0,3 5-147 16,1 0-74-16,-1 3 490 0,-1 2-281 0,1-4-132 0,-4 9-113 0,1-5-74 0,0 0 0 0,-2-4 0 16,0-3 0-16,0 2 0 0,0-3 0 0,0-5 0 15,0-4-399-15,0-1 76 0,0-6 181 0,0-3 99 16,0-1-743-16,0-1 360 0,2-16 194 15,3-6-140-15,1-3 168 0,-3-4 73 16,1-2 52-16,1-4-200 0,-2-5 120 0,-1 1 62 16,0 7 29-16,0 5 55 0,-1-1-24 0,-1 5-1 0,0 11 1 15,0 0 309-15,0 5-155 0,0 4-87 16,0 3 532-16,0 1-260 0,0 1-161 0,2 11 284 16,0 3-195-16,0 3-86 0,0 3-58 0,0 4 352 15,-1-1-200-15,1 1-100 16,-2-3-41-16,0 2 163 0,2-1-111 0,-2-1-55 15,0-2-29-15,0-4-30 0,0-2 7 0,0-4-42 16,0 0 0-16,0-3 0 0,0-3-1 0,0-2-73 16,-2 1 65-16,2-3 19 0,-2 0-1 0,2 0-32 15,0 0-15-15,0 0 31 0,0 0-37 0,0 0-26 16,0 2 16-16,0 1 25 0,2 2 81 0,2-1-29 16,4 2-6-16,-2 0-24 0,1-1 133 0,-2 2-62 15,2 0-22-15,-4-2-29 0,1 2-13 16,-2-1 0-16,0 1 0 0,-2 1 0 0,0-1 0 0,-2 3 0 15,-10-3 0-15,1 1 0 0,-4 0 0 16,-2-3 0-16,-2 0 0 0,1 1 0 0,-1-2 0 16,0 2 0-16,2-3 0 0,1 0 0 0,0 0 0 15,3 1 0-15,3 0 0 0,3-1 0 16,2 0 0-16,1 0 0 16,4 1 0-16,0 1 0 0,0 3 0 0,2-3 0 0,11 1 0 15,4-1 0-15,1 1 0 0,7 0 0 0,-1-3 0 16,6-2 0-16,2 0 0 0,0-1 0 15,0 0 0-15,2 0 0 0,1 0 0 0,1 0 0 0,0-1 0 16,0 0 0-16,-1-2-93 0,1 1-66 16,-1 1 47-16,1 1-576 0</inkml:trace>
  <inkml:trace contextRef="#ctx0" brushRef="#br0" timeOffset="84806.5">16519 6972 3931 0,'-5'-5'0'0,"5"3"0"16,0 1 0-16,0-3 0 0,0 0 0 0,0 2 0 0,0 0 0 0,0-1 0 0,0-1 0 0,0 0 0 0,2 2 0 0,1-1 0 0,4 2 0 0,0 1 0 0</inkml:trace>
  <inkml:trace contextRef="#ctx0" brushRef="#br0" timeOffset="98991.23">5414 8620 2364 0,'0'-10'0'0,"0"1"0"0,0 0 0 0,0 1 0 0,0 2 0 0,0 0 0 0,0 3 0 0,0 1 0 0,0 0 0 0,-1 2 0 0,-6 0 73 0,-6 0 151 0,0 6-98 0,-4 9-43 16,0 3 0-16,-1 5 177 0,0 2-110 0,1 1-45 15,2-2-38-15,7-2 116 0,-1-1-72 0,4 0-36 16,5-2-48-16,0-4-27 0,0 0 0 0,0-2 0 16,4 1 0-16,7-7 0 0,2 1 0 15,3-5 0-15,0-3 0 0,1 0 0 16,3 0 0-16,-5-6 0 0,5-8 0 0,-8-4 0 15,3-4 0-15,-5 5 0 0,-3-3 0 0,-4-1 0 16,0 4 0-16,-3 0 0 0,0 1 0 0,0 0 0 16,-6 3 0-16,-5 0 0 0,0 2 0 0,-3 3 0 15,2-1 0-15,-2 7 0 0,-1-2 0 0,0 2 0 16,0 2 0-16,2 0 0 0,-1 4 0 0,0 9 0 16,1 2 0-16,3 2 0 0,2 2 0 0,1-1 0 15,3 6 0-15,4-3 0 16,0 2 0-16,0-2 0 0,0-3 0 0,11 1 0 15,-1-2 0-15,5-3 0 0,0-5 0 0,4-3 0 16,0-1 0-16,3-3 0 0,-5-2 0 0,2 0 0 16,-2-2 0-16,-4-9 0 0,0-2 0 0,-1-2 0 15,-5-4 0-15,-3 2 0 0,-1-2 0 16,-3 2 0-16,0 0 0 0,0 2 0 0,0 1 0 0,-7 0 0 16,-3 3 0-16,-3 1 0 15,0 3 0-15,-2 3 0 0,-1 2 0 0,0 1 0 16,2 1 0-16,-4 0 0 0,5 12 0 0,2 4 0 15,0 3 0-15,5 0 0 0,4 4 0 0,-1-2 0 16,3 0 0-16,0-1 0 0,0 0 0 0,10-4 0 16,0-2 0-16,5-4 0 0,2 0 0 0,1-7 0 15,0-3 0-15,2 0 0 0,-3 0 0 0,3-3 0 16,-6-10 0-16,2-4 0 0,-3-2 0 0,-3 1 0 16,-2-3 0-16,-3 2 0 15,-3-2 0-15,-2 2 0 0,0 3 0 0,0 1 0 0,-13 3 0 0,-1 3 0 16,-2 3 0-16,-1 4 0 15,-11 2 0-15,6 0 0 0,-3 8 0 0,10 3 0 16,-3 3 0-16,6 0 0 0,1 1 0 0,5 1 0 16,5-2 0-16,1 2 0 0,0-3 0 0,1-2 0 15,9-2 0-15,5 1 0 0,0-4 0 0,2-3 0 16,-2 1 0-16,2-4 0 0,-6 2 0 16,-4-2 0-16,-1 0 0 0,-2 0 0 0,-2 0 0 0,-1 0 0 15,-1 0 0-15,0 0 0 16,0 0 0-16,-3 6 0 0,-2 1 0 0,1 4-487 0,4 4-32 15,0 1 239-15,0 2 121 16</inkml:trace>
  <inkml:trace contextRef="#ctx0" brushRef="#br0" timeOffset="101400.11">5235 8577 2316 0,'-4'-6'0'0,"-1"-2"0"0,3 1 0 0,1 3 0 0,-1 0 0 0,2 3 0 0,0-1 0 0,0 0 0 0,0 2 0 0,0 0 0 0,0 0 64 0,0 11 117 0,0 2-62 0,0 4-46 15,2 0 145-15,1 2-90 0,2-2-45 16,1 2 0-16,2-3 32 0,0-1-44 16,-1-3 1-16,3-1 26 0,-2-3-29 0,0-5-1 0,4 1-21 0,-4-4-51 15,4 0 42-15,0 0 0 0,-4-4-1 16,2-9-44-16,-3-2 10 0,-1-4 18 0,-2 3-21 16,-3-3 0-16,-1 1 0 0,0 5 0 15,0 4 0-15,-3 0 0 0,-5 1 0 0,-3 7 0 16,-2 1 0-16,0 0 0 0,0 7 0 15,-2 12 0-15,3 1 0 0,2 3 0 0,3-4 0 0,4 1 0 16,3-1 0-16,0 0 0 16,0-4 0-16,2-3 0 0,6-2 0 0,4-4 0 15,3-4 0-15,2-2 0 0,-1 0 0 0,0 0 0 16,-2-8 0-16,-4-3 0 0,-2-2 0 0,-1 0 0 16,-5 1 0-16,1 1 0 0,-3 2 0 0,0-1 0 15,0 5 0-15,-5 1 0 0,-6 2 0 0,2 0 0 16,-1 2 0-16,-1 0 0 0,0 13 0 0,3 1 0 15,-1 1 0-15,3-2 0 0,4 2 0 0,2-6 0 16,0 3 0-16,0-3 0 0,0 0 0 16,6-3 0-16,5 0 0 0,1-5 0 15,3-1-72-15,1 0-90 0</inkml:trace>
  <inkml:trace contextRef="#ctx0" brushRef="#br0" timeOffset="115099.81">15791 4532 2553 0,'-14'15'0'0,"5"0"0"0,0 2 0 0,-1-1 0 0,3-1 0 0,0-2 0 0,1 0 0 0,2-3 0 0,0-1 0 0,0-1 0 0,2-2 222 15,2-1-89-15,0 1 291 0,0-2-191 16,0 1-84-16,0-1 68 0,2 2-217 0,0-3 0 16,4 2 0-16,0-1 0 0,-1-1 0 15,3 3 0-15,-1-3 0 0,1 1 0 0,1-2 0 0,2-1 0 16,3 1 0-16,-1-2 0 0,2 0 0 0,1 0 0 16,2 0 0-16,0 0 0 0,1 0 0 0,0 0 0 15,0 0 0-15,2 0 0 16,1 0 0-16,-2 0 0 0,5 0 0 0,0 0 0 0,-1 7 0 0,4-4 0 15,1 3 0-15,-4-4 0 0,9 3 0 0,-1 0 0 16,6-1 0-16,0 0 0 16,0-1 0-16,1 1 0 0,7 1 0 0,-3-3 0 15,-3 2 0-15,3 1 0 0,0-1 0 0,-5 1 0 16,9 1 0-16,-6-1 0 0,1 2 0 0,3 0 0 16,-2 0 0-16,-2-2 0 0,8 5 0 0,-3-3 0 15,0 1 0-15,0-3 0 0,2-1 0 0,2 2 0 16,0-2 0-16,1-3 0 0,0 1 0 0,3 0 0 15,7-2 0-15,-7 2 0 16,3 1 0-16,-1-1 0 0,0 2 0 0,0-3 0 16,-3 3 0-16,3-1 0 0,-1 1 0 0,-2 1 0 15,4 1 0-15,8-2 0 0,-4 2 0 0,-4-4 0 16,12 5 0-16,-4-3 0 0,1 0 0 0,3 1 0 16,-1-1 0-16,7 0 0 0,2-1 0 0,5 4 0 15,-2-4 0-15,-1 3 0 0,1-1 0 0,2 3 0 16,-1-2 0-16,16 3 0 15,-3-2 0-15,-3 1 0 0,-3 1 0 0,-4-2 0 16,20 3 0-16,-5 1 0 0,6-3 0 0,4 1 0 16,-4-1 0-16,6 1 0 0,-4-2 0 0,19 3 0 15,-24 0 0-15,5-1 0 0,-2 1 0 0,-12-3 0 16,16 6 0-16,-6-2 0 0,-3 0 0 0,-4 0 0 16,-3 1 0-16,-9-3 0 0,16 3 0 0,0-2 0 15,-2-2 0-15,0 1 0 0,-1-1 0 0,-8-2 0 16,19-1 0-16,-2 1 0 0,2-2 0 15,-6 1 0-15,0-3 0 0,-18 2 0 0,16 0 0 0,-11 2 0 16,-3-1 0-16,-18 0 0 16,-7 1 0-16,0 4 0 0,-11-2 0 0,-12-1 0 15,-4 0 0-15,-12 0 0 0,-5-1 0 0,-7 2 0 16,-6-5 0-16,-3 1 0 0,-2-2 0 0,-5 2 0 16,-13-4 0-16,-12 2 0 0,-9-2 0 0,-2 0 0 15,-3 1 0-15,-6 1 0 0,9 1 0 0,-2-2 0 16,9 3 0-16,16 2-421 0</inkml:trace>
  <inkml:trace contextRef="#ctx0" brushRef="#br0" timeOffset="116238.9">26338 4589 2718 0,'-5'-5'0'0,"-2"1"0"0,3 0 0 0,-1-1 0 0,0-2 0 0,1 6 0 0,1-2 0 0,1 0 0 0,0 2 0 0,0-1 0 0,2 1 163 0,0 1 290 0,0-3-212 0,0 3-101 16,0-2-51-16,9 2 38 0,3 0-127 16,3 0 0-16,-1 0 0 0,3 0 0 0,5 0 0 15,-2 0 0-15,2 0 0 0,1 0 0 0,4 2 0 16,-1-2 0-16,4 0 0 0,2 0 0 15,2 0 0-15,1 0 0 0,1 0 0 0,1 0 0 16,-1 0 0-16,2-2 0 0,-1 1 0 0,1-5 0 16,-1 2 0-16,-2 1 0 0,6-1 0 0,-4-1 0 15,2 4 0-15,0-1 0 0,8-2 0 0,-1 0 0 16,5 2 0-16,0-1 0 0,0 1 0 0,0 0 0 16,2 0 0-16,0-2 0 0,1 3 0 0,1 0 0 15,-2-3 0-15,0 4 0 0,4-1 0 0,8 1 0 16,-6 0 0-16,1 0 0 15,-7 0 0-15,5 0 0 0,2 0 0 0,-4 0 0 0,3 0 0 16,-3 0 0-16,9 0 0 0,-10 0 0 0,13 0 0 16,-6 0 0-16,-10 0 0 0,6 0 0 0,1 0 0 15,-4 0 0-15,-1 0 0 16,0 1 0-16,-1-1 0 0,0 4 0 0,0-3 0 16,1-1 0-16,1 0 0 0,-3 1 0 0,-4-1 0 15,0 0 0-15,-4 0 0 0,7 0 0 0,-1 0 0 0,-5 0 0 16,5 0 0-16,2 0 0 15,3 0 0-15,1 0 0 0,1 0 0 0,-2 0 0 0,-5 0 0 16,3 0 0-16,-1 0 0 0,-2 0 0 16,1-1 0-16,-1 1 0 0,0 0 0 0,5 0 0 15,0 0 0-15,3 0 0 0,-4 0 0 0,-1 0 0 16,-1 0 0-16,-7 0 0 0,-2 0 0 0,6 0 0 16,-7 0 0-16,-1 0 0 0,0 0 0 0,2 0 0 15,-4 0 0-15,9 0 0 0,-5 0 0 16,-2 0 0-16,8 0 0 0,-12 0 0 0,5 0 0 15,-1 0 0-15,6 1 0 0,-15 2 0 16,13-2 0-16,-9 1 0 0,1 0 0 0,9 0 0 0,-5-1 0 16,2 1 0-16,2 0 0 0,-2 1 0 0,-13-2 0 15,17 0 0-15,-16 2 0 0,6-1 0 0,-5-1 0 16,-2 1 0-16,-7 1 0 0,3-1 0 16,-2 0 0-16,-1-1 0 0,-3 3 0 15,1-2 0-15,-2 2 0 0,-1-1 0 0,-1-1 0 16,1 2 0-16,-1-1 0 0,-2 2 0 15,2-4 0-15,-4 0 0 0,1 4 0 0,0-3 0 0,-3-2 0 16,-3 2 0-16,5-2 0 0,-6 1 0 0,0-1 0 16,-1 0 0-16,-4 0 0 0,4 0 0 15,-2 0 0-15,-1 0 0 16,0 0 0-16,-1 0 0 0,2 0 0 0,-3 0 0 0,1 0 0 16,1 0 0-16,-1 0 0 0,-2-1 0 0,3-1 0 15,0-2 0-15,-3 0 0 0,0 1 0 0,0-1 0 16,0-2 0-16,-3 3 0 0,-2 1 0 0,-5-2-314 15,-2 2 80-15,-4 2 91 0,-4 0-633 0</inkml:trace>
  <inkml:trace contextRef="#ctx0" brushRef="#br0" timeOffset="120873.85">16409 4771 2020 0,'-6'-7'0'0,"0"0"0"0,2 2 0 0,4-1 0 0,0 0 0 0,0 1 0 0,2-1 0 0,10 0 0 0,1 0 0 0,1 0 0 0,2 1 104 15,1-1-30-15,0 3 151 0,4-1-97 0,0 0-41 16,0 0 0-16,0 3 79 0,2-3-61 0,-1 3-19 16,1-4-11-16,0 3 82 0,3 0-56 0,1 1-28 15,-2-1 0-15,0-1 34 0,6 2-11 0,1 1-51 16,5-2 59-16,4 2-86 16,-7-2-18-16,6 0 0 0,8 0 0 0,-6 1 0 15,6-4 0-15,0 2 0 0,5-1 0 0,2-2 0 16,1 2 0-16,1 0 0 0,10-3 0 15,-7 4 0-15,-8-1 0 0,6 3 0 16,-1-3 0-16,-1 1 0 0,-1 2 0 0,-1-1 0 0,2 1 0 16,-1-2 0-16,2 2 0 0,8-2 0 15,-5 1 0-15,2 0 0 0,-2 0 0 0,-1 0 0 16,10-3 0-16,-3 2 0 0,1-3 0 0,1 0 0 16,2 1 0-16,3-3 0 0,-2 1 0 0,1-1 0 15,-3 3 0-15,0-4 0 0,1 3 0 0,-8 4 0 16,11-5 0-16,-5 6 0 0,-1-3 0 0,-12 2 0 0,1 2 0 15,-9 0 0-15,7 0 0 0,-8 0 0 16,-9 0 0-16,1 0 0 0,-1 0 0 0,-3 0 0 16,-1 0 0-16,-4 0 0 15,-1 0 0-15,0 0 0 0,-1 0 0 0,-6 0 0 0,2 0 0 16,-5 0 0-16,-3 0 0 0,-4 0 0 0,-2-1 0 16,0 1 0-16,-6-3 0 0,-1 3 0 0,0 0 0 15,-2-1 0-15,0 1 0 0,0 0 0 0,0 0 0 16,0-1 0-16,0-3 0 0,0 3 0 15,0-1 0-15,-6 0 0 0,-2 1 0 0,-5 1 0 0,-8 0 0 16,-7 11-378-16</inkml:trace>
  <inkml:trace contextRef="#ctx0" brushRef="#br0" timeOffset="121980.12">16558 4760 1303 0,'-11'-12'0'0,"2"8"0"0,2 2 0 0,2 0 0 0,0 1 0 0,3-2 0 0,0 3 0 0,2 0 0 0,0-1 0 0,0 1 0 0,0 0-192 0,2 1 111 0,12 11 49 15,7 2-1-15</inkml:trace>
  <inkml:trace contextRef="#ctx0" brushRef="#br0" timeOffset="122428.13">22564 4735 1108 0,'0'-12'0'0,"0"9"0"0,0 0 0 16,0 0 0-16,0 3 0 0,0 0 0 0,0 0 0 0,0 0 0 0,0 0 0 0,0 0 0 0,0 0 42 0,0 0-279 16,1 0 124-16,-1 0 64 0</inkml:trace>
  <inkml:trace contextRef="#ctx0" brushRef="#br0" timeOffset="137589.34">10282 7968 2026 0,'0'-10'0'0,"0"5"0"0,0-6 0 0,0-6 0 0,0-4 0 0,2 1 0 0,3-1 0 0,-1 2 0 0,1-1 0 0,2 0 0 0,-2-1 117 0,-1-3-40 0,0 7 0 15,-3-1-3-15,-1 1-9 0,0 4-28 0,0 1-1 16,0 4 59-16,-11 1-29 0,-2 0 10 0,-4 5-40 16,-5 1 216-16,-3 1-108 0,-3 0-54 0,-4 13-26 15,2 3 193-15,-4 2-115 0,-2 10 58 0,10-7-200 16,-4 4 0-16,4 0 0 0,6-3 0 15,-1 3 0-15,10-6 0 0,1-2 0 0,6 1 0 16,4-1 0-16,0-3 0 0,2-3 0 0,13 0 0 16,0-4 0-16,4 1 0 0,-1-3 0 15,0 3 0-15,-3-3 0 0,-2 3 0 0,-4 1 0 0,-2 1 0 16,0 5 0-16,-6 0 0 16,-1 5 0-16,0 3 0 0,0 0 0 0,0 3 0 15,-1 0 0-15,-3 4 0 0,-1 0 0 0,2 2 0 16,1 0 0-16,2 0 0 0,0 0 0 0,0-2 0 15,0 2 0-15,2-4 0 0,1 1 0 0,6 2 0 16,-4-1 0-16,0-1 0 0,-1 1 0 0,2-2 0 16,-5 4 0-16,1-1 0 0,-2 4 0 15,0 0 0-15,0 1 0 0,0 3 0 0,0 4 0 0,0-3 0 16,-2-7 0-16,-1 5 0 16,1 1 0-16,0 0 0 0,0-2 0 0,0 0 0 15,2 1 0-15,0 0 0 0,0-1 0 0,0 0 0 16,0 1 0-16,0 1 0 0,0 0 0 0,0 0 0 15,0-2 0-15,0 2 0 0,-1-1 0 0,1-2 0 16,-2-1 0-16,0 1 0 0,2-1 0 0,-2 2 0 16,0-4 0-16,1 1 0 0,-1-2 0 0,2 0 0 15,0 2 0-15,0 0 0 16,-2-4 0-16,2 1 0 0,0 2 0 0,0-3 0 16,0-4 0-16,0-4 0 0,0 1 0 0,0-5 0 15,0-4 0-15,0 1 0 0,0-6 0 0,4-3 0 16,1-6-487-16,4 0 125 0</inkml:trace>
  <inkml:trace contextRef="#ctx0" brushRef="#br0" timeOffset="138166.29">10693 7863 3438 0,'-11'-4'0'0,"-1"-3"0"0,7 1 0 0,1-1 0 0,4-1 0 0,0-3 0 0,4 1 0 0,15-1 0 0,2 4 0 0,9-1 0 0,-3 4 110 0,8 2-37 0,-3 1 42 16,0 1-39-16,-2 3 9 0,-5 10-51 0,0 6-34 15,-4 0 0-15,-7 6 0 0,0 1 0 0,-8 1 0 16,-3 4 0-16,-1 1 0 0,-2-2 0 0,-2 0 0 16,-9-2 0-16,-4 2 0 0,-3-1 0 0,-3-3 0 15,-2-2 0-15,-2-3 0 0,2-3 0 0,0-5 0 16,-6 1 0-16,7-7 0 15,0 0 0-15,1-5 0 0,0-2 0 0,5 0 0 16,0 0 0-16,5 0 0 0,4-1 0 0,-1-9 0 16,8-1 0-16,0-6-426 0,1-3 42 0,15-4 174 15,7-8 87-15,5 0-691 0,4-1 389 0,3-2 185 16</inkml:trace>
  <inkml:trace contextRef="#ctx0" brushRef="#br0" timeOffset="138638.97">11201 7668 3099 0,'3'-8'0'0,"-1"5"0"0,-2-1 0 0,0 3 0 0,-7 1 0 0,-5 0 0 0,1 5 0 0,0 10 0 0,-3 3 0 0,0 9 0 15,-2 1 133-15,2 4 453 0,-4 7-473 0,4 1-113 0,2-3 0 0,-1 8 0 16,3-4 0-16,5-7 0 0,1 2 0 0,4-4 0 16,0-6 0-16,0-1 0 0,4-3 0 15,8-2 0-15,0-8 0 0,4 0 0 0,0-7 0 0,3-5 0 16,0 0 0-16,0 0 0 0,2-10 0 0,-5-7 0 15,0 2 0-15,0-10-204 0,0 6 64 16,-7 1 52-16,2 1 26 0,-3 2 76 16,-3 5-35-16,-3 0 10 0,0 5 377 0,0 1-220 15,0 2-146-15,-2 2 0 0,0 0 0 16,0 6 0-16,0 6 0 0,0 5 0 16,0 2 0-16,0 0 0 0,0 1 0 0,0 3 0 15,1-1 0-15,5-4 0 0,6-2 0 0,-1 0 0 0,1-5 0 16,2-4 0-16,-1 0 0 0,2-5 0 15,-2-2 0-15,1 0 0 0,-2 0 0 0,-1-2 0 0,1-11 0 16,-3-2 0-16,-3-2 0 0,-1 1 0 16,-2-3 0-16,-1-2 0 0,-2 0 0 15,0-2 0-15,-5 4 0 0,-2 1 0 16,-4 0 0-16,-3 5 0 0,2 1 0 0,-1 5 0 16,-3 3 0-16,4 2 0 0,0 2 0 0,-1 0 0 15,4 0 0-15,1 2 0 0,-1 7 0 0,5-1 0 0,0 1 0 16,3 1 0-16,1-1 0 0,0 1 0 0,0-3 0 15,0 0 0-15,0-1 0 0,3 0 0 0,4-3-584 16,3 1 135-16,1-1 206 0,2-3 95 16,3 0-658-16,0 0 386 0</inkml:trace>
  <inkml:trace contextRef="#ctx0" brushRef="#br0" timeOffset="138945.01">11847 7746 3603 0,'-4'0'0'0,"0"0"0"0,2 0 0 0,2 0 0 0,0 0 0 0,0 0 0 0,0 0 0 0,2 0 0 16,9 0 0-16,4 2 0 0,2 1 229 0,3-1-130 0,5-2-99 0,0 0 0 0,-3 0 0 16,8 0 0-16,-3 0 0 0,1 0 0 0,-8 0 0 15,7 0 0-15,-5 0 0 0,1 0 0 0,-5-2 0 16,2-1 0-16,-6 3 0 0,-2-2 0 0,-3 2-458 16,0 0-41-16,-3 0 198 0,-2 0 133 0</inkml:trace>
  <inkml:trace contextRef="#ctx0" brushRef="#br0" timeOffset="139124.31">11982 7947 3931 0,'-18'15'0'0,"4"0"0"0,3-6 0 0,1 1 0 0,4 0 0 0,6-3 0 0,0-1 0 0,0-1 0 0,12 1 0 0,5 0 0 0,7-3 0 0,1 1 0 0,-2 0 0 0,4-2 0 15,-4 0 0-15,1-2 0 0,1 2 0 0,-3-2 0 16,1 1 0-16,-2-1 0 0,-3 0 0 15,-1 0 0-15,-4 0 0 0,-1 0-250 16,-3 0-101-16,0 0 53 0</inkml:trace>
  <inkml:trace contextRef="#ctx0" brushRef="#br0" timeOffset="139788.44">12679 7546 3328 0,'-7'-8'0'0,"2"2"0"0,1 3 0 0,1-2 0 16,-1 2 0-16,4 2 0 0,-2-2 0 0,2 3 0 0,0 0 0 0,0 7 0 0,0 7 175 0,2 5-69 0,5 5 216 0,1 2-322 15,0 6 0-15,-1 4 0 0,0 0 0 0,-3 1 0 16,1 7 0-16,-2-5 0 0,-1-1 0 0,-2 1 0 0,0-1 0 16,0-3 0-16,0-3 0 0,0-2 0 0,0-5 0 15,0-1 0-15,0-1 0 16,0-5 0-16,0-3 0 0,0-4 0 0,0-1 0 15,0-3 0-15,0-2 0 0,0-3 0 0,0-1 0 16,0-1 0-16,-2 0 0 0,-1 0 0 0,3 0 0 16,0-1 0-16,0-6 0 0,0 0 0 15,0-1-565-15,0-1 89 0,9 0 220 0,2-2 110 16,-2-2-790-16</inkml:trace>
  <inkml:trace contextRef="#ctx0" brushRef="#br0" timeOffset="140020.23">12957 7819 3873 0,'0'0'0'0,"0"0"0"0,0 0 0 0,0 0 0 0,0 1 0 0,3-1 0 0,8 0 0 0,5 0 0 0,2 0 0 0,7 0 0 0,1 0 58 0,-1 0-58 15,-1 0 0-15,5 0 0 0,0-1 0 0,-3-2 0 0,1 1 0 0,-1 0 0 16,-5 0 0-16,-1 0 0 15,1 1 0-15,-4 1 0 0,-2 0 0 0,-1 0 0 16,-2 0 0-16,1 0 0 0,-3 0 0 0,-1 0-13 16,4 0-38-16,-1 0-1038 0,1 0 517 0</inkml:trace>
  <inkml:trace contextRef="#ctx0" brushRef="#br0" timeOffset="140236.01">13593 7643 3686 0,'0'0'0'0,"-2"0"0"0,2 2 0 0,0-2 0 0,0 4 0 0,5-1 0 0,11-1 0 0,5 1 0 0,3-2 0 0,4 1 0 0,2-2 146 15,2 0-47-15,4 0-99 0,0 0 0 0,-1 0 0 0,1 0 0 16,-4 0 0-16,-2 0 0 0,-2 0 0 16,-5 0 0-16,-1 0 0 0,-3 0 0 0,-6 0 0 0,-1 0-58 15,-3 0-19-15,-4 0-764 0,-1 0 366 16,-2 0 220-16,0-2 100 0,-2-4-508 0,0-3 314 15,0-2 156-15</inkml:trace>
  <inkml:trace contextRef="#ctx0" brushRef="#br0" timeOffset="140456.62">13982 7279 3369 0,'-4'0'0'0,"-1"9"0"0,-3 1 0 0,0 3 0 0,1 0 0 0,0 6 0 15,-1 3 0-15,4 4 0 0,-1 4 0 0,1 10 0 0,0 0 235 0,1 5-100 0,-1 4 57 0,0 1-192 0,4 2 0 0,-1 2 0 16,1-4 0-16,0-1 0 0,0-4 0 16,1-8 0-16,7 1 0 0,1-4 0 0,4-5 0 15,-2-2 0-15,2-6 0 0,3-3 0 0,-2-2 0 16,2-4 0-16,0-3 0 0,0-3 0 16,0-5 0-16,1-1 0 0,2 0 0 0,0-1 0 0,3-14-517 15,1 5-51-15,1-4 266 0</inkml:trace>
  <inkml:trace contextRef="#ctx0" brushRef="#br0" timeOffset="140624.34">14591 8042 3931 0,'0'1'0'0,"-2"3"0"0,2-2 0 0,0 0 0 0,0-2 0 0,0 2 0 0,0-2 0 0,0 1 0 0,0-1 0 0,2 0 0 0,1 0 0 0,3 0 0 15,1 0 0-15,1 0 0 0,-2-1 0 0,-2-1 0 16,-3 2 0-16,1 0 0 0</inkml:trace>
  <inkml:trace contextRef="#ctx0" brushRef="#br0" timeOffset="142859.12">10875 8488 3433 0,'-9'0'0'0,"4"0"0"0,1 0 0 0,1 0 0 0,3 2 0 0,0 2 0 0,3 3 0 0,6 2 0 0,6-2 0 0,2 2 0 0,1 0 173 15,1 3-72-15,6 1 123 0,-9-2-224 0,4 2 0 0,-3 0 0 16,-1 3 0-16,0-2 0 0,-2 3 0 16,-3 0 0-16,-1 0 0 0,-1 2 0 0,-3-2-83 15,-1 0-116-15,2-4 119 0,-4-3 58 16,-1 0-742-16,4-2 363 0,-3-4 173 0,3-4 100 0,4 0 45 15,3-10 0-15,-2-11 46 0</inkml:trace>
  <inkml:trace contextRef="#ctx0" brushRef="#br0" timeOffset="143099.26">11319 8381 3090 0,'0'-7'0'0,"2"3"0"0,-2 0 0 0,0 3 0 16,0 1 0-16,0 0 0 0,0 0 0 0,0 3 0 0,-5 12 0 0,2 2 0 0,-3 5 368 0,-1 5-171 0,-2 5 79 0,-1 2-276 0,-5 8 0 0,0 0 0 15,-2 3 0-15,-2 4 0 0,1 0 0 16,-3 3 0-16,-2-1 0 0,2-1 0 0,-1 1 0 16,0-2 0-16,-1-2 0 15,1-2 0-15,1-3 0 0,0-3 0 0,5-7 0 0,-2 0 0 16,4-4 0-16,-2-1 0 0,7-7 0 16,0-3 0-16,3-2 0 0,2-6 0 0,2-2 0 15,2-2 0-15,0-4-279 0,0-1-132 0,9 0 187 0,10-13 93 16,4-7-671-16,4-8 388 0</inkml:trace>
  <inkml:trace contextRef="#ctx0" brushRef="#br0" timeOffset="143398.2">11408 8952 3665 0,'3'15'0'0,"-3"4"0"0,0 0 0 0,0 1 0 0,-4 3 0 0,0 5 0 0,2-4 0 0,2-3 0 0,0 1 0 0,0 1 0 0,7-4 261 0,7-2-256 15,-1-4-5-15,4-2 0 0,1-4 0 0,2-1 0 0,-1-6 0 0,1 0 0 16,1 0 0-16,-2-3 0 16,-1-11 0-16,-2-1 0 0,-4-4 0 0,-3 1 0 0,0-3 0 15,-6 1 0-15,-1 1 0 0,-2-2 0 16,0 3 0-16,0-2 0 0,-9 6 0 0,-3-2 0 16,-1 5 0-16,-4 2 0 0,2 1 0 0,-4 5 0 15,3 1 0-15,-3 2 0 0,1 0 0 0,4 0 0 0,-2 9 0 16,7 1 0-16,2 1 0 0,2 0 0 15,3 0 0-15,2 0 0 0,0-1 0 0,0 1 0 16,5-1 0-16,8-3-633 0,1-2 199 0,4 0 198 16,1-5 91-16,4 0-334 0,0 0 222 0</inkml:trace>
  <inkml:trace contextRef="#ctx0" brushRef="#br0" timeOffset="143584.64">11993 8744 3756 0,'-2'-4'0'0,"0"3"0"0,-2 1 0 0,2 0 0 0,2 0 0 0,0 0 0 0,0 0 0 15,11 0 0-15,5 0 0 0,3 0 0 0,1 0 154 0,5 0-133 0,-1 0-21 0,3 0 0 0,-4 0 0 16,7 3 0-16,-3-1 0 0,-2 1 0 0,-4 1 0 0,0 2 0 16,0 0 0-16,-3-3 0 0,-2 3-138 15,-2-1-230-15,-3-1 202 0,-4 2-1058 0</inkml:trace>
  <inkml:trace contextRef="#ctx0" brushRef="#br0" timeOffset="143741.47">12203 8895 3028 0,'-13'8'0'0,"0"2"0"0,4-1 0 0,1-4 0 0,3 1 0 0,3 0 0 0,0-2 0 0,2-1 0 0,0 3 0 0,6-2 0 15,5 0 221-15,2-1-96 0,2-1 358 0,-1 2-409 0,2-2-74 0,-2-1 0 0,4 2 0 16,-4-3 0-16,2 0 0 0,-2 0-356 15,4 0 190-15,-3 0 102 0,2 0-912 0,0-3 361 16</inkml:trace>
  <inkml:trace contextRef="#ctx0" brushRef="#br0" timeOffset="144081.51">12545 8724 3323 0,'-4'-6'0'0,"4"0"0"0,0 0 0 0,0-3 0 0,0 1 0 0,7 2 0 0,13-1 0 0,2 2 0 0,5 1 0 0,3 2 0 0,4 0 360 0,-1 2-167 16,1 0-138-16,-2 2-55 0,-2 11 0 0,-5 1 0 16,-7 2 0-16,3 7 0 0,-10-1 0 0,-5 4 0 15,-4 2 0-15,-2 3 0 0,0-1 0 0,-16-1 0 16,-5 1 0-16,2-1 0 0,-6-4 0 0,-2-3 0 16,-1-4 0-16,0 0 0 0,0-7 0 0,2 0 0 15,3-4 0-15,2-3 0 0,7 0 0 16,0-3 0-16,5-1 0 0,4 0 0 0,1 0 0 15,2 0 0-15,2 0 0 0,0 0 0 0,0 0 0 16,9 0 0-16,6 0 0 0,2 0 0 16,0 0 0-16,2 0 0 0,2 0 0 15,-1 0 0-15,2 0 0 0,-1 0 0 0,-1 0 0 0,1 0 0 16,2 0 0-16,0 0 0 0,1 0 0 0,-3 0 0 16,5-1 0-16,-1-3 0 0,-1-1-180 0,2-5-275 15,-2 1 207-15,-3-4-890 0</inkml:trace>
  <inkml:trace contextRef="#ctx0" brushRef="#br0" timeOffset="144264.66">13069 8822 3418 0,'-6'-1'0'0,"1"-1"0"0,1 0 0 0,2 0 0 0,2 0 0 0,0 0 0 0,6 1 0 0,8-2 0 0,9 2 0 0,-2-1 0 0,11 0 513 0,0 0-513 15,2 0 0-15,1 0 0 0,-1 0 0 0,2 2 0 0,0 0 0 0,-4 0 0 16,0 0 0-16,-4 0 0 0,-6 0 0 15,1 0 0-15,-4 0 0 0,-3 0 0 0,-6 0-459 16,-1 0-25-16,-3 0 142 0,-4 0 144 16,0-4-631-16,-2-3 396 0</inkml:trace>
  <inkml:trace contextRef="#ctx0" brushRef="#br0" timeOffset="144484.75">13391 8526 3273 0,'-6'-2'0'0,"0"2"0"0,2 0 0 0,2 0 0 0,-1 0 0 0,3 0 0 0,0 3 0 0,0 5 0 0,0 4 0 0,0 1 0 0,0 4 427 16,0 1-196-16,1 3-231 0,1 6 0 0,-2 1 0 0,0 5 0 15,0 2 0-15,0 3 0 0,-5 7 0 0,-2 1 0 0,1 1 0 16,-2 1 0-16,4 1 0 0,1-5 0 0,1 6 0 16,2-5 0-16,0-11 0 0,0 3 0 0,0-5 0 15,0-7 0-15,2-1-531 0,1-3 44 16,1-8 225-16,-1-4 111 0,2-3-284 0,-1-4 190 15,-2-2 108-15</inkml:trace>
  <inkml:trace contextRef="#ctx0" brushRef="#br0" timeOffset="144699.4">13573 8862 3830 0,'2'-4'0'0,"1"3"0"0,-1-3 0 0,2 2 0 0,1-2 0 0,5 2 0 0,3-1 0 0,10 1 0 0,0 0 0 0,10 0 0 0,1-2 101 0,9 0-101 0,-6 1 0 0,14-1 0 16,-8 0 0-16,1 0 0 0,-3-2 0 0,-6 3 0 15,1-1 0-15,-2-2 0 0,-6 2 0 0,-5-1 0 16,-2-1 0-16,-7 3-46 0,-2-1-26 0,-5-2-874 16,-3 3 454-16,-2-6 228 0,-2 2-446 15,0-3 337-15,-6-3 159 0</inkml:trace>
  <inkml:trace contextRef="#ctx0" brushRef="#br0" timeOffset="144890.93">14061 8453 3294 0,'-8'13'0'0,"-1"2"0"0,-4 5 0 0,-2 1 0 0,2 5 0 0,-3 4 0 0,2 10 0 15,0-2 0-15,3 12 0 0,2-2 0 0,1 5 637 0,4-2-637 0,1 1 0 0,3-4 0 0,0-1 0 0,0-4 0 0,5-9 0 16,9 1 0-16,0-5 0 15,4-3 0-15,2-5 0 0,3-3 0 0,1-6 0 16,3-3 0-16,-3-5 0 0,8-5-9 0,-2 0-291 16,2 0 152-16,2-4-575 0,0-7 343 0</inkml:trace>
  <inkml:trace contextRef="#ctx0" brushRef="#br0" timeOffset="145043.38">14630 9027 3931 0,'4'4'0'0,"-1"2"0"0,-1-3 0 0,0-1 0 0,-2 2 0 0,0-4 0 0,0 2 0 15,0-2 0-15,0 0 0 0,0 0 0 0,0 0 0 0,0 0 0 0,0 0 0 0,0 0 0 0,0 0 0 0,0 0 0 0,0 0 0 0,0 0 0 16,0 0-704-16</inkml:trace>
  <inkml:trace contextRef="#ctx0" brushRef="#br0" timeOffset="145946.22">11155 9713 2082 0,'-23'0'0'15,"1"0"0"-15,0 0 0 0,-1 0 0 0,3 0 0 0,2 2 0 0,6 0 0 0,0-2 0 0,6 1 0 0,6 1 0 0,0 0 527 0,11 0-236 0,16-2-132 0,5 0 270 0,10 0-197 0,0 0-97 16,-2 0-59-16,12 0-76 0,-9 0 0 0,1 0 0 16,-3 0 0-16,-5 0 0 0,2 0 0 0,-8 2 0 15,-6 4 0-15,-3 1 0 0,-2 2 0 0,-7 1 0 16,-4-3 0-16,-2 7 0 0,-6-3 0 0,0 4 0 0,0-1 0 15,-15 6 0-15,-4 1 0 16,-3 2 0-16,-10 6 0 0,0 1 0 0,-5 0 0 16,0 4 0-16,0-3 0 0,-2 1 0 0,-2 0 0 15,2 0 0-15,0-2 0 0,0-1 0 16,5-5 0-16,-4 6 0 0,11-9 0 0,4-1 0 16,9-7 0-16,3-1 0 0,4-1 0 0,5-2 0 0,2-1 0 15,2-1 0-15,11 1 0 0,9-5 0 16,5 1 0-16,1-2 0 0,4 0 0 0,2-2 0 15,-1 0 0-15,-1 0 0 0,2 0 0 0,-4 0 0 16,-2 0 0-16,-1-2 0 16,-7 0 0-16,3 1 0 0,-4-2 0 0,-3 1 0 0,0 1 0 15,-5-1 0-15,-2 0 0 0,-1 0 0 0,-3 0 0 16,-3 2 0-16,0-1 0 0,0 1-718 0,-2-3 228 16,0 0 227-16,0-5-606 0,0-3 421 15</inkml:trace>
  <inkml:trace contextRef="#ctx0" brushRef="#br0" timeOffset="146109.67">11151 10017 3116 0,'-26'-4'0'0,"8"4"0"0,0 0 0 0,4 0 0 0,4 0 0 0,3 0 0 0,3 4 0 0,4 0 0 0,0 1 0 0,2 3 0 0,10 0 208 16,8-3-85-16,-1 3-44 0,3-1 326 0,4 0-405 0,-1 2 0 0,1-2 0 15,1 0 0-15,-1 2 0 0,-2-2 0 16,8 2-91-16,-4 0-212 0,0-2 170 0,2-1-974 15,0 1 481-15,2-3 286 0</inkml:trace>
  <inkml:trace contextRef="#ctx0" brushRef="#br0" timeOffset="146394.09">11719 10205 3082 0,'0'14'0'0,"-4"4"0"0,-4-1 0 0,1-1 0 15,3 1 0-15,1-1 0 0,3 0 0 0,0-3 0 0,2 1 0 0,10-2 0 0,2 0 87 0,2-4 361 0,4-1-206 0,0-3-170 0,4-4-72 16,1 0 0-16,-2 0 0 0,-2-3 0 0,-3-5 0 16,1-6 0-16,-5 1 0 0,0-2 0 0,-5 2 0 15,-1-2 0-15,-5 0 0 0,-1-3 0 0,-2 1 0 16,0 2 0-16,-4-3 0 0,-5 3 0 16,-3-1 0-16,-2 6 0 0,-3-1 0 0,0 3 0 0,0 4 0 15,0 1 0-15,0 3 0 0,4 0 0 16,0 0 0-16,2 0 0 0,3 5 0 0,5 1 0 15,1 4 0-15,2-3 0 0,0 4 0 16,2-1 0-16,7-1 0 0,5-1 0 0,6-3-229 16,1-3 42-16,7-2-788 0,-3 0 469 0</inkml:trace>
  <inkml:trace contextRef="#ctx0" brushRef="#br0" timeOffset="146567.16">12357 9852 3931 0,'4'-2'0'0,"-1"0"0"0,2 0 0 0,0 2 0 0,3 0 0 0,4-2 0 0,6 2 0 0,3-1 0 0,5-2 0 15,1 2 0-15,4-1 0 0,0 0 0 0,8 2 0 0,-2-2 0 0,6 2 0 16,-8 0 0-16,4 0 0 0,-4 0 0 0,-1 0-523 16,-7 0 81-16,-3 6 234 0,-6-1 123 0</inkml:trace>
  <inkml:trace contextRef="#ctx0" brushRef="#br0" timeOffset="146723.57">12622 10046 3443 0,'-32'12'0'0,"6"8"0"16,0-6 0-16,6-3 0 0,9-1 0 0,2-3 0 0,6-1 0 0,3 0 0 0,0-1 0 0,5 1 0 0,10-3 240 0,6-1-102 0,5 0-28 16,-3 0-110-16,9-2 0 0,-2 0 0 0,2 0 0 15,0 0 0-15,-2 0 0 0,-4 0 0 0,6 0 0 0,-5 0 0 16,0 0-909-16,-3 0 426 0</inkml:trace>
  <inkml:trace contextRef="#ctx0" brushRef="#br0" timeOffset="146924.75">13105 9897 3829 0,'-6'-7'0'0,"0"6"0"0,5-1 0 0,1 0 0 0,0 0 0 0,1 1 0 0,15-3 0 0,4 2 0 0,10-1 0 0,4-2 0 0,8 0 102 0,-3 2-102 0,2 0 0 15,-3 0 0-15,1 1 0 0,1 0 0 16,-3 0 0-16,-3 0 0 0,-1 2 0 0,-12 0 0 0,2 0 0 16,-7 0 0-16,-5 0 0 0,-4 0 0 0,-4 0-864 15,-3-2 305-15,0-3 261 0,0-5-431 0,-7-1 345 16,-4-4 175-16,-2-6 77 0</inkml:trace>
  <inkml:trace contextRef="#ctx0" brushRef="#br0" timeOffset="147099.22">13492 9538 3210 0,'-6'-1'0'0,"1"1"0"0,-1 1 0 0,-2 14 0 0,-3 10 0 0,4 1 0 0,-3 6 0 0,-1 10 0 0,0 2 0 0,1 7 0 0,-1 4 672 0,2 7-623 15,4-7-49-15,-2 15 0 0,7-17 0 0,0 3 0 16,0-6 0-16,14 0 0 0,4-16 0 0,8 7 0 16,6-12 0-16,4-10 0 0,4-4 0 0,5-7 0 15,-4-8 0-15,13 0 0 0,-3-2 0 0,2-11 0 16,7-8-948-16,-10 2 273 0</inkml:trace>
  <inkml:trace contextRef="#ctx0" brushRef="#br0" timeOffset="147237.09">14299 10135 3931 0,'0'0'0'0,"0"2"0"0,0-2 0 0,0 0 0 0,0 0 0 16,0 0 0-16,0 0 0 0,0 0 0 0,0 0 0 0,2 0 0 0,0 0 0 0,1-2 0 0,0-5 0 0,1-1 0 15,1 3 0-15,-1 1 0 0</inkml:trace>
  <inkml:trace contextRef="#ctx0" brushRef="#br0" timeOffset="151158.43">16639 7579 3398 0,'0'-18'0'0,"0"0"0"0,0 4 0 0,11-4 0 0,9 2 0 0,2 3 0 0,5 2 0 0,3 1 0 0,4 5 0 0,1 3 0 0,2 0 116 0,-1 2-40 0,-1 0 128 0,-3 11-82 16,-9 1-107-16,5 8-15 0,-7-1 0 15,-7 3 0-15,0 3 0 0,-8 0 0 16,-5 6 0-16,-1-1 0 0,0 2 0 0,-16 0 0 15,-7 3 0-15,-1-4 0 0,-3-5 0 0,-10 2 0 16,0-3 0-16,2-5 0 0,3-4 0 0,-5-6 0 16,2 2 0-16,3-6 0 0,0-2 0 0,4-3 0 15,9-1 0-15,0 0 0 0</inkml:trace>
  <inkml:trace contextRef="#ctx0" brushRef="#br0" timeOffset="151210.56">16602 7909 381 0,'0'-14'0'0,"0"-7"0"0,16-1 0 0,9-9 799 16,10-4-414-16,0-3-211 0,5-1-106 0,0-2-713 0</inkml:trace>
  <inkml:trace contextRef="#ctx0" brushRef="#br0" timeOffset="151602.63">17158 7235 2940 0,'5'-2'0'0,"-3"-1"0"0,-2 3 0 0,0 0 0 0,-7 11 0 0,-8 11 0 0,1 1 0 0,0 4 0 0,2 5 0 0,-3 9 0 0,2-2 194 0,2 1-78 16,3-6 439-16,3 5-429 0,3-3-126 0,2-1 0 15,0-5 0-15,2-1 0 16,5-7 0-16,6-1 0 0,4-4 0 0,0-3 0 15,2-8 0-15,2-1 0 0,-3-5 0 0,7 0 0 16,-6-10-188-16,1-7-71 0,-3 0 126 0,-2 0-54 16,-2 0 36-16,-2 0 61 0,-5 8 26 0,-3-1 176 15,2 3-75-15,-3 3-38 0,0 3 425 0,-2-2-214 16,0 3-120-16,0 4-15 0,-6 11 50 16,2 4-125-16,0 1 0 0,2 1 0 15,2 2 0-15,0-1 0 0,0 1 0 0,0-2 0 16,6-3 0-16,5-4 0 0,0-2 0 0,3-4 0 15,-1-2 0-15,-4-6 0 0,6 0 0 0,-4 0 0 16,-2 0 0-16,0-8 0 0,-2-5 0 0,-3 0 0 16,-3-2 0-16,-1 0 0 0,0 0 0 0,0-2 0 15,0 2 0-15,-7-2 0 0,-2-1 0 0,-1 2 0 16,1 0 0-16,0-2 0 0,1 3 0 0,0 3 0 16,1-2-33-16,3 7-284 15,1-3 140-15,1 3 70 0,2-1-665 0,0-1 357 16,0 1 194-16,7 0 91 0</inkml:trace>
  <inkml:trace contextRef="#ctx0" brushRef="#br0" timeOffset="151757.07">17449 7438 2679 0,'-4'7'0'0,"0"0"0"0,0 0 0 0,1-1 0 0,3 0 0 0,0 1 0 0,0-3 0 0,7-1 0 0,10 2 0 0,6-2 0 0,7-3 331 0,0 0-147 15,2 0-72-15,2 0 284 0,0 0-178 0,-1 0-207 0,1 0-43 16,-2 0-29-16,-4 0 50 0,0-2 25 0,-7 2-622 15,-1-1 332-15,0 1 153 0,-10 0 80 0,0 0-841 16,-4-4 423-16,-2 3 212 0,-3-2 95 16</inkml:trace>
  <inkml:trace contextRef="#ctx0" brushRef="#br0" timeOffset="151937.1">17747 7235 2401 0,'-11'-2'0'0,"4"-1"0"0,1 1 0 0,-2 2 0 0,3 0 0 0,1 10 0 0,1 5 0 0,3 3 0 0,0 9 0 0,0-1 0 0,0 2 135 0,0 4 575 0,0 2-336 0,0 2-168 16,0 0-101-16,0 1-105 0,0 2 0 16,0-1 0-16,0-1 0 0,0 1 0 15,0-3 0-15,0-1 0 0,0-2 0 0,0-4 0 16,0-7-152-16,0-1 20 0,5-10-888 0,4-4 423 16,5-4 284-16,4-2-220 0</inkml:trace>
  <inkml:trace contextRef="#ctx0" brushRef="#br0" timeOffset="152117.57">18003 7294 3350 0,'0'0'0'0,"0"0"0"0,0 2 0 0,0 3 0 0,2 5 0 0,5-1 0 0,2 3 0 0,3 1 0 0,1 1 0 0,2 4 0 0,4 0 133 0,0-3 162 0,1 2-142 0,1-2-153 15,0 0-215-15,-3-1 78 0,1-3 82 0,-1 0-650 16,2-2 372-16,-5-3 185 0,2 0 94 0,-2-3-366 15,0-3 91-15,0 0 145 0,-2 0 71 16</inkml:trace>
  <inkml:trace contextRef="#ctx0" brushRef="#br0" timeOffset="152310.81">18473 7102 2487 0,'1'-9'0'0,"1"2"0"0,-2 5 0 0,0 0 0 0,0 2 0 0,0 3 0 0,-3 16 0 0,-9 11 0 0,-3 8 0 0,-2 3 0 0,-5 16 196 0,-1-1 615 15,0-3-376-15,-7 18-433 0,2-1-2 0,0 3 0 0,-4 11 0 16,4-13 0-16,0 2 0 0,0 1 0 16,4-7 0-16,4-5 0 0,8-9 0 15,3 2 0-15,2-12 0 0,3 0 0 0,4-10 0 0,0-8 0 16,0-6 0-16,2-10-881 0,8-5 279 16,3-4 282-16,8-9-529 0</inkml:trace>
  <inkml:trace contextRef="#ctx0" brushRef="#br0" timeOffset="152585.56">18403 7824 2910 0,'8'0'0'0,"-3"0"0"0,-1 5 0 0,-2 6 0 0,-1 3 0 0,1-1 0 0,0 0 0 16,4 2 0-16,4-2 0 0,0 0 0 0,4 1 477 0,3-6-210 0,2 0-119 0,1-5-29 0,4 0-109 15,1-3-10-15,0 0 0 0,-4-3 0 0,4-9 0 0,-2-3 0 0,-6-4-114 16,0 0 40-16,-6 1 56 0,-3-3 37 15,-3-2-112-15,-3 0 65 0,-2-3 33 0,0 2-67 16,-2 2 160-16,-7 4-82 0,-6 1-46 0,0 5 161 16,-2 1-68-16,-2 5-36 0,2 5 33 15,0 1-60-15,2 0 0 0,2 3 0 0,2 8 0 0,3 2 0 16,3 0 0-16,1 2 0 0,2-2 0 0,2 0 0 16,0 0 0-16,0 1 0 0,8-5-124 15,3-1-269-15,4-2 145 0,3-5 115 16,5-1-895-16</inkml:trace>
  <inkml:trace contextRef="#ctx0" brushRef="#br0" timeOffset="152773.51">18834 7529 2861 0,'0'-5'0'0,"0"2"0"0,0 2 0 0,0 1 0 0,1 0 0 0,7 0 0 0,3 0 0 0,6 0 0 0,3 0 0 16,6 0 0-16,4 0 652 0,0 0-307 0,4 0-272 0,-2 1-73 0,2-1 0 0,0 0 0 15,-3 0 0-15,-4 0 0 0,-4 0-264 0,-1 0 38 16,-2 0 141-16,-4 0-617 0,-3 0 341 16,-5-1 193-16,-3-5-394 0,-3-4 262 0,0-1 122 15</inkml:trace>
  <inkml:trace contextRef="#ctx0" brushRef="#br0" timeOffset="152947.54">19211 7218 2329 0,'-12'-9'0'0,"5"6"0"0,1 1 0 0,-1 2 0 0,1 0 0 0,-2 5 0 0,5 10 0 16,1 8 0-16,-2 4 0 0,-1 10 0 0,1 3 81 0,-4-1 685 0,0 13-369 0,-1-1-179 0,-2 2-90 16,0-1-116-16,1-1-12 0,3-10 0 0,-1 11 0 15,4-16 0-15,3 2 0 16,1-2 0-16,0-6 0 0,0-4 0 0,0-3 0 0,1-7-201 16,5-5-187-16,7-5 212 0,4-6-88 15,4-2-787-15</inkml:trace>
  <inkml:trace contextRef="#ctx0" brushRef="#br0" timeOffset="153284.01">19530 7254 3254 0,'12'-9'0'0,"2"3"0"0,4 2 0 0,0-3 0 0,1 3 0 0,1 1 0 0,4 0 0 0,3 2 0 0,3-1 0 0,0 2 0 0,2 0 179 0,2 0-75 0,-2 6 147 0,-1 1-108 16,0 4-143-1,-7 4 0-15,-5 1 0 0,-2 2 0 0,-8 7 0 0,-6 3 0 0,-3 2 0 0,-16 6 0 16,-14 5 0-16,-2-4 0 0,-2 5 0 0,-3-1 0 16,-3 0 0-16,3 2 0 0,1-5 0 0,4 0 0 15,9-10 0-15,3 2 0 0,5-4 0 16,8-5 0-16,1-2 0 0,6 0 0 0,0-5 0 0,2 0 0 16,9-5 0-16,6-2 0 15,3-2 0-15,7-5 0 0,-3 0 0 0,4 0 0 16,1-3 0-16,-8 0 0 0,4-5 0 0,-4 1 0 15,2 0 0-15,-7-1 0 0,0 1 0 0,-5 2 0 16,-4 0-127-16,-1-3-283 0,-2 1 186 0,-2-5 93 16,-2-1-282-16,0-2 178 0,-7-4 101 0,-7-3-580 15,-1-3 338-15,-2-4 169 0</inkml:trace>
  <inkml:trace contextRef="#ctx0" brushRef="#br0" timeOffset="153428.4">19652 7566 2175 0,'-21'-8'0'0,"3"7"0"0,6 0 0 0,1-2 0 0,5 1 0 0,3 2 0 0,3 0 0 0,0 0 0 0,2 0 0 0,9 5 0 0,2 1 496 16,4 0-220-16,4 2-124 0,-3 2-57 0,5-3 239 16,3 0-149-16,-1-1-73 0,-4-3-28 0,6 3-327 15,-2-2 140-15,-1 1 71 0,3-1-746 0,-1 0 408 16,-4-1 213-16,1 3-417 0,1-2 284 0,-3 3 50 0</inkml:trace>
  <inkml:trace contextRef="#ctx0" brushRef="#br0" timeOffset="153680.09">20050 7697 2284 0,'0'7'0'0,"0"6"0"0,0-4 0 0,-4 0 0 0,1 1 0 0,1 1 0 0,0 1 0 0,2-2 0 0,0 0 0 0,2 3 0 0,7-4 102 0,4 2 224 15,2-1-150-15,3-2-68 0,-2-1 316 0,1-3-192 16,2 0-88-16,0-4-58 0,-3 0-37 0,1 0-49 16,-2 0 0-16,-1-4 0 0,-2-6 0 0,-3 1 0 0,-4-2 0 15,-1-1 0-15,-4-1 0 0,0 1-7 16,0-2-48-1,-6 1 42-15,-6 2 6 0,-2-1 0 0,-5 1-164 16,1 3 82 0,-3 3-11-16,-2 0-1 0,2 4 189 0,3 1-65 0,0 0-26 0,4 0 154 0,2 0-80 0,3 8-24 15,3 0-26-15,3-1-88 0,1 2 35 16,2 1 0-16,0-1-235 0,0 0 135 0,9-1 64 0,6-4 29 0,2-2-866 16</inkml:trace>
  <inkml:trace contextRef="#ctx0" brushRef="#br0" timeOffset="153876.16">20404 7502 3564 0,'0'-1'0'0,"0"1"0"0,11 0 0 0,1 0 0 0,6 0 0 0,8 0 0 0,6 0 0 0,5 0 0 0,6 0 0 0,1 0 0 0,-7 0 367 0,13 0-367 15,-15 0 0-15,4 0 0 0,-3 0 0 0,-2 0-19 16,-6 0-30-16,-2 0 39 0,-3 0-311 0,-5 0 179 15,-6-2 90-15,-3-1 44 0,-5 2-740 0,-4-3 232 0,0-4 247 16,0 0-449-16</inkml:trace>
  <inkml:trace contextRef="#ctx0" brushRef="#br0" timeOffset="154061.71">20781 7143 3266 0,'-10'-2'0'0,"4"2"0"0,3 0 0 0,-3 8 0 0,3 7 0 0,-3 6 0 0,5 6 0 0,-1 2 0 0,-1 15 0 0,1-1 0 0,-2 6 454 0,1 1-243 16,-1 3-211-16,-1-1 0 0,3-3 0 0,-2 0 0 0,4-5 0 16,0 6 0-16,0-9 0 0,0-5 0 0,0-1 0 15,4 0 0-15,3-10 0 0,0 4-282 0,-1-8-136 16,6-5 183-16,-1-4 128 0,4-9-953 16,-2-3 501-16</inkml:trace>
  <inkml:trace contextRef="#ctx0" brushRef="#br0" timeOffset="154288.31">21211 7127 3816 0,'0'-3'0'0,"2"3"0"0,0 3 0 0,1 8 0 0,-1 7 0 0,0 5 0 0,0 10 0 15,0 2 0-15,0 4 0 0,-2 10 0 0,0 6 115 0,0 1-115 0,0 12 0 0,0-8 0 0,0-6 0 0,1 14 0 16,1-18 0-16,0 5 0 0,4-4 0 0,-2-4 0 15,2-8 0-15,-1 0 0 16,-1-3 0-16,-1-6 0 0,-1-6 0 0,1-5 0 0,-1-6 0 16,0-1-371-16,-1-6 67 0,1-3 114 0,-2-3 76 15,0 0-715-15,0-5 387 0,0-20 207 0</inkml:trace>
  <inkml:trace contextRef="#ctx0" brushRef="#br0" timeOffset="154455.29">21387 7506 3641 0,'10'-11'0'0,"3"2"0"0,2 3 0 0,4-7 0 0,-2 3 0 0,4 1 0 0,4-1 0 0,7 4 0 0,3 1 0 0,6-1 0 0,0 5 290 0,-6-1-290 0,13 0 0 0,-7 2 0 16,-6 0 0-16,6 0 0 0,-6 0 0 0,-1 2 0 16,-6 5 0-16,-8-1-34 15,-3 1 19-15,-6 3-889 0,-9 1 468 0,-2 2 245 0</inkml:trace>
  <inkml:trace contextRef="#ctx0" brushRef="#br0" timeOffset="154611.76">21484 7702 3338 0,'-23'9'0'0,"14"0"0"0,-1-3 0 0,6-3 0 0,4 1 0 0,2-2 0 0,12 1 0 0,9-2 0 0,4-1 0 0,3 3 0 0,2-3 134 0,1 0 157 0,1 0-127 15,3 0-160-15,0 0-4 0,-2 0-322 0,1 0 93 16,-2-3 133-16,-2-1 66 0,-1 1-380 0,1-3 223 15,-2 0 121-15,1-3-933 0</inkml:trace>
  <inkml:trace contextRef="#ctx0" brushRef="#br0" timeOffset="154928.62">22433 7364 2945 0,'-5'4'0'0,"-8"5"0"0,-2-4 0 0,-5 7 0 0,2-2 0 0,-5 7 0 0,9 2 0 0,0 4 0 0,5 4 0 0,4 0 0 0,1 3 683 0,4 2-380 0,0 0-303 0,2-2 0 16,10 1 0-16,9-6 0 0,4 0 0 0,5-2 0 16,4-7 0-16,5 0 0 0,3-7 0 15,-8-5 0-15,10-4 0 0,-8 0 0 0,1 0 0 16,-2-10 0-16,-5-5 0 0,-6 3 0 0,0-9 0 16,-6 0 0-16,-7-4 0 0,-6-3 0 0,-3-2 0 15,-2-2 0-15,-4-7 0 0,-12 3 0 0,-7 1 0 16,0 10 0-16,-9-7 0 15,4 12 0-15,-4 1 0 0,0 4 0 0,0 4 0 0,0 3 0 16,2 3 0-16,4 3 0 0,-6 2 0 0,9 0 0 16,1 0 0-16,3 8 0 0,3 6 0 15,0 1 0-15,7 3 0 0,-1 7 0 0,8 0 0 0,1 3 0 16,1 0 0-16,0 3-502 0,10 2 171 16</inkml:trace>
  <inkml:trace contextRef="#ctx0" brushRef="#br0" timeOffset="155073.5">22955 7836 3931 0,'-1'-1'0'0,"2"1"0"0,17 0 0 0,-9 4 0 0,-7-3 0 0,0 3 0 15,-2 6 0-15,0-1 0 0,-11 4 0 0,0 4 0 0,-1 2-961 0</inkml:trace>
  <inkml:trace contextRef="#ctx0" brushRef="#br0" timeOffset="158831.6">17291 8860 2816 0,'-13'-3'0'0,"2"3"0"0,4 0 0 0,6 0 0 0,1 0 0 0,0 0 0 0,0 0 0 0,0 0 0 0,15 0 0 0,8 0 0 16,2-3 256-16,4 2-101 0,3-3-64 0,4 0 307 0,0 1-183 15,-1 1-215-15,1 0 0 0,-3-2 0 0,-2 2 0 16,-1 0 0-16,-8 2 0 16,1 0 0-16,-5 0 0 0,0 0 0 0,-4 0 0 15,-2 0 0-15,-1 0 0 0,-5 0 0 0,-1 0 0 16,0 0 0-16,-2 0 0 0,-1 0 0 0,0 0 0 16,0 0-30-16,-2 0-724 0,0-2 350 15,0 0 189-15,0-3-239 0,0-3 209 0,0-3 105 0</inkml:trace>
  <inkml:trace contextRef="#ctx0" brushRef="#br0" timeOffset="159104.34">17630 8490 2241 0,'-7'-2'0'0,"0"1"0"0,1 1 0 0,3 0 0 0,-1 0 0 0,1 1 0 0,2 8 0 0,1 9 0 0,0 0 0 0,0 11 0 0,0 2 652 0,1 9-309 0,2 1-153 0,-3 6 315 16,0 4-505-16,0 13 0 0,0-6 0 0,0-8 0 15,0 9 0-15,0-5 0 0,0-11 0 0,0 2 0 16,2-7 0-16,5-3 0 0,2-3 0 0,3-7 0 16,-1-5 0-16,2 0 0 0,1-6 0 0,0-3 0 15,0-3 0-15,-1-4 0 0,0-4 0 0,0 0 0 16,0 0 0-16,-1-6 0 0,-1-8 0 0,-2-1 0 16,1-1 0-16,-3-1 0 0,0 1 0 0,-1-1 0 15,-2 2 0-15,0 1 0 0,0 3 0 0,-1 2 0 16,-1 0-507-16,2-1-16 0,1 3 243 15</inkml:trace>
  <inkml:trace contextRef="#ctx0" brushRef="#br0" timeOffset="159947.46">18018 8924 3269 0,'-2'0'0'0,"2"0"0"0,0 0 0 0,0 0 0 0,2 0 0 0,11 0 0 0,4 0 0 0,6 0 0 0,0 0 0 0,0 0 0 0,7 2 451 0,0-1-240 0,0 1-211 16,2 1 0-16,-2-3 0 0,-3 0 0 0,5 0 0 16,-6 0 0-16,-3 0 0 0,2 1 0 0,-5-1 0 15,-3 0 0-15,-3 0 0 0,-2 2 0 0,-4-2 0 16,-3 0-219-16,-1 2-78 0,-2-2 62 0,-2 0 114 16,0 0-671-16,0 0 378 0,0 0 189 0,-10 0-433 15</inkml:trace>
  <inkml:trace contextRef="#ctx0" brushRef="#br0" timeOffset="160149.06">18303 8588 2924 0,'-5'0'0'0,"1"0"0"15,0 2 0-15,1 11 0 0,-1 0 0 0,4 4 0 0,0 4 0 0,0 5 0 0,0 2 0 0,0 4 0 0,0 2 410 0,2 9-186 0,0-6-86 0,-2 10 97 16,0-2-235-16,0 1 0 0,0-3 0 0,0-7 0 15,0 3 0-15,-2-4 0 0,2-3 0 0,0-2 0 16,0-7-142-16,0-2 52 0,0-6 72 0,0-3-849 16,2-6 426-16,7-3 151 0,0-3-212 0,1-3 225 15</inkml:trace>
  <inkml:trace contextRef="#ctx0" brushRef="#br0" timeOffset="160545.25">18595 8661 2501 0,'3'-9'0'0,"3"1"0"0,3 3 0 0,3-5 0 0,2 1 0 0,7 2 0 16,4-2 0-16,1 2 0 0,2 3 0 0,-2 3 0 0,4 1 292 0,-2 0-128 0,-7 0-64 0,0 11-32 0,-2 2-57 0,-6 2 10 0,-5 2 15 0,-3 2-38 16,-5 1 0-16,0 5 38 0,-5-3 0 0,-7-5 50 15,-1 2-50-15,-3-2 0 0,0-2 0 16,2-2 171-16,2-2-85 0,6-5-34 15,-1 2-29-15,3-5-59 0,4 1 0 0,0 0 0 16,0-2 0-16,9 2 0 0,6-3 0 0,0 5 0 16,2-2 0-16,2 3 0 0,0 3 0 0,-3-1 0 15,2 4 0-15,-4 2 0 0,0 2 0 0,-1 4 0 16,-6 1 0-16,-5-3 0 0,0 9 0 0,-2-3 0 16,0 1 0-16,-6-1 0 0,-6-1 0 0,-4-4 0 15,-4 3 0-15,-1-5 0 0,0-1 0 16,-1-3 0-16,-1-3 0 0,4-1 0 15,-7-2 0-15,6-4 0 0,-3 0 0 0,2-2 0 16,3-2 0-16,4 0 0 0,1 0 0 0,6 0 0 16,-3-6 0-16,8-6 0 0,2-4 0 0,0-3-124 15,6-3-16-15,7 0 60 0,4-3-946 0,2-1 496 16,2 1 246-16</inkml:trace>
  <inkml:trace contextRef="#ctx0" brushRef="#br0" timeOffset="160738.91">19094 8854 2874 0,'6'0'0'0,"1"0"0"0,-1 0 0 0,0 0 0 0,1 0 0 0,4 0 0 0,4 3 0 0,5-3 0 0,3 3 0 0,4-1 0 0,3 2 376 16,0-2-170-16,4 1 234 0,-3 1-405 0,3-2-35 0,-4 2 0 16,-1-3 0-16,-3 4 0 0,-5-4 0 15,-1 1-100-15,-3 0-113 0,-6-2 125 16,-1 2 61-16,-2-2-617 0,-5 0 263 0,-1 0 190 0,0 0-12 15,0-4-174-15,-2-5 170 0,0-6 86 0</inkml:trace>
  <inkml:trace contextRef="#ctx0" brushRef="#br0" timeOffset="160947.13">19432 8527 3357 0,'-7'0'0'0,"2"0"0"0,0 6 0 0,-1 4 0 0,5 1 0 0,-1 4 0 0,2 2 0 16,0 4 0-16,0 9 0 0,0 0 0 0,0 2 215 0,0 9-89 0,0 0 107 0,0-3-233 0,0 9 0 0,0-3 0 0,-6-2 0 0,3-1 0 16,1-5 0-16,-2 3 0 0,2-2 0 15,1-4 0-15,1-1 0 0,0-4 0 16,0-5 0-16,0-1 0 0,0-5-119 0,0-2-214 16,3-8 71-16,5 0 121 0,2-4-756 0,2-3 422 0,1-3 224 15</inkml:trace>
  <inkml:trace contextRef="#ctx0" brushRef="#br0" timeOffset="161210.9">19829 8537 3302 0,'0'0'0'0,"0"2"0"0,0 2 0 0,0 1 0 0,0 4 0 0,0 6 0 0,1 3 0 0,3 5 0 0,2 4 0 0,-3 5 0 0,4 8 625 0,-6 8-621 0,1 2-4 0,0 4 0 15,0 2 0-15,-2 3 0 0,2-5 0 16,0 0 0-16,-1-1 0 0,3-6 0 0,1-4 0 0,1-7 0 16,0 1 0-16,0-5 0 15,-3-1 0-15,1-4 0 0,-2-3 0 0,0-2 0 16,0-5 0-16,-2-5 0 0,0-2 0 0,0-5 0 16,0-1 0-16,0-2-3 0,0-2-61 15,0 0-737-15,0-6 380 0,0-9 193 0,0-11-663 0,0-4 428 16</inkml:trace>
  <inkml:trace contextRef="#ctx0" brushRef="#br0" timeOffset="161301.69">20043 8892 359 0,'7'-5'0'0,"9"0"0"0,0-2 0 0,5 0 536 0</inkml:trace>
  <inkml:trace contextRef="#ctx0" brushRef="#br0" timeOffset="161380.41">20181 8845 3931 0,'36'-7'0'0,"8"1"0"0,-3 2 0 0,1 1 0 0,-7-1 0 0,2 2 0 0,1 0 0 0,-4 2 0 0,-1 0 0 0,-3 0 0 16,-7 0-230-16,0 0-158 0,-5 0 167 0,-6 2 97 0,-3 5-834 0,-7 3 461 0,-2-1 230 0</inkml:trace>
  <inkml:trace contextRef="#ctx0" brushRef="#br0" timeOffset="161531.41">20285 9054 2626 0,'-17'13'0'0,"8"0"0"16,3 0 0-16,5-4 0 0,1 1 0 0,0-1 0 0,1 1 0 0,14-3 0 0,2-2 0 0,3 3 0 0,7-2 122 0,-3-5 283 0,3 1-184 0,1-2-93 0,0 0-387 16,2 0 157-16,0-2 64 15,1-3 37-15,-1-3-774 0,0 0 406 0,-3-2 202 0</inkml:trace>
  <inkml:trace contextRef="#ctx0" brushRef="#br0" timeOffset="161812.17">20981 8871 3089 0,'-5'1'-1'0,"-2"4"-1"0,-4 6 0 0,3 1 1 0,0 3 0 0,5 2 1 0,3 5-1 0,0-1 1 0,0 7 0 0,9-2 0 0,6 1 234 0,2-1-99 0,5-2 346 16,1-5-481-16,6-2 0 0,1-4 0 0,3-5 0 0,1-5 0 16,0-3 0-16,-1 0 0 15,-1-2 0-15,-3-9 0 0,-3-5 0 0,-3-2 0 0,-5-2 0 16,-4-2 0-16,-5-4 0 0,-4 0 0 0,-3-4-35 15,-2 0-24-15,-2-3-131 0,-10-2 69 0,-6 2 43 16,-3 1 1-16,-4 4 188 0,-3 5-73 0,-6 6-37 16,-3 4-8-16,-6 6 345 0,8 5-259 0,-2 2-79 15,2 3 0-15,6 12 0 0,-1 4 0 0,3 4 0 16,5 1-27-16,-1 7-207 0,3 4 124 0,2-1-460 16,1 9 278-16</inkml:trace>
  <inkml:trace contextRef="#ctx0" brushRef="#br0" timeOffset="162796.62">22751 8704 3413 0,'-15'-4'0'0,"2"3"0"0,6 1 0 0,0 0 0 0,6 0 0 0,-1 0 0 0,2 0 0 0,0 0 0 0,0 0 0 0,13 0 0 0,7 3 183 0,5 1 109 0,3 0-249 16,1-2-43-16,2 1 0 0,3 0 0 0,-2-3 0 15,0 0 0-15,-2 0 0 0,-7 0 0 0,1 0-15 16,-4 0-36-16,-4 0 40 16,-7 0-609-16,-2-3 224 0,0 2 198 0,-5-7-528 15,-1 1 337-15,-1-3 181 0,0-3-297 16,0 0 234-16,-10-7 118 0,1-3 59 0</inkml:trace>
  <inkml:trace contextRef="#ctx0" brushRef="#br0" timeOffset="162971.1">23008 8432 1973 0,'-9'-13'0'0,"2"5"0"0,1 4 0 0,-2 3 0 0,3 1 0 0,-1 0 0 0,1 13 0 0,0 7 0 0,3 5 0 0,2 7 0 0,0 4 332 0,0 7-152 0,0 2-72 16,0 2-37-16,-1 1 550 0,-1 3-293 0,0 0-137 15,0-2-83-15,2-2-89 0,0-4-19 0,0-7 0 16,0 1 0-16,2-9 0 0,10 4 0 0,-1-13 0 16,2 0 0-16,4-6 0 15,2-8 0-15,3-5-721 0,4 0 260 0,-1-3 228 16,1-14 18-16,1-3-257 0,-2-5 218 0</inkml:trace>
  <inkml:trace contextRef="#ctx0" brushRef="#br0" timeOffset="163131.94">23292 8661 2865 0,'-4'-7'0'0,"-1"1"0"0,3 2 0 0,0 3 0 0,2-2 0 0,0 2 0 0,0 1 0 0,13 0 0 0,4 0 0 0,4 0 0 0,5 0 308 0,0 1-136 0,2 3 229 0,2 0-216 16,0 0-185-16,0 0 0 0,1 0 0 15,-1 1-84-15,-2-1 52 0,-5 1 34 16,-3 1-691-16,1 1 371 0,-4-1 173 0,-4 1-365 0,-4 3 134 16</inkml:trace>
  <inkml:trace contextRef="#ctx0" brushRef="#br0" timeOffset="163290.6">23499 8882 2678 0,'-20'10'0'0,"0"4"0"0,3-3 0 0,8-6 0 16,0 2 0-16,4 1 0 0,5-2 0 0,0 1 0 0,3-1 0 0,8 1 0 0,4-1 260 0,2-3-112 0,-1 1-47 0,5 1 142 0,0-4-104 16,-3-1-51-16,3 0-26 0,-1 0-408 0,-2 0 200 15,1 0 86-15,-5 0-703 0,4 0 399 16,-4 0 200-16</inkml:trace>
  <inkml:trace contextRef="#ctx0" brushRef="#br0" timeOffset="163470.97">23854 8772 3400 0,'0'0'0'0,"0"0"0"0,0 0 0 0,0 0 0 0,9-2 0 0,6 0 0 0,8 2 0 0,0 0 0 0,6 0 0 0,1-2 0 0,1 2 411 0,0 0-291 16,0-2-120-16,2 2 0 0,-1 0 0 0,0 0-61 0,-2 0-184 15,0 0 135-15,-2 0 74 0,-2 0-400 16,0 0 236-16,-3 0 126 0,0 0 51 0</inkml:trace>
  <inkml:trace contextRef="#ctx0" brushRef="#br0" timeOffset="163782.21">24782 8404 3269 0,'-7'2'0'0,"4"1"0"0,3 1 0 16,-2 2 0-16,2-1 0 0,-2 4 0 0,2 1 0 0,0 4 0 0,-4 0 0 0,1 3 0 0,-6 6 213 0,-5-1 236 0,-1 1-449 0,0-4 0 0,-5 7 0 0,-1-6 0 16,-2-1 0-16,5-1 0 0,1-5 0 0,0-1 0 15,2 0 0-15,6-5 0 0,3 1 0 0,0-3 0 16,4 0 0-16,2-4 0 0,0 3 0 0,4 0 0 0,13-2 0 16,6-1 0-16,0 1 0 0,7-2 0 0,4 0 0 15,8 0 0-15,-3 0 0 0,-3 0 0 16,2 0 0-16,1 0 0 0,-5 0 0 0,-2 0 0 0,-2 0 0 15,-7 0 0-15,0 0 0 0,-3 0 0 16,-5 3-133-16,-4-3 4 0,-4 0 54 0,-4 0-724 16,0 0 382-16,-3 0 181 0,0 0 105 0,0-8-505 15,-6-6 301-15,-3-1 149 0</inkml:trace>
  <inkml:trace contextRef="#ctx0" brushRef="#br0" timeOffset="163932.88">24964 8432 2867 0,'0'0'0'0,"0"0"0"0,0 0 0 0,-2 1 0 16,-2 12 0-16,-2-1 0 0,1 7 0 0,-1 5 0 0,3 2 0 0,-3 7 0 0,2 8 248 0,-2-5-97 0,1 10-62 0,-3 0 476 0,3 1-554 15,-3 2-11-15,-1 1 0 0,5-8 0 0,-2 10 0 16,3-7 0-16,1-2-83 0,2-1-183 16,0-1 151-16</inkml:trace>
  <inkml:trace contextRef="#ctx0" brushRef="#br0" timeOffset="164107.43">25208 9344 3931 0,'0'-4'0'0,"0"3"0"0,0 1 0 0,0 0 0 0,0 0 0 0,0 0 0 0,0 0 0 0,0 0 0 0,0 0 0 0,0 0 0 0,0 1 0 0,0 2 0 0,0 2 0 0,2-1 0 15,0 4-882-15</inkml:trace>
  <inkml:trace contextRef="#ctx0" brushRef="#br0" timeOffset="166792.21">5263 8608 2292 0,'-3'-4'0'0,"-3"1"0"0,2 1 0 0,2 0 0 0,0 0 0 0,2 2 0 0,-1 0 0 0,1 0 0 0,0 2 0 0,0 11 0 0,0-1 135 16,0 9-49-16,0-1 223 0,0 0-141 0,0 7-66 15,0-6-33-15,0-1 154 0,0 3-94 0,0-4-37 16,1-2-32-16,7-5 37 0,-1 2-31 0,3-7 1 16,-1-1-31-16,4-2-36 0,-1-4 0 0,1 0 0 15,0 0 0-15,0-11 0 0,-2-5 0 0,0-3 0 16,-1-1 0-16,-3-3 0 0,-5 3 0 0,1-3 0 16,-3 1 0-16,0 3 0 15,-3 0 0-15,-6 4 0 0,-4 0 0 0,0 4 0 16,-4 4 0-16,0 1 0 0,1 3 0 0,-4 3 0 15,3 0 0-15,-4 14 0 0,5 3 0 0,2 0 0 16,-4 7 0-16,6 6 0 0,3 1 0 0,4 0 0 16,1 1 0-16,4-2 0 0,0-2 0 0,0-7 0 15,6 1 0-15,6-5 0 0,4-3 0 0,1-7 0 16,3-3 0-16,1-4 0 16,1 0 0-16,-2-1 0 0,-2-15 0 0,-1 0 0 15,-2-4 0-15,-2 1 0 0,-4-7 0 0,-1 3 0 16,-3 1 0-16,-4-4 0 0,0-1 0 0,-1 4 0 15,0-2 0-15,0 6 0 0,-7-3 0 0,-3 1 0 16,-3 4 0-16,2 1 0 0,-3 5 0 0,0 6 0 16,0 1 0-16,0 2 0 0,1 2 0 0,-1 2 0 15,1 11 0-15,0 8 0 0,6 0 0 0,-3 3 0 16,7 2 0-16,-2 3 0 16,5-2 0-16,0 0 0 0,2-5 0 0,10-1 0 15,1-2 0-15,6-4 0 0,0-4 0 0,1-5 0 16,3-3 0-16,-1-3 0 0,1 0 0 0,-1-1 0 15,-1-10 0-15,-6-4 0 0,-1-5 0 0,0-2 0 16,-7-1 0-16,2-1 0 0,-6 0 0 0,0-1 0 16,-1 3 0-16,-2-4 0 0,0 5 0 0,-5-1 0 15,-7 2 0-15,0 2 0 0,-4 5 0 0,1 1 0 16,-7 7 0-16,3 3 0 0,-3 2 0 0,0 0 0 16,4 7 0-16,-2 12 0 15,2 0 0-15,6 3 0 0,0 3 0 0,4 0 0 16,3-2 0-16,0 8 0 0,5-6 0 0,0-4 0 15,0-2 0-15,0 0 0 0,7-4 0 0,4-2 0 16,1-3 0-16,-1-4 0 0,2-3 0 0,1-3 0 16,0 0 0-16,2 0 0 0,-2-2 0 0,2-7 0 15,2-4-49-15,-5 3-89 0,4 1 59 0,-4 1-888 16</inkml:trace>
  <inkml:trace contextRef="#ctx0" brushRef="#br0" timeOffset="167911.61">5155 9206 2492 0,'0'-4'0'0,"0"-2"0"0,0 3 0 0,0-3 0 0,0 2 0 0,0 0 0 0,0 2 0 0,0 1 0 0,0-1 0 0,0 0 0 0,0 2 116 0,0 0-40 0,-3 0 136 15,1 0-78-15,-3 4-53 16,1 5 224-16,-1 4-134 0,-1 6-67 0,-2 3 136 0,1 1-240 0,-2 9 0 16,1 2 0-16,-5 7 0 15,3 2 0-15,-5 5 0 0,2 2 0 0,-4 1 0 16,2 1 0-16,-2 3 0 0,2-1 0 0,-5-3 0 15,5-2 0-15,-1-3 0 0,2-2 0 0,4-11 0 16,-1 3 0-16,4-9 0 0,0 5 0 0,1-14 0 16,-1-1 0-16,7-6 0 0,-5-1 0 0,5-5 0 15,-2-3 0-15,2-2 0 0,0 0 0 16,0-11-128-16,4-13 46 0,12-10-720 16,1-10 388-16,-1-3 188 0,3-6-236 0,-1-9 213 15,-3-1 106-15,2 5-447 0,-2-17 281 0,0 6 137 16,2 3 67-16,-4 13-38 0,-2-3 71 0,-3 14 38 15,1-1 34-15,-2 8 194 0,-6 9-134 0,4 2-49 16,-3 8 650-16,2 4-358 0,-2 5-165 0,2 1-80 16,2 5 444-16,3-1-162 0,0 2-152 0,7 0 583 15,3 13-372-15,-1 3-181 0,7 13-130 16,-2 7-88-16,-1 7 0 0,1 6 0 16,2 10 0-16,-6 0 0 0,0 1 0 0,3 1 0 15,-5-9 0-15,4 3 0 0,-2-5 0 0,-1-5 0 16,2-2 0-16,-1-4 0 0,-3-1 0 0,-3-4 0 15,2-2 0-15,-6 0 0 0,2-4 0 0,-8-6 0 16,-1-3 0-16,0-1 0 0,-2-4 0 16,0-6-252-16,0-1-237 0,-9-2 226 0,-5-5 113 15,2 0-667-15,-10-1 394 0</inkml:trace>
  <inkml:trace contextRef="#ctx0" brushRef="#br0" timeOffset="168050.54">5094 9788 3931 0,'-16'-4'0'0,"2"2"0"0,5 2 0 0,1 0 0 0,4-1 0 0,1 1 0 0,3-2 0 0,0-1 0 0,7 0 0 0,19-1 0 0,-1-2 0 16,4 1 0-16,4 1 0 0,3 0 0 0,-1 0 0 15,5 3 0-15,5-1 0 0,-1 2 0 16,-2 0 0-16,0 0 0 0,6 0-662 0</inkml:trace>
  <inkml:trace contextRef="#ctx0" brushRef="#br0" timeOffset="168201.22">6061 9822 3931 0,'-17'-3'0'0,"12"2"0"0,-1-1 0 0,4-2 0 0,-1 0 0 0,1 1 0 0,2-3 0 0,0-1 0 0,0-3 0 0,2 1 0 0,9-3 0 0,4 1 0 0,-3 1 0 15,6 7 0-15</inkml:trace>
  <inkml:trace contextRef="#ctx0" brushRef="#br0" timeOffset="169199.68">27242 8312 2581 0,'-4'-10'0'0,"0"3"0"0,1 1 0 0,-4 2 0 0,3 3 0 0,-2 1 0 0,-2 0 0 0,1 3 0 0,-5 14 0 0,-1 6 0 0,-2 1 90 0,0 8 265 0,-3 4-160 15,-1 2-79-15,-1 2-39 16,-1 5 184-16,-1-3-102 0,2 3-66 0,0 2-89 0,-3 1-4 15,2-2 0-15,-2 1 0 0,-1 2 0 0,2-2 0 16,-1 0 0-16,3-2 0 0,-1-2 0 0,4-4 0 16,4-7 0-16,0 0-171 0,5-9 28 15,2-3 36-15,2-7 56 0,3-2-464 0,1-5 230 0,0-4 129 16,0-2-156-16,0 0 138 16,9-15 68-16,5-8 35 0,4-7-415 0,5-9 229 15,-1-4 110-15</inkml:trace>
  <inkml:trace contextRef="#ctx0" brushRef="#br0" timeOffset="169417.53">27139 8285 2822 0,'7'-14'0'0,"-3"7"0"0,2 0 0 0,-3 6 0 0,2 1 0 0,3 0 0 0,4 8 0 0,1 13 0 0,2 3 0 0,4 13 0 0,-4 4 129 0,1 3 567 0,2 6-412 0,-4 2-284 15,-1 3 0-15,1-3 0 0,-6 3 0 0,0-5 0 16,-1 1 0-16,-2-2 0 0,-1-4 0 0,-1-2 0 15,-1-5 0-15,-1-1 0 0,-1-3 0 0,0-2 0 16,0-6 0-16,0-5 0 0,-1-4 0 0,-6-6-822 16,-2 0 356-16,-4-5 214 0,3-4 108 0,-3-2-504 15,-2 0 305-15,-2 0 144 16,-2-13-276-16,-2-8 219 0</inkml:trace>
  <inkml:trace contextRef="#ctx0" brushRef="#br0" timeOffset="169578.09">27014 8882 2828 0,'-28'-22'0'0,"6"5"0"0,-2 4 0 0,3 2 0 0,6-1 0 0,5 5 0 0,3 1 0 0,4 1 0 0,3 1 0 0,0 0 0 0,14 0 186 0,9 3 102 16,0-1-126-16,7 0-53 0,0 2-41 0,-2 0 162 0,2 0-170 0,-5 0-60 15,4 2 0-15,-7 3-64 16,7 5-64-16,-5-3 82 0,1 3-612 0,0-1 348 16,-4-2 163-16,2 1 98 0,4-2-781 0,3-2 397 15,-2-4 198-15</inkml:trace>
  <inkml:trace contextRef="#ctx0" brushRef="#br0" timeOffset="169825.41">27939 8419 3092 0,'0'-12'0'0,"0"7"0"0,0-1 0 0,-9 5 0 0,-4-1 0 0,1 2 0 0,-3 0 0 0,0 3 0 0,-3 14 0 0,1 6 0 0,5 5 216 0,-1 9-95 16,3 4 381-16,5-1-502 0,2 5 0 0,3 4 0 15,0-7 0-15,0 10 0 0,1-5 0 0,10-2 0 16,4-4 0-16,-2-7 0 0,4 0 0 0,1-4 0 16,2-2 0-16,2-6 0 0,-1-2 0 15,2-8 0-15,-4-2 0 0,8-3 0 0,-8-5 0 16,10-2 0-16,-5 0 0 0,3 0-483 16,-5-3 37-16,6-11 209 0,-2 3 100 0,-2-3-616 15,1-4 358-15,-1 0 179 0</inkml:trace>
  <inkml:trace contextRef="#ctx0" brushRef="#br0" timeOffset="170335.56">28423 8476 2813 0,'-5'-4'0'0,"3"3"0"0,-1 0 0 0,3 1 0 0,-2 0 0 0,-1 0 0 0,0 0 0 0,2 0 0 0,-1 11 0 0,0 2 0 0,2 4 340 0,-3 1-153 0,1 1-75 15,-3 2-39-15,-2 0 23 0,1-1-21 0,-1-1-10 16,0-2-70-16,-3-3 41 0,2-3 0 0,3-4 8 15,-2 0 15-15,0 0-59 0,2-6 0 0,-2 1 0 16,5-2 0-16,0 0 0 0,1 0 0 0,1 0 0 16,0 0 0-16,0 0 0 0,6 0 0 0,12-2 0 15,2 1 0-15,4-4 0 16,3 3 0-16,-1 0 0 0,1 2 0 0,-4 0 0 16,-1 0 0-16,1 9 0 0,-2 1 0 0,-5 3 0 15,-1 3 0-15,-4 0 0 0,-1 3 0 0,-2 0 0 16,-6 2 0-16,1 1 0 0,-3-1 0 0,0 1 0 15,0 2 0-15,-8-1 0 0,-3-2 0 0,-3 0 0 16,1-6 0-16,-5 2 0 0,1-4 0 0,-1 0 0 16,-1-4 0-16,-1 1 0 0,-1-3 0 0,-2 0 0 15,-2-1 0-15,2-2 0 16,0 0 0-16,0-2 0 0,0-2 0 0,1 0 0 16,0 0 0-16,2 0 0 0,4-2-150 0,1-12-205 15,1-4 153-15,9-7 75 0,4-7-808 0,1-11 450 16</inkml:trace>
  <inkml:trace contextRef="#ctx0" brushRef="#br0" timeOffset="170498.01">28330 8496 2509 0,'5'-8'0'0,"0"5"0"0,0 0 0 0,3 2 0 0,2-1 0 0,2-1 0 0,6-1 0 0,2 4 0 0,5 0 0 0,0 0 0 0,0 0 356 0,3 0-159 15,-2 4 341-15,-6 1-242 0,5-1-261 0,-4 1-35 16,2 1 0-16,0-1 0 0,0 1 0 0,-2 0 0 15,0 1-476-15,-2 0 166 0,1 3 173 0,-3 0-895 16,3-1 434-16</inkml:trace>
  <inkml:trace contextRef="#ctx0" brushRef="#br0" timeOffset="170698.87">29076 8922 3554 0,'0'5'0'0,"0"3"0"0,0 0 0 0,0-1 0 15,2 1 0-15,2 1 0 0,0 0 0 0,-1 3 0 0,-1-1 0 0,-2 2 0 0,3 0 377 0,-3 1-377 0,0 1 0 0,-3-1 0 0,-7 1 0 0,-3 1 0 16,-2-1 0-16,3-2 0 0,-4 0 0 0,2 0 0 16,2-2 0-16,-2-1-443 0,0-1 66 15,3 1 215-15</inkml:trace>
  <inkml:trace contextRef="#ctx0" brushRef="#br0" timeOffset="172096.22">29244 8660 2988 0,'-1'-4'0'0,"1"2"0"0,0 2 0 0,0 0 0 0,1 0 0 15,4 0 0-15,7 0 0 0,4 0 0 0,5 0 0 0,0 0 0 0,9 0 188 0,-1 2-75 0,1 0 224 0,0-2-150 0,1 0-74 0,-4 2-108 16,5-2-5-16,-4 0 0 0,-8 0 0 0,5 0-228 16,-4 0 72-16,-5 0 106 0,0 0 39 0,-4-2-614 0,-1 0 274 15,-4 0 181-15,-2-2-27 16,2-2-232-16,-3 1 201 0,3-3 95 0</inkml:trace>
  <inkml:trace contextRef="#ctx0" brushRef="#br0" timeOffset="172480.27">29789 8390 2256 0,'5'-5'0'0,"3"1"0"0,-1 0 0 0,5-1 0 0,-2 1 0 0,5 1 0 0,1 1 0 0,8-1 0 0,-1 3 0 0,2 0 0 16,5 0 564-16,-2 5-267 0,0 2-130 0,-1 2 235 0,-5 3-182 15,-2-1-195-15,0 4-25 0,-7 2 0 0,-1 1 0 16,-4 4 0-16,-6 3 0 0,-2 0 0 0,0 3 0 16,-7 0 0-16,-11 3 0 0,-8 2 0 0,0-1 0 31,-7-2 0-31,7-4 0 0,-9 6 0 0,3-5 0 0,4-5 0 0,-4-1 0 0,2-4 0 0,5-4 0 16,-2 0 0-16,4-4 0 15,1-3 0-15,7-3 0 0,2 0 0 0,5-2 0 0,2-1 0 0,1 0 0 16,5 0 0-16,0 0 0 15,0 0 0-15,0 0 0 0,11 0 0 0,5 0 0 16,4 0 0-16,5 0 0 0,2 0 0 0,-4 0 0 16,9 0 0-16,-5 0 0 0,3 0 0 0,-2 0 0 15,0 0 0-15,-5 0 0 16,7 0 0-16,-5 0 0 0,-2 0 0 0,-1 0 0 0,0 0 0 0,-1 0 0 16,-2 0 0-16,1 0 0 0,-3 0 0 15,-1 0 0-15,1 0 0 0,-4 0-580 0,4 0 40 0,-4 0 252 16,1 0 125-16,2-1-685 15,-4-7 406-15</inkml:trace>
  <inkml:trace contextRef="#ctx0" brushRef="#br0" timeOffset="172687.51">30427 8789 2428 0,'7'-2'0'0,"-2"2"0"0,3 0 0 0,-1 0 0 0,-2 0 0 0,-2 0 0 0,2 2 0 0,0 7 0 0,0 0 0 0,-3 5 0 0,-1-1 463 0,1 4-218 0,-2 0-104 16,0 0-51-16,0 1 474 0,-7 1-564 15,-4 1 0-15,1-4 0 0,-5 1 0 0,3 0 0 16,-2-2 0-16,-2-1 0 0,2 0 0 0,0-3 0 16,0-1 0-16,0-3 0 0,-2 1 0 0,3-3 0 15,5-1 0-15,-4-1 0 0,4-1 0 0,3-2 0 16,0 0-503-16,3 0 51 0,2 0 197 0,0 0-562 16,0-8 390-16</inkml:trace>
  <inkml:trace contextRef="#ctx0" brushRef="#br0" timeOffset="172902.84">30585 8644 3415 0,'2'0'0'0,"2"0"0"0,3 0 0 0,0 0 0 0,5 0 0 0,1 0 0 0,2 0 0 0,3-1 0 0,3-2 0 0,4 2 0 0,0-1 357 0,3 0-198 0,-2 0-159 0,4 0 0 15,-6 0 0-15,9 0 0 0,-8 0 0 0,2 2 0 16,-6 0 0-16,1 0 0 0,-2 0-408 0,-2 0 76 16,-4 2 184-16,2 2 94 15,-4-2-907-15,3 0 454 0,-1-2 225 0</inkml:trace>
  <inkml:trace contextRef="#ctx0" brushRef="#br0" timeOffset="173241.11">31438 8350 2685 0,'5'0'0'0,"0"0"0"0,2 0 0 0,-5 3 0 0,4 1 0 0,-3 4 0 0,-1 1 0 0,-2 2 0 0,0 4 0 16,0 6 0-16,-13 0 187 0,-4 1-75 0,-4 4 270 0,-3 1-163 0,-1-1-95 16,0-2-44-16,-5 1 62 0,5-3-142 0,-3-3 0 15,8-4 0-15,0 0 0 0,3-2 0 16,4-4 0-16,6-2 0 0,-1-4 0 0,3 1 0 0,3-4 0 15,2 1 0-15,0-1 0 0,0 0 0 0,15 0 0 16,2 0 0-16,11 0 0 0,-3 0 0 0,7 0 0 16,3 0 0-16,5 0 0 15,-5 0 0-15,12 0 0 0,-6 2 0 0,-6 2 0 16,13-2 0-16,-16 2 0 0,-4-1 0 0,6 3 0 16,-13-2 0-16,1 2 0 0,-2-3 0 0,-4 3 0 15,-9-2 0-15,0-1 0 0,-5 1-298 0,-1-2-124 16,1-2 192-16,-2 1 96 0,0-1-548 0,0 0 326 15,-3 0 160-15,-6-1-200 0,2-12 179 0</inkml:trace>
  <inkml:trace contextRef="#ctx0" brushRef="#br0" timeOffset="173454.48">31603 8443 2703 0,'-10'0'0'0,"2"3"0"0,0 2 0 0,-1 1 0 15,4-1 0-15,0 5 0 0,0 5 0 0,2 2 0 0,1 6 0 0,1 2 0 0,1 4 451 0,-2 0-211 16,2 1-101-16,-5 1 259 0,3 0-398 0,-3 1 0 0,-2-2 0 0,4 0 0 0,-3-3 0 0,2-1 0 16,-1-4 0-16,4 1 0 0,-1-2 0 15,2-2 0-15,-2-5 0 0,2-2 0 16,0-3 0-16,0-4 0 0,0 2-138 0,0-5-39 16,0-2-663-16,2 0 401 0,3 0 201 0,2-6 91 15,1-8-465-15,-2-3 288 0</inkml:trace>
  <inkml:trace contextRef="#ctx0" brushRef="#br0" timeOffset="173685.11">31855 8321 3651 0,'18'-1'0'0,"2"1"0"0,0 0 0 0,-2 0 0 0,4 7 0 0,1 9 0 0,1 6 0 0,2 9 0 0,-9-3 0 0,6 14 0 0,-5-1 150 0,-4 0-20 0,-1 1-130 16,-6-7 0-16,-2 5 0 0,-3 5 0 0,-2-4 0 15,0 1 0-15,-14-3 0 16,-6-2 0-16,-3-3 0 0,-9 7 0 0,1-9 0 0,1-1 0 0,1-7 0 16,0-1 0-16,0-3 0 0,2-5 0 15,2-2 0-15,4-3 0 0,-1-1 0 0,2-3 0 16,3 1 0-16,4-1 0 0,3-1-196 0,0 3 11 16,5-1 76-16</inkml:trace>
  <inkml:trace contextRef="#ctx0" brushRef="#br0" timeOffset="173877.86">32304 9515 3931 0,'0'-2'0'0,"2"2"0"0,5 0 0 0,-5 0 0 0,-2 0 0 0,0 0 0 0,0 0 0 0,-2 0 0 0,-3-3 0 0,-4-1 0 0,-2 3 0 0,-1-1 0 16,4-1-13-16,-2 2-347 0</inkml:trace>
  <inkml:trace contextRef="#ctx0" brushRef="#br0" timeOffset="181237.46">16067 3364 904 0,'-2'0'0'0,"-1"0"0"0,-2 0 0 0,1 0 0 0,3-2 0 0,-1 0 0 0,0 0 0 0,0 2 0 0,0 0 0 0,2-2 0 0,0 2 118 0,0 0-35 16,0 0 12-16,0 0-48 0,0 0 84 0,0 0-42 15,0 0 1-15,0 0-43 0,0 0 79 0,0-1-45 0,0-2 0 16,4 1 26-16,1 1-1 15,4-2-58-15,0 2 11 0,2-1 30 0,-1 0-41 16,1-2 0-16,1 2 7 0,0 1-8 0,-3-2 13 16,2 0-13-16,1 3-3 0,-3-3 3 0,4 2 1 15,-3 1-1-15,-1-3 0 0,4 1 0 0,-5 2 1 16,5 0-38-16,-1-3 37 16,-1 1 1-16,0 1-21 0,2-1 16 0,0-2 1 0,1 0 0 0,-1 0-9 15,1-1 7-15,2 1 7 16,-2 1-12-16,3 0-23 0,-2-3 25 0,1 3 1 15,-2-1 1-15,2 1-49 0,-4 1 44 0,2-1 1 16,-1 2-36-16,1-1 1 0,-4 0 27 16,1 0-42-16,3 2 40 0,-1-2 3 0,1 2-8 0,0 0-17 15,0-1 18-15,-2-2 8 0,1 3-11 0,3-1-12 16,-2 1 12-16,0 0 3 0,1-3-5 0,0 3-26 16,-2-1 26-16,1 1 3 0,-2-2-3 0,1 2-8 15,1 0 7-15,-5-1 6 0,3 1-1 0,0 0-17 16,-1 0-5-16,1-3 0 15,1 3 0-15,1 0 0 0,0-1 0 0,0 1 0 16,0 0 0-16,4 0 0 0,-4-3 0 0,4 3 0 16,-2 0 0-16,1-1 0 0,-1 1 0 0,3 0 0 15,-2-2 0-15,2 0 0 0,0 2 0 0,-1-2 0 16,0 1 0-16,0-2 0 0,-3 3 0 0,4-1 0 16,-4 1 0-16,0 0 0 0,2 0 0 0,-4 0 0 15,2 0 0-15,-4 0 0 0,5 0 0 0,-5 0 0 16,2 0 0-16,-2 0 0 0,0 0 0 0,3 0 0 15,-3 0 0-15,1 0 0 16,2 0 0-16,-1 0 0 0,-1 0 0 0,1 0 0 16,-3 0 0-16,4 0 0 0,-1 0 0 0,1 0 0 15,-4 0 0-15,6-2 0 0,-3 2 0 0,-1-2 0 16,4 2 0-16,1-2 0 0,-2 2 0 0,2-1 0 16,0 1 0-16,0-3 0 0,-1 3 0 0,3 0 0 15,-2 0 0-15,0 0 0 0,0 0 0 0,0 0 0 16,0 0 0-16,0 0 0 0,0 0 0 15,-1 0 0-15,2 0 0 0,0 0 0 16,-1 0 0-16,2 0 0 0,1-1 0 0,0 1 0 16,0-3 0-16,2 3 0 0,3-2 0 0,-4 0 0 15,3 2 0-15,2 0 0 0,0 0 0 0,1-2 0 16,1 2 0-16,2-1 0 0,0 1 0 0,0 0 0 16,2-2 0-16,0 0 0 0,0 2 0 0,-2-2 0 15,4 0 0-15,-2 1 0 0,1-2 0 0,1 1 0 16,2 2 0-16,0-1 0 0,0-1 0 0,-1 2 0 15,3 0 0-15,3-1 0 16,-1 1 0-16,-1 0 0 0,-4 0 0 0,5 0 0 16,-2 0 0-16,-1 0 0 0,1 0 0 0,-1 0 0 15,0 0 0-15,0 0 0 0,0 0 0 0,2 0 0 16,3 0 0-16,-6 0 0 0,3 0 0 0,6 0 0 16,-3 0 0-16,-1 0 0 0,1 0 0 0,-7 0 0 15,4 0 0-15,-3 0 0 0,-1 0 0 0,1 0 0 16,0 0 0-16,-2 0 0 0,2 0 0 15,-3 0 0-15,1 0 0 0,0 0 0 16,1 0 0-16,1 0 0 0,2 0 0 0,0 0 0 16,-1 0 0-16,0 0 0 0,2 0 0 0,0 0 0 15,-2 0 0-15,0 0 0 0,2 0 0 0,-2 0 0 16,0 0 0-16,1 0 0 0,1 0 0 0,-2 0 0 16,0 0 0-16,0 0 0 0,6 0 0 0,-6 0 0 15,7 0 0-15,-3 0 0 0,3 0 0 0,-5 0 0 16,-3 0 0-16,6 0 0 15,0 0 0-15,-1 0 0 0,0 0 0 0,0 0 0 16,-2 0 0-16,-2 0 0 0,9 0 0 0,-4 0 0 16,0 0 0-16,1 0 0 0,-2 0 0 0,-2 0 0 15,0 1 0-15,0 1 0 0,-2-1 0 0,2 1 0 16,-4 1 0-16,2-2 0 0,1-1 0 0,-3 2 0 16,5 0 0-16,1-2 0 0,2 2 0 0,-3-2 0 15,7 0 0-15,-2 2 0 0,-2-2 0 0,0 0 0 16,-1 0 0-16,-3 0 0 15,5 0 0-15,-9 0 0 0,5 0 0 0,-5 0 0 16,1 0 0-16,-3 0 0 0,-1 0 0 0,0 0 0 16,-2 0 0-16,-1 0 0 0,-3 0 0 0,-5 0 0 15,0 1 0-15,-1 1 0 0,-1 0 0 0,-4-2 0 16,0 2 0-16,0 1 0 0,-2-2 0 0,-2-1 0 16,0 3 0-16,-1-3 0 0,-1 0 0 0,-1 0 0 15,-3 0 0-15,-2 0 0 0,-1 0 0 0,0 0-183 16,-2 0-63-16,0 0 101 0,-12 0 37 0,-15 0-872 15,-16 3 467-15</inkml:trace>
  <inkml:trace contextRef="#ctx0" brushRef="#br0" timeOffset="182628.18">6984 6155 3358 0,'4'-7'0'15,"2"0"0"-15,0 0 0 0,3 3 0 0,0 0 0 0,0 2 0 0,3 2 0 0,-3 0 0 0,2 0 0 0,2 7 0 0,-3 7 242 0,-2 1-100 0,4 1 47 0,-1 4-189 0,-2-2 0 0,3 1 0 16,-3 1 0-16,0-1 0 0,2 1 0 16,-4-6 0-16,-2 3 0 0,1-2 0 0,-3-6 0 15,-1 1 0-15,1-2 0 0,-2-3 0 16,-1 0 0-16,0-1 0 0,0-2 0 0,-6 0 0 16,-5-2 0-16,2 0 0 0,-4 0 0 0,0 0 0 0,-1-4 0 15,2-7 0-15,1-1 0 0,-3-6 0 0,4 2 0 16,-1-4 0-16,4 3 0 15,0 0 0-15,2 2 0 0,0 6 0 0,3 0 0 16,1 3 0-16,-2 3 0 0,3 0 0 0,0 1 0 0,0 1 0 16,0 1 0-16,0 0 0 0,6 0 0 15,4 9 0-15,-2 0 0 0,4 5 0 0,-2 1 0 16,0 0 0-16,2 2 0 0,-1-3 0 0,-2 4 0 16,4-3 0-16,-5-1 0 15,1-1 0-15,0 2 0 0,-2-3 0 0,-2-1 0 0,1 4 0 0,-1-3 0 16,-2 0 0-1,1 4 0-15,-2-1 0 0,-1 1 0 0,1 2-50 0,0 1-894 16,0-1 452-16,0 2 225 0</inkml:trace>
  <inkml:trace contextRef="#ctx0" brushRef="#br0" timeOffset="182881.44">7288 6644 3538 0,'-3'0'0'0,"3"0"0"0,0 6 0 0,0 3 0 0,0 3 0 0,0 5 0 0,0 1 0 0,0 3 0 0,0 8 0 0,1 0 0 0,1 3 150 15,2 2 93-15,1 0-243 0,-3-1 0 0,4 1 0 16,-2 0 0-16,2-2 0 0,-4-2 0 16,1 3 0-16,-1-6 0 0,3-1 0 0,-5-4 0 0,2-4 0 15,1-7 0-15,-3 1 0 0,0-7 0 16,0-3-730-16,1-2 261 0,1 0 215 0,1-11 106 0,1-10-201 15,1-8 159-15,-4-3 74 16,1-11-413-16,-2 0 245 0,0-5 121 0</inkml:trace>
  <inkml:trace contextRef="#ctx0" brushRef="#br0" timeOffset="183256.02">7318 6667 2418 0,'-8'-29'0'0,"3"11"0"0,3 1 0 0,1 2 0 0,1-1 0 0,0 1 0 0,0 3 0 0,8-1 0 0,9-1 0 0,-2 3 0 0,6 0 123 0,8 1 434 0,-3 3-258 16,2 3-129-16,2 2-64 0,0 2 152 15,-5 0-258-15,4 4 0 0,-6 9 0 0,-1 4 0 0,-7 4 0 16,-3 1 0-16,-5 0 0 0,-3 9 0 16,-4-5 0-16,0 2 0 0,-2-1 0 0,-11-1 0 15,-2-5 0-15,-5 4 0 0,2-11 0 0,1-1 0 16,1-1 0-16,0-5 0 0,9-3 0 0,-2-3 0 16,4 1 0-16,2-2 0 0,2 0 0 0,1 0 0 15,0 0 0-15,4 0 0 16,13 0 0-16,4 0 0 0,4 0 0 0,3 0 0 15,1 0 0-15,1 0 0 0,0 6 0 0,-3 3 0 16,-1 2 0-16,-1 7 0 0,-4-1 0 0,-1 4 0 16,-6 2 0-16,-5 4 0 0,-4 0 0 0,-5 0 0 15,0 2 0-15,-5 0 0 0,-11 0 0 0,-7-5 0 16,-2-1 0-16,-3-5 0 0,0-3 0 0,-4-3 0 16,-2-4 0-16,0-5 0 0,1-3 0 15,-1 0 0-15,2 0 0 0,2-2 0 0,4-11 0 16,1 0 0-16,8-1 0 0,-1 0 0 0,6-1 0 15,2 0 0-15,5 5 0 0,3-3 0 16,2 2 0-16,0 2 0 0,7 1 0 0,11 2 0 16</inkml:trace>
  <inkml:trace contextRef="#ctx0" brushRef="#br0" timeOffset="185180.79">16069 10228 2913 0,'0'12'0'0,"0"3"0"0,0 0 0 0,0 2 0 0,0 8 0 0,0 3 0 0,0 2 0 0,2 4 0 0,0 2 0 0,-1 2 0 0,1-1 237 0,0 6-100 0,0-8-39 16,0 3 108-16,0-1-84 0,-2-1-41 0,0-2-114 15,0-4 36-15,0-5 10 0,0-1 26 0,0-5-291 16,0-2 145-16,-2-8 74 16,-2-3-203-16,0-5 109 0,-1-1 72 0,-2 0-61 15,0-11-460-15,4-11 268 0,1-7 135 0,-2-4 56 16,2-11-380-16,-1 0 229 0,-5-5 115 0,2-5-149 16,-3 0 132-16,0-2 56 0,0 2 43 15,-1 3-1-15,1 6 33 0,1 9 9 0,0 3 123 16,3 8-95-16,-1-1 9 0,3 7-46 0,3 2 524 15,0 6-261-15,0 1-132 0,1 1 21 0,14 4 602 16,8-1-338-16,1 3-169 16,6 0 196-16,4 1-183 0,0 2-81 0,0 0 111 0,-1 2-106 15,-1 7-53-15,0 2-27 0,-4 3 19 16,-7-3-36-16,2 5-9 0,-8 0 0 0,-3-1-28 16,-7 4 28-16,-3 0 0 0,-2 1 2 0,-6 3-41 15,-13-3 0-15,-2 1 0 16,-2 0 0-16,-4-2 0 0,4-7 0 0,0 3 0 0,4-3 0 0,1-3 0 15,9-3 0-15,-1-1 0 0,6-4 0 16,1 1 0-16,3-2 0 0,0 2 0 0,10 2 0 16,8-3 0-16,8 4 0 0,3-2 0 0,1 3 0 15,2 0 0-15,-2 4 0 0,-4-1 0 16,4 5 0-16,-5 1 0 0,-5 2 0 0,-6-2 0 16,-4 5 0-16,-2 3 0 0,-5-1 0 0,-3 5 0 0,0-4 0 15,-3 2 0-15,-12 0 0 16,-4-3 0-16,-4-1 0 0,0 0 0 0,-6-4 0 0,-3-1 0 15,2-2 0-15,-2-3 0 0,2-1 0 0,2-4 0 16,2-3 0-16,-3 1 0 0,8-4 0 0,0 0 0 16,1 0 0-16,3 0 0 15,8 0 0-15,2-4 0 0,1-2 0 0,6-3 0 16,0-2 0-16,9-5-160 0,14 0-141 0,4-1 131 16,3-2-880-16</inkml:trace>
  <inkml:trace contextRef="#ctx0" brushRef="#br0" timeOffset="185413.15">17002 10078 3627 0,'0'-7'0'0,"0"2"0"0,-8 1 0 0,-5 2 0 0,0 2-1 0,-2 0 0 0,0 0 0 0,-4 18 1 0,3 4 0 0,-1 6 0 0,0 9 307 15,3 3-307-15,4 5 0 0,2 4 0 0,6 1 0 16,2 1 0-16,0 0 0 0,0 2 0 0,11-5 0 15,7-1 0-15,0-5 0 0,7 3 0 0,1-8 0 0,0-3 0 16,-4-8 0-16,6 1 0 0,-2-6 0 16,1-1 0-16,-3-5 0 0,1-5 0 0,-1 3 0 15,-5-5-579-15,4 0-89 0,-3-1 318 0</inkml:trace>
  <inkml:trace contextRef="#ctx0" brushRef="#br0" timeOffset="186114.29">17524 10066 2574 0,'0'-3'0'0,"-2"2"0"0,2 1 0 0,0 0 0 0,0 0 0 0,0 0 0 0,0 13 0 0,0 2 0 0,0 3 0 0,0 7 0 0,2 0 204 0,5 5-83 0,0 1-41 0,2 5 322 15,0 8-187-15,-2-5-88 0,1 2 81 0,0 1-208 16,-3-1 0-16,1-4 0 0,-1 1 0 0,-1 0 0 16,0-3 0-16,0-2 0 0,-1-2 0 0,1-6 0 15,0-1 0-15,-2-4 0 0,-1-2 0 0,1-5 0 16,0-4 0-16,-2-1 0 0,0-5 0 16,0-1 0-16,0-2 0 0,0 0 0 0,0 0 0 15,-2 0 0-15,-1 0-78 0,-1 0-174 16,2 0 107-16,2-2-641 0,0-1 374 0,0-7 178 15,2 1 102-15,7-5-634 0</inkml:trace>
  <inkml:trace contextRef="#ctx0" brushRef="#br0" timeOffset="186329.87">17949 10508 3340 0,'7'0'0'0,"-2"0"0"0,-1 0 0 0,2 0 0 0,-4 5 0 0,2 6 0 0,-1 2 0 0,1 3 0 0,0 4 0 0,-1 3 0 0,-1-1 255 15,0 4 81-15,-2 1-336 0,0-2 0 0,0-5 0 16,0 4 0-16,-5-3 0 0,-1-3 0 0,-1-1 0 16,-3-2 0-16,3-3 0 0,-3-4 0 0,-3 1 0 15,2-3 0-15,-2-3 0 0,1-1 0 0,3-2 0 16,0 0 0-16,1 0 0 0,2 0-367 0,3 0-55 16,3-8 192-16,0-4 96 0,0 0-658 0,13-7 382 15,4 2 185-15</inkml:trace>
  <inkml:trace contextRef="#ctx0" brushRef="#br0" timeOffset="186948.67">18519 10428 1596 0,'-2'-2'0'0,"-1"-3"0"16,-3-1 0-16,-1-2 0 0,-1-1 0 0,2 1 0 0,-3-1 0 0,2-1 0 0,0 1 0 0,-2-2 0 0,2 0 72 0,2-1 216 0,-1-1-124 0,0 3-63 15,2-2-22-15,2-3 105 0,0 2-73 0,2 0-36 16,0 0 0-16,0-1 224 0,0 1-120 0,8 0-75 0,0 0 217 15,1 1-141-15,2 1-77 0,3-2-103 16,0 3 0-16,2-1 0 0,-2 2 0 0,4 0 0 16,0 4 0-16,1-3 0 0,2 3 0 15,-3 2 0-15,1 1 0 0,2 2 0 0,-3 0 0 0,2 0 0 16,-2 4 0-16,1 5 0 0,0 1 0 0,-4 2 0 16,0-2 0-16,0 3 0 0,-4 2 0 15,-1 3 0-15,-3 0 0 0,-3 3 0 16,-3 4 0-16,-1-5 0 0,0 7 0 0,-3 2 0 0,-10-1 0 15,-2 3 0-15,-4-4 0 0,-2 4 0 16,-3-4 0-16,-1 2 0 0,-1-3 0 0,2 0 0 16,-2-3 0-16,-1-4 0 0,1-2 0 0,-1-2 0 15,7-5 0-15,-1-1 0 0,2-3 0 16,3-1 0-16,2-1 0 0,3-2 0 0,4-1 0 16,1 1 0-16,2-2 0 0,4 0 0 15,0 0 0-15,0 0 0 0,0 1 0 0,2 2 0 16,10 1 0-16,2-2 0 0,5-1 0 0,6 4 0 15,-2-5 0-15,6 0 0 0,-1 0 0 0,2 0 0 16,0 0 0-16,0-2 0 0,-1-4 0 0,1-1 0 16,-9 4 0-16,3-3 0 0,-2 5 0 0,-1-3 0 15,-2 3 0-15,-2 1 0 0,0 0 0 16,-4 0 0-16,0 0 0 0,2 1 0 0,0 4 0 0,0 1-312 16,2-4-307-16,1-1 281 15,5-1 154-15</inkml:trace>
  <inkml:trace contextRef="#ctx0" brushRef="#br0" timeOffset="187163.57">19213 10531 3024 0,'1'-5'-1'0,"3"3"0"0,-2 1 1 0,0-2 0 0,0 3 0 0,-1 0 0 0,3 0 0 0,1 4 0 0,-2 7 0 0,1 3 0 0,-2 0 876 16,0 5-843-16,-2 6-33 0,0-3 0 0,-2 1 0 0,-10 5 0 0,-1 0 0 15,-4-4 0-15,0 2 0 0,2-5 0 16,-7 4 0-16,3-4 0 0,-4-3 0 0,3-1 0 15,-3-4 0-15,4-4 0 0,-3 1 0 16,3-5 0-16,0-1 0 0,8-1 0 0,0-3 0 16,1 0 0-16,5 0-115 0,1-8-162 0,4-6 119 15,0-6 60-15,9-2-750 0,8-4 396 0</inkml:trace>
  <inkml:trace contextRef="#ctx0" brushRef="#br0" timeOffset="187563.13">19639 10225 3580 0,'6'-7'0'0,"-1"3"0"0,-1-2 0 0,-4 1 0 0,0 1 0 0,0 2 0 0,0-1 0 0,-6 3 0 0,-1 0 0 0,-3 3 0 0,3 10 140 0,-4 6 71 0,3 0-211 15,-2 8 0-15,7 1 0 0,-1-1 0 0,4 1 0 0,0 0 0 16,0-4 0-16,6 6 0 0,5-7 0 0,2 0 0 15,3-2 0-15,-2-5 0 0,5-2 0 0,3-1 0 16,1-3 0-16,2-7 0 16,-3-1 0-16,2-2 0 0,-1 0 0 0,5-7 0 0,-3-7 0 15,-1-2 0-15,-4-1 0 0,0-2 0 16,-6 5 0-16,0-7 0 0,-5 0 0 0,-2 0 0 0,-3-5 0 16,-4 1 0-16,0 1 0 0,-2-4 0 0,-11-1 0 15,-4 1 0-15,-3 4 0 0,-5 1 0 0,-3 3 0 16,0 5 0-16,-2 3 0 15,0 5 0-15,1 3 0 0,1 2 0 0,8 2 0 0,-3 0 0 0,6 0 0 16,2 2 0 0,5 6 0-16,1-1 0 0,2 1 0 0,2 1 0 0,1 2 0 15,4 1 0-15,0 1 0 0,0-2 0 0,0 4 0 16,0-2 0-16,5 0 0 0,4 0-318 0,3 1-255 16,-1-1 258-16,4 0 143 0</inkml:trace>
  <inkml:trace contextRef="#ctx0" brushRef="#br0" timeOffset="187854.84">20231 9901 3816 0,'10'-4'0'0,"8"2"0"16,-2 0 0-16,0 2 0 0,-2 0 0 0,5 0 0 0,-1 0 0 0,4 12 0 0,0 1 0 0,-2 3 0 0,3 5 115 0,-2 2-115 0,0 1 0 0,-3 6 0 0,0 0 0 15,-2 4 0-15,-2 2 0 16,-1-1 0-16,-3 8 0 0,-5-1 0 16,-1-1 0-16,-2-4 0 0,-2 11 0 0,0-7 0 0,-11 2 0 15,-7-1 0-15,1-2 0 0,-1-4 0 0,-9 8 0 0,3-5 0 16,-5-3 0-16,1-3 0 16,-4-3 0-16,2-3 0 0,-2-2 0 0,0-5 0 15,2-3 0-15,2-4 0 0,3-2 0 0,4-1 0 0,0-1 0 16,2-3 0-16,4-1 0 0,0 1-428 15,2-2-135-15</inkml:trace>
  <inkml:trace contextRef="#ctx0" brushRef="#br0" timeOffset="188058.4">20818 10933 3931 0,'-5'-7'0'0,"5"7"0"16,0 0 0-16,0 0 0 0,-4-2 0 0,-1 1 0 0,-5 1 0 0,1 0 0 0,-5 0 0 0,3-3 0 0,2 3 0 0,-1-2 0 0,3 2 0 0,-1 0 0 0</inkml:trace>
  <inkml:trace contextRef="#ctx1" brushRef="#br0">15188 15427 0,'0'0'16,"0"0"-16,0 0 15,0 0 1,0 0-16,0 0 16,0 0-16,0 0 15,0 0 1,0 0-16,0 0 15,0 0 1,0 0-16</inkml:trace>
  <inkml:trace contextRef="#ctx0" brushRef="#br0" timeOffset="212401.76">5414 8644 919 0,'-1'-4'0'0,"1"3"0"0,-3-3 0 0,1-4 0 0,2 2 0 0,-2-1 0 0,2 0 0 0,0-1 0 0,0 1 0 0,0-1 0 0,0 2 83 0,0-1-43 0,0-1 48 16,0 2 1-16,0-1-50 0,0 2 11 0,0 2 100 15,0-4-55-15,0 5-28 0,0 1 0 16,0-2 97-16,0 1-53 0,0 2-40 16,0 0-1-16,0 0 62 0,-10 12-47 0,3 5 1 15,-2 2-37-15,-1-1 99 0,1 3-54 0,1 0-28 16,-1 0 65-16,1-3-46 0,5-3 10 0,1-4 74 15,2 1-65-15,0-3-32 0,0-1 0 0,0-5-6 16,0 4 10-16,4-6-36 0,3-1-1 0,1 0-56 16,2 0 29-16,-2-1-1 0,0-11 39 0,1 0-49 15,-3-3 0-15,1-2 39 0,1-1-29 0,-6 1-7 16,0-2 43-16,-2 0-94 16,0 2 35-16,0 2 3 0,-4 4 1 0,-6 1 59 15,2 7 5-15,-4-1-42 0,-4 4 0 0,-2 0-14 16,-1 7 0-16,-3 13 0 0,1 2 0 0,2 4 0 15,3 3 0-15,1-1 0 0,3 0 0 0,6-1 0 16,4-4 0-16,2-2 0 0,0-2 0 0,0-2 0 16,2-4 0-16,10-3 0 0,4-3 0 0,-2-5 0 15,3-2 0-15,2 0 0 0,3-7 0 0,-3-10 0 16,-4-1 0-16,4-4 0 16,-6 0 0-16,-6 3 0 0,-1-4 0 0,-4 4 0 15,0 0 0-15,-2 5 0 0,0 3 0 0,-10 1 0 16,-3 2 0-16,-1 5 0 0,-4 3 0 0,1 0 0 15,-4 0 0-15,-1 11 0 0,2 4 0 0,5 0 0 16,-4 7 0-16,8-4 0 0,1 3 0 0,6 0 0 16,4-4 0-16,0 4-89 0,11 0-120 0,10-4-470 15</inkml:trace>
  <inkml:trace contextRef="#ctx0" brushRef="#br0" timeOffset="-206885.86">8478 11251 3163 0,'-9'-2'0'0,"4"2"0"0,3 0 0 0,0 0 0 0,0 0 0 0,2 0 0 0,0 0 0 0,2 0 0 0,11-2 0 0,10 1 0 0,5-2 436 0,2 0-199 15,6-1-142-15,6-2-95 0,0 2 0 0,1-1 0 16,0-1 0-16,1 2 0 0,-3-3 0 0,8-3 0 16,-4 1 0-16,2-2 0 0,-6-1 0 0,-5 3 0 0,-1-2-277 15,-3-1 56-15,-6 1 46 0,-6 4 87 0,-4-2-614 16,-2-1 332-16,-7 0 156 0,0 0 92 15,-5-2-481-15,-2-3 282 0</inkml:trace>
  <inkml:trace contextRef="#ctx0" brushRef="#br0" timeOffset="-206674.72">9125 10894 2471 0,'-17'-8'0'0,"2"7"0"0,2-2 0 0,-1 3 0 0,7 0 0 0,0 0 0 0,3 0 0 0,2 3 0 0,2 3 0 0,0-1 0 0,11 3 111 0,8-4 163 15,5 3-122-15,4-2-57 0,0 3 328 0,4-3-191 16,-2 3-98-16,2-1-95 0,-3 1-39 15,-1 0 0-15,-2 1 0 0,-7-2 0 16,-2 3 0-16,-2 3 0 0,-7 0 0 0,-3 4 0 16,-5 2 0-16,0 5 0 0,-7 1 0 0,-9 0 0 15,-4 4 0-15,-8 5 0 0,3-2-75 0,-3-2-132 16,5-5 95-16,-2 6-593 0,0-3 333 0,2-1 167 16,1-3 84-16,1 0-584 0,-3-1 324 0</inkml:trace>
  <inkml:trace contextRef="#ctx0" brushRef="#br0" timeOffset="-206308.14">9043 11587 2284 0,'1'2'0'0,"3"-2"0"0,-2 0 0 0,2 0 0 0,-2 0 0 0,1-6 0 0,1-3 0 0,-1-1 0 0,-1-1 0 0,1 2 0 0,-3-5 162 16,0 5-61-16,0-2-32 0,0 4 10 0,-8-2 10 15,-1 4-25-15,-2 2-1 0,-5 0-24 0,3 1 160 16,-4 2-71-16,1 0-49 0,-4 0 180 0,3 6-111 15,1 4-54-15,1-1-28 16,0 3-58-16,4-1-8 0,1-1 0 0,2 4 0 16,5 0 0-16,3 1 0 0,0 1 0 0,0 3 0 15,3 4 0-15,12-4 0 0,2 1 0 0,6-1 0 16,-1 1 0-16,6-3 0 0,-1 2 0 0,-1-2 0 16,-1-2 0-16,-2 1 0 0,-9-2 0 0,2 2 0 15,-5-1 0-15,-4 2 0 16,-5-1 0-16,-1-2 0 0,-1 2 0 0,0-5 0 0,-10 4 0 0,-6-2 0 15,0-1 0-15,-9 1 0 16,7-4 0-16,-9 1 0 0,6-5 0 0,-1 1 0 16,2-5 0-16,0 2 0 0,2-3 0 0,1 0 0 15,1 0 0-15,2 0 0 0,3-4 0 0,4-4 0 16,-2-3 0-16,9-5-315 0,0-4-244 0,0 0 260 16,11-5 130-16,10 1-451 0</inkml:trace>
  <inkml:trace contextRef="#ctx0" brushRef="#br0" timeOffset="-206129.65">9341 11526 3931 0,'10'0'0'0,"-1"6"0"0,-4-2 0 0,1-2 0 0,2-1 0 0,-1 2 0 0,6-3 0 0,2 0 0 0,2 2 0 0,4-2 0 0,0 2 0 0,1-1 0 15,4-1 0-15,-1 2 0 0,-1 0 0 0,-4 0 0 0,1-1-98 16,0 2-256-16,-4 1 196 15,-4-1 98-15,-4 2-982 0,-3 0 519 0,-4 3 158 0</inkml:trace>
  <inkml:trace contextRef="#ctx0" brushRef="#br0" timeOffset="-205975.23">9540 11686 2918 0,'-21'8'-1'0,"4"2"1"0,1-3 0 0,1 0 0 0,7-1 0 0,2-1 0 0,3 1 0 0,3-2 0 0,0 4 0 0,3-3 0 0,13 1 139 0,0-2 416 0,3 1-258 0,1-1-274 16,1 0-23-16,2 0 0 0,0-1 0 0,-1-1 0 15,-1 0 0-15,0-1-11 16,-1-1-243-16,1 3 147 0,-2-1-743 0,-1-2 412 16,1 0 229-16,-1 0-35 0,3 0-521 0</inkml:trace>
  <inkml:trace contextRef="#ctx0" brushRef="#br0" timeOffset="-205742.68">10162 11305 3931 0,'-11'-6'0'0,"3"5"0"0,-2 1 0 0,-4 0 0 0,2 0 0 0,-1 6 0 0,0 5 0 0,2 3 0 0,-2 7 0 0,1 4 0 0,4 3 0 0,2 4 0 0,0 1 0 16,6 5 0-16,0-2 0 0,0 1 0 0,2 1 0 16,8-2 0-16,0 0 0 0,4-3 0 0,-2-1 0 15,4-2 0-15,-2-4 0 0,-1-3 0 0,6-1 0 16,-3-5 0-16,-2-2 0 0,4-1 0 15,-4-6-351-15,2-3-160 0,0-5 241 0,0 0-582 16,-2 0 406-16,0-11 202 0</inkml:trace>
  <inkml:trace contextRef="#ctx0" brushRef="#br0" timeOffset="-205265.78">10340 11489 2840 0,'0'0'0'0,"0"0"0"0,0 0 0 0,2 4 0 0,0 7 0 0,2 4 0 0,1 0 0 0,-1 4 0 0,4 4 0 0,-3 3 0 0,1 1 157 0,-2-2-60 0,-1 3 256 0,-1-5-158 16,0 0-69-16,0-1-49 0,-1-3 9 0,-1-1-86 15,0-6 0-15,0-2 0 0,0-3 0 0,0-3 0 16,0-2 0-16,0-2 0 0,2 0 0 0,3-6 0 16,0-11 0-16,4-3 0 0,2-3 0 15,3-1 0-15,-1 1 0 0,0 3 0 0,4-7 0 0,-2 7 0 16,-2 3 0-16,3 2 0 15,-2 3 0-15,0 3 0 0,-3 3 0 0,-2 5 0 16,3-2 0-16,-3 3 0 0,0 0 0 0,-2 4 0 16,0 7 0-16,0 2 0 0,-3 5 0 0,-1 0 0 15,3 3 0-15,-3 0 0 0,0-2 0 0,1-1 0 16,-2-1 0-16,-1-2 0 0,3-7 0 0,-2 1 0 16,0-4 0-16,-1-2 0 0,3-2 0 0,-2-1 0 15,3 0 0-15,4-9 0 0,0-6 0 0,2-6 0 16,1 2 0-16,0-1 0 0,-1 3 0 0,5 0 0 15,-2-1 0-15,2 6 0 16,-3 3 0-16,0 3 0 0,0 3 0 0,-1 0 0 16,1 3 0-16,-3 0 0 0,1 0 0 0,-2 9 0 15,-4 3 0-15,1-2 0 0,0 5 0 0,-2-1 0 16,-3 4 0-16,1-2 0 0,0 3 0 0,-2-2 0 16,0 2 0-16,0-4 0 0,0 2 0 0,0-4 0 15,0-2 0-15,0 1 0 0,0-5-5 16,0 1-146-16,0-4 62 0,0 1-1043 0,0-5 546 0,0 0 265 15</inkml:trace>
  <inkml:trace contextRef="#ctx0" brushRef="#br0" timeOffset="-205092.75">11093 11750 3285 0,'10'0'0'0,"-3"0"0"0,-1 0 0 0,-4 6 0 0,0 2 0 0,-2 3 0 0,0 0 0 0,0 2-1 0,0 2 1 0,-6 3-1 0,-3-3 243 0,-1 4 164 0,-1 1-406 15,-3-3 0-15,3 1 0 0,-1-3 0 0,-2 0 0 16,1-2 0-16,-2-1 0 0,0-3 0 0,3-1 0 16,5-7 0-16,0 1-736 0,3-2 334 0,2 0 164 15,2-9-89-15</inkml:trace>
  <inkml:trace contextRef="#ctx0" brushRef="#br0" timeOffset="-204731.93">11259 11564 3516 0,'5'0'0'0,"1"0"0"0,-2 3 0 0,-1 4 0 0,-1 4 0 0,0 2 0 0,0 3 0 0,-1 2 0 0,1 3 0 0,1 5 0 0,-3-4 372 0,0 6-329 0,0-3-43 0,0-4 0 16,0 1 0-16,0-3 0 0,0-7 0 0,-3-2 0 16,3-2 0-16,0-5 0 0,-2-3 0 0,2 0 0 15,0-2 0-15,0-12 0 16,0-10 0-16,5-1 0 0,4-5 0 0,2-2 0 0,3-1-138 0,2-2 55 15,1 4 1-15,2 1-15 16,0 1 30-16,0 3 0 0,-3 9 90 0,4-1-25 16,-4 4 0-16,-1 5-35 0,-2 2 357 0,-4 6-171 15,3 1-75-15,-1 0-65 0,-4 9-9 0,2 8 0 16,-2 6 0-16,-2 2 0 0,1-3 0 0,0 9 0 16,0-1 0-16,-1-2 0 0,-1 0 0 0,1-2 0 15,-1-4 0-15,-1 3 0 0,-1-4 0 0,3-4 0 16,-3-3 0-16,-2-2 0 15,0-2 0-15,0-4 0 0,0 0 0 0,0-3 0 16,0-1 0-16,-4 1-316 0,-1-3-200 16,2 0 244-16,-1 0 116 0,-1 0-885 0</inkml:trace>
  <inkml:trace contextRef="#ctx0" brushRef="#br0" timeOffset="-204550.88">11856 11748 3931 0,'4'0'0'0,"-1"0"0"0,-1 0 0 0,-2 4 0 0,0 2 0 0,0 3 0 0,0 3 0 0,-4 1 0 0,-1 4 0 0,-2 0 0 0,-3 1 0 0,0 2 0 0,0-2 0 0,-2 3 0 15,-1-3 0-15,0-1 0 0,-2-1 0 0,4-2 0 16,2-6 0-16,2-1 0 0,2-3-813 0,1-4 343 16,4 0 252-16,0-2-29 0,0-15-355 0</inkml:trace>
  <inkml:trace contextRef="#ctx0" brushRef="#br0" timeOffset="-204324.49">12085 11448 3931 0,'1'0'0'0,"2"1"0"0,-1 2 0 0,2 2 0 0,-1 5 0 0,1 1 0 0,3 5 0 0,0 8 0 0,2 2 0 15,-2 6 0-15,2 7 0 0,-2 8 0 0,0 2 0 0,-2 2 0 16,-1 1 0-16,-2 0 0 0,0 1 0 15,-1-4 0-15,1-3 0 0,-2-3 0 0,0-10 0 16,0 3 0-16,0-9 0 0,0-1 0 0,-2-6 0 16,-3-5 0-16,-1-2 0 0,1-3 0 0,-3-3 0 15,-1-4-330-15,-2-3-139 0,-1 0 216 0,1-7 108 16,0-15-637-16,1-12 364 0</inkml:trace>
  <inkml:trace contextRef="#ctx0" brushRef="#br0" timeOffset="-204099.88">12077 11352 3445 0,'9'-15'0'0,"9"4"0"0,3-4 0 0,-3 2 0 16,5 1 0-16,1 7 0 0,1 3 0 0,9 2 0 0,-6 0 0 0,0 6 0 0,-2 8 153 0,-4 5 180 0,1 4-333 0,-6 1 0 0,-4 3 0 16,-5-1 0-16,-5 4 0 0,-3 0 0 0,0 2 0 15,-16-3 0-15,-11 6 0 0,-1-7 0 0,2-7 0 16,-12 5 0-16,8-10 0 0,-5 1 0 0,1-7 0 15,-1-4 0-15,8-3 0 0,4-3 0 0,1 0 0 16,5-2 0-16,5-6-36 0,5-8-274 16,7-9 126-16,0 0 77 0,4-9-948 0</inkml:trace>
  <inkml:trace contextRef="#ctx0" brushRef="#br0" timeOffset="-203925.41">12389 11185 3931 0,'26'-7'0'0,"8"4"0"0,-6 3 0 0,-1 0 0 0,-3 0 0 0,8 10 0 0,2 10 0 0,2 1 0 0,-3 6 0 0,3 5 0 0,-2 1 0 16,-3 6 0-16,-2 3 0 0,-5-3 0 0,-4 3 0 16,-8-1 0-16,-8-5 0 15,-4 9 0-15,0-5 0 0,-18 0 0 0,-7-6 0 16,-5 2 0-16,-6-2 0 0,-6-4 0 0,-2-2 0 16,1-5 0-16,11-4 0 0,0-7 0 0,9-1 0 15,-1-5-821-15</inkml:trace>
  <inkml:trace contextRef="#ctx0" brushRef="#br0" timeOffset="-203761.67">13145 12165 344 0,'0'-7'0'0,"0"5"1489"0,9 0-745 0,0-9-372 0,-7-3-186 0,0 3-646 0,-2 2 213 0</inkml:trace>
  <inkml:trace contextRef="#ctx0" brushRef="#br0" timeOffset="-195928">13906 11487 2287 0,'-14'-1'0'0,"3"-2"0"0,-1 1 0 0,3 1 0 15,0-1 0-15,3 0 0 0,0 2 0 0,2-3 0 0,4 3 0 0,0 0 0 0,6-1 177 0,17 1 223 0,1-1-181 0,8-2-90 0,2 2-46 0,10-2 299 16,-11-2-162-16,14 1-186 0,-3 1-34 15,-4-3 0-15,0 3 0 0,-7-3 0 16,5 0 0-16,-2 1 0 0,-4 1 0 0,-2 0 0 16,-8 0 0-16,-1 0 0 0,0 2 0 0,-10 1 0 15,3-1-73-15,-7 0-61 0,-2-2 79 0,-1 2-818 16,-2-3 422-16,0-1 207 0,-2-5-422 16,0 0 314-16,0-5 157 0,-4-1 69 0,-5-5-274 15</inkml:trace>
  <inkml:trace contextRef="#ctx0" brushRef="#br0" timeOffset="-195740.91">14410 11214 2071 0,'-11'-18'0'0,"1"5"0"0,3 4 0 0,0 0 0 0,3 1 0 0,1 2 0 0,3 4 0 0,0-1 0 0,0 1 0 0,3 2 0 0,10 0 166 16,2 0-54-16,2 0 370 0,4 9-221 0,2 3-112 15,-3-2-56-15,1 6 163 0,-7-3-100 0,3 2-64 16,-2 2 1-16,-5 0-93 16,-1 1 0-16,-5 3 0 0,-4 1 0 0,0 3 0 15,-4 0 0-15,-11 1 0 0,-4 2-47 0,-3-2 0 16,-3 2 52-16,0 1-720 0,-2-4 353 0,1 0 98 15,-1-4 113-15,3-4-499 0,1-4 297 0,-4 2 162 16,2-6-137-16,4-3 144 0,-5-3 74 0</inkml:trace>
  <inkml:trace contextRef="#ctx0" brushRef="#br0" timeOffset="-195372.95">14140 11653 1807 0,'-13'0'0'0,"1"1"0"0,5-1 0 0,0 5 0 0,3-4 0 0,0 4 0 0,4 3 0 0,-2 4 0 0,2 1 0 0,0 4 0 0,0 4 340 0,0 5-151 0,4-1-75 0,0 5-38 0,-2 0 474 16,-1 5-261-16,1-3-126 15,-2-2 196-15,0 2-315 0,0-3-44 0,0-4 0 16,-2 5 0-16,-1-10 0 0,-3-1 0 0,0-2 0 16,2-7 0-16,1-1 0 0,1-5 0 0,-2-2 0 15,4-2 0-15,-2 0 0 0,2-9 0 0,0-12 0 16,4-3 0-16,9-3 0 0,0-1 0 0,4 0 0 16,2 0 0-16,2 1 0 0,-1-1 0 0,3 5 0 15,-2 1 0-15,-5 7 0 0,3 0 0 16,-1 4 0-16,-4 4 0 0,-5 2 0 0,3 4 0 0,-1 1 0 15,-4 0 0-15,1 10 0 16,0 5 0-16,-3 10 0 0,1 1 0 0,-1 2 0 16,2 3 0-16,-2 3 0 0,2 1 0 0,-1-1 0 15,1 0 0-15,3-2 0 0,-1 0 0 0,2-4 0 0,1-2 0 16,-1-3 0-16,4-1 0 0,-2-5 0 16,2 0 0-16,0-2 0 0,0-4 0 0,-2-3 0 15,2-3 0-15,-1-3 0 16,-2-2 0-16,4 0 0 0,-1 0 0 0,0-5 0 0,1-10 0 0,4-3 0 15,-2-4-420-15,3-8-91 16,0-5 236-16,-1-11-703 0</inkml:trace>
  <inkml:trace contextRef="#ctx0" brushRef="#br0" timeOffset="-195220.04">14880 11699 3594 0,'0'-3'0'0,"0"1"0"0,0 0 0 0,0 1 0 0,0 1 0 0,0 0 0 0,3 0 0 0,9 1 0 0,3 3 0 0,4-1 0 0,1-1 220 15,6 2-103-15,1-4-117 0,-3 2 0 0,10-2 0 16,-2 0 0-16,0 0 0 0,-2 0 0 0,0 0 0 16,-5 0 0-16,-2 0-35 0,-3 0-61 0,-9 0 67 15,-2 2-1147-15</inkml:trace>
  <inkml:trace contextRef="#ctx0" brushRef="#br0" timeOffset="-195051.67">15030 11932 3442 0,'-30'15'-1'0,"2"2"-1"0,-1-2 1 0,8-1 1 0,3-3 0 0,9-1 0 0,1-3 0 0,6 2 0 0,2-1 0 0,2 1 0 0,13-2 493 16,6-1-493-16,7-2 0 0,0-1 0 0,2-1 0 0,0 0 0 15,0-2 0-15,-3 0 0 0,3 0 0 16,-7 0 0-16,-1 0 0 0,-2 0 0 0,-2-2 0 0,-6 2 0 16,0 0 0-16,-3 0-915 0,-1 0 276 0</inkml:trace>
  <inkml:trace contextRef="#ctx0" brushRef="#br0" timeOffset="-194531.84">15699 11579 2877 0,'-7'-11'0'0,"-2"4"0"0,-1-1 0 0,0 2 0 0,-1 3 0 0,0 1 0 0,-1 2 0 0,-1 0 0 0,0 5 0 0,-2 15 0 0,-3 6 173 16,0 10-69-16,4 0-34 0,0 8 404 0,7 1-241 15,3-6-233-15,4 14 0 0,0-10 0 0,2 0 0 16,12-6 0-16,2-4 0 0,4 0 0 0,3-4 0 16,1-3 0-16,3-5 0 0,1-3 0 0,0-3 0 15,-6-3 0-15,8-3 0 0,-11-3 0 0,2-2 0 16,-2-4-55-16,-4 0-201 0,-2 0 112 16,-1-2 4-16,-1-7-529 0,-4-7 317 0,2-6 157 0,-3 0-440 15,0-7 290 1,-1-8 160-16</inkml:trace>
  <inkml:trace contextRef="#ctx0" brushRef="#br0" timeOffset="-194328.79">15982 11459 3471 0,'0'-6'0'0,"0"5"0"0,0-2 0 0,0 3 0 0,0 0 0 0,0 0 0 0,0 4 0 0,0 8 0 0,0 4 0 0,0 7 0 0,2 2 132 0,2 0 196 0,1 6-328 15,-1 3 0-15,1 0 0 0,-4 2 0 16,3-1 0-16,-2 3 0 0,0-3 0 15,-1 1 0-15,1-3 0 0,0-1 0 0,0-1 0 16,0-3 0-16,0-2 0 0,-1-4 0 0,1-1 0 16,0-3 0-16,0 0 0 0,-2-7-233 0,3-1-221 15,-2-1 200-15,1-3 114 0,4-3-380 0,-3-3 242 16,5 0 121-16</inkml:trace>
  <inkml:trace contextRef="#ctx0" brushRef="#br0" timeOffset="-194128.73">16239 11923 2918 0,'7'0'0'0,"0"0"0"0,-1 0 0 0,1 2 0 0,-2 3 0 0,4 3 0 0,-2 0 0 0,0 0 0 0,0 4 0 0,0 0 0 0,-2 1 366 0,-3 1-164 0,0 2-84 16,-2-2 209-16,0 4-327 0,0-2 0 0,-12 2 0 16,1-1 0-16,-3-3 0 0,-4 1 0 15,4-4 0-15,-6 1 0 0,3-4 0 0,1-1-81 0,-2-1-128 16,4-4 122-16,2-2 71 15,3 0-790-15,0 0 386 0,5-6 191 0,4-11 97 16,0-6-549-16</inkml:trace>
  <inkml:trace contextRef="#ctx0" brushRef="#br0" timeOffset="-193885.72">16586 11468 3412 0,'5'-4'0'0,"1"1"0"0,-1 1 0 0,-3 2 0 0,0 0 0 0,-2 0 0 0,2 0 0 16,-1 0 0-16,1 8 0 0,3 5 0 0,0 5 415 0,3 5-311 0,-5 2-104 0,3 3 0 0,-3 2 0 15,-1 1 0-15,0 3 0 0,1 1 0 0,-1-3 0 16,-2 3 0-16,0-4 0 0,0 4 0 16,0-5 0-16,0 1 0 0,-7-4 0 0,2-3 0 15,-3-1 0-15,1-2 0 0,2-4 0 16,0-6 0-16,0-2 0 0,1-1-358 0,4-5-121 15,-2-3 222-15,2 0 110 0,0 0-735 0</inkml:trace>
  <inkml:trace contextRef="#ctx0" brushRef="#br0" timeOffset="-193694.53">16804 11861 3158 0,'9'0'0'0,"-2"0"0"0,0 4 0 0,1 2 0 0,0 1 0 0,-3 1 0 0,1 0 0 0,-1 4 0 0,2 1 0 0,-6 0 0 0,1 2 656 0,-2 0-539 0,0 5-117 0,0-4 0 16,-10 1 0-16,-1 2 0 0,-2-4 0 16,-2 1 0-16,0-1 0 0,-2-3 0 0,-1 0 0 0,-1-2 0 15,-2-4 0-15,3 0 0 0,2-4-783 0,5-2 290 16,-1 0 237-16,5 0 47 0,3-8-602 0</inkml:trace>
  <inkml:trace contextRef="#ctx0" brushRef="#br0" timeOffset="-193458.58">17094 11559 3757 0,'2'0'0'0,"-1"0"0"0,3 0 0 0,-2 0 0 0,1 0 0 0,2 3 0 0,1 7 0 0,-3 3 0 0,3 4 0 0,1 6 0 0,1 1 174 0,-2-2-174 0,1 11 0 15,0-2 0-15,-1-1 0 0,-2 1 0 16,0-1 0-16,-2-4 0 0,0 5 0 15,-2-2 0-15,0-9 0 0,0 2 0 0,0 0 0 16,-2-5 0-16,-7-5 0 0,4-2 0 0,-2-4 0 16,1-1-246-16,-1-2-183 0,1-3 192 0,-2 0 101 15,1-3-631-15,5-8 365 0,-1-10 184 16</inkml:trace>
  <inkml:trace contextRef="#ctx0" brushRef="#br0" timeOffset="-193230.33">17349 11414 3920 0,'19'-4'0'0,"6"2"0"0,-4 1 0 0,4-1 0 16,3 2 0-16,2 0 0 0,2 2 0 0,0 11 0 0,0 5 0 0,-2 5 0 0,-3 3 11 0,-3 5-11 0,-3 0 0 0,-3 11 0 16,-6-4 0-16,-6 4 0 0,-3 2 0 0,-3-3 0 0,0 10 0 0,-13-5 0 15,-4-2 0-15,-4-2 0 0,-3-3 0 16,4-9 0-16,-9 2 0 0,1-7 0 0,0-1 0 0,-2-6 0 15,2-3 0-15,5-4 0 0,-1-1 0 16,5-3 0-16,0-1-96 0,4-2-248 0,2 0 141 16,2-1 68-16</inkml:trace>
  <inkml:trace contextRef="#ctx0" brushRef="#br0" timeOffset="-193069.08">18048 12242 3931 0,'2'-3'0'0,"10"-3"0"0,-3 0 0 0,-7-1 0 0,-2 1 0 0,0 1 0 0,0-2 0 0,0 1 0 0,-4-2 0 0,-3 2 0 0,4 1 0 0,-3 1 0 0</inkml:trace>
  <inkml:trace contextRef="#ctx0" brushRef="#br0" timeOffset="-186441.04">19605 1706 3572 0,'-6'-8'0'0,"6"6"0"0,0 2 0 0,6-2 0 0,11-1 0 0,4 0 0 0,5 0 0 0,2 1 0 0,10 0 0 0,3 1 0 0,0-2 276 0,-1 2-193 15,12 1-83-15,-5 0 0 0,-2 0 0 16,0 0 0-16,-9 0 0 0,1 0 0 0,-3 0 0 16,-4 4 0-16,-9-1 0 0,0 2-178 0,-6-1-77 15,-2 0 141-15,-5 0-856 0,-3-3 457 16,-3 1 237-16,0-2 119 0,-2 0-229 16,0 0 179-16</inkml:trace>
  <inkml:trace contextRef="#ctx0" brushRef="#br0" timeOffset="-186239.54">20137 1515 2668 0,'-16'-16'0'0,"5"5"0"0,4 5 0 0,2-2 0 0,3 3 0 0,2 0 0 0,0 4 0 0,3-2 0 0,16 2 0 0,5 0 0 0,6-2 315 0,2 3-139 0,4 0-59 15,-1 0-44-15,-1 0 469 0,-1 8-502 16,-8 2-40-16,-6 1 0 0,2 4 0 0,-8 1 0 0,-2 2 0 16,-5 2 0-16,-6 7 0 15,0-3 0-15,-6 4 0 0,-10 0 0 0,-5 0 0 16,-4 0 0-16,-2-2-4 0,-1-1-271 0,-1 0 52 15,3-7 101-15,-1 2-217 0,3-6 151 0,1 1 75 16,1-1-501-16,5-2 278 0,-6 4 154 0,5-4 72 16</inkml:trace>
  <inkml:trace contextRef="#ctx0" brushRef="#br0" timeOffset="-185856.75">20037 2067 2042 0,'2'3'0'0,"2"0"0"0,-2-3 0 0,-1 0 0 0,3 0 0 0,-2-2 0 0,2-4 0 0,-3-3 0 0,3 2 0 0,-2-3 0 0,1 1 127 0,-3-1-35 0,0 3-10 16,0-1-17-16,0-1-27 0,-10 3 0 0,-3 1 0 0,-3 0 55 15,-2 3-11-15,-8 0-43 16,1 2 200-16,-3 0-100 0,0 0-51 0,1 2 270 16,-3 7-164-16,2 0-78 0,4 2-55 0,5 1-61 0,0-1 0 0,4 3 0 15,6-2 0-15,1-1 0 0,6 2 0 0,2 3 0 16,0 0 0-16,8-1 0 0,12 4 0 15,1-2 0-15,6 1 0 0,3-4 0 0,2 1 0 0,0 1 0 16,0-4 0-16,-4 3 0 16,-2 0 0-16,-9-3 0 0,-2 3 0 0,-4 0 0 15,-6-2 0-15,-3 2 0 0,-2 0 0 0,0 1 0 16,-12-4 0-16,-9 5 0 0,-2-5 0 0,-3 3 0 16,0-6 0-16,-1 1 0 0,5-5 0 0,-3-3 0 15,1-2 0-15,3 0 0 0,2 0 0 0,3 0 0 16,0-2 0-16,5-2 0 0,4-2 0 15,1-1 0-15,2 0 0 0,4-1 0 0,0 0-446 16,0 1-23-16,12-1 215 0,8-1-290 16,1 2 252-16,2 1 128 0</inkml:trace>
  <inkml:trace contextRef="#ctx0" brushRef="#br0" timeOffset="-185593.15">20324 2190 3931 0,'0'0'0'0,"-3"0"0"0,-1 0 0 0,-1 0 0 0,0 0 0 0,3 0 0 0,2 3 0 0,0 5 0 0,0 1 0 0,0 4 0 16,7 2 0-16,0 4 0 0,0 0 0 0,2 6 0 0,0-1 0 0,-4 0 0 16,-1 3 0-16,-1-4 0 0,-1-2 0 15,0 4 0-15,0-2 0 0,-2-1 0 0,0-3 0 16,0-2 0-16,0-4 0 0,0-1 0 0,0-1 0 0,0-6 0 15,-2-1 0-15,2-2 0 0,0 0 0 16,-2-2 0-16,2 0 0 0,0-2 0 0,0-11 0 16,0-2-228-16,4-5-65 0,8-4 127 15,0-2 62-15,6-5-879 0</inkml:trace>
  <inkml:trace contextRef="#ctx0" brushRef="#br0" timeOffset="-185399.61">20687 1963 3931 0,'-2'0'0'0,"-1"0"0"0,0 1 0 0,3-1 0 0,0 5 0 0,0-3 0 0,8 3 0 0,7-1 0 0,2-3 0 0,10 5 0 0,-6-4 0 0,11-1 0 0,-2-1 0 0,2 0 0 16,0 0 0-16,0 0 0 0,-6 0 0 0,6 0 0 15,-11 0 0-15,0 0 0 0,-3 0 0 16,-2 0-292-16,-5 2 151 0,-4 2 84 0,0 4-1179 0</inkml:trace>
  <inkml:trace contextRef="#ctx0" brushRef="#br0" timeOffset="-185239.75">20833 2230 3931 0,'-26'11'0'0,"5"-3"0"0,2 0 0 0,8-2 0 0,4-5 0 16,2 2 0-16,5 0 0 0,0 0 0 0,9-2 0 0,15-1 0 0,3 0 0 0,0 0 0 0,5 0 0 0,3 0 0 0,-2 0 0 0,-1 0 0 15,2 0 0-15,-2 0 0 0,0 0 0 0,-2 0 0 16,-2 0 0-16,-1 4-100 0,-7 1-304 0,-1 5 215 16</inkml:trace>
  <inkml:trace contextRef="#ctx0" brushRef="#br0" timeOffset="-184656.93">21911 1706 2764 0,'-18'-6'0'0,"-3"4"0"0,-4 2 0 0,0 0 0 0,-10 8 0 0,-4 13 0 0,3 5 0 0,3 8 0 0,1 6 0 0,2 1 0 0,1 6 615 0,5 2-289 16,6 0-143-16,4 2-140 0,8-5-43 0,6 4 0 0,0-6 0 0,10-2 0 15,11 0 0-15,3-11 0 0,10 5 0 0,1-6 0 16,6-6 0-16,1-3 0 0,1-5 0 0,-5-3 0 16,2-2 0-16,-3-6 0 0,-3-3 0 0,-2-2-184 15,-4 0-9-15,-5-4-816 0,0-10 491 0,-2-4 239 16</inkml:trace>
  <inkml:trace contextRef="#ctx0" brushRef="#br0" timeOffset="-184485.65">22011 2041 3337 0,'-13'0'0'0,"4"0"0"0,1 0 0 0,5 0 0 0,-2 3 0 0,5-3 0 0,0 0 0 0,6 0 0 0,14 0 0 0,3 0 0 0,2 0 548 0,-2 0-502 0,7 1-46 0,-3-1 0 16,1 1 0-16,1 2 0 15,-1-1 0-15,-4-1-50 0,6 3-227 0,-1-1 158 16,-5-2 78-16,-2 1-776 0,1 0 426 0,0-2 75 16,-7 0 154-16</inkml:trace>
  <inkml:trace contextRef="#ctx0" brushRef="#br0" timeOffset="-184298.14">22535 1706 3931 0,'0'-8'0'0,"0"4"0"0,0 1 0 0,-3 0 0 0,1 3 0 0,-1 3 0 0,3 9 0 0,0 5 0 0,0 8 0 0,0 1 0 0,0 2 0 0,3 4 0 0,-1 4 0 16,0 0 0-16,-1 0 0 0,-1 3 0 0,0-4 0 15,0 3 0-15,0-3 0 0,0-1 0 0,0-2 0 16,0-2 0-16,0-2 0 0,0-6-175 0,0 2-253 16,0-7 98-16,0-4-725 0,0-4 509 15,0-3 254-15</inkml:trace>
  <inkml:trace contextRef="#ctx0" brushRef="#br0" timeOffset="-184117.32">22770 2116 3283 0,'10'0'0'0,"-3"0"0"0,-2 0 0 0,-1 5 0 0,-2 7 0 0,0 1 0 0,-2 1 0 0,0 1 0 0,0 3 0 0,0 1 0 0,-8 1 149 16,-3 4-56-16,0-4 313 0,-2 2-406 0,-1-7 0 15,1 2 0-15,1-2 0 0,0-1 0 0,-1-6 0 16,6-3 0-16,-5-1 0 0,3-4 0 0,1 0-767 15,5 0 391-15,-2-4 205 16,5-11-53-16,0-5-656 0,3-7 411 0</inkml:trace>
  <inkml:trace contextRef="#ctx0" brushRef="#br0" timeOffset="-183781.8">23140 1838 1874 0,'6'0'0'0,"-4"0"0"0,0 0 0 0,-1-1 0 0,-1-1-1 16,0-2-1-16,0 3 1 0,0-4 0 0,0 2 1 0,0-2-1 0,0 4 94 0,2-1 184 0,0 0-119 0,0 0-60 15,0 0 420-15,1 2-230 0,-1 0-130 0,2 0 315 0,-1 0-473 0,2 0 0 16,0 9 0-16,-3 4 0 15,0 1 0-15,0 5 0 0,0 7 0 0,-2 2 0 16,0 3 0-16,0 1 0 0,0 1 0 0,0 0 0 16,0 1 0-16,0-4 0 0,0-2 0 0,0-3 0 15,0 3 0-15,2-5 0 0,-1-2 0 0,-1 0 0 16,0-4 0-16,0-4 0 0,0-1 0 0,0-6 0 16,0-3 0-16,0 2-26 0,-3-5-397 15,-1 0 180-15,0 0 107 0,3 0-638 0,-1 0 368 0,2-8 184 16</inkml:trace>
  <inkml:trace contextRef="#ctx0" brushRef="#br0" timeOffset="-183567.85">23426 2126 3148 0,'3'0'-1'0,"-1"1"0"16,0 3 0-16,0 2 1 0,0 2 0 0,-1 2 0 0,3 0 0 0,-2 3 0 0,2 2 0 0,-4 2 0 0,3 3 781 0,-3-1-776 0,0 2-5 15,0 2 0-15,-7 1 0 0,-2-2 0 0,-4-1 0 16,-2 2 0-16,0-7 0 0,-4 5 0 0,-1-6 0 16,1 1 0-16,-4-3 0 0,4-6 0 0,-1 0 0 15,2 0 0-15,6-6 0 0,2-1 0 0,0 0-948 16,7 0 455-16,1-5 217 0,2-10-598 0</inkml:trace>
  <inkml:trace contextRef="#ctx0" brushRef="#br0" timeOffset="-183298.03">23767 1904 3925 0,'2'-3'0'0,"0"0"0"0,0 0 0 0,0 0 0 0,0 3 0 0,-1 0 0 0,1 0 0 0,-1 6 0 0,4 8 0 0,-4 2 0 0,1 7 6 0,1 6-6 0,-3 0 0 15,2 3 0-15,0 0 0 0,0 2 0 16,-1 0 0-16,5-2 0 0,-1-3 0 0,1 1 0 16,-1-2 0-16,2 0 0 0,-6-6 0 0,1 0 0 15,0-2 0-15,-2-3 0 0,0-5 0 0,0-3 0 16,0-3 0-16,0-3-23 0,0 0-153 0,-2-3-714 16,-1 0 427-16,1-3 213 0,2-9 97 0,0-8-643 15</inkml:trace>
  <inkml:trace contextRef="#ctx0" brushRef="#br0" timeOffset="-183075.43">24085 1658 3931 0,'17'-2'0'0,"3"2"0"0,2 0 0 0,5 6 0 0,1 9 0 0,1 6 0 0,3 7 0 0,-11-1 0 0,9 12 0 16,-9 2 0-16,-1 2 0 0,-2 2 0 0,-6-3 0 15,-3 8 0-15,-4-3 0 0,-3 2 0 0,-2-2 0 16,-4 1 0-16,-10 1 0 0,-7-1 0 0,-4-1 0 0,-5-2 0 0,-2-4 0 16,-1-2 0-16,1-9 0 0,-9 4 0 0,4-8 0 15,4-7 0-15,2 1-212 0,1-2-255 0,10-6 205 16</inkml:trace>
  <inkml:trace contextRef="#ctx0" brushRef="#br0" timeOffset="-182897.44">24857 2486 3931 0,'10'-1'0'0,"2"-1"0"0,-4 2 0 0,-5 0 0 0,-1 0 0 0,-2 0 0 0,0 0 0 15,0 0 0-15,0 0 0 0,0 0 0 0,-5 0 0 0,3 2 0 0,-2 2 0 0,2-1 0 0,-3 5 0 16</inkml:trace>
  <inkml:trace contextRef="#ctx0" brushRef="#br0" timeOffset="-179856.96">20521 11342 1774 0,'-2'-3'0'0,"-1"1"0"0,-3-2 0 0,1 2 0 0,-2-3 0 0,-2 5 0 0,0-2 0 0,0 2 0 0,-5 0 0 0,0 0 0 0,-2 0 87 0,2 5 75 0,-4 5-62 16,2 1-21-16,-5 6 203 0,5 0-121 0,-3 6-62 15,-1 1-30-15,4 2 253 0,-1 4-133 0,4 2-80 16,-1 2-35-16,2 0 233 0,4 4-190 0,2-1-117 16,4 0 0-16,2 3 0 0,0-3 0 0,0-3 0 15,8 2 0-15,5-2 0 0,3-2 0 0,2-2 0 16,1-4 0-16,-1-3 0 0,3-3 0 0,-4-1 0 16,0-2 0-16,0-2 0 0,-4 0 0 0,1-3 0 15,-4-2 0-15,-2 0 0 0,1-3 0 16,-3-1 0-16,0 0 0 0,-3-2 0 15,1-3 0-15,0 1-56 0,-1-2-51 0,4 0-297 16,-2 0 183-16,2 0 92 0,4 0 45 0,1-7-625 16,1-3 325-16,3-4 178 0</inkml:trace>
  <inkml:trace contextRef="#ctx0" brushRef="#br0" timeOffset="-179590.33">20664 11457 3788 0,'-9'0'-8'0,"6"0"3"0,1 0 2 0,2-2 0 0,0 0 2 0,2 1-1 0,9-2 1 0,10 0 0 0,4 0 1 0,3-3-3 16,2 2 173-16,2 0-170 0,0 1 0 0,0-1 0 0,0 2 0 0,-2-2 0 15,0 0 0-15,-7 2 0 0,3 0 0 0,-3 1 0 16,-1-1 0-16,-1 0 0 0,-2 0 0 0,-3 0 0 16,0 0-669-16,-3-2 251 0,-1 1 81 0,-3-3-488 15,-2 1 394-15,-2-3 186 0</inkml:trace>
  <inkml:trace contextRef="#ctx0" brushRef="#br0" timeOffset="-179025.2">21135 11221 2136 0,'-9'-2'0'0,"2"0"0"0,4 2 0 0,-1 0 0 0,4 0 0 0,0 0 0 0,0 2 0 0,7 4 0 0,9-1 0 0,7 3 0 0,-4-3 375 0,7 5-174 0,-1-2-81 0,-1 2-41 15,1 2 37-15,-7-3-39 0,1 3 10 0,-2 1-49 16,-6-1-27-16,-3 6 0 0,-5-1 28 0,-3 1-184 16,0 3 102-16,-9 4 35 0,-7-4-287 15,-5 1 167-15,0 0 20 0,-4-1 66 0,2-3-393 16,-4 1 198-16,3-3 96 0,1-1 51 0,3-8-219 15,-1 3 125-15,2 1 78 0,2-4 34 0,4 1-197 0,3-3 115 16,1-1 58-16,1 2-30 0,3-4 48 16,3 0 1-16,0 1 79 15,2-1 0-15,0-1-40 0,0-1-10 0,0 0 234 0,0 0-116 16,0 0-55-16,0 0-26 0,0 0 432 0,0 0-222 16,0 0-49-16,0 0 397 0,0 0-255 15,0-1-126-15,0-5-64 0,-5 3 121 0,-3-3-98 16,0 2-42-16,-1-1 142 0,0 3-93 0,-5-2-47 15,1 2 10-15,-1 2 33 0,-3 0-45 0,-3 0 0 16,2 0-45-16,-6 8 123 0,4 1-51 0,-6 1-41 16,4 5 0-16,-1-1-49 0,2 2-20 0,5-1 0 15,-1-1 0-15,4 1 0 0,4 0 0 0,2 1 0 16,6-4 0-16,1 4 0 0,0 1 0 16,5 0 0-16,14 0 0 0,2-1 0 0,4 1 0 0,2-2 0 15,1 0 0-15,1 2 0 16,-3-2 0-16,0-2 0 0,-8 2 0 0,0-2 0 15,-3 4 0-15,-5-2 0 0,-7 0 0 0,-1 2 0 16,-2-1 0-16,0-2 0 0,-5 0 0 0,-8 0 0 16,-6 0 0-16,-4-3 0 0,0-2 0 0,-1-1 0 15,2-3 0-15,-7 0 0 0,8-4 0 16,0-1 0-16,-2 0 0 0,2 0 0 0,4 0 0 0,2 0 0 16,4 0 0-16,1 0-383 15,6 0-45-15,1-1 194 0,3-2 88 0,0-3-288 16,5 1 198-16,11-2 98 0,3-3 50 0</inkml:trace>
  <inkml:trace contextRef="#ctx0" brushRef="#br0" timeOffset="-178764.09">21121 11991 3901 0,'4'0'-4'0,"-3"0"-1"0,-1 0 1 0,0 0 1 0,0 0 0 0,0 0 2 0,0 0 0 0,0 0 0 0,0 0 1 0,0 3 0 0,0 8 52 0,0 3-52 0,0 2 0 0,2 3 0 15,0 2 0-15,0 0 0 0,0 1 0 0,-2 4 0 16,0-1 0-16,0-4 0 0,0 1 0 0,0-1 0 16,0 0 0-16,0-4 0 0,0-2 0 0,0-4 0 15,0 0 0-15,1-4 0 0,-1-3 0 0,0-2 0 16,0 0 0-16,0-2 0 0,2 0 0 0,-2 0 0 16,0 0 0-16,0-2 0 0,0-2 0 15,0-3 0-15,2-2-37 0,-2 1-117 16,2-5-336-16,3 4 225 0,-2-3 113 0,3 0-675 15,1 4 400-15,2-4 194 0</inkml:trace>
  <inkml:trace contextRef="#ctx0" brushRef="#br0" timeOffset="-178355.35">21615 12059 2839 0,'0'0'0'0,"0"0"0"0,0 0 0 0,0 1 0 0,0 1 0 0,0 1 0 0,0 1 0 0,0 2 0 0,0-1 0 0,0 5 0 0,0-2 137 16,0 5-50-16,0-4 87 0,0 4-61 0,-2-2-42 0,-8 5-1 0,1-1 153 16,-4-2-94-16,-1 4-46 0,0-4-78 15,-3 2-5-15,2-4 0 0,-2 2 0 16,0-4-51-16,2-1 33 0,0-2 37 0,3-4-438 15,1 0 208-15,4-2 118 0,0 0 5 0,2 0-258 16,3-2 111-16,2-8 104 0,0-5 47 0,9-3-509 16,5-3 278-16</inkml:trace>
  <inkml:trace contextRef="#ctx0" brushRef="#br0" timeOffset="-177763.42">21803 11481 3164 0,'-16'0'0'0,"5"0"0"0,4 0 0 0,0 0 0 0,5 0 0 0,-1 0 0 0,3 0 0 0,0 0 0 0,8 0 0 0,14 0 0 0,5 0 179 0,4 0-71 0,6 0 144 0,0-3-112 0,1-4-52 0,-1 1-88 15,-1 2 0-15,-3 0 0 16,2-1 0-16,-6 1 0 0,-1 2 0 0,-5-1 0 0,2 1-303 16,-6-1 122-16,-1 0 118 0,-2 1 46 15,-7-2-735-15,2 3 358 0,-3-4 179 0,-5 2-154 16,1-1 157-16,-2-4 92 0,-2 1-327 16,0-2 205-16,0-3 103 0,0-1 52 0,-7 0-131 15,0 0 114-15,0-2 36 0,0 6 68 0,-1-1 50 16,0 1-61-16,3 3-9 0,-1 0 1 0,3 1 455 15,1 3-255-15,2-1-108 16,0 2 495-16,0-1-225 0,2 2-162 0,9 0-48 0,4 0 114 0,0 0-106 16,4 6-52-16,0 1 327 15,-1 1-194-15,1 2-93 0,-1 0-47 0,0-2 253 16,-2 3-150-16,-2-2-65 0,-1 3-70 0,-5-1-50 16,-3 0 0-16,-3 3 0 0,-2 1-68 0,0 2-59 15,-2-1 77-15,-11 1 43 0,0 0-258 0,-3 0 150 16,0-2 76-16,-1 2-888 0,-3 0 450 0,0-1 220 15,1-1 110-15</inkml:trace>
  <inkml:trace contextRef="#ctx0" brushRef="#br0" timeOffset="-177112.79">22003 11756 2054 0,'0'0'0'0,"0"0"0"0,0 0 0 15,0 0 0-15,0 0 0 0,0 0 0 0,5 6 0 0,-2 3 0 0,3 2 0 0,-3 3 0 0,1 0 328 0,0 4-150 0,-2 1-71 0,-1 5 158 0,-1-1-114 0,0 0-57 16,0-1-20-16,0 5 125 0,-7-2-81 0,0-1-41 15,1-5 0-15,-2 1 74 16,1-3-93-16,1-1-58 0,3-7 0 0,1 0 0 16,-2-3 0-16,4-2 0 0,-2-3 0 0,2-1 0 15,0 0 0-15,0-1 0 0,2-15 0 0,7 0 0 16,4-7 0-16,1 1 0 0,-1-1 0 0,2-1 0 16,1-1 0-16,-2 5 0 0,4-7 0 0,-2 6 0 15,-3 3 0-15,2 2 0 0,0-1 0 0,-2 5 0 16,-2 0 0-16,0 3 0 0,-1 4 0 0,-2-2 0 15,1 4 0-15,-1 1 0 0,-1 2 0 0,0 0 0 16,1 0 0-16,0 0 0 0,-1 5 0 0,0 7 0 16,3 2 0-16,-2 1 0 0,-1 1 0 0,0 5 0 15,1 5 0-15,-3-3 0 0,3 5 0 0,-2 0 0 16,-1 1 0-16,1 1 0 0,-1-1 0 16,3-3 0-16,2 7 0 0,-3-9 0 15,3-1 0-15,1-3 0 0,0 1 0 0,1-6 0 16,0-3 0-16,1-2 0 0,-1-2 0 0,1-4 0 15,0-4 0-15,-2 0 0 0,3 0-649 0,-5-3 120 16,2-4 246-16,-4-5-273 0,2-2 260 0,-6-3 120 16</inkml:trace>
  <inkml:trace contextRef="#ctx0" brushRef="#br0" timeOffset="-176652.04">21654 10697 2254 0,'-5'-4'0'0,"-1"0"0"0,3 2 0 0,-4 1 0 0,2 1 0 0,-1 0 0 0,-3 0 0 0,2 11 0 16,-3 2 0-16,-3 6 0 0,-1 3 147 0,0 3-55 0,-2 3 279 0,-2-1-157 0,-3 6-94 16,0-1-41-16,-1 0 216 0,1-2-129 0,-2-2-65 15,5 0-22-15,1-1-66 0,4-7-13 0,1 0 0 16,3 0 0-16,2-3 0 0,1-6 0 0,5 0-325 16,-1-2 95-16,2-3 134 15,0-1 66-15,0-3-773 0,0-2 346 0,7 0 215 16,8-7 102-16,2-12-493 0</inkml:trace>
  <inkml:trace contextRef="#ctx0" brushRef="#br0" timeOffset="-176457.17">21636 10708 3139 0,'2'-2'0'0,"0"0"0"0,-1 2 0 0,-1 0 0 0,2 0 0 0,2 9 0 0,3 3 0 0,4 3 0 0,6 3 0 0,1 3 0 0,2 2 405 0,2 1-189 16,5 1-45-16,-2 3-171 0,0-2 0 0,1 2 0 15,1-1 0-15,-3 1 0 0,-3-2 0 0,-1-1 0 16,0 0 0-16,-8-6 0 0,4 8 0 0,-7-8 0 16,0 1-62-16,-1-1-36 0,-2-2 68 15,-1-2-1029-15,-1-1 515 0,0-3 254 0,-1-4-244 0</inkml:trace>
  <inkml:trace contextRef="#ctx0" brushRef="#br0" timeOffset="-176194.33">22693 11094 3931 0,'9'0'0'0,"8"0"0"0,2 0 0 0,0 9 0 0,4 2 0 0,0 4 0 0,2 5 0 0,3 6 0 0,4 6 0 0,0 8 0 0,-4 2 0 0,0 4 0 16,-5 5 0-16,-3 11 0 0,-8-4 0 0,-8-3 0 15,-4 14 0-15,0-3 0 0,-11 3 0 0,-14 3 0 16,-1-3 0-16,-6 1 0 0,0-5 0 0,-2-2 0 16,1-7 0-16,2-11 0 0,-2-3 0 0,5-9 0 15,-8-1 0-15,8-8 0 0,-4-5 0 0,0-6-422 16,-3-3 70-16,3-5 149 0</inkml:trace>
  <inkml:trace contextRef="#ctx0" brushRef="#br0" timeOffset="-175780.89">23619 11399 3861 0,'-16'-2'0'0,"7"2"0"16,6 0 0-16,1 0 0 0,2 0 0 0,0 0 0 0,0 0 0 0,7 0 0 0,9 0 0 0,5 0 0 0,6 0 70 0,1 0-70 0,2 0 0 0,2 2 0 0,-1 2 0 16,0 1 0-16,1 3 0 0,-4-2 0 0,-1 1-67 15,-6-1 53-15,0 0-392 0,-3 1 221 16,-4 0 112-16,-2 3-1106 0</inkml:trace>
  <inkml:trace contextRef="#ctx0" brushRef="#br0" timeOffset="-175619.83">23741 11634 2911 0,'-15'6'0'0,"4"-2"0"0,2 2 0 0,3-2 0 16,3-4 0-16,3 5 0 0,0-4 0 0,10-1 0 0,10 4 0 0,5-3 0 0,1-1 117 0,3 3 156 0,-1-3-118 0,-4 0-50 0,7 0-480 0,-5 0 205 15,-6 0 105-15,3 0-336 0,-4 0 219 16,-3 0 119-16,2 0 46 0</inkml:trace>
  <inkml:trace contextRef="#ctx0" brushRef="#br0" timeOffset="-175332.2">24586 11179 3477 0,'-9'-12'0'0,"-2"2"0"0,1 2 0 0,-1 1 0 0,-2 3 0 0,1 0 0 0,-1 2 0 0,0 2 0 0,0 0 0 0,-1 6 0 0,-4 13 119 16,-2 4-41-16,3 12 179 0,-2 3-257 0,-1 7 0 15,4 4 0-15,-1 3 0 0,4 2 0 0,4 2 0 16,4-3 0-16,5 2 0 0,0-4 0 15,7-3 0-15,7 0 0 0,4-5 0 0,5-3 0 16,0-7 0-16,4-1 0 0,1-5 0 0,2-4 0 16,2-3 0-16,0-8 0 0,1-4 0 0,-1-2 0 15,0-6-195-15,0 0-261 0,0 0 209 16,0-3-879-16</inkml:trace>
  <inkml:trace contextRef="#ctx0" brushRef="#br0" timeOffset="-175044.85">24798 11194 3381 0,'-9'-7'0'0,"5"5"0"0,3 2 0 0,1-2 0 0,0-1 0 0,0 3 0 0,14 0 0 16,7 0 0-16,4 0 0 0,6 0 0 0,3 0 267 0,4 0-121 0,-3 0-9 0,3 0-137 0,0 3 0 16,-1 1 0-16,-3-2 0 0,0 0 0 0,-2 0 0 15,-4-1-227-15,-5-1 48 0,-2 0 107 0,0 0 64 16,-1 0-757-16,-4 0 380 0,-2 0 104 16,-2-1 123-16,-4-7-449 0,0 1 277 0,-3-6 151 0,-1-1 72 15</inkml:trace>
  <inkml:trace contextRef="#ctx0" brushRef="#br0" timeOffset="-174850.17">25324 10976 1741 0,'-7'-3'0'0,"1"1"0"0,1 2 0 0,2 0 0 0,3 0 0 0,0 0 0 0,6 0 0 0,11 4 0 0,2 3 0 0,6 1 0 0,-4-1 198 0,6 3-85 16,-3 1-38-16,1 0 177 0,-6 1-107 0,-1 1-55 0,0 0-18 0,-7 1 56 0,-4 4-46 15,-5-2-22-15,-2 1-1 16,0 2-91-16,-4 0 43 0,-14 2-9 0,-3-1 34 15,-3-1-148-15,1-2 74 0,-3 0 37 0,5-5-123 0,-9 6 45 16,5-5 53-16,3-2-557 16,2-3 278-16,-1 3 103 0,1-1 87 0,6-1-409 0</inkml:trace>
  <inkml:trace contextRef="#ctx0" brushRef="#br0" timeOffset="-174471.61">25247 11506 1850 0,'0'4'0'0,"0"-2"0"0,0-2 0 0,0 0 0 0,2 0 0 0,-1 0 0 0,2-2 0 0,-1-4 0 0,0-4 0 0,-1 2 0 0,1 0 118 0,-2-2 45 0,0 1-63 0,0 2-23 0,-2-2-9 16,-6 1 115-16,-2 2-74 0,-5 3-36 0,-2 0 0 16,-4 3 183-16,-3 0-114 0,-3 0-54 15,1 8 279-15,-1 4-166 0,2 2-138 0,0 2-63 16,3 3 0-16,9-5 0 0,-3 4 0 0,7 2 0 15,4-3 0-15,5 1 0 16,0-1 0-16,0 2 0 0,2-2 0 0,12 4 0 0,2-3 0 0,0-3 0 16,7 3 0-16,-2-2 0 0,-1-1 0 0,-1-3 0 15,0 3 0-15,-4-2 0 16,0-1 0-16,-6 3 0 0,-3 0 0 0,-4 0 0 0,-2-3 0 16,0 3 0-16,-5-2 0 0,-5-2 0 15,-7 0 0-15,-4 1 0 0,-1-3 0 0,1-3 0 16,-7 2 0-16,1-5 0 0,1 1 0 0,2-4 0 15,5 0 0-15,-4 0 0 0,5 0 0 0,1 0 0 16,9 0 0-16,1-3-67 0,1 2-290 0,4-2 152 16,2-1 87-16,0 0-757 0,8 0 419 0,7 1 210 15</inkml:trace>
  <inkml:trace contextRef="#ctx0" brushRef="#br0" timeOffset="-174256.09">25527 11837 3763 0,'4'0'0'0,"0"0"0"0,-1 0 0 0,-1 0 0 0,-2 0 0 0,0 0 0 0,0 0 0 0,0 1 0 0,0 7 0 0,-2-1 0 0,-1 6 168 0,-3-1-168 16,-1 3 0-16,-1-2 0 0,-2 2 0 16,-1 0 0-16,-2-2 0 0,-2 0 0 0,0-1 0 15,-3-3 0-15,-2 1 0 0,1-4 0 0,-1-1 0 16,5-1-430-16,4-4 47 0,0 0 191 0,3 0-523 15,4-4 330-15,4-9 179 0,0-6 84 0</inkml:trace>
  <inkml:trace contextRef="#ctx0" brushRef="#br0" timeOffset="-174039.48">25835 11367 3351 0,'-9'-10'0'0,"5"7"0"0,2 1 0 0,0 0 0 0,2 0 0 0,0 1 0 0,0 1 0 0,12 0 0 0,4 0 0 0,5 0 0 0,6 0 230 16,0 0-97-16,6 0 84 15,0 0-217-15,3 0 0 0,-1 0 0 0,0-3 0 0,0 0 0 0,-5-1 0 16,0 0 0-16,-7 0-243 16,0 1 147-16,-1-1-791 0,-2 0 454 0,0 0 145 15,-3-3 136-15,5 1-331 0,-1-3 228 0</inkml:trace>
  <inkml:trace contextRef="#ctx0" brushRef="#br0" timeOffset="-173563.18">26464 11162 2239 0,'-5'-4'0'0,"-1"3"0"0,1-1 0 0,3 0 0 0,-2 0 0 0,4 2 0 0,0 0 0 0,4 0 0 0,9 0 0 0,4 4 0 0,5 1 245 0,-1 2-95 0,3 1-62 0,1 2 198 16,-9-2-125-16,4 3-62 15,-4 0-89-15,-4 0 10 0,-7 4 16 0,-3-2 0 16,-2 6-486-16,-10 0 243 0,-12 3 122 0,-6-3-553 15,-2 2 267-15,-3 0 179 0,2-3 25 0,-12 5-89 16,4-4 110-16,2-5 46 0,-7 5 37 0,2-4-210 16,10-1 119-16,-3-2 59 0,14-3 100 0,0 2-8 15,3-2-33-15,8 0 344 0,5 1-172 16,3 0-86-16,2 1-43 0,0-2 445 16,0 3-185-16,0 4-137 0,0 1 17 0,0 0 151 15,0 3-131-15,0 2-57 0,0 3-41 0,0-2 306 16,-8 0-170-16,-3-1-84 0,2-4 190 0,-1 2-128 15,-1-5-78-15,2-3 3 0,2-2-36 0,-1-4 0 16,5-4-36-16,1-2-80 16,2 0 35-16,0 0 1 0,0-10 44 0,5-9-217 0,12-2 108 0,1 1 64 15,2-2 17-15,3-1-91 16,0 3 2-16,1 2 49 0,1-2-90 0,-4 9 14 16,-2-1 45-16,3 5 328 0,-3 3-147 0,-5 3-67 15,-2 1-35-15,-3 0 366 0,0 6-382 0,-4 12 0 16,-2 4 0-16,-1 2 0 0,-2 3 0 0,0 3 0 15,0 0 0-15,0 1 0 0,-5 0 0 0,4-3 0 16,1-5 0-16,0 1 0 0,0-3 0 16,0-2 0-16,0-7 0 0,1 0 0 0,5-4 0 15,1-1 0-15,3-5 0 0,1-2-21 0,3 0-44 0,-2 0-819 16,3 0 415-16,1-5 221 0,0-5-554 16,0-4 382-16</inkml:trace>
  <inkml:trace contextRef="#ctx0" brushRef="#br0" timeOffset="-173272.63">26870 11271 3837 0,'9'-10'-2'0,"6"7"0"0,4-1 1 0,2 1 0 0,-1 3 1 0,3 0 0 0,4 3 0 0,1 14-1 16,0 4 1-16,-4 5 0 0,1 10 101 0,-7 0-101 0,-7 0 0 0,-3 10 0 0,-5 0 0 0,-3-2 0 16,-3 5 0-16,-14 2 0 0,-8 1 0 15,-2-4 0-15,-7 0 0 0,0-3 0 0,-1-3 0 16,1-3 0-16,3-9 0 0,-6 3 0 16,9-11 0-16,-6-2 0 0,0-2 0 0,-6-8 0 15,5-2 0-15,-15-5-100 0,3 0-187 0,-6-3 128 16,0 0 63-16,-16 0-824 0,-1-6 432 0</inkml:trace>
  <inkml:trace contextRef="#ctx0" brushRef="#br0" timeOffset="-172979.47">25800 10255 2800 0,'0'-5'0'0,"0"3"0"0,0 0 0 0,0 0 0 0,-2 2 0 0,-8 0 0 0,-1 10 0 0,-8 9 0 0,1 4 0 0,-5 2 0 0,-2 5 276 15,-7 8-123-15,2-2-59 0,-3 1-28 0,-1 1 162 16,-2-1-96-16,-1 2-38 0,-1-3-122 0,0 0 32 15,4-3 0-15,10-6-496 0,1-1 265 0,10-9 141 16,4-3 57-16,6-5 33 0,1-4-824 0,2-3 393 16,5-2 183-16</inkml:trace>
  <inkml:trace contextRef="#ctx0" brushRef="#br0" timeOffset="-172807.01">25658 10343 3197 0,'10'-3'0'0,"0"3"0"0,1 0 0 0,-1 0 0 0,6 7 0 0,3 4 0 0,2 5 0 0,8 0 0 0,9 7 0 16,-2 4 0-16,3 2 268 0,4 3 198 0,1 2-466 0,0 2 0 0,-1 0 0 15,-1 0 0-15,-4-1 0 0,-1 0 0 0,-2-1 0 16,-6-5 0-16,2 6 0 0,-4-8 0 0,-4 3 0 16,-2-4-1166-16</inkml:trace>
  <inkml:trace contextRef="#ctx0" brushRef="#br0" timeOffset="-172656.25">26936 11005 361 0,'0'-8'0'0,"0"8"0"0,0 0 0 0,0 0 0 0,0 0 1538 0,0 0-787 0,0 0-393 0,-2 0-198 0,-2 0-258 0</inkml:trace>
  <inkml:trace contextRef="#ctx0" brushRef="#br0" timeOffset="-154688.78">7272 12482 3427 0,'-3'0'0'0,"3"0"0"0,0 0 0 0,0 0 0 0,6 3 0 0,13-1 0 0,5 0 0 0,2-1 0 0,4-1 0 0,6 0 0 0,0 0 83 0,1 0 152 15,-1 0-97-15,-1 0-90 0,-1-1-48 16,-5-1 0-16,2-2 0 16,-8 3 0-16,1-2 0 0,-5 1 0 0,-3 0-75 0,-4 0 64 0,1 0-525 15,-7 2 246-15,0-2 152 0,-1 2 5 0,-3-2-308 16,2 1 190-16,-3-1 110 0,0-5-462 0,-1-3 281 16</inkml:trace>
  <inkml:trace contextRef="#ctx0" brushRef="#br0" timeOffset="-154472.18">7678 12232 2199 0,'-11'-5'0'0,"6"4"0"0,-1 1 0 0,2 0 0 0,2 0 0 0,2 0 0 0,0 0 0 0,6 1 0 0,11 4 0 0,6 0 0 0,-1-2 108 0,8 1 394 0,0-1-231 16,1 2-106-16,-1-2-67 0,-1 3 76 0,1-1-67 16,-4 1-33-16,-5 2-135 0,-3 2 45 0,-4 0 28 15,-5 2 0-15,-5 3-88 0,-1 1 59 0,-3 7 37 16,-8 2-333-16,-11 1 140 0,-2 1 100 0,-4 2-62 15,-4-2-309-15,0 1 188 0,-1-2 113 0,2-1 52 16,2-1-280-16,-2-3 167 16,3 1 81-16,1-2-279 0,1 1 186 0,3 0 89 15,-1-4 43-15</inkml:trace>
  <inkml:trace contextRef="#ctx0" brushRef="#br0" timeOffset="-153980.28">7697 12875 1269 0,'0'-2'0'0,"0"-4"0"0,3 3 0 0,-2-3 0 16,1-1 0-16,0 1 0 0,-2-1 0 0,2-1 0 0,-2 1 0 0,1-2 0 0,-1 1 123 0,0-2-43 0,0 2 11 0,0 2 9 0,0-3-31 15,0 2 1-15,0 2-31 0,-5-3 47 0,-1 2-37 16,-3 1-10-16,-1 0 0 0,-1 4 84 0,-4-1-42 15,0 2 0-15,-2 0 92 16,-1 0-72-16,-1 2-31 0,-4 5 145 0,1 5-88 16,-1 0-44-16,4 0 10 0,-2 5 97 0,5-4-76 15,-1 5-37-15,2-2 0 0,4-1 37 0,5 0-27 16,0 2-16-16,4-2-71 0,2-1 0 0,0 1 0 16,0 1 0-16,8-1 0 0,5 0 0 0,4-2 0 15,-2 0 0-15,8 2 0 0,-5-6 0 0,8 6 0 16,-5-3 0-16,-1-3 0 0,0 3 0 0,-3 1 0 15,0-2 0-15,-6 2 0 16,-2 1 0-16,-3-1 0 0,-4 4 0 0,-2-2 0 16,0 2 0-16,0 0 0 0,-8-2 0 0,-4 0 0 15,-4 0 0-15,-5 1 0 0,5-5 0 0,-3 1 0 16,-3-3 0-16,1-1 0 0,0-3 0 0,2-1 0 16,-3-3 0-16,1-1 0 0,4 0 0 0,2 0 0 15,0 0 0-15,2 0 0 0,4-1 0 0,-1-1 0 16,2-5 0-16,6-1 0 0,1 1-37 15,1 0-307-15,0-1 143 0,0-2 86 16,7 5-563-16,6-1 319 0,0 1 160 0,5-1 80 16,-2 2-599-16</inkml:trace>
  <inkml:trace contextRef="#ctx0" brushRef="#br0" timeOffset="-153710.22">7855 13028 3814 0,'-2'0'0'0,"2"0"0"0,-2 0 0 0,2 0 0 0,0 1 0 0,0 5 0 0,0 2 0 0,0-1 0 0,2 0 0 0,2 5 0 0,1-3 117 15,1 3-117-15,0-2 0 0,-2-2 0 16,0 2 0-16,-1-1 0 0,2-2 0 0,-4 3 0 0,0-4 0 15,1-1 0-15,1 1 0 16,-3-2 0-16,0-3 0 0,0-1 0 0,0 2-14 16,0-2 0-16,0 0-841 0,1 0 409 0,4-2 204 15,-2-7-207-15,4-6 196 0,0-6 112 0</inkml:trace>
  <inkml:trace contextRef="#ctx0" brushRef="#br0" timeOffset="-153491.02">8094 12704 3442 0,'0'2'0'0,"0"0"0"0,0 0 0 0,0 0 0 0,0 0 0 0,2-1 0 0,9-1 0 0,5 0 0 0,1 0 0 0,4 0 0 0,6 0 191 0,-1 0 104 0,-4 0-292 16,13 0-3-16,-8 0 0 0,3-3 0 0,0-1 0 15,0-2 0-15,-5 4 0 0,0-4 0 16,-3 3 0-16,-4 2 0 0,0-2-584 0,-9 1 310 0,2 1 74 15,-5-1 104-15,-2 2-714 16,-2-2 386-16,0 0 194 0,-1-4-331 0,-1-5 252 16</inkml:trace>
  <inkml:trace contextRef="#ctx0" brushRef="#br0" timeOffset="-153012.93">8482 12518 2193 0,'-5'-8'0'0,"3"3"0"0,-2 1 0 0,4 1 0 0,0-1 0 0,0 0 0 0,2 1 0 0,7 1 0 0,7 0 0 0,3 1 0 0,-1 1 483 0,3 0-223 0,-3 0-111 15,6 0-46-15,-6 0 178 0,2 1-122 16,-1 5-60-16,0-1-31 0,-4 2 8 0,-3 1-16 16,-2 3-60-16,-7 2-55 0,-2 2 15 0,-1 2 38 15,-1 3-421-15,-10 0 240 0,-8 4 105 0,-1-2 58 16,2-1-695-16,-3 1 338 0,0-1 161 0,-1 0 93 16,0-2-378-16,1-2 231 0,-2-2 117 0,-1 1-112 15,5-2 104-15,-2-2 67 0,7-2 37 0,2-2-61 16,1-1 38-16,2-2 80 0,3 2 78 0,2 0-76 15,4-1-1-15,-3 2-39 16,3 0 417-16,0 1-208 0,0-1-114 0,0 8-42 16,0-1 554-16,0 2-270 0,0 2-109 0,0-1 205 15,0 5-170-15,0-3-98 0,0 1-44 0,-7-2 91 16,2 1-68-16,-2-6-34 0,1-3 9 0,1-2 46 16,-2-1-44-16,6-4-1 0,-3-3-71 0,2-1 1 15,2 0 35-15,0-5-10 0,0-12-88 0,4-4 43 16,8 1 1-16,1-3-133 0,2 2 97 15,3-3 36-15,3 4-18 0,-1 1-43 0,-3 4 6 16,3 1 32-16,0 3 57 0,-3 4 2 16,-1 5-62-16,0-1 22 0,-5 3 373 0,2 0-176 15,-4 14-77-15,-1 7-50 0,-1 1 200 0,-2 7-259 16,-2-1 0-16,-1 2 0 0,2 2 0 0,-2-4 0 16,1 0 0-16,0-6 0 0,0 1 0 0,2 0 0 15,0-5 0-15,-2-3 0 0,1 0 0 0,-2-5 0 16,1-1-475-16,-1-3-24 0,-2-1 170 0,0-1 150 15</inkml:trace>
  <inkml:trace contextRef="#ctx0" brushRef="#br0" timeOffset="-152610.22">6793 13514 2061 0,'-7'-4'0'0,"3"2"0"0,4 2 0 0,0 0 0 16,0 0 0-16,6 0 1 0,13 0-1 0,6 0 0 0,8-4 0 0,11 0 0 0,-1-3 483 0,7 1-223 0,7 1-112 0,5-2 263 0,17 0-192 15,9-6-91-15,-2 1-45 0,10-4 54 16,4 1-137-16,3 0 0 0,24-2 0 0,-23 6 0 16,12-2 0-16,-1 0 0 0,-4 2 0 0,-2-2 0 15,-2 5 0-15,-9-2 0 0,-6 3 0 0,-18 2 0 16,2-1 0-16,-18 2 0 0,1 0 0 16,-11 1 0-16,-11 0 0 0,-7 0 0 0,-8 1 0 15,-12 0 0-15,-1 2 0 0,-8-2 0 0,-1 0 0 16,-1 1 0-16,-15-3 0 0,-7 2 0 0,-4-1 0 15,-3 2 0-15,-3 1-480 0,-4 0 90 0,-8 0 177 16,-1 6 79-16,-7 9-308 0,-14 2 203 0</inkml:trace>
  <inkml:trace contextRef="#ctx0" brushRef="#br0" timeOffset="-152374.65">7196 13703 2958 0,'-12'0'0'0,"7"0"0"0,1 5 0 0,1 1 0 0,1 2 0 0,2-1 0 0,0 3 0 0,0 2 0 0,0 2 0 0,2 5 0 0,3 4 179 0,-1 3-71 16,-1 4 169-16,2 2-111 0,-4 2-69 0,2 0 49 16,-3 1-146-16,0 1 0 0,0-2 0 0,0-2 0 15,0-2 0-15,-4-2 0 0,-1-4 0 0,2-2 0 0,1-2 0 16,0-7 0-16,0-4-610 0,2-3 225 15,0-5 194-15,0-1 2 0,2-1-262 0,10-18 199 0,1-10 111 16</inkml:trace>
  <inkml:trace contextRef="#ctx0" brushRef="#br0" timeOffset="-152195.43">7269 13777 3064 0,'0'0'0'0,"0"3"0"0,0 1 0 0,0 1 0 0,0 0 0 0,3-1 0 0,10 1 0 0,4-1 0 0,5-2 0 0,2-1 0 0,2-1 136 0,4 0 298 0,-2 0-199 16,-3 0-173-16,10 0-217 0,-8 0 54 0,-1-1 69 16,1-1 35-16,-6-4-599 0,-2 2 326 0,-3-2 149 15,-1 3-226-15,-6-1 101 0,-1 0 125 0,-3-2-89 16,-3 1-397-16,0-2 289 0,0-4 141 0</inkml:trace>
  <inkml:trace contextRef="#ctx0" brushRef="#br0" timeOffset="-152024.28">7635 13630 1559 0,'-5'-8'0'0,"1"4"0"0,1 1 0 0,3 0 0 0,0 0 0 0,0 1 0 0,2 1 0 0,10-1 0 0,3 2 0 0,2 0 0 0,2 0 425 0,1 0-195 0,2 5-87 0,-2 4 168 15,2-2-137-15,-3 0-68 0,1 2-35 0,-6 1 53 16,0 1-48-16,-5 2-1 0,-6 0-261 0,-1 2 111 16,-2 2 56-16,0 2 37 0,-7-2-218 0,-7 1 118 15,0-1 60-15,-2-1 29 0,0 1-637 16,-1-2 226-16,3-2 188 0,-3 3-357 0</inkml:trace>
  <inkml:trace contextRef="#ctx0" brushRef="#br0" timeOffset="-151687.96">7656 14029 2133 0,'0'1'0'0,"0"-1"0"0,0 0 0 0,-4 0 0 0,0 0 0 0,1 0 0 0,-1-4 0 0,-2-3 0 0,1 2 0 0,1-2 0 0,-2 6 96 0,-1-4-20 0,-1 2 6 0,-4 1-45 15,1 2-1-15,-3 0 1 0,-1 2 26 0,0 7-17 0,-1 0-10 16,2 5 179-16,0-1-89 16,1 1-45-16,4-1 220 0,3-4-124 0,2 2-74 15,4-1-34-15,0 1 93 0,0-2-107 0,10-3-55 16,5 1 0-16,3-1 0 0,-1 0 0 0,4 0 0 16,1-1 0-16,-3 1 0 0,-1 1 0 0,-2 3 0 15,-4-1 0-15,-3 0 0 0,-5 3 0 0,-2 0 0 16,-2 4 0-16,0-1 0 0,0 1 0 0,-10-4 0 15,-5 3 0-15,0-2 0 0,-2-2 0 0,1-1 0 16,-2 0 0-16,4-5 0 0,-4-1 0 0,4-1 0 16,2-1 0-16,-1-2 0 0,5 0-38 15,-1 0-65-15,2 0 54 0,3-2-690 0,2-9 343 0,2-9 183 16,0-2 89-16,4-3-551 16,9-4 319-16</inkml:trace>
  <inkml:trace contextRef="#ctx0" brushRef="#br0" timeOffset="-151439.28">7963 13645 3678 0,'5'-2'0'0,"-3"0"0"0,0 2 0 0,0 0 0 0,-2 6 0 0,0 7 0 0,0 4 0 0,0 7 0 0,0 3 0 0,0 3 0 0,1 3 253 0,4 9-253 0,-2-2 0 15,0 1 0-15,-1 2 0 0,3-2 0 0,-3-2 0 16,-1 11 0-16,-1-7 0 0,0 0 0 0,0-2 0 15,0 0 0-15,0-5 0 0,0 2 0 0,-1-6 0 16,-1-2 0-16,-3-7 0 0,3-3 0 0,1-6 0 16,-1 0 0-16,0-5 0 0,1-4 0 0,1-4-151 15,-3-1-94-15,1 0 94 16,2-1 62-16,0-17-578 0,0-6 315 0,0-6 158 16,0-8 78-16</inkml:trace>
  <inkml:trace contextRef="#ctx0" brushRef="#br0" timeOffset="-151214.8">8218 13765 3563 0,'2'-1'0'0,"-1"-1"0"0,1-1 0 0,-2 3 0 0,2 0 0 0,0 6 0 0,1 6 0 0,-2 6 0 0,4 6 0 0,0 5 0 0,-2 3 235 0,-1 2-104 0,0 2-129 15,0 0-2-15,1 0 0 0,-3 2 0 0,2-1 0 16,0-2 0-16,-2-2 0 0,0-1 0 0,0-2 0 15,0-4 0-15,0-6 0 0,0 0 0 0,0-9 0 16,0 0 0-16,0-6-158 0,0 0-275 0,2-5 213 16,0 0 15-16,2-6-543 0,2-13 356 0,1-5 177 15,0-6 80-15</inkml:trace>
  <inkml:trace contextRef="#ctx0" brushRef="#br0" timeOffset="-150573.05">8381 13714 3317 0,'0'0'0'0,"0"2"0"0,0-2 0 15,0 0 0-15,2 2 0 0,8-2 0 0,6 0 0 0,9 0 0 0,1 0 0 0,6-2 0 0,2-1 122 0,0-5 218 0,1 3-188 0,2-5-152 16,-3 3 0-16,1-1 0 0,-6 1-83 0,-6 3 55 16,-2-2 42-16,-5 5-627 0,-4-2 324 0,-5 1 164 15,-3 1-277-15,-2-2 93 0,-2 3 144 0,0-1-416 16,-6-1 272-16,-6 0 137 0,0-6 67 0,1-2-146 15,0-2 97-15,1-1 64 0,3 0 27 0,-1 0 59 16,5 0 1-16,3 2 287 0,0-1-169 16,0 0-72-16,0 4-39 0,3 0-1 0,8 2 176 15,3 2-106-15,-1 0-63 16,3 3 536-16,1-1-254 0,2 2-126 0,1 0 187 16,-4 0-158-16,0 0-70 0,-2 8-49 0,-1 1 164 15,-3 0-101-15,-5 4-52 0,-1 2-25 0,-4 3-116 16,0 0 41-16,-4 5 24 0,-8-3-362 0,-2 1 193 0,-3 0 98 15,2-4 57-15,-8 1-221 0,4-1 127 0,-2-2 2 16,-1 1 54-16,-1-3-469 16,3-3 227-16,-5 4 128 0,7-4-153 0,1 2 136 0,2-4 67 15,9-2 26-15,-1 0 164 0,2 3-60 0,3-3-31 16,2 1 352-16,0 0-191 0,0 3-105 16,0 1-38-16,0 4 190 0,2 0-60 0,-1 4-79 15,-1 0-39-15,0 3 460 0,0-1-228 0,0 2-110 16,-1-3-55-16,-6 0 175 0,0-1-115 0,1-5-48 15,-1 0-38-15,2-7 96 0,-2 0-63 0,4-4-30 16,0-1-39-16,0-2 16 0,3 0-8 0,0-7-120 16,0-9 60-16,3 1 30 0,8-1 0 0,0 1-29 15,3 0 25-15,4 0 0 16,-2 1 14-16,3 3-56 0,0 1 1 0,0 4 27 16,0 3-30-16,0 2 264 0,-3 1-112 0,-3 0-50 15,1 3 103-15,-2 10-164 0,-2 2 0 0,-2 3 0 16,-3 0 0-16,-1 5 0 0,-1-2 0 0,-1-3 0 15,3 3 0-15,-1-4 0 0,-1-2 0 0,1-2 0 16,1-5 0-16,1-1 0 0,0-4 0 0,1-3 0 16,4 0 0-16,-2 0 0 0,2-3-750 0,1-9 283 15,-1-2 220-15,3-7-461 16,-1 0 335-16,0-5 168 0,-1-3 85 0</inkml:trace>
  <inkml:trace contextRef="#ctx0" brushRef="#br0" timeOffset="-150297.29">9130 13515 2776 0,'4'-11'0'0,"-2"2"0"0,0 1 0 0,0 3 0 0,0 3 0 0,-2 0 0 0,0 0 0 0,2 2 0 0,0 0 0 0,-1 0 0 0,3 6 750 16,0 5-356-16,-1 2-383 0,2 4-11 0,1 6 0 0,-3-3 0 16,1 10 0-16,-1 0 0 0,-1 2 0 0,0 4 0 15,0-1 0-15,0 4 0 0,-2 6 0 0,0-5 0 16,0 2 0-16,0 2 0 0,0-7 0 0,0 12 0 15,0-6 0-15,0 0 0 0,0-1 0 0,0-6 0 16,1 4 0-16,1-6 0 0,0-2 0 0,1-9 0 16,-1-2 0-16,0-5 0 0,-2-5 0 15,0-3 0-15,0-3 0 0,0-1 0 0,0-1 0 0,0-3 0 16,-2 0 0-16,-5 0 0 16,4 0-835-16,-3 0 391 0,1-3 204 0,-1-3 101 15,1-3-327-15</inkml:trace>
  <inkml:trace contextRef="#ctx0" brushRef="#br0" timeOffset="-149195.28">10605 13228 3243 0,'-13'0'0'0,"4"0"0"0,-1 0 0 0,1 2 0 0,3-2 0 16,3 0 0-16,1 0 0 0,0 0 0 0,2 0 0 0,2 2 0 0,10-1 374 0,11-1-168 0,2 0-98 0,7 0-108 15,1 2 0-15,14-2 0 0,2 0 0 0,13 0 0 16,-4 0 0-16,17 0 0 0,-1-5 0 0,4 0 0 0,3-5 0 16,0 4 0-16,5-1 0 0,10 0 0 15,-8 3 0-15,-12 0 0 0,4 0 0 16,-2 0 0-16,-13 1 0 0,10-1 0 0,-9 0 0 15,-4 1 0-15,-10-1 0 0,1 0 0 0,-10-2 0 16,1 1 0-16,-7 1 0 0,-3-4 0 0,-9 4 0 16,-4-1 0-16,-7 1 0 0,-3 1 0 0,-7 0 0 15,-3 2-496-15,-1-1 112 0,0 0 173 0,-12 2 77 16,-3 0-607-16,-6 0 352 0</inkml:trace>
  <inkml:trace contextRef="#ctx0" brushRef="#br0" timeOffset="-148723.45">10677 12509 2446 0,'-16'-5'0'0,"7"2"0"0,0 3 0 0,4-1 0 0,3 1 0 0,2 0 0 0,0 0 0 0,12 0 0 0,10 0 0 0,8 0 0 0,2-2 114 0,5 0 316 0,0-2-197 16,2 2-97-16,-1-1 20 0,0-1-64 0,-4 0-27 0,-1 0 0 15,-4 2-359-15,-8 0 175 0,2 0 74 0,-5 0 41 16,-6 2-551-16,-3 0 297 0,0 0 79 0,-6 0-624 16,-1-1 388-16,0-1 188 0,-2-2 95 0</inkml:trace>
  <inkml:trace contextRef="#ctx0" brushRef="#br0" timeOffset="-148552.98">11040 12266 2048 0,'3'-4'0'0,"2"1"0"0,5 1 0 0,-1 0 0 0,4 1 0 0,2 1 0 0,4 0 0 0,6 0 0 0,-2 0 0 0,2 3 0 16,-2 5 92-16,-4 1 202 0,1 1-119 0,-1 0-73 0,-4 4-33 0,-3-1-110 15,-5 2 39-15,-5 4 0 0,-1-1-283 0,-1 5 157 16,-3 0 83-16,-10-3 41 0,-1 0-435 0,2-4 191 16,-8 3 131-16,4-4-261 0,-1 0 170 0</inkml:trace>
  <inkml:trace contextRef="#ctx0" brushRef="#br0" timeOffset="-148216.43">11027 12701 1782 0,'0'3'0'0,"-1"-1"0"0,-3-2 0 0,-3 0 0 0,0 0 0 0,0 0 0 0,0-4 0 0,-2-5 0 0,0 1 0 0,-1 1 0 0,-1 3 92 0,-3-1-27 15,-1 2 18-15,-4 2 0 0,1 1-36 0,-7 0 100 16,3 4-55-16,-1 5-27 0,1 3 0 0,3 0 76 15,1 1-43-15,4 2-34 0,5-2-1 0,1 1 164 16,6 1-94-16,2-2-48 0,0 0-14 0,2 0 82 16,13 0-57-16,1 1-30 15,5-1 2-15,0-2 8 0,4 0-38 0,-3 3-7 16,-5-5-31-16,0 4 0 0,-4-3 0 0,-2 3 0 16,-5-2 0-16,-3 1 0 0,0 0 0 0,-3 0 0 15,0 0 0-15,-8 0 0 0,-5-1 0 0,-2-1 0 16,-4-1 0-16,2-2 0 0,-1-1 0 0,0-1 0 15,2-2 0-15,1-2 0 0,6-1 0 0,-3 0 0 16,6 0 0-16,1 0-598 0,3 0 166 0,2 0 198 16,0-5 97-16,7-5-317 0,11-4 207 0,3-1 96 15</inkml:trace>
  <inkml:trace contextRef="#ctx0" brushRef="#br0" timeOffset="-148034.93">11033 12883 2806 0,'12'0'0'0,"1"0"0"0,-8 0 0 0,0 6 0 0,0 5 0 0,-3 5 0 0,0 1 0 0,0 3 0 0,-1 2 0 0,-1 3 0 0,0-1 879 0,0-3-633 16,0 0-246-16,0 3 0 0,0-4 0 0,0 0 0 15,2-3 0-15,-2-3 0 0,0-1 0 16,2-2 0-16,-2-3 0 0,2-3-58 0,-2-3-317 0,2-2 215 16,1 0-389-16,3 0 127 0,0-12 192 0,3-2-526 15</inkml:trace>
  <inkml:trace contextRef="#ctx0" brushRef="#br0" timeOffset="-147877.52">11284 12800 3210 0,'-3'8'0'0,"1"-2"0"0,0 1 0 0,0-4 0 0,2 3 0 15,0-3 0-15,0 3 0 0,0-2 0 0,0 1 0 0,4 1 0 0,1-1 417 0,2 0-181 0,-3 0-168 0,1 1-283 0,0 1 95 16,-1-5 78-16,0 3-316 0,-1 1 207 0,2-3 90 15,-1 0 49-15,-3 0-734 16,3-2 392-16,2-1 44 0</inkml:trace>
  <inkml:trace contextRef="#ctx0" brushRef="#br0" timeOffset="-147649.18">11565 12575 3075 0,'0'0'0'0,"-3"0"0"0,0 0 0 0,3-2 0 0,-2 0 0 0,2 0 0 0,0-2 0 0,4 1 0 0,7-4 0 0,6 5 0 0,0-3 468 0,4 1-216 0,-1 0-116 16,7-1-136-16,-1 2 0 0,-1-4 0 0,5 2 0 16,-4 1 0-16,0 0 0 0,-4 1 0 0,1 1 0 15,0 0-537-15,-3 1 265 0,-1 1 150 0,-1 0-879 16,-2-3 481-16,-2 3 241 0</inkml:trace>
  <inkml:trace contextRef="#ctx0" brushRef="#br0" timeOffset="-147158.68">11941 12328 2502 0,'-12'-3'0'0,"3"-1"0"0,0 0 0 0,3 2 0 0,3-1 0 0,3 3 0 0,0 0 0 0,9 0 0 0,7 0 0 0,3 0 0 0,6 0 495 0,-2 3-228 16,4 3-115-16,-4 1 32 0,5 5-78 0,-7-4-33 15,1 1-1-15,-5 0-66 0,-2 4 0 0,-5-1 42 16,-7 2-28-16,-3 4-117 0,0 2 58 0,-9 3 39 16,-10-2 0-16,-2 1-124 15,-1-2 76-15,-2-1-516 0,-1 0 238 0,2-2 153 16,-1-1 21-16,5-5-388 0,-3-2 256 0,2-1 123 16,2-1 62-16,1-6-265 0,2 2 163 0,6-2 72 15,-1-1 50-15,3 0 34 0,3 0 8 0,1 0-1 16,3 0 0-16,-2 0 150 0,2 4-70 0,0 2-40 15,0 3 463-15,0 4-251 0,0 2-126 0,0 2 614 16,0 4-337-16,0 4-163 0,0-2-82 0,-4 4 312 16,-2 0-197-16,2-7-90 15,-3 2-57-15,1-1 164 0,1-2-178 0,0-6-74 16,2-2 0-16,1-4 0 0,-2 0 0 0,4-6 0 16,0-1 0-16,0 0 0 0,0 0 0 0,0-11 0 15,2-8 0-15,10-1 0 0,1-1 0 0,2 1-42 16,0-2-40-16,2 8 2 0,5-5 41 0,-5 8-53 15,4-1 37-15,-3 6-6 0,2 5 1 0,-4-1 249 16,-1 2-101-16,0 0-53 0,-3 12 164 0,-5 2-199 16,0 4 0-16,-3 1 0 15,0 5 0-15,-2-2 0 0,-1 3 0 0,2-4 0 16,-1 2 0-16,0-2 0 0,1-2 0 0,5-2 0 16,-1-4 0-16,5-2 0 0,-1-4-463 0,1 2-72 15,2-6 256-15,-1 0-650 0,2 0 446 0,-2 0 223 16</inkml:trace>
  <inkml:trace contextRef="#ctx0" brushRef="#br0" timeOffset="-146762.12">10636 13504 2949 0,'-5'-8'0'0,"3"5"0"0,0 1 0 0,1 1 0 0,1 1 0 0,0 0 0 0,0 3 0 0,0 14 0 0,0 7 0 0,3 3 0 0,4 7 292 0,0 1-118 0,0 10 206 15,-1-4-244-15,-3 1-136 0,-1-2 0 0,0-4 0 16,0 5 0-16,-2-6 0 0,0-1 0 0,0-2 0 16,0-4 0-16,0-6 0 0,-2-1 0 0,0-2 0 15,0-9 0-15,2-4 0 0,0-1-634 0,0-5 275 16,0 0 86-16,0-7-495 0,8-13 366 0,2-3 183 15,1-5 91-15</inkml:trace>
  <inkml:trace contextRef="#ctx0" brushRef="#br0" timeOffset="-146594.65">10751 13604 2839 0,'-1'-4'0'0,"-3"2"0"0,4 0 0 0,0 1 0 0,0 1 0 0,2-3 0 0,10 2 0 0,8-1 0 0,6 0 0 0,0 0 0 0,5-1 165 16,-1-3-69-16,2 2 80 0,1-2-70 0,-1 1-35 15,2-1-239-15,-8 2 112 0,6-1 41 0,-7 0-564 16,-5 2 308-16,-1 1 153 16,-6 0 78-16,-3 2-730 0,-7 0 373 0,-1 0 174 15,-2 0 93-15</inkml:trace>
  <inkml:trace contextRef="#ctx0" brushRef="#br0" timeOffset="-146444.25">11070 13433 1564 0,'-5'-13'0'0,"3"3"0"0,2 1 0 0,0-1 0 0,0 1 0 0,5 2 0 0,7 3 0 0,1 2 0 0,4 1 0 0,0 1 0 0,-2 0 114 0,0 0-44 0,0 1 164 16,-2 9-99-16,-1-1-50 0,-3 4 35 0,-3 0-33 16,-3 3-9-16,-3 4-99 15,0-1 29-15,0 5 0 0,-7-2 29 0,-2-3-425 16,-5 6 208-16,3-2 108 0,-1-7 54 0</inkml:trace>
  <inkml:trace contextRef="#ctx0" brushRef="#br0" timeOffset="-146099.98">11068 13768 1993 0,'0'0'0'0,"-1"0"0"0,-5 0 0 0,-3 0 0 0,5-6 0 0,-4-3 0 0,1 3 0 0,0-4 0 0,1 2 0 0,1 1 0 0,1-1 81 0,-2 5 31 0,0-1-42 0,-1 2 0 15,0 0-34-15,-3 2 51 0,-1 0-25 0,0 5 8 16,-3 7-33-16,0 1 185 0,0 2-92 0,1 2-47 15,-1-2 189-15,5 2-122 16,4-1-57-16,1-2 47 0,4-1-52 0,0 0-26 16,0-1 10-16,6-1-71 0,6 0-1 0,2-2 0 15,2-1 0-15,2-1 0 0,-1 1 0 16,-4-1 0-16,0 1 0 0,-5-1 0 0,-1 2 0 0,-3 0 0 16,-2-2 0-16,-2 4 0 0,0-2 0 15,-6 3 0-15,-8-3 0 0,2 3 0 0,-6-2 0 16,2-2 0-16,-1 2 0 0,0-5 0 0,2 1 0 15,0 0 0-15,6-4 0 0,-3 2 0 0,7-4 0 16,-1 0-562-16,4 0 218 0,2 0 153 0,0 0-556 16,2 0 360-16,11-2 176 0,3-8-468 15</inkml:trace>
  <inkml:trace contextRef="#ctx0" brushRef="#br0" timeOffset="-145934.52">11065 13963 2765 0,'12'0'0'0,"-3"0"0"16,-2 0 0-16,-1 2 0 0,-5 3 0 0,2 2 0 0,-1 2 0 0,-2 3 0 0,0 2 0 0,0-1 0 0,0 2 581 0,2-1-273 0,-2 3-135 0,2 0-69 0,-1 0-104 16,1 0 0-16,0-2 0 0,0-1 0 0,0-5 0 15,0 0 0-15,-1-1-15 0,1-5-668 0,0-1 355 0,0-2 182 16,0 0-661-16,-1 0 341 16,1-8 215-16,3-6 98 0</inkml:trace>
  <inkml:trace contextRef="#ctx0" brushRef="#br0" timeOffset="-145682.12">11373 13446 3241 0,'0'-6'0'0,"0"3"0"0,0-1 0 0,0 1 0 0,3 3 0 15,2 0 0-15,-1 0 0 0,1 10 0 0,-1 7 0 0,1 10 0 0,-3 3 223 0,0 9 244 0,0 3-467 0,-2 4 0 0,0 3 0 16,0 4 0-16,0-2 0 0,0 0 0 0,0-3 0 15,0-7 0-15,0 8 0 0,0-7 0 0,-2-4 0 16,0-4 0-16,2 2 0 16,0-9 0-16,0-1 0 0,0-3 0 0,0-6 0 0,0-9 0 0,0 1 0 15,0-4 0-15,0-5 0 0,0 0-588 0,0 0 171 16,0 0 190-16,0-11 95 0,0-5-591 16,2-8 348-16</inkml:trace>
  <inkml:trace contextRef="#ctx0" brushRef="#br0" timeOffset="-145268.79">11767 13471 3195 0,'0'-3'0'0,"0"3"0"0,0 0 0 0,0 0 0 16,0 4 0-16,0 9 0 0,0 8 0 0,0 3 0 0,0 7 0 0,0 3 0 0,0 6 582 0,0 0-428 0,2 1-154 15,0-1 0-15,-2-5 0 0,0 4 0 0,0 0 0 0,0-4 0 0,0 0 0 16,0-6 0-16,0-5 0 16,0 0 0-16,-2-3 0 0,2-6 0 0,-2-4 0 0,2-4 0 15,0-6-79-15,0 1 45 0,0-2-774 0,0-2 385 16,0-9 195-16,0-6-528 0,4-4 351 0,3-9 190 15</inkml:trace>
  <inkml:trace contextRef="#ctx0" brushRef="#br0" timeOffset="-144628.54">11867 13521 3252 0,'0'-6'0'0,"0"5"0"0,0-2 0 0,2 0 0 0,6-3 0 0,3 4 0 0,8-5 0 0,9-1 0 0,8-1 0 0,3 1 0 0,4-1 130 0,2 2 156 15,-7 1-116-15,11-1-77 0,-6 1-93 0,-8 2 0 16,3 0 0-16,-7 1-452 0,-4-1 186 0,-4 2 146 16,-4 0 78-16,-10 0-692 0,-4 0 375 0,-3 2 187 15,-2 0-44-15,0 0-355 0,-9-1 267 0,-5-3 135 16,0-1-55-16,-2-5 95 0,2-1 38 0,1 0 32 16,1-3 36-16,5 3 23 0,1-4 0 0,5 1 0 15,1 5 0-15,0 0 0 0,0 0 0 0,1 1 263 16,10 2-167-16,-2 2-75 0,7 3-24 0,-1-1 551 15,0 2-262-15,0 0-99 0,-3 3 219 0,-2 7-176 16,0 3-102-16,-4 4-46 0,-2 2 110 16,-4 5-78-16,0 1-40 0,-2 3 126 15,-12 0-86-15,0 0-39 0,-4 1-1 0,2 0-297 16,-5-1 130-16,2-1 73 0,-1-3 23 0,-1 0-413 16,-2-3 222-16,1-2 89 0,-1-2-474 0,0-4 240 15,2-2 154-15,3-3 71 0,6-6-105 0,0 1 89 16,3-3 44-16,0 0 0 0,6 0 8 0,1 0 37 15,0 0-1-15,2 0 321 0,0 4-160 0,0 4-89 16,0 3-32-16,0 3 481 16,0 2-256-16,0 3-54 0,0 2 304 0,0 0-213 15,0 2-119-15,-4-1-56 0,-1-2 202 0,0-1-129 16,-3-3-64-16,4-5-23 0,-2-1 40 0,3-4-41 16,1-2 1-16,-2-4-29 0,4 0-12 0,0 0 8 15,0-11-8-15,2-10-131 0,9 0 65 0,4 0 33 16,2-1-168-16,0 3 109 0,4-3 41 0,-1 2 10 15,-3 10-50-15,0-2 8 0,0 4 26 16,-4 7 103-16,4-1-61 0,-6 2-1 0,1 0-57 0,-5 13 423 16,-1 4-187-16,-3 4-72 15,-1 5-122-15,0 1-5 0,-2-4 0 0,0 0 0 16,0 0 0-16,0-1 0 0,2-2 0 0,1 0 0 16,2-5 0-16,2-2 0 0,2-4 0 0,0-5 0 15,3-3-27-15,1-1-44 0,1 0 2 0,0 0-399 16,2-7 181-16,-3-5 117 0,-1-3 71 0,2-3-552 15,-1-6 307-15,-1 0 155 16,0-9-437-16</inkml:trace>
  <inkml:trace contextRef="#ctx0" brushRef="#br0" timeOffset="-144417.65">12637 13368 3468 0,'0'-16'0'0,"0"9"0"0,0-1 0 0,0 3 0 0,0 2 0 15,0 2 0-15,0 1 0 0,0 0 0 0,0 0 0 0,4 9 0 0,0 8 462 0,0 8-461 0,-1 3-1 0,1 5 0 0,-2 9 0 0,1 8 0 16,-1 0 0-16,0 3 0 16,0 6 0-16,0 6 0 0,-2-10 0 0,0 13 0 15,0-6 0-15,0-2 0 0,0-7 0 0,-4 3 0 16,2-11 0-16,-1 8 0 0,-1-18 0 0,0-1 0 16,3-10 0-16,-3-3-229 0,0-7-186 0,0-3 193 15,-2-4 94-15,1-1-439 0</inkml:trace>
  <inkml:trace contextRef="#ctx0" brushRef="#br0" timeOffset="-141408.39">14419 13351 1760 0,'-3'0'0'0,"-1"0"0"0,4 0 0 0,-2 0 0 0,2 0 0 0,0 0 0 0,0 0 0 0,0 0 0 0,0 0 0 0,4 0 0 0,3-3 61 0,2 2 76 0,-2-1-51 0,-2 0-26 16,1 0 10-16,1 2 46 0,-1 0-41 0,-2 0 1 16,3 0 76-16,-1 0-59 0,1 0-19 0,1 0-10 15,1 0 31-15,1 0-31 0,0 0 1 0,2 0-29 16,1 0 96-16,3 0-53 0,0 0 0 0,5 0 36 15,2 0-39-15,1 0-1 0,-2 0-31 0,8 0 38 16,0 0-23-16,4 0-1 0,0 0-10 16,10 0-48-16,-7 0 0 0,12 0 0 0,-2 2 0 15,5 0 0-15,10 0 0 0,0-2 0 0,-3 1 0 16,14-1 0-16,-1 0 0 0,1 0 0 0,5 0 0 16,14 0 0-16,-11 0 0 0,18 0 0 0,-8-1 0 15,-1-5 0-15,-2-1 0 0,1 2 0 0,-13 2 0 16,18-1 0-16,-22-2 0 0,1 1 0 15,-6-1 0-15,-12 2 0 0,0 1 0 16,-7-3 0-16,-2 3 0 0,-14-1 0 0,-1-1 0 16,-6 3 0-16,-5-3 0 0,-3 1 0 0,-6 1 0 15,-1-1 0-15,-6 0 0 0,-2-1 0 0,0 3 0 16,-2-4 0-16,0 2 0 0,-6-2 0 0,-6 1-60 16,0 0-8-16,-4 1-667 0,1-2 354 0,-4 3 173 15,-4-3-229-15,-2 2 201 0,-3-2 100 0,-6 3 41 16</inkml:trace>
  <inkml:trace contextRef="#ctx0" brushRef="#br0" timeOffset="-140705.54">14637 12685 1814 0,'0'-3'0'0,"0"1"0"0,0 0 0 0,0 1 0 0,0 1 0 0,0 0 0 0,2 5 0 0,0 10 0 0,4 2 0 0,-2 6 0 0,0 1 281 0,-3 2-122 15,1 1-60-15,0-2-31 0,0-2 43 0,0 5-42 16,-2-9 0-16,0 2 88 16,0-4-60-16,0-6-30 0,0 0 10 0,0-3 51 0,0-5-45 0,0-1 0 15,0 0-45-15,0-2 144 0,0 0-62 16,0-9-46-16,0-11 18 0,0-2-29 0,7-2-63 0,5-2 0 15,2-3 0-15,2 4 0 16,-2-2 0-16,4 3 0 0,-4 1-9 0,0 5 18 16,-1 2-9-16,-2 5 0 0,-1 3 0 0,-1 6 0 15,0-1 0-15,1 3 0 0,-1 0 0 0,0 3 0 16,0 9 0-16,-2 5 0 0,0 1 0 0,-1 7 0 16,-3-4 0-16,1 1 0 0,0 1 0 0,0-3 0 15,-2-1 0-15,0-1 0 0,-1-8 0 0,1 3 0 16,0-6 0-16,-2-2 0 15,0-3 0-15,0-1 0 0,0-1 0 0,2 0 0 16,0-1 0-16,1-15 0 0,3 0 0 0,2-1 0 16,1-4 0-16,0 2 0 0,3 3 0 0,-1-2 0 15,2 3 0-15,-1 4 0 0,-1 1 0 0,-2 7 0 16,3 0 0-16,-1 2 0 0,-1 1 0 0,-1 0 0 16,0 6 0-16,-2 4 0 0,1 4 0 0,0 5 0 15,-3 4 0-15,-1-4 0 0,-1 7 0 0,-1-2 0 16,0-3 0-16,0 1 0 0,1 1 0 15,-2-5 0-15,1 0 0 0,0-3 0 0,-2-4 0 0,2-1 0 16,0-4 0-16,-2-2 0 16,1 0 0-16,1-1 0 0,0-3-685 0,0 0 232 15,2 0 207-15,-1 0-561 0,5-3 389 0,-2-11 190 16</inkml:trace>
  <inkml:trace contextRef="#ctx0" brushRef="#br0" timeOffset="-140523.45">15186 12830 2404 0,'0'-3'0'0,"0"0"0"0,0 0 0 0,2 0 0 0,5 0 0 0,3 2 0 0,3-2 0 0,4 0 0 0,5 1 0 0,4-1 0 0,1 2 493 0,1-1-228 0,0 0-113 15,-1 0 66-15,-4 2-81 0,0 0-54 0,2 0 0 16,-4 0-45-16,-3 0 0 0,-1 0-18 0,-6 0-709 16,1 0 350-16,-6 0 188 0,-1 2 95 0,-1 0-697 15,-2 0 363-15,-2-1 143 0,0 2 110 0,0-3-297 16,-6 0 198-16,-3 0 99 0</inkml:trace>
  <inkml:trace contextRef="#ctx0" brushRef="#br0" timeOffset="-140347.89">15441 12678 2211 0,'-9'-12'0'0,"0"7"0"0,-1-1 0 0,3 5 0 0,1-2 0 0,2 2 0 0,1 1 0 0,1 0 0 0,0 0 0 0,2 12 0 0,0 4 267 16,0 3-115-16,0 5-56 0,0 1 188 0,0 1-123 15,0-2-52-15,2 9 233 0,-2-4-152 16,0 0-76-16,0-2-109 0,0 2-86 15,0-5 34-15,0 5 37 0,0-9 24 0,0 3-526 16,0-7 274-16,2 0 139 0,0-7-672 0,1-2 320 16,5-3 208-16,2-4 96 0,-1 0-198 0,3-13 154 15</inkml:trace>
  <inkml:trace contextRef="#ctx0" brushRef="#br0" timeOffset="-140008.08">15581 12700 1795 0,'3'-13'0'0,"3"4"0"0,-3 5 0 0,4 2 0 0,-4 2 0 0,3 0 0 0,-1 6 0 0,1 7 0 0,-3 6 0 0,3 3 0 0,-3 4 509 0,-2-2-226 0,-1 8-127 16,0-3-60-16,0 0 311 0,0-1-185 0,-1-9-92 15,-4 2 14-15,3-3-57 0,0-9-25 0,2-1-22 16,-1-4-75-16,1-3 25 0,0-1 33 0,0 0-58 16,0-11 37-16,1-11-1 0,9-1 37 0,3-3-155 15,3 0 84-15,0-1 30 0,3 0-57 16,-1 3-171-16,3 3 73 0,-3 6 70 0,0 3 44 15,-1 0 15-15,-2 7-22 0,0 1 17 16,-4 1 304-16,2 3-144 0,-3 3-69 0,-1 9 348 16,-2 6-399-16,2 9-6 0,-6-1 0 0,1 4 0 15,-2 1 0-15,1 4 0 0,-1-5 0 16,0 1 0-16,0 0 0 0,0-7 0 0,1 1 0 0,-1-5 0 16,3-3 0-16,-3-4 0 0,-1-2 0 15,1-3 0-15,-2-3 0 0,2-2-608 0,-2 0 145 0,2-3 213 16,-2 0 106-16,0 0-254 15,0 0 185-15,2-11 88 0,-1-12 43 0</inkml:trace>
  <inkml:trace contextRef="#ctx0" brushRef="#br0" timeOffset="-139849.02">15947 12827 2231 0,'4'-9'0'0,"1"6"0"0,-1 2 0 0,1-4 0 16,5 4 0-16,1 1 0 0,3 0 0 0,2 0 0 0,5-2 0 0,6 2 0 0,-2-3 274 0,1 3-118 0,1 0-59 0,-6-1 267 0,4 1-154 15,-4 0-90-15,2 0-321 0,-4 0 119 0,-2 0 60 16,-2 0 30-16,-6 0-589 0,-1 0 304 0,-3 1 158 16,0 2 78-16,-4-1-331 0,1-2 80 0,-2 0 42 15</inkml:trace>
  <inkml:trace contextRef="#ctx0" brushRef="#br0" timeOffset="-139675.54">16230 12639 2410 0,'-9'-7'0'0,"1"3"0"0,-1 0 0 0,2 1 0 0,-1 3 0 0,5 0 0 0,-4 0 0 0,5 5 0 0,1 8 0 0,-1 3 0 0,2 6 315 0,0-2-129 0,0 8-79 0,0-2 452 16,0 1-261-16,0-2-242 0,0 2-56 0,0-3 0 15,0 4 0-15,0-6 0 0,0-1 0 0,0 1-48 16,2-2-173-16,-1-3 139 0,1-4-720 0,0-1 385 16,0-3 218-16,4 1-360 0,0-5 260 0,-1-3 122 15</inkml:trace>
  <inkml:trace contextRef="#ctx0" brushRef="#br0" timeOffset="-139427.66">16432 12591 3194 0,'3'-1'0'0,"1"-1"0"0,0 2 0 0,-1 0 0 0,-1 0 0 0,2 12 0 0,-2 4 0 0,1 8 0 0,-1 5 0 0,1 10 0 0,-1 3 737 0,-1 1-737 0,-1 2 0 0,2 4 0 16,0-6 0-16,0 9 0 15,2-5 0-15,-1-1 0 0,3-9 0 0,-3 2 0 16,1-3 0-16,1-2 0 0,-4-4 0 0,1-8 0 16,0 1 0-16,-2-5 0 0,0-4 0 0,0-5 0 15,0-1-473-15,0-5 40 0,-2 0 198 0,-1-3 99 16,-4 0-438-16,2-6 273 0,-1-15 132 0,1-3-151 16,1-8 141-16,0-9 71 0,-2-4 25 0</inkml:trace>
  <inkml:trace contextRef="#ctx0" brushRef="#br0" timeOffset="-139224.49">16435 12636 2164 0,'8'-20'0'0,"1"1"0"0,4 2 0 0,-2 1 0 0,4 5 0 0,4-2 0 0,0 6 0 0,6 2 0 0,-2 2 0 0,4 3 0 0,-1 0 70 0,3 4 379 16,-8 6-196-16,4 6-113 0,-6 2 288 0,-8 0-196 16,1 7-96-16,-8-1-77 0,-4-2-59 0,0 10 0 15,-9-4 0-15,-9 0 0 0,-3-5 0 0,1 0 0 16,1-5 0-16,0-3 0 15,1-5 0-15,-1-2 0 0,4-4 0 0,-1-2 0 16,6-2 0-16,1 0 0 0,-2 0 0 0,6-5-273 16,0-4 23-16,-1 0 112 0,2-4-787 0,4-1 443 15</inkml:trace>
  <inkml:trace contextRef="#ctx0" brushRef="#br0" timeOffset="-135685.54">14365 13618 2267 0,'-9'0'0'0,"-2"0"0"0,1 0 0 0,2-3 0 0,5 1 0 0,-1 1 0 0,2-2 0 0,2 1 0 0,0 1 0 0,0-1 0 0,2 0 81 0,4 0 224 16,7 0-138-16,-2 0-64 0,4 1-33 0,2-2 262 15,2 2-147-15,3-1-64 0,6 0 179 0,1 0-300 16,3 0 0-16,1 2 0 0,9-1 0 0,-4 1 0 16,10-3 0-16,3 1 0 0,2 1 0 15,11 1 0-15,-3 0 0 0,-2 0 0 0,19 0 0 0,0 0 0 16,0 0 0-16,3 0 0 16,0 1 0-16,-1 1 0 0,0 1 0 0,-7-2 0 0,2 1 0 0,-5 0 0 15,-8-2 0-15,-11 2 0 16,0-2 0-16,-5 0 0 0,-10 0 0 0,-1 0 0 15,-10 0 0-15,-2 0 0 0,-9-2 0 0,-5 0 0 16,-2 0 0-16,-4 1 0 0,-3-2 0 0,0 0 0 16,-2-3 0-16,-9 2 0 0,-6 1 0 0,-2-1 0 15,-2 2-137-15,-1 0-57 0,-8 2 73 0,0 0-316 16,-2 0 200-16,-10 2 100 0,1 7 49 0,-6 2-723 16</inkml:trace>
  <inkml:trace contextRef="#ctx0" brushRef="#br0" timeOffset="-135250.72">14341 13619 2407 0,'-17'-4'0'0,"6"4"0"0,4 0 0 0,0 3 0 0,4 4 0 0,1 2 0 0,2 2 0 0,0 2 0 0,0 4 0 16,2 6 0-16,1-1 265 0,5 9-119 0,-2-2-53 0,-1 5-28 0,-1 4 286 15,0 5-156-15,-3-5-70 0,-1 8 159 0,0-3-284 16,0 3 0-16,0-1 0 0,-5-6 0 0,-4 12 0 16,-3-8 0-16,3-9 0 0,0 4 0 0,-3-5 0 15,3-8 0-15,-2-1 0 0,-1-5 0 16,3-4 0-16,-2-6 0 0,3-5 0 0,-1 0 0 16,-2-4 0-16,-3 0 0 0,3-3 0 15,-2-9 0-15,-2-1 0 0,0-6 0 0,-2-4 0 0,2 3 0 16,-2-5 0-16,3 1 0 15,-2 2 0-15,3 5 0 0,0-1 0 0,0 6 0 0,1 2 0 0,3 6 0 16,-2 2 0-16,3 1 0 16,-3 1 0-16,4 3 0 0,-1 11 0 0,0 0 0 15,3 5 0-15,-1 2 0 0,-3 2 0 16,4 1 0-16,-4-2 0 0,4-2 0 0,-2 2 0 0,-1-1 0 16,2-3 0-16,0-1 0 0,1-2 0 0,1-2 0 15,2-4 0-15,-1 3-78 0,1-5-82 0,2-1-179 16,0-2 150-16,0-2 75 15,0-1 39-15,5-1-589 0,8 0 317 0,5 0 155 0,0-11-393 0,3-2 273 16</inkml:trace>
  <inkml:trace contextRef="#ctx0" brushRef="#br0" timeOffset="-134750.28">14401 14147 2669 0,'2'0'0'0,"0"1"0"0,0 7 0 0,0 4 0 0,-1 3 0 0,1 6 0 0,0 2 0 0,-2 3 0 0,0 3 0 0,0 1 0 0,0 0 140 0,0-2-52 0,0-5 182 0,-4-1-117 15,1-1-48-15,1-5-38 0,0-6 8 0,2-4 1 16,-2-1-38-16,2-5 0 0,-2 0 38 0,2-2-10 16,0-11-28-16,0-8-6 0,2-1-32 15,9-2 0-15,0-2 0 0,5-3 0 0,0 3 0 16,3 0 0-16,2 3 0 0,-1 2 0 0,-3 7 0 15,4 2 0-15,-2 2 0 0,-2 7 0 0,-2 0 0 16,0 3 0-16,-4 5 0 0,-2 8 0 0,-1 5 0 16,-2 7 0-16,-3-2 0 0,-1 3 0 0,-2-1 0 15,0 3 0-15,0-8 0 0,0 3 0 0,0-6 0 16,0-4 0-16,0-2 0 0,0-1 0 0,0-7 0 16,0-1 0-16,0-2 0 15,0 0 0-15,0-3 0 0,2-13 0 0,5-4 0 16,3-3 0-16,0 1 0 0,0-1 0 0,2 6 0 15,-1-4 0-15,0 4 0 0,3 5 0 0,-3 2 0 16,-4 7 0-16,5-1 0 0,-3 4 0 0,2 0 0 16,-3 1 0-16,-1 15 0 0,-1 0 0 0,-1 5 0 15,-1 4 0-15,-2-1 0 0,1 2 0 0,-3-1 0 16,0-5 0-16,0 3 0 0,0-3 0 0,0-5 0 16,0-3 0-16,0-3-111 15,0-1-230-15,0-2 142 0,0-5 85 0,-3-1-239 16,1 0 158-16,-2 0 78 0,1-7 40 0,3-7-476 15,-4-6 262-15,4-5 127 0,-2-5-326 0,0-10 227 16,1 0 112-16</inkml:trace>
  <inkml:trace contextRef="#ctx0" brushRef="#br0" timeOffset="-134486.09">14786 14001 1783 0,'0'-31'0'0,"2"7"0"0,1-1 0 0,1 2 0 0,2 5 0 0,3 3 0 0,-1 2 0 0,4 1 0 0,0 2 0 0,3 5 0 0,2 4 95 0,-2-1 290 0,0 2-174 16,-2 0-86-16,1 2 85 0,-5 4-77 0,0 9-52 15,-3-5 0-15,-2 4-1 0,-4 1-42 0,0-1 0 16,0 2 9-16,-12-4 41 0,1 2-26 0,-3-3 1 16,-2-1 136-16,2-3-80 0,2-3-31 0,-1 0-83 15,3-1-5-15,3-2 0 0,1-1 0 0,4 0 0 16,1 0 0-16,1 0 0 0,0 0 0 0,1 0 0 16,12 0 0-16,3 0 0 15,0 0 0-15,3 0 0 0,2 0 0 0,-1 0 0 16,1 0 0-16,0 0 0 0,1 0 0 0,-1-1 0 15,0-1-24-15,-1 2-166 0,-1 0 82 0,-2 0-714 16,-2 0 383-16,-4 2 205 0,1 8 98 0,-5 1-621 16</inkml:trace>
  <inkml:trace contextRef="#ctx0" brushRef="#br0" timeOffset="-134303.91">15053 14163 2525 0,'-16'6'0'0,"5"-2"0"0,1 0 0 0,-1-2 0 0,6-1 0 0,3 1 0 0,2-2 0 0,0 1 0 0,7 2 0 0,11-1 0 0,5-1 159 0,-2 1 122 0,4 1-121 16,-4-3-52-16,4 0-40 0,-2 0 120 0,2 0-76 16,-4 0-36-16,-1 0-217 15,-1 0 99-15,-6 0 36 0,-1 0-1 0,-1 0-500 0,-4 0 273 0,-1 0 136 16,-4 1 77-16,0 1-778 0,-2-2 381 0,0 0 189 16,0 0-261-16,-4 0 226 0</inkml:trace>
  <inkml:trace contextRef="#ctx0" brushRef="#br0" timeOffset="-134129.43">15197 14026 2154 0,'-7'-5'0'0,"1"0"0"0,1 4 0 0,-1 1 0 0,3 0 0 0,-2 6 0 0,5 7 0 0,0 4 0 0,0 5 0 0,0 5 0 16,0 5 172-16,0 4-66 0,0 0 493 0,0 8-285 0,0-2-138 0,0-9-70 0,-2 5 186 16,0-5-280-16,0-4-12 0,1 3 0 15,1-10 0-15,-2-2-133 0,2-1 81 16,0-8-647-16,0-1 379 0,0-6 173 0,0-2-692 15,2-2 400-15,1-2 200 16,7-17 101-16,-1-6-162 0</inkml:trace>
  <inkml:trace contextRef="#ctx0" brushRef="#br0" timeOffset="-133814.58">15303 14120 2070 0,'7'-12'0'0,"0"7"0"0,1 3 0 0,-2 2 0 0,-3 0 0 0,1 4 0 0,0 11 0 0,-2 4 0 0,1 2 0 0,-1 5 0 0,0-1 274 0,1-3-109 0,-2 8-68 0,1-9 230 15,0 0-144-15,-2-1-73 0,2-6-37 0,-2-3 10 16,2-4-45-16,0-3 0 0,-1-4-165 0,1 0 82 16,2-4 42-16,3-13-103 0,0-3 67 0,2-3 38 15,2 1 0-15,0-1-23 0,0 5-26 0,2 0 36 16,1 0-51-16,-2 6 30 0,2 5-16 16,1 1 1-16,-2 4 275 0,-2 2-116 15,0 0-48-15,1 12-31 0,-3 6 405 0,-1 7-211 16,-3 1-224-16,-3 2 0 0,1 4 0 0,-2-2 0 15,-1 2 0-15,0-5 0 0,0 1 0 0,0-9 0 16,0 3 0-16,0-5 0 0,0-8 0 0,0-2 0 16,0-1 0-16,0-4-137 0,0-2-44 15,0 0-608-15,0 0 375 0,0-6 189 0,-1-7 83 0,-4-6-420 16,3-6 262-16,0-2 131 16,1-13 66-16</inkml:trace>
  <inkml:trace contextRef="#ctx0" brushRef="#br0" timeOffset="-133543.43">15535 13818 2429 0,'0'-11'0'0,"6"1"0"0,0 1 0 0,3 1 0 0,2 1 0 0,3 3 0 0,0 0 0 0,3 3 0 0,0 1 0 0,0 0 0 0,0 1 83 0,-2 7 39 0,-1 3-47 16,-3 0 0-16,-6 4-65 0,-3 2 28 0,-2 2-1 16,0 0 11-16,-9 3 35 15,-3-7-45-15,-4 2 0 0,-2-3 0 0,0-1 116 16,3-4-49-16,2-3-38 0,4-2 161 0,-1-3-95 15,4 1-48-15,3-2-40 0,1 0-45 0,0 0 0 16,2 0 0-16,0 0 0 0,2 0 0 0,9 0 0 16,2 0 0-16,2 2 0 0,0-2 0 0,2 0 0 15,0 0 0-15,1 0 0 0,1 0 0 0,-2 0 0 16,0 0 0-16,-1 0-179 16,-2 0-159-16,1 0 114 0,-5 2-658 0,-1 3 427 15,-2 4 209-15,0 0 104 0</inkml:trace>
  <inkml:trace contextRef="#ctx0" brushRef="#br0" timeOffset="-133374.6">15704 14153 2489 0,'-10'3'0'0,"1"1"0"0,2-1 0 0,3-3 0 0,3 2 0 0,1 1 0 0,0-3 0 0,7 1 0 0,12 3 0 0,1-3 0 0,5 2 161 16,-1-1-62-16,1-1 253 0,5-1-161 0,-5 0-77 15,0 0-45-15,1 0-31 0,-6 0 0 0,1 0 9 16,-3 0-515-16,-3 0 252 0,-6 0 128 0,1 0-262 15,-7 0 194-15,2 0 87 0,-5 0-89 0,0 0-547 16,0 0 334-16</inkml:trace>
  <inkml:trace contextRef="#ctx0" brushRef="#br0" timeOffset="-133192.1">15915 14009 2038 0,'-7'-9'0'0,"2"4"0"0,0 1 0 0,1 2 0 0,0 2 0 0,1 0 0 0,1 0 0 0,0 9 0 0,2 5 0 0,0 3 0 0,0 1 172 0,0 8 520 0,0 1-327 15,0 3-163-15,0 3-73 0,0 1 204 0,0-1-333 16,0 2 0-16,0-2 0 0,0 0 0 0,0-7 0 16,0 0 0-16,0-1 0 0,0-4-101 0,0-5-9 15,0-1 73-15,0-5-343 0,0-3 204 0,0-2 107 16,0-5-115-16,2 0-750 0,3-1 447 0</inkml:trace>
  <inkml:trace contextRef="#ctx0" brushRef="#br0" timeOffset="-132984.15">16037 13992 3732 0,'2'-1'0'0,"0"1"0"0,0 0 0 0,-2 5 0 0,0 11 0 0,0 6 0 0,0 2 0 0,1 8 0 0,1 10 0 0,0 0 0 0,-2 5 199 0,2 5-199 0,-2 0 0 16,0-1 0-16,2-2 0 0,-2-4 0 15,0-10 0-15,1 5 0 0,-1-7 0 0,2-7 0 16,-2 1 0-16,0-6 0 0,0-7 0 0,0-4-187 15,0 0-160-15,0-3 69 0,0-2 138 0,-3-1-651 16,-3-2 376-16,1-2 189 0,-1 0 84 0,0-6-376 16,0-14 240-16</inkml:trace>
  <inkml:trace contextRef="#ctx0" brushRef="#br0" timeOffset="-132767.55">16020 14087 2448 0,'7'-23'0'16,"3"7"0"-16,-1 2 0 0,0 2 0 0,3 4 0 0,3 1 0 0,0 4 0 0,0 0 0 0,2 3 0 0,1 0 0 0,-2 3 128 0,-2 9-45 0,0 6 183 0,-5 0-105 0,0 9-66 16,-7-1-29-16,-2 2 224 15,0 2-126-15,-9 2-63 0,-5-1-22 0,-4-4-29 0,-1-2-50 0,1-3 0 16,2-4 0-16,-4-2 0 16,3-2 0-16,1-5 0 0,2-3 0 0,1-4 0 15,1-2 0-15,3 0 0 0,2 0-303 0,1-4-28 16,5-9 168-16,1-4-669 0,0-6 397 0,0-3 199 15,3-8 89-15</inkml:trace>
  <inkml:trace contextRef="#ctx0" brushRef="#br0" timeOffset="-132520.21">16172 13929 2204 0,'17'-11'0'0,"1"1"0"0,3 2 0 0,0 1 0 0,1 4 0 0,3 0 0 0,-2 2 0 0,0 1 0 0,-2 0 0 0,-2 9 0 0,-4 6 99 0,-1 1 251 0,-7 4-147 0,-3 6-87 16,-4-3 108-16,0 1-93 0,-9 0-47 0,-9-1 1 15,2-3 2-15,-9-1-9 0,8-6-40 0,-3-3 172 16,1-1-188-16,2-3-22 0,7-4 0 0,1 0 0 16,4-2 0-16,1 0 0 0,2 0 0 0,2 0 0 15,0 0 0-15,6 0 0 0,6 1 0 0,8 2 0 16,1-2 0-16,-1 0 0 0,2 4 0 16,1-1 0-16,4-1 0 0,-7 1 0 15,2-2 0-15,1 1 0 0,-1 2 0 0,-3-4 0 16,0 2 0-16,0 0-59 0,-6-1-62 0,0-1-915 15</inkml:trace>
  <inkml:trace contextRef="#ctx0" brushRef="#br0" timeOffset="-131357.6">16855 13797 2689 0,'-12'-9'0'0,"6"7"0"0,4 2 0 0,2 0 0 0,0 0 0 16,0 0 0-16,8-2 0 0,15 0 0 0,7 0 0 0,11 1 0 0,1-4 511 0,4 2-237 0,-2 0-118 0,4-1-59 0,-7 2 107 0,11-1-204 15,-9 3 0-15,-7 0 0 0,2 0 0 0,-2 0 0 16,-12 0 0-16,2 0-147 15,-5 5 48-15,-4 0 68 0,-10-3 34 0,1 1-671 0,-7 2 237 16,-1-4 208-16,0 3-464 0,-12 0 324 0,-4-3 163 16,0 1 71-16</inkml:trace>
  <inkml:trace contextRef="#ctx0" brushRef="#br0" timeOffset="-131037.72">17092 13722 1891 0,'-23'0'0'0,"5"1"0"0,-1 8 0 0,4 2 0 0,2 2 0 0,3 2 0 0,0 8 0 0,5 2 0 0,5 8 0 0,0 6 0 0,0 3 561 0,0-3-252 0,2 14-140 16,4-2 410-16,0 1-271 0,-1 2-194 0,-1-3-114 16,-1-8 0-16,1 10 0 0,0-17 0 15,-3 0 0-15,2-3 0 0,-3-10 0 0,0-1 0 0,0-7 0 16,0-6 0-16,-4-1 0 0,-4-6 0 0,-3-2 0 16,-2 0 0-16,-2-6 0 15,-4-11 0-15,3 0 0 0,-1-1 0 0,-1-5 0 16,2 2 0-16,-5-4 0 0,8 7 0 0,-1 1 0 15,0 2 0-15,3 4 0 0,1 6 0 0,-1 3 0 16,2-1 0-16,-1 3 0 0,1 0 0 0,0 10 0 16,0 5 0-16,-1 4 0 0,-3 3 0 0,1 1 0 15,-1 2 0-15,2-2 0 0,1 1 0 16,-1 1 0-16,4-8 0 0,2 2 0 16,0-4 0-16,3-4 0 0,2-1-7 0,0-6-792 15,4-3 381-15,13-1 189 0,6-1 97 0,4-16-650 16</inkml:trace>
  <inkml:trace contextRef="#ctx0" brushRef="#br0" timeOffset="-130666.22">17064 14087 2942 0,'11'-11'0'0,"0"5"0"0,4-1 0 0,1 1 0 15,0 1 0-15,7 1 0 0,1 3 0 0,5-1 0 0,1 0 0 0,2 2 0 0,-1 0 113 0,0 0 62 0,-3 8-68 0,-6-1-26 0,0 5-8 0,-2-2-74 0,-10 2 0 0,-2-1 39 0,-6 1-105 0,-2 1 62 0,0 0 16 16,-13 2 1-16,-10 0 261 0,1-3-118 16,-1 2-130-16,2-2-25 0,-1-2 0 0,5-2 0 0,8-2 0 15,-1-2 0-15,5-1 0 0,5 1 0 16,0 0 0-16,0 1 0 0,12 3 0 0,9 1 0 16,2 3 0-16,4-1 0 0,-1 4 0 0,-1 2 0 15,2 0 0-15,-2 2 0 0,-3 1 0 0,-9-1 0 16,3 2 0-16,-9-1 0 0,-3 1 0 0,-3-1 0 15,-1-2 0-15,-1-2 0 0,-14 1 0 0,-4-5 0 16,-4 1 0-16,-2-3 0 0,2-5 0 0,2-1 0 16,-9-3 0-16,3 2 0 15,3-3 0-15,4 0 0 0,-3 0 0 0,4-3 0 16,0-2 0-16,4-3 0 0,4-4 0 0,2-2 0 16,3-7 0-16,6-5-95 0,0-9 9 0,2-7-972 15,11-7 510-15,8-15 255 0</inkml:trace>
  <inkml:trace contextRef="#ctx0" brushRef="#br0" timeOffset="-130478.21">18041 13264 3759 0,'0'-2'0'0,"3"2"0"0,3 0 0 0,1 0 0 0,5 0 0 0,4 0 0 0,3 0 0 0,4 0 0 0,4 4 0 0,8-2 0 0,4 2 149 0,2-4-126 0,1 0-23 0,3 0 0 15,-6 0 0-15,10 0 0 0,-8 0 0 0,-7 0 0 16,0 0-695-16,-10 0 279 0,-3 0 237 0,-6 6 103 16,-9 8-506-16</inkml:trace>
  <inkml:trace contextRef="#ctx0" brushRef="#br0" timeOffset="-130328.81">18281 13566 3299 0,'-23'10'0'0,"4"-1"0"0,5-2 0 0,4-3 0 16,4 0 0-16,4-2 0 0,2 2 0 0,2-1 0 0,16 3 0 0,10 1 0 0,2 1 88 0,4-1 456 0,1 1-544 0,1 1 0 0,-1 1 0 0,4-1 0 16,-4 1 0-16,1-3 0 0,-1 1 0 0,-3-3 0 15,0 3 0-15,0-3-954 0,-6 1 396 0,-1 4 292 16</inkml:trace>
  <inkml:trace contextRef="#ctx0" brushRef="#br0" timeOffset="-126768.39">19468 13587 2434 0,'0'0'0'0,"0"0"0"0,0-2 0 0,0 0 0 0,0 2 0 0,0 0 0 0,0-1 0 0,0 1 0 0,3 0 0 0,3 0 0 0,2 0 74 0,-1-3 0 0,2 3 188 16,-3 0-116-16,4 0-55 0,-3-2-27 0,1 2 169 15,-1-1-98-15,1 1-39 0,-2-2 95 0,1 0-77 16,0 0-97-16,-3 2-17 0,2-2 0 0,0 2 0 15,-1 0 0-15,1 0 0 16,4 0 0-16,-3 0 0 0,4 0 0 0,-2 0 0 16,5 0 0-16,-2 0 0 0,0-2 0 0,-1 2 0 15,2 0 0-15,-3 0 0 0,4 0 0 16,-2 0 0-16,3 0 0 0,-1 0 0 0,0 0 0 16,2 0 0-16,0 0 0 0,1 0 0 0,2 0 0 0,2 0 0 0,1 0 0 15,-2 0 0-15,3 2 0 16,4 0 0-16,-3 2 0 0,0-2 0 0,-1-1 0 15,5 4 0-15,-3-2 0 0,3 1 0 0,-2-2 0 16,3 2 0-16,-6-3 0 0,9 1 0 0,-4 0 0 16,2 2 0-16,0-2 0 0,1-1 0 0,0 1 0 15,-1-2 0-15,1 3 0 0,-1-3 0 0,0 1 0 16,0 1 0-16,2 1 0 16,-4-2 0-16,2 1 0 0,0-1 0 0,-2 2 0 0,2 0 0 0,-5-1 0 15,7 0 0-15,-4 0 0 16,2-2 0-16,0 0 0 0,0 0 0 0,2 0 0 15,-2 0 0-15,2 0 0 0,0 0 0 0,-2 0 0 16,0 0 0-16,0 0 0 0,2 0 0 0,0-2 0 16,-2 2 0-16,0-2 0 0,2 2 0 0,-5 0 0 15,5 0 0-15,-2 0 0 0,-3 0 0 0,3 0 0 16,-2 0 0-16,2 0 0 0,0 0 0 0,-1 0 0 16,3 0 0-16,-2 0 0 0,0 0 0 0,-2 0 0 15,4 0 0-15,-2-2 0 0,-2 0 0 16,0 1 0-16,-1 1 0 0,-6-3 0 15,1 3 0-15,-1-1 0 0,-2 1 0 0,-3-2 0 16,2 2 0-16,-4 0 0 0,0 0 0 0,-3 0 0 16,-2 0 0-16,3 0 0 0,-3 0 0 0,-2 0 0 15,0 0 0-15,0 0 0 0,-2 0 0 0,1 0 0 16,-3 0 0-16,-1 0 0 0,0 0 0 0,0-1 0 16,0 1 0-16,-2 0 0 0,0 0 0 0,0-3 0 15,0 3 0-15,-2 0 0 16,-7 0 0-16,-2 0 0 0,-5 0-170 0,-5 4-275 15,1 9 204-15</inkml:trace>
  <inkml:trace contextRef="#ctx0" brushRef="#br0" timeOffset="-113058.68">5308 5986 2816 0,'0'-5'0'0,"0"-1"0"0,-2 2 0 0,1 1 0 0,-2 0 0 0,1 1 0 0,0-1 0 0,-1 2 0 0,1-1 0 0,-3 2 0 0,1 0 218 0,0 0-90 0,-1 0 167 16,-2 0-119-16,-1 6-74 0,1 1-31 0,-4 4-1 16,0 3-15-16,-3 5-55 0,0-3 0 0,-1 8 0 15,-2-1 0-15,-2 3 0 0,1 2 0 0,-1 1 0 16,-2 1 0-16,2 1 0 0,-6 7 0 16,5-8 0-16,-4 8 0 15,5-9 0-15,0 3 0 0,1-5 0 0,3 1 0 0,0-3 0 0,5-7 0 16,0 3 0-16,0-2 0 0,3-4 0 15,1-4 0-15,-1-2 0 0,4 0 0 0,1-7 0 16,0 1 0 0,0-1 0-16,2-2 0 0,0 0 0 0,0 0 0 0,0 0 0 0,0 0 0 15,0 0 0-15,0 0 0 0,0-7 0 16,0-3 0-16,6-5-289 0,5-4 74 0,4-1-766 0,2-5 472 0,5-2 235 16,-2-1 118-16</inkml:trace>
  <inkml:trace contextRef="#ctx0" brushRef="#br0" timeOffset="-112711.83">5193 6030 3931 0,'0'0'0'0,"0"0"0"0,-5 0 0 0,4 0 0 0,-1 0 0 0,-1 0 0 0,3-2 0 0,0 0 0 0,0 2 0 0,0-2 0 0,0 1 0 0,5-1 0 15,2 2 0-15,0 0 0 0,2 0 0 0,-2 0 0 16,2 0 0-16,-2 0 0 0,0 0 0 15,6 0 0-15,-5 3 0 0,2 5 0 16,2-1 0-16,0 3 0 0,-1 0 0 0,6 1 0 16,-2 2 0-16,7 1 0 0,-4 2 0 0,0-1 0 0,5 3 0 15,1-1 0-15,-5 2 0 0,4-2 0 0,-2 0 0 16,-5 0 0-16,5 2 0 0,-6-6 0 0,2 1 0 16,-4 2 0-16,0-5 0 0,-4-1 0 0,2-1 0 15,-4-1 0-15,-4-3 0 0,1-1 0 0,-1-3 0 16,-2 2 0-16,-1-3 0 0,0 0 0 15,0 0 0-15,0 0 0 0,0 0 0 0,0 0 0 16,-6-3 0-16,1 2 0 0,-1-3 0 16,-1-1 0-16,1 3 0 0,-3-2-978 15,1 0 323-15,-4-1 309 0,3 4 153 0,-4-3-686 0</inkml:trace>
  <inkml:trace contextRef="#ctx0" brushRef="#br0" timeOffset="-111847.45">5235 5913 2287 0,'0'-1'0'0,"0"-1"0"0,0 2 0 0,0 0 0 0,0 0 0 0,0 0 0 0,0 0 0 0,0 0 0 0,0 2 0 0,0 2 0 0,2 1 84 0,1 1 11 0,-3-1 225 15,2 3-141-15,1 0-70 0,0 3 232 0,-1 0-152 0,1 0 138 16,-2 4-327-16,1 0 0 0,0 0 0 0,0 4 0 0,-1-2 0 16,-1 2 0-16,0 0 0 0,0-1 0 15,2 3 0-15,-2-3 0 0,2 1 0 16,1 1 0-16,-1-2 0 0,-1 1 0 15,0 0 0-15,2-1 0 0,-3 1 0 0,1 0 0 16,1 0 0-16,0 1 0 0,-2 4 0 16,0-2 0-16,0 0 0 0,3 1 0 0,-3-1 0 15,0 1 0-15,0 3 0 0,0-1 0 0,0-2 0 16,0 0 0-16,0 6 0 0,0-5 0 0,0-4 0 0,0 3 0 0,0 0 0 16,0-1 0-16,0-2 0 0,0 3 0 15,0-5 0-15,0 0 0 0,1 0 0 16,1 2 0-16,-2-4 0 0,2 3 0 0,0-1 0 15,1 2 0-15,-3-2 0 0,0 4 0 16,2-1 0-16,-2 2 0 0,0 0 0 0,0 4 0 16,0-7 0-16,0 8 0 0,0-4 0 0,0 2 0 15,0-5 0-15,0 4 0 0,0-2 0 0,0-1 0 16,0-2 0-16,0 1 0 0,0 0 0 0,0-3 0 16,0 1 0-16,0 2 0 0,0 0 0 15,0-1 0-15,0-1 0 0,0 2 0 0,0-2 0 0,0 2 0 16,0-1 0-1,0-1 0-15,0 3 0 0,0-1 0 0,0 1 0 0,0 1 0 16,-2-1 0-16,2 3 0 0,0-2 0 0,-3-1 0 0,3-2 0 0,0 1 0 16,0 2 0-16,0-1 0 0,0-3 0 15,0 1 0-15,0-3 0 0,0 1 0 0,0-1 0 16,0-3 0-16,0 3 0 16,0 1 0-16,0-2 0 0,0 1 0 0,0 2 0 0,0 2 0 15,0-3 0-15,-2 1 0 0,0 0 0 16,2 2 0-16,0 3 0 0,-2-1 0 0,2-5 0 15,0 4 0-15,0-1 0 16,0 0 0-16,0 1 0 0,-1-1 0 0,1 1 0 0,0-4 0 16,0 0 0-16,0 0 0 0,0-1 0 15,0-1 0-15,0 3 0 0,0-4 0 0,0-2 0 0,0 2 0 0,0-2 0 16,0 0 0-16,0 1 0 0,0-3 0 16,0-3 0-1,0 2 0-15,-3 0 0 0,3-1 0 0,0 0 0 16,0-2 0-16,-2-4 0 0,2 1 0 0,-2-1 0 0,2-1 0 0,0-2 0 15,0 0 0-15,-1 0 0 0,1 0 0 0,-4 0 0 16,3 0 0-16,-4 0 0 0,3 0 0 16,-1 0 0-16,-1-5 0 0,1-6-330 15,0-6-256-15</inkml:trace>
  <inkml:trace contextRef="#ctx0" brushRef="#br0" timeOffset="-110227.02">5288 8597 411 0,'0'0'0'0,"0"0"0"0,0 0 0 0,0 0 0 0,0 0 0 0,0 0 0 0,0 0 0 0,0 0 0 0,0-2 0 0,0 0 0 0,0 1 25 0,0-1 0 0,2 0 35 0,1 0-26 0,-3 0-7 15,2-1 0-15,1-1 0 0,-1 2 46 0,-1-2 1 0,0 0-35 16,2 2 53-16,-2 0-28 0,-1 1 9 16,2-1 46-16,-2-1-40 15,0 2 9-15,0-1-49 0,0 0 133 0,0 0-67 0,0 2-34 16,0-2 47-16,0 2-30 0,0-1-10 16,0 1 72-16,0 0-56 0,0 0-27 0,-3 0-1 0,-1 0 40 15,1 0-39-15,-2 0 1 16,0 3-30-16,0 3 0 0,-2 0 0 0,2 1 10 0,-1 1-10 0,1-1 59 0,-1 2 1 15,-2 1-30-15,2 1 0 16,-1-4 5-16,0 5-34 0,-1-1 20 16,0 1-21-16,-1-3 0 0,4 2 35 15,-4-2 10-15,2 3-45 0,-2-1 1 16,2-1-1-16,0 1 47 0,-2 0-46 0,4-2 8 0,-4 2-9 0,2 3-12 16,-3-3-5-16,3 2-21 0,-3 0 0 15,2 1 0-15,-1-1 0 0,1 2 0 0,-2 0 0 0,1-1 0 16,0 1 0-16,2 1 0 0,-1 0 0 15,1-1 0-15,-1-1 0 0,1-1 0 16,-1 0 0-16,1 0 0 0,-3 4 0 0,1 0 0 16,0 0 0-16,-3 0 0 15,3 0 0-15,0 0 0 0,-3 1 0 0,1 2 0 0,-1-2 0 0,1 1 0 16,0 0 0-16,-2 1 0 0,2-1 0 0,-1 0 0 16,1-1 0-16,1 1 0 0,-3 0 0 0,3-2 0 15,0 2 0-15,-5-2 0 0,3 5 0 16,-3-4 0-16,3 1 0 0,0-1 0 0,-2 5 0 15,2-5 0-15,-1 4 0 0,3-3 0 0,-3 2 0 16,-2 2 0-16,4-3 0 0,-1 1 0 0,0 1 0 16,-1-1 0-16,1 0 0 0,0 3 0 15,-1-1 0-15,1-1 0 0,1-3 0 0,-1 0 0 16,1 1 0-16,2 1 0 0,-3 0 0 0,2 3 0 16,-1-5 0-16,2 2 0 0,1-1 0 15,-5 4 0-15,2-1 0 0,0-1 0 0,1 1 0 16,0-2 0-16,0 0 0 0,-2 3 0 0,1-2 0 15,-1 1 0-15,2 1 0 0,0-1 0 0,-3-1 0 16,-2 7 0-16,1-5 0 16,-2 0 0-16,1 3 0 0,-2-1 0 0,-1 2 0 0,1 0 0 15,-3 0 0-15,3 1 0 16,-3-2 0-16,1 2 0 0,3 2 0 0,-2-4 0 16,4-1 0-16,-2 3 0 0,3-3 0 0,-2 0 0 0,5-2 0 0,-7 5 0 15,5-3 0-15,-3 0 0 0,1 1 0 0,0-2 0 16,1-3 0-16,-2 6 0 0,0-3 0 0,0-2 0 31,2 0 0-31,-1 0 0 0,4-6 0 0,-1 1 0 0,2-3 0 16,2-1 0-16,-1-5 0 0,5 1 0 0,-2-3 0 0,2-1 0 0,1-2 0 15,2-1 0-15,0 0 0 0,0 0 0 16,-2-2 0-16,2 2 0 0,0-1 0 0,0 1 0 16,0-1 0-16,-2-1 0 0,2 1 0 15,0 0 0-15,0 1 0 0,-1-2 0 16,1 1 0-16,-2 0 0 0,0 0 0 0,2-1 0 15,-1 2 0-15,1-3-173 0,-2 0-26 0,2 0 81 16,0 0-680-16,0 0 385 0,0 0 187 0,0-8 94 0,0-5-550 16,2-6 312-16,-1-7 171 0</inkml:trace>
  <inkml:trace contextRef="#ctx0" brushRef="#br0" timeOffset="-109802.22">3862 10371 2392 0,'1'-5'0'0,"3"1"0"0,-4-2 0 0,0 3 0 0,0 1 0 0,0 0 0 0,0 0 0 0,0 1 0 0,0 1 0 0,0 0 0 0,0 0 79 0,0 0 236 16,0 7-139-16,0 2-69 0,0 5 502 15,0-1-571-15,1 3 1 0,-1 4-1 0,0 4 0 16,0 0 62-16,0 2-100 0,0 3 0 0,0 3 0 0,0 1 0 15,0 2 0-15,0 0 0 0,-5 5 0 16,1 3 0-16,-1-10 0 0,0 7 0 0,0-5 0 0,0 2 0 16,-2-4 0-16,4-3 0 0,-4-2 0 0,4-2 0 15,-1-3 0-15,1 0 0 0,0-4 0 0,1-3 0 16,-1-1 0-16,0-5 0 0,3 1 0 0,0-4 0 16,0-1 0-16,0 0 0 0,0-3 0 0,0-1 0 15,0 2 0-15,0-4 0 0,8 2 0 0,0-2 0 16,1 0 0-1,5 0 0-15,0-2 0 0,4-4 0 0,-1-3 0 16,1-3 0-16,3 0 0 0,-3 1 0 16,3-3 0-16,-1-2 0 0,0 4 0 0,2-5 0 0,-2 1 0 15,1 0 0-15,3 0 0 0,2-2 0 16,1 2 0-16,3-2 0 0,1 0 0 0,1 3-2211 16,3-2 2013-16,2-1 71 0,1 0 49 0</inkml:trace>
  <inkml:trace contextRef="#ctx0" brushRef="#br0" timeOffset="-109658.29">4957 10851 376 0</inkml:trace>
  <inkml:trace contextRef="#ctx0" brushRef="#br0" timeOffset="-105108.5">5333 8725 2315 0,'-5'-7'0'0,"2"3"0"16,1 2 0-16,2 0 0 0,-3 2 0 0,3 0 0 0,-2 0 0 0,0 0 0 0,0 14 0 0,2 6 0 0,-2 2 78 0,0 5-40 0,0 2 83 0,0 3-42 0,-2 2 10 15,2 4-151-15,-3-1 50 0,3 1 25 0,-1 0 0 0,1-1-408 16,2-1 226-16,0-3 99 0,0 3 54 15,0-2-697-15,0 2 339 0,0 0-7 16,-4-4 175-16,0 3 85 0,-4-4 41 0,1 1-13 16,-2-7 39-16,-2-2 54 0,-4 5 227 0,0-3-151 15,-4 0-57-15,0 0-29 0,0 1 0 0,1 2 544 16,0 1-271-16,2-1-94 0,0 0 542 16,6 0-337-16,-2 0-167 0,4 1-76 0,3 1 278 0,1 0-186 15,0 0-92 1,4 1-47-16,0 3 28 0,0-2-28 0,0 0-10 0,0 0-308 0,6-4 135 0,1 2 69 15,6-3 34-15,-3 1-694 0,-1 0 359 16,2 0 176-16,-4 3-750 0,-2 0 434 0,-3 3 216 16,-2 1 99-16</inkml:trace>
  <inkml:trace contextRef="#ctx0" brushRef="#br0" timeOffset="-104968.34">5060 10573 1960 0,'-20'39'0'0,"1"1"0"0,2 1 0 0,-2 0 0 0,1-1 0 0,4-4 0 0,1 3 0 0,5-2 0 0,-1-3 0 0,4 0 0 0,3-2 129 0,0-4-37 0,2 2 146 15,0-1-99-15,0 1-51 0,2-4-25 0,4 0-180 16,2-3 87-16,2 3 30 0,2-2-265 0,-1 1 151 0,-1-2 77 16,2 0-652-16,-6 2 315 0,1 3 189 0,-5-1 1 15</inkml:trace>
  <inkml:trace contextRef="#ctx0" brushRef="#br0" timeOffset="-104813.15">4973 11630 2033 0,'-6'35'0'0,"-6"4"0"0,3-4 0 0,-5 6 0 0,4-1 0 0,4-7 0 0,-2 5 0 0,4 0 0 0,2-1 0 0,2-4 0 0,0 2 466 0,0-2-213 0,0 1-108 16,0-7-44-16,8 3 96 0,-2-9-80 0,1 1-39 0,2-1-1 0,-3-1-449 16,2 0 215-16,-4-4 92 0,1-4-635 15,0-1 368-15,-4-2 185 0,3-2-402 16,-4 3 263-16,0-1 110 0</inkml:trace>
  <inkml:trace contextRef="#ctx0" brushRef="#br0" timeOffset="-104743.97">4927 12424 2143 0,'-13'19'0'0,"1"4"0"0,-2-2 0 0,3-4 0 0,-1 1 0 0,5-3 0 0,2-5 0 0,0-2 0 0,4 1 0 0,1-4 0 16,0-3 127-16,1-2-44 0,11 0 0 0,0 0-45 0</inkml:trace>
  <inkml:trace contextRef="#ctx0" brushRef="#br0" timeOffset="-101744.16">19000 11736 1219 0,'-19'-3'0'0,"5"-1"0"0,-2 3 0 0,1-5 0 0,2-1 0 0,2-1 0 0,0-3 0 0,3 0 0 0,2-3 0 0,4-3 0 0,2 1 91 0,0-5 76 0,0 2-65 0,4-5-32 15,6 1 1-15,1 2 80 0,0 3-47 0,6-7-38 16,-2 5 131-16,4 1-80 0,-2 0-39 16,-2 6 9-16,2 0 40 0,0 2-44 15,-2 3-1-15,-2 3 124 0,1 2-84 16,-4 2-33-16,5 1-9 0,-3 0 92 0,-1 5-68 0,0 5-33 0,1 3 1 0,0 0 131 15,0 0-203-15,1 1 0 0,3 0 0 16,0-3 0-16,5 2 0 0,-1-2 0 16,4 0 0-16,3-5 0 0,1-1 0 0,0 0 0 15,1-3 0-15,-5 0 0 0,5-1 0 0,-8-1 0 16,2 0 0-16,0 0 0 0,-5 0 0 0,0 0 0 16,-6 0 0-16,0 0 0 0,-3 0 0 0,-3 0 0 15,-1-1 0-15,-3-1 0 0,0 0-42 0,1 1-112 16,-3-2 44-16,0 0-206 0,0 0 139 0,0 0 60 15,-3 0 45-15,-4 1-577 0,-4-1 306 0,-1 2 153 16,1-2 75-16</inkml:trace>
  <inkml:trace contextRef="#ctx0" brushRef="#br0" timeOffset="-101509.1">19216 11418 2687 0,'-15'0'0'0,"0"2"0"0,4 0 0 0,1-1 0 0,3 2 0 0,1 0 0 0,3 3 0 0,3 2 0 0,0 2 0 0,0 2 0 0,2 3 288 0,1 2-115 16,5 1-73-16,-1 1 169 0,-1 1-116 0,-2 2-58 15,1 4 71-15,-1-5-166 0,-2 6 0 0,0-2 0 16,-1 1 0-16,-1 1 0 0,0-1 0 0,0-4 0 16,0 7 0-16,0-8 0 0,0 0 0 0,0-1 0 15,0-1 0-15,0-4 0 0,-1-1 0 0,-1-4-307 16,0-2-20-16,0-2 151 0,0 1-197 0,2-6 173 15,0 1 81-15,0-2-399 0</inkml:trace>
  <inkml:trace contextRef="#ctx0" brushRef="#br0" timeOffset="-101479.02">19177 11951 378 0,'2'-13'102'0,"3"-2"-51"0,4-7-26 0</inkml:trace>
  <inkml:trace contextRef="#ctx0" brushRef="#br0" timeOffset="-101200.04">19287 11585 2259 0,'0'-6'0'0,"0"3"0"0,0 1 0 0,0 0 0 0,0-1 0 0,0 3 0 0,0 0 0 0,0 0 0 0,0 0 0 0,0 9 0 0,2 0 253 0,2 3-108 0,4 6-44 0,-1-1 346 16,-1 3-205-16,3 8-102 0,-3-3 95 0,0 3-126 15,-1 2-109-15,-1 2 0 0,-1 3 0 0,-1-2 0 16,0-1 0-16,0 1 0 0,-2-6 0 0,2 7 0 16,-2-6 0-16,0-4 0 0,0-2 0 0,0 2 0 15,0-6 0-15,0 1 0 0,0-6 0 0,0-2 0 16,0-1 0-16,0-3 0 0,0-3 0 0,0-2 0 15,0-2 0-15,-2 0 0 0,0 0 0 0,-2 0-218 16,3 0 32 0,-1 0 79-16,0-2 35 0,0-4-367 0,2-1 200 0,0-3 101 15,0 1-445-15,0-4 278 0,2 2 133 16,7-5-357-16,1 2 246 0,1-4 123 0</inkml:trace>
  <inkml:trace contextRef="#ctx0" brushRef="#br0" timeOffset="-100891.97">19481 11852 2222 0,'0'-3'0'0,"0"0"0"0,0 1 0 0,0 1 0 0,0-4 0 0,0 4 0 0,0-1 0 0,0 0 0 0,0 1 0 0,0 1 0 0,4-3 247 0,5 3-95 0,-2 0-62 0,5 0 353 16,-1 0-203-16,2 0-101 0,1 0 259 0,-2 4-398 15,6 0 0-15,0 2 0 0,1-2 0 0,4 2 0 16,2 0 0-16,-5 0 0 0,6 0 0 0,-1-1 0 15,-3 1 0-15,-2-1 0 16,1 1 0-16,0-2 0 0,-2 2 0 0,-2 0 0 16,-3-3 0-16,-2 0 0 0,-3 1 0 0,-1-2 0 15,-3 0 0-15,-1-2 0 0,-1 2 0 16,-2-2 0-16,-1 0 0 0,0 0 0 0,0 0 0 0,0 0 0 16,0 0 0-16,0 0 0 0,0-2 0 0,0-2 0 15,0-1 0-15,0 0 0 0,0 0 0 0,0 4 0 16,0-1-90-16,0-1-80 0,0 3 61 0,0 0-1320 15</inkml:trace>
  <inkml:trace contextRef="#ctx0" brushRef="#br0" timeOffset="-96638.95">5393 7388 1622 0,'-4'-6'0'0,"3"1"0"0,-2-1 0 0,3 0 0 0,0 2 0 0,0-3 0 0,0 4 0 0,0-3 0 0,0 2 0 0,0-1 0 0,0 2 43 0,0 2 147 16,0-3-62-16,3 2-49 0,-2 0 1 0,1 0 154 15,0 0-95-15,0 0-49 0,-1 1 190 0,1 1-123 16,-2 0-58-16,2-3 132 0,-2 3-94 0,2 0-47 16,2-1 11-16,-4 1-24 0,4 0-35 0,0-2 1 15,0 2-1-15,1 0-15 0,0-3-27 0,2 3 0 16,-1 0 0-16,-1 0 0 0,0 0 0 15,0 0 0-15,1 0 0 0,0 0 0 0,0 0 0 16,1 0 0-16,0 0 0 0,0 0 0 16,1 0 0-16,-2 0 0 0,3 5 0 0,-1-1 0 15,0-1 0-15,1 1 0 0,-2 1 0 0,1-1 0 16,0 2 0-16,1 1 0 16,-1-2 0-16,0 1 0 0,1 1 0 0,-1-3 0 15,-1 3 0-15,0-2 0 0,2 1 0 0,-1-1 0 16,-1-1 0-16,1 2 0 0,1-3 0 0,-3 2 0 15,1 0 0-15,0-1 0 0,1-2 0 0,-4 2 0 16,2-1 0-16,-1-1 0 0,1 1 0 0,0 0 0 16,-2 0 0-16,2-1 0 0,-3 3 0 0,2-4 0 15,-1 3 0-15,2-2 0 0,0 2 0 16,0-1 0-16,-1-1 0 0,0 2 0 16,3-1 0-16,-3 1 0 0,0 0 0 0,0 0 0 15,0 1 0-15,2 0 0 0,-4-2 0 0,3 0 0 16,-2 3 0-16,-1-2 0 0,1 0 0 0,-1 1 0 15,1 0 0-15,1-1 0 0,-2-1 0 0,0 1 0 16,0 1 0-16,0-1 0 0,1-1 0 16,-2 3 0-16,3 1 0 0,-3-2 0 0,2 0 0 0,0 1 0 15,0 0 0-15,-2 2 0 0,2-3 0 16,-3 0 0-16,3 3 0 0,1-3 0 16,-5-1 0-16,2 2 0 0,2-1 0 0,-2-1 0 15,1 0 0-15,0 2 0 0,-1-3 0 0,0 1 0 16,1 0 0-16,-1 0 0 0,2 0 0 0,0 1 0 15,0 0 0-15,-3-4 0 0,4 5 0 0,-3-5 0 16,1 3 0-16,1-1 0 0,-1 1 0 0,-3 0 0 16,5 0 0-16,-3-1 0 0,-1 2 0 0,3-3 0 15,-3 3 0-15,1-1 0 16,0 0 0-16,0-2 0 0,0 1 0 0,0-1 0 16,0 0 0-16,0 0 0 0,1-1 0 0,-3-1 0 15,0 3 0-15,2-3 0 0,-2 0 0 0,0 0 0 16,0 0 0-16,0 0 0 0,0 0 0 0,0 0 0 15,0 0 0-15,0 0 0 0,0 0 0 0,0 1 0 16,3 1 0-16,-1-2 0 0,-2 3 0 0,1-2 0 16,-1 2 0-16,1-2 0 0,2-1 0 0,-3 2 0 15,1-2 0-15,-1 1 0 0,0-1 0 0,0 0 0 16,0 0 0-16,0 0 0 16,0 0 0-16,0 0 0 0,0 0 0 0,0 0 0 15,0 0 0-15,0 0 0 0,0 0 0 0,0 0 0 16,0 0 0-16,0 0 0 0,-1 0 0 0,-4 5-309 15,0 2-158-15,3 0 201 0</inkml:trace>
  <inkml:trace contextRef="#ctx0" brushRef="#br0" timeOffset="-92266.1">3771 10049 1877 0,'0'-7'0'0,"0"-5"0"0,0 5 0 0,0-1 0 0,0 1 0 0,0 5 0 0,3-2 0 0,0 2 0 0,-1 0 0 0,-1 0 0 0,-1 2 209 0,0 0-83 0,2 0-42 0,-2 0 11 15,0 0 41-15,0 0-46 0,0 0-1 0,0 0-47 16,0 6 224-16,0 3-102 0,0 3-66 0,0-1 210 15,0 2-134-15,0-2-65 16,0 2-45-16,0-2-64 0,0 3 0 0,0-3 0 16,0 2 0-16,0-1 0 0,0 0 0 0,0 2 0 15,0 2 0-15,0 2 0 0,0-2 0 0,0 4 0 16,2 0 0-16,-2 0 0 0,1 2 0 0,-1 1 0 16,0 2 0-16,0 1 0 0,2-5 0 0,0 4 0 15,0 3 0-15,-1-4 0 0,1 1 0 0,0 3 0 16,-2-2 0-16,2 4 0 0,1 0 0 0,-3 0 0 15,0 2 0-15,0 1 0 0,0-8 0 0,0 9 0 16,0-2 0-16,0-4 0 0,0 0 0 0,0 0 0 16,0-3 0-16,0 3 0 15,0-6 0-15,0 1 0 0,0 1 0 0,0-3 0 0,-3 0 0 16,-1-2 0-16,2 1 0 0,-1-1 0 16,-1 0 0-16,-1-1 0 0,2 1 0 0,-3 0 0 15,1 0 0-15,0-4 0 0,1 0 0 0,2 0 0 16,1-6 0-16,-2 1 0 0,2-1 0 0,0-3 0 15,1-3 0-15,0-1 0 0,0 0 0 0,0-2 0 16,0 0 0-16,0 0 0 0,0 0 0 16,0 0 0-16,0 0 0 15,0 0 0-15,0 0 0 0,0 0 0 0,0 0 0 0,0 0 0 16,0 0 0-16,1 0 0 0,0 0 0 0,5 0 0 16,-2 0 0-16,3-2 0 0,-1-1 0 0,0-1 0 15,1-2 0-15,2 1 0 0,2-2 0 0,-3-1 0 16,3 0 0-16,2-1 0 0,-3-1 0 0,3 1 0 15,0-2 0-15,1 0 0 0,1 3 0 0,0-4 0 16,3 1 0-16,3-2 0 16,-3 2 0-16,5 0 0 0,-2-2 0 0,5-2 0 0,2 0 0 15,-2-1 0-15,6 0 0 0,0 1 0 16,-2-2 0-16,0 0 0 0,0 2 0 0,-5 2 0 16,0-1 0-16,-7 5 0 0,2-1 0 0,-6 4 0 15,2-2 0-15,-8 4 0 0,2-2 0 0,-2 5 0 16,-3-2 0-16,-1 2 0 0,-1-2 0 0,-1 2 0 15,0 1 0-15,0 0 0 16,2-2 0-16,-4 2 0 0,0 0 0 0,0 0 0 0,0 0 0 0,0 0 0 16,0 0 0-16,0 0 0 15,0 0 0-15,0 0 0 0,0 0 0 0,0 0 0 16,0 0 0-16,0 0 0 0,0 0 0 0,0 0 0 16,0 0 0-16,0 0 0 0,0 0 0 0,0 0 0 15,0 0 0-15,0 0 0 0,0-2 0 0,0 2 0 16,0 0 0-16,2 0-160 0,-2 4-109 0,0 7 105 15</inkml:trace>
  <inkml:trace contextRef="#ctx1" brushRef="#br0" timeOffset="137418.51">19783 17682 0,'14'-212'15,"-14"155"1,0 28-16</inkml:trace>
  <inkml:trace contextRef="#ctx0" brushRef="#br0" timeOffset="-79694.52">9185 13040 2737 0,'0'0'-6'0,"0"0"-6"0,0 0 3 0,0 0 2 0,0 0 3 0,0 0 2 0,0 0 1 0,5-1 0 0,5-2 0 0,3 0 1 0,1 0 169 15,0 2-56-15,2 0 296 0,0 1-185 0,3 0-92 16,0 0-47-16,-2 0 20 0,1 0-105 0,3 2 0 15,-2 4 0-15,-1-2 0 0,2 1 0 0,-1-2 0 0,-3 0 0 0,1 1 0 16,-4-2 0 0,-4 0 0-16,1 0 0 0,-1-1 0 0,-5 2 0 0,0-2-200 15,-1-1-110-15,0 3 88 0,-1-3 99 0,-2 2-598 16,0 2 330-16,0 1 181 0,0 2-578 0</inkml:trace>
  <inkml:trace contextRef="#ctx0" brushRef="#br0" timeOffset="-79467.81">9311 13373 3715 0,'-8'6'0'0,"3"3"0"0,1-4 0 0,2-3 0 0,2 0 0 0,0-2 0 0,0 0 0 0,2 0 0 0,7 0 0 0,5 0 0 0,0 0 216 16,4 0-216-16,-2 0 0 0,2 0 0 0,-2 0 0 15,1 3 0-15,0-2 0 0,-2 1 0 0,0 4 0 16,-2-3 0-16,0 3 0 0,0-2 0 0,-7 1 0 15,3 1 0-15,0-2 0 16,-2 2 0-16,-2-3 0 0,1-1 0 0,-3 2 0 0,-1-4 0 16,0 1-809-16,2-1 292 0,-2 0 240 15,3 0 119-15</inkml:trace>
  <inkml:trace contextRef="#ctx0" brushRef="#br0" timeOffset="-79111.03">9730 13195 3928 0,'0'0'0'0,"-2"0"0"0,-2 0 0 0,2 0 0 0,2 0 0 0,0 0 0 0,0 0 0 0,0-2 0 0,0 0 0 0,0 2 0 0,0 0 3 16,6 0-3-16,1 0 0 0,4 0 0 0,1 0 0 15,1 0 0-15,0 0 0 0,2 0 0 0,3 0 0 16,-2 0 0-16,3 0 0 0,2 0 0 0,1 2 0 16,0 0 0-16,3-1 0 0,0-1 0 0,-2 2 0 15,-2 0 0-15,2 0 0 16,0-1 0-16,-5 4 0 0,1-1 0 0,-2-1 0 0,-4 3 0 16,-4-4 0-16,1 2 0 0,-2-3 0 0,-3 1 0 15,-3 0 0-15,0-1 0 0,0-1 0 0,0 0 0 16,-2 0 0-16,0 0 0 0,0 0 0 0,0-3 0 15,0-2 0-15,0-2 0 16,0 1 0-16,0 0 0 0,0 2 0 0,0 0 0 16,0 2 0-16</inkml:trace>
  <inkml:trace contextRef="#ctx0" brushRef="#br0" timeOffset="-77192.68">18788 13446 1783 0,'-4'0'0'0,"2"0"0"0,1 0 0 0,-1 0 0 0,0 0 0 0,2 0 0 0,0 0 0 0,-2 0 0 0,2 0 0 0,0 0 0 0,0 0 97 0,0 0 186 16,0 0-123-16,0 0-62 15,0 0-30-15,0 0 242 0,0 0-142 0,0 0-65 0,0 0-33 0,0 0 114 16,0 0-74-16,0 0-28 0,0 0-9 0,0 0 165 15,0-1-134-15,0 1-104 0,0-2 0 16,0 2 0-16,0 0 0 0,2-3 0 16,2 3 0-16,1 0 0 0,-1 0 0 0,1 0 0 15,-1 0 0-15,2 0 0 0,0 0 0 0,-1 0 0 16,-1 0 0-16,1 0 0 0,4 0 0 0,-4 0 0 16,0 0 0-16,1 0 0 0,-1 0 0 0,1 0 0 15,0 0 0-15,0 0 0 0,-1 0 0 0,2 0 0 16,-1 0 0-16,4 0 0 0,-3 0 0 0,2 0 0 15,3 0 0-15,-5 0 0 0,6-1 0 0,-1 1 0 16,1-2 0-16,-2 0 0 16,2 0 0-16,-2-1 0 0,1 3 0 0,1 0 0 15,-4 0 0-15,3 0 0 0,-1 0 0 0,-2 0 0 16,1 0 0-16,1 0 0 0,-2 0 0 0,1 0 0 16,-1 3 0-16,0-1 0 0,3 0 0 0,-5 0 0 15,3-1 0-15,0-1 0 0,-3 0 0 0,-2 0 0 16,1 0 0-16,-3 0 0 0,1 0 0 0,-2 0 0 15,0 0 0-15,-2 0 0 16,0 0 0-16,0 0 0 0,0 0 0 0,0 0 0 16,0 0 0-16,0 0 0 0,0 0 0 0,0 0 0 15,0 0 0-15,0-1 0 16,0-1 0-16,-4 0 0 0,2 0 0 0,0-1-21 0,1 3-98 0,-3 0-742 16</inkml:trace>
  <inkml:trace contextRef="#ctx0" brushRef="#br0" timeOffset="-75481.86">20785 12757 3416 0,'0'0'0'0,"0"0"0"0,0 0 0 0,0 0 0 0,0 0 0 0,0 0 0 0,1 1 0 0,3 3 0 0,2 1 0 0,-1 4 0 0,0-2 147 0,0 1-55 15,-1-1 184-15,1 4-276 0,-1 1 0 0,-1-3 0 16,1 2 0-16,-2 1 0 0,1 1 0 0,-1 3 0 16,-1 0 0-16,1 2 0 0,0 0 0 0,0 6 0 15,-2-2 0-15,0 7 0 0,2-3 0 0,-2 4 0 16,0-2 0-16,1 1 0 15,-1-4 0-15,2 7 0 0,-2-5 0 0,2-1 0 16,0-5 0-16,0 1 0 0,0-1 0 0,-1-1 0 16,-1-2 0-16,2 0 0 0,-2-1 0 0,0-2 0 15,0 1 0-15,0-4 0 0,0 0 0 0,0-3 0 16,0 1 0-16,0-3 0 0,0-2 0 0,0-1 0 16,0-2 0-16,0-1 0 0,0-1 0 0,0 0 0 15,0 0 0-15,0 0 0 0,0 0 0 0,0 0 0 16,0 0 0-16,0 0 0 0,0 0 0 15,0 0 0-15,0-1 0 0,0-1 0 16,0-2 0-16,2 1 0 0,-2 1 0 0,0-2 0 16,3 3 0-16,-3-1-1403 0</inkml:trace>
  <inkml:trace contextRef="#ctx0" brushRef="#br0" timeOffset="-72208.45">19902 13904 2118 0,'-6'-2'0'0,"1"-2"0"0,-1 1 0 0,4-1 0 0,1 3 0 0,-2-2 0 0,3 2 0 0,0-1 0 0,0 0 0 0,3 0 0 0,6 2 179 0,5 0-71 0,4 0-36 0,6 0 257 16,-2 0-138-16,8 0-82 0,2 2-36 0,0 0 146 16,3 0-92-16,0-2-45 0,2 1-14 0,-1-1 107 15,1 3-94-15,2-3-81 16,-4 0 0-16,-3 1 0 0,-5 1 0 0,-2 0 0 15,0-1 0-15,-6 1 0 0,-1-2 0 0,-6 2-281 16,-3 0 121-16,-2-2 90 0,-2 0-8 0,-3 0-229 16,-2 0 86-16,0 0 94 15,0 0 27-15,-7-2-387 0,-2-2 225 0,-5-1 113 0,-2 0-456 16</inkml:trace>
  <inkml:trace contextRef="#ctx0" brushRef="#br0" timeOffset="-71842.19">20001 13855 2072 0,'-9'4'0'0,"2"5"0"0,-1-1 0 0,0 2 0 0,4 0 0 0,3 4 0 0,1 5 0 0,0 3 0 0,0 4 0 0,0 4 0 0,1 3 470 0,1 0-217 16,2 1-99-16,-1 4-64 0,-2-1 232 0,1 2-142 16,0-3-72-16,-2 0 6 0,0-4-30 0,0-2-9 15,0-2-66-15,0-5-9 0,-4 0 0 0,0-5 0 16,-2-5 0-16,1 0 0 0,-1-5 0 0,1-2 0 15,0-6 0-15,-2 0 0 0,-2 0 0 0,0-1 0 16,2-12-150-16,-5 0 62 0,1-6 13 16,-1-3-7-16,1 1 6 0,-4-7 31 0,2 2-23 15,2 1 65-15,-1 8-19 0,1-1-10 16,0 4 185-16,-1 5-85 0,5 3-40 0,-4 4-23 16,3 1 250-16,-1 1-125 0,0 0-128 0,1 11-2 15,0 4 0-15,1 4 0 0,-4 4 0 0,4 2 0 16,-2-2 0-16,0 3 0 0,2-1 0 0,-1-4 0 15,2-1 0 1,-1 1 0-16,2-5-219 0,-1 0 7 0,1-2 70 0,2-4 63 16,1-2-524-16,2-5 283 0,0 1 133 0,2-4 80 15,12 0-524-15,4-13 297 0</inkml:trace>
  <inkml:trace contextRef="#ctx0" brushRef="#br0" timeOffset="-71467.58">20006 14092 2235 0,'7'-10'0'0,"0"5"0"0,6-1 0 0,-1 3 0 0,0 1 0 0,4 0 0 0,0 2 0 0,3 0 0 15,1 0 0-15,0 7 0 0,1 1 98 0,-2 3-31 0,-3 0 0 0,0 3-62 0,-4 1 32 16,-4 0 8-16,-5 0-9 0,-1 4-114 0,-2-3 57 16,-2 3 29-16,-9-3 88 0,-1 2-35 0,-6-1 1 15,1-2-26-15,2-2 214 0,3-2-107 0,3-3-45 16,2-2 73-16,4-4-68 0,1 3-33 0,2-1 0 15,0 0 46-15,2-1-31 0,8 1-14 0,6 1-71 16,2 1 0-16,1 0 0 16,0 2 0-16,1-1 0 0,0 4 0 0,-4-1 0 15,-2 1 0-15,-3 1 0 0,-1 4 0 0,-7-1 0 16,-1 2 0-16,-2 0 0 0,0 2 0 0,-2-3 0 16,-10 0 0-16,-2-1 0 0,-5 1 0 0,1-2 0 15,-3-1 0-15,1-5 0 0,0 2 0 0,-2-4 0 16,2-1 0-16,2-3 0 0,-1 0 0 0,5-2 0 15,0 0 0-15,3 0 0 0,-1 0 0 0,5-7-252 16,1-2 90-16,4-5 50 16,2-1-305-16,0-1 181 0,2-5 105 0,9 0 47 0,7-2-646 15,1-1 347-15</inkml:trace>
  <inkml:trace contextRef="#ctx0" brushRef="#br0" timeOffset="-71307.16">20463 14286 3183 0,'5'0'0'0,"-4"1"0"0,1 3 0 0,-2 2 0 0,0-1 0 0,0 1 0 0,0 1 0 0,0 1 0 0,2 0 0 0,2 1 0 0,1-1 137 0,2 1 63 0,2-1-82 15,-4-1-41-15,2 0 1 0,1 0-423 0,-3-2 200 16,2 0 86-16,-4-1 47 0,3-3-291 0,-1-1 170 16,4 0 84-16,3 0-701 0,-1 0 283 0</inkml:trace>
  <inkml:trace contextRef="#ctx0" brushRef="#br0" timeOffset="-71080.92">20992 13976 3041 0,'0'-4'0'0,"5"2"0"0,6 2 0 0,6 0 0 0,1 0 0 0,5 0 0 0,6 0 0 0,6-2 0 0,2 2 0 0,11-2 0 0,-5 2 129 0,0-1-46 0,0-1 95 15,0 0-71-15,-5 0-27 0,0 0-8 0,-3 0-213 0,-3 0 89 16,-7 2 44-16,-2 0 0 16,-5 0-414-16,-6 0 225 0,-1 0 116 0,-6 0-613 15,-3 0 288-15,-2 0 185 0,0 0 83 0,-9 0-349 16,-7 0 225-16</inkml:trace>
  <inkml:trace contextRef="#ctx0" brushRef="#br0" timeOffset="-70747.95">21188 13923 1872 0,'-26'6'0'0,"1"4"0"0,7-1 0 0,-3 2 0 0,7 0 0 0,2 2 0 0,3 2 0 0,5 2 0 0,4 2 0 0,0 5 0 0,0 0 526 15,4 5-245-15,5 1-122 0,1 3-62 0,-1 4 331 0,0-2-200 0,-2 1-96 16,0 1-48-16,-4-1 40 16,-1-2-124-16,0-8 0 0,-2 6 0 0,0-6 0 15,0-5 0-15,-4-2 0 0,-1-2 0 0,-2-6 0 16,0-1 0-16,0-3 0 15,0-5 0-15,-3-2 0 0,0 0 0 0,1 0 0 16,-1-9 0-16,-1-5 0 16,0-1 0-16,-2-6 0 0,0 6 0 0,-1-7-5 0,2 5-42 0,-4 1 1 15,3 1 2-15,-1 7 19 16,-2 1 192-16,2 6-167 16,-4-1 0-16,4 2 0 0,-2 3 0 0,-1 10 0 0,2 4 0 15,-2 3 0-15,4-1 0 0,1 5 0 0,-2 0 0 0,3 1 0 0,1-3 0 0,3 3 0 16,1-2 0-16,3-3 0 0,3-5 0 0,0 3 0 15,0-6-431-15,0-3 28 0,1-2 184 0,8-4-580 16,5-3 382-16,6 0 190 0</inkml:trace>
  <inkml:trace contextRef="#ctx0" brushRef="#br0" timeOffset="-70376.45">21192 14276 2251 0,'11'-6'0'0,"1"5"0"0,2-3 0 16,6 0 0-16,-1 0 0 0,4 2 0 0,0 2 0 0,2 0 0 0,-1 0 0 0,-5 0 0 0,2 4 178 0,-2 6-76 0,-7-1-33 0,-1 3-96 0,-4-2 31 0,-5 4 0 15,-2-1 41-15,0 0 66 0,-7 2-38 0,-7-2 1 16,-2-2-38-16,0 1 143 16,-2-2-63-16,4 0-44 0,5-5 296 0,-1 2-165 15,4-4-130-15,3 0-73 0,3 0 0 0,0 2 0 0,0-1 0 0,10 0 0 16,6-1 0-16,0 4 0 15,5 0 0-15,0 1 0 0,-1-1 0 0,0 4 0 16,-1-2 0-16,-5 5 0 0,-3 1 0 0,-1 0 0 16,-6 2 0-16,-2 0 0 0,-2 1 0 0,0 2 0 15,-14-2 0-15,-4 3 0 0,-1-4 0 16,-6 0 0-16,1-3 0 0,-4 0 0 0,0-5 0 16,-2 1 0-16,2-4 0 0,-1-3 0 0,1-1 0 15,7-2 0-15,-1 0 0 0,3 0 0 0,4 0 0 16,5-2 0-16,1-1 0 0,6-7 0 0,3-1 0 15,0 0 0-15,0-3 0 0,9 1-1021 0,6-1 417 16</inkml:trace>
  <inkml:trace contextRef="#ctx0" brushRef="#br0" timeOffset="-70203.38">21971 14676 3931 0,'-7'-3'0'0,"0"0"0"0,1 3 0 0,1-1 0 0,-2-2 0 0,5 3 0 0,1 0 0 0,-1 0 0 0,2 0 0 0,0-1 0 0,0 1 0 0,0 0 0 0,0 0-22 0,0 0-245 16,0 0 152-16</inkml:trace>
  <inkml:trace contextRef="#ctx0" brushRef="#br0" timeOffset="-63218.5">23656 13046 2957 0,'-17'0'0'0,"2"0"0"0,8 0 0 0,-2-1 0 0,4 1 0 0,4-2 0 0,1 2 0 0,0-3 0 0,10 2 0 0,11-3 0 0,4-1 251 0,3 3-112 0,4-2-51 16,4-2 320-16,8 0-320 0,-5 3-88 0,-4-3 0 16,4 3 0-16,2-1 0 0,-4 1 0 0,-3 1 0 15,-2 1 0-15,-8 1 0 16,3 0 0-16,-7 0 0 0,-2 0 0 0,-5 0 0 15,-2 0 0-15,-4 0-15 0,-4 0-81 0,-1 1-45 16,0-1-455-16,-2 0 279 0,0 0 141 0,-5 0-404 16,-6 0 276-16,-1 0 135 0,1-1 66 0,-3-7-461 15</inkml:trace>
  <inkml:trace contextRef="#ctx0" brushRef="#br0" timeOffset="-63016.95">23835 12767 2845 0,'-17'0'0'0,"2"0"0"0,1 0 0 0,5 3 0 0,2 3 0 0,0 3 0 0,5 2 0 0,2 2 0 0,0 2 0 0,0 4 0 0,2 0 184 16,3 6-78-16,2-3-35 0,-1 2 290 0,-1 3-163 15,2-2-81-15,-2-1-94 0,-1 3-10 0,-1-2 0 16,-1-4-13-16,0 1-261 0,0-1 119 0,-2-2 98 16,0-2 35-16,0-6-518 0,0-1 275 15,0-5 34-15,0-1-204 0,0-4 184 0,0 0 106 0,2-3 48 16,3-17-383-16,2-4 215 15</inkml:trace>
  <inkml:trace contextRef="#ctx0" brushRef="#br0" timeOffset="-62674">23931 12671 2162 0,'3'-9'0'0,"-1"8"0"0,2-1 0 0,-3 2 0 0,4 0 0 0,-3 7 0 0,3 7 0 0,1 0 0 0,1 7 0 0,0 1 0 0,2-1 248 0,0 6-110 16,-2-3 34-16,-2 2-68 0,2 1-34 0,-5 1 0 15,-2-4-131-15,0 9 45 0,0-3 25 0,-14 2 1 16,-1-2-47-16,-2 2 37 0,-6-2 9 0,2-2-109 16,-6 0 68-16,1-6 34 15,-3-1-61-15,1-3-32 0,3-4 8 0,-5-1 38 0,7-1 89 0,2-5-28 16,-2 2-7-16,7-2-24 0,2 0 300 16,1 0-140-16,5-3-51 0,4-1-41 0,2 3 320 0,2-2-169 15,0-1-75-15,11-1-5 0,5 0-124 16,9-2 0-16,1 0 0 0,2 0 0 0,4 0 0 0,2 0 0 15,0 0 0-15,-1-4 0 16,-1 2 0-16,-2-1 0 0,-3-1 0 0,5 0 0 16,-11 1 0-16,3 1 0 0,-6 0 0 0,2 0 0 15,-8 0 0-15,0 1 0 0,-3 1 0 0,-2 0 0 16,-3 0-71-16,-2 0-754 0,-2 0 386 16,0 5 205-16,-2 2-485 0,-7-1 341 0,-6 1 171 0,4-2 86 15</inkml:trace>
  <inkml:trace contextRef="#ctx0" brushRef="#br0" timeOffset="-62513.56">23863 13403 1698 0,'-15'7'0'16,"2"3"0"-16,2 0 0 0,1-3 0 0,3 1 0 0,3-1 0 0,0 0 0 0,3 2 0 0,-1 1 0 0,2 2 0 0,-2 0 85 0,2 4 368 0,-2-2-199 0,-3 4-114 0,4-2 130 16,-5 1-117-16,3 2-58 0,-1-2-30 0,2-1-50 15,-2 0-10-15,3-1 32 0,1-2-387 0,0-4 194 16,0 1 95-16,0-3 58 15,0-4-725-15,7-3 285 0</inkml:trace>
  <inkml:trace contextRef="#ctx0" brushRef="#br0" timeOffset="-62319.02">23940 13532 2616 0,'1'-3'0'0,"1"0"0"0,1 2 0 0,-1 1 0 0,2 0 0 0,1 0 0 0,0 1 0 0,4 9 0 0,0 1 0 0,0 3 0 0,0 1 191 0,1 1-78 0,-4 4 316 15,-1-2-200-15,0 0-97 0,1 2-20 0,-2-1-37 16,-3-3-41-16,4 1-34 0,-3-2-84 0,0-3 18 16,-1-3 51-16,1 0 25 0,0-3-427 0,-2-4 236 15,2-1 104-15,0-1-635 0,1 0 340 0,5-1 155 16,0-10 91-16,3-4-388 0,0-10 243 0</inkml:trace>
  <inkml:trace contextRef="#ctx0" brushRef="#br0" timeOffset="-61660.48">24425 12895 1613 0,'7'-13'0'0,"1"3"0"0,5 0 0 0,-4-1 0 0,3 3 0 0,2-2 0 0,2 4 0 0,0 0 0 0,5 0 0 0,4 0 0 0,-2 0 70 0,4 1 1 0,-4 0-26 0,7 0-8 15,-9 2 39-15,1 1-40 0,-2 1 0 0,-4 1 0 16,-7 0-19-16,-2 0 19 0,-1 0 0 0,-4 0 87 16,-2 5-44-16,0 2 1 0,0 1-35 0,-11 4 202 15,2-2-106-15,-5 4-52 0,1 1 218 0,-4 5-136 16,4-1-59-16,-6 8-42 0,3 4 206 0,-3 7-194 16,-1 0-82-16,4 2 0 15,0-2 0-15,-2 13 0 0,5-8 0 0,0-1 0 0,7-7 0 0,-1 2 0 16,2-2 0-16,2-3 0 15,3-4 0-15,0-6 0 0,0 1 0 0,0-4 0 16,0-6 0-16,0 3 0 0,0-8 0 0,0-1 0 16,0-3 0-16,0-2 0 0,0-2 0 0,0 0 0 15,-2 0 0-15,-2-2 0 0,3-9 0 0,-1-4 0 16,0-3-169-16,2-7 18 0,0-1 58 0,0-3 29 16,0-2-111-16,0-1 70 0,0 5 25 15,5-3 9-15,3 8 7 0,2 1 0 16,1 1 28-16,1 3 0 0,4 1 132 0,-2 3-61 15,4 2-36-15,1 2 106 0,3 0-70 0,2 1-36 16,-1 1 309-16,7 3-157 0,0-2-39 0,2 2-52 16,0 2 148-16,-2 0-208 0,-4 0 0 15,4 2 0-15,-9 0 0 0,2 0 0 0,-2 2 0 0,-7 6 0 16,2-1 0-16,-4 3 0 0,-3 1 0 16,2 0 0-16,-2 3 0 0,-4 0 0 0,3 2 0 0,-2 1 0 15,-3 3 0-15,3 1 0 16,-3 4 0-16,1-3 0 0,-3-3 0 0,4 5 0 15,-4-2 0-15,4 3 0 0,-3-3 0 0,0-1 0 16,-1-1 0-16,-1 2 0 0,0-2 0 0,0-1 0 16,0-1 0-16,0 0 0 0,0-3 0 0,-1-1 0 15,-5-1 0-15,0-1 0 0,0-3 0 0,-1 0 0 16,-2 1 0-16,-2-5 0 0,1 3 0 16,-1-5-180-16,-3 1 30 0,0-2 31 0,-2-2-554 0,2 0 318 15,-4 0 160-15,0-13-506 16,3-9 332-16</inkml:trace>
  <inkml:trace contextRef="#ctx0" brushRef="#br0" timeOffset="-61461.32">24743 13140 2252 0,'-3'-4'0'0,"1"2"0"0,0 2 0 0,0 0 0 0,2 0 0 0,0 6 0 0,0 5 0 0,0 4 0 0,0 4 0 0,0 5 0 16,0-1 310-16,0 3-137 0,0-1-59 0,0 6 276 0,0-2-178 15,0-1-87-15,0-2-180 0,0-3 45 0,0 2 32 16,0-5-464-16,0-1 239 0,0-3 119 0,0-6 61 16,0-1-561-16,0-3 244 15,0-5 168-15,0-1-16 0,0 0-137 0,0-8 145 0,4-14 72 0</inkml:trace>
  <inkml:trace contextRef="#ctx0" brushRef="#br0" timeOffset="-60980.32">24804 13115 1804 0,'0'-1'0'0,"0"1"0"0,0 0 0 0,0 0 0 0,0 5 0 0,0 6 0 0,0 1 0 0,1 0 0 0,4 0 0 15,-1 5 0-15,-1-2 143 0,1 2 81 0,-2 0-93 0,1-1-48 0,-2 0-23 0,2-2-6 16,-1 0-18-16,-2-5 0 0,0 2 1 0,0-4-62 16,0 2 31-16,0-4 9 0,0 1-6 0,-5-2 0 15,3-2 27-15,-2 1 0 0,0 1-72 0,1 0 18 16,1-1 19-16,-2 2-19 0,1 0-1 0,3 1 15 15,-1 1 15-15,1-1 99 0,0 1-49 0,0-1-22 16,0 2 1-16,0-3 65 0,0 3-40 0,4-1-2 16,0 1 4-16,1-2-18 0,-1 3-14 0,0-2 6 15,-3 3 14-15,0-1-10 16,2 0-9-16,-3 4 35 0,0-3-35 0,0-1 0 16,0 2 0-16,0-1 49 0,-3 1-48 0,-1-1-1 15,-2-3 0-15,1 1-44 0,-3-1 0 0,-1-1 53 16,-2 0-87-16,-1-1 35 0,-3-1 1 0,0-1 29 15,0 3-32-15,-2-4 16 0,0 4-6 0,-2-2 29 16,3-1-12-16,-1 3-17 0,2-3 13 0,5 0 63 16,-1 0-77-16,4-1 0 0,3 0 0 15,2-1 0-15,-1-1 0 0,3 0 0 16,0 3 0-16,0-3 0 0,9 0 0 0,2 1 0 16,4-1 0-16,2 0 0 0,0 0 0 0,3 2 0 15,1-2 0-15,2 0 0 0,5 0 0 0,-8 3 0 16,10-2 0-16,-5 1 0 0,-1 0 0 0,2 2 0 15,-1-2 0-15,-5 0 0 0,9 0 0 16,-10-2 0-16,9 1-192 0,-4-1 31 0,2 0-747 0,-1 0 427 16,5 0 227-16</inkml:trace>
  <inkml:trace contextRef="#ctx0" brushRef="#br0" timeOffset="-60791.15">25591 13660 3931 0,'0'-2'0'0,"2"2"0"0,2 0 0 0,1 0 0 0,-3 0 0 0,0 0 0 0,4 0 0 0,0 0 0 0,1-1 0 0,0-2 0 0,3 1 0 0,-4 1 0 16,3-3 0-16,-2 0 0 0,1 2 0 0,-2 1 0 15,-1-2 0-15,-1 3-465 0</inkml:trace>
  <inkml:trace contextRef="#ctx0" brushRef="#br0" timeOffset="-37346.46">26218 12691 2614 0,'-2'-4'0'0,"-1"1"0"0,-1 1 0 16,1 0 0-16,0 0 0 0,3 2 0 0,-2 0 0 0,2 0 0 0,-1 0 0 0,1 0 0 0,0 2 103 0,0 5-33 0,0 0 0 16,0 1 90-16,0 2-54 0,0 0-39 0,0 0 72 0,0 1-51 15,0 1-27-15,0-1 1 0,0 1 151 0,0 3-93 16,0-2-62-16,0 2-58 0,0 2 0 0,0-1 0 15,0 3 0-15,0 0 0 0,-2 1 0 0,2 1 0 16,-2 1 0-16,2 2 0 16,0 0 0-16,0-1 0 0,0 2 0 0,0 1 0 15,0-6 0-15,0 5 0 0,0-3 0 0,0 6 0 16,0-4 0-16,0 1 0 0,0 1 0 0,0 0 0 16,0-1 0-16,2 5 0 0,-2 0 0 0,0 2 0 15,0-2 0-15,0 2 0 0,0 1 0 0,0 1 0 16,0 2 0-16,0 0 0 0,0-1 0 0,0 1 0 15,2 0 0-15,-1-2 0 0,1 2 0 16,0-1 0-16,-1 1 0 0,4 0 0 0,-3-1 0 0,-2 1 0 16,3 1 0-16,-3 1 0 15,0 4 0-15,0-4 0 0,0 0 0 0,0 9 0 16,0-6 0-16,0 2 0 0,0-1 0 0,0 1 0 16,0-5 0-16,0 9 0 0,-3-6 0 0,3 0 0 15,-2 0 0-15,2-6 0 0,-2 6 0 0,-1-4 0 16,2 1 0-16,-1-1 0 0,0-2 0 0,1-2 0 15,-3-5 0-15,2 2 0 0,2-7 0 0,-2-5 0 16,2-4 0-16,0-3 0 0,0-3-170 16,0-5-210-16,0-3 172 0,0 0-364 15,2-11 268-15</inkml:trace>
  <inkml:trace contextRef="#ctx0" brushRef="#br0" timeOffset="-36768.13">28648 12564 2631 0,'0'-11'0'0,"0"2"0"0,0 5 0 0,0-1 0 15,2 2 0-15,0-1 0 0,0 1 0 0,-1 2 0 0,4 1 0 0,1 0 0 0,-2 0 98 0,1 0 106 0,0 9-89 0,-1 2-39 0,1 0 200 0,-3 3-120 16,0 1-60-16,3 1-21 16,-2 0 129-16,1 1-204 0,-1 0 0 0,1-1 0 15,3 3 0-15,-5 2 0 0,5 0 0 0,-2-1 0 16,-1 5 0-16,1 1 0 0,1-1 0 0,0 3 0 16,0 4 0-16,-1-1 0 0,-2 5 0 0,1 10 0 15,-1-3 0-15,0 3 0 16,0 5 0-16,-1 0 0 0,-1 2 0 0,1 1 0 0,-2 3 0 15,2-3 0-15,-2 2 0 16,2 8 0-16,-2-4 0 0,1 2 0 0,-1-6 0 0,0 14 0 0,0-6 0 16,0-3 0-16,0-6 0 0,0 13 0 15,0-12 0-15,0 14 0 0,0-6 0 16,-3 1 0-16,-2-1 0 0,-5-10 0 0,4 7 0 0,-3-3 0 0,-1-3 0 16,0-4 0-16,2-1 0 15,-1-4 0-15,-2-6 0 0,2 7 0 0,4-15 0 16,-2-2 0-16,2-12-388 0,1-4 138 0,1-3 97 15,-1-7-881-15</inkml:trace>
  <inkml:trace contextRef="#ctx0" brushRef="#br0" timeOffset="-35881.2">26519 12544 1745 0,'-6'-7'1'0,"5"3"0"0,-2 3 0 16,2-2 0-16,1 3 0 0,-2 0 1 0,2 0-1 0,0 8 0 0,0 8 0 0,0 0-1 0,0 3 112 0,0 2 91 0,0 3-74 0,0 2-51 16,0 0 0-16,2-1 56 0,-2-5-49 15,0 1-24-15,0-2 54 0,0-2-44 0,0-6 0 16,0-1-34-16,0-4 44 0,0-3-22 0,0-2 9 0,0-1-32 15,0 0 42-15,0 0-1 0,0-9-5 0,0-6-1 16,0-1-26-16,1-7-8 0,3-2-73 0,2 1 36 16,-1-2 0-16,2 0 36 0,1 5-76 15,2-7 33-15,-3 8 0 0,3 0 22 0,-1 5 26 16,0 2-29-16,-1 4 16 0,2 1-30 16,-3 3 77-16,2 2-20 0,-1 3-38 0,0 0 95 15,3 3-33-15,-5 7-79 0,2 5 0 16,0 4 0-16,0-1 0 0,-2 6 0 0,1-4 0 0,-1 9 0 15,-3-8 0-15,1 2 0 0,0 0 0 0,-1-3 0 16,0-2 0-16,0-3 0 0,-1-6 0 0,0 0 0 16,-1-3 0-16,-1-4 0 0,3 0 0 15,-3-2 0-15,0 0 0 0,2-2 0 0,0-12 0 0,1-3 0 16,4-5 0-16,1-4 0 16,4 0 0-16,-2 0 0 0,4 0 0 0,-3 5 0 15,6-7 0-15,-6 11 0 0,4-1 0 0,-3 6 0 16,-1 1 0-16,-2 4 0 0,1 4 0 15,-3 1 0-15,2 2 0 0,1 0 0 0,-4 8 0 16,0 7 0-16,1 2 0 0,-2 2 0 0,-1 2 0 16,0 0 0-16,-1 4 0 0,0-2 0 0,-1-1 0 0,-1-1 0 15,0-1 0-15,2-2 0 0,-1-2 0 0,0-4 0 16,0 1 0 0,-2-4 0-16,0-1 0 0,0-2 0 0,0-3 0 15,0 1 0-15,0-2 0 0,0-1 0 0,0 2 0 0,0-3-26 16,0 0-753-16,0 0 363 0,0 0 194 0,0 0 93 15,5 0-625-15,9-3 358 0</inkml:trace>
  <inkml:trace contextRef="#ctx0" brushRef="#br0" timeOffset="-35400.54">27381 12500 2799 0,'5'0'0'0,"1"0"0"0,0-2 0 0,-2 0 0 0,0 2 0 0,-1 0 0 0,-1 0 0 0,3 0 0 0,-2 8 0 0,5 3 0 0,-3 3 182 0,0 4-73 0,0 0 279 0,0 5-181 0,-3 1-85 15,1 0 2-15,-3 1-124 0,0-4 0 0,0 1 0 16,0-1 0-16,0-3 0 16,0 0 0-16,-4-6 0 0,3 0 0 0,-4-4 0 0,4-3 0 15,1-1 0-15,-2-4 0 0,2 0 0 0,-2 0 0 16,2-2 0-16,0-10 0 0,0-3 0 0,0-5 0 15,4-4 0-15,3 1 0 0,5-5 0 16,-3 1 0-16,1 5 0 0,5-2 0 0,-2 3 0 16,-1 2 0-16,0 2 0 0,3 1 0 15,-1 0-22-15,-2 4 44 0,0 0-22 0,-1 5 0 16,0-1 0-16,-2 4 0 0,1 2 0 0,-1 0 0 16,0 2 0-16,-2 0 0 0,2 2 0 0,-2 10 0 15,1 3 0-15,0-1 0 0,-1 6 0 0,-2-2 0 16,4 3 0-16,-2-1 0 0,-2 0 0 0,1 1 0 15,-1-3 0-15,1 1 0 0,-3-1 0 0,0-1 0 16,1-2 0-16,-2 0 0 16,-2-2 0-16,1-3 0 0,-1-1 0 0,0-2 0 15,0-1 0-15,0-3 0 0,0-2 0 0,0 1 0 16,0-2 0-16,0 0 0 0,0 0 0 0,0 0 0 16,0 0 0-16,0-3 0 0,0-7-598 0,4-1 164 15,3-3 199-15,2-1-615 16,1 0 407-16,2-1 195 0,6-7 110 0,-6 2-373 0</inkml:trace>
  <inkml:trace contextRef="#ctx0" brushRef="#br0" timeOffset="-35111.17">28046 12432 2674 0,'6'-3'0'0,"-3"1"0"15,1-2 0-15,-3 2 0 0,1 2 0 0,0 0 0 0,0 0 0 0,-1 0 0 0,2 6 0 0,0 6 0 0,-3 6 339 0,3 4-152 0,-3 3 416 0,0 3-475 0,2 2-128 0,-2 4 0 0,0-1 0 16,0 3 0-16,0 0 0 16,0-1 0-16,0 1 0 0,0 1 0 0,-2-1 0 0,-1 2 0 15,0-3 0-15,-1 1 0 16,0 0 0-16,1 0 0 0,-3-3 0 16,3 1 0-16,-4-2 0 0,4-7 0 0,-1 1 0 15,-2-4 0-15,3-5 0 0,1-5 0 0,-1-6 0 0,1 1 0 16,0-6 0-16,-1-1-17 0,1 0-108 0,0 0-195 15,-2-9-98-15,4-8 182 0,0-7-150 0,0-5 174 16,0-11 88-16,0-2 44 0,0-9-566 0,0-5 295 16</inkml:trace>
  <inkml:trace contextRef="#ctx0" brushRef="#br0" timeOffset="-34828.86">28013 12421 2399 0,'0'-13'0'0,"0"5"0"0,0-1 0 0,2 1 0 0,5-2 0 0,0 3 0 0,1 2 0 0,7 1 0 0,0 0 0 0,3 2 0 0,2 1 278 16,-2 1-121-16,3 0-61 0,2 0 264 0,-3 1-153 16,-2 9-90-16,1-1 166 0,-3 4-249 15,-2 0-34-15,-2 2 0 0,-3 1 0 0,-5 0 0 0,-3 3 0 16,1 1 0-16,-2-1 0 16,0 0 0-16,-12 0 0 0,-4 1 0 0,2-6 0 15,-2 1 0-15,-3-2 0 0,1-3 0 16,-1-3 0-16,1-4 0 0,3-3 0 0,-1 0 0 0,2 0 0 15,1 0 0-15,5-3 0 0,-3-9 0 0,4 2 0 16,3-2 0-16,4-1 0 0,0 1 0 16,0-4 0-16,0 2 0 0,2 1-297 15,4 1 123-15,4 0-659 0,0 3 398 0,0-1 191 0,-2-1-748 16</inkml:trace>
  <inkml:trace contextRef="#ctx0" brushRef="#br0" timeOffset="-32399.61">26423 13514 2934 0,'0'0'0'0,"0"-3"0"0,0 2 0 0,0-1 0 0,2 0 0 0,9 0 0 0,3 2 0 15,0 0 0-15,2 0 0 0,2 0 0 0,3 0 85 0,-1 0-24 0,1 0 184 0,2 4-105 0,-2-1-52 0,-2 1-16 16,1 0 46-16,-1 0-41 0,-3-1 0 0,-2 1-200 16,-3-2 80-16,0 0 49 0,-1-2-10 0,-3 2-370 15,0-2 205-15,-1 0 70 0,0 0-663 0,2 0 345 0,0 0 195 16,2-2 93-16</inkml:trace>
  <inkml:trace contextRef="#ctx0" brushRef="#br0" timeOffset="-32091.08">26981 13215 2914 0,'0'0'0'0,"-2"0"0"0,2 0 0 0,-2 0 0 0,-1 0 0 0,3 0 0 0,0 0 0 0,0 0 0 15,0 8 0-15,0 2 0 0,0 5 189 0,0 1 305 0,0 3-233 0,3 3-188 0,1 2-73 16,-2 3 0-16,-1-1 0 0,1 2 0 0,0 2 0 16,0 1 0-16,-1-2 0 0,3-4 0 0,-3 3 0 15,-1-4 0-15,0 1 0 16,1-1 0-16,-1 1 0 0,3-3 0 0,-3-3 0 16,2 0 0-16,0-4 0 0,-2-2 0 0,0-1 0 15,0-4 0-15,3-2 0 0,-3 0 0 16,0-3 0-16,0-3 0 0,0 3 0 0,0-3 0 0,0 0 0 15,0 0 0-15,0 0 0 0,0 0 0 0,0 0 0 16,2 0 0-16,-2-3-6 16,2 2-696-16,1-1 337 0,3-4 165 0,0 3 81 15,5-3-600-15,0 2 340 0</inkml:trace>
  <inkml:trace contextRef="#ctx0" brushRef="#br0" timeOffset="-31559.39">27692 13258 1709 0,'-5'0'0'0,"3"0"0"0,-1 0 0 0,3 0 0 0,0 0 0 0,-2 0 0 0,2 0 0 0,0 0 0 0,0 0 0 0,0 0 0 0,0 0 325 0,0 0-145 0,0 2-71 0,0 6 203 15,0 2-143-15,0 1-66 0,0 1 101 0,0 5-84 16,0-1-42-16,0 4 10 16,0-1 221-16,0 1-136 0,0 3-121 0,0 0-52 15,0 3 0-15,0-4 0 0,0 6 0 0,2-3 0 0,-2 1 0 0,3 0 0 16,-1 1 0-16,-2-3 0 0,0 5 0 16,0-3 0-16,0-6 0 0,0 5 0 0,0-4 0 15,0-1 0-15,0-1 0 0,0-3 0 16,0-2 0-16,0-2 0 0,0-4 0 15,0 0 0-15,0-4 0 0,0 0 0 0,0-4 0 16,0 1 0-16,0-1 0 0,0 0 0 0,0 0 0 16,0 0 0-16,0 0 0 0,0-2 0 0,0-5 0 15,0 1 0-15,2-1-221 0,1-1-230 0,4-3 208 16,2 4 102-16,0-2-364 0,1-1 224 0,7-2 127 16,-4 1-720-16</inkml:trace>
  <inkml:trace contextRef="#ctx0" brushRef="#br0" timeOffset="-31033.47">28240 13341 1714 0,'0'0'0'0,"0"0"0"0,0 0 0 0,0-2 0 0,0 0 0 0,0-1 0 0,0 2 0 0,0 1 0 0,0 0 0 0,0-1 0 0,0 1 216 16,0 0-90-16,0 0-35 0,0 0 87 0,0 0-70 16,3 0-36-16,-1 7 247 0,0 1-141 0,-1 1-61 15,1 4-45-15,-2 0 285 0,0 2-160 0,0 4-80 16,0 2-48-16,0 1-69 0,0 6 0 0,-5 0 0 16,0 3 0-16,3 0 0 0,-3 1 0 0,4 4 0 15,1-2 0-15,0 0 0 0,0-2 0 16,0 0 0-16,0-5 0 0,0-2 0 15,0 5 0-15,1-9 0 0,4-1 0 0,-3-1 0 16,1-4 0-16,-1-1 0 0,0-3 0 0,-1-2 0 16,1-1 0-16,0-5 0 0,-2-2 0 0,0 2 0 15,0-3 0-15,0 0 0 0,0 0 0 16,0 0 0-16,0 0 0 0,0 0 0 0,0-3 0 0,0 0 0 16,0-2 0-16,0 1 0 0,0-1 0 0,0-1 0 15,0 0 0-15,0 3 0 0,0-4-339 0,0 2-184 16</inkml:trace>
  <inkml:trace contextRef="#ctx0" brushRef="#br0" timeOffset="-17789.57">26788 14320 2641 0,'0'-2'0'0,"0"-1"0"0,0 2 0 0,0 1 0 0,0 0 0 0,0 0 0 0,0 0 0 0,0 0 0 0,0 0 0 0,0 0 0 0,1 0 132 16,3 0-48-16,0 11 93 0,-1 3-74 0,3 0-33 16,-2 3 145-16,0 2-89 0,1 2-44 0,0-2 167 15,1 3-197-15,0 4-52 0,-1-3 0 0,0 1 0 16,0-1 0-16,-2-1 0 0,2 1 0 0,-3-1 0 15,1-3 0-15,-1 0 0 16,0-2 0-16,0 0 0 0,0-3 0 0,-2 1 0 0,0-5 0 0,0-1 0 16,0 1 0-16,0-4 0 15,0-2 0-15,0-3 0 0,0 1 0 0,0-2 0 16,0 0 0-16,0 0 0 0,0 0 0 0,0 0-320 16,0 0-22-16,4 0 153 0,3-3-560 0,2-6 361 15,1 3 175-15,2-4 88 0,2 0-254 0</inkml:trace>
  <inkml:trace contextRef="#ctx0" brushRef="#br0" timeOffset="-17463.27">27662 14195 3358 0,'-1'-6'0'0,"-1"5"0"0,0-1 0 0,2-1 0 0,-2 2 0 0,2-1 0 0,0 2 0 0,0 0 0 0,0 0 0 16,0 11 0-16,0 2 234 0,2 4-99 0,0 2-49 0,3 6 32 0,-3-3-118 0,1 6 0 15,2 1 0-15,-4-1 0 0,2 1 0 16,-1 1 0-16,0-4 0 0,-2 4 0 0,3-4 0 0,-1 0 0 16,0-5 0-16,0 1 0 0,-2 0 0 15,1-5 0-15,-1 2 0 0,0-4 0 0,0 0 0 0,0-1 0 16,0-5 0-16,0 2 0 0,0-3 0 0,0-5 0 15,0 2 0-15,0-2 0 0,0-3 0 0,0 2 0 16,0-2 0-16,0 0 0 0,0 0-607 0,0 0 230 16,0 0 161-16,4 0-529 15,4-6 355-15,2-4 176 0,-2-1 88 0</inkml:trace>
  <inkml:trace contextRef="#ctx0" brushRef="#br0" timeOffset="-17047.31">28202 14152 2608 0,'0'-1'0'0,"0"-2"0"0,0 0 0 0,0 1 0 0,0 0 0 0,0 0 0 0,0 2 0 0,0 0 0 0,0 0 0 0,3 0 0 16,1 0 87-16,0 8-9 0,0 1 223 0,-1 3-131 0,-1 0-67 15,0 3 285-15,1 3-192 0,-3-1-196 0,0 5 0 16,0-1 0-16,0 4 0 0,0 0 0 0,0-3 0 16,0 7 0-16,0-5 0 15,0 3 0-15,0-1 0 0,0 2 0 0,0-6 0 16,0 7 0-16,0-3 0 0,0 0 0 0,0-1 0 16,1-3 0-16,1 1 0 0,1 3 0 0,-1-6 0 15,2 2 0-15,-3 0 0 0,2-4 0 0,-1 1 0 16,0-2 0-16,-1 1 0 15,1-3 0-15,0-5 0 0,-2 2 0 0,2-2 0 0,-2-3 0 0,0-4 0 16,0 2 0-16,0-4 0 0,0 1 0 16,3-2 0-16,-3 0 0 0,0 0 0 15,0 0 0-15,0 0 0 0,0 0 0 0,0 0 0 0,0 0 0 16,0-2 0-16,0-4 0 0,0 1 0 0,0 0 0 16,0-4 0-16,0 0 0 15,0 0 0-15,1-2-86 0</inkml:trace>
  <inkml:trace contextRef="#ctx0" brushRef="#br0" timeOffset="-16304.46">29206 13172 3457 0,'-5'-4'0'0,"2"2"0"0,3 2 0 0,0 0 0 0,0 0 0 0,0 0 0 0,0 0 0 0,8 0 0 16,7 0 0-16,8 0 0 0,-2 0 364 0,9 0-254 0,0 0-110 0,0 0 0 0,3 0 0 0,-1 0 0 0,-1 0 0 0,-1 0 0 16,-2 0 0-16,-3 2 0 15,3-2 0-15,-8 0 0 0,3 0 0 0,-2 0 0 16,0 0 0-16,-5 0 0 0,-5 0-17 0,1 0-830 16,-5 0 394-16,-4 0 212 0,-1 0 100 0,-2 4-351 0</inkml:trace>
  <inkml:trace contextRef="#ctx0" brushRef="#br0" timeOffset="-16118.46">29358 13480 3931 0,'-19'4'0'0,"3"2"0"0,7-3 0 0,2-1 0 0,0-2 0 0,3 0 0 0,4 0 0 0,0 0 0 0,13 0 0 0,10 0 0 0,5 0 0 0,2-2 0 0,1 0 0 15,4-2 0-15,0 1 0 0,-3-1 0 0,1 2 0 16,-3 0 0-16,0 2 0 0,-5 0 0 0,5 0 0 15,-3 0 0-15,-2 4-40 16,-4 1-28-16,2 1-1066 0,-4 3 537 0,1-5 282 0</inkml:trace>
  <inkml:trace contextRef="#ctx0" brushRef="#br0" timeOffset="-15453.88">30332 13035 2282 0,'-7'-7'0'0,"0"5"0"0,1 0 0 0,-2-1 0 0,1 3 0 0,-2 0 0 0,0 0 0 0,2 0 0 0,-3 7 0 15,0 4 0-15,0 1 243 0,2 2-92 0,-4 3-62 0,2 1 327 0,2 1-189 16,-2 6-94-16,0-4-48 0,3-1 190 0,0 7-245 15,1-4-30-15,1 4 0 16,3-2 0-16,-1 0 0 0,3-3 0 0,0 8 0 16,0-4 0-16,0-2 0 0,3 1 0 0,4-2 0 15,3-1 0-15,3 2 0 0,0-3 0 0,1-3 0 16,4 0 0-16,1-1 0 0,-3-4 0 0,1 1 0 16,3-2 0-16,-2-3 0 0,2 1 0 0,0-5 0 15,-3 1 0-15,3-3 0 0,-2 0 0 0,2-2 0 16,-2-1 0-16,2 0 0 0,-3 0 0 0,3 0 0 15,-3-6 0-15,-1-3 0 0,1 0 0 0,1-3 0 16,-6 2 0-16,1-4 0 16,-1 1 0-16,-3-2 0 0,0 0 0 0,-2 0 0 15,0-2 0-15,-4 0 0 0,2-2 0 0,1 1 0 16,-6-1 0-16,2-2 0 0,1-1 0 0,-1 1 0 16,-2-1 0-16,0-5 0 0,0 2 0 15,0 5 0-15,-7-3 0 0,0 1 0 0,-2 2 0 0,-1-1 0 16,0 3 0-16,0 0 0 0,-2 3 0 15,1 0 0-15,-1 2 0 0,2 0 0 0,-1 1 0 0,0 1 0 16,-2 2 0-16,1-1 0 0,-1 0 0 16,0 3 0-16,1 0 0 0,0-1 0 15,-1 3 0-15,1-1 0 0,-1 1 0 0,1 1 0 16,0 0 0-16,0 0 0 0,-2 3 0 0,1-1 0 16,-1 2 0-16,0 0 0 0,2 0 0 0,-4 0 0 15,0 7 0-15,-2 3 0 0,1 0 0 0,1 5 0 16,0-1 0-16,2 1 0 0,0 0 0 0,3 0 0 15,2-3 0-15,-1 2 0 0,3 0 0 0,1-5 0 16,1 2 0-16,3-2 0 16,-3 0 0-16,4-1 0 0,-1 2 0 0,2-4 0 15,0 3 0-15,0 0 0 0,0 1 0 0,2 1 0 16,6 0 0-16</inkml:trace>
  <inkml:trace contextRef="#ctx0" brushRef="#br0" timeOffset="15412.62">8303 6347 3089 0,'-5'-5'0'0,"2"1"0"16,-1 4 0-16,4-4 0 0,-2 3 0 0,2-1 0 0,0 0 0 0,0 2 0 0,0 0 0 0,2 0 0 0,2 0 161 0,4 0 237 0,2 0-179 0,-4 0-155 0,5 4-64 0,-1 1 0 15,-1 3 0-15,0-1 0 16,-1 3 0-16,0-2 0 0,-3 2 0 0,1 4 0 15,-1-1 0-15,1 0 0 0,-6 0 0 0,2 2 0 16,0-2-116-16,0 2-110 0,0-3 60 0,-2-1-549 16,0 0 339-16,0-2 170 15,2-1 74-15,-2-2-503 0,2-2 299 0,-1-3 150 0</inkml:trace>
  <inkml:trace contextRef="#ctx0" brushRef="#br0" timeOffset="15606.91">8326 6625 2680 0,'-7'13'0'0,"1"-1"0"0,-1-5 0 0,4 1 0 0,3 1 0 0,0-4 0 0,0 2 0 0,0-2 0 0,5 0 0 0,4 1 0 0,2-2 219 0,1 1-90 0,-1 1-227 16,1-2 68-16,-1 4 33 0,0-1 11 0,0 3-492 16,-1 0 258-16,-3 2 129 0,0 2 64 0,1-1-710 0,0 1 354 15</inkml:trace>
  <inkml:trace contextRef="#ctx0" brushRef="#br0" timeOffset="15751.37">8376 7057 2975 0,'-11'13'0'0,"-1"-1"0"0,3-8 0 0,1 5 0 0,5-5 0 0,-2-2 0 0,5-1 0 0,0-1 0 0,0 0 0 0,2 0 0 0,8 0 428 0,1-1-196 0,3-5-97 15,0-4-39-15,3 1-140 0,0-2 41 0,0-2 0 16,0-1 41-16,0 1-574 0,-3 0 296 0,4-2 134 15,-4 3 72-15,0-5-367 0,1 1 213 16,-2-2-70-16</inkml:trace>
  <inkml:trace contextRef="#ctx0" brushRef="#br0" timeOffset="15970.6">8561 6526 3802 0,'-5'0'0'0,"3"0"0"0,0 0 0 0,1 0 0 0,1 0 0 0,0 0 0 0,1 0 0 16,15-2 0-16,0-4 0 0,9 1 0 0,-3 1 129 0,5-1-129 0,0-2 0 0,0 4 0 0,-3 0 0 0,6 2 0 15,-4 0 0-15,-5 1 0 0,2 0 0 0,-2 0 0 16,-3 0 0-16,-1 0 0 0,-2 0-281 16,-5 0 51-16,1 1 43 0,-4-1 96 0,-2 0-563 15,1 0 313-15,-1 0 152 0,-4 0 76 0,1-1-403 16,0-9 240-16,-2-1 110 0</inkml:trace>
  <inkml:trace contextRef="#ctx0" brushRef="#br0" timeOffset="16727.04">8804 6220 2180 0,'-14'0'0'16,"5"1"0"-16,2 4 0 0,1-2 0 0,4 3 0 0,1 0 0 0,1 3 0 0,0-2 0 0,0 4 0 0,0 3 0 0,1 1 214 0,4 0-89 0,-4 4-43 0,1 0 12 0,-2 9-32 0,0-6-1 15,0 4-23-15,-8 1-64 0,-5-1 33 16,-2 1 8-16,-2-1 66 0,2-4 0 16,-6 1-43-16,2-5-1 0,-1-1 155 0,6-2-68 15,0-2-48-15,0-1 93 0,8-3-65 0,-1 1-34 16,4-3 10-16,1-1-53 0,2-1-27 0,0 1 0 16,5-2 0-16,8-3 0 0,3 1 0 0,2-2 0 15,2 0 0-15,0 0 0 0,0 0 0 0,1 0 0 16,1-2 0-16,-3-2 0 0,0-1 0 0,-1 0 0 15,-4 1 0-15,2 0 0 0,-7 2 0 0,3 0 0 16,-3 0 0-16,0 1 0 0,-4-2-50 16,1 3-653-16,-3 0 324 0,0-1 175 0,-2 1-511 15,2-2 338-15,-3 0 170 0,0-2-301 16,0-2 226-16,0 0 127 0,-7 1 59 0,-2 1-50 16,-2 2 73-16,-1 1 37 0,3-1 36 0,-3 2 0 15,3 0 0-15,-2 0 0 0,2 0 0 0,1 2 188 16,3 5-141-16,1 1-37 0,0 1-24 0,3 0 496 15,-1 5-162-15,0-1-157 0,1 2 370 16,-4 0-252-16,2 1-122 0,-4 3 132 0,0 3-127 0,-1-4-63 16,-5 0-23-16,0 5 27 0,1-1-34 15,-6-4 1-15,4-3-35 0,-4 0 131 16,3-2-56-16,0-1-42 0,3-2 202 0,2-2-117 16,-1-2-89-16,3-1-66 0,2-3 0 0,4-1 0 15,0 2 0-15,2-3 0 0,0 1 0 0,0 1 0 16,9-2 0-16,3 0 0 0,-1 0 0 0,7 0 0 15,-2 0 0-15,1 0 0 0,1 0 0 0,-2 0 0 16,1 0 0-16,-2 0 0 0,0 0 0 0,0 0 0 16,0 0 0-16,-2 0 0 15,3 0 0-15,-4-2-304 0,1 1-89 0,1-3 178 16,0-2 80-16,-2 1-555 0,-1-5 327 0,1 0 162 16,-1 2 82-16,-4-2-197 0,-1 1 144 0,0-1 67 15,-5 1-155-15,2 2 111 0,-3-1 56 16,0 3 352-16,0 0-144 0,0 3-76 0,-3-1-38 0,-1 3 701 15,1 0-369-15,1 0-195 0,0 0-83 0,2 4 826 16,0 7-422-16,0 2-211 16,0 2-105-16,0 2-1 0,2 2-142 0,0-1 0 15,4 2 0-15,-2-2 0 0,1 1 0 0,1 0 0 16,-3-1 0-16,3-1 0 0,0-1 0 0,0-4 0 16,-1 2 0-16,-1-7 0 0,-1 1 0 0,3-2-149 15,-2-4-257-15,-1-2 101 0,2 0 135 0,0 0-589 16,2-8 366-16,-1-7 178 0,-2-4 88 0</inkml:trace>
  <inkml:trace contextRef="#ctx0" brushRef="#br0" timeOffset="16903.68">8993 6760 3144 0,'-2'0'0'0,"-3"0"0"0,3 0 0 0,2 0 0 16,0 0 0-16,0 0 0 0,4 0 0 0,9 0 0 0,0 0 0 0,2-1 0 0,0-1 360 0,2 2-152 0,-2 0-90 0,2-1-17 0,0 1-101 0,-2 0 0 15,2 0 0-15,-3 0 0 0,0 0 0 0,1 0 0 16,-5 0-426-16,1 0 134 16,-1 0 164-16,-4 0-300 0,2 0 224 0,0 0-23 15,0 0 104-15,-4 0-588 0</inkml:trace>
  <inkml:trace contextRef="#ctx0" brushRef="#br0" timeOffset="17063.68">9296 6464 3158 0,'4'-4'0'0,"-3"3"0"0,1-2 0 0,0 3 0 0,0 0 0 0,2 0 0 15,2 0 0-15,-1 0 0 0,1 6 0 0,-1 2 0 0,4-1 442 0,-2 0-203 0,3 5-147 0,-4-2-92 0,3 2 0 0,0 2 0 16,0 0-174-16,0 1 80 0,1 1 66 0,-2 0-469 16,0 1 277-16,1 2 124 0</inkml:trace>
  <inkml:trace contextRef="#ctx0" brushRef="#br0" timeOffset="17213.93">9419 6849 3931 0,'-6'11'0'0,"1"0"0"0,1 1 0 0,1-5 0 0,3 2 0 0,0-1 0 0,0-1 0 0,0 1 0 0,2 2 0 0,6-3 0 0,0 0 0 0,-2-1 0 16,2 2 0-16,4 0 0 0,-5 1 0 0,0-1 0 15,0-2 0-15,2 3 0 0,-4-2-220 0,4 0 88 16</inkml:trace>
  <inkml:trace contextRef="#ctx0" brushRef="#br0" timeOffset="24823.84">1790 14815 3628 0,'-15'-10'0'0,"7"9"0"0,1-1 0 0,2 0 0 0,0 0 0 0,2 0 0 0,3 0 0 0,0 2 0 0,0 0 0 0,0 0 0 0,3 0 133 0,9 0 37 0,3 2-170 0,-2 4 0 16,5 2 0-16,-4-3 0 0,4 3 0 0,-3 1 0 0,-2-2 0 16,-1 2 0-16,0-1 0 0,-3 2 0 15,-5-3 0-15,1 2 0 0,-3 0 0 0,1 0-429 16,-3 0 30-16,0-2 191 0,0 1 33 0,0 0-236 16,-8-1 192-16,2 1 91 0,-3-1-563 0</inkml:trace>
  <inkml:trace contextRef="#ctx0" brushRef="#br0" timeOffset="24971.42">1799 15037 2575 0,'-2'13'0'0,"-1"2"0"0,-1-2 0 0,2-5 0 0,1 0 0 0,1 2 0 0,0-2 0 0,0-1 0 0,1-1 0 0,8 3 0 0,2-4 120 0,-2 2 228 0,3 1-159 16,1-2-76-16,-5 2-389 0,7-1 157 0,-7 2 79 15,4 2 47-15,-2-1-740 16,-2 1 386-16,-1 5 192 0</inkml:trace>
  <inkml:trace contextRef="#ctx0" brushRef="#br0" timeOffset="25137.87">1843 15537 2785 0,'-7'12'0'0,"0"-1"0"0,2-3 0 16,-1-2 0-16,5-3 0 0,-1-1 0 0,2 1 0 0,0-3 0 0,0 0 0 0,12 0 0 0,-1 0 307 0,3 0-135 0,0-3 7 0,2-4-70 15,0-1-36-15,-2-1 9 0,2 2-403 0,1-4 179 0,-2 1 90 16,0-1-663-16,0-1 376 0,0 1 197 0,0-4 47 16</inkml:trace>
  <inkml:trace contextRef="#ctx0" brushRef="#br0" timeOffset="25353.52">2093 15008 3931 0,'-3'0'0'0,"-2"0"0"0,5 0 0 0,0 0 0 15,0-1 0-15,0-6 0 0,12-1 0 0,6-2 0 0,4 0 0 0,-1 1 0 0,1 4 0 0,4-5 0 0,0 5 0 0,-1-2 0 0,0 1 0 16,3 2 0-16,-8-1 0 0,2 2 0 0,-1 1 0 16,-1 2 0-16,-7 0 0 15,2 0-81-15,-5 0-163 0,-1 0 0 0,-2 0-551 16,0 0 379-16,-1 0 190 0,-3 0-438 0,-1-1 304 15</inkml:trace>
  <inkml:trace contextRef="#ctx0" brushRef="#br0" timeOffset="25682.02">2301 14661 2153 0,'-9'2'0'0,"2"4"0"0,2-2 0 0,3-1 0 0,2 1 0 0,0 3 0 0,0 0 0 15,2 1 0-15,8 2 0 0,1 1 0 0,-1 5 127 0,-3-1-35 0,1 5-10 0,-4 0-24 0,-1 5-21 0,-3 1 1 16,0 0-86-16,0-3 52 0,-13 7-10 0,-2-3 44 16,0-3-18-16,-2 1 17 0,-1-4 1 0,1-4 9 15,-1 4 130-15,3-6-69 0,-2-2-36 16,5 1 242-16,3-7-139 0,0 1-59 0,6-3-43 0,1 1 106 16,2-2-179-16,0-1 0 15,4 0 0-15,6-2 0 0,6-1 0 0,1 0 0 16,3 0 0-16,-2 0 0 0,2 0 0 0,2-1 0 15,-4-5 0-15,2 0 0 0,-3-1 0 0,0 1 0 16,1 1 0-16,-8 0 0 0,3 2 0 0,-5 1-172 16,1-1-70-16,-4 2 111 0,1-1-616 0,-3 0 346 15,-2 2 186-15,2 0 89 0,-3 0-507 0,0-2 297 16,0 1 140-16,-3-2 84 16,-5 2-217-16</inkml:trace>
  <inkml:trace contextRef="#ctx0" brushRef="#br0" timeOffset="26072.12">2376 15068 1385 0,'-8'0'0'0,"1"0"0"0,-2 6 0 0,4-2 0 0,1 1 0 0,1 3 0 0,-2 0 0 0,3 2 0 0,2 2 0 0,0 1 0 0,-3 2 114 0,-1 0-43 0,0 3 228 0,-1 0-131 16,-2 1-65-16,-5 3 92 0,2-2-69 0,-3 2-50 15,1-5 1-15,-1 2 69 0,1-2-55 0,-1-2-26 16,-1-3 81-16,3 0-58 0,1-1-25 0,3-5-1 16,4-1 209-16,-1 0-116 0,3 0-50 0,1-1-38 15,0-3-9-15,0 3-58 16,5 0 0-16,5-2 0 0,5-1 0 0,-2 2 0 15,1-2 0-15,4-1 0 0,-2 0 0 0,3 0 0 16,-1 0 0-16,-1 0 0 0,3 0 0 0,-2-1 0 16,-3-3 0-16,0-3 0 0,-2-1-24 0,-2 1-86 15,0-4-519-15,-4 4 295 0,-2-3 149 16,0 3-270-16,0 0 199 0,-5 0 114 0,2-1 52 0,-2 2 5 16,0 1 24-16,0 1-1 15,0 2 342-15,0 0-155 0,0-1-81 0,0 2-41 0,0 1 254 16,0 0-148-16,0 0-83 0,0 6-27 15,0 4 652-15,0 3-268 0,0-1-173 0,4 4 136 16,1 0-346-16,2 3 0 0,-2-2 0 0,2 0 0 16,1 0 0-16,-1 1 0 0,-2-5 0 0,3 2 0 15,-4-2 0-15,3-4 0 0,-2-2-266 0,1-1-48 16,2-2 177-16,-4-4-10 0,5 0-360 0,-2 0 235 16,3-2 117-16,0-10 58 0,-4-6-568 0</inkml:trace>
  <inkml:trace contextRef="#ctx0" brushRef="#br0" timeOffset="26241.62">2680 15073 3386 0,'1'-2'0'0,"1"-1"0"0,0 3 0 0,-1-2 0 0,4 1 0 0,5-1 0 0,-2 0 0 0,3 0 0 0,2-3 0 0,2 3 0 0,3-2 144 0,-1 0 257 0,-1 0-401 0,0 1 0 15,4-1 0-15,-3 0 0 0,-1 2 0 0,2 1 0 16,-4 1 0-16,2 0-13 0,-4 0-125 0,0 0 88 15,-3 0-852-15,1 0 351 0</inkml:trace>
  <inkml:trace contextRef="#ctx0" brushRef="#br0" timeOffset="26420.12">2838 15243 3537 0,'-15'18'0'0,"-2"-2"0"0,5-3 0 15,3-3 0-15,4-1 0 0,3-3 0 0,2 0 0 0,0-1 0 0,2 1 0 0,12-2 0 0,0-3 211 0,2 1-87 0,0-2-65 0,2 0-59 0,-1 2 0 0,-1-2 0 16,1 0 0-16,1 0 0 0,-4 0 0 16,2 0 0-16,-2 0 0 0,-1 0 0 0,2 0-208 0,-2 0-133 15,-1 0 173-15,1 0 100 0,2 0-955 16,-5-2 484-16</inkml:trace>
  <inkml:trace contextRef="#ctx0" brushRef="#br0" timeOffset="26587.83">3431 14924 3931 0,'-5'0'0'0,"5"0"0"0,0 0 0 0,0 0 0 0,0 0 0 0,0 0 0 0,0 0 0 0,0 0 0 0,0 0 0 0,5 0 0 0,0 2 0 0,1-1 0 0,1 4 0 0,2-3 0 15,2 3 0-15,-1 1 0 0,-1 0-122 0,3 3-289 16</inkml:trace>
  <inkml:trace contextRef="#ctx0" brushRef="#br0" timeOffset="26741.15">3500 15307 3931 0,'0'4'0'0,"0"6"0"0,0-3 0 0,0-1 0 0,0-1 0 0,2 1 0 0,3 0 0 0,2-5 0 0,-3 1 0 0,7 2 0 0,-4-4 0 16,1 2 0-16,2-2 0 0,0 0 0 0,0 0 0 15,-3 0 0-15,-2 0 0 0,1 0 0 0</inkml:trace>
  <inkml:trace contextRef="#ctx0" brushRef="#br0" timeOffset="34194.99">7048 6359 2178 0,'-1'-2'0'0,"-4"-2"0"0,3 1 0 15,-2 0 0-15,0 2 0 0,1-2 0 0,-2 2 0 0,-1-1 0 0,0 2 0 0,-2 0 0 0,1 0 74 0,-2 0-1 0,-1 0 79 0,1 7-61 0,1 3-27 0,1-1 153 16,1 0-89-16,0 4-45 0,4-5 74 15,1 5-64-15,1-1-27 0,0-1 0 0,0 0 130 16,0 2-79-16,1-3-29 0,9-1-11 0,1 0-66 16,0-2-11-16,4-1 0 0,-2 1 0 0,4-5 0 15,-4-2 0-15,4 0 0 16,-4 0 0-16,1 0 0 0,-3-6 0 0,0-4 0 16,-3 1 0-16,0-4 0 0,-3-1 0 0,-3 1 0 15,0 0 0-15,-1-2 0 0,-1-2 0 16,0 0 0-16,0-2 0 0,0 2 0 0,-5 1 0 0,0 1 0 15,-3 2 0-15,-2 2 0 0,1 0 0 16,1 2 0-16,-5 6 0 0,2-1 0 0,-2 2 0 0,2 2 0 16,0 0 0-16,-3 2 0 15,5 9 0-15,1 1 0 0,-1 3 0 0,3 2 0 0,4 5 0 0,2-3 0 16,0 2 0-16,0 1 0 16,4-1 0-16,6-3 0 0,3 2 0 0,2-4 0 15,0-1 0-15,2-1 0 0,-2-5 0 0,3-4 0 16,-5 1 0-16,4-4 0 0,-3-2 0 0,-1 0 0 15,0 0 0-15,-1-4 0 0,-1-5 0 16,-2-5 0-16,1-2 0 0,-3-1 0 0,-1 0 0 16,-3 0 0-16,-1 0 0 0,-2 0 0 0,0 0 0 15,0 2 0-15,-2 2 0 0,-5 0 0 16,-2 4 0-16,-3 1 0 0,3 2 0 0,-5 5 0 16,3-2 0-16,-1 3 0 0,-2 0 0 0,1 5 0 15,-1 10 0-15,1 2 0 0,2 1 0 0,0 2 0 16,4 1 0-16,1-2 0 0,3 2 0 0,3-6 0 15,0 0 0-15,0 0 0 0,1-2 0 0,6-4 0 16,-1-1 0-16,5-3 0 16,3 0 0-16,-2-5 0 0,5 0 0 0,-3 0 0 0,2-2 0 0,-1-6 0 15,1-5 0-15,0-2 0 16,-4-2 0-16,-1 0 0 0,1-2 0 0,-6 0 0 16,-3 3 0-16,1-3 0 0,-4 1 0 0,0 4 0 15,0-1 0-15,-7 0 0 0,-4 4 0 0,-5 3 0 16,2 0 0-16,-3 5 0 0,-1 1 0 0,0 2 0 15,0 0 0-15,-1 0 0 0,5 11 0 0,-2 1 0 16,4 8 0-16,0-2 0 0,4-3 0 16,5 3 0-16,1 1 0 0,2-1 0 0,0-1 0 0,2-1 0 15,5-4 0-15,7 0 0 16,0-6 0-16,4-4 0 0,1-2 0 0,1 0 0 16,-1 0 0-16,2-7 0 0,-5-6 0 0,0 1 0 15,-4-6 0-15,-3 3 0 0,-3-2 0 0,-1 3 0 16,-5-2 0-16,0 2 0 0,0-1 0 0,-11 5 0 15,-3 1 0 1,0 1 0-16,-2 3 0 0,-2 4 0 0,3 1 0 0,-1 0 0 0,2 0 0 0,1 6 0 16,4 4 0-16,6 0 0 15,-2 4 0-15,5-1 0 0,0 2 0 0,0 0 0 16,5-2 0-16,7 0 0 0,4 0-73 0,3-2-112 16,-1 1 77-16,2-3-1101 0</inkml:trace>
  <inkml:trace contextRef="#ctx0" brushRef="#br0" timeOffset="49387.56">7072 6371 3054 0,'0'-3'0'0,"0"1"0"0,0 1 0 0,-3-1 0 0,3-1 0 0,0 3 0 0,0 0 0 0,0 0 0 0,0 0 0 0,0 0 0 0,3 0 121 0,-3 0-41 0,5 0 10 16,-2 6-27-16,-1 1 1 0,-1 1-17 0,1 4-168 15,-2 1 80-15,2 2 39 0,-2 2 0 0,0 1-515 16,0 3 285-16,0 1 71 0,0 1 87 0,2 0-458 0</inkml:trace>
  <inkml:trace contextRef="#ctx0" brushRef="#br0" timeOffset="49543.99">7119 6785 3066 0,'-6'19'0'0,"3"-5"0"0,0-4 0 0,-3 0 0 0,5-1 0 0,1 3 0 0,0-3 0 0,0 1 0 0,0-2 0 0,1 4 0 0,5-1 152 0,0 2-57 16,3 1-28-16,0 2-366 15,0 0 178-15,2 2 75 0,-1 0-814 0,-1 2 430 0,0 1 214 0,-2-3-293 16</inkml:trace>
  <inkml:trace contextRef="#ctx0" brushRef="#br0" timeOffset="49675.35">7189 7263 2328 0,'-8'16'0'0,"0"1"0"0,2 0 0 0,0-2 0 0,-3-2 0 0,6 2 0 0,1 0 0 0,2 0 0 0,0 0 0 0,0 0 0 0,0-2 136 0,0 3-39 0,2-2-65 15,3 3 6-15,2 0 0 0,0-2 0 0,0 4-612 16,2 0 316-16,-3-3 143 0</inkml:trace>
  <inkml:trace contextRef="#ctx0" brushRef="#br0" timeOffset="49822.75">7195 7798 2702 0,'-9'16'0'0,"2"-1"0"0,0 2 0 0,2-4 0 0,-1 0 0 0,1 0 0 0,3 1 0 16,2-1 0-16,0-1 0 0,0 2 0 0,0-1 122 0,2 0-42 0,6 0 9 0,0 0-51 0,-1 1-377 0,3-1 188 16,-3 0 95-16,2 0 47 0,-3 1-780 15,2-1 394-15</inkml:trace>
  <inkml:trace contextRef="#ctx0" brushRef="#br0" timeOffset="50490.58">7200 8265 2194 0,'-7'17'-1'0,"-2"1"1"0,0 0-1 0,2-1 1 16,2-1 0-16,1-1 0 0,1 0 0 0,3-1 0 0,0 0 0 0,0-1 0 0,0 1 162 0,3-1-67 0,2 0-29 0,3-3 0 0,-1 6-446 16,0-3 208-16,2 3 114 15,-4-1 42-15,0 1-282 0,1 1 166 0,-3 0 84 0,-1 0 41 16,1 2-603-16,-2 0 266 0,-1 0 154 0,0 1 76 15,0-1 1-15,0 1 45 0,-1 2 37 0,-4-5 221 16,-4 5-132-16,4-4-48 0,0 1 408 0,-1 0-227 16,1-2-124-16,2 2-14 0,1-2 381 0,0-2-171 15,2 2-113-15,0-1-57 16,0-1 21-16,0 2-44 0,0-1 0 0,0-2-34 16,2 1-109-16,3-1 55 0,0-1-456 0,1 1 250 15,-5 0 131-15,3 1 64 0,-2-2-437 0,0 2 187 16,-2 2 118-16,0 0 41 0,0 1 8 0,-2 3 37 15,-5 0 0-15,-2 3 57 0,2-3 45 0,-4 3-36 16,4-1-9-16,-2 1 262 0,2-5-158 16,2 4-71-16,2-2-22 0,-2-2 393 0,4 2-198 0,1-3-26 15,0-1 140-15,0-1-123 0,0-1-76 0,0 1-34 16,1-1-34-16,4-2 0 16,-2 1 1-16,2-1 9 0,-1 1-154 15,-1-1 73-15,1 2 36 0,-1 0-1 0,1 2-87 0,-3-2 72 16,2 0-2-16,0 1-328 0,-1 0 133 15,-1 0 99-15,1 2-129 0,0-1 94 0,2-1 60 0,-1-1 27 16,-3 2 48-16,2 1-22 0,1-1-1 0,-2 1-8 16,-1 1 218-16,0-2-104 0,0 2-53 15,0-1 159-15,0 1-77 0,0 0-67 0,0-2 402 16,0 1-205-16,0-2-66 0,-1 2-63 0,1-4 47 16,0-1-46-16,0 0-37 0,0-4 1 0,0 1-150 15,1-2 61-15,4 0 31 16,0-2 8-16,-1 2-393 0,-1 0 207 0,-1 1 89 15,0-1-377-15,1 2 190 0,-3 1 113 0,0 1-34 16,0 1 77-16,0 2 39 0,0-2 0 0,0 1 23 16,0-3 52-16,-5 2 0 0,1 0 0 0,1-3 115 0,1 0-94 15,0 1-28-15,0-2-10 0,1-2 404 16,-1 0-209-16,2 2-46 0,0-5 374 0,0 0-227 16,0 0-112-16,0 2 45 15,0-3-88-15,0 1-44 0,0-1 0 0,0-1 92 16,0 2-59-16,0-2-43 0,0 0 1 0,0 0-250 15,2 0 107-15,-1-2 55 0,1 4 35 0,2-4-630 0</inkml:trace>
  <inkml:trace contextRef="#ctx0" brushRef="#br0" timeOffset="54067">7189 10273 1913 0,'-8'0'0'0,"2"0"0"0,3 0 0 0,-1 0 0 0,-1 0 0 0,1-3 0 0,1 1 0 0,1 2 0 0,0-1 0 0,2 1 0 0,-1 0 187 0,-1 0-74 15,2 3-38-15,-4 7 155 0,2 0-87 0,1 5-57 16,-1-2 202-16,2-1-125 0,0-2-62 0,0-1-32 15,0 0 170-15,0-1-105 0,2 0-48 0,5-6 18 16,0 0-104-16,4-2 0 0,-3 0 0 0,3 0 0 16,1-4 0-16,-5-8 0 0,2-1 0 0,-3 0 0 15,-1-2 0-15,-4 0 0 0,1-1 0 0,-2 6 0 16,0 0 0-16,0 3 0 16,-8-1 0-16,-3 3 0 0,0 3 0 0,-3 2 0 15,2 0 0-15,-4 0 0 0,3 2 0 0,-1 6 0 16,2 4 0-16,3-2 0 0,3-1 0 0,0-1 0 15,4 1 0-15,2-2 0 0,0 1 0 0,0 0 0 0,2-3 0 16,10-1 0-16,1-2 0 0,3 1 0 0,-1-3 0 16,1 0 0-16,0 0 0 0,-2 0 0 0,2 0 0 15,-10-3 0-15,2-3 0 16,-1 1 0-16,-3-1 0 0,-1 1 0 16,-3-1 0-16,0-1 0 0,0 1 0 0,0 0 0 15,-10 2 0-15,1 0 0 0,-5 2 0 0,3 0 0 16,-3 2 0-16,3 0 0 0,2 0 0 0,-1 0 0 15,3 0 0-15,0 2 0 0,4 4 0 0,-2 1 0 16,5 0 0-16,0 2 0 0,0-2 0 0,0 3 0 16,2-1 0-16,4-1 0 0,3-1 0 0,1-2 0 15,1 1 0-15,0-4 0 0,3 0 0 0,-2 0 0 16,1-2-307-16,2 0 83 16,0 0 99-16,2 0-880 0,2 0 483 0</inkml:trace>
  <inkml:trace contextRef="#ctx0" brushRef="#br0" timeOffset="54832.42">7995 10173 2031 0,'0'-10'0'0,"0"-1"0"0,0-2 0 0,0 2 0 0,0 0 0 0,0 0 0 0,0-3 0 0,-2 4 0 0,-1-3 0 0,-1 6 0 0,1-4 86 0,-3 3-25 16,1-1 194-16,-2 1-100 0,-4 3-63 0,2-1-27 16,-3 2 216-16,0 1-121 0,-1 2-62 15,-3 1-20-15,2 0 171 0,-3 0-105 0,-1 0-54 0,0 8-4 0,1 0-86 16,-3 1 0-16,-1 2 0 0,4 1 0 15,-2-1 0-15,2 2 0 0,0 0 0 16,5 1 0-16,-4-2 0 0,5 2 0 0,-2-2 0 0,3 2 0 16,-2 4 0-16,1-1 0 0,-1 2 0 15,0 2 0-15,3 1 0 0,-2 1 0 0,3-1 0 16,1-1 0-16,-1 5 0 0,3-5 0 16,1 1 0-16,3 1 0 0,-1-2 0 0,2 2 0 0,0-2 0 15,0 1 0-15,0-2 0 0,0 1 0 0,3-2 0 16,4 1 0-16,2 1 0 0,-1-3 0 15,2 2 0-15,-1-2 0 0,2 1 0 16,1 1 0-16,-1-6 0 0,2 2 0 0,-2-2 0 16,2-1 0-16,2-1 0 0,-2 1 0 0,4-4 0 15,-2-2 0-15,3 1 0 0,2-3 0 0,-3 2 0 16,2-4 0-16,1 3 0 0,-1-3 0 16,1-1 0-16,-2 1 0 0,-1 0 0 0,-1 1 0 0,2-2 0 15,-4 0 0-15,2-1 0 0,-2-1 0 16,0 0 0-16,-1 0 0 0,2 0 0 0,-2 0 0 15,1 0 0-15,1 0 0 0,-5-1 0 16,4-1 0-16,-3-4 0 0,-4 2 0 0,1 0 0 16,0 1 0-16,-3-1 0 0,-1 2 0 0,-1-1 0 15,-1 0 0-15,0-1 0 0,1 2 0 16,-3 1 0-16,0-1 0 0,0 0 0 0,0 0 0 16,0 0 0-16,0 0 0 0,0 2 0 0,0 0 0 15,2 0 0-15,-1 0-235 0</inkml:trace>
  <inkml:trace contextRef="#ctx0" brushRef="#br0" timeOffset="54993.86">8689 10701 3605 0,'-21'-14'0'0,"12"5"0"0,0 2 0 0,0-6 0 0,-3 4 0 0,6 3 0 0,3-2 0 0,3-2 0 0,0 4 0 0,0 1 0 0,5 3-235 16</inkml:trace>
  <inkml:trace contextRef="#ctx0" brushRef="#br0" timeOffset="57956.62">5492 8800 2553 0,'-2'0'0'0,"0"0"0"0,2 0 0 0,0 0 0 0,0 0 0 0,0 0 0 0,0 0 0 0,0 0 0 0,2 0 0 0,3 0 0 0,1 0 200 0,-1 2-86 0,0 2 70 0,2 0-73 15,-3 3-36-15,5-2 0 0,-2 3-183 0,0 2 68 16,0 1 40-16,3-2-197 0,-1 0 117 16,0 3 60-16,3-1 38 0,1 0-787 15,3 1 320-15,-4-3 211 0</inkml:trace>
  <inkml:trace contextRef="#ctx0" brushRef="#br0" timeOffset="58100.01">5740 8993 2182 0,'2'8'0'0,"2"3"0"0,-4-2 0 0,0-1 0 16,2 2 0-16,1-3 0 0,-2 1 0 0,3-1 0 0,5 0 0 0,2 1 0 0,-1-2 255 0,0-1-109 0,5 1-44 0,-1 0-23 0,2 0-41 0,1-1 1 0,-1 0-461 15,0 1 230-15,3 0 124 16,1-1 49-16,0 1-733 0,2 1 381 0</inkml:trace>
  <inkml:trace contextRef="#ctx0" brushRef="#br0" timeOffset="58252.28">6138 9262 2161 0,'5'10'0'0,"-2"2"0"0,1-1 0 0,-2-3 0 0,0 0 0 0,0-2 0 0,-1 1 0 0,5-2 0 0,-1 1 0 0,6-1 0 0,-1 1 265 0,1 0-104 16,3 0-16-16,-1 2-54 0,2-2-26 0,-1 3-453 15,0-2 213-15,2 2 116 0,-2 2 44 0,3 0-738 16,-2 3 374-16</inkml:trace>
  <inkml:trace contextRef="#ctx0" brushRef="#br0" timeOffset="58401.23">6519 9561 2159 0,'1'11'0'0,"1"2"0"0,0-4 0 0,-1 1 0 0,1-1 0 0,0-1 0 0,5 0 0 0,-2-3 0 0,4 1 0 0,2-1 0 0,2 1 172 0,-1 0-71 0,0 1-32 16,4 0 0-16,-3 1-466 0,0 3 218 0,1 0 118 16,-2 3 44-16,2 1-628 0,-3 1 327 0</inkml:trace>
  <inkml:trace contextRef="#ctx0" brushRef="#br0" timeOffset="58535.91">6807 9889 1673 0,'7'8'0'0,"2"1"0"0,-4-2 0 0,1 1 0 0,1-3 0 0,0 3 0 0,2 0 0 0,-2-3 0 0,3 5 0 0,1-3 0 0,-1 3 104 16,4-1-33-16,-1 0-14 0,-1 3-9 0,2-3-10 16,-1 3-195-16,0-3 97 0,1 0 49 15,-2-1-493-15,0-1 280 0,1 1 126 0</inkml:trace>
  <inkml:trace contextRef="#ctx0" brushRef="#br0" timeOffset="58653.23">7104 10128 1720 0,'4'5'-1'0,"0"5"0"0,-3-1 1 0,3-3 0 0,-2 3 0 0,1-2 0 0,1 0 0 0,4-2 0 0,0 1 0 0,1-1 0 0,1-1 177 0,1-2-69 0,-2 0-26 0,3 0-81 16,-3-1-1-16,3-1 38 0,-1 0-492 0,-2 0 246 15</inkml:trace>
  <inkml:trace contextRef="#ctx0" brushRef="#br0" timeOffset="69775.45">7164 6464 1502 0,'-3'-14'0'0,"1"5"0"0,-3-2 0 0,3-1 0 0,-1 2 0 0,1-5 0 0,0 3 0 0,0 1 0 0,1 1 0 0,-1 0 0 0,0 3 239 0,-2 2-90 0,2 0-60 0,-1 1-24 16,-2 2 77-16,2 0-50 0,-1 2-27 0,-1 0 207 0,-3 0-121 15,0 9-56-15,1 4-27 0,-2 3 166 16,1-1-97-16,0 2-40 0,4-3 170 16,1 1-114-16,3-1-57 0,0-5-78 0,0 0-18 15,0 1 0-15,2-5 0 0,3 1 0 0,5-4 0 16,-1-2 0-16,0 0 0 0,1 0 0 0,0 0 0 16,-1-6 0-16,-1-3 0 0,-3-2 0 0,-2-1 0 15,-2 3 0-15,1-2 0 16,-2 1 0-16,0 2 0 0,0 0 0 0,-3 2 0 15,-5 2 0-15,0 2 0 0,0 0 0 0,-1 2 0 16,-1 0 0-16,3 2 0 0,0 8 0 0,4 1 0 16,-2 0 0-16,5 0 0 0,0 2 0 0,0-3 0 15,0 0 0-15,0-1 0 0,5-2 0 0,0-1 0 16,0-3 0-16,0-1 0 0,3-2 0 0,-6 0 0 16,3 0 0-16,-4 0 0 15,1 0 0-15,-2-3 0 0,0-5 0 0,0 3 0 16,0 1 0-16,0-2 0 0,0 5 0 0,0-2 0 15,0 1 0-15,-2 2 0 0,2 0 0 0,0 0 0 16,0 6 0-16,0 2 0 0,0 3 0 0,5-4 0 16,4 4 0-16,3-1-333 0,3-1-241 0,3 1 257 15</inkml:trace>
  <inkml:trace contextRef="#ctx0" brushRef="#br0" timeOffset="70906.92">7196 10182 2537 0,'-3'0'0'0,"-1"0"0"0,-1 2 0 0,2 2 0 0,1 0 0 15,-2 3 0-15,2 2 0 0,1 2 0 0,-1 1 0 0,0 1 0 0,-2 1 102 0,3 1-31 0,-1-1 71 0,0 2-51 16,2-7-17-16,0 2 137 0,0-2-86 0,0-1-43 16,0-2 91-16,0-3-68 0,2-3-24 0,4 0-9 15,2 0-7-15,1 0-65 0,3-6 0 0,-1-5 0 16,1-2 0-16,-3-1 0 0,-2-4 0 0,0 4 0 15,-4-2 0-15,-2 2 0 0,2 2 0 0,-3 0 0 16,0 3 0-16,0 2 0 0,-3 1 0 16,-4 2 0-16,0 3 0 0,-2 1 0 0,-3 0 0 15,3 7 0-15,-4 8 0 0,3 4 0 0,-1 0 0 16,4-1 0-16,0 1 0 0,4-2 0 0,1 0 0 16,2-2 0-16,0-6 0 0,0 0 0 0,0-1 0 15,5-2 0-15,4-2 0 16,0-4 0-16,0 0 0 0,5 0 0 0,-5 0 0 15,1-10 0-15,1 1 0 0,-6-6 0 0,0 7 0 16,2-6 0-16,-6 6 0 0,1-3 0 0,-2 2 0 16,0 2 0-16,0 2 0 0,0 1 0 0,0 3 0 15,-2-2 0-15,-6 3 0 0,1 0 0 0,-2 0 0 16,1 8 0-16,1 1 0 0,-1 4 0 16,2-1 0-16,2-3 0 0,2 0 0 0,2 1 0 0,0-3 0 15,0-1 0-15,0-1 0 16,0-1 0-16,5-2 0 0,-1-2 0 0,1 0 0 15,1 0 0-15,-3 0 0 0,-1 0 0 0,0 0 0 16,1-3 0-16,-3-3 0 0,0 0 0 0,0 3 0 16,0-3 0-16,0 6 0 0,0-2 0 0,0 0 0 15,0 2 0-15,5 0-724 0</inkml:trace>
  <inkml:trace contextRef="#ctx0" brushRef="#br0" timeOffset="80242.38">7242 8176 922 0,'-5'0'0'0,"2"-1"0"0,-1 0 0 0,0-4 0 0,1 4 0 0,-4-4 0 0,5 3 0 0,-3 0 0 0,1 0 0 0,1 1 0 0,-3-1 77 0,5 0-10 0,-4 0 140 0,4 2-84 16,-2-2-42-16,3 2 193 0,0 0-108 16,-2 0-68-16,2 0 143 0,0 0-101 0,0 0-50 15,0 0-26-15,0-2 48 0,0 2-41 0,2-1 0 16,7-1-32-16,0 2 129 0,1-1-64 15,1-2-23-15,1 3-10 0,0-3 28 0,1 3-30 0,0 0 19 16,0 0-25-16,2 0 10 0,0 0-34 0,0 0 44 16,0 0-44-16,2 0-1 15,-2 0 1-15,2 0-25 0,1 0 6 0,-3-1-20 0,3-1 0 0,-4 1 0 16,2-4 0-16,-5 4 0 0,2-1 0 0,-3-2 0 16,-3 3 0-16,-2-1 0 15,2 0 0-15,-5 0 0 0,0 2 0 0,-1 0 0 16,-1 0 0-16,0 0 0 0,0 0 0 0,0 0 0 15,0 0 0-15,0 0 0 0,0 0 0 0,0 0 0 16,0 0 0-16,0 0 0 0,0 0 0 0,0 0 0 16,0 0 0-16,0 0 0 0,2 0 0 0,0 0 0 15,-2 0 0-15,2 7 0 0,-2 5 0 0,1-1 0 16,-1 2 0-16,0 2 0 16,2 2 0-16,0 2 0 0,0-2 0 0,1 1 0 0,-2 4 0 0,0-2 0 15,2 2 0-15,0 1 0 16,0-2 0-16,0 1 0 0,-1 1 0 0,0-1 0 15,0-1 0-15,0 2 0 0,-1-5 0 0,-1 0 0 16,0 2 0-16,0-5 0 0,0 1 0 0,0-2 0 16,0-1 0-16,0-4 0 0,0 0 0 15,0-3 0-15,0-1 0 0,0-1 0 0,0-4 0 0,0 2 0 16,0-2 0-16,0 0 0 0,0 0 0 16,0 0 0-16,0 0 0 0,0 0 0 0,0 0 0 15,0 0 0-15,0 0 0 0,0 0 0 16,0 0 0-16,0 0 0 0,0 0 0 0,0 0 0 15,0 0 0-15,0-2-989 0,0-2 392 0</inkml:trace>
  <inkml:trace contextRef="#ctx0" brushRef="#br0" timeOffset="86562.79">7112 6534 842 0,'0'0'0'0,"0"0"0"0,0 0 0 0,0 0 0 0,0 0 0 0,0 0 0 0,0 0 0 0,0 0 0 0,0 0 0 16,0 0 0-16,0 0 40 0,0 0 9 0,0 0 59 0,0 0-35 0,0 0 1 16,0 0-34-16,0 0 10 0,0 0 0 0,-2 0-10 15,2 0-1-15,0 0-9 0,-2 0 10 0,1 0 0 16,-4 0 9-16,4 0-51 0,0 0 42 0,-3 0-48 15,0 0 48-15,2 0 0 0,-1 1 10 0,-1 2-53 16,1 0 37-16,1 1-13 0,-2-1 10 0,2 3-10 16,-4-3 16-16,2 1-7 0,1 2 0 0,-1-2 39 15,1 2-39-15,-1-1 4 16,3 1 12-16,-6-1-12 0,3 2-1 0,0 2-18 16,1-2 18-16,-1 0 1 0,-2 3 8 0,4-1-10 15,-5-1 1-15,4 3-1 0,-2-1 1 0,2-2-32 16,-1 2 39-16,0 0-10 0,1-1 2 0,-1 0-34 15,0-1 0-15,1 3 27 0,-2-1-23 0,2 3-10 16,-2-2 33-16,0 2 16 0,0 1-18 0,1-2-5 16,1 0 9-16,-2 2 25 15,2 0-1-15,-1 0-28 0,0 1-1 0,0-3 10 0,3 4-1 0,-3-2-4 16,0 1-2-16,3 1 2 16,-6 0-1-16,3 2 6 0,2-2 2 0,-3 1-5 15,1-2-1-15,3 4 21 0,-3-3-21 0,1 1-2 16,-2 2 8-16,4-2-10 0,-4 0 3 0,3 2 1 15,-1-1-1-15,-1 2 7 0,2-2 1 0,-1-1-4 16,1 2-2-16,2 0-2 0,-2-1 3 0,1 2-1 16,-1-2-2-16,0 3 2 0,0-2 0 15,2 1-1-15,-3-1-9 0,1-1 23 0,0 1-15 0,-1 0-41 16,1 2 41-16,0 0-1 16,-1-1-1-16,1 0 46 0,0 1-50 0,2 0-21 15,-2 0 0-15,2-1 0 0,0-1 0 0,0 2 0 16,0-3 0-16,0 2 0 0,0-3 0 0,0 2 0 15,0-1 0-15,2 1 0 0,0-1 0 0,0 1 0 16,-1 2 0-16,1-2 0 0,-2 0 0 0,0 2 0 16,0-4 0-16,2 5 0 0,-2-3 0 0,2-1 0 15,-2-1 0-15,3-1 0 16,-3 0 0-16,2-1 0 0,3 0 0 0,-1-2 0 16,1 2 0-16,-1-2 0 0,-1 0 0 0,4 1 0 15,-5-2 0-15,3 4 0 0,-1-2 0 0,-1 3 0 16,1-3 0-16,-1 2 0 0,1 1 0 0,1 1 0 15,-3-3 0-15,4 2 0 0,0-1 0 0,0-1 0 16,-1 1 0-16,1-2 0 0,1 1 0 0,1-2 0 16,-1 1 0-16,1-1 0 0,-1-2 0 0,1 2 0 15,1 0 0-15,-1-1 0 16,2 1 0-16,-3 0 0 0,0-3 0 0,1 5 0 16,-1-3 0-16,1 2 0 0,-2-3 0 0,-1 0 0 15,-1-1 0-15,-1-1 0 0,4 0 0 0,-4 0 0 16,-1-3 0-16,1 0 0 0,-2 0 0 0,1-4 0 15,0 1 0-15,-1-3 0 0,1 2-35 0,-2-2-38 16,0 0 38-16,0 0-60 0,0 0 24 0,0 0-8 16,0 0-148-16,0 0 94 0,0 0 47 0,0 0-1 15,0 0-354-15,0 0 190 16,0 0 110-16,2 0-472 0,0-2 286 0,-1 0 143 16,1 1 73-16,0-1-339 0</inkml:trace>
  <inkml:trace contextRef="#ctx0" brushRef="#br0" timeOffset="87419.75">7129 8543 1465 0,'-5'0'0'0,"2"0"0"0,-1 0 0 0,2 0 0 0,-1 0 0 0,-1 0 0 0,3 0 0 0,-2 0 0 0,1 0 0 0,0 0 0 0,-2 0 99 0,0 0-29 0,1 0-1 0,-1 0 22 16,-1 2-16-16,-1 0-10 0,1 1-26 0,-2 1 100 15,2-1-50-15,0 3 0 0,-3 0 22 0,3-3-40 16,-4 3-1-16,4 0 96 0,-2 2-63 0,1-3-32 15,1 2 10-15,-2 2 47 0,2-2-44 0,-1 0 0 16,4 3-45-16,-5-3 34 0,4 3 10 0,-4-1-43 16,4 0 0-16,0 1 32 0,-4 0-32 0,4 0 0 15,-1 0 43-15,-2 2-11 0,2-4-32 16,0 4 10-16,2-2-50 0,-3 4 0 16,2-1 0-16,-1 2 0 0,0-1 0 0,1 1 0 15,-2 2 0-15,4-2 0 0,-3 0 0 0,-2 3 0 16,4-1 0-16,-1 0 0 0,-1 1 0 0,1 0 0 15,1-2 0-15,-2 1 0 0,2 2 0 0,-1 0 0 16,1-2 0-16,-1 2 0 0,1-3 0 0,2 1 0 16,-2 2 0-16,0 0 0 0,2 0 0 0,-1-2 0 15,-1 2 0-15,2-1 0 0,-2 3 0 0,0-2 0 16,1 1 0-16,-1 1 0 16,0 2 0-16,0-3 0 0,-1 3 0 0,3 0 0 15,-2 3 0-15,2-5 0 0,0 1 0 0,-2 2 0 16,2-1 0-16,0-1 0 0,0 2 0 0,0-1 0 15,0 0 0-15,0-1 0 0,0-1 0 0,0 0 0 16,0-2 0-16,2 1 0 0,0 1 0 0,1-2 0 16,-1-1 0-16,2 1 0 0,-1 0 0 0,1 0 0 15,-1-2 0-15,1 2 0 16,1-2 0-16,1 1 0 0,-1 1 0 0,0-3 0 16,0 3 0-16,3-2 0 0,-3 1 0 0,2-2 0 15,-2-1 0-15,2 2 0 0,-1 0 0 0,1 0 0 16,-1-3 0-16,0 4 0 0,1-1 0 0,1-2 0 15,0 1 0-15,-3 3 0 0,2-2 0 0,1 0 0 16,-1 0 0-16,1 2 0 0,-1 0 0 0,1-1 0 16,-1 1 0-16,1-3 0 15,0 2 0-15,-1-1 0 0,0-2 0 0,1-2 0 16,0-2 0-16,-1 1 0 0,-2-3 0 0,3-1 0 16,-1 0 0-16,-2 1 0 0,0-4 0 0,-1 1 0 15,1-1 0-15,0-1 0 0,-2 0 0 0,1 0 0 16,-2 0 0-16,1-3 0 0,-1 4 0 0,0-4 0 15,0-1 0-15,-2 2 0 0,0-1 0 0,0-1 0 16,0 0 0-16,0 0 0 0,0 0 0 0,0 0-179 16,0 0-85-16,0 0 112 0,0 0 55 0,0-4-260 15,0-6 162-15,0-2 77 16,0-4-644-16</inkml:trace>
  <inkml:trace contextRef="#ctx0" brushRef="#br0" timeOffset="109390.28">7230 6343 849 0,'2'-3'0'0,"0"-3"0"15,-1 3 0-15,-1-1 0 0,0 0 0 0,0 3 0 0,0-4 0 0,0 1 0 0,0 1 0 0,0 1 0 0,0-2 38 0,0 0 94 0,0 3-38 0,0-3 25 0,0 2-40 0,0-2 0 16,0 3-41-16,0-2 44 15,0 2 9-15,0-1-52 0,0-1-1 0,0 3 99 16,0 0-50-16,0 0-24 0,0 0 10 0,0-1 81 16,0 1-58-16,0 0-28 0,0 0-1 0,0 0 129 0,0 0-68 0,0 0 44 15,0 0-67-15,0 1-33 0,0 4 0 0,0-1 39 16,0 1-26-16,0-1-10 16,0 1-37-16,0-1 43 0,0 0 0 0,0 2-42 15,0 0 9-15,0-1 36 0,0 1 0 0,2-1-47 16,0 3-37-16,-2-1 0 0,3 0 0 0,-3 1 0 15,0 2 0-15,0 0 0 0,0 0 0 0,0 0 0 16,0-1 0-16,0 0 0 16,0 3 0-16,0-1 0 0,0 0 0 0,0 0 0 0,0-1 0 0,0 3 0 15,0-3 0-15,0-1 0 16,0 2 0-16,0-1 0 0,0-1 0 0,0 4 0 16,0-2 0-16,0 0 0 0,0 1 0 0,0-2 0 15,0 0 0-15,0 3 0 0,0 0 0 0,0-2 0 16,0 1 0-16,0 0 0 0,0-1 0 0,0 2 0 15,0-2 0-15,0-1 0 0,0 1 0 0,0 2 0 16,1-4 0-16,-1 4 0 0,0 0 0 0,2 1 0 16,-2-1 0-16,1 0 0 0,-1-2 0 0,3 4 0 15,-3-2 0-15,1 3 0 16,1-3 0-16,-2 0 0 0,3 2 0 0,-3-2 0 16,1-1 0-16,1 4 0 0,-2-1 0 0,2-3 0 15,-2 3 0-15,2 0 0 0,-2 0 0 0,2-3 0 16,-2 4 0-16,0-3 0 0,1 3 0 0,-1-2 0 15,2 1 0-15,-2 0 0 0,2 1 0 16,-2 0 0-16,3 1 0 0,-3-1 0 0,1 1 0 0,-1 0 0 16,0 0 0-16,0 2 0 15,0 0 0-15,0-2 0 0,0 0 0 0,0 2 0 0,0 0 0 0,0-2 0 16,0 1 0-16,0 0 0 16,0 2 0-16,0-4 0 0,0 3 0 0,0-2 0 15,0 2 0-15,0 0 0 0,2-1 0 0,-2 1 0 16,0 0 0-16,1 2 0 0,-1-1 0 0,3 1 0 15,-3 1 0-15,0-1 0 0,0 3 0 0,1-1 0 16,-1 0 0-16,0 0 0 0,0-1 0 0,0 0 0 16,0 2 0-16,0-1 0 0,0-2 0 0,0 0 0 15,0-2 0-15,0 1 0 0,0 4 0 0,0-3 0 16,0 0 0-16,0 0 0 16,0 1 0-16,0 4 0 0,0-2 0 0,0-3 0 15,0 2 0-15,0 3 0 0,0-5 0 0,0 1 0 16,0 1 0-16,0-1 0 0,0 1 0 0,0-1 0 15,0 0 0-15,0 0 0 0,0 0 0 0,0-1 0 16,0-1 0-16,0 2 0 0,0-2 0 0,0 1 0 16,0 1 0-16,0 1 0 0,0-3 0 0,0 0 0 15,-1 4 0-15,1-4 0 16,-3 0 0-16,3 2 0 0,-1-2 0 0,-1 0 0 16,2 1 0-16,-1-1 0 0,1 0 0 0,0-1 0 15,-3 1 0-15,3-1 0 0,0 1 0 0,0 0 0 16,-2 0 0-16,2 0 0 0,0 1 0 0,-2 0 0 15,2-1 0-15,-1 1 0 0,1 0 0 0,-2 0 0 16,0-1 0-16,2 1 0 0,-2-1 0 0,2 1 0 16,-2 0 0-16,2-2 0 0,0-1 0 0,0 1 0 15,0 0 0-15,0-2 0 32,0 2 0-32,0-2 0 15,0-1 0-15,0 2 0 0,0-1 0 0,0 4 0 0,0-3 0 0,0 2 0 0,0 1 0 0,0-2 0 16,0 0 0-16,0-1 0 15,0 1 0-15,0 0 0 0,0-2 0 0,0 0 0 16,0-1 0-16,0 0 0 16,0-2 0-16,0 1 0 0,0 3 0 0,0-1 0 0,0 0 0 15,0-1 0-15,0 2 0 0,0-2 0 0,0 3 0 0,-1 0 0 16,1-2 0-16,-3 1 0 0,3-1 0 0,0 2 0 0,0 0 0 31,0 0 0-31,0-1 0 0,0 0 0 0,0-1 0 0,0-3 0 0,0 2 0 0,0 2 0 16,0-3 0-16,0 2 0 0,0-2 0 0,0 2 0 15,0 0 0-15,0-2 0 0,0 0 0 0,0 0 0 16,0 0 0-16,0 2 0 0,0-2 0 0,0 0 0 16,0 0 0-16,0-2 0 0,0 2 0 0,0-2 0 15,0 0 0-15,0 1 0 0,0-4 0 0,0 2 0 16,0-3 0-16,0 0 0 16,0 0 0-16,0-2 0 0,0-2 0 0,0 1 0 0,0 0 0 0,0-3 0 15,0 0 0-15,0 2 0 16,0-3 0-16,-2 1 0 0,2-1 0 0,0-2 0 0,0 3 0 0,0-3 0 15,0 0 0-15,-1 0 0 0,-3 0 0 0,1-3 0 16,-2-9 0-16,0-7 0 0,-2-10-54 16,-2-14-158-16</inkml:trace>
  <inkml:trace contextRef="#ctx0" brushRef="#br0" timeOffset="110631.04">7149 6443 2071 0,'0'0'0'0,"0"0"0"0,0 0 0 0,0 0 0 16,0-2 0-16,0 2 0 0,0 0 0 0,0 0 0 0,0 0 0 0,2 0 0 0,-1 2 81 0,1 5 232 0,0 2-137 15,1 2-68-15,-1 2 67 0,0 1-69 0,-1 2-23 16,2 0-10-16,-2 3 134 0,1 0-83 0,0 0-43 16,1 2 10-16,-1-1 91 0,0 0-122 0,0 4-60 15,1-4 0-15,-3 3 0 0,2-1 0 0,1 1 0 16,-2 1 0-16,2-1 0 0,-3-1 0 0,2 3 0 15,-2-3 0-15,1 6 0 0,-1-2 0 0,0 1 0 16,0 2 0-16,0-2 0 0,2-1 0 0,-2 6 0 16,0-3 0-16,0-1 0 15,0 1 0-15,2-2 0 0,-2-3 0 0,0 4 0 16,0 0 0-16,0-5 0 0,2 4 0 0,-2-1 0 16,0-4 0-16,0 5 0 0,2-3 0 0,-2 2 0 15,0-1 0-15,0-2 0 0,0 1 0 0,0 2 0 16,1 0 0-16,-1-2 0 0,0-1 0 15,2 6 0-15,-2-7 0 0,2 6 0 16,0-7 0-16,1 2 0 0,-3-1 0 0,0 1 0 16,2-1 0-16,-2-1 0 0,3 1 0 0,-3-1 0 15,1 0 0-15,-1-3 0 0,0 4 0 0,0-3 0 16,0 2 0-16,0 0 0 0,0 0 0 0,0-1 0 16,0 1 0-16,0-1 0 0,0 1 0 0,0 0 0 15,0-1 0-15,0 3 0 0,0-1 0 0,0-1 0 16,0 0 0-16,0 2 0 15,0-3 0-15,0 1 0 0,3-1 0 0,-1 0 0 0,-1 0 0 16,-1-2 0-16,0 1 0 0,2 2 0 16,-2-2 0-16,0 2 0 0,0-1 0 0,0 1 0 0,0-1 0 15,0 1 0-15,0 1 0 0,0-4 0 16,0 0 0-16,0 3 0 0,0-2 0 0,0 0 0 16,0 2 0-16,0-3 0 0,0-1 0 15,0 2 0-15,0 1 0 0,0-1 0 16,0 0 0-16,0 1 0 0,0 1 0 0,0-2 0 15,0 2 0-15,0-1 0 0,-2 3 0 0,1-2 0 0,1 1 0 0,-2 1 0 16,2-2 0-16,0 1 0 0,0-1 0 0,0-3 0 16,0 1 0-16,0 2 0 0,0-3 0 0,0 1 0 15,0 0 0-15,0 0 0 16,0 0 0-16,0 1 0 0,0-1 0 0,0-1 0 16,0 3 0-16,-3 0 0 0,3-2 0 0,0 4 0 15,-1-3 0-15,1 1 0 0,0 0 0 0,0-1 0 16,0 0 0-16,0 1 0 0,0 2 0 0,0-4 0 15,0 2 0-15,0-2 0 0,0 2 0 0,0 0 0 16,0-2 0-16,0 2 0 0,0 1 0 0,0-1 0 16,0 0 0-16,0-3 0 0,0 3 0 15,0 0 0-15,0-3 0 0,0 1 0 0,0-2 0 16,0 2 0-16,0-2 0 0,0 2 0 16,0 0 0-16,0-1 0 0,0 1 0 0,0-2 0 15,0 2 0-15,0 1 0 0,-3-1 0 0,3 2 0 16,-2-3 0-16,2 1 0 0,0 1 0 0,0-6 0 15,0 4 0-15,-3-6 0 0,3-1 0 16,0 1 0-16,0-2 0 0,0-4 0 0,0 2 0 0,0-2 0 16,0-3 0-16,0 3 0 0,0-2 0 15,0-2 0-15,0 5 0 0,0-1 0 16,0 2 0-16,0-3 0 0,0 4 0 0,0-1 0 16,0 1 0-16,0-1 0 0,0-1 0 0,0 1 0 15,0-2 0-15,0-1 0 0,0-1 0 0,-2 0 0 16,-2-2 0-16,1-2 0 0,-3 0 0 0,0 0 0 15,0-2-153-15,-3-11 3 0,4-4 56 0,-2-11-760 16,0-1 398-16,3-10 213 0</inkml:trace>
  <inkml:trace contextRef="#ctx0" brushRef="#br0" timeOffset="111757.24">7175 6468 1787 0,'0'5'0'0,"0"5"0"0,0-2 0 0,0 7 0 0,0-1 0 0,0 4 0 0,0 0 0 16,0 3 0-16,0 2 0 0,0 2 0 0,0 0 71 0,0 1 48 0,0 0-40 0,0 1 9 0,0 4-49 0,2-2 43 15,-2 0 0-15,0 4-43 0,0 1 90 0,0-1-36 16,0 3-9-16,0-2 33 0,0 2-40 0,0-1 1 16,0 2-40-16,0 0 81 15,0 0-45-15,0-1 0 0,0-1-35 0,0 2 51 16,0-2-25-16,0-2 9 0,0 1-35 0,0-2 25 16,2 2 0-16,-2-2-10 0,2 1-15 0,-2-1 9 15,3 1-9-15,-3 0 8 16,0 1-47-16,2-2 0 0,1 0 0 0,-2 0 0 15,2-2 0-15,-1 0 0 0,-1 0 0 0,1 0 0 16,-2-3 0-16,2 1 0 0,-2 5 0 0,0-3 0 16,2 0 0-16,-2 1 0 0,0-2 0 0,0 0 0 15,0 2 0-15,0-1 0 0,0 1 0 0,2-1 0 16,-2-2 0-16,1 3 0 0,-1-2 0 0,2 0 0 16,-2 1 0-16,2-5 0 0,0 4 0 15,-2-5 0-15,0 5 0 0,3-2 0 0,-3 1 0 0,0 1 0 16,0-3 0-16,0-4 0 0,0 7 0 15,0-2 0-15,0-2 0 0,0 2 0 0,0 0 0 0,0-6 0 16,0 8 0-16,0-3 0 0,0 2 0 16,0-3 0-16,0 1 0 0,0-3 0 0,0 4 0 15,0-2 0-15,0-1 0 16,0 2 0-16,0-1 0 0,0-2 0 0,0 4 0 0,0 0 0 16,0-1 0-16,0 1 0 15,0-1 0-15,0-2 0 0,0 3 0 0,0 0 0 0,0-2 0 0,0 0 0 16,0-1 0-16,0 5 0 15,0-3 0-15,0 0 0 0,0 1 0 0,0-2 0 0,0-2 0 0,0 6 0 16,0-5 0-16,0 2 0 0,0-2 0 0,0-3 0 16,0 4 0-16,0 3 0 0,0-3 0 0,0-5 0 15,0 4 0-15,0-3 0 16,0 1 0-16,0-1 0 0,0 0 0 0,0 0 0 16,0-1 0-16,0-1 0 0,0 1 0 0,0-1 0 15,0 1 0-15,2 1 0 0,-2 0 0 0,0 0 0 16,3 1 0-16,-3-2 0 0,0 3 0 0,0-2 0 15,0 1 0-15,0-3 0 0,0 0 0 0,0 0 0 16,0-4 0-16,0-4 0 0,0 1 0 0,0-3 0 16,0-2 0-16,0-1 0 15,0-2 0-15,0 0 0 0,0-3 0 0,0-1 0 16,0 2 0-16,0-2 0 0,0 0 0 0,0 0 0 16,0 0 0-16,0 0 0 0,0 0 0 0,0 0 0 15,0 0 0-15,0 0 0 0,0 0 0 0,0 0 0 16,0 0 0-16,0 0 0 0,0 0 0 0,-5-3 0 15,2-7-143-15,-3-1-60 0,-1-3 68 0,-1-4-819 16,-1-7 458-16,0-5 229 0</inkml:trace>
  <inkml:trace contextRef="#ctx0" brushRef="#br0" timeOffset="114055.32">4314 14631 3407 0,'-9'0'0'0,"2"0"0"0,3 0 0 15,2 0 0-15,2 0 0 0,0 0 0 0,0 0 0 0,3 0 0 0,11 0 0 0,2 2 0 0,8-1 148 0,2 4 134 0,2-4-188 0,4-1-94 0,2 0 0 16,-1 0 0-16,5 0 0 0,0 0 0 16,-1 0 0-16,-2 0 0 0,0 3 0 15,0-3 0-15,-1 1 0 0,-1 1 0 0,-3 0 0 16,-7-2 0-16,0 4 0 0,-1-4 0 0,-5 2 0 0,-3-2 0 15,-3 0 0-15,-1 0 0 0,-3 0 0 0,-3 0 0 16,0 0-165-16,-3 0 19 16,1 0 54-16,0-6-293 0,1 2 163 0,-3-3 97 15,0-1-363-15,0-2 224 0,0 2 113 0,0-5 56 16,0 1-430-16,-3-1 249 0,-2-4 118 0</inkml:trace>
  <inkml:trace contextRef="#ctx0" brushRef="#br0" timeOffset="114287.95">4867 14342 2440 0,'-7'-6'0'0,"2"3"0"0,-2 1 0 0,3 0 0 0,2 0 0 0,2 0 0 0,0 2 0 0,0 0 0 0,13 0 0 0,2 0 0 0,8 2 364 15,2 2-163-15,1 4-81 0,3-2 398 0,2 2-239 16,1 2-270-16,2-1-9 0,-1 0 0 0,-2 1 0 16,1-1 0-16,-2 1 0 0,-9-1 0 0,2 3 0 15,-5-2 0-15,-5 6 0 0,-4-2 0 16,-5 3 0-16,-4 4 0 0,0 3 0 0,-8 3 0 0,-8-1 0 15,-4 1 0-15,-10 4 0 0,8-6 0 16,-8 6 0-16,5-6-296 0,-4 4 17 0,0-4 121 0,-1 0-469 16,0 0 284-16,0-6 157 15,0 3 74-15,-2-6-519 0,0-1 296 0</inkml:trace>
  <inkml:trace contextRef="#ctx0" brushRef="#br0" timeOffset="114521.58">4440 15027 2858 0,'-7'4'0'0,"4"1"0"0,0-3 0 0,-2 3 0 0,5-2 0 0,0 3 0 0,0 1 0 0,0 5 0 0,0 0 0 0,3 7 0 0,2 2 120 0,0 2 234 0,2 0-158 0,0 3-69 16,2 5 149-16,-4-2-276 0,1 0 0 0,-3 2 0 16,4-3 0-16,-4-2 0 0,3 6 0 15,-4-6 0-15,1 1 0 0,-1-5 0 0,0 1 0 0,0-3 0 16,-1-2 0-16,1-4-5 0,0-5-327 15,1-3 83-15,-1 0 115 0,-1-6-25 0,0 0-478 0,3 0 299 16,-4-9 150-16,0-8-390 16,0-7 269-16,0-5 126 0,0-3 77 0</inkml:trace>
  <inkml:trace contextRef="#ctx0" brushRef="#br0" timeOffset="114951.45">4405 15129 2104 0,'-6'-10'0'0,"2"4"0"0,-1 1 0 0,2-1 0 0,3 1 0 0,0-1 0 0,0-2 0 0,10 3 0 0,2 0 0 0,7-2 0 0,-1 4 92 0,5-1 298 16,3 0-180-16,-1 3-86 0,0 1 78 0,-3 0-82 0,-2 0-40 0,1 0 9 16,-5 7-79-16,0 5 29 15,-4 1 0-15,-6 2-70 0,-4 3 35 0,0 1 10 16,-2 2 25-16,0-1 2 0,-5 0-2 0,-5-3 0 16,-1 1 0-16,-2-3 64 0,0-2-38 0,0-4 1 15,-1-1-52-15,6-4-14 0,-3-1 0 0,4-1 0 16,2 0 0-16,3-2 0 0,0 0 0 0,0 0 0 15,2 0 0-15,0 0 0 0,0 2 0 0,9-2 0 16,5 3 0-16,0 0 0 0,2 0 0 0,2 3 0 16,1 2 0-16,2-2 0 15,2 9 0-15,-5-2 0 0,-1 1 0 0,3 7 0 16,-7 0 0-16,2 0 0 0,-7 0 0 0,-2 5 0 16,-3-8 0-16,-1 4 0 0,-2 2 0 0,0-2 0 15,-5-4 0-15,-7 2 0 0,-5-4 0 0,-1 0 0 16,0-6 0-16,-4 0 0 15,0-3 0-15,-1-3 0 0,1-4 0 0,-1 0 0 0,1 0 0 0,-1 0 0 16,0 0 0-16,6-4 0 16,-3-5 0-16,4 0 0 0,2 0 0 0,4-4 0 15,-1 2 0-15,6 3 0 0,1-2 0 0,4 0 0 16,0-1 0-16,0 2 0 0,7 1-427 0,9 1-8 16,3 2 189-16,1-1 108 0,6 2-677 0,1 2 389 15</inkml:trace>
  <inkml:trace contextRef="#ctx0" brushRef="#br0" timeOffset="115340.33">5335 15033 2535 0,'-10'-7'0'0,"1"-1"0"0,-1 1 0 0,2-2 0 0,-2 2 0 0,2 1 0 0,0 1 0 0,-1 2 0 0,0-1 0 0,1 2 0 0,-3-1 326 0,-1 3-144 0,-1 0-72 16,-4 6-26-16,-1 8 112 0,0 2-79 0,-1 3-39 15,-1 4 225-15,5 1-303 0,-3 4 0 0,6 1 0 16,-3 3 0-16,7 0 0 0,1 2 0 0,0-2 0 16,7 1 0-16,0-1 0 0,0-2 0 0,4 0 0 15,9-4 0-15,-1-4 0 0,8 3 0 16,3-3 0-16,-1-4 0 0,5-4 0 0,1 0 0 0,-3-4 0 15,5-1 0-15,0-1 0 0,0-7 0 0,-2 1 0 16,2-2 0-16,-5 0 0 0,-2 0 0 16,-3 0 0-16,-2 0 0 0,-4-2 0 15,-4 1 0-15,-2-4 0 0,-3 4 0 0,-3-1 0 16,0 0 0-16,-2 0 0 0,0-2 0 0,0 3 0 16,-4-2 0-16,-1 2 0 0,0 1 0 0,1 0-60 15,-1 0-27-15,3 0-885 0,2 0 472 0,0 0 231 16</inkml:trace>
  <inkml:trace contextRef="#ctx0" brushRef="#br0" timeOffset="115795.58">6054 14744 2894 0,'0'-2'0'0,"-6"-1"0"0,4 1 0 0,0-1 0 0,1 2 0 0,-1-1 0 0,2 0 0 0,-2 2 0 0,2 0 0 0,0 0 0 0,-2 5 461 0,2 6-212 0,-4 7-96 0,3 5 21 16,-5 1-174-16,-2 5 0 0,1 3 0 0,-3 2 0 15,0 4 0-15,-2-3 0 0,1 5 0 0,-4 1 0 16,3-3 0-16,-3-1 0 0,4-3 0 0,-3 3 0 16,1-1 0-16,-1 2 0 0,0-2 0 0,3-2 0 15,3-4 0-15,-3-1 0 0,4-3 0 16,1-6 0-16,1 0 0 0,-1-5 0 0,6-3 0 0,-6-4 0 15,4-4 0-15,2 1 0 16,-2-5 0-16,2 0 0 0,0 0 0 0,0 0 0 16,0 0 0-16,0-5 0 0,0-4-395 0,4-2-7 15,7-1 173-15,-1-4-597 0,4-2 394 0,2-3 197 16,1 0 98-16</inkml:trace>
  <inkml:trace contextRef="#ctx0" brushRef="#br0" timeOffset="116098.84">6313 14921 3931 0,'6'-1'0'0,"-3"-1"0"0,-3 2 0 0,0 0 0 0,0 0 0 0,-3 0 0 0,-3 8 0 0,-3 2 0 0,4-1 0 16,0 4 0-16,0 1 0 0,-1 3 0 0,2 5 0 0,-3 3 0 0,1-2 0 0,1 5 0 0,-3 1 0 0,1 1 0 15,-2 1 0-15,0 5 0 0,-2 0 0 0,1-1 0 16,-4 7 0-16,5-8 0 0,-2 3 0 0,-1-1 0 15,1-1 0-15,1-2 0 16,1-3 0-16,2-6 0 0,-1 0 0 0,2-1 0 16,0-5 0-16,1 0 0 0,2-6 0 0,1 0 0 15,-1-4 0-15,1-3 0 0,-1-1 0 0,3 0 0 16,-2-4 0-16,2 0 0 0,0 0 0 0,0 0 0 16,0 0 0-16,0 0 0 0,0-4 0 0,0-5 0 15,0-5-42-15,0 1-804 0,2-5 404 0,8-3 202 16,-2-1 101-16,3-1-648 0</inkml:trace>
  <inkml:trace contextRef="#ctx0" brushRef="#br0" timeOffset="116356.23">6443 14936 2985 0,'-2'0'0'0,"0"-2"0"0,0-2 0 0,2-2 0 0,0 2 0 0,0-1 0 0,4-3 0 0,9 2 0 0,2-1 0 0,5 1 0 0,3-1 120 0,6-1 253 0,1 1-172 0,1-3-82 16,3 2-40-16,-1-1-25 0,0 2-54 0,-1 1 0 15,-2-1 0-15,-1 3 0 0,-4 0 0 0,1-2 0 16,-5 3 0-16,1-1 0 0,0-1 0 0,-2 1 0 16,-1-2 0-16,-2 0 0 0,2 1 0 15,-4-1-538-15,0 0 211 0,-4 0 102 0,-2 0 94 0,-1 0-489 16,-2 1 291-16,-2-3 136 0,-3-1-422 0</inkml:trace>
  <inkml:trace contextRef="#ctx0" brushRef="#br0" timeOffset="116583.42">6920 14627 2394 0,'-3'0'0'0,"1"0"0"0,-1 0 0 0,3 0 0 0,0 0 0 0,0 0 0 0,0 0 0 0,8 0 0 0,6-1 0 0,-1 1 0 0,1 0 110 16,3 0-26-16,2 0 389 0,1 0-218 0,-3 0-108 15,2 3-55-15,0 2 166 16,-2 1-140-16,1 2-118 0,-6 2 0 0,0-2 0 16,-1 4 0-16,-4 1 0 0,-4 3 0 0,-1-3 0 15,-2 4 0-15,0 0 0 0,-3 1 0 0,-6 0 0 16,-4 2 0-16,-1 1 0 0,-1-1-132 0,-3-1 35 16,0-1-15-16,-2 1-595 0,-3 1 325 0,-3 1 177 15,0 2-515-15,-4-2 341 0</inkml:trace>
  <inkml:trace contextRef="#ctx0" brushRef="#br0" timeOffset="117273.83">6726 15151 2176 0,'0'3'0'0,"0"-2"0"0,0-1 0 0,-2 2 0 0,-2 0 0 16,4 2 0-16,-1 1 0 0,1 2 0 0,0 2 0 0,0 6-1 0,0-1 325 0,0 3-145 0,1 2-62 0,3 3-46 0,-2 2 103 0,0 2-69 15,2-1-34-15,-4 1 27 16,0-3-21-16,0 0-10 0,0 2-30 0,-6-5 90 16,0-1-46-16,1-2 0 0,0-4-35 0,-1-2 55 15,4-1-101-15,-4-4 0 0,2 1 0 0,1-5 0 16,1-1 0-16,2-1 0 0,-2 0 0 0,1 0 0 0,1 0 0 16,0-1 0-16,0-9 0 15,0-3 0-15,0 0 0 0,3-5 0 0,6 2 0 16,4-3 0-16,-2-3 0 15,3 1 0-15,1 0 0 0,-2 5 0 0,-1-3 0 0,0 0 0 16,2 2 0-16,0 0 0 0,-4 2 0 0,0 2 0 16,0 2 0-16,-1-1 0 0,0 3 0 0,-4 1 0 0,3 1 0 15,-1 0 0-15,1 1 0 16,-3 0 0-16,4 3 0 0,-4-2 0 0,3 2 0 16,-1 0 0-16,-2 1 0 0,1 0 0 0,-2 0 0 15,1-1 0-15,1 2 0 0,-4 1 0 0,3 0 0 16,-3-2 0-16,3 2 0 0,-4 0 0 0,3 0 0 15,-3 0 0-15,3 0 0 0,0 0 0 0,0 0 0 16,1 3 0-16,-3 2 0 0,3 0 0 0,-2 0 0 16,-1 3 0-16,1-1 0 0,2 2 0 0,-3 0 0 15,-1 0 0-15,1 0 0 16,0 3 0-16,1 1 0 0,-2-2 0 0,0 2 0 0,1 2 0 0,1 1 0 16,-2-1 0-16,-1 0 0 15,2 3 0-15,0 0 0 0,-1 2 0 0,1 1 0 16,0-1 0-16,0-1 0 0,2 0 0 0,-2 2 0 15,3-5 0-15,-4 3 0 0,3-2 0 0,-3-1 0 16,3 1 0-16,-2-1 0 0,1-1 0 0,-1-3 0 16,3 0 0-16,-2-2 0 0,-1 1 0 0,2-1 0 15,0-2 0-15,-1 0 0 0,1-2 0 16,1-1 0-16,2 1 0 0,-1-2 0 16,-1 0 0-16,2-2 0 0,0-1 0 0,-1 1 0 15,2-2 0-15,-3 0 0 0,1 0 0 0,-3 0 0 16,2 0 0-16,-1 0 0 0,0 0 0 0,-3 0 0 15,1 0 0-15,0 0 0 0,-1 0 0 0,1 0 0 16,0 0 0-16,2 0-192 0,-1 0-268 0,2 0 201 16,1-5-383-16,1-3 303 0</inkml:trace>
  <inkml:trace contextRef="#ctx0" brushRef="#br0" timeOffset="120484.52">27241 1932 1819 0,'-14'-4'0'0,"-1"-3"0"0,0 5 0 0,-2 0 0 0,1 0 0 0,2 0 0 0,1 1 0 0,0-1 0 0,5 0 0 0,0 0 0 0,4 0 90 0,4 1 450 16,0 1-256-16,5-2-124 0,17 2-60 0,4 0 371 15,7 0-217-15,1-3-99 0,10 3-97 0,-5 0-58 16,3 0 0-16,-7 0 0 0,5 0 0 0,-2 0 0 16,-3 0 0-16,-1 0 0 0,-3-3 0 0,-1 3 0 15,-2-3 0-15,-9 3 0 0,3 0 0 0,-3 0-7 16,-5 0-16-16,0 0-951 0,-5 0 468 16,0 0 225-16,0 0-459 0,-6 0 351 0,-1-1 176 15,-2-2-96-15,0-5 137 0,0-4 57 0,-8 3 44 16,-3-1-14-16,0-2 39 0,-5-2 46 0,4 1 0 15,-1 1 123-15,5-3-99 0,-1 5-31 0,9 0 1 16,0-1 603-16,0 1-317 16,3 1-162-16,15 3 676 0,5 0-378 0,3 3-190 0,7 3 99 15,2 0-144-15,3 0-62 16,-2 2-46-16,-5 9 302 0,-1 0-169 0,-4 5-119 0,-5 1-87 16,-8-3 0-16,-1 7 0 0,-5 6 0 0,-7-4 0 15,0 6-85-15,-5-1-123 0,-12 4 132 16,-10 2-734-16,-3-4 406 0,-3 1 110 0,-2-2-446 15,-2-2 352-15,7-7 165 0</inkml:trace>
  <inkml:trace contextRef="#ctx0" brushRef="#br0" timeOffset="120826.45">27454 2220 2159 0,'-13'7'0'0,"2"7"0"0,3-2 0 0,2 2 0 0,1 1 0 0,1 1 0 0,1 5 0 0,-1 4 0 0,2 0 0 0,-1-1 0 0,0-1 84 0,-1 5 401 16,-1-8-224-16,1 5-112 0,-1-5-55 0,-4-2 137 0,3 1-86 15,0-5-59-15,0-3-13 0,1-4 0 16,-1-1-35-16,3-4-48 0,-1-2 33 0,4 0-9 16,0 0 12-16,0-10-55 15,8-9 27-15,11-1 0 0,2-1 35 16,4-3-45-16,1 2-2 0,0-2 0 0,-1 4 0 0,3 1-80 16,-4 6 33-16,-1 0 32 0,-1 5-6 0,-6 4 285 15,0 2-227-15,-6 2-23 0,1 0 0 0,-4 2 0 16,0 12 0-16,-6 2 0 0,0 11 0 0,2 2 0 15,-3 1 0-15,2 4 0 0,-2-2 0 0,2 5 0 16,1-4 0-16,1-1 0 0,3 1 0 0,2-6 0 16,3-1 0-16,-2-2 0 0,5-9 0 15,-1 3 0-15,4-5 0 0,0-3 0 0,1-3 0 16,2-5 0-16,4-2 0 0,-5 0 0 16,2 0-70-16,7-8-754 0,-5-7 394 0,1-2 195 0,5-8 100 15,-1-6-337-15</inkml:trace>
  <inkml:trace contextRef="#ctx0" brushRef="#br0" timeOffset="121004.48">28117 2317 3439 0,'-12'-7'0'0,"4"3"0"0,3 1 0 0,2-2 0 0,3 0 0 0,0 0 0 0,0-1 0 0,7 2 0 0,12 0 0 0,6 0 0 0,0 2 153 0,0 1 186 15,3-3-339-15,2 1 0 0,-3 2 0 0,5-1 0 16,-4 2 0-16,-3 0 0 0,-2 0-190 0,-4 0-149 0,1 7 184 15,-7 3 96-15,0 2-417 0,-9 0 204 16,-3 3 146-16,-1 0-161 0</inkml:trace>
  <inkml:trace contextRef="#ctx0" brushRef="#br0" timeOffset="121152.55">28250 2449 2523 0,'-22'4'0'0,"3"3"0"0,8-3 0 0,0-2 0 0,3-2 0 0,6 2 0 0,2-2 0 0,0 0 0 0,8 0 0 0,9 0 0 0,5 0 181 16,2 0-72-16,3 0 339 0,1 0-205 0,2 0-93 15,0 0-61-15,2 0-249 0,-2 0 99 0,-2 0 49 16,1 0-633-16,-6 2 351 0,-3-2 161 0,3 0 85 16,1 0-717-16,-4 0 307 0,3 0 212 15</inkml:trace>
  <inkml:trace contextRef="#ctx0" brushRef="#br0" timeOffset="121373.65">28978 2049 2820 0,'-15'-12'0'0,"-2"9"0"0,-2 1 0 0,-3 0 0 0,-8 2 0 0,3 0 0 0,-1 5 0 0,-1 11 0 0,1 4 0 0,2 7 0 0,-1 6 426 0,8 5-195 0,3 1-96 15,7 1 184-15,3 10-319 0,6-6 0 0,0-1 0 16,1-2 0-16,13-1 0 0,2-8 0 16,1 1 0-16,5-1 0 0,1-5 0 0,-3-5 0 15,5-6 0-15,-3-2 0 0,6-3 0 0,-3-5 0 16,-2-6-49-16,2 0-106 0,0 0-745 0,-3-6 422 15,2-9 225-15,-1-3 108 0,-4-3-500 0,-3-5 304 16</inkml:trace>
  <inkml:trace contextRef="#ctx0" brushRef="#br0" timeOffset="121561.16">29176 1996 3438 0,'-3'-15'0'0,"-2"10"0"0,0 0 0 0,2 4 0 0,-3 0 0 0,3 1 0 0,3 0 0 0,-3 1 0 0,3 12 0 0,0 8 0 0,0 1 433 15,3 8-373-15,-1 0-60 0,1 4 0 0,-1 2 0 0,0 3 0 0,-1-2 0 16,-1 4 0-16,0-4 0 0,0-2 0 0,0 1 0 16,0-4 0-16,0-6 0 0,0 1 0 15,0-4 0-15,2-3 0 0,0-3 0 16,-1-6-740-16,4 0 189 0,0-4 261 16,5-6 126-16,-1-1-357 0</inkml:trace>
  <inkml:trace contextRef="#ctx0" brushRef="#br0" timeOffset="121750.25">29431 2385 2962 0,'0'0'0'0,"0"0"0"0,0 0 0 0,1 2 0 0,-1 4 0 0,0 3 0 0,0 5 0 16,0 0 0-16,0 5 0 0,0 0 0 0,-1-1 670 0,-10 3-371 0,0 3-299 0,-1-4 0 0,-4 2 0 0,4-7 0 15,-6 3 0-15,4-3 0 0,-4-1 0 0,1-3 0 16,1-4-80-16,0-1 68 0,5-5-325 15,1-1 187-15,1 0 94 0,5 0-856 0,3-7 437 0,1-5 210 16</inkml:trace>
  <inkml:trace contextRef="#ctx0" brushRef="#br0" timeOffset="121982.88">29694 2049 3931 0,'6'-5'0'0,"1"2"0"0,2-1 0 0,-2 2 0 0,-2 1 0 0,-2 1 0 0,5 0 0 0,-5 0 0 15,1 12 0-15,-2 6 0 0,-2 7 0 0,0 2 0 0,0 2 0 0,0 4 0 0,0 1 0 0,0 2 0 16,0-1 0-16,-2 1 0 0,2-2 0 0,-2-2 0 16,2-1 0-16,0-3 0 0,0-6 0 0,0-2 0 0,0-1 0 15,0-4 0-15,0-5 0 0,0-1 0 0,0-3-602 16,0-5 68-16,0 1 253 0,2-2-299 15,1 0 271-15</inkml:trace>
  <inkml:trace contextRef="#ctx0" brushRef="#br0" timeOffset="122179.45">29932 2428 3739 0,'5'4'0'0,"-1"2"0"0,-1-3 0 0,-1 5 0 0,-2-1 0 0,0 5 0 0,0-2 0 0,0 6 0 0,0 0 0 0,-9 1 0 0,-2 1 192 15,-2 0-192-15,-4 3 0 0,2-6 0 16,-2 2 0-16,-1-2 0 0,1-2 0 0,-1-1 0 0,-2-4 0 16,3 0 0-16,2-2-52 15,2-4-103-15,1 0 97 0,4-2 47 0,3 0-950 0,2 0 422 16,3-11 241-16</inkml:trace>
  <inkml:trace contextRef="#ctx0" brushRef="#br0" timeOffset="122401.11">30154 2141 3808 0,'3'-6'0'0,"-1"4"0"0,-2 2 0 0,5 0 0 0,0 0 0 0,0 0 0 0,0 4 0 0,0 7 0 0,3 4 0 0,0 5 0 0,-2 3 123 16,0 3-123-16,-4-1 0 0,5 7 0 0,-6 0 0 15,1-1 0-15,0 0 0 0,-2-1 0 0,0-5 0 16,0 5 0-16,0-9 0 0,-4-1 0 0,-1-3-186 15,0-2 69-15,2-5 86 0,1-5-718 0,1-1 317 16,-1-4 197-16,0 0 98 16,2 0-175-16,0-5 128 0,0-9 78 0,0-2-395 0,4-8 231 15</inkml:trace>
  <inkml:trace contextRef="#ctx0" brushRef="#br0" timeOffset="122621.03">30462 1930 3288 0,'15'-9'0'0,"-1"5"0"0,-1 2 0 0,0 0 0 0,-1 2 0 0,3 0 0 0,-2 6 0 15,0 8 0-15,-1 8 0 0,4 4 0 0,-2 3 157 0,-2 12 329 0,-1-2-486 0,-1 4 0 0,-3 2 0 0,1 4 0 0,-5-6 0 16,-3 12 0-16,0-4 0 0,0-1 0 16,0-1 0-16,-11-3 0 0,-1-5 0 0,-9 5 0 0,-2-6 0 15,-5-2 0-15,-1-3 0 0,-8-3 0 0,7-2 0 16,-11 3 0-16,4-5 0 0,0-3 0 0,7-4 0 15,-2-2-266-15,2 3-279 0,7-1 259 0</inkml:trace>
  <inkml:trace contextRef="#ctx0" brushRef="#br0" timeOffset="122803.52">30732 2920 3931 0,'0'-1'0'0,"8"1"0"0,1 2 0 0,-1 2 0 0,-5 2 0 0,1 0 0 0,-3 0 0 0,1-3 0 0,0 1 0 0,-2 1 0 0,0-3 0 15,0 1 0-15,0 1 0 0,-4-2 0 0,-3-1 0 16,2-1 0-16,-2 3 0 0,1-2-24 0</inkml:trace>
  <inkml:trace contextRef="#ctx0" brushRef="#br0" timeOffset="127929.86">8539 14704 2583 0,'0'-10'0'0,"0"10"0"0,0 0 0 0,0 0 0 0,0 0 0 0,0 0 0 0,0 0 0 0,0 8 0 0,1 5 0 0,3 5 0 0,1 4 380 0,0 4-162 0,-1 8-95 15,-1 6-43-15,1-1 133 0,-1 3-88 0,-2-1-43 16,0-3 9-16,1 2-55 0,-2-1-36 0,0 0 0 15,0-4 0-15,0-1 0 0,0-2 0 0,0-2-34 16,0-8-31-16,0-1 51 0,-2-4 26 0,1-7-450 16,-3-3 224-16,2-5 54 0,0-2 73 0,-1 0-413 15,3-19 232-15,0-7 114 0,0-4-424 16,0-12 275-16,0-1 133 0,0-2 66 0,-4-4-199 0,1-2 133 16,-4 2 57-16,2 1 33 15,-4 4 0-15,1 11 42 0,-4 3 1 0,3 7 289 16,-2 1-157-16,-1 5-62 0,3 5-35 0,4 3 614 15,-1 2-326-15,6 2-116 0,0-1-94 0,2-2 650 16,15 1-345-16,7-2-171 0,5 2 128 0,4 3-141 16,2 0-85-16,3 3-37 0,0-1 16 0,-1 2-26 15,-4 0-1-15,-1 7-108 0,-4 4 36 16,-5 5 0-16,-7-2 46 0,-2 6-103 16,-7 0 51-16,-3 3 35 0,-4 6-9 0,0-5 50 15,-9 0 0-15,-9 1-62 0,2-5 61 0,-3-3-61 16,-4 2 0-16,6-10 0 0,-2 3 0 0,2-6 0 15,6-1 0-15,0-2 0 0,6-1 0 0,0-2 0 16,3 0 0-16,2 0 0 0,2 0 0 0,12 0 0 16,9 0 0-16,-2 0 0 0,4 0 0 0,0 0 0 15,1 0 0-15,-5 0 0 0,1 5 0 0,1 8 0 16,-7-2 0-16,1 3 0 16,-5 4 0-16,-4 2 0 0,-5 1 0 0,-1 1 0 15,-2 3 0-15,0-3 0 0,-12-3 0 0,-1-1 0 16,-8 7 0-16,1-6 0 0,-2-3 0 0,-3 0 0 15,0-3 0-15,4-3 0 0,-2-3 0 0,-2 1 0 16,4-6 0-16,4 1 0 0,0-3 0 0,7 0 0 16,2 0 0-16,5 0 0 0,1-3 0 0,2-5 0 15,0-4-148-15,13-1-40 16,9-4-773-16,-2 1 461 0,5-1 231 0,3-5 116 0</inkml:trace>
  <inkml:trace contextRef="#ctx0" brushRef="#br0" timeOffset="128163.17">9404 14637 3931 0,'-5'-8'0'0,"-13"2"0"0,-11 4 0 0,1 2 0 0,0 0 0 0,-2 8 0 0,2 7 0 0,-1 6 0 0,3 5 0 0,-2 6 0 0,11-1 0 0,2 4 0 0,6 2 0 0,3 1 0 15,6 5 0-15,0-2 0 0,6-7 0 0,14 7 0 16,-3-3 0-16,6-2 0 0,2-4 0 0,-4-6 0 15,6 2 0-15,-3-3 0 0,3-4 0 0,-3-3 0 16,3-3 0-16,-4-4 0 0,-2-3 0 0,6-5-16 16,-6-3-67-16,4 0-423 0,-4-5 234 0,4-10 117 15,0-6-713-15,0-7 420 0</inkml:trace>
  <inkml:trace contextRef="#ctx0" brushRef="#br0" timeOffset="128311.58">9679 14739 3764 0,'0'-10'0'0,"-2"6"0"0,-1-1 0 0,-3 4 0 0,4 0 0 0,0 1 0 0,2 0 0 0,0 0 0 0,0 0 0 0,0 0 0 0,6 7 167 0,3-1-167 0,1 2 0 0,-1 1 0 15,2 2 0-15,-1-2 0 0,-1 2-643 0,0-1 197 16,-2 1 241-16,2-1 122 16,-6 0-517-16</inkml:trace>
  <inkml:trace contextRef="#ctx0" brushRef="#br0" timeOffset="128455.96">9753 15008 3466 0,'0'13'0'0,"-1"2"0"0,-5-8 0 0,2 2 0 0,1 0 0 0,-1-4 0 0,2 2 0 0,2-2 0 0,0 0 0 0,0 1 0 0,0-1 139 16,2 0 187-16,4-2-326 0,2 3 0 0,-3-2 0 0,1-3 0 16,-1 2 0-16,1 0 0 0,2-1-957 0,-3 2 459 15,-1 0 268-15</inkml:trace>
  <inkml:trace contextRef="#ctx0" brushRef="#br0" timeOffset="135237.4">10845 15050 1084 0,'-2'0'0'0,"2"0"0"0,-1 0 0 0,-1 0 0 0,2 0 0 0,-2 0 0 0,2 0 0 0,-2-2 0 0,0 0 0 0,0 0 0 0,1 1 38 0,-1-2-1 0,0 1 54 0,-1 1-17 16,1 0-10-16,1-2 38 0,-1 1-32 0,0-2 0 16,-2 3-33-16,4-4 38 0,-2 2-10 15,1 0-27-15,-1-4 61 0,2 4-31 0,-2-2 1 16,2-2-23-16,-2 1 36 0,2 1-1 0,0-2-44 0,0-2 1 16,0 3 55-16,0-3-19 15,0-1-9-15,0-1 9 0,0-1-1 0,2 1-35 0,3-2-1 16,1 1 59-16,-1 1-34 0,0 2 0 0,2-1 21 15,-1 1-45-15,-1 2-1 0,2 0 10 0,2-2 49 16,-2 4-30-16,2 0 1 0,0 3-30 16,3-1 24-16,-3 2-14 0,5 1-9 15,-1 0-13-15,-1 0 12 0,2 7 1 0,1 2-1 16,-2 3-35-16,0 1 36 0,1 3 0 0,-2-1 16 16,-1-1-48-16,1 3-6 0,-4 0 0 0,-1 0 0 15,-2 2 0-15,0-1 0 0,-3 4 0 0,-2-4 0 16,0 1 0-16,0-2 0 0,-7 3 0 0,-2 3 0 15,-2-7 0-15,-2 4 0 0,-2-4 0 0,-1 1 0 16,0-4 0-16,-1 1 0 16,-1-3 0-16,0-2 0 0,2 1 0 0,-1-4 0 15,-1-1 0-15,4 0 0 0,-1-3 0 0,3 0 0 16,1-2 0-16,-1 0 0 0,3 0 0 0,4 0 0 16,-1 0 0-16,5 0 0 0,-1-2-184 0,2-5-77 15,0-2 111-15,5-1-455 0,12-3 283 0,0 0 133 16,8-7 81-16,-2 5-235 0,5-5 152 0,1-1 77 15,-1 1 39-15</inkml:trace>
  <inkml:trace contextRef="#ctx0" brushRef="#br0" timeOffset="135455.47">11253 14777 2150 0,'1'-11'0'0,"-1"2"0"0,0 0 0 0,0 3 0 0,-5 3 0 0,-2 1 0 0,-2 2 0 0,-2 0 0 16,1 0 0-16,0 13 0 0,-1 3 192 0,0 7 420 0,2 2-287 0,-1 2-144 0,4 5 290 15,2 2-471-15,4 2 0 0,0-2 0 0,0 0 0 16,4-2 0-16,10-2 0 16,-2-4 0-16,4-4 0 0,4 5 0 0,-3-7 0 15,2-4 0-15,-2 0 0 0,2-3 0 0,-3-3 0 16,2-1 0-16,-4-3-41 0,4-5-101 0,-4-1-663 16,2 0 384-16,0 0 182 0,0-1 105 0,-4-8-510 15,2-5 303-15,-1-1 152 0</inkml:trace>
  <inkml:trace contextRef="#ctx0" brushRef="#br0" timeOffset="135625.17">11475 14956 2618 0,'-10'-9'0'0,"3"3"0"0,1 2 0 0,-1 1 0 0,2 1 0 0,3 0 0 0,2-1 0 0,0 2 0 0,2-1 0 0,14-1 0 0,1 2 158 16,1 1 109-16,3 0-114 0,2 0-49 0,-1 0 68 0,1 0-67 0,0 1-34 15,-3 4 0-15,2-1-379 0,-1-2 182 0,-2 2 78 16,0-1 42-16,-2-1-585 0,-2 0 314 0,-3-2 86 15,0 0 106-15,3 0-619 16,-2 0 333-16,-2-2 167 0</inkml:trace>
  <inkml:trace contextRef="#ctx0" brushRef="#br0" timeOffset="135821.7">11879 14714 2437 0,'0'-12'0'0,"0"3"0"0,0 0 0 0,-2 3 0 0,2 4 0 0,-2 0 0 0,2 1 0 0,0 1 0 0,0 0 0 0,0 1 0 0,0 11 322 0,0 0-143 0,0 5-70 0,2 7 488 15,0-4-310-15,0 10-287 0,-1-3 0 0,1 4 0 16,0-1 0-16,0-2 0 16,0-1 0-16,-1 4 0 0,1-2 0 0,0-3 0 0,0-1 0 15,0-3 0-15,-2 0 0 0,2-1-449 16,-2-2 21-16,0-2 209 0,0-4 28 0,0-1-270 16,0 1 203-16,0-5 114 0,-6 2 54 0</inkml:trace>
  <inkml:trace contextRef="#ctx0" brushRef="#br0" timeOffset="136197.25">10877 15415 2707 0,'-14'-3'0'0,"0"2"0"0,5 1 0 0,1 0 0 0,3-3 0 0,2 3 0 0,3 0 0 0,0 0 0 0,0-1 0 0,16 1 0 0,5-2 255 0,1 2-110 15,6-3-53-15,2 2 350 0,2 1-207 0,3 0-180 16,9 0-55-16,-3 0 0 0,1 0 0 0,-1 0 0 16,12 0 0-16,-7 0 0 0,4 0 0 0,1 0 0 15,4 1 0-15,0 4 0 16,0-4 0-16,-4 3 0 0,2 0 0 0,-2-2 0 15,-2-2 0-15,-6 0 0 0,6 0 0 0,-13 0 0 16,2 0 0-16,-7 0 0 0,0 0 0 0,-10-2 0 16,0-2 0-16,-3 0 0 0,-9 1 0 15,-2-1 0-15,-5 0-127 0,0 0-16 0,-2-2 58 0,0 3-346 16,-11 0 198-16,-2 1 98 16,-2 0 49-16,-5 2-540 0,2 0 300 0,-3 0 144 15,-3 5 73-15</inkml:trace>
  <inkml:trace contextRef="#ctx0" brushRef="#br0" timeOffset="136583.17">11521 15542 2409 0,'0'0'0'0,"-1"2"0"0,-1-2 0 0,0 0 0 0,0 0 0 0,0 0 0 0,2 0 0 0,0 0 0 0,0 2 0 0,0 0 0 0,0 1 470 0,2 3-217 0,0 0-108 16,0 0-54-16,3 4 341 0,-3 0-301 0,2 3-131 15,-2 0 0-15,-1-2 0 0,2 4 0 16,1 2 0-16,-2-2 0 0,-1 2 0 0,1-1 0 0,0 3 0 16,0 1 0-16,-2-2 0 15,2 3 0-15,-2 1 0 0,1 3 0 0,1 0 0 16,0-1 0-16,0 0 0 0,0 1 0 0,0 3 0 16,2-4 0-16,0 1 0 0,-1-2 0 0,1-1 0 15,0 0 0-15,-2-2 0 0,-1-2 0 0,1-3 0 16,0-1 0-16,0-5 0 0,-2 0 0 0,0-2 0 15,0-3 0-15,0 0 0 0,0-2 0 16,0-2 0-16,0 0 0 0,0 0 0 0,0 0 0 0,0 0 0 16,0 0 0-16,0 0 0 15,0 0 0-15,0 0 0 0,0 0 0 0,0 0 0 16,0 0 0-16,0 0 0 0,-2 0 0 0,2 0 0 16,-2 0 0-16,0 0 0 0,2 0 0 0,-1 0-955 15,1 0 446-15,0-2 241 0</inkml:trace>
  <inkml:trace contextRef="#ctx0" brushRef="#br0" timeOffset="137275.61">12467 15155 2631 0,'-12'-6'0'0,"4"5"0"0,5-1 0 0,-1 0 0 0,2 2 0 0,2 0 0 0,0 0 0 0,0 0 0 0,13 0 0 0,4 0 0 0,4 0 241 0,5 0-107 15,-2 0 77-15,3 2-87 0,1-2-44 0,0 2-1 16,-5-1 59-16,3 1-56 0,-4 1-23 15,-1-2-208-15,-2 1 93 0,-4 0 46 16,-4-1 32-16,-1 2-498 0,-4-2 257 0,-3 1 110 16,-1 1 70-16,-2 2-770 0,0 3 377 0,0-1 203 15</inkml:trace>
  <inkml:trace contextRef="#ctx0" brushRef="#br0" timeOffset="137458.11">12528 15456 2458 0,'-17'9'0'0,"6"0"0"0,2-1 0 0,1-2 0 0,4-5 0 0,4 1 0 0,0 0 0 0,2-2 0 0,14 0 0 0,2 0 0 15,5 0 121-15,3 0 290 0,-5 0-187 0,1 0-94 0,2-2-157 0,-1 0 32 16,-2 2 8-16,-3 0 23 0,0 0-499 0,-4 0 250 16,0 0 124-16,-1 0-261 0,-2 2 196 0,2 1 89 15,0-3-108-15</inkml:trace>
  <inkml:trace contextRef="#ctx0" brushRef="#br0" timeOffset="137726.74">13024 15324 3337 0,'0'0'0'0,"0"0"0"0,2 0 0 0,7-4 0 0,7 0 0 0,4-1 0 0,6 1 0 0,4-2 0 0,12 3 0 0,-3-1 0 0,16-2 298 0,-3 1-131 0,4 1-66 0,3 1-73 15,8 0-28-15,-12 1 0 16,10-1 0-16,-4 0 0 0,-8 3 0 0,3 0 0 16,1 0 0-16,-7 0 0 0,-1 0 0 0,-12 0 0 15,2 0 0-15,-5 0 0 0,-4-1 0 0,-5-1-83 16,-2 1-179-16,-7-2 129 0,-4 1-11 0,-3 0-276 16,-5-3 191-16,-3 1 88 0,-1-2 57 0,-1 3-90 15,-10-3 68-15,-5 1 36 0,0-1-1 0,-3-1-307 16,2 0 175-16,-4-1 83 0</inkml:trace>
  <inkml:trace contextRef="#ctx0" brushRef="#br0" timeOffset="137966.4">13103 14772 2645 0,'-4'-12'0'0,"4"11"0"0,0-1 0 0,0 0 0 0,2 1 0 0,8 1 0 0,1 0 0 0,1 0 0 0,2 0 0 0,3 5 0 0,0 4 249 0,0 0-107 15,0 3-52-15,-2 3 47 0,0 0-50 0,-2 0-17 16,0 2-9-16,-4 0-258 0,1 1 117 0,-2-4 57 16,-3-1-197-16,0-2 137 0,-1 1 55 0,2-5 32 15,0 1-657-15,-1-7 227 0,3-1 196 16,-3 0-397-16</inkml:trace>
  <inkml:trace contextRef="#ctx0" brushRef="#br0" timeOffset="138197">13430 14669 2500 0,'0'-3'0'0,"0"3"0"0,0 0 0 0,0 0 0 16,0 0 0-16,0 12 0 0,-4 1 0 0,2 3 0 0,-1 4 0 0,1 7 0 0,-4-2 567 0,2 7-271 0,-3 2-129 0,-1 7-66 0,1-7 132 0,-5 4-166 15,3-1-67-15,0-1 0 0,-3-1 0 0,3-2 0 16,0-1 0-16,1-6 0 16,2-1 0-16,1-2 0 0,1-2 0 0,0-4 0 15,4-2 0-15,0-3-8 0,0-5-650 0,0-1 271 16,0-5 183-16,0-1 46 0,8 0-476 0,1-1 298 16,3-12 141-16,0-8-155 0,-3 1 157 0</inkml:trace>
  <inkml:trace contextRef="#ctx0" brushRef="#br0" timeOffset="138362.49">13499 14909 2211 0,'5'-2'0'0,"0"0"0"0,-1 2 0 0,-1 0 0 0,3-1 0 0,1 1 0 0,3 0 0 0,1 0 0 0,0 0 0 0,5 0 0 0,-4 0 166 16,0 0 138-16,3 0-138 0,-2 1-66 0,0 3-31 15,0 2-279-15,-1-3 123 0,-3 0 70 0,0 2-243 16,3-1 148-16,-3-2 74 0,4-2 37 15,-3 0-626-15,2 0 224 0</inkml:trace>
  <inkml:trace contextRef="#ctx0" brushRef="#br0" timeOffset="138724.01">13853 14742 1936 0,'-2'-8'0'0,"0"5"0"0,2-1 0 0,0 0 0 0,0 0 0 0,5 3 0 0,8-2 0 0,3 2 0 0,2-1 0 0,3 2 0 0,5 0 90 0,-1 0 266 0,-5 0-151 15,8 3-89-15,-9 5 127 0,4 3-104 0,-6 0-51 16,0 4-26-16,-6 2 38 16,-6 4-36-16,-3 1 0 0,-2 3-28 0,0 0-15 15,-14 1 15-15,-6-1 9 0,0 1 0 0,-2-2-9 16,-5-3 0-16,2-2 0 0,-1-3 89 0,6-5-73 16,-8 5-52-16,10-5 0 0,0-2 0 0,3-1 0 15,6-3 0-15,1-1 0 0,2-1 0 0,4 2 0 16,2-2 0-16,0 3 0 0,0-2 0 15,10 0 0-15,5-1 0 0,4 1 0 0,-1 0 0 16,3 0 0-16,6-1 0 0,-8 0 0 16,10-2 0-16,-3 0 0 0,-1 2 0 0,-1-1 0 15,1 0 0-15,-5-2 0 0,3 0 0 0,-4 0 0 16,-3 0 0-16,0 0 0 0,-7 0 0 0,-2 0 0 16,-1 0 0-16,-2 0 0 0,-2 0 0 0,0 0 0 15,-2 0-359-15,0 0 33 0,0 0 150 0,0 0 69 16,-2 0-700-16,-4 0 386 0</inkml:trace>
  <inkml:trace contextRef="#ctx0" brushRef="#br0" timeOffset="139324.94">13674 15504 3181 0,'-2'-10'0'0,"-1"9"0"0,1-1 0 0,0-1 0 16,0 1 0-16,2-1 0 0,0 3 0 0,0 0 0 0,0 0 0 0,0 5 0 0,0 6 120 0,2 3 219 0,2 4-151 0,1 0-85 0,0 7-103 0,1 3 0 16,0-1 0-16,-2 0 0 0,0 1 0 0,-3-1 0 15,1 7 0-15,0-7 0 16,0 2 0-16,0-3 0 0,-2-3 0 0,0-1 0 0,0-1 0 15,0-2 0-15,0-4 0 0,0-4 0 0,0 0 0 16,0-3 0-16,0-4 0 0,0-1 0 0,-2 0 0 16,2-3 0-16,-2 0 0 0,2 0 0 0,-2 0 0 15,0 0 0-15,2 0 0 0,-1 0 0 0,1 0 0 16,0 0-268-16,0 0-160 16,0-3 196-16,0 2 97 0,0-1-827 0,3-2 462 15</inkml:trace>
  <inkml:trace contextRef="#ctx0" brushRef="#br0" timeOffset="139860.77">14611 15190 2791 0,'-6'-1'0'0,"1"1"0"0,1 0 0 0,1 0 0 0,1 0 0 0,2 0 0 15,0 0 0-15,0 0 0 0,5 0 0 0,13 0 0 0,5 0 184 0,2 0-74 0,3 0 219 16,-1 0-147-16,1 0-73 0,-4 0-28 0,7 0-76 0,-11 0 31 16,4 0 0-16,-5 0-350 0,0 0 175 15,-6 0 96-15,0 0 35 0,-6 0-250 0,1 0 147 0,-6 0 74 16,0 0-762-16,-2 6 373 0,0 3 199 0,0 2 96 15</inkml:trace>
  <inkml:trace contextRef="#ctx0" brushRef="#br0" timeOffset="140036.14">14681 15501 2649 0,'-10'11'0'0,"3"0"0"0,1-1 0 0,3-4 0 0,1 1 0 0,2-4 0 0,0-1 0 0,0 1 0 0,9-2 0 0,8-1 0 0,1 0 309 0,3 0-127 0,2 0 107 0,-1 0-126 15,1 0-64-15,0 0-32 0,-2 0-108 0,-3 0 47 16,1 0-9-16,-3 0 39 0,2 0-516 0,-4-1 258 16,-2 1 129-16,1 0-708 0,1-3 401 0,-4 3 93 15,5-3 135-15</inkml:trace>
  <inkml:trace contextRef="#ctx0" brushRef="#br0" timeOffset="140458.87">15423 14845 2313 0,'0'-9'0'0,"0"5"0"0,5-2 0 0,3 0 0 0,-1 1 0 0,5 0 0 0,0 0 0 0,4 0 0 0,2-1 0 0,7 1 0 0,-1-1 144 16,-1 2 147-16,9 0-132 0,0 1-61 15,0 1-32-15,2 0 102 0,-2 0-67 0,-6 2-23 0,6 0-9 16,-9 0-6-16,-2 0 0 0,0 8-27 16,-6-1 44-16,-3 5 10 0,-5-1-54 0,-3 4 40 15,-2 0-76-15,-2 3 0 0,0 6 0 0,-13-3 0 16,-4 3 0-16,-3 3 0 0,-5 0 0 16,-1 0 0-16,-6 4 0 0,5-6 0 0,-1 3 0 15,1-2 0-15,3-4 0 0,4 1 0 0,6-6 0 16,1-1 0-16,6-1 0 0,2-4 0 0,2-1 0 15,3 0 0-15,0-3 0 0,0 0 0 0,10-1 0 16,3-1 0-16,4-4 0 0,1 1 0 16,3-2 0-16,2 0 0 0,-3 0 0 0,3 0 0 0,-2 0 0 15,-1 0 0-15,-1 0 0 0,-2-2 0 16,-2 1 0-16,-1 1 0 0,-7 0 0 16,2 0-143-16,-5 0 6 0,-1 0-670 0,-1 0 390 15,-2 0 191-15,0 0 95 0,0 0-567 0</inkml:trace>
  <inkml:trace contextRef="#ctx0" brushRef="#br0" timeOffset="140658.12">15602 15023 3428 0,'-21'0'0'0,"3"0"0"0,7 0 0 0,0 0 0 0,5 3 0 16,2-3 0-16,4 0 0 0,0 0 0 0,7 3 0 0,9 1 0 0,7 0 110 0,3 2-27 0,6-3 227 0,0 1-310 0,4 1 0 0,-3-1 0 15,1 2 0-15,-6 0 0 0,6-1 0 0,-8 1 0 16,-5-1 0-16,1 1-23 0,-3 0 12 0,-2-1-778 16,-5 0 350-16,-3 2 223 15,-4 0-362-15,-1-1 272 0,-4 2 134 0</inkml:trace>
  <inkml:trace contextRef="#ctx0" brushRef="#br0" timeOffset="140936.19">15272 15473 3556 0,'-10'0'0'0,"3"0"0"0,4 0 0 0,1 1 0 0,2-1 0 0,0 0 0 0,9 0 0 0,12 0 0 0,7 0 0 0,4 0 0 0,9 0 375 0,3-1-375 15,0 0 0-15,4-3 0 0,-2 2 0 0,5 1 0 16,0-1 0-16,1 2 0 0,-3 0 0 0,1 0 0 15,-11 0 0-15,9 0 0 0,-14 0 0 0,4 0 0 16,-4 0 0-16,-6 0 0 0,-6 0 0 16,1 0 0-16,-8 0 0 0,-4 0 0 0,-4 0 0 0,-5 0 0 15,0 0-702-15,-2 0 308 0,-2 2 179 16,-10 1-446-16,-1 2 312 0,-3 0 157 16,-1-1 69-16</inkml:trace>
  <inkml:trace contextRef="#ctx0" brushRef="#br0" timeOffset="141242.03">15776 15582 3231 0,'-4'2'0'0,"0"3"0"0,1-1 0 0,-1-3 0 15,0 4 0-15,3-4 0 0,-1 3 0 0,2 1 0 0,0 2 0 0,0 3 0 0,0 3 225 0,0 3 229 0,2 1-433 0,1 1-21 0,-1 5 0 0,2 3 0 16,-3 0 0-16,1 0 0 0,0 1 0 0,0 1 0 15,0-2 0-15,0 3 0 0,-1-3 0 0,3-2 0 16,-2-2 0-16,1 2 0 0,-2-2 0 0,1-2 0 16,0 0 0-16,-2-4 0 0,0-2 0 0,0 2 0 15,0-6 0-15,0 0 0 16,0-4 0-16,0 0 0 0,0-2 0 0,0-2 0 0,0 0 0 16,0-2 0-16,0 0 0 0,0 0 0 15,0 0 0-15,0 0 0 0,0 0 0 0,0 0 0 16,0 0 0-16,0 0 0 0,-2 0 0 0,0-2 0 15,1-1 0-15,-4-3-425 0,3 3-87 0</inkml:trace>
  <inkml:trace contextRef="#ctx0" brushRef="#br0" timeOffset="146386.51">17931 14975 1801 0,'0'-19'0'0,"2"-1"0"0,0-5 0 0,3 0 0 0,-4 3 0 0,1-1 0 0,0 1 0 0,-2 5 0 0,0 1 0 0,0 0 0 0,0 3 102 0,-8 1-24 0,-3 6-9 0,-2-2 28 0,-4 6-31 16,0 0 0-16,-4 2 131 16,0 0-72-16,-7 2-49 0,6 8 0 0,-4 1 117 0,1 2-79 15,2-1-39-15,7 2 153 0,1-1-101 0,5-5-46 16,3 2-22-16,3 1 62 0,4 1-42 16,0 0 8-16,0 1-73 0,8-2-17 15,6 0 6-15,2 3-3 0,0-3-5 0,2 0 10 16,-2 0-5-16,0 0 0 0,-4 1 0 0,-2 0 0 15,-2 0 0-15,-5 4 0 0,-1-1 0 0,-2 3 0 16,0 1 0-16,0 3 0 0,-9 1 0 0,1-4 0 16,-1 2 0-16,1 1 0 0,-4 3 0 0,7 1 0 15,3-2 0-15,0-2 0 0,2 8 0 0,0-3 0 16,0 1 0-16,2-3 0 0,5 4 0 0,2-4 0 16,0 7 0-16,-2-2 0 15,-2 0 0-15,2 0 0 0,-5 3 0 0,0 1 0 16,-2 2 0-16,0 2 0 0,0-2 0 0,0-3 0 15,-2 5 0-15,-2-1 0 0,-1 8 0 0,4-5 0 16,-1 2 0-16,2 3 0 0,0-10 0 0,0 15 0 16,0-4 0-16,2-3 0 0,-1 0 0 0,8-2 0 15,-6-3 0-15,1-1 0 0,0 1 0 0,-1-1 0 16,-1 0 0-16,-2-4 0 0,0 1 0 0,0-1 0 16,0-1 0-16,0-2 0 0,-2-1 0 15,-1-7 0-15,-1 1 0 0,2-4 0 16,0-2 0-16,1-6 0 0,-1 0 0 0,2-3 0 15,0-3 0-15,0-1 0 0,0-1 0 0,0 0 0 16,0-3-21-16,2 0-90 0,1 0-1040 0,4 0 563 16</inkml:trace>
  <inkml:trace contextRef="#ctx0" brushRef="#br0" timeOffset="147319.37">18386 15044 1350 0,'-5'-6'0'0,"-3"-1"0"0,2-1 0 0,2 1 0 0,1-1 0 0,3 0 0 0,0-5 0 0,0 3 0 0,0-2 0 0,0-1 0 0,7 0 175 0,5 1-70 0,-1 0-26 0,4 2 143 15,0 1-93-15,2 1-47 0,-1 6-22 0,4-2 192 16,-2 4-99-16,1 0-63 0,2 4 173 0,-1 7-114 16,-3 1-56-16,4 5-29 0,-6 2 41 0,0 2-39 15,-2 2 0-15,-4 3 64 0,-3-8-48 0,-2 4-22 16,-2 1 8-16,-2-2 20 0,0-1-88 0,0 0 0 16,-14 1 0-16,0 1 0 15,-2-7 0-15,-6 3 0 0,1-3 0 0,-1 0 0 16,-1-4 0-16,-3-2 0 0,5-1 0 0,-1-2 0 15,-1-1 0-15,3-3 0 0,-1 0 0 0,3-2 0 16,6 0 0-16,-1 0 0 0,3 0 0 0,1 0 0 16,3 0 0-16,3 0 0 0,1-2-14 0,2-3-103 15,0 0-364-15,0-3 223 0,2 1 111 0,9-4 56 16,2 2-501-16,4 0 282 0,6-3 138 0,1 2-185 16,2-3 160-16,2-2 81 0</inkml:trace>
  <inkml:trace contextRef="#ctx0" brushRef="#br0" timeOffset="147582.62">18811 14800 2065 0,'0'-11'0'0,"0"3"0"0,-2 1 0 0,-2 1 0 0,-2 3 0 0,-1 1 0 0,-1 2 0 0,-1 0 0 0,-1 0 0 0,1 12 0 0,-2 9 92 15,-1-2 306-15,1 9-186 0,0 0-88 0,3 5 283 16,1-1-186-16,1-2-93 0,6 4-37 0,0-3 96 15,0-1-181-15,0-2-6 0,4-4 0 0,3 0 0 16,7 2 0-16,-1-5 0 0,0-3 0 0,-2 0 0 16,2 1 0-16,1-3 0 0,-1-3 0 0,0 0 0 15,0-4 0-15,-2 1 0 0,1-5-28 0,-1 1-44 16,1-2-17-16,-3-3-600 0,3-1 327 0,-4 0 162 16,5 0 83-16,-4 0-253 15,3 0 172-15,3-5 81 0,-4-6-473 0</inkml:trace>
  <inkml:trace contextRef="#ctx0" brushRef="#br0" timeOffset="147838.31">19039 15083 1881 0,'0'0'0'0,"-1"0"0"0,-1 0 0 0,-2 0 0 0,2 0 0 0,1 0 0 0,-1 0 0 0,2 3 0 0,0 4 0 0,0 4 0 0,0 3 458 0,0 1-202 15,0 1-115-15,0 3 343 0,0 2-223 0,0 0-113 16,2 1-57-16,-2 1 120 0,1-2-211 0,-1-2 0 15,0 2 0-15,0 0 0 0,0-2 0 0,0-3 0 16,0-1 0-16,0-1 0 0,0-4 0 0,0-1 0 16,0-2 0-16,0-1 0 0,0-5 0 0,0 2 0 15,0-2 0-15,0-1 0 0,0 0 0 0,0 0-426 16,0 0 121-16,0 0 134 16,0 0-173-16,0 0 155 0,2-5 76 0,4-5 30 15,1-2-461-15,1-4 254 0,1 0 127 0,0-5-367 16</inkml:trace>
  <inkml:trace contextRef="#ctx0" brushRef="#br0" timeOffset="148038.73">19214 15038 2675 0,'0'0'0'0,"0"0"0"0,0 0 0 0,-1 0 0 0,1-1 0 0,0 0 0 0,0 1 0 0,5-3 0 0,4 3 0 0,3 0 0 0,-1 0 268 16,2 0-106-16,0 0-68 0,2 0 114 0,0 3-86 15,0-2-43-15,1 2 8 0,-2 0-16 0,2-2-10 16,-4 3-25-16,2-2-312 0,-1 0 157 0,-4 0 76 16,-1 2 49-16,-1-3-653 0,-1 1 338 0,-2 0 73 15,-1 1-553-15,-1 4 377 0</inkml:trace>
  <inkml:trace contextRef="#ctx0" brushRef="#br0" timeOffset="148228.77">19303 15223 2242 0,'-12'6'0'0,"5"-1"0"0,-1 0 0 0,3-3 0 15,3 0 0-15,2 2 0 0,0-2 0 0,0-1 0 0,4 4 0 0,8-4 0 0,2 1 72 0,3 1 376 0,-2-2-207 0,1-1-102 0,0 2-43 0,-1-2 162 16,0 0-111-16,0 0-56 0,-2 0-219 16,-2 0 82-16,0 0 50 0,1 0-518 15,-3 1 275-15,0-1 137 0,1 3 69 0,-2-3-359 16,1 2 113-16,0-2 134 0,1 0-21 0,-3 0-439 15</inkml:trace>
  <inkml:trace contextRef="#ctx0" brushRef="#br0" timeOffset="148479.61">19776 14915 3177 0,'-2'-2'0'0,"2"0"0"0,-2 2 0 0,0 0 0 0,1 0 0 0,1 0 0 0,0 0 0 0,0 0 0 0,0 9 0 0,0 7 0 0,1 0 328 0,1 7-146 16,0 2-74-16,0 2 28 0,0 4-136 0,-1-2 0 16,1 3 0-16,0 0 0 0,0 0 0 0,1-2 0 15,-1-2 0-15,-1-4 0 0,1 6 0 0,0-9 0 16,2 2 0-16,-1-4 0 16,1-5 0-16,0-2 0 0,-1-3 0 0,4-1 0 0,-2-4 0 15,0-2-708-15,3-2 222 0,1 0 216 0,1-6-211 16,-1-8 222-16,0-1 112 0,3-11 56 0</inkml:trace>
  <inkml:trace contextRef="#ctx0" brushRef="#br0" timeOffset="148654.46">19949 15087 2041 0,'0'-1'0'0,"0"-2"0"0,0 3 0 0,0 0 0 0,2 0 0 0,7 0 0 0,-2 0 0 0,7 0 0 0,0 0 0 0,6 4 0 0,4-2 565 15,0 2-265-15,0 0-132 16,-1-2-57-16,7 1 281 0,-3-1-178 0,-1 2-89 0,1-3-242 0,-2 2 76 15,-4-2 48-15,0 2-10 16,-3-1-519-16,-2-1 279 0,-5 1 140 0,-1 0-266 16,-5-2 129-16,-1 0 122 0,-2 0-96 0,0 0-394 15,-2 0 286-15</inkml:trace>
  <inkml:trace contextRef="#ctx0" brushRef="#br0" timeOffset="148852.78">20285 14920 2083 0,'-10'-5'0'0,"1"3"0"0,2 0 0 0,1 0 0 0,0 2 0 0,0 0 0 0,5 0 0 0,-1 0 0 0,2 9 0 0,0 7 0 0,0 1 632 0,0 1-290 16,0 8-157-16,0-1-75 0,0 3 465 0,0 0-571 15,0 3-4-15,0-7 0 0,0 8 0 0,0-6 0 16,0 0 0-16,0-5 0 0,0 1 0 0,0-1 0 16,0-5 0-16,0 0 0 0,0-7 0 0,0-1 0 15,3-2-815-15,3-3 292 0,2-3 249 0,3 0 119 16,2-1-569-16</inkml:trace>
  <inkml:trace contextRef="#ctx0" brushRef="#br0" timeOffset="149025.24">20420 15018 2577 0,'0'-2'0'0,"0"1"0"0,4-2 0 0,3 2 0 0,3-2 0 0,5 2 0 0,6 1 0 0,3-2 0 0,3 2 0 0,3 0 0 0,-1 0 251 0,1 0-98 0,3 0-1 0,-4 3-58 16,-1 1-29-16,-1 0 0 0,-1 0-258 0,-7-1 123 31,1 1 49-31,-2 0-476 0,-8 1 266 0,-1-4 134 16,-2 0 66-16,-5 1-620 0,0-2 315 0,-2 0 132 0,0 0-239 0,0 0 204 15</inkml:trace>
  <inkml:trace contextRef="#ctx0" brushRef="#br0" timeOffset="149212.32">20767 14866 2505 0,'-5'-4'0'0,"-2"3"0"0,1 1 0 0,-2 0 0 0,1 0 0 0,1 9 0 0,-1 2 0 0,1 4 0 0,0 4 0 0,1 7 0 0,-1 2 104 0,1 5 286 0,-1 3-168 16,4 2-97-16,1-1 452 0,1 1-569 0,0-2-8 15,1-3 0-15,8-3 0 0,4-1 0 0,3-4 0 16,2-5 0-16,1-5 0 0,0-3 0 0,1-3 0 16,3-6 0-16,-2-1-164 0,-1-2 78 0,1 0 60 15,-2 0-495-15,-2-2 137 0,-2 0 177 0</inkml:trace>
  <inkml:trace contextRef="#ctx0" brushRef="#br0" timeOffset="158691.28">18213 15643 3234 0,'0'-2'0'0,"2"2"0"0,6 0 0 0,3 0 0 0,0 4 0 0,2 5 0 0,4-3 0 0,0 4 0 16,1-1 0-16,0 5 0 0,1-3 191 0,1 1-79 0,1 2 44 0,-4-1-56 0,0 2-29 0,-2-1-243 16,-4-2 118-16,-2 1 42 0,-2-5 28 0,-2 2-507 15,-1-5 267-15,-3-1 133 0,1-2-327 0,-2-2 212 16,2 0 5-16,0-2 88 16,0-7-472-16,3-9 261 0,1-3 146 0</inkml:trace>
  <inkml:trace contextRef="#ctx0" brushRef="#br0" timeOffset="158929.94">18604 15533 2272 0,'2'-8'0'0,"-1"5"0"0,1 0 0 0,-2 2 0 0,0-1 0 16,0 2 0-16,0 0 0 0,0 0 0 0,0 3 0 0,0 11 0 0,0-1 123 0,-2 5 455 0,-3 5-268 0,-2 2-134 0,-1 1 296 0,-3 4-472 16,0 2 0-16,-3 2 0 0,1-2 0 0,-2 4 0 15,0 0 0-15,0 1 0 0,0-2 0 0,1 3 0 16,-2-3 0-16,1-1 0 0,2 0 0 0,0-5 0 15,3-4 0-15,-1 4 0 0,2-11 0 16,2 0 0-16,0-2 0 0,4-7 0 16,-1-2 0-16,4 0 0 0,-2-5-399 0,2-2-17 15,0 0 187-15,0 0-252 0,2 0 208 0,7-10 121 16,5-1 54-16,-3-4-529 0</inkml:trace>
  <inkml:trace contextRef="#ctx0" brushRef="#br0" timeOffset="159141.51">18713 15902 3785 0,'2'0'0'0,"0"0"0"0,-2 0 0 0,0 0 0 0,0 10 0 0,0 1 0 0,0 4 0 0,0 2 0 0,2 4 0 0,-1 0 0 0,1 5 146 0,0-6-146 16,0 4 0-16,0-2 0 0,0 4 0 0,1-7 0 0,-1 2 0 15,0-3 0-15,0-1 0 0,0-5 0 0,0 4 0 16,-2-7 0-16,0-2 0 0,0 1 0 0,0-4 0 15,0-2 0-15,0-2-62 16,0 0-395-16,0 0 221 0,2 0 24 0,0 0-644 16,3-12 412-16,3-4 201 0</inkml:trace>
  <inkml:trace contextRef="#ctx0" brushRef="#br0" timeOffset="159308.97">18955 15846 3372 0,'6'-2'0'0,"1"0"0"0,-1 2 0 0,1-2 0 0,3 0 0 0,3 2 0 0,1-1 0 0,2 1 0 0,3 0 0 0,1 0 0 0,1 0 353 0,2 0-155 0,-1 0-190 15,-1 0-8-15,2 0-221 0,-5 0 31 0,-1 0 115 16,-1 0 59-16,-5 1-883 0,-2 5 463 0,-2 2 233 16</inkml:trace>
  <inkml:trace contextRef="#ctx0" brushRef="#br0" timeOffset="159491.23">19130 16019 3344 0,'-13'5'-1'0,"-1"1"1"0,5-2 0 0,2 0 0 16,1-3 0-16,2-1 0 0,4 2 0 0,0 0 0 0,0 0 0 0,8 2 0 0,5-1 140 0,2-1 308 0,5 3-448 0,-1-2 0 0,1 2 0 0,-2-4 0 16,1 3 0-16,-3-1 0 0,0 1 0 0,-3 0 0 15,0-3 0-15,-4 2 0 0,-1-3 0 0,1 1 0 16,-3 4 0-16,0-4 0 0,-5 0 0 0,1 4 0 15,0 0 0-15,-2 1-1187 0</inkml:trace>
  <inkml:trace contextRef="#ctx0" brushRef="#br0" timeOffset="160207.04">19622 15993 1789 0,'-17'-20'0'0,"2"5"0"0,2 3 0 0,1-1 0 0,3-4 0 0,2 2 0 0,1-4 0 0,2 2 0 0,4 0 0 0,0 0 0 0,8 2 399 0,8 4-179 0,7-3-89 16,0 7-45-16,2 3 135 0,7 0-95 0,-1 4-43 15,3 0 1-15,-4 0 218 16,0 11-130-16,0 4-54 0,-6 5 82 0,-1 0-200 0,-4 3 0 16,-4-1 0-16,-8 4 0 0,-3-2 0 0,-4 6 0 15,0-3 0-15,-8 2 0 0,-10 0 0 16,-3-1 0-16,-4-3 0 0,-1-2 0 16,1-2 0-16,-2-5 0 0,1-2 0 0,-1-3 0 15,8-4 0-15,1-3 0 0,-1 0 0 0,8-3 0 16,2-1 0-16,0 0 0 0,6 0 0 0,1 0 0 15,2 0 0-15,0 0 0 0,0 0 0 0,11 3 0 16,6-1 0-16,2-2 0 0,3 0 0 0,3 0 0 16,1 0 0-16,1 0 0 0,-3 1 0 0,5-1 0 15,-2 0 0-15,-1 3 0 16,1-3 0-16,-1 0 0 0,-1 0 0 0,3 0 0 0,-3 0 0 16,-2 0 0-16,2 0 0 0,0-4 0 15,-6-5-1120-15,3 1 497 0,-5-7 291 0</inkml:trace>
  <inkml:trace contextRef="#ctx0" brushRef="#br0" timeOffset="160381.2">20169 15934 3486 0,'0'-3'0'0,"0"1"0"0,0 0 0 0,0 0 0 0,1 0 0 0,7 1 0 0,7-2 0 0,3 2 0 0,9-4 0 0,-1 4 0 0,1-1 126 0,3-1-41 0,-4 3 149 15,-2 0-234-15,0 0 0 0,1 0 0 0,-2 0 0 16,-3 0 0-16,-3 0 0 0,-1 0 0 0,-7 0-223 15,0 3 103-15,-2 0-823 0,-3 0 464 0,-1-3 152 16,-1 2 147-16,-2-2-504 0</inkml:trace>
  <inkml:trace contextRef="#ctx0" brushRef="#br0" timeOffset="160559.69">20439 15730 2373 0,'-12'-11'0'0,"5"5"0"0,-2-1 0 0,2 6 0 15,0 0 0-15,2 1 0 0,3 0 0 0,2 0 0 0,0 2 0 0,0 12 0 0,0 3 122 0,0 2 549 0,0 5-315 0,2 5-157 0,0-1-68 16,-2 3-52-16,0 3-79 0,0 1 0 16,0-4 0-16,0 2 0 0,0-5 0 15,0 3 0-15,0-8 0 0,0-1-136 0,1-2 7 16,8-4-892-16,-4-7 435 0,4 1 281 0,2-7 107 16</inkml:trace>
  <inkml:trace contextRef="#ctx0" brushRef="#br0" timeOffset="160749.24">20569 15826 2822 0,'0'-6'0'0,"2"4"0"0,1 0 0 0,4 1 0 0,5-2 0 0,1 2 0 0,6 1 0 0,3 0 0 0,3 0 0 0,-3 0 0 0,9 0 126 0,-5 0 199 16,0 0-142-16,3 0-71 0,-4 0-351 0,-2 0 151 15,0 0 60-15,0 0 34 0,-7 0-596 0,1 0 316 16,-4 0 158-16,-4 0 89 0,1 0-309 0,-4-2 62 15,-1-1 130-15,-1-2-446 0,-3-6 274 0,1-3 127 16</inkml:trace>
  <inkml:trace contextRef="#ctx0" brushRef="#br0" timeOffset="160907.71">20965 15620 2077 0,'-10'-13'0'0,"1"5"0"0,2 6 0 0,-7-1 0 0,3 3 0 0,-2 0 0 0,0 8 0 0,2 6 0 0,-3 8 0 0,3 6 0 0,2 1 112 0,2 7 591 0,0 5-331 0,5 2-166 16,2-6 255-16,0 10-461 0,4-6 0 0,10-2 0 15,0-6 0-15,4 0 0 0,0-5 0 0,3-6 0 16,-2-2 0-16,-3-7 0 0,2-4 0 0,-2-1 0 16,-4-4-22-16,1-3-162 0,-3-1 113 0,-1 0-1039 15,-2 0 534-15</inkml:trace>
  <inkml:trace contextRef="#ctx0" brushRef="#br0" timeOffset="161598.7">18547 16432 1987 0,'0'-2'0'0,"-2"0"0"0,2-3 0 0,0 1 0 0,0-2 0 0,4 0 0 0,8 3 0 15,1 0 0-15,2-1 0 0,2 0 0 0,4 2 302 0,5-1-130 0,-2 3-54 0,6 0 37 0,0 0-56 16,-4 0-28-16,3 0-1 0,-8 0 71 0,0 6-40 16,-3 2-9-16,-3-1-50 15,-6-1 56-15,0 5-28 0,-5-1 0 0,-4 3 54 0,0 1-46 16,-2 7 0-16,-10 2-35 0,-9 4-23 16,-4 7-20-16,1-8 0 0,-6 9 0 0,2-5 0 15,5-3 0-15,-3 1 0 0,3 0 0 0,7-8 0 16,-2 4 0-16,5-4 0 0,6-3 0 0,4-2 0 15,0-2 0-15,3-3 0 0,0 1 0 0,10-6 0 16,6-1 0-16,9-2 0 0,1-2 0 0,2 0 0 16,3 0 0-16,0-4 0 0,0-6 0 0,-3 2 0 15,-2-2 0-15,-8 2 0 16,2 1 0-16,-6 1 0 0,-2 0 0 0,-3 2 0 16,-2 1 0-16,-3 1-138 0,-2 0-253 0,0 2 175 15,-2-1-247-15,0 1-68 0,0 0 233 0,-4 0 134 16,-7-2-474-16,-2-6 298 0</inkml:trace>
  <inkml:trace contextRef="#ctx0" brushRef="#br0" timeOffset="161768.17">18634 16615 2700 0,'-16'-3'0'0,"2"3"0"0,3 0 0 0,3 0 0 0,4 0 0 0,0 0 0 0,4 0 0 0,0 0 0 0,10 0 0 0,7 0 0 0,7 0 295 0,-1 0-127 0,-1 0-52 0,8 0 378 16,-2 4-336-16,-1 2-158 0,-1-1 0 0,1-2 0 15,-3 3 0-15,6 2 0 0,-4-2-46 0,-2-2-178 16,3 1 134-16,-2-1 66 0,-1 0-919 0,4 1 470 16,-2-3 119-16</inkml:trace>
  <inkml:trace contextRef="#ctx0" brushRef="#br0" timeOffset="161972.71">19235 16704 2895 0,'-6'6'0'0,"1"4"0"0,1-1 0 0,2 0 0 0,0 2 0 0,2 1 0 0,0 2 0 0,0 2 0 0,2 0 0 0,0 3 0 0,2 0 571 0,-1 0-264 0,-1 2-149 0,0-4-158 15,1 1 0-15,-2-3 0 16,-1 0 0-16,0-2 0 0,0-3 0 0,0 0 0 16,0-1 0-16,0-6-134 0,0 1-118 0,2-1 147 15,0-3-337-15,0 0 233 0,2 0-4 0,5 0 102 16,0-1-656-16,4-10 362 0</inkml:trace>
  <inkml:trace contextRef="#ctx0" brushRef="#br0" timeOffset="162149.93">19519 16594 3315 0,'2'-4'0'0,"-1"0"0"0,7 2 0 0,-1 1 0 0,5-2 0 0,1 2 0 0,2-2 0 0,2 2 0 0,2 1 0 0,2-2 0 0,-1 2 220 15,1 0-95-15,1 0-42 0,-2 0-90 0,0 0 1 16,-2 0 49-16,-1 0 10 0,-1 2-483 0,-4 2 236 16,-2 0 118-16,1 1-745 0,-3 2 429 0</inkml:trace>
  <inkml:trace contextRef="#ctx0" brushRef="#br0" timeOffset="162331.97">19624 16787 3302 0,'-9'4'0'15,"3"2"0"-15,4-2 0 0,2-4 0 0,0 1 0 0,0-1 0 0,11 0 0 0,7 0 0 0,0 0 0 0,3 0 0 0,1 0 130 0,-2 0 95 0,1 0-91 16,2 0-46-16,-5 0-36 0,2 0-183 0,-4 2 79 16,1-2 32-16,1 0-577 0,0 0 320 0,-1 0 159 15,3 0 81-15,1 0-915 0</inkml:trace>
  <inkml:trace contextRef="#ctx0" brushRef="#br0" timeOffset="162543.25">20169 16605 3020 0,'-2'0'0'0,"2"0"-1"0,0 0 0 0,0-3 0 0,0 3 0 0,2-1 1 0,10 1-1 0,4-2 1 0,4 2 0 0,4 0 0 0,-1 0 565 0,2 0-261 0,0 0-257 0,-4 0-47 15,8 3 0-15,-8-3 0 0,1 3 0 0,-2-2 0 16,0 2 0-16,-4-3 0 0,-1 0 0 0,0 0-500 16,-5 0 226-16,1 0 158 0,-2 0 50 0,-1 0-500 15,-2 0 268-15,-1-3 127 0,1-5-455 0,-3-4 291 16</inkml:trace>
  <inkml:trace contextRef="#ctx0" brushRef="#br0" timeOffset="162739.87">20496 16383 2623 0,'-14'0'-1'0,"3"0"0"0,-3 3 0 0,4 8 1 0,0 1-1 0,-1 3 1 0,1 6 0 0,5 3 0 0,-2 5 0 0,-2 3 0 0,4 3 405 0,1 2-172 15,3 9-100-15,1-7 408 0,0-3-541 0,0 2 0 16,9-2 0-16,8-5 0 0,1-2 0 0,5-7 0 16,3-3 0-16,5-8 0 0,-1-3 0 0,2-5 0 15,-1-3 0-15,3 0 0 0,-2-7 0 16,-2-7 0-16,-2 2 0 0,-5-2 0 15,5-2-40-15,-4 0-1087 0,-1-1 542 0</inkml:trace>
  <inkml:trace contextRef="#ctx0" brushRef="#br0" timeOffset="162876.76">21153 16773 3931 0,'-4'0'0'0,"4"0"0"0,0 0 0 0,0 0 0 0,0 0 0 0,0-1 0 0,0-3 0 0,0-2 0 0,0 1 0 0,2-1 0 0,7-1 0 0,0 1 0 16,-1 3-43-16,0 0-69 0</inkml:trace>
  <inkml:trace contextRef="#ctx0" brushRef="#br0" timeOffset="168219.93">7297 8526 1167 0,'0'-6'0'0,"0"1"0"0,0 1 0 0,0-3 0 0,0 4 0 0,-3-1 0 15,-1 1 0-15,0-1 0 0,3 1 0 0,-4-2 0 0,1 4 96 0,1-3-41 0,-1-1-11 0,0 4 35 0,1 0-35 16,-1-1 0-16,1 0 44 0,-2 0 11 15,0 0-55-15,2 1 0 0,-2 1 39 0,2 0-39 16,-1 0 0-16,-1 0-31 16,0 0-11-16,1 0 42 15,2 0 0-15,2 0-31 0,-3 0 31 16,3 0 11-16,-2 0-33 0,2 0 12 0,0 0 7 0,0 0-80 0,0 0 37 0,0 0-6 16,0 0 39-16,0 0-80 0,0 0 37 0,0 0-13 0,-2 0 45 15,-1 0 54-15,1 0-56 0,0 1-4 16,-2 3 3-16,3 0 24 0,-1-3-24 0,-1 4 1 0,-1-4-21 15,2 3 20-15,2 0 0 0,0-1-8 16,-3-1 9-16,3 2 12 0,-2-1-11 0,2 1-27 16,0-1 26-16,-2 3-1 15,2-1 1-15,0 0 15 0,0 1-17 0,0 0-7 16,0 1 6-16,0-1 42 0,0 1-41 0,0-2 7 16,0 3-6-16,0-1 21 0,0 2-19 0,0 2 6 15,0-4-5-15,2 1 63 0,0-1-61 0,1 0 39 16,2 1 0-16,-1-2-31 0,1-1-3 0,2 1-26 15,2-2 28-15,0-2 1 0,-2-2-1 16,5 0-40-16,-4 0 0 0,2 0 45 0,2-4-8 0,-4-5-54 16,2-1 51-16,-3 1-57 15,-2-3 53-15,-4 3-2 0,1-2 0 0,-1 1-10 16,-1-1 39-16,0-2-37 0,0 6 8 0,-9-3 42 16,0 5 0-16,0-3-37 0,-5 4-4 0,1 1 33 15,-5 1 11-15,0 2-39 0,0 0-43 0,-3 0 43 16,3 5 1-16,1 4 51 0,-1 4 8 15,6-5-55-15,2 5 1 0,0 1 20 0,7 1-49 0,1-3 0 16,2 2 0-16,0-1 0 16,2 0 0-16,5 1 0 0,9-3 0 0,-2-2 0 15,5-4 0-15,3 1 0 0,-3-2 0 0,4-4 0 16,-2 0 0-16,-2 0 0 0,-1 0 0 0,0-1 0 16,-4-8 0-16,-3-2 0 0,1-1 0 0,-5-2 0 15,-1 1 0-15,-3-2 0 0,-1 1 0 0,-2 5 0 16,0-4 0-16,0 2 0 0,-7 2 0 0,-6 1 0 15,-1 4 0-15,0 2 0 0,-3 1 0 0,-8 1 0 16,7 0 0-16,-9 10 0 0,6 4 0 16,5-3 0-16,-1 4 0 0,4 1 0 0,4-2 0 15,2-1 0-15,4 3 0 0,3-1 0 16,0-4 0-16,0-1 0 0,2-2 0 0,8 4 0 16,1-6 0-16,3 0 0 0,3-5 0 0,5-1 0 15,-3 0 0-15,6-1 0 0,-6-8 0 16,-1-2 0-16,0 0 0 0,-6-4 0 0,-3 2 0 0,-2 2 0 15,-2 0 0-15,-5-3 0 16,0 6 0-16,0 1 0 0,0 0 0 0,-10 3 0 0,-4 0 0 0,-1 2 0 16,0 2 0-16,-2 0 0 15,0 0 0-15,3 2 0 0,3 3 0 0,1-1 0 16,2 2 0-16,5 0 0 0,-1 1 0 0,4 3 0 16,0-1 0-16,0 1 0 0,0 1 0 0,1 2 0 15,7 0-253-15,5 2 105 0,1 2-697 0,0 3 401 16,2 3 200-16</inkml:trace>
  <inkml:trace contextRef="#ctx0" brushRef="#br0" timeOffset="174295.56">7134 10368 2190 0,'0'0'0'0,"-2"-2"0"0,1 0 0 0,1-1 0 0,0-2 0 0,0 4 0 0,-2-1 0 0,2 0 0 0,0 0 0 0,0 0 0 0,0 2 267 0,0 0-113 0,-3 0-57 0,-1 0-27 16,1 6 170-16,-3 7-89 0,1 0-60 0,-1 2 89 15,4 1-70-15,-4-1-35 0,4-4 11 0,2 5 134 16,0-6-220-16,0 1 0 0,0-2 0 0,0-4 0 16,8 2 0-16,-1-2 0 15,1-5 0-15,3 0 0 0,1 0 0 0,-1 0 0 16,1-12 0-16,-3 3 0 0,0-7 0 0,1 2 0 16,-4-4 0-16,-3 1 0 0,-1 2 0 0,-2-2 0 15,0 4 0-15,0-2 0 0,0 2 0 0,-10 3 0 16,4 3 0-16,-6-1 0 15,1 3 0-15,-1 3 0 0,1 2 0 0,-3 0 0 16,3 0 0-16,-1 5 0 0,0 11 0 0,3-2 0 16,1 1 0-16,2 5 0 0,4-4 0 0,0 1 0 15,2 2 0-15,0-1 0 0,2-3 0 0,6 1 0 16,2-5 0-16,2-1 0 0,2-3 0 16,0-3 0-16,4-4 0 0,-2 0 0 0,1 0 0 0,-1-6 0 15,-1-9 0-15,-3-2 0 0,0-2 0 0,-3-1 0 16,-3-1 0-16,-3 1 0 0,0-2 0 15,-2 4 0-15,-1 1 0 0,0 4 0 16,0 2 0-16,-1 4 0 0,-6 1 0 0,-1 3 0 16,-1 0 0-16,-2 3 0 0,1 4 0 0,-4 9 0 15,1 6 0-15,0 1 0 0,1 2 0 0,5 0 0 16,0 0 0-16,3-1 0 0,1-3 0 0,3 1 0 16,0-5 0-16,0-1 0 0,1-5 0 0,5 1 0 15,3-2 0-15,3-3 0 0,-1-3 0 0,3-1 0 16,0 0 0-16,2 0 0 0,2-1 0 15,-1-9 0-15,-1 0 0 0,-1 2 0 16,2-2 0-16,-8 0 0 0,2 3 0 0,-4 1 0 16,-2-1 0-16,-1-1 0 0,-2 2 0 0,-2-2 0 15,0 0 0-15,0 3 0 0,-2-5 0 0,-4 5 0 16,-6-4 0-16,2 4 0 0,-1 2 0 0,-1 0 0 16,2 2 0-16,-2-2 0 0,-2 3 0 0,3 0 0 15,-1 3 0-15,-2 6 0 0,1 4 0 0,3 1 0 16,1 1 0-16,2-3 0 15,4 3 0-15,-1-2 0 0,4 1 0 0,0-4 0 16,0 1 0-16,1-3 0 0,8-2 0 0,2 0 0 16,5-3 0-16,-2-3 0 0,4 0 0 0,-1 0 0 15,-1 0 0-15,1-9 0 0,-2-2 0 0,-6-3 0 16,2 0 0-16,-6-3 0 0,0 2 0 0,-5-1 0 16,0-1 0-16,0-1 0 0,-10 1 0 0,-4 3 0 15,-3-1 0-15,-2 1 0 0,1 5 0 16,-3 3 0-16,2 3 0 0,0-1 0 15,4 2 0-15,4 2 0 0,1 0 0 0,3 0 0 0,2 0 0 16,1 5 0-16,3 1 0 0,1 3 0 0,0 3 0 16,1 1 0-16,12 0 0 0,6 4 0 15,1-2 0-15,4 2 0 0,4 2 0 0,-1 1 0 16,3 11 0-16</inkml:trace>
  <inkml:trace contextRef="#ctx0" brushRef="#br0" timeOffset="176280.71">18097 17180 2911 0,'0'0'0'0,"-2"0"0"0,2 0 0 0,0 0 0 0,0 0 0 0,0 0 0 0,0 0 0 0,2 0 0 0,4 0 0 0,1 0 0 0,4-5 210 0,-1 2-74 0,1-1-52 0,-2-2 221 16,3 3-131-16,-1-4-66 0,-2 4-105 0,1 0-3 15,-1-2 0-15,0 2 0 0,1 0 0 0,1-1 0 16,0 0 0-16,3 0 0 0,-3-2 0 0,2 3 0 16,-2-3 0-16,-2 3 0 0,3-1 0 15,1 0 0-15,-2 2 0 0,1-2 0 0,-1 0 0 16,2 3 0-16,-4-1 0 0,4-1 0 0,1 3 0 15,-1 0 0-15,0 0 0 0,0 0 0 0,-2 0 0 16,4 0 0-16,-2 0 0 0,3 3 0 0,-2-1 0 16,2-2 0-16,-2 4 0 0,2-4 0 0,0 1 0 15,0 1 0-15,0 0 0 16,1-2 0-16,0 2 0 0,0 0 0 0,1 0 0 16,0-1 0-16,1 3 0 0,-1-2 0 0,1 0 0 15,0 0 0-15,0 0 0 0,-2 1 0 0,1 0 0 16,1 0 0-16,0 1 0 0,1 0 0 0,0 0 0 15,1-3 0-15,-1 3 0 0,1-3 0 0,1 4 0 16,-2-5 0-16,3 1 0 0,0-1 0 0,-3 0 0 16,1 0 0-16,2 0 0 15,-3 0 0-15,3 0 0 0,-4 2 0 0,1 0 0 16,1-1 0-16,0 2 0 0,2 1 0 0,0-1 0 16,2 2 0-16,1-2 0 0,1 1 0 0,-3-4 0 15,6 1 0-15,-1-1 0 0,-4 0 0 0,1 0 0 16,3 0 0-16,-6 0 0 0,5 0 0 0,-2 0 0 15,-2 0 0-15,0 0 0 0,1 0 0 0,-4 0 0 16,6 0 0-16,-4 0 0 16,2 2 0-16,-1-2 0 0,1 3 0 0,-3-2 0 15,8-1 0-15,-2 2 0 0,0-2 0 0,3 0 0 16,-1 0 0-16,0 0 0 0,0 0 0 0,0 0 0 16,-2 0 0-16,0 0 0 0,1 0 0 0,-5 0 0 15,6 0 0-15,-3 0 0 0,-2 0 0 0,2 0 0 16,-3 0 0-16,6 0 0 0,-1 0 0 0,-1 0 0 15,2 0 0-15,4 0 0 0,-1 0 0 0,10 0 0 16,-5-2 0-16,3-2 0 0,0-1 0 0,1-2 0 16,-4 1 0-16,8-2 0 0,-9 3 0 0,0 0 0 15,-1 2 0-15,-3 1 0 16,-4 1 0-16,1 1 0 0,-4 0 0 0,-6 0 0 16,3 0 0-16,-4 0 0 0,-3 0 0 0,0 0 0 15,-3 0 0-15,-3 0 0 0,-1 0 0 0,-4 0 0 16,1 0 0-16,-4 0 0 0,-1 0 0 0,1 0 0 15,0 0 0-15,-2 0 0 0,0 0 0 0,0 0 0 16,0 0 0-16,0 0 0 0,0 0 0 0,-5 0 0 16,-1 0 0-16,-1 0 0 15,-5 0 0-15,-3 16-583 0</inkml:trace>
  <inkml:trace contextRef="#ctx0" brushRef="#br0" timeOffset="194091.02">2555 17074 2295 0,'-4'0'0'0,"1"0"0"0,1 0 0 16,0 0 0-16,1 0 0 0,1 0 0 0,0 0 0 0,0 0 0 0,0-1 0 0,1-2 0 0,6 2 287 0,0-1-123 0,0 0-62 0,1 0-20 0,-3 0 181 0,2 1-111 16,1-1-56-16,-1 2-27 0,1-3 185 0,-1 3-97 15,1-1-147-15,1-2-10 0,2 2 0 0,1 1 0 16,-1-2 0-16,1 0 0 0,1 0 0 15,-1 1 0-15,3-2 0 0,0 1 0 0,-2 0 0 16,4 1 0-16,-2-1 0 0,3-1 0 0,-1 2 0 16,-1-1 0-16,3 0 0 0,-1 1 0 0,4-3 0 15,2 4 0-15,0-2 0 0,3 0 0 0,1 1 0 16,2-2 0-16,2 1 0 16,-1 1 0-16,1 0 0 0,5-5 0 0,1 3 0 15,-3-1 0-15,7 1 0 0,-1-1 0 0,1 2 0 16,1-1 0-16,4 0 0 0,-7 2 0 0,15-1 0 15,-7-1 0-15,5-1 0 0,-1 3 0 0,-5 0 0 16,6-4 0-16,-2 4 0 0,0-3 0 16,-1 1 0-16,1 0 0 0,-8 1 0 0,14-1 0 0,-8 0 0 15,4 0 0-15,-3 2 0 16,-2-4 0-16,-5 4 0 0,8-1 0 0,-7-2 0 16,-2 2 0-16,1 0 0 0,-8 1 0 0,4-2 0 15,-1 2 0-15,-3 1 0 0,1-2 0 0,1 0 0 16,-2 2 0-16,-7 0 0 0,5-2 0 0,-4 0 0 15,-6 2 0-15,1-2 0 0,-4 1 0 0,-1-2 0 16,-4 3 0-16,0-1 0 0,-6-1 0 0,1 2 0 16,-3-3 0-16,-1 2 0 0,-1-1 0 0,-3 2 0 15,-2 0 0-15,0 0 0 0,0-2 0 16,0 1 0-16,0-2 0 0,0 1 0 16,-9 2 0-16,0 0 0 0,-3 0 0 0,-5 0-135 15,1 6-108-15,-6 5-854 0,-1 4 528 0,-6 2 263 16</inkml:trace>
  <inkml:trace contextRef="#ctx0" brushRef="#br0" timeOffset="194557.8">3491 17365 2543 0,'-10'0'0'0,"3"0"0"0,0-2 0 16,-2 1 0-16,3-2 0 0,3 2 0 0,1 1 0 0,1 0 0 0,1 0 0 15,0 0 0-15,8 0 148 0,10 0-45 0,9 0 385 0,3 0-225 0,8 0-112 0,1 0-57 0,7 0 47 16,-4 0-141-16,15 0 0 0,-4-3 0 0,4 0 0 16,-2-2 0-16,1-1 0 0,-1 2 0 0,0-1 0 15,-1-1 0-15,-1 3 0 0,-2-2 0 16,-4 0 0-16,-12 1 0 0,5 0 0 0,-5 1 0 0,-5-1 0 15,-11-1 0-15,0 4 0 16,-5-1 0-16,-3 0 0 0,-6 1 0 0,-3-1 0 16,0 2 0-16,-2-2 0 0,0 0-251 0,-9 2-1 15,-4 0 107-15,-4 0-230 0,-4 0 168 0,-6 0 84 16,-1 0 33-16,-4 4-587 0,-6 3 320 0,-6-3 159 0</inkml:trace>
  <inkml:trace contextRef="#ctx0" brushRef="#br0" timeOffset="194938.83">3682 17313 2609 0,'-18'0'0'0,"2"0"0"0,4 0 0 0,-2 0 0 0,4 0 0 0,2 2 0 0,0 1 0 0,2 7 0 0,6 3 0 0,0 1 0 0,0 10 372 0,0 0-167 16,2 4 425-16,3 4-515 0,4 4-115 0,-1 5 0 16,-2 0 0-16,1 0 0 0,-3-2 0 0,2 11 0 15,-2-7 0-15,-3 1 0 0,1-4 0 16,-2-4 0-16,0 2 0 0,0-2 0 0,0-3 0 15,-3-3 0-15,-4-6 0 0,-1-3 0 0,0-4 0 0,1-3 0 16,-3-5 0-16,1-3 0 16,0-5 0-16,-3-1 0 0,0 0 0 0,-3-1 0 15,3-9 0-15,-4-5 0 0,2-4 0 0,3 2 0 0,-4 0 0 16,2 3 0-16,1-1 0 0,2 4 0 16,-3 1 0-16,4 6 0 0,1 0 0 0,-2 3 0 0,0 1 0 15,0 0 0-15,0 1 0 0,3 9 0 16,0 2 0-16,1 2 0 0,-3 3 0 0,1 0 0 15,3 2 0-15,-3-1 0 16,3 3 0-16,-2-2 0 0,2 0 0 0,2-3 0 0,0 2 0 16,1-3 0-16,2-4 0 0,0-2 0 15,0-2 0-15,0 1-465 0,0-5 121 0,2 0 143 16,4-3 86-16,6 0-525 0,6-4 301 0,2-11 151 16,2-5 74-16,3-4-246 0</inkml:trace>
  <inkml:trace contextRef="#ctx0" brushRef="#br0" timeOffset="195346.19">3736 17696 2633 0,'13'-19'0'16,"0"4"0"-16,2-2 0 0,-3 0 0 0,0 0 0 0,6 4 0 0,0 1 0 0,-1 0 0 0,8 3 0 0,-2 0 0 0,-1 8 176 0,0 0 137 0,1 1-137 0,0 0-60 0,-5 1-43 0,-1 10-60 0,-4 3 26 15,-4 1 0-15,-1 0-1 0,-6 1-64 16,-2 3 27-16,0 1 0 0,0-2 38 15,-7-1 44-15,-5 0-44 0,1-2 9 0,-4-5 82 16,3 1-130-16,-3-5 0 0,7 1 0 16,-2-6 0-16,5 1 0 0,-1-2 0 0,4 0 0 15,2 0 0-15,0 0 0 0,0 0 0 0,4 0 0 0,10 0 0 16,-1-2 0-16,5 1 0 0,1-2 0 16,-1 2 0-16,4 1 0 0,-2 0 0 0,2 0 0 0,-3 1 0 15,1 10 0-15,-3 3 0 16,-1 1 0-16,-5 1 0 0,-4 5 0 0,-1 0 0 0,-3 0 0 15,-3 3 0-15,0 0 0 0,-9 1 0 16,-4-4 0-16,-4-1 0 0,-2 0 0 0,-1-5 0 16,-5 3 0-16,2-7 0 0,1-1 0 0,0-3 0 15,-1-3 0-15,-2 0 0 0,5-2 0 0,-2-2 0 16,3 0 0-16,2 0 0 0,2-2 0 0,5-4 0 16,0-3 0-16,6-3 0 0,4-1 0 0,0-1 0 15,0 2 0-15,9-1-255 16,9 2 35-16,4 0-880 0,3 5 532 0</inkml:trace>
  <inkml:trace contextRef="#ctx0" brushRef="#br0" timeOffset="195522.18">4615 18019 3931 0,'-13'-6'0'0,"8"4"0"0,-3 1 0 0,-1-1 0 0,-1 0 0 0,2 0 0 0,3-1 0 0,1 0 0 0,3 0 0 0,-1 0 0 0,2 2 0 0,0-3 0 0,0 2 0 16,0 1 0-16,2-2 0 0,-1 2 0 16,5 1 0-16,-3 0 0 0,-1 5-24 0,1 11-739 0</inkml:trace>
  <inkml:trace contextRef="#ctx0" brushRef="#br0" timeOffset="198480.45">2989 15929 2917 0,'-8'-4'0'0,"3"1"0"0,3 0 0 0,-1 2 0 0,3-1 0 0,0 2 0 0,0 0 0 0,0 9 0 0,7 4 0 0,1 3 0 0,4 6 86 16,1 3 278-16,-5 0-163 15,3 3-82-15,0 2 125 0,-3 3-244 0,-1 0 0 0,0 1 0 0,1 0 0 16,-6-1 0-16,1 0 0 16,-1-4 0-16,-1 0 0 0,1-1 0 0,-2-5 0 15,0-1 0-15,0 1 0 0,0-7 0 0,0 2 0 16,0-6 0-16,0-1 0 0,-2-2 0 0,1-4 0 16,-1-1 0-16,2-3 0 0,-3-1 0 0,3 0 0 15,0 0 0-15,0 0 0 0,0 0-25 0,0-3-400 16,0-10 193-16,8-2 97 0,1-1 39 0,5-6-747 15</inkml:trace>
  <inkml:trace contextRef="#ctx0" brushRef="#br0" timeOffset="198698.89">3256 16120 3348 0,'1'0'0'0,"1"0"0"0,0 0 0 0,3 0 0 0,0 0 0 15,3-1 0-15,6-1 0 0,2 0 0 0,8 0 0 0,0 0 0 0,0-2 340 0,6 2-156 0,-5-1-125 0,6 1-59 0,-1 0 0 0,0-2 0 16,2 3 0-16,-5-3 0 0,1 2 0 0,-5-1 0 16,1 2 0-16,-6-2 0 15,-1 3 0-15,-5 0-338 0,-1 0 88 0,-6 0 56 16,-2 0 102-16,-1 0-606 0,-2 0 320 0,0 0 175 16,0 0 82-16,-3 0-365 0,-9-1 224 0,0-9 112 15</inkml:trace>
  <inkml:trace contextRef="#ctx0" brushRef="#br0" timeOffset="198903.45">3592 15846 2481 0,'-11'-9'0'0,"-1"5"0"0,3 2 0 0,0 2 0 0,-1 0 0 0,3 0 0 0,2 2 0 0,0 11 0 0,5 2 0 0,0 4 0 0,0 5 361 0,0 3-162 0,0 3-71 0,3 3 457 16,0 3-408-16,1 1-177 0,-1 0 0 0,1-1 0 15,-1-1 0-15,-1-1 0 0,3-1 0 0,-3-3 0 16,-1 0 0-16,1 0 0 0,1-5 0 0,-2 4 0 15,-1-8 0-15,0 2 0 0,2-2 0 0,0-4-252 16,-1-2 16-16,1-5-221 0,0-1 210 0,3-4 104 16,-1-1 53-16,4-2-571 15,0-2 317-15</inkml:trace>
  <inkml:trace contextRef="#ctx0" brushRef="#br0" timeOffset="199453.05">3844 16051 2116 0,'0'-10'0'0,"0"3"0"0,0-3 0 0,0 1 0 0,1-2 0 0,5 0 0 0,2-1 0 0,3-1 0 0,0 2 0 0,2 0 0 0,4 2 199 0,-2-3-71 15,3 5 100-15,-2-4-95 0,-1 6-48 0,2 0 1 16,-2 3 124-16,0 0-77 0,0 0-52 0,0 2 170 15,0 0-106-15,0 2-54 0,2 7-46 0,1 2-45 16,-3 3 0-16,1 1 0 16,-2 4 0-16,4 1 0 0,-9 0 0 0,2 1 0 15,-3 4 0-15,-4 0 0 0,-3-2 0 0,-1 7 0 16,0-3 0-16,-8 1 0 0,-10 4 0 0,0-2 0 16,-3 0 0-16,-2-3 0 0,-2-1 0 0,1-2 0 15,2-3 0-15,-3-4 0 0,3-2 0 0,2-4 0 16,0-1 0-16,-1-1 0 0,5-3 0 15,0-3 0-15,4 1 0 0,2-2 0 0,2 0 0 0,3-2 0 16,3 2 0-16,0-2 0 0,2 0 0 0,0 0 0 16,0 1 0-16,0 1 0 15,0 3 0-15,9-2 0 0,1 2 0 0,3-3 0 16,2 3 0-16,2 0 0 0,2 0 0 0,5-1 0 16,1 1 0-16,2-3 0 0,1 2 0 0,2-1 0 15,2 0 0-15,3-1 0 0,-2 2 0 0,-1-2 0 16,3-1 0-16,-5 2 0 0,-4-1 0 0,-4-1 0 15,-2 3 0-15,0-3 0 0,-2 2 0 0,-6-1 0 16,1 0 0-16,-6-2 0 0,-2 2 0 16,0-2 0-16,-3 0 0 0,-1 0 0 0,1 0 0 15,-2 0 0-15,0 0 0 0,0 0 0 16,0 0 0-16,0-2 0 0,0-2 0 0,-2-2 0 16,1 3 0-16,-3 1 0 0,2-1 0 0,-3 2 0 15,-3 1-99-15</inkml:trace>
  <inkml:trace contextRef="#ctx0" brushRef="#br0" timeOffset="201014.51">4402 16290 2192 0,'-4'-4'0'0,"4"-1"0"0,0 2 0 0,0-3 0 0,0 3 0 0,1-3 0 0,10 0 0 0,6 3 0 0,0 0 0 0,6 2 0 0,2-1 472 0,3 0-222 0,2 0-106 16,2 0-53-16,1 1 262 0,-1 1-157 0,4 0-70 16,-1 0-19-16,1 0-107 0,0-3 0 0,-1 3 0 15,-11 0 0-15,12 0 0 0,-14 0 0 0,1-2 0 16,-5 2 0-16,-1-2-21 0,-6 2 36 15,-2-1-536-15,-4 1 269 0,-2-2 67 16,-1 2 88-16,-2-2-586 0,0 2 313 0,-4 0 171 0,-9 0-198 0,-2-2 180 16</inkml:trace>
  <inkml:trace contextRef="#ctx0" brushRef="#br0" timeOffset="201245.76">4698 16049 2400 0,'-16'-6'0'0,"4"4"0"0,0 2 0 0,4 0 0 0,0 0 0 0,2 0 0 0,2 0 0 16,4 0 0-16,0 10 0 0,0 3 0 0,4 6 671 0,5 3-316 0,-2 3-159 0,-2 0-79 0,2 4 75 15,-3 2-192-15,0 0 0 0,-1 1 0 0,2 0 0 16,-3-2 0-16,-1 2 0 0,1-2 0 0,-2 0 0 16,0-2 0-16,0 0 0 0,0-2 0 0,0 0 0 15,0-6 0-15,0 0 0 0,0-1-235 0,0-3 0 16,0-7 109-16,0-3-578 0,0-1 324 15,0-5 175-15,7 0 84 0,3 0-446 0,3-10 264 0</inkml:trace>
  <inkml:trace contextRef="#ctx0" brushRef="#br0" timeOffset="201714.92">5130 15977 2611 0,'4'-9'0'0,"0"4"0"0,-1-3 0 0,-1 1 0 0,0 1 0 0,0 1 0 0,-1 1 0 0,-1 2 0 0,2 0 0 0,0 0 0 0,1 2 165 0,-1 0 64 16,-1 0-96-16,1 0-38 0,2 0-10 0,-2 6 168 16,0 1-108-16,0 1-53 0,-1 2-27 0,1 0-7 15,0 5-58-15,-2-1 0 0,2 1 0 0,-2-1 0 16,0 3 0-16,0-1 0 0,0 0 0 0,3 3 0 15,-3 0 0-15,0-1 0 0,0 1 0 0,0 0 0 16,0 2 0-16,0 0 0 0,0-1 0 16,0 0 0-16,0 4 0 0,0-4 0 15,0 1 0-15,0 1 0 0,0-2 0 0,0 1 0 16,0 2 0-16,0-2 0 0,0 0 0 0,0-2 0 16,0 2 0-16,0-1 0 0,0-2 0 0,0 0 0 15,0-3 0-15,0 0 0 0,0-1 0 0,0-3 0 16,0 0 0-16,0-2 0 0,0 0 0 0,0-4 0 15,0 1 0-15,0-3 0 0,0 1 0 16,0-1 0-16,0 0 0 0,0-1 0 16,0-1 0-16,0 2 0 0,0-1 0 0,0-1 0 15,0-1 0-15,0 2 0 0,0 0 0 0,0-2 0 16,2 2 0-16,-2-2 0 0,0 2 0 0,3 0 0 16,-3 0 0-16,2 1 0 0,-2 1 0 0,0 1 0 15,0 4 0-15,0 0 0 0,0 2-70 0,0 2-1303 16</inkml:trace>
  <inkml:trace contextRef="#ctx0" brushRef="#br0" timeOffset="206150.9">2456 15929 1932 0,'-2'-10'0'0,"-1"3"0"0,-1 2 0 0,2 2 0 0,2 1 0 0,-3 1 0 0,3-1 0 0,0 2 0 0,-2 0 0 0,2 0 0 0,0 0 280 15,0 0-121-15,0 0-51 0,0 11-39 0,0 6 196 16,5 5-113-16,1 5-56 0,1 4 166 0,1 5-102 15,1 10-66-15,2-1-27 16,-4 4 220-16,0-1-287 0,0-1 0 0,0-3 0 0,-3 9 0 16,-1-4 0-16,1-1 0 0,-1-3 0 0,-3-2 0 15,2-5 0-15,-2 2 0 0,0-2 0 16,0-2 0-16,3-11 0 0,-3-1 0 0,0-4 0 16,0-3 0-16,0 0 0 0,0-6 0 0,0-1 0 15,2-5 0-15,-2-3 0 0,0 0 0 0,0-2 0 16,0 0 0-16,0 0 0 0,0 0 0 0,0 0 0 15,0-4 0-15,0-7 0 0,0 0 0 0,2-4 0 16,-2-2 0-16,9 0 0 0,0-2 0 0,6 0 0 16,3 3-1017-16,7 1 451 15</inkml:trace>
  <inkml:trace contextRef="#ctx0" brushRef="#br0" timeOffset="206950.19">5646 15786 2003 0,'0'-6'0'0,"0"2"0"0,0 0 0 0,0 1 0 0,0 0 0 0,0 2 0 15,0-1 0-15,0 2 0 0,0 0 0 0,0 0 0 0,0 0 154 0,0 0-57 0,0 9-29 0,0 3 219 0,0-1-114 16,0 5-72-16,0 0-31 0,0 3 83 16,0 2-57-16,0 3-28 0,0-2 132 0,0 9-86 0,0-2-37 15,0 5-1-15,0 2 28 16,0 8-33-16,0-11-52 0,0 5-19 0,0 9 0 16,0-6 0-16,0 3 0 0,0-5 0 15,0-4 0-15,0 5 0 0,2-4 0 0,-2-1 0 0,2-1 0 0,-2-6 0 16,0-7 0-16,2 4 0 15,-2-6 0-15,2 1 0 0,-2-6 0 0,0 0 0 16,0-5 0-16,0-3 0 0,0 1 0 0,0-7 0 16,0 2 0-16,0-2 0 0,0 0 0 0,0 0 0 15,0 0 0-15,0 0 0 0,0 0 0 0,0-2 0 16,0-1 0-16,0-1 0 0,0-2 0 0,0 3 0 16,0-2-15-16,0 2-358 0,0 0 157 0,0 2-813 15</inkml:trace>
  <inkml:trace contextRef="#ctx0" brushRef="#br0" timeOffset="209329.55">6039 16968 2868 0,'-6'-5'0'0,"5"4"0"0,0 1 0 0,1-3 0 0,0 3 0 0,0 0 0 0,0-1 0 0,5-2 0 0,9 2 0 0,5-1 0 0,6 0 178 0,-3-1-60 15,5-3 284-15,-2 0-181 0,3 3-91 0,-3-1-116 16,-2 0-14-16,-1 0 0 0,1 1 0 0,-3 1 0 16,-3 0 0-16,-2 0 0 0,0 0 0 0,-2 1 0 15,-3-2 0-15,-3 2 0 0,1-1 0 0,-2 2 0 16,-2 0-118-16,-2 0-43 0,-1 0-295 16,1 0 217-16,0 0 60 0,-2 2 70 0,0 9-655 0,0 2 367 15</inkml:trace>
  <inkml:trace contextRef="#ctx0" brushRef="#br0" timeOffset="209639.9">6084 17287 3552 0,'-18'0'0'0,"8"9"0"0,2-3 0 0,3 1 0 0,1-3 0 0,4 0 0 0,0-1 0 0,0 1 0 0,4 0 0 0,11 1 0 0,3-3 216 0,5 3-53 0,5-4-163 15,-3 1 0-15,2-2 0 0,1 1 0 0,-2 2 0 16,-2-2 0-16,6 3 0 0,-1-2 0 0,-2 2 0 16,1-3 0-16,0 3 0 0,-3-2 0 0,2 3 0 15,-4-1 0-15,2 1 0 0,-4-4 0 0,4 3 0 16,-4-1 0-16,-3-2 0 0,-1 3 0 0,-4-3 0 16,-3 1 0-16,-3-2 0 0,1 3 0 15,-7-3 0-15,1 0 0 0,0 0 0 0,0 1 0 0,-2-1 0 16,0 0 0-16,0 0 0 15,0 0 0-15,0 0 0 0,0 0 0 0,0 0 0 16,0 0 0-16,0 0 0 0,0 0 0 0,0 0 0 16,-2 2-324-16</inkml:trace>
  <inkml:trace contextRef="#ctx0" brushRef="#br0" timeOffset="212987.83">6970 17241 1960 0,'0'0'0'0,"-1"0"0"0,1 0 0 0,0 0 0 0,0 0 0 0,0 0 0 0,0 0 0 0,0 0 0 0,0 0 0 0,0 0 0 0,0 0 166 0,0 0-64 0,0 0 52 16,0 0-63-16,0 0-25 16,0 0-1-16,1 0 216 0,3-1-122 0,2 1-50 0,1-3-40 15,0 2 209-15,-1-2-120 0,3 2-59 16,-1-1-31-16,-4 0 38 0,5 0-106 0,0 0 0 15,-1 0 0-15,-2 0 0 0,1 1 0 0,2-1 0 16,-4 2 0-16,1-2 0 0,-1 2 0 0,2 0 0 16,1 0 0-16,-6 0 0 0,6 0 0 0,-3 0 0 15,2 0 0-15,0 0 0 0,1 0 0 0,-2 0 0 16,3 0 0-16,0 0 0 0,2 0 0 0,-2 0 0 16,-1 0 0-16,1 0 0 15,0 0 0-15,3 0 0 0,-5 0 0 0,2 0 0 16,-1 0 0-16,-1 0 0 0,5 0 0 0,-5 0 0 15,0 0 0-15,3 0 0 0,1 0 0 0,-2 0 0 16,3 2 0-16,-1 0 0 0,0 1 0 0,3-1 0 16,-3 0 0-16,1-2 0 0,0 2 0 0,1 0 0 15,0-2 0-15,-1 2 0 0,1-1 0 0,-5-1 0 16,4 3 0-16,0-2 0 0,-1 2 0 16,0-2 0-16,1 1 0 0,-1-2 0 15,3 2 0-15,-2 0 0 0,2-2 0 0,-1 2 0 16,1-2 0-16,2 0 0 0,-1 0 0 0,0 0 0 15,0 0 0-15,0 0 0 0,0 0 0 0,2 0 0 16,-1 0 0-16,1 0 0 0,0 0 0 0,2 0 0 16,0 0 0-16,0 0 0 0,2 0 0 0,2 0 0 15,-4 0 0-15,4 0 0 0,2 0 0 0,-4-2 0 16,2-2 0-16,3 1 0 0,-6-1 0 16,6-2 0-16,-4 2 0 0,1 0 0 15,0 1 0-15,2-1 0 0,-4 2 0 0,0-1 0 0,2 1 0 16,-1 0 0-16,2 0 0 0,-1 0 0 15,2 1 0-15,-2-2 0 0,-1 2 0 0,6-1 0 16,0-1 0-16,1 2 0 0,-1 0 0 0,2-2 0 16,0-1 0-16,0 2 0 0,-2-2 0 0,0 2 0 15,1 1 0-15,-2-3 0 0,-2 2 0 0,5 1 0 16,-4-1 0-16,2-1 0 0,-1 2 0 0,0-1 0 16,-3 2 0-16,4-3 0 15,-2 2 0-15,0-2 0 0,0 2 0 0,4-1 0 16,0 0 0-16,-1 2 0 0,1-1 0 0,2-1 0 15,-2-1 0-15,-2 2 0 0,-1-1 0 0,3 0 0 16,-2 1 0-16,-1 1 0 0,0 0 0 0,1 0 0 16,-4 0 0-16,8 0 0 0,-3 0 0 0,1 0 0 15,-2 0 0-15,2 0 0 0,-4 0 0 0,6 0 0 16,-3 0 0-16,1 0 0 0,0 0 0 0,-3 0 0 16,1 0 0-16,4 0 0 0,-2 0 0 0,-1 0 0 15,-1-3 0-15,0 2 0 16,-3 1 0-16,3-2 0 0,-2 0 0 0,-4 0 0 15,1 2 0-15,0-2 0 0,-2 2 0 0,-1 0 0 16,-3 0 0-16,0 0 0 0,-2 0 0 0,-2 0 0 16,-3 0 0-16,1 0 0 0,-2 0 0 0,-2 0 0 15,1 0 0-15,-2 0 0 0,-1 0 0 0,-3 0 0 16,2 0 0-16,-2 0 0 0,-1 0 0 0,1 0 0 16,1 0 0-16,-1-3 0 15,-2 3 0-15,0 0 0 0,0-3 0 0,0 0 0 16,0 1 0-16,0-2 0 0,0 1 0 0,0 0 0 15,-5 3-810-15</inkml:trace>
  <inkml:trace contextRef="#ctx0" brushRef="#br0" timeOffset="214050.33">23541 15346 1912 0,'7'-18'0'0,"-2"-3"0"15,1 2 0-15,-1 1 0 0,-1 2 0 0,-1-2 0 0,-1 1 0 0,-2 3 0 0,0 6 0 0,0-5 0 0,0 6 186 0,-9 2-79 0,-2-1-36 0,-4 4 0 16,-3 1 131-16,-6 1-82 0,2 0-34 0,-10 5 200 16,0 9-126-16,-7 6-61 0,4 3-32 0,-6 2 104 15,4 6-59-15,1 3-42 0,3 2 141 0,5-1-211 16,3 2 0-16,9-2 0 16,2 0 0-16,8-1 0 0,6-1 0 0,0 0 0 0,2-3 0 0,16-3 0 15,0 0 0-15,6-3 0 0,5 0 0 0,1-6 0 16,2-1 0-16,-1-2 0 0,3-4 0 0,0-3 0 15,-2-2 0-15,-2-4 0 0,-2 1 0 16,-5-2 0-16,2-1 0 0,-2 0 0 16,-2 0 0-16,0 0-139 0,0-1-247 0,-3-7 175 15,3-2 78-15,-1-2-640 0,1-3 368 0,2-6 184 16,-2-5-543-16</inkml:trace>
  <inkml:trace contextRef="#ctx0" brushRef="#br0" timeOffset="214261.71">24010 15166 2971 0,'-9'-11'0'0,"-1"7"0"0,-6 2 0 0,0 2 0 0,-3 0 0 0,-3 2 0 0,-1 11 0 0,0 5 0 0,0 4 0 0,2 3 0 0,0 7 232 0,0 5 448 16,6 1-632-16,8-8-48 0,-1 6 0 0,6 2 0 16,2 0 0-16,0 0 0 0,2-5 0 0,11 0 0 15,2-2 0-15,2-3 0 0,0-1 0 0,2-5 0 16,0-1 0-16,-5-6 0 15,6 0 0-15,-4-4 0 0,1-2 0 0,0-5-494 0,0-3 34 16,1-1 203-16,3-1 114 0,0-10-667 16,-3-6 387-16</inkml:trace>
  <inkml:trace contextRef="#ctx0" brushRef="#br0" timeOffset="214502.92">24147 15345 3321 0,'-10'-11'0'0,"7"5"0"0,-2-1 0 0,2 5 0 0,3-4 0 0,0 2 0 0,1 2 0 0,13 2 0 0,2 0 0 0,7 0 0 0,0 4 199 0,-2 5-73 0,6 5 159 0,-2 1-285 16,-2 1 0-16,-2 1 0 0,-3 2 0 0,-4 0 0 15,-5 1 0-15,-2 1 0 0,-5 0 0 0,-2-2 0 16,-2-1 0-16,-14 1 0 0,-4 2 0 0,-2-6 0 16,-2-5 0-16,-2 3 0 0,-3-5 0 0,7-1 0 15,-9-3 0-15,10-1 0 0,1-3 0 0,5 0 0 16,2 0-212-16,8-4-15 0,3-11 97 0,2-8-569 15,7-3 332-15,18-7 165 16,0 1-659-16,0 2 403 0</inkml:trace>
  <inkml:trace contextRef="#ctx0" brushRef="#br0" timeOffset="214686.92">24542 15155 3285 0,'14'-9'0'0,"-6"5"0"0,-6 1 0 0,-2 3 0 0,0 0 0 0,-12 10 0 0,-8 7 0 0,1 4 0 0,0 2 0 0,0 3 0 0,1 2 273 0,5 2-109 0,1 2 45 0,6 0-209 15,3 2 0-15,3 0 0 0,0-2 0 0,0-2 0 16,7-2 0-16,7 0 0 16,-1-4 0-16,5-3 0 0,-3-5 0 0,4-1 0 15,-1-3 0-15,0-5 0 0,-1-1-269 0,1-6-163 16,1 0 93-16,-1 0 156 0,4 0-760 0,0-13 453 16,-2-6 227-16</inkml:trace>
  <inkml:trace contextRef="#ctx0" brushRef="#br0" timeOffset="-214639.34">24791 15446 3579 0,'0'-6'0'0,"-2"4"0"0,2 1 0 0,-4-2 0 0,3 2 0 0,-1 1 0 0,2 0 0 0,0 0 0 0,0 4 0 0,0 6 0 0,0 6 151 0,0-1 50 0,0 1-201 0,0 3 0 16,0 1 0-16,0-2 0 0,0-1 0 0,0-2 0 16,0-1 0-16,0-4 0 0,0-1 0 0,-2 0 0 15,2-2-304-15,0-5-51 0,0 3 195 0,0-3-925 16,2-2 515-16,7 0 271 15,2-11 132-15</inkml:trace>
  <inkml:trace contextRef="#ctx0" brushRef="#br0" timeOffset="-214460.6">25106 15501 3631 0,'6'3'0'0,"-2"5"0"0,-2-1 0 16,0 3 0-16,-2 0 0 0,0 5 0 0,0-3 0 0,-4 4 0 0,-2 1 0 0,-3-1 0 0,1 3 300 0,-3-3-300 0,1 4 0 0,0-2 0 0,-5-2 0 0,3-1 0 15,1-4 0-15,-1-2 0 16,3-3-53-16,2 0-26 0,-1-5 57 0,2-1-674 16,3 0 366-16,1 0 116 0,2 0-667 0,0-13 427 15,0-11 209-15,0-10 105 0</inkml:trace>
  <inkml:trace contextRef="#ctx0" brushRef="#br0" timeOffset="-214116.84">25309 15241 2901 0,'0'-7'0'0,"2"2"0"0,2 1 0 0,1-1 0 0,1 0 0 0,0 2 0 0,0-1 0 0,1 0 0 0,2 2 0 0,3 0 0 0,-1 2 720 0,-2 0-410 0,1 0-310 16,-1 0 0-16,0 0 0 0,-1 0 0 0,2 0 0 16,-3 2 0-16,-1 0 0 0,-1-1 0 0,1 4 0 15,-2-5 0-15,-1 2 0 0,-1-1 0 0,0 1 0 16,0-1 0-16,-1-1 0 15,2 3 0-15,-2-2 0 0,0 4 0 0,2-4 0 16,-1 2 0-16,0-3 0 0,-1 1 0 0,2 1 0 16,-1-2 0-16,0 0 0 0,-2 2 0 0,0-2 0 0,0 0 0 15,0 0 0-15,0 0 0 0,0 0 0 16,0 0 0-16,0 0 0 0,0 0 0 0,0 0 0 16,0 0 0-16,0 0 0 0,0-2 0 0,0 0 0 15,0 1-36-15,0-2-28 0,0 2-558 0,0-1 284 16,0-1 156-16,0 3 73 0,0 0-504 0,0 0 289 15,0 0 143-15,0 0-404 16,-2 0 278-16,-4 0 136 0,-1 0 67 0</inkml:trace>
  <inkml:trace contextRef="#ctx0" brushRef="#br0" timeOffset="-213669.59">25445 15216 936 0,'3'-1'0'0,"-3"-2"0"0,0 1 0 0,0-3 0 0,0 4 0 0,0-1 0 0,0 2 0 0,0-2 0 0,-3 2 0 16,0 0 0-16,1 0 68 0,1 0 468 0,1 0-241 0,0 0-134 15,0 0-62-15,0 0 222 0,6 4-142 0,9 2-72 0,-1-1 495 0,4 0-287 16,0 1-139-16,3 2-71 15,0-3-74-15,-3 3-31 0,0 0 0 0,1 1 0 16,-3 0 0-16,-2 1 0 0,0-1 0 0,-1-1 0 16,-5-1 0-16,1 1 0 0,-3-2-14 0,-3 3-256 15,1-5 154-15,-3-1 0 16,2 1-425-16,-3-4 236 0,0 0 135 0,0 0 67 0,1 0-585 16,4-5 326-16,-1-11 154 0,3-4 91 0,2-7-362 15</inkml:trace>
  <inkml:trace contextRef="#ctx0" brushRef="#br0" timeOffset="-213445.98">25860 15054 2768 0,'4'-6'0'0,"-3"4"0"0,1 0 0 0,-1 2 0 0,-1 0 0 0,0 0 0 0,0 0 0 0,0 0 0 0,0 11 0 0,-4 5 0 0,-8 4 411 16,1 5-188-16,-4 5 306 0,-6 7-529 0,2 0 0 16,3-1 0-16,-7 12 0 0,0-3 0 0,-3 11 0 15,0-3 0-15,5-7 0 0,-3 7 0 0,1 2 0 16,2-5 0-16,1 1 0 0,1-4 0 0,2-5 0 15,2-4 0-15,-2 8 0 0,4-14 0 0,-2 4 0 16,1-7 0-16,3-3 0 0,2-6 0 0,-2-4 0 16,7-5 0-16,-2-3 0 0,3-3 0 15,3-2-329-15,0-3 96 0,0 0 103 0,0-3-691 0,7-10 393 16</inkml:trace>
  <inkml:trace contextRef="#ctx0" brushRef="#br0" timeOffset="-213235.72">25764 15589 3931 0,'4'0'0'0,"1"0"0"0,-1 0 0 0,-3 0 0 0,2 0 0 0,-2 1 0 0,3 3 0 0,-2 2 0 0,0 3 0 0,6 5 0 0,-4-3 0 0,-1 9 0 16,-1-6 0-16,-1 2 0 0,2 4 0 0,-2-4 0 15,1 0 0-15,0-1 0 0,-2-5 0 0,0 1 0 16,0-3 0-16,0-2 0 0,0-2 0 0,0-3 0 15,0 2 0-15,0-3-376 0,0 0-103 0,2 0 184 16,0 0 129-16,2-10-664 0,4-8 388 0</inkml:trace>
  <inkml:trace contextRef="#ctx0" brushRef="#br0" timeOffset="-213034.49">26057 15584 3239 0,'5'9'0'0,"1"2"0"0,-3-3 0 0,2 0 0 0,-1 4 0 0,-3-1 0 0,1 4 0 0,0-1 0 0,0 2 0 0,-2 1 0 0,0 0 399 0,0 2-172 0,0 0-161 16,-7 1-66-16,-4 0 0 0,0-4 0 0,-1 2 0 0,-4 0 0 15,0-5 0-15,0-1 0 16,2 0 0-16,-2-2-30 0,7-5-45 0,0-2-649 16,1 0 296-16,2-3 207 0,5 0 41 0,1-4-221 15,0-11 182-15,1-9 83 0,14-12 54 0</inkml:trace>
  <inkml:trace contextRef="#ctx0" brushRef="#br0" timeOffset="-212712.99">26324 15255 3017 0,'9'-10'0'0,"6"4"0"0,3 3 0 0,4-4 0 0,-2-2 0 0,4 4 0 0,4-2 0 16,3 3 0-16,4-1 0 0,1 3 0 0,0 0 288 0,-2 2-126 0,-2 0 120 0,-2 0-123 0,-8 9-136 15,-2 3-23-15,-2 4 0 0,-7 2 0 0,-5 3 0 16,-6 6 0-16,0-1 0 0,-19 8 0 0,-6 0 0 16,-5-3 0-16,-3 4 0 15,-2-4 0-15,8-2 0 0,-9 4 0 0,15-9 0 0,0 0 0 16,6-4 0-16,2 0 0 0,6 1 0 16,3-2 0-16,4-3 0 0,0 0 0 0,1-5 0 15,9 1 0-15,7-5 0 0,6 1 0 0,1-6 0 16,4-2 0-16,4 0 0 0,-1 0 0 0,5 0 0 15,-7-2 0-15,1-4 0 0,-8 0 0 0,1 0 0 16,-2 3-125-16,-6 0-18 0,-6-3 47 0,-1 0-809 16,-6-1 435-16,-2-1 216 0,0-6 100 0,-22-2-309 15,-5-11 214-15</inkml:trace>
  <inkml:trace contextRef="#ctx0" brushRef="#br0" timeOffset="-212553.55">26418 15497 2269 0,'-18'0'0'16,"11"0"0"-16,3 0 0 0,4 0 0 0,0 0 0 0,6-3 0 0,17 0 0 0,3 0 0 0,4 1 0 0,4-1 0 0,7 3 851 0,-2 0-408 0,2 0-203 0,-4 0-112 0,0 0-128 0,0 0 0 15,-3 3 0-15,-2 2 0 16,-2 1-126-16,-5 1 38 0,-3 1 71 0,3 3-478 16,-5 3 266-16,-1-7 133 0,-2-3-1088 0</inkml:trace>
  <inkml:trace contextRef="#ctx0" brushRef="#br0" timeOffset="-212395.62">27116 15584 3589 0,'0'5'0'0,"0"0"0"0,0 0 0 0,-4 0 0 0,1-2 0 0,2 3 0 0,1 0 0 0,0 1 0 0,0 1 0 0,0 7 0 0,0-4 342 16,0 2-342-16,0 0 0 0,0-1 0 0,0 3 0 16,0-2 0-16,0-2 0 0,0 1 0 0,0-3 0 15,0-1 0-15,0 1-464 0,0-3 52 0,0-1 225 16,0-4-426-16,0-1 206 0,0 0 176 0</inkml:trace>
  <inkml:trace contextRef="#ctx0" brushRef="#br0" timeOffset="-212178.75">27479 15172 3931 0,'13'0'0'0,"2"0"0"0,2 7 0 0,-2 3 0 0,-2 3 0 0,0 4 0 0,0 3 0 0,1 5 0 0,2 6 0 0,1 8 0 0,-3-1 0 0,-1-2 0 0,-1 0 0 16,2 11 0-16,-7-4 0 0,-3 2 0 0,-4 2 0 16,0-1 0-16,-7-7 0 0,-9 10 0 0,-7-8 0 15,-6 0 0-15,-5-1 0 16,-7-3 0-16,-1 1 0 0,-7-7 0 0,-11 3-117 16,5-7-324-16,7-7 202 0,9-2-988 0</inkml:trace>
  <inkml:trace contextRef="#ctx0" brushRef="#br0" timeOffset="-212016.45">27858 16067 351 0,'0'-18'0'0,"0"18"0"0,0 0 1342 0,0 0-653 15,0-2-327-15,-11-2-164 0,-6 2-1040 0,4-1 447 0</inkml:trace>
  <inkml:trace contextRef="#ctx0" brushRef="#br0" timeOffset="-208676.9">8708 17449 2632 0,'-2'0'0'0,"-3"0"0"0,2 0 0 0,3 0 0 0,0 0 0 0,0-1 0 0,8-3 0 0,9 0 0 0,4 0 0 0,3-1 0 0,3-1 111 0,0 0 250 0,6-1-168 0,-1-2-78 15,3 1-40-15,8-3 88 0,-4 0-63 0,-2 0-24 16,8-1-8-16,-10 3-31 0,2 0-37 0,2 1 0 15,-6 1 0-15,-4 3 0 0,3 0 0 0,-12 3 0 16,0-2 0-16,-2 3 0 16,-5 0 0-16,-4 0-113 0,-1 0-40 0,-4 0 86 15,-3 0-3-15,1 0-434 0,-2 0 229 0,0 6 111 16,-7 0 69-16,-5 1-172 0,-1 2 116 0,-2 1 58 16,-2-1-222-16,-2 1-123 0,-5-3 206 0</inkml:trace>
  <inkml:trace contextRef="#ctx0" brushRef="#br0" timeOffset="-208290.36">8952 17358 2233 0,'-19'0'1'0,"3"0"0"0,0 0-1 0,-2 0 0 0,4 0 0 0,2 0 0 0,3 4 0 0,0 3 0 0,4 7 0 0,1 1 1 0,2 1 101 0,2 6 352 0,0 1-201 16,0 6-112-16,0 1-52 0,2 3 238 15,2 3-146-15,3-3-72 0,0 5-70 16,2-4-39-16,-2 4 0 0,-2 1 0 0,-1 0 0 15,0-5 0-15,-2 0 0 0,-1 0 0 0,-1-4 0 16,0-4 0-16,0-5 0 0,0 0 0 0,0-5 0 16,0-4 0-16,-3-3 0 0,-3-1 0 0,1-5 0 15,-1-1 0-15,-1-2 0 0,-3 0 0 0,1 0 0 16,-3-7 0-16,1-7 0 0,1-1 0 0,-5-1 0 16,3-5 0-16,-2 2 0 0,3 2 0 15,0 3 0-15,-1-1 0 0,3 7 0 0,-2-1 0 16,1 5 0-16,1 2 0 0,0 2 0 15,-1 0 0-15,1 0 0 0,0 6 0 0,-3 5 0 16,3 4 0-16,0 1 0 0,-2 5 0 0,3 0 0 16,-2 0 0-16,1 0 0 0,1-3 0 0,2 2 0 15,-2-2 0-15,4-6 0 0,-1 4 0 16,1-9 0-16,1 0-465 0,3-2 178 0,0-4 126 0,0-1 54 16,3 0-559-16,13-11 315 0,3-9 158 15,8-10-232-15</inkml:trace>
  <inkml:trace contextRef="#ctx0" brushRef="#br0" timeOffset="-207885.77">9075 17544 2737 0,'7'-4'0'0,"0"0"0"0,2 0 0 0,3 1 0 0,-1-3 0 0,6 3 0 0,0-2 0 0,2 4 0 0,-1-1 0 0,1 2 0 0,-1 0 143 0,0 0-45 0,-5 6-35 16,-2 3-54-16,-3 2 0 0,-3 2 27 0,-2 2-35 15,-3 3 44-15,0-1-9 0,-7-2-1 0,-5 2 89 16,-2-1-45-16,-1 0 1 0,3-4 220 0,1-2-164 16,3-5-136-16,0 0 0 0,5 0 0 0,1-4 0 15,2 1 0-15,0 1 0 0,0-2 0 0,9 2 0 16,7 0 0-16,5-1 0 0,0 1 0 0,8 3 0 16,-6 0 0-16,4-1 0 0,-1-1 0 0,-1 6 0 15,-6 1 0-15,3 4 0 16,-7 0 0-16,-4 3 0 0,-2 1 0 0,-2-1 0 15,-6 0 0-15,-1 1 0 0,0 2 0 0,-15 1 0 16,-1-5 0-16,-7 2 0 0,-2-4 0 16,-1-1 0-16,-4-2 0 0,1-5 0 0,-3-2 0 0,2-2 0 15,7-3 0-15,-7 0 0 0,5 0 0 16,4-3 0-16,4-5 0 0,-1-2 0 0,7 3 0 0,2-3 0 16,4 1 0-16,3 0 0 15,2 0 0-15,0-4 0 0,2 7 0 0,11-2 0 16,-1 1 0-16,0 1-1080 0,2 0 453 0</inkml:trace>
  <inkml:trace contextRef="#ctx0" brushRef="#br0" timeOffset="-206258.43">6770 16137 1999 0,'0'-3'0'0,"0"0"0"0,0 2 0 0,0-1 0 0,0 0 0 0,0 2 0 0,0 0 0 0,0 0 0 0,0 0 0 0,0 0 0 0,2 5 130 0,0-2-46 0,1 4-15 15,-1-2 143-15,1 1-87 0,-1 2-44 0,0-3 51 16,0-1-48-16,-2 0-14 0,4-1-9 0,-4 4 40 15,1 0-33-15,-1 0 1 0,0 1 79 0,1 2-46 16,-1-1-38-16,3-2 1 16,-2 3 54-16,1 0-42 0,0 0-6 0,0 1-71 0,-2 1 0 0,1-1 0 15,1 0 0-15,0 0 0 0,0 1 0 0,1 3 0 16,-3-2 0-16,0 2 0 16,0 1 0-16,0 0 0 0,0-3 0 0,0 2 0 15,0 0 0-15,0 1 0 0,0 4 0 0,0-1 0 16,2-1 0-16,-2 3 0 0,0-2 0 0,2 4 0 15,-2-4 0-15,0 4 0 0,3 0 0 0,-3 3 0 16,0-3 0-16,0 2 0 0,0-1 0 0,0 0 0 16,0-3 0-16,0 3 0 0,0-1 0 0,0 0 0 15,0-1 0-15,0-1 0 0,0-1 0 0,0 0 0 16,0-1 0-16,0-3 0 16,0 0 0-16,0 1 0 0,0 0 0 0,0 0 0 0,0 0 0 0,0 0 0 15,0-2 0-15,0 2 0 16,0-2 0-16,0-2 0 0,0-1 0 0,0 1 0 15,-3-3 0-15,3 1 0 0,0-5 0 0,0 3 0 16,0-4 0-16,0 1 0 0,0-3 0 0,0 1 0 16,0-1 0-16,0-1 0 0,0 0 0 0,0-2 0 15,0 2 0-15,0-2 0 0,0 0 0 0,0 0 0 16,0 0 0-16,0 0 0 16,0 0 0-16,0 0 0 0,0 0 0 0,0 0 0 15,0 0 0-15,0 0 0 0,0 0 0 0,0 0 0 16,0 0 0-16,0 0 0 0,0 0 0 0,0 2-299 15,-4 4-193-15,-3 3 227 0</inkml:trace>
  <inkml:trace contextRef="#ctx0" brushRef="#br0" timeOffset="-201066.22">7179 16346 1935 0,'-2'0'0'0,"0"0"0"0,2-2 0 0,0-2 0 0,0 1 0 0,2-2 0 0,5-2 0 0,5-1 0 0,-3 1 0 0,5-1 0 0,-1 3 63 16,0-2 43-16,2 1-40 0,1 0 0 0,2 3-29 16,0 0 101-16,2-2-50 0,-2 1-17 0,0 2 48 15,2 0-41-15,-4 0 0 0,2 1-41 0,-4-1 27 16,-2 2 10-16,0 0-37 15,-1 0-1-15,-4 7-15 0,-4 4 16 0,-1 1-1 0,0 1 91 16,-2 2-50-16,0 2 0 0,0-4-40 0,-7-3 130 16,0 2-65-16,-5-1-23 0,1 0-1 0,-1-4-78 15,-1 2 0-15,0-4 0 0,2 0 0 0,1-2 0 16,1-1 0-16,-1 0 0 0,3 1 0 0,3-3 0 16,2 0 0-16,-1 0 0 0,3 0 0 0,0 0 0 15,0 0 0-15,0 0 0 0,8 0 0 0,4 0 0 16,2 0 0-16,0-3 0 15,4 1 0-15,2 0 0 0,-5 0 0 0,5 2 0 16,-3 0 0-16,1 0 0 0,-4 0 0 0,2 6 0 16,-4 1 0-16,-1 5 0 0,-4 1 0 0,-2 3 0 15,-1 0 0-15,-1 3 0 0,-3-2 0 0,0-2 0 16,0 3 0-16,-8-1 0 0,-1 0 0 0,-4-1 0 16,-3 2 0-16,-1-2 0 0,3-1 0 0,-6-1 0 15,5 0 0-15,-5-3 0 16,2-2 0-16,2-2 0 0,-1-1 0 0,3-2 0 15,-3-3 0-15,6 2 0 0,-4-3 0 0,2 0 0 16,2 0 0-16,2 0 0 0,2-4 0 0,-1-6 0 16,4 3 0-16,0-2 0 0,4-1 0 0,0-3-485 15,0 2 50-15,8-3 198 0,4-1 92 0,6-2-361 16,0 1 235-16</inkml:trace>
  <inkml:trace contextRef="#ctx0" brushRef="#br0" timeOffset="-200861.67">7660 16313 3286 0,'0'0'0'0,"2"0"0"0,1 0 0 0,1 0 0 0,5 0 0 0,3 0 0 0,5 0 0 0,4 0 0 0,0-1 0 0,9-4 0 0,-1 2 111 0,0 0 105 16,1 1-90-16,0-2-44 0,-4 2 9 0,5-1-269 0,-5-1 108 0,-4 2 53 15,1-1 27-15,-5 2-187 0,-3-1 116 0,-4 0 44 16,-2 1-514-16,-2 1 178 15,-4 0 173-15,-1 0-26 0,-2 0-313 0,0-3 246 16,0 3 118-16,-2-5-255 0,-9-5 187 0,1-5 93 16</inkml:trace>
  <inkml:trace contextRef="#ctx0" brushRef="#br0" timeOffset="-200599.35">7972 15983 2157 0,'-2'-6'0'0,"-2"2"0"0,-2 3 0 0,0 1 0 0,-1 0 0 0,2 0 0 0,-3 12 0 0,0 3 0 0,3 1 0 0,1 8 0 0,-1 1 591 0,1 4-269 0,0 3-147 0,3-2-69 16,-1 9 171-16,-1 3-120 0,3 0-60 0,0-7-48 16,0 13-49-16,3-7 0 0,2-7 0 0,4 4 0 15,2-5 0-15,3 0 0 0,-1-5 0 0,0-2 0 16,1-8 0-16,-4-1 0 0,4-2 0 0,-3-5 0 16,-1-5 0-16,-1-1 0 0,-2-2 0 0,0-2 0 15,0 0 0-15,1 0 0 0,-4-8 0 0,2-1 0 16,-2-1 0-16,-1 1 0 0,-1 0 0 0,4-1 0 15,-6 2 0-15,5 1 0 16,-4 2-197-16,1-1 22 0,-2 2-661 0,0 3 391 16,0-2 209-16,0 2 99 0,0-1-627 0</inkml:trace>
  <inkml:trace contextRef="#ctx0" brushRef="#br0" timeOffset="-198847.77">8363 16459 3025 0,'-23'-10'0'0,"8"10"0"0,7 0 0 0,4 0 0 0,1 0 0 0,3 0 0 0,0 0 0 0,5 2 0 0,15-1 0 0,3-1 0 0,9 0 161 0,10 0-63 0,-1 0 166 16,2 0-115-16,-8 0-46 0,5 0-38 15,0 0-103-15,-5 0 37 0,-3-1 0 16,-4 1 38-16,-5 0-344 0,-4 0 168 0,-6 0 87 15,-2 0-478-15,-5 0 227 0,-2 0 156 0,-2-2-42 16,-2 0-313-16,0-4 233 0,-7-2 116 0,-4-1-134 16,1 0 125-16,-1-5 54 0,-5-6 40 0</inkml:trace>
  <inkml:trace contextRef="#ctx0" brushRef="#br0" timeOffset="-198682.31">8650 16155 2351 0,'-7'-5'0'0,"-2"4"0"0,4 1 0 0,-2 0 0 0,1 0 0 0,1 11 0 0,-2 4 0 0,4 4 0 0,0 5 0 0,0 2 0 0,1 2 180 0,0 2-71 0,2 0 471 16,-1 2-276-16,1 5-134 0,0 0 67 0,0-1-237 16,0-1 0-16,0-1 0 0,1-2 0 0,6-1-124 15,-3-2 69-15,3-7-620 0,0 0 365 0,0-4 169 16,1-3 67-16,-1-5-373 0,5-5 145 16,-1-5 132-16,1 0 58 0</inkml:trace>
  <inkml:trace contextRef="#ctx0" brushRef="#br0" timeOffset="-198318.68">8832 16206 2250 0,'9'-16'0'0,"3"5"0"0,-1 1 0 0,2 1 0 0,2 1 0 0,0 1 0 0,6 2 0 0,0-1 0 0,4 3 0 0,0 2 0 0,-1 1 221 0,-3 0-93 0,-1 0 5 16,0 1-40-16,-6 8-32 0,-2 0 0 0,-3 2-18 15,-7 2-6-15,0 0-1 16,-2 2 10-16,-2 0 51 0,-9 0-30 0,-4 0 0 15,0-2 204-15,-2 3-117 0,0-4-49 0,2 0-44 16,4-1-61-16,4-4 0 0,0 1 0 0,5-1 0 16,2 1 0-16,0-1 0 0,2 1 0 0,10-1 0 15,4-1 0-15,2 3 0 0,1 0 0 0,1-1 0 16,-1 2 0-16,1-1 0 0,-1 2 0 0,-1 1 0 16,-6 3 0-16,1 1 0 0,-3 0 0 15,-4 0 0-15,-5 5 0 0,1 0 0 0,-2-2 0 16,0-3 0-16,-9 2 0 0,-5-2 0 15,-2 3 0-15,-1-6 0 0,-2 2 0 0,0-3 0 16,-2-2 0-16,3-3 0 0,-1-2 0 0,3 1 0 16,-1-2 0-16,2-3 0 0,5 1 0 0,0-2 0 15,3 0 0-15,2 0-182 0,5-3-260 0,0-11 207 16,0-4 99-16,9-6-858 0</inkml:trace>
  <inkml:trace contextRef="#ctx0" brushRef="#br0" timeOffset="-198135.45">9289 16331 3725 0,'9'0'0'0,"2"0"0"0,-3 0 0 0,-1 0 0 16,4 0 0-16,0 0 0 0,3 0 0 0,2 1 0 0,3 4 0 0,6-2 0 0,0-1 122 0,-4 2-38 0,0-1-84 0,8 0 0 0,-10 3 0 16,3-2 0-16,0 1 0 0,-4-2 0 0,-4 0-463 15,0 1 189-15,-5-2 165 16,0 0 68-16,-3 0-779 0,-3-2 401 0,-1 0 149 15,-2 0-330-15,0-2 272 0</inkml:trace>
  <inkml:trace contextRef="#ctx0" brushRef="#br0" timeOffset="-197936.28">9549 16131 3158 0,'-7'-3'0'0,"-2"1"0"0,1 1 0 0,2 1 0 0,3 0 0 0,3 0 0 0,0 3 0 16,0 9 0-16,0 0 0 0,0 6 0 0,0 3 415 0,1 6-194 0,1-1-92 0,0 5-121 0,0 0-8 15,-2 1 0-15,0 2 0 0,0-2 0 0,0 2 0 16,0-3 0-16,0 4 0 0,0-5 0 0,0-3 0 16,0 6 0-16,0-7 0 0,0-4 0 0,0-3 0 15,0-1-38-15,0-10-502 0,0 2 190 0,0-6 157 16,2-3 78-16,6-1-605 0,1 0 341 0,2-11 163 16</inkml:trace>
  <inkml:trace contextRef="#ctx0" brushRef="#br0" timeOffset="-197705.9">9856 16216 3931 0,'5'0'0'0,"0"0"0"0,-3 0 0 0,1 0 0 0,-1 0 0 0,0 2 0 0,-2 7 0 0,1 2 0 0,1 8 0 0,0 2 0 0,0 3 0 0,0 3 0 0,0 2 0 15,-1 1 0-15,1 4 0 0,0-4 0 16,2 2 0-16,1-2 0 0,0 0 0 0,-2-1 0 15,1-7 0-15,0 1 0 0,-1 0 0 0,-1-7 0 16,0-1 0-16,0-6 0 0,-2 1 0 0,0-2-187 16,0-5-253-16,0 1 201 0,0-3 101 0,0-1-274 15,0 0 178-15,0 0 104 0,0-1 46 0</inkml:trace>
  <inkml:trace contextRef="#ctx0" brushRef="#br0" timeOffset="-197209.18">10229 15954 2352 0,'0'-8'0'0,"0"4"0"0,0 0 0 0,0 0 0 0,0 1 0 0,0 1 0 0,0 0 0 0,0 0 0 0,4 2 0 0,1 0 0 15,0 0 157-15,0 0-60 16,-1 8 277-16,0 1-169 0,-3 0-76 0,1 7 246 0,-2-4-170 0,0 6-168 0,0-2-37 0,0 3 0 0,0 0 0 0,0 2 0 16,0 1 0-16,0 1 0 15,0 1 0-15,0-2 0 0,0 6 0 0,0-3 0 0,0 1 0 0,0 1 0 16,0 1 0-16,2-3 0 16,0 5 0-16,0 1 0 0,1 1 0 0,-1 2 0 0,1 0 0 0,-1 2 0 15,-2-1 0-15,0 2 0 16,2-1 0-16,-1 0 0 0,1-2 0 0,0 0 0 15,0-3 0-15,0 2 0 0,-1-4 0 0,1-1 0 16,0 1 0-16,-2-6 0 0,0 5 0 0,0-8 0 16,0 2 0-16,0-1 0 0,0-1 0 15,0-2 0-15,0-3 0 0,0 0 0 0,0-3 0 0,0-1 0 16,0 0 0-16,0-3 0 0,-2-1 0 16,0 1 0-16,2-3 0 0,-1-1 0 15,1-1 0-15,-2 0 0 0,2 0 0 0,0-1 0 16,0-1 0-16,-2 2 0 0,2-1 0 0,0-2 0 15,0 0 0-15,0 0 0 0,0 0 0 0,0 0 0 16,0 0 0-16,-2 0 0 0,0 0 0 0,1-2 0 16,-1-4 0-16,-3-1 0 0,1-4-148 0,1 3-155 15,-3-3 139-15,1-3-971 0</inkml:trace>
  <inkml:trace contextRef="#ctx0" brushRef="#br0" timeOffset="-192473.6">11921 16786 1684 0,'0'0'0'0,"0"0"0"0,0 0 0 0,0 0 0 0,0 0 0 0,0 0 0 0,0 0 0 0,0 0 0 0,0 0 0 0,0 0 0 0,0 0 61 0,0 0 0 16,0 0-25-16,0 0 106 0,0 1-58 0,0 3-24 15,-1 2 0-15,-1-2 74 0,-2 1-41 16,2 1-33-16,-1-1 36 0,-1 1-30 0,0-1 0 0,0 3-30 15,-2-1 46-15,1 2-47 0,-2 1 1 0,-2 1 21 16,2 1-21-16,-2-1-1 0,-2 4 10 0,-3 2-12 16,2 4 2-16,-4-1 1 0,0 3-1 0,-2 0 43 15,4-3-33-15,-5 6-10 16,4-3 40-16,-4-1-1 0,2-3-38 0,4-4 39 0,-3 4-31 0,2-4-8 16,1-2-1-16,1-2-37 15,1-1 0-15,1-3 38 0,1-2 8 0,4 1 74 16,-1-4-118-16,3 0 0 0,1 0 0 0,0-2 0 15,2 0 0-15,0 0 0 0,0 0 0 0,0 0 0 16,0 0 0-16,0 0 0 0,0 0 0 0,0 0 0 16,0 0 0-16,0 0 0 0,0 0 0 0,0 0 0 15,0 0 0-15,0 0 0 0,0 0 0 0,0 0 0 16,2 0 0-16,0 0 0 0,3 0 0 16,2 0 0-16,4 0 0 0,-1 0 0 15,5 0 0-15,2 0 0 0,3 0 0 0,3 0 0 16,4 0 0-16,-1 0 0 0,2 1 0 0,2 2 0 15,2-3 0-15,2 4 0 0,-2-3 0 0,1 1 0 16,1 0 0-16,0-2 0 0,0 0 0 0,-2 2 0 16,-2 0 0-16,-2-2 0 0,-5 2 0 0,-1-2 0 15,-2 0 0-15,-2 1 0 0,-4-1 0 16,-2 0 0-16,-3 0 0 0,-3 0 0 0,0 0 0 16,-2 0 0-16,-2 0 0 0,0 0 0 15,-2 0 0-15,0 0 0 0,0-1 0 0,0-1 0 16,0 0 0-16,0 0 0 0,0 0 0 0,-2 0 0 15,-2 1 0-15,-1-2 0 0,0 3-37 0,1 0-778 16,-1 0 390-16,-1 0 185 0,1 0 107 0,-1 0-581 16,0 0 339-16,-1 0 170 0</inkml:trace>
  <inkml:trace contextRef="#ctx0" brushRef="#br0" timeOffset="-192079.65">12063 16812 1944 0,'-8'-2'0'0,"2"-1"0"0,-1 2 0 0,1-1 0 0,3 0 0 0,-1 2 0 0,2 0 0 0,-1 0 0 0,2 0 0 0,1 0 0 0,0 8 289 0,0 5-118 16,0 2-73-16,0 5-31 0,0 7 93 0,0 1-62 15,0 3-32-15,0 5 259 0,0 4-149 0,0 5-70 16,0-2-36-16,0 1 215 0,0 2-209 15,0-4-76-15,0 6 0 0,0-12 0 0,0 5 0 0,0-1 0 16,0-3 0-16,0 0 0 0,0-4 0 0,0-4 0 16,0 2 0-16,0-5 0 0,1 0 0 0,2-5 0 15,-1 4 0-15,0-7 0 0,0 2 0 0,-2-4 0 16,0 1 0-16,0-2 0 16,0-2 0-16,0 1 0 0,0-5 0 0,0 2 0 15,0-4 0-15,0 1 0 0,0-2 0 0,0-3 0 16,0 1 0-16,-2 0 0 0,2-2 0 0,-2-2 0 15,0 0 0-15,2 0 0 0,-3 0 0 0,3 0 0 16,-1 0 0-16,1 0 0 0,0 0-10 0,0-2-630 16,0-7 303-16,1-5 150 0,10 0-473 0,-1-5 303 15,6-7 165-15,0-3 79 0,4-7-484 0</inkml:trace>
  <inkml:trace contextRef="#ctx0" brushRef="#br0" timeOffset="-191861.91">12498 17140 3207 0,'0'-2'0'0,"0"2"0"0,2 0 0 0,0 0 0 0,3 0 0 0,6 2 0 0,1 2 0 0,3 1 0 0,4-2 0 0,4 4 0 0,3-1 265 16,0-3-114-16,2-1-58 0,0-2 45 0,-1 0-61 15,-3 0-77-15,6 0 0 0,-9 0 0 0,1 0 0 16,-3 0 0-16,-1 0-47 0,-4 0 36 0,1 0 18 15,-7 0 1-15,1 0-464 0,-3 0 168 0,-3 0 148 16,-1 2-39-16,0 6-572 16,-2 3 358-16</inkml:trace>
  <inkml:trace contextRef="#ctx0" brushRef="#br0" timeOffset="-191619.23">12675 17444 3401 0,'-17'14'0'0,"0"-2"0"0,2-1 0 16,-1-1 0-16,7-2 0 0,4-2 0 0,1-3 0 0,4 3 0 0,0 0 0 0,8-3 0 0,7 3 530 0,5-3-530 0,6 1 0 0,1-2 0 0,-1 1 0 16,3 0 0-16,-3-2 0 0,-4 1 0 0,3 0 0 15,-3-2 0-15,1 0 0 16,-5 0 0-16,-2 0 0 0,-3 0 0 0,-3 0 0 16,1 0 0-16,-6 0 0 0,0 0 0 0,-1 0 0 15,-2-2 0-15,0 0 0 0,-2 2 0 0,0-1 0 16,0-2 0-16,0 2 0 0,0 1-95 0,0-2-100 15,-4 2 71-15,0 0 49 0,1 0-695 0,-3 0 359 16,1 0 192-16</inkml:trace>
  <inkml:trace contextRef="#ctx0" brushRef="#br0" timeOffset="-187978.22">13306 17151 355 0,'0'0'0'0,"0"0"0"0,0 0 0 0</inkml:trace>
  <inkml:trace contextRef="#ctx0" brushRef="#br0" timeOffset="-187862.87">13710 17129 355 0,'1'6'0'0,"1"-3"0"0,-2 3 0 0,0-1 601 0,0-2-301 16,-2 0-150-16</inkml:trace>
  <inkml:trace contextRef="#ctx0" brushRef="#br0" timeOffset="-187500.14">13563 16826 2120 0,'-7'0'0'0,"1"0"0"0,2 0 0 0,-1 0 0 0,1 4 0 0,0 6 0 0,2 2 0 0,2 5 0 0,0 7 0 0,0 0 0 0,0 2 411 0,2 4-188 0,4-1-85 0,0 4-55 16,-1 1-19-16,-1-2-29 15,-1 2 1-15,-1-2-67 0,-2-2 42 0,0-1-9 16,0 3 33-16,0-5-150 0,-9-1 75 0,-2-2 38 16,-1-4 8-16,-2 4-100 0,0-8 9 0,-2-1 50 15,-2-1-69-15,2-3 47 0,-1-2-13 0,0 0 27 16,2-3 206-16,2 0-88 15,-1-1-38-15,5-1 393 0,0 2-187 0,3-5-113 0,2 2-24 0,2-2 106 16,0-1-165 0,2 3-47-16,0 0 0 0,2 1 0 0,10 0 0 0,3-1 0 0,0 1 0 0,3 2 0 15,3-4 0-15,0-1 0 16,3 4 0-16,2-2 0 0,-1-1 0 0,1 2 0 16,-3-3 0-16,4 4 0 0,0-4 0 0,-1 1 0 15,1-2 0-15,-6 2 0 0,1-2 0 0,-1 0 0 16,-2 0 0-16,-3 0 0 0,0 0-595 0,-5 0 170 15,-1 0 200-15,-1 0 94 0,-2 0-662 0,0 0 379 16</inkml:trace>
  <inkml:trace contextRef="#ctx0" brushRef="#br0" timeOffset="-187107.44">13334 17141 2449 0,'-9'-3'0'0,"1"1"0"0,2 1 0 0,1-2 0 0,3 3 0 0,0 0 0 0,2-1 0 0,0 1 0 0,4 0 0 0,13 0 0 0,5 0 330 0,-1 0-138 0,5 0-83 16,3 0-36-16,-1 1 408 0,4 5-223 0,-2 2-219 0,0-3-39 16,2 3 0-16,0 0 0 0,-2-1 0 0,-2 0 0 15,-1-1 0-15,-9-2 0 0,3 2 0 16,-7-2 0-16,-2-1 0 0,-1-1 0 0,-5 0 0 15,-3 0 0-15,-1-2 0 0,0 0 0 0,0 0-679 16,-2 0 314-16,0 0 165 0,0 0-488 0,0 0 331 16</inkml:trace>
  <inkml:trace contextRef="#ctx0" brushRef="#br0" timeOffset="-186708.76">14283 16798 2610 0,'-10'-3'0'0,"-1"1"0"0,0 0 0 0,-3-1 0 15,3 3 0-15,-4 0 0 0,2 0 0 0,0 9 0 0,0 4 0 0,-2 5 0 0,1 6 103 0,0 3 364 0,0 7-221 0,1 5-105 0,0 3 223 0,4 2-364 16,1 4 0-16,5-7 0 0,1 12 0 0,2-5 0 16,0-3 0-16,7-1 0 15,8-6 0-15,2-5 0 0,2-2 0 0,3-2 0 16,1-4 0-16,3-3 0 0,-1-5 0 0,-5-2 0 15,8-1 0-15,-7-4 0 0,0 0 0 0,-1-4 0 16,-3-1 0-16,0-3 0 0,-2-2-407 0,0 0 12 16,-1 0 180-16,-4 0 90 0,4-2-318 15,-1-8 195-15,1-3 111 0,-2-7 50 0</inkml:trace>
  <inkml:trace contextRef="#ctx0" brushRef="#br0" timeOffset="-186335.49">14472 16998 2494 0,'-12'-6'0'0,"3"4"0"0,4 0 0 0,1 0 0 0,2 1 0 0,2-1 0 0,0-1 0 0,6 0 0 0,13 0 0 0,3-1 0 0,1 3 260 0,1 0-112 0,3 1-56 16,-7 0-29-16,3 0-52 0,-4 0-9 0,-3 2 33 16,-4 7 1-16,-3 0-30 0,-5 2 0 0,-2 5 39 15,-2-4 124-15,0 5-67 0,0 0-33 0,-10-3-1 16,0 4 215-16,-4-1-241 0,3-2-42 0,-3 0 0 15,5-4 0-15,4-1 0 0,-3-3 0 0,4 0 0 16,2-1 0-16,2 3 0 0,0-2 0 0,2 0 0 16,8-1 0-16,3 1 0 15,2 2 0-15,1-2 0 0,0 5 0 0,-1-3 0 16,-2 4 0-16,-2-3 0 0,0 1 0 0,-5 0 0 16,0 5 0-16,-4-1 0 0,0 2 0 0,-2-1 0 15,0 4 0-15,-6-4 0 0,-6 1 0 0,0-2 0 16,-4 0 0-16,1-2 0 0,-4-2 0 0,3-1 0 15,-3-5 0-15,2 1 0 0,0 0 0 0,2-4 0 16,2-2 0-16,2 0 0 0,1 0 0 16,3-2 0-16,5-14 0 0,2-7-775 15,0-6 225-15,12-7 258 0,4-2-714 0</inkml:trace>
  <inkml:trace contextRef="#ctx0" brushRef="#br0" timeOffset="-186170.55">14729 17073 2923 0,'14'-4'0'0,"-3"0"0"0,-2 2 0 0,1 0 0 0,-1 2 0 0,4 0 0 0,1 0 0 0,0 0 0 0,7 0 0 0,2 2 0 16,2 0 177-16,-2 2-71 0,2-3 220 0,-2 2-133 0,5-2-82 15,-3 0-37-15,-5 4-295 0,2-4 129 0,-2 4 63 16,-6-1 41-16,-1-3-644 0,-3 3 334 0,-3-4 166 16,-3 2-704-16,-1-2 367 15,-3 0 207-15,0 0 118 0</inkml:trace>
  <inkml:trace contextRef="#ctx0" brushRef="#br0" timeOffset="-185816.77">15055 16862 2814 0,'-12'-5'0'0,"5"2"0"0,-1 3 0 0,1 0 0 0,2 8 0 0,-4 5 0 0,6 5 0 0,1 6 0 0,0 2 0 0,0 5 0 0,2 7 258 0,0 8-116 0,0-3-52 0,-2 3 506 16,1 2-565-16,1-2-31 0,0-8 0 0,0 1 0 15,0-3 0-15,0-6 0 0,5-2 0 0,4-4 0 16,1-5 0-16,3-4 0 0,2-1 0 0,0-7 0 15,4-5 0-15,3-2-732 0,-1 0 189 0,2-5 258 16,0-9 124-16,-3-2-262 0,-3-2 194 16,-1-6 96-16,-4 3 40 0,3-7-430 15,-8 2 243-15,1 2 123 0,-4 3-47 0,-2 0 102 16,-1 0 36-16,1 4 66 0,-2 4 270 0,0 4-171 16,0 0-67-16,0 1 692 0,0 5-389 0,0-1-181 15,0 3-49-15,0-2 452 0,4 2-233 0,7 1-144 16,3 0-63-16,0 0 457 0,5 0-269 0,2 0-150 15,1 0-155-15,5 1 0 0,-6 2 0 0,3 2 0 16,-2-2 0-16,-1 1 0 0,0 2 0 0,-3-2-50 16,-2-1-204-16,-4 1 145 15,0-3 72-15,-4 1-838 0,-1-2 378 0,-4 0 222 16,1 0 124-16,-2 0-234 0,-2-2 175 0</inkml:trace>
  <inkml:trace contextRef="#ctx0" brushRef="#br0" timeOffset="-185627.26">15513 16873 2866 0,'-8'-6'0'0,"2"3"0"0,1 3 0 0,-1 0 0 0,3 0 0 0,-3 8 0 0,2 5 0 0,2 7 0 0,2 7 0 0,0 0 0 0,0 8 483 0,0 1-224 0,0 7 64 16,0 4-323-16,0 1 0 0,0-1 0 0,0-1 0 16,0-2 0-16,0-6 0 0,0 3 0 0,0-1 0 15,0-3 0-15,0-1 0 0,-2-4 0 0,0-7 0 16,0-2 0-16,2-4 0 0,0-7-558 0,0-5 54 15,0-2 185-15,2-5-606 0,7-1 449 0</inkml:trace>
  <inkml:trace contextRef="#ctx0" brushRef="#br0" timeOffset="-185327.11">15848 17044 3041 0,'7'-4'0'0,"0"2"0"0,-3 2 0 0,-4 0 0 0,0 8 0 0,-2 6 0 0,-11 6 0 16,-1 2 0-16,0 3 0 0,-3 3 0 0,0 0 428 0,-2 2-201 0,3-3-95 0,-3 0-29 0,1-6-103 16,4-4 0-16,0 1 0 0,3-6 0 0,4-4 0 15,1-1 0-15,3-5 0 0,0 0 0 0,3-1 0 16,0 2 0-16,0-2 0 0,12 2 0 0,4-2 0 16,5 1 0-16,6 3 0 0,1-1 0 0,0 1 0 15,4 0 0-15,2-1 0 0,-2 0 0 0,3-3 0 16,-3 4 0-16,-2-4 0 0,0 1 0 15,-2-2 0-15,-7 2 0 0,-1-2 0 0,-2 0 0 0,-4 0 0 16,-4 2 0-16,-2-2-88 16,-5 0-756-16,-1 0 408 0,0 0 200 0,-2 0 101 15,0-6-542-15,-7-6 320 0,-1-10 152 0,-4-8 89 16,2-7-238-16</inkml:trace>
  <inkml:trace contextRef="#ctx0" brushRef="#br0" timeOffset="-185168.68">16007 17105 3165 0,'-10'-3'0'0,"3"3"0"16,-2 0 0-16,0 3 0 0,0 8 0 0,4 8 0 0,1 2 0 0,-1 9 0 0,3-1 0 0,0 5 0 0,0 2 160 0,-1-1 426 0,0 4-566 0,-3 5-20 0,5-7 0 0,-3-2 0 15,0 2 0-15,2-4 0 0,1 2 0 0,-1-5 0 16,0-4 0-16,0-4 0 0,0 1 0 0,2-4-103 16,-1-8 36-16,-1-4-537 0,2-1 179 0,0-6 195 15,0 0 91-15</inkml:trace>
  <inkml:trace contextRef="#ctx0" brushRef="#br0" timeOffset="-184978.16">16216 17018 3919 0,'18'-8'0'0,"3"7"0"0,4 1 0 0,-5 6 0 0,1 9 0 0,-2 13 0 0,3 7 0 0,-5 1 0 0,1 16 0 0,-6 0 0 0,-5 5 12 15,-5-3-12-15,-2-8 0 0,0 17 0 0,-15-4 0 16,-7-5 0-16,-5 2 0 0,-5-1 0 15,2-9 0-15,-9 10 0 0,5-16 0 0,-8 2 0 0,1-6 0 16,-6-3 0-16,-1 0 0 0,-7 0-463 16,0 1-43-16</inkml:trace>
  <inkml:trace contextRef="#ctx0" brushRef="#br0" timeOffset="-173010.6">17817 17418 2183 0,'-8'-9'0'0,"3"1"0"0,3 5 0 16,-2-5 0-16,4 5 0 0,-2-4 0 0,2 6 0 0,0-1 0 0,0-1 0 0,0 3 0 0,0 0 190 0,0 0-77 0,0 9-38 0,0 1 33 0,0 6-40 0,0 2 0 15,-5 8-32-15,-9 0 97 0,-2 0-49 0,-3 4-14 16,-8 2-10-16,1 2 72 0,-4-4-47 16,-2 5-25-16,-4-4 0 0,4-4 180 15,-7 5-106-15,11-9-102 0,-2-1-32 0,5-4 0 0,9-4 0 16,2-5 0-16,5-3 0 0,6-1 0 0,3-3 0 15,0-2 0-15,9 0 0 16,13 0 0-16,10 0 0 0,4-1 0 0,5-4 0 16,-1 3 0-16,1-3 0 0,-7 3 0 0,7 0 0 15,-1 1 0-15,-3 1 0 0,-3 0 0 0,-4 0 0 16,-5 0 0-16,-1 0 0 0,-2 0 0 0,-3 0 0 16,-4 1 0-16,-2 1 0 0,-2 0 0 0,-3 0 0 15,0-2 0-15,-3 0 0 0,-1 0 0 0,0 0-780 16,-3 0 350-16,3-4 201 15,-2-7 97-15,0-6-584 0,-2-3 339 0</inkml:trace>
  <inkml:trace contextRef="#ctx0" brushRef="#br0" timeOffset="-172796.95">17885 17469 2648 0,'-18'-6'0'0,"4"4"0"0,0 0 0 0,3 1 0 0,0 1 0 16,3 0 0-16,1 0 0 0,3 3 0 0,2 10 0 0,2 4 0 0,0 4 601 0,0 2-273 0,0 8-151 0,0 1-70 0,0 6-37 0,0 5-70 15,2-2 0-15,-2-3 0 0,0 13 0 16,0-7 0-16,0-3 0 0,0 3 0 16,0-8 0-16,-2 3 0 0,-1-3 0 0,1-2 0 15,0-4 0-15,2-8 0 0,0 1 0 0,0-4 0 16,0-4 0-16,2-8 0 0,5-3-725 0,4-4 278 16,3 0 206-16,4-10 93 0,1-14-296 0,4-12 205 15</inkml:trace>
  <inkml:trace contextRef="#ctx0" brushRef="#br0" timeOffset="-172634.51">18154 17598 3081 0,'3'-6'0'0,"3"5"0"0,1-3 0 0,0 1 0 0,3 0 0 0,1-1 0 0,6 3 0 0,0-1 0 0,8 0 0 0,-1 0 2 0,0-1 459 0,-1 2-200 15,9 1-135-15,-8 0-126 0,3 0 0 0,-3 0-19 0,-2 0 21 0,1 0-636 16,-4 0 330-16,-1 6 170 15,0-1 85-15,-6 4-396 0,0 0 188 0</inkml:trace>
  <inkml:trace contextRef="#ctx0" brushRef="#br0" timeOffset="-172461.08">18388 17812 3718 0,'-18'10'0'0,"0"1"0"0,7-4 0 0,0 1 0 0,3-2 0 0,5-1 0 0,3 3 0 0,0-2 0 0,1 1 0 0,10 1 0 0,8-3 213 0,0 1-213 0,3-2 0 0,-1 1 0 15,4-1 0-15,-3-1 0 0,1 0 0 0,-2-1 0 16,-3-2 0-16,1 0 0 16,0 0 0-16,-4 3 0 0,0-3-408 0,0 0 187 15,0 0 125-15,0 0-122 0</inkml:trace>
  <inkml:trace contextRef="#ctx0" brushRef="#br0" timeOffset="-172117.47">18933 17777 3931 0,'-4'0'0'0,"1"0"0"0,0 0 0 0,3 0 0 0,0 0 0 0,0 0 0 0,0 0 0 0,8 0 0 0,8 0 0 15,4 4 0-15,4 2 0 0,0 0 0 0,0 2 0 0,5 0 0 0,-1-1 0 0,2-1 0 16,0-2 0-16,0-1 0 0,0-1 0 0,-3-2 0 16,3 0 0-16,-7 0 0 0,-2 0 0 0,0 0 0 15,-6-2 0-15,-3-1 0 0,-5-4 0 0,-1 2 0 16,-3 0 0-16,-1-3 0 0,-2 3 0 0,0-1 0 15,0 0 0-15,0 1-126 16,0 0-312-16,0 0 200 0,0 2 101 0</inkml:trace>
  <inkml:trace contextRef="#ctx0" brushRef="#br0" timeOffset="-171608.79">19903 17446 2964 0,'-12'-2'0'0,"-4"2"0"0,0 0 0 0,-3 0 0 0,0 0 0 0,-9 14 0 0,4 3 0 0,-3 8 0 0,-3 5 0 0,5 5 0 0,5-2 187 0,-2 11-80 16,4-3 436-16,7 2-413 0,4 0-130 0,5-2 0 0,2-7 0 0,0 1 0 16,2-4 0-16,9-1 0 0,6-4 0 0,1-1 0 15,2-6 0-15,4 0 0 0,-2-3 0 0,3-3 0 16,-6-4 0-16,4 0 0 15,-1-4 0-15,-2-3 0 0,0-2-88 0,0 0-363 0,1 0 207 0,1-10 103 16,-2-5-663-16,3-6 388 16,-2-1 189-16</inkml:trace>
  <inkml:trace contextRef="#ctx0" brushRef="#br0" timeOffset="-171257.84">20024 17637 2781 0,'-9'-6'0'0,"1"5"0"0,2-3 0 0,0 0 0 0,3 1 0 0,3 0 0 0,0 2 0 0,0-3 0 0,14 3 0 0,2-1 0 0,3 0 211 0,-1 2-87 0,1 0-34 0,-1 0-10 16,-6 0-72-16,-1 5 0 0,-5 0 29 0,0 5 0 15,-4 1-34-15,-2 3 34 0,0 0 0 0,-8-2 192 16,-3 1-95-16,-2 2-49 0,-1-2-55 0,4-1-30 16,2-5 0-16,2 3 0 0,2-3 0 0,4-2 0 15,0 2 0-15,0 0 0 0,4-3 0 0,11 2 0 16,0-1 0-16,4 0 0 0,0 3 0 15,-1 0 0-15,0 1 0 0,-4 0 0 0,-2 2 0 16,-3 4 0-16,-3-1 0 0,-4 1 0 16,-2 2 0-16,0-1 0 0,-6 2 0 0,-7 0 0 15,-6 1 0-15,0-4 0 0,1 1 0 0,-3-4 0 16,-2-1 0-16,5-4 0 0,-3 2 0 0,2-4 0 16,2-3 0-16,7 0 0 0,-2-2 0 0,3 0 0 15,1 0 0-15,5 0 0 0,3-6 0 0,0-8 0 16,1-9-541-16,12-5-44 15,8-6 279-15,-1-2 134 0,3 1-853 0</inkml:trace>
  <inkml:trace contextRef="#ctx0" brushRef="#br0" timeOffset="-171115.43">20238 17697 3300 0,'17'-4'0'0,"-4"1"0"15,-2 1 0-15,3 1 0 0,-2-1 0 0,6 0 0 0,1 2 0 0,4 0 0 0,4 0 0 0,-1 0 0 0,4 0 136 0,2 0 167 0,2 0-133 0,0 0-148 0,-2 0-22 16,-2 0 0-16,-4 0 0 0,-1 0 0 0,-2 4-473 15,-5-1 146-15,-5-1 183 16,-3 2-825-16,-5-3 484 0,-3 2 137 0</inkml:trace>
  <inkml:trace contextRef="#ctx0" brushRef="#br0" timeOffset="-170933.96">20591 17500 3358 0,'-10'0'0'0,"1"0"0"0,0 5 0 0,1 8 0 0,1 4 0 0,-1 3 0 0,5 6 0 0,1 4 0 0,0 10 0 0,0-1 0 0,2 7 241 0,-1-3 91 16,1 0-332-16,0-6 0 0,0 3 0 0,0-3 0 16,5-4 0-16,6-6 0 0,4-4 0 0,0-6 0 15,2-2 0-15,1-5 0 0,3-4 0 0,4-6-92 16,-5 0 1-16,7-7 60 0,-5-8-1102 0,3-4 548 16,-5-1 274-16</inkml:trace>
  <inkml:trace contextRef="#ctx0" brushRef="#br0" timeOffset="-170783.05">20836 17781 3415 0,'0'-8'0'0,"0"2"0"0,0 2 0 0,0 3 0 0,0-2 0 0,2 2 0 0,5-1 0 0,6 2 0 0,4 0 0 0,3 0 0 0,6 0 215 15,1 0-88-15,1 0 47 0,2 0-174 0,0 0 0 16,0 0 0-16,2 0 0 0,-2 0 0 0,-2 0 0 16,-5 0-114-16,-1 0-175 0,-3 0 172 0,-6 0 72 15,-3 0-856-15,-4 0 344 0,-5-2 260 0</inkml:trace>
  <inkml:trace contextRef="#ctx0" brushRef="#br0" timeOffset="-170601.82">21137 17405 3716 0,'-7'0'0'0,"0"0"0"15,1 7 0-15,1 5 0 0,0 4 0 0,0 5 0 0,3 6 0 0,-2 3 0 0,1 6 0 0,-1 5 0 0,0 6 215 0,1-2-215 0,-5 1 0 0,4 2 0 0,-2-3 0 16,5-8 0-16,-1 3 0 15,2-5 0-15,0-1 0 0,0-5 0 0,0-8 0 0,0 0 0 0,0-4-78 16,2-10-986-16,5-1 446 16,5-6 295-16,4 0 121 0</inkml:trace>
  <inkml:trace contextRef="#ctx0" brushRef="#br0" timeOffset="-170332.7">21493 17463 3149 0,'3'0'0'0,"-1"2"0"0,-2 12 0 0,-2-5 0 0,-10 2 0 0,-6 2 0 0,-4 4 0 0,3 1 0 0,-2 1 0 0,0 3 0 0,0 1 217 0,1-4 175 0,-1 4-219 0,7-9-173 15,0 2 0-15,3-3 0 0,4-4 0 0,2-2 0 16,3 1 0-16,2-2 0 16,0 0 0-16,2-2 0 0,10 1 0 0,7-2 0 0,5 1 0 0,2 1 0 15,5-2 0-15,0-1 0 0,5-1 0 0,2 2 0 16,5-3 0-16,-2 0 0 0,-6 0 0 0,2 0 0 15,-1 0 0-15,-4 0 0 16,-2 0 0-16,-8 1 0 0,-3 2-145 0,-6-2 60 16,-4 1-716-16,-3-2 372 0,-4 1 201 0,-2-1-229 15,0 0 209-15,-9-1 106 0,-4-15 52 0</inkml:trace>
  <inkml:trace contextRef="#ctx0" brushRef="#br0" timeOffset="-170168.01">21691 17505 3077 0,'-10'-8'0'0,"4"6"0"0,-1 0 0 0,-1 2 0 0,2 0 0 0,1 9 0 0,-1 9 0 0,4 2 0 0,-1 1 0 0,1 10 0 0,-3 1 150 0,2 6 554 0,-1 5-704 16,-1-1 0-16,1-6 0 0,-2 3 0 0,3-2 0 0,0-2 0 15,1 0 0-15,0-8 0 16,2-2 0-16,-1 0 0 0,1-2 0 0,0-7-223 0,0-5-199 16,0-1 211-16,0-9-574 15</inkml:trace>
  <inkml:trace contextRef="#ctx0" brushRef="#br0" timeOffset="-169966.63">21998 17416 3931 0,'12'-2'0'0,"4"2"0"0,1 2 0 0,-2 9 0 0,-2 6 0 0,0 5 0 0,1 5 0 0,2 9 0 0,0 0 0 0,-2 10 0 0,-1 1 0 15,-5 3 0-15,-2-2 0 0,-6 4 0 0,0-2 0 16,-7-2 0-16,-11 0 0 0,-5-4 0 0,-2-2 0 15,-5-6 0-15,2-7 0 0,-14 4 0 0,1-8 0 16,-5 0 0-16,1-5 0 16,1-5 0-16,7-1 0 0,-2 2 0 0,4-6 0 0,3 0 0 0,5-3-1070 15</inkml:trace>
  <inkml:trace contextRef="#ctx0" brushRef="#br0" timeOffset="-168521.15">22879 17358 2116 0,'-23'-11'0'0,"12"1"0"0,6 8 0 0,5 0 0 0,0 2 0 0,0 0 0 0,2 0 0 0,8 0 0 0,10 0 0 0,8-1 0 0,6-1 99 0,7 0 389 0,-2 0-226 0,-4 0-100 15,5 1 93-15,-4-2-104 0,0 1-53 0,-5 2-28 16,-1 0-168-16,-7 0 79 0,0 0 25 16,-3 5 0-16,-4 0-419 0,-5 0 225 0,-2 2 113 15,-3-3-258-15,-2 0 92 0,-2-2 121 0,-1-2-75 16,-1 0-426-16,0 0 292 0,-1-2 137 0</inkml:trace>
  <inkml:trace contextRef="#ctx0" brushRef="#br0" timeOffset="-168308.26">23224 16998 2739 0,'-7'-13'0'0,"0"8"0"0,-2 4 0 0,2 1 0 0,0 0 2 0,0 13 0 15,-2 11 0-15,4 6 1 0,1 10-1 0,1-1 0 0,-1 16 356 0,0-3-160 0,4 4-80 16,-1 0 387-16,1 1-505 0,0-4 0 0,0-2 0 0,0-5 0 15,5-2 0-15,4-6 0 0,3-4 0 16,1-1 0-16,1-6 0 0,5-3 0 0,1-6 0 16,1-4 0-16,4-9 0 0,-2-3 0 0,5-2 0 15,0-2 0-15,2-16 0 0,2-10-880 0,-2 1 339 16,-5-3 243-16,4-12-576 0,-6 0 419 0,-6-10 209 16</inkml:trace>
  <inkml:trace contextRef="#ctx0" brushRef="#br0" timeOffset="-168166.95">23571 17220 3027 0,'-10'-12'0'0,"2"6"0"0,1 2 0 0,-1 1 0 0,4 0 0 0,1 3 0 0,3 0 0 0,0 0 0 0,3 0 0 0,16 0 0 0,4 0 528 0,3 3-236 0,4-1-208 15,2-2-84-15,1 1 0 0,2-1 0 0,-1 0 0 16,-8 0 0-16,8 0 0 0,-9 0 0 0,-4 0 0 16,2 3-251-16,-7-2-39 0,-3 3 173 0,-1 0 72 15,-7 1-1041-15</inkml:trace>
  <inkml:trace contextRef="#ctx0" brushRef="#br0" timeOffset="-167999.49">23722 17362 3790 0,'-18'11'0'0,"0"4"0"0,4-2 0 0,0-2 0 0,7-3 0 0,1 3 0 0,5-2 0 0,1-3 0 0,0 3 0 0,5-1 0 0,11-2 141 15,2-2-141-15,5-2 0 0,1 3 0 0,0-5 0 0,-1 1 0 0,5-1 0 16,-7 0 0-16,7 0 0 0,-4 0-151 15,2 0-187-15,-1-1 188 0,0-4 93 0,4-1-1051 16</inkml:trace>
  <inkml:trace contextRef="#ctx0" brushRef="#br0" timeOffset="-165955.24">26161 17051 1860 0,'3'-11'0'0,"-1"0"0"0,0-2 0 0,-2-1 0 0,0 2 0 0,0-4 0 0,0 4 0 0,0 0 0 0,-2-1 0 0,-6 2 0 0,1 0 64 15,-4 0 197-15,-1 1-117 0,-1-1-53 0,0 3-27 16,-1 0 228-16,-3 2-128 0,1-1-53 0,-5 5 229 16,1 1-151-16,-7 1-75 0,1 0-39 0,1 3 87 15,-3 10-162-15,4 1 0 0,-2 3 0 0,0 2 0 16,1 5 0-16,4 0 0 0,1 6 0 0,3 2 0 15,2 2 0-15,1 7 0 0,5-2 0 0,4 3 0 16,3-5 0-16,2 10 0 0,0-5 0 0,0-1 0 16,9-1 0-16,3-10 0 15,8 8 0-15,1-8 0 0,3-3 0 0,4-4 0 16,4-2 0-16,2-4 0 0,6-6 0 0,6-6 0 16,-2-2 0-16,0-3 0 0,-2 0 0 0,-8-3 0 15,0-8 0-15,-6-3 0 0,-11 6 0 0,4-6 0 16,-12 5 0-16,-2 0 0 0,-4 2 0 0,0-3 0 15,-3 2 0-15,0 1 0 0,-3 2 0 0,-4-1 0 16,0 2 0-16,-1 3 0 0,3-3 0 0,-1 4 0 16,4 0 0-16,0 0 0 15,-1 9 0-15,3 6 0 0,0 1 0 0,7 4-117 16</inkml:trace>
  <inkml:trace contextRef="#ctx0" brushRef="#br0" timeOffset="-165039.07">26926 16773 2443 0,'-7'-8'0'0,"0"-2"0"0,-1 2 0 0,0 3 0 0,1 0 0 0,0 0 0 0,-3 2 0 0,-1 1 0 0,1 2 0 0,-3 0 0 0,-1 0 111 16,0 4-27-16,-5 9 269 0,-1 4-157 0,1 3-78 15,-4 6 137-15,-3 7-109 0,4-1-43 0,-5 7-38 16,5 2-8-16,1 2-57 0,2 2 0 16,3 5 0-16,6-2 0 0,4 5 0 15,4-3 0-15,2-1 0 0,0-4 0 0,11-3 0 16,6-9 0-16,4 1 0 0,1-3 0 0,5-6 0 16,-2-2 0-16,4-2 0 0,-3-6 0 0,1-2 0 15,-2 1 0-15,-7-5 0 0,0-2 0 0,-4 1 0 16,-3-2 0-16,1 0 0 0,-7-2 0 0,-1 0 0 15,-2-3 0-15,0-1 0 16,0 0 0-16,-2 2 0 0,0-2 0 0,0 0 0 0,0 0 0 0,0 0 0 16,0 0 0-16,0 0 0 15,0 0 0-15,0 0 0 0,0 0 0 0,0 0 0 16,0 0 0-16,0 0 0 0,0 0 0 0,0 0 0 16,3 0 0-16,2 0 0 0,5 0 0 0,0 4-153 15,0 1-391-15,2-2 252 0</inkml:trace>
  <inkml:trace contextRef="#ctx1" brushRef="#br0" timeOffset="64532.61">30901 18774 0,'0'0'15,"0"0"-15,0 0 16,0 0 0,0 0-1,0 0-15</inkml:trace>
  <inkml:trace contextRef="#ctx0" brushRef="#br0" timeOffset="-152811.46">24122 17317 3432 0,'-11'-12'-169'0,"6"6"76"0,3 5 33 0,0 1 19 0,2 0 11 0,0 0 8 0,0 0 5 0,0 0 4 0,0 0 2 0,0 0 2 0,7 0 112 16,6 0 194-16,1 0-134 0,2 1-65 0,3 2 25 0,2-3-31 0,-4 3-8 15,4 0-80-15,-3-3-4 0,1 1 0 0,-3 1 0 16,0-2 0-16,-2 0 0 0,-2 0 0 0,-3 0 0 16,3 0-297-16,-6 0 144 0,5 0 42 0,-2 0 62 15,-1 0-668-15,3-3 338 0,2-3 170 0,0-3-486 16,4 3 318-16,0-4 174 16</inkml:trace>
  <inkml:trace contextRef="#ctx0" brushRef="#br0" timeOffset="-152646.01">24566 17156 3043 0,'-7'0'0'0,"4"0"0"0,-1 0 0 16,2 0 0-16,2 0 0 0,0 0 0 0,0 0 0 0,16 0 0 0,6 0 0 0,0 0 0 0,3 0 345 0,0 0-153 0,-5 0 159 0,4 0-351 0,1 0 0 0,-2 3 0 0,-3 0 0 0,0 2 0 16,-2 0 0-16,-2 0-574 15,-2 4 276-15,-5 0 169 0,-1 0 85 0,-1 0-856 16,-4 4 400-16,0-2 220 0</inkml:trace>
  <inkml:trace contextRef="#ctx0" brushRef="#br0" timeOffset="-152282.22">24589 17403 1926 0,'-21'5'0'0,"0"3"-1"0,3-4 1 0,9 1-1 0,2-1 1 0,1-2 0 0,6-2-1 0,0 0 1 0,6 0 0 0,8 0 0 0,7 0 231 0,3 0-96 16,-4 0-47-16,4 0-79 0,-3 0 30 0,0 0 1 15,-7 0-1-15,-5 0-134 0,2 4 67 0,-6 1 44 16,-3 4-11-16,-2 1 3 0,0 4-1 0,-7 1 32 16,-7-1 119-16,-1 4-81 0,0-3-6 0,-2 1-98 15,4-1 310-15,2-1-122 0,4-2-61 0,3 0 110 16,2-3-90-16,2 2-41 0,0-2 1 0,7 0-67 16,6-4 0-16,4 1 36 15,3-1-9-15,0 2-115 0,-1-2 58 0,-1 2 27 16,-3 1 1-16,-6-1-1 0,1 3-11 0,-8 0 40 15,2 4 32-15,-4-3-71 0,0 3 0 0,-12-2 0 16,-4 2 0-16,-2-3 0 0,-4 2 0 16,0-2 0-16,-3-1 0 0,2-1 0 0,-3-2 0 0,6-1 0 15,-5-2 0-15,3-3 0 16,1 3 0-16,1-4 0 0,2 0 0 0,2 0 0 16,0-9-84-16,4-9-302 0,6-9 172 0,2-9 47 15,4-7-562-15,0-4 344 0,1-6 174 0,8-12-566 16</inkml:trace>
  <inkml:trace contextRef="#ctx0" brushRef="#br0" timeOffset="-151847.39">24731 16656 2679 0,'0'-32'0'0,"-6"9"0"0,-6 5 0 0,-4 3 0 0,-5 1 0 0,1 4 0 0,1 6 0 0,0-2 0 0,1 6 0 0,2 0 0 15,1 0 433-15,4 9-197 0,1 2-98 0,3 4 16 0,5 0-58 16,2 3-18-16,0 2-10 0,0-1-19 0,9 3-49 15,9-4 0-15,2 0 0 0,3-1 0 0,3-1 0 16,2-1 0-16,1 0 0 0,1-2 0 0,-2 3 0 16,-4-3 0-16,4 2 0 0,-11-1 0 0,0 1 0 15,-6 4 0-15,-2-5 0 0,-5 1 0 16,-4 0 0-16,0 0 0 0,0-1 0 16,-13-2 0-16,-4-1 0 0,-3 0 0 0,-5 0 0 15,6-6 0-15,-3-1 0 0,3-4 0 0,0 0 0 16,5 0 0-16,2 0 0 0,1-9 0 0,5-6 0 15,3-1 0-15,3-4 0 0,0-3 0 0,0-3 0 16,5-1 0-16,6 1 0 0,5-2 0 0,-4-1 0 16,2 1 0-16,-1 1 0 15,-2-2 0-15,-3 1 0 0,-3 1 0 0,-3 7 0 0,-2-5 0 0,0 2 0 16,-7 1 0-16,-9 4 0 16,0 1 0-16,-5 1 0 0,0 4 0 0,-6 1 0 0,2 2 0 0,-1 5 0 15,-1 1 0-15,3 1 0 16,4 2 0-16,0 0 0 0,3 0 0 0,4 8 0 15,2 2 0-15,4-2 0 0,3 6 0 0,4 1 0 16,0 0 0-16,0 1 0 0,9 2-113 0,6 0-451 16,6 5 267-16,1 2-907 0</inkml:trace>
  <inkml:trace contextRef="#ctx0" brushRef="#br0" timeOffset="-150294.68">26977 17080 2032 0,'-5'0'0'0,"-1"0"0"0,1 0 0 0,5 0 0 0,0 0 0 0,0-1 0 0,3-4 0 0,7 0 0 0,4 1 0 0,2 0 0 0,0 3 93 0,5-1-27 0,0-1 270 0,4 2-150 16,0-2-73-16,-3 3-29 15,8 0 226-15,0 0-136 0,0 0-69 0,1 0 59 16,-4 0-63-16,1 0-22 0,6 0-9 0,-6 0-62 16,0 0 1-16,-4 0-8 0,1 0-115 0,-5 0 66 15,1 3 39-15,-4-2 23 0,0 4-368 0,-4-5 141 16,-1 1 114-16,-6 1-26 0,1-2-445 0,1 2 265 16,-2-2 135-16,-2 0-396 0,-2 2 265 0,0 0 121 15</inkml:trace>
  <inkml:trace contextRef="#ctx0" brushRef="#br0" timeOffset="-149900.35">27247 17299 1795 0,'-13'6'0'0,"6"0"0"0,1-4 0 0,2 0 0 0,3-2 0 0,1 0 0 0,0 0 0 0,11 0 0 0,12-6 0 0,1-1 0 0,1 1 146 0,2-2-54 0,0 5-5 16,-8 1-15-16,1 0-9 0,-3 2-25 0,-7 0-72 15,3 0 36-15,-9 6 0 0,-1 0 10 16,-3 9-10-16,0-5 36 0,-3 4 0 16,-9-2 45-16,-3 2 0 0,1-2-36 0,-4 1-56 15,0-4 195-15,4 0-74 0,3-1-37 0,1-3 124 16,5 0-71-16,-2 0-50 0,7-2 0 0,0 1 41 16,0 1-40-16,9-1-1 0,7 0-65 0,3 0-10 15,4 2 35-15,2-1 0 0,-2 1-31 0,2 2 0 16,-6-2 40-16,0 3-51 15,-2 0 1-15,-5 2 41 0,-4 1 0 0,-4 3-18 16,-4-1-20-16,0 2 0 0,0-1 0 0,-11 1 0 16,-7 1 0-16,-2 0 0 0,4-5 0 0,-9 4 0 15,8-8 0-15,-5-1 0 0,1 1 0 0,-1-2 0 16,3-3 0-16,2-3 0 0,1 0-14 0,1 0-53 16,5 0 42-16,-4-7-700 0,5-10 335 0,2-9 180 15,5-4 87-15,2-10-531 0,0-3 308 0,2-3 155 16</inkml:trace>
  <inkml:trace contextRef="#ctx0" brushRef="#br0" timeOffset="-149570.47">27406 16633 2086 0,'0'-9'0'0,"0"5"0"0,0 2 0 0,0 0 0 0,0 2 0 0,0 0 0 0,-2 0 0 0,-2 4 0 0,-1 5 0 0,2 4 0 0,0 1 68 15,0-1 0-15,0-1 27 0,-3 2-29 0,1-2 10 0,-2 1-8 0,0-2 0 16,2-5-30-16,-1 1 0 0,3-4 73 16,1 1-27-16,0-3-9 0,2 2-37 0,0-3 84 15,2 2-43-15,10-2 1 16,6 0 29-16,2 1-40 0,4 2 0 0,1-2-31 16,1 5 92-16,-5-2-46 0,0 4 10 0,1-1-16 15,-1 3-78-15,-4-1 0 0,-4 2 0 0,-3 0 0 16,-1 1 0-16,-4 0 0 0,-3 0 0 0,-2 1 0 15,0 0 0-15,0 1 0 0,-7-3 0 0,-4 0 0 16,-3 3 0-16,-1-5 0 0,-2 1 0 0,0-1 0 16,-1 0 0-16,3-3-201 0,-4-1-103 0,4-1 110 15,-4-4 86-15,6 0-567 16,-1 0 309-16,2-2 169 0,2-11 79 0</inkml:trace>
  <inkml:trace contextRef="#ctx0" brushRef="#br0" timeOffset="-149404.51">27442 16549 2689 0,'0'0'0'0,"0"0"0"0,3 0 0 0,4 0 0 0,3 0 0 0,5 0 0 0,2 0 0 0,5 0 0 0,1 0 0 0,5 0 0 0,-3 0 115 0,5 0 84 0,-4 0-70 0,4 0-50 15,0 0-517-15,-3 1 238 0,-5 1 120 0,0 1 69 16,1 3-871-16</inkml:trace>
  <inkml:trace contextRef="#ctx0" brushRef="#br0" timeOffset="-148843.55">26666 17258 1494 0,'0'0'0'0,"0"-4"0"0,-2 2 0 0,2-1 0 0,0-1 0 0,0 0 0 0,0 0 0 0,0 0 0 0,0 3 0 0,0-3 0 0,0 2 97 0,2 0-19 0,3 0 273 16,4 0-156-16,3 1-78 0,1 1 123 0,0 0-101 15,0 0-40-15,2 0-35 0,2 0 265 16,2 5-145-16,-2 1-72 0,2 0-37 16,1 1 122-16,1-1-84 0,-1-1-66 0,-1-1-47 15,-3 0 0-15,0 1 0 0,-4-5 0 0,-3 0 0 16,-2 0 0-16,-5 2 0 0,-1-2 0 0,2 0 0 15,-3 0 0-15,0 0 0 0,0 0 0 0,0-2 0 16,-4-7 0-16,0 0 0 0,4 0-79 0,0-3-76 16,0 3 76-16,2 0-762 15,10 3 401-15,8-1 200 0</inkml:trace>
  <inkml:trace contextRef="#ctx0" brushRef="#br0" timeOffset="-148209.28">27925 17490 2421 0,'0'0'0'0,"0"0"0"0,0-2 0 0,0 2 0 0,0 0 0 0,8 0 0 0,-1 0 0 0,0 0 0 0,1 0 0 0,0 5 0 0,1 4 168 0,-4 1-64 15,0 3-22-15,-4 0 118 0,-1 4-79 0,0 2-41 16,0-1 84-16,-7 3-61 0,-4-1-22 0,-2 5-10 16,-2-2-1-16,0-4 1 0,2-2-31 15,-2-2 0-15,1 0 55 0,2-6-75 0,4-2-20 0,-2 0 0 16,2-3 0-16,5-1 0 15,-1-3 0-15,3 0 0 0,-1 0 0 0,2 0 0 16,0 0-134-16,0-3-236 0,0-2 188 0,5-2 55 16,5-1-249-16,0 2 144 0,1-1 95 0,1 2 49 15,2-1-548-15,-3-1 303 0</inkml:trace>
  <inkml:trace contextRef="#ctx0" brushRef="#br0" timeOffset="-147701.66">28150 17129 2206 0,'-3'-2'0'15,"1"0"0"-15,1 2 0 0,1 0 0 0,0 0 0 0,0 0 0 0,0 0 0 0,0 0 0 0,6 0 0 0,9 0 0 0,-1 0 294 0,1 2-133 0,4 0-60 16,1-2 373-16,1 0-217 0,2 0-108 0,0 0 140 15,-1 0-289-15,0-2 0 0,1 0 0 0,-2-3 0 16,-1 2 0-16,-1 0 0 0,0-1 0 0,-5 2 0 16,2-1 0-16,-5 0 0 0,-3 2-128 0,3 1-152 15,-4 0 159-15,0 0-41 0,-2 0-795 0,5 0 459 16</inkml:trace>
  <inkml:trace contextRef="#ctx0" brushRef="#br0" timeOffset="-147512.65">28783 17055 2882 0,'0'0'0'0,"0"0"0"0,3 0 0 0,8 0 0 0,2 0 0 0,5 3 0 0,4-3 0 0,4 0 0 0,3 0 0 0,-1 0 0 0,2 0 369 15,6 0-165-15,-6-3-73 0,2 2-224 0,-2-2 66 0,-3 2 32 0,-4-1 1 16,-1 2-595-16,-2 0 323 0,-9 0 148 15,-2 0 78-15,1 2-845 0</inkml:trace>
  <inkml:trace contextRef="#ctx0" brushRef="#br0" timeOffset="-147137.68">28906 17232 2109 0,'-20'1'0'0,"12"3"0"0,-2-4 0 0,5 0 0 0,0 0 0 0,5 0 0 0,0 0 0 0,10 0 0 0,5 0 0 0,4 0 0 0,0 0 112 0,1 0-37 0,-1 0-2 16,-1 0 10-16,-6 0-44 0,-3 0-1 0,-2 4-79 16,-5 4 40-16,-1 1-1 0,-1 5 47 0,-3-1-7 15,-10 0 1-15,1 2-1 0,-3 0 97 0,0-2-38 16,2 0-14-16,0-2-46 0,4-2 57 0,3 0-28 16,1-2 0-16,2-2 86 0,3-1-62 0,0 2-26 15,0-2 6-15,4-1-31 16,6 1-1-16,6-1 10 0,0 2 9 0,-2-2-18 0,2 3-1 0,-2 1 1 15,0 1-5-15,-7-1-34 16,2 4 0-16,-6 2 0 0,1-1 0 0,-4 2 0 16,0 1 0-16,-4 0 0 0,-8-1 0 0,-1-1 0 15,-4 1 0-15,-6 1 0 0,3-2 0 0,-2-4 0 16,-5 2 0-16,2-4 0 0,2 2 0 0,1-6 0 16,-1-1 0-16,0 0 0 0,6-2 0 0,-3 0 0 15,3-2-257-15,3-7 63 0,0-12 57 16,6-7-263-16,3-10 185 0,2-6 88 15,3-17-668-15,-2-4 379 0</inkml:trace>
  <inkml:trace contextRef="#ctx0" brushRef="#br0" timeOffset="-146844.19">28685 16573 2699 0,'6'-23'0'0,"-1"5"0"0,2 0 0 0,0 2 0 16,2 1 0-16,-2 6 0 0,5-2 0 0,4 7 0 0,3-3 0 0,6 4 0 0,0 1 113 0,3 0 251 0,-4 2-153 0,3 0-91 0,-6 0-57 0,2 6-24 0,-6 5-1 15,-2 2 1-15,-5 2-132 16,-6 6 61-16,-4 2 35 0,0 3-21 0,-5 0 28 16,-12 0 0-16,-2-2 38 0,-2-1 17 0,-1-2-27 15,0-4-50-15,1-2 41 0,4-4 168 0,0-2-197 16,6-1 0-16,1-2 0 0,3-1 0 0,2-1 0 16,5-1 0-16,0 1 0 0,0 1 0 0,12 0 0 15,5-2 0-15,6 2 0 16,0-2 0-16,6 2 0 0,-1 0 0 0,2-3 0 15,0 0 0-15,2-1 0 0,-2 2 0 0,0-2 0 16,0 3 0-16,-1-3 0 0,-2 2-207 0,0 0-16 16,-3-1 83-16,6 2-824 0,-1 0 462 0,-3-1 232 15</inkml:trace>
  <inkml:trace contextRef="#ctx0" brushRef="#br0" timeOffset="-146565.25">29556 17320 2233 0,'-4'4'0'0,"-2"5"0"0,3 2 0 0,-1 0 0 0,-2-1 0 0,1 4 0 0,-2 0 0 0,0 2 0 0,-1 0 0 0,1 1 0 0,1 0 110 0,-6-2 122 16,4 1-98-16,1-1-48 0,-3-2-80 0,0-2 0 16,3-2 40-16,-1-2-9 0,-3-1-252 0,6-1 126 15,-1-2 63-15,1-1 31 0,3-2-179 0,-1 0 101 16,3 0 55-16,0 0-648 16,0-6 317-16</inkml:trace>
  <inkml:trace contextRef="#ctx0" brushRef="#br0" timeOffset="-146282.51">29760 17069 2884 0,'-4'-2'0'16,"4"2"0"-16,0 0 0 0,0 0 0 0,0 0 0 0,0 0 0 0,8 0 0 0,6 0 0 0,2 0 0 0,3 0 0 0,5 0 443 0,3 0-203 0,0 0-101 0,-5 0-41 0,9 0 3 16,-4 0-75-16,-1 0-26 15,-6-2 0-15,2 2 0 0,0 0 0 0,-3 0 0 16,-5 0-60-16,2 0-35 0,-7 0 67 0,1 0-532 16,1 0 292-16,-2 0 46 0,-1 0 104 0,-1 0-543 15,3 0 312-15,0 0 156 0,2 0 68 0</inkml:trace>
  <inkml:trace contextRef="#ctx0" brushRef="#br0" timeOffset="-146056.47">30469 16985 2858 0,'0'0'0'0,"3"0"0"0,4 0 0 0,-2 0 0 0,2 0 0 0,1 0 0 0,7 0 0 0,0 0 0 16,3 0 0-16,7 0 0 0,-1 0 120 0,2 0 199 0,4 0-141 0,0 0-60 0,0 0-45 16,-2 0-123-16,2 0 44 15,-1 0 0-15,-4 0 53 0,-1 0-225 0,-2 0 109 16,-2 0 53-16,-3 0-581 0,-9 0 278 0,-1 0 177 16,-2 0-83-16,-3 5-494 0</inkml:trace>
  <inkml:trace contextRef="#ctx0" brushRef="#br0" timeOffset="-145649.71">30462 17210 2129 0,'0'0'0'0,"0"0"0"0,2 0 0 0,9 0 0 0,-1 0 0 0,7-2 0 0,1 0 0 0,9 0 0 0,0 0 0 0,2 1 0 0,-2 1 177 15,-6 0-69-15,2 0-26 0,-7 5-9 0,-2 4 7 16,-6 2-42-16,-3 0 0 0,-5 3 0 0,0 2-14 15,-5-2 14-15,-14 4 0 0,0-2 43 0,-4-1 0 16,-4-4-43-16,7 0 9 0,-9 0 119 0,11-5-64 16,-2 2-32-16,3-5 71 0,7 0-51 0,2-2-17 15,3 2-10-15,2-3 53 16,3 0-116-16,0 0 0 0,3 0 0 0,4 1 0 16,9-1 0-16,1 4 0 0,-4-3 0 0,5 4 0 15,-1-2 0-15,1 4 0 0,-6-1 0 0,0 0 0 16,-2 5 0-16,-5 0 0 0,2 1 0 0,-5 3 0 15,-2-3 0-15,0 4 0 0,-2-1 0 0,-10-2 0 16,-1 0 0-16,-4 0 0 0,-1-2 0 0,-1-1 0 16,-1-1 0-16,-5 1 0 0,4-5 0 0,-1 1 0 15,-1-2 0-15,-4 0 0 16,2-1 0-16,3-1 0 0,-3-2 0 0,2 0 0 16,0 0 0-16,3 0 0 0,-2 0 0 0,6-5 0 15,2-9-410-15,4-6 60 0,4-7 156 0,6-8 78 16,0-6-720-16,6-7 399 0</inkml:trace>
  <inkml:trace contextRef="#ctx0" brushRef="#br0" timeOffset="-145150.01">30686 16552 2260 0,'0'-32'0'0,"0"5"0"0,-5 3 0 0,-8-5 0 0,-1 11 0 0,0-2 0 15,-4 6 0-15,1 5 0 0,1 3 0 0,-1 5 0 0,0 1 229 0,2 0-101 0,0 0-45 0,4 7 1 0,1 7 154 0,3-1-101 16,1 3-39-16,6 0 91 0,0 2-75 0,0 1-39 16,11 4 1-16,7-2 68 15,2 0-68-15,1-3-76 0,3 0 0 0,1 1 0 16,-1 1 0-16,-1-5 0 16,-3 0 0-16,-2 1 0 0,-4 2 0 0,-6-4 0 0,0 0 0 0,-8 2 0 0,0-1 0 15,0-1 0-15,-6 1 0 0,-8-2 0 16,-9 2 0-16,-2-4 0 0,1 0 0 15,-6-4 0-15,-1-1 0 0,1-3 0 16,2-3 0-16,1 0 0 0,7 0 0 0,3 0 0 0,1-5 0 16,6-4 0-16,3-3 0 0,7 2 0 15,0-4 0-15,3-1 0 0,14-2 0 0,5 1 0 0,4-2 0 16,4 2 0-16,0-4 0 16,2 4 0-16,1-4 0 0,-3 4 0 0,-2-1 0 0,-1 0 0 0,-12 5 0 15,3-6 0-15,-6 3 0 16,-5-1 0-16,1 1 0 0,-8-2 0 0,0 2 0 15,0-3 0-15,-13 3 0 0,-1-1 0 0,-5 1 0 16,0 4 0-16,-6 0 0 0,5 3 0 0,-3 2 0 16,1 0 0-16,2 4 0 0,1 0 0 0,2 2 0 15,2 0 0-15,6 0 0 0,-1 0 0 0,4 0 0 16,1 6 0-16,5-1 0 0,0 1 0 0,0 4 0 16,3-1 0-16,7 0 0 15,5-1-497-15,2 2 117 0,6 1 171 0,1-3 85 0,2 1-585 0,4 0 336 16</inkml:trace>
  <inkml:trace contextRef="#ctx0" brushRef="#br0" timeOffset="-144965.5">31133 16540 3931 0,'24'3'0'0,"2"14"0"0,-2 2 0 0,4 0 0 0,-5 3 0 0,0 3 0 0,-2 10 0 0,0 1 0 0,-1 3 0 0,-8 3 0 0,-2-1 0 0,-2-2 0 0,-8 12 0 15,0-2 0-15,-5 3 0 0,-17 10 0 0,-4-4 0 16,-4-5 0-16,-7 12 0 0,2-8 0 0,-3-1 0 16,-4 0 0-16,-1-1 0 0,-5-1 0 0,-5 2 0 15,-11 5-939-15</inkml:trace>
  <inkml:trace contextRef="#ctx0" brushRef="#br0" timeOffset="-138615.79">25163 17955 2780 0,'-3'-7'0'0,"2"-3"0"0,-3 2 0 0,3 1 0 0,-1 4 0 0,-2-2 0 0,1 2 0 0,2 1 0 0,-3 2 0 0,0 2 0 0,-1 13 343 16,-1 6-144-16,-1 5-85 0,-1 2-39 0,-1 6 137 15,-4 6-87-15,2-1-44 0,1-3-79 0,-3 11-2 16,1-3 0-16,2 2 0 0,-2-1 0 0,1-2 0 16,2-4 0-16,-5 6 0 0,5-11 0 15,-4 3 0-15,1-2 0 0,1-4 0 0,2-6 0 16,1-3 0-16,1-3-166 0,5-8-65 15,0-3 108-15,2-2-37 0,0-6-499 0,0 0 311 0,4-10 155 0,7-14-491 16,4-8 324-16</inkml:trace>
  <inkml:trace contextRef="#ctx0" brushRef="#br0" timeOffset="-138407.22">25077 18036 2969 0,'5'-21'0'0,"-4"8"0"0,2 2 0 0,-3 1 0 0,0 5 0 0,0 3 0 0,2 0 0 0,0 2 0 0,7 0 3 0,4 6 8 0,2 11 128 15,0 4 454-15,2 6-377 0,4 9-216 0,-3 0 0 16,1 3 0-16,-2 5 0 0,-1 2 0 0,1 1 0 16,3-2 0-16,-4-1 0 0,1-3 0 15,-1-2 0-15,-2-7 0 0,-1 2 0 16,-1-2 0-16,-1-2 0 0,-4-4 0 0,-2-6 0 16,-1 2-15-16,-3-11-375 0,-1 0 121 0,0-6-577 15,0-3 404-15,-1-2 202 0,-11 0 91 0,1-3-516 16</inkml:trace>
  <inkml:trace contextRef="#ctx0" brushRef="#br0" timeOffset="-138254.15">25095 18411 2920 0,'-19'-1'0'0,"1"-3"0"0,4 4 0 0,3-1 0 0,2 1 0 0,2-1 0 0,6 1 0 0,-1 0 0 0,2 0 0 0,0 0 0 0,12 0 126 0,4 0 228 0,4 0-157 15,0 0-80-15,5 0-40 0,-1 2-271 0,5 3 112 16,-2-1 59-16,2 0-573 0,-1 1 316 0,2-3 160 15,-1 2 87-15,6-3-790 0,0-1 393 0</inkml:trace>
  <inkml:trace contextRef="#ctx0" brushRef="#br0" timeOffset="-138022.99">25856 18130 3070 0,'-6'-13'0'0,"-7"4"0"0,-2 1 0 0,-4 4 0 0,-2 2 0 0,-6 2 0 0,6 0 0 0,-2 8 0 0,1 7 0 0,-2 5 0 0,3 6 423 0,2 4-193 0,0 10-22 16,8 0-208-16,3-3 0 0,3 12 0 0,5-4 0 16,0 0 0-16,4-6 0 0,8-5 0 0,7 0 0 15,1-3 0-15,3-4 0 0,0-4 0 0,2-2 0 16,1-5 0-16,-6-5 0 0,8-1 0 16,-7-2 0-16,4-5 0 0,-3-3 0 15,1 0 0-15,1 0 0 0,3-6 0 0,0-6-755 16,2-3 261-16,1-4 228 0</inkml:trace>
  <inkml:trace contextRef="#ctx0" brushRef="#br0" timeOffset="-137837.99">26117 18081 3453 0,'-9'0'0'0,"3"0"0"0,0 0 0 0,2 0 0 0,4 0 0 0,0 0 0 0,0 0 0 0,18-2 0 0,4 0 0 0,4 1 0 0,2-2 367 0,2 2-256 0,0-1-111 15,2-1 0-15,-2 2 0 0,0 1 0 0,0-1-10 16,-3 1-521-16,-6 0 293 0,-1 0 134 0,0 0 71 16,-4 0-737-16,-3 0 375 15,-2 0 138-15,-1 0 100 0,-1 0-456 0</inkml:trace>
  <inkml:trace contextRef="#ctx0" brushRef="#br0" timeOffset="-137281.96">26513 17819 2119 0,'-5'-1'0'0,"-1"-1"0"0,0 2 0 0,1 0 0 0,-1 0 0 0,-1 6 0 0,0 5 0 0,-4 4 0 0,1 4 0 0,-6 4 0 0,1 1 258 0,-4 2-110 0,-4 3 103 0,2-3-112 15,0-1-50-15,-2 2-26 0,3-4 84 0,4-5-55 16,0 2-17-16,4-6-10 16,3 1 114-16,4-1-70 0,1-2-36 0,2-1 51 15,2 5-124-15,0-1 0 0,0 2 0 0,2 5 0 16,2 1 0-16,1 3 0 0,0 2 0 0,-1 5 0 15,-2-2 0-15,0 3 0 0,-2 0 0 0,0-1 0 16,0-1 0-16,0-2 0 0,0-1 0 0,0-7 0 16,0 2 0-16,0-5 0 0,0-5 0 15,0-3 0-15,0-2 0 0,0-6-299 0,0-3 52 16,0 0 105-16,0 0-512 0,0-6 312 16,0-13 153-16,0-4 75 0,0-5-362 0,0-2 219 15,0-6 100-15,0-7 65 0,-2 2-202 0,2 7 129 16,-4 0 63-16,1 4 110 0,-1 8-10 0,1 1-36 15,3 2 0-15,0 5 527 0,0 4-264 0,0 0-131 16,0 1-76-16,7 3 331 0,3 0-181 0,3 2 37 16,3 1 248-16,1 1-207 0,1 0-95 0,2 1-61 15,-1-2 142-15,1 2-97 0,0-2-48 0,0 3 47 16,-2 0-38-16,-2 0-35 16,-2 0 1-16,-2 0 93 0,-3 0-59 0,-3 0-42 15,3 0-54-15,-3 4 0 0,-3 4 0 0,0 3 0 16,-2 5 0-16,1 0 0 0,-2 3 0 0,0 7 0 15,1 0 0-15,2 5 0 0,-1-2 0 0,3 3 0 16,0-2 0-16,2 3 0 0,0-6 0 0,-1 2 0 16,1-3 0-16,-1-3 0 15,-1-1 0-15,1-1 0 0,0-4 0 0,-3-3 0 16,-1-2 0-16,2-3 0 0,-2-1 0 0,-2-3 0 16,0 0-676-16,0-4 294 0,0 2 172 0,-4-3-481 15,-3 0 332-15,-2-3 160 0,-3-10 81 0</inkml:trace>
  <inkml:trace contextRef="#ctx0" brushRef="#br0" timeOffset="-136870.12">26368 18479 2262 0,'-16'-8'0'0,"6"3"0"0,-1 0 0 0,4 3 0 0,1-2 0 0,5 0 0 0,1 2 0 0,0-2 0 0,0 0 0 0,5 0 0 0,8 2 96 0,0 1 50 16,2-2-54-16,-2 3-28 0,-3 0-62 0,0 0 9 15,0 0 27-15,-4 0-1 0,0 0-40 0,-5 6 0 16,1-2 41-16,-2 2-30 0,0 2 30 0,0-2-1 15,-2 0 1-15,-3 3 85 0,-3-2-43 0,2 0-14 16,2 0 62-16,1-1-46 0,1 0 1 0,0 1-45 16,2-1 35-16,0-1-26 0,0 3-9 0,0-2-1 15,0 1 10-15,4 1-10 16,1-1 1-16,0 3-21 0,0-2-10 0,3 1 31 16,-5 2 0-16,1 0-68 0,-2 3 32 0,-2-6 10 15,0 9-54-15,0-5 33 0,-2-1 7 0,-7 3-1 16,-3-4-21-16,1 2 5 0,-4-3 19 0,0 0 12 15,-3 1-35-15,1-3 31 0,1-1-10 0,0-1 76 16,-2-1-33-16,2 0-23 0,6 1-18 0,-4-2 0 16,8 1 0-16,-2-2 0 15,6-1 0-15,0-1 0 0,2 3 0 0,0-1 0 16,0 1 0-16,8-2 0 0,5-1 0 0,4 0 0 16,7 0 0-16,-1 0 0 0,-2 0 0 0,9 0 0 15,-2-3 0-15,-2 0 0 0,4-3 0 0,-2 0 0 16,-3 3 0-16,5-4 0 0,0 3-458 0,2-1 96 15,-1 2 162-15,0-5 81 0,0 1-618 0,3-4 355 16,-4-5 172-16</inkml:trace>
  <inkml:trace contextRef="#ctx0" brushRef="#br0" timeOffset="-136546.97">27094 17954 3041 0,'-7'0'0'0,"1"0"0"0,-1 5 0 16,-7 2 0-16,-3 5 0 0,0 2 0 0,-2 7 0 0,0 2 0 0,-3 1 0 0,-1 4 0 0,2 1 173 0,1-1-67 0,5-6 201 0,0 3-139 0,4-3-66 15,7-2-68-15,0-1-34 0,4-5 0 16,0-5 0-16,1 3 0 0,6-5 0 0,8-2 0 16,1-2 0-16,1-3 0 0,0 0 0 0,0 0 0 15,-2 0 0-15,-6-3 0 0,3 2 0 0,-5-1 0 16,-2 0 0-16,-1 0 0 0,-3 2 0 0,0 0 0 15,-1 0 0-15,0 6 0 0,-2 5 0 0,-7 2 0 16,2 2 0-16,2-2 0 0,-2 5 0 0,4-3 0 16,0-4 0-16,3 5 0 0,0-5 0 15,0-2 0-15,0 1 0 0,0-2 0 16,9-1 0-16,0-2 0 0,2 0 0 0,3-1 0 16,-4 0-425-16,0 1-52 0,3 4 225 0,-6 0-749 15,0 5 482-15</inkml:trace>
  <inkml:trace contextRef="#ctx0" brushRef="#br0" timeOffset="-136407.93">26937 18685 2879 0,'-15'12'0'0,"5"-3"0"0,2-3 0 0,-2 0 0 0,7-5 0 0,-1 2 0 0,4-3 0 0,0 0 0 0,0 0 0 0,9 0 0 0,7 0 182 0,2 0 39 0,5-4-91 16,1-6-47-16,-4 2 10 0,9-4-287 0,-5 2 116 15,0-1 58-15,1 0 29 0,0-3-729 0,-5 3 389 16</inkml:trace>
  <inkml:trace contextRef="#ctx0" brushRef="#br0" timeOffset="-136230.49">27255 18234 3397 0,'-8'-5'0'0,"3"3"0"0,1 1 0 0,2-2 0 0,2 2 0 0,0-2 0 0,5-2 0 0,9-1 0 0,8 1 0 0,4 1 0 16,-1-2 229-16,5 1-86 0,-2 0-25 0,4-1-74 0,-3 1-44 0,1 2 0 15,-8 1-14-15,3 1-39 0,-3 1 41 0,-6 0-714 16,0 0 382-16,-7 6 191 0,-4 5 95 0,-5-1-912 16,0 5 470-16</inkml:trace>
  <inkml:trace contextRef="#ctx0" brushRef="#br0" timeOffset="-136069.05">27362 18319 2149 0,'-22'7'0'0,"-1"1"0"15,5-1 0-15,6 0 0 0,2-4 0 0,5 2 0 0,2-2 0 0,3 1 0 0,0-1 0 0,8 1 0 0,7-4 258 0,5 2-101 0,5-2-65 0,3 0 165 0,-5 0-109 16,3 0-56-16,1 0-27 0,-8 0-336 16,3-2 149-16,-3 1 80 0,-4-2-224 15,-4 2 152-15,-1-1 76 0,-3-1 47 0,-1 2-628 16,-4-2 214-16,0 1 187 0,-2-8-263 0</inkml:trace>
  <inkml:trace contextRef="#ctx0" brushRef="#br0" timeOffset="-135762.55">27458 17978 2386 0,'-11'-8'0'0,"3"7"0"0,-1 1 0 0,-2 0 0 0,1 3 0 0,1 13 0 0,-3 7 0 0,5 3 0 0,0 14 0 0,3 1 0 0,4-1 722 0,0 16-347 16,0-3-168-16,0 1-85 0,9 1-3 0,1-2-119 16,8-3 0-16,-1-2 0 0,1-3 0 0,4-7 0 15,1-1 0-15,-3-10 0 0,5 2 0 0,-2-6 0 16,0-7 0-16,-6-5 0 0,2-9 0 0,-1-1 0 15,-2-1-164-15,-3 0-147 0,-5-5 36 0,1-9-147 16,-5-4 193-16,-4-6 95 0,0 3 39 0,0-5 19 16,-8 4 0-16,-7-1 39 0,1 8 201 0,-4 0-101 15,-1 8-59-15,-7-1-17 16,4 6 464-16,-6 2-244 0,3 0-122 0,-3 2 512 16,3 12-336-16,1 1-261 0,-2 1 0 0,1 0 0 15,2 3 0-15,4 1 0 0,5-5 0 0,1 0 0 16,6 0 0-16,2-8 0 0,1 1-250 0,4-4-105 15,0-4 199-15</inkml:trace>
  <inkml:trace contextRef="#ctx0" brushRef="#br0" timeOffset="-135604.49">27608 17959 3931 0,'0'-18'0'0,"1"17"0"0,4-1 0 0,1 0 0 0,-4 1 0 0,5 1 0 0,2 0 0 0,-2 1 0 0,5 8 0 0,-3 6 0 0,5 6 0 0,-2 6 0 16,0 2 0-16,1 6 0 0,2 6 0 0,-2 2 0 16</inkml:trace>
  <inkml:trace contextRef="#ctx0" brushRef="#br0" timeOffset="-131696.85">28367 18036 1609 0,'-15'0'0'0,"0"1"0"0,1 3 0 0,5-2 0 0,2 0 0 16,0 0 0-16,3-2 0 0,1 2 0 0,3 0 0 0,0 3 0 0,12-1 204 0,6 1-81 0,6-3 255 0,4 1-169 0,8-3-73 0,6 2-53 15,0-2 206-15,-1 0-123 0,0 0-63 0,0 0-31 16,-4 0 84-16,6 0-62 15,-6-2-26-15,0-1-50 0,-4 2 23 0,2 0 0 16,-9-3 11-16,3 3-161 0,-8 1 75 0,1-2 38 0,-2 0-371 16,0 1 203-16,-6-1 48 0,2 0 66 15,-4-4-655-15,-1 2 331 0,-1-1 167 0,-1-2 83 16,0-2-419-16,-2-1 256 0</inkml:trace>
  <inkml:trace contextRef="#ctx0" brushRef="#br0" timeOffset="-131468.58">28940 17854 2509 0,'-15'0'0'0,"6"0"0"0,3 0 0 0,1 0 0 0,5 0 0 0,0 1 0 0,0 5 0 0,11 0 0 0,13 0 0 0,6 3 0 0,1-1 172 0,11-1-66 0,-10 2-32 0,6 0 325 16,2 2-184-16,-7-1-86 0,-1-1 89 0,-4 2-109 16,-8-1-109-16,0 2 0 0,-6-2 0 0,-5 3 0 15,-4-4 0-15,-5 3 0 0,0 1 0 0,-14 1 0 16,-8 3 0-16,-5 0 0 0,-5 0 0 0,-6 3 0 15,0-2 0-15,7-2 0 0,-5 3 0 0,5 0 0 16,3-1 0-16,7-1-5 0,3-2-145 0,6 4 37 16,3 0-926-16,0 1 498 15</inkml:trace>
  <inkml:trace contextRef="#ctx0" brushRef="#br0" timeOffset="-129880.38">28588 18479 1089 0,'0'0'0'0,"0"0"0"16,0-2 0-16,0-1 0 0,0-1 0 0,0 0 0 0,0-2 0 0,0 2 0 0,0-3 0 0,0 2 0 0,2-4 122 0,0 0-42 0,0 2 1 0,0-2-41 0,0-1 76 0,-2-2-43 15,0 4 0-15,0-2-33 16,0 0 30-16,0 1-30 0,0-1 10 0,0 3 6 0,0-1-16 16,-4 0 0-16,-2 2 0 0,1 0-35 0,-2 0 45 15,-1 3-10-15,-3 1 23 0,0 0-23 0,-3 2 0 16,-1 0 0-16,-2 0 68 16,-1 4-39-16,-1 5 0 0,-1 4-29 0,-1 1 46 15,-1 2 0-15,5 1-36 0,-3 8 117 0,2 0-63 16,3 6-33-16,2 1 1 0,3 2 113 0,3 1-62 15,-1 1-47-15,2 2 155 0,6-1-165 0,0-2-66 16,0-2 0-16,0-7 0 0,10 5 0 0,4-10 0 16,4-2 0-16,-1-2 0 0,7-3 0 15,-3-8 0-15,7 3 0 0,-3-5 0 0,-3-2 0 0,1-2 0 16,2 0 0-16,-3 0 0 16,-6-2 0-16,1-4 0 0,0-2 0 0,-4 1 0 0,0-1 0 0,-2 1 0 15,0 2-186-15,1-4-14 16,-2 4-547-16,5-1 353 0,-1 1 168 0,2-5 97 15,5-1-290-15,-4-6 190 0</inkml:trace>
  <inkml:trace contextRef="#ctx0" brushRef="#br0" timeOffset="-129655.41">28999 18284 3321 0,'-11'-2'0'0,"-1"2"0"0,-4 0 0 0,2 6 0 0,-5 12 0 0,0 5 0 0,2 3 0 0,2 6 0 0,-4 7 0 0,5 0 0 0,-2-1 610 0,5 1-610 16,-2-4 0-16,5 2 0 0,1 0 0 0,0-3 0 16,1 0 0-16,2-2 0 0,0-1 0 0,0-2 0 15,1 0 0-15,1-3 0 0,-2-6 0 16,3 3 0-16,-1-8 0 0,2-2 0 0,0-4 0 0,0-3-155 16,0-2-663-16,0-4 389 15,0 0 185-15,9-5 107 0,3-16-474 0,4-3 285 16,4-12 143-16</inkml:trace>
  <inkml:trace contextRef="#ctx0" brushRef="#br0" timeOffset="-129433.25">28993 18330 2905 0,'0'-7'0'0,"-1"2"0"0,-3 1 0 0,3 2 0 0,-1 0 0 0,0 2 0 0,2 0 0 0,0 6 0 0,2 8 0 0,5 7 0 0,5-2 93 0,1 11 428 0,-1-1-241 0,4 3-148 16,0 1-132-16,1 3 0 0,1-3 0 0,-2 1 0 15,2-2 0-15,-2-2 0 0,-1-1 0 0,-3-1 0 16,3 0 0-16,-7-2 0 0,2-5 0 0,-2 1 0 16,-1-1 0-16,-2-4 0 0,2-3 0 0,-4-5 0 15,-1-3 0-15,0 0 0 0,1-3-698 0,-2-2 262 16,-1-1 203-16,0 0 96 16,0 0-520-16,-6-1 308 0</inkml:trace>
  <inkml:trace contextRef="#ctx0" brushRef="#br0" timeOffset="-129239.72">28881 18658 3249 0,'-20'0'0'0,"2"1"0"0,3 1 0 0,1 0 0 0,3-2 0 0,5 0 0 0,4 0 0 0,0 0 0 0,2 0 0 0,0 0 0 0,10 0 531 16,7 0-380-16,1 0-151 0,1 0 0 0,2 0 0 15,1 0 0-15,-1 0 0 0,2 0 0 0,-1 0 0 16,0 0 0-16,1 0 0 0,-3 2 0 0,2 0-54 15,-2 0 25-15,-2-2-901 0,2 0 459 0,-1 0 142 16,-1 0 150-16,-1 0-557 0</inkml:trace>
  <inkml:trace contextRef="#ctx0" brushRef="#br0" timeOffset="-129030.25">29402 18355 3931 0,'-3'0'0'0,"-5"-1"0"0,5-2 0 0,0 1 0 0,1 2 0 0,2-1 0 0,0 1 0 0,2 0 0 0,12 0 0 0,2 0 0 0,3 0 0 0,0-3 0 15,4 2 0-15,0 1 0 0,1-3 0 0,-4 3 0 16,1 0 0-16,-1 0 0 16,-3 0 0-16,0 0 0 0,-6 0 0 0,1 0 0 15,-1 7-6-15,-4 0-417 0,-1 3 222 0,-5 3-926 16,-1 0 534-16</inkml:trace>
  <inkml:trace contextRef="#ctx0" brushRef="#br0" timeOffset="-128857.85">29489 18545 3347 0,'-21'7'0'0,"4"2"0"0,0-1 0 0,3-1 0 0,7-4 0 0,0 0 0 0,5-1 0 0,2 2 0 0,0 0 0 0,2 0 0 0,7-1 584 0,7 1-584 15,2-1 0-15,1-1 0 0,2 0 0 0,-1 0 0 16,0 0 0-16,2-2 0 0,-2 0 0 0,-2 0 0 15,1 0 0-15,-1 0 0 0,-4 0 0 0,2 0 0 16,-4 2 0-16,-3-1-563 0,3 1-79 0,-5 2 301 16</inkml:trace>
  <inkml:trace contextRef="#ctx0" brushRef="#br0" timeOffset="-123002.44">26656 9839 2105 0,'-11'-14'0'0,"0"3"0"0,9 0 0 0,-2 1 0 0,4-2 0 0,0 2 0 0,0 0 0 0,1 1 0 0,9 3 0 0,1 0 0 0,3 3 142 0,-2-1-38 0,4 3-11 0,0 1 138 15,2 0-93-15,-3 0-48 0,5 0 60 16,-1 0-42-16,1 0-12 0,4 0-52 0,1 1 164 0,0 1-82 16,-3-2-42-16,3 0 12 0,3 2 20 0,-3-2-116 15,1 2 0-15,1-1 0 16,3-1 0-16,-6 3 0 0,7-1 0 0,-1-1 0 15,0 3 0-15,2 0 0 0,2 2 0 0,0-1 0 16,0 1 0-16,0 2 0 0,1-3 0 0,2 3 0 16,0-3 0-16,1 3 0 0,-3-2 0 0,0 1 0 15,3-1 0-15,-2 1 0 0,-3-1 0 0,0 1 0 16,2-1 0-16,-2 0 0 0,0 1 0 0,8 1 0 16,-10-3 0-16,11 1 0 0,0-1 0 0,-1 1 0 15,1-4 0-15,3 2 0 16,-7-4 0-16,10 0 0 0,-6 0 0 0,-5 0 0 15,0 0 0-15,1 0 0 0,-4 0 0 0,0 2 0 16,-4-2 0-16,2 2 0 0,-4 0 0 0,0 1 0 16,0-1 0-16,2-2 0 0,-4 2 0 0,4-2 0 15,-2 1 0-15,0 4 0 0,-1-4 0 0,5 1 0 16,-4 2 0-16,0 0 0 0,0-2 0 0,2 1 0 16,-1-1 0-16,-1-2 0 0,2 2 0 0,-2 0 0 15,2 0 0-15,3-1 0 16,-3 1 0-16,0 2 0 0,-1-2 0 0,1 2 0 15,0-2 0-15,0-1 0 0,0 2 0 0,0-3 0 16,0 0 0-16,2 0 0 0,-2 0 0 0,0 0 0 16,0 0 0-16,-1 0 0 0,1 0 0 0,-3 0 0 15,0 0 0-15,2 0 0 0,-5 0 0 0,8 0 0 16,-6 1 0-16,0-1 0 0,2 2 0 0,0 1 0 16,-1-3 0-16,3 0 0 0,-2 0 0 0,3 0 0 15,-1 0 0-15,0 0 0 16,-5 0 0-16,5 0 0 0,-1 0 0 0,0 0 0 15,-5 0 0-15,4 0 0 0,-6 0 0 0,3 0 0 16,-2 0 0-16,2 1 0 0,0 1 0 0,0 0 0 16,-2 2 0-16,7-2 0 0,-1-1 0 0,2 1 0 15,-1-2 0-15,-2 2 0 0,-4 0 0 0,8-2 0 16,-4 2 0-16,-1-2 0 0,-1 2 0 16,-1-1 0-16,0 1 0 0,3 0 0 0,-4 2 0 15,-4-2 0-15,8 2 0 0,-8-1 0 16,6 1 0-16,0 0 0 0,1-2 0 0,-1 2 0 15,4-2 0-15,2 1 0 0,1-1 0 0,-1 0 0 16,3 0 0-16,-3 0 0 0,-1 1 0 0,1 2 0 16,-2-4 0-16,3 3 0 0,-3 0 0 0,2 0 0 15,3-1 0-15,3 1 0 0,2 0 0 0,4-2 0 16,2-2 0-16,1 0 0 0,4 0 0 0,1 0 0 16,1 0 0-16,-3 0 0 0,-2 0 0 0,-1 0 0 15,-2 0 0-15,-7 0 0 16,2 0 0-16,0 0 0 0,-5 0 0 0,-2 0 0 15,-1 1 0-15,3 3 0 0,2 1 0 0,-2-4 0 16,0 1 0-16,-2 2 0 0,2-3 0 0,-4 1 0 16,3 0 0-16,1 0 0 0,0-2 0 0,-3 0 0 15,-1 0 0-15,-4 0 0 0,-1 0 0 0,-5 0 0 16,0 0 0-16,-3 0 0 0,-6 0 0 0,-3 0 0 16,0 0 0-16,-4 0 0 0,-1 0 0 0,-1 0 0 15,-3 0 0-15,0 0 0 16,0 0 0-16,0 0 0 0,0 0 0 0,0 0 0 15,0-2 0-15,0 0 0 0,-5 2 0 0,-13 0 0 16</inkml:trace>
  <inkml:trace contextRef="#ctx0" brushRef="#br0" timeOffset="-121657.71">30157 17918 2944 0,'-5'0'0'0,"0"0"0"0,0 0 0 0,-3 0 0 0,1 2 0 0,-3 11 0 0,0 3 0 0,0 5 0 0,-1 4 0 0,2 2 0 0,-1 4 77 0,2 1 212 0,1 1-124 16,0 3-64-16,0 2-31 0,3-1 117 0,3 3-89 15,1-1-98-15,0 1 0 0,0-3 0 0,0 2 0 16,0-2 0-16,5 2 0 16,4-4 0-16,0-1 0 0,-1-2 0 0,3-2 0 0,-2-5 0 15,4 2 0-15,-1-4 0 0,-4-3 0 16,4-2 0-16,1-3 0 0,-3 0 0 0,2-4 0 15,-2-2 0-15,-5-1 0 0,3-2 0 0,-3-3 0 16,2 1 0-16,-6-2 0 0,1-2 0 0,0 0 0 16,-2 0 0-16,0 0 0 0,0 0 0 0,0 0 0 15,0 0 0-15,0 0 0 0,0 0 0 0,0 0 0 16,0 0 0-16,0 2 0 0,0 2 0 0,0-1 0 16,-2 5 0-16,-1-2 0 0,0 3 0 15,-1 2-797-15,3 0 378 0,-1 1 190 0,2 0 95 0</inkml:trace>
  <inkml:trace contextRef="#ctx0" brushRef="#br0" timeOffset="-120447.18">30349 18345 2511 0,'-5'-7'0'0,"5"5"0"0,0 0 0 0,0 2 0 0,0 0 0 0,0 0 0 0,0-1 0 0,11-2 0 0,3 2 0 0,9 1 0 0,2 0 272 0,0 0-117 0,0 0 263 16,7 0-194-16,-2 0-93 15,2 0-46-15,-4 0 50 0,2 0-135 0,-7 0 0 16,7 0 0-16,-4 0 0 0,-7 0 0 0,4 0 0 15,-1 0 0-15,-7 0 0 0,0 0 0 0,-5 0 0 16,0-2 0-16,0 1 0 0,-3-2 0 0,-4 1-294 16,2 0-14-16,-2 1 150 0,-1 1 7 0,-2-2-203 15,3 2 157-15,-3 0 69 0,0 0 49 0,0 0-541 16,0 0 290-16</inkml:trace>
  <inkml:trace contextRef="#ctx0" brushRef="#br0" timeOffset="-120053.3">30475 18506 2271 0,'-13'5'0'0,"8"0"0"0,0-3 0 16,0 1 0-16,5-3 0 0,-2 0 0 0,2 0 0 0,0 0 0 0,0 0 0 0,9 0 0 0,4-3 121 0,2 1-41 0,0-1 103 16,2 1-62-16,-2 0-46 0,0-1 1 0,-4 3-63 15,1 0 26-15,-5 0 0 0,-1 0-104 0,-4 0 46 16,1 5 30-16,-3 2-1 0,0 2-74 0,-3 1 51 15,-5 1 36-15,-2-1 44 0,1-1-40 0,-1 1-43 16,5-5 34-16,-1 3 133 0,1-4-59 0,3-1-37 16,0-1 1-16,2 0 117 0,0 0-67 0,0 0-34 15,4-1 7-15,11 1-40 0,-4 0 0 0,4 2 0 16,0-1-6-16,-2 2-33 0,1 0 0 16,0 1 0-16,-3 3 0 0,-1 0 0 0,-3-1 0 0,-5 2 0 15,2 0 0-15,-4 5 0 16,0-3 0-16,0 0 0 0,-6-2 0 0,-6 2 0 15,0-3 0-15,-1-2 0 0,-1 0 0 0,-2-1 0 16,1-3 0-16,0-3 0 0,0 2 0 0,0-2 0 16,0 0 0-16,0 0 0 0,2 0 0 0,-2-2 0 15,1-6 0-15,4-1-18 0,-4-2-81 0,3-6-587 16,-2-4 324-16,5 0 161 0,1-1-597 0,2-7 384 16,-3 1 188-16</inkml:trace>
  <inkml:trace contextRef="#ctx0" brushRef="#br0" timeOffset="-119622.1">30247 17906 2576 0,'5'-9'0'0,"3"0"0"0,2 0 0 0,2 0 0 0,0 0 0 0,3 2 0 15,1 1 0-15,-2 5 0 0,-1 1 0 0,1 0 0 0,-3 0 134 0,-1 0-38 0,2 8 83 0,-4 4-69 0,0 0-36 0,-3 2 0 16,-3 3 12-16,-2 3 11 16,0 5-58-16,0-2 31 0,-9 1-30 0,-5-2-1 15,0 1 0-15,0-5-18 0,-2-2-10 0,0-1 29 16,-1-3-1-16,2-5 43 0,2-2 1 0,1-1-81 15,2-2-2-15,5-2 0 0,0 0 0 0,3 0 0 16,1 0 0-16,1 0 0 0,0 0 0 0,0 0 0 16,5 0 0-16,10 0 0 0,0 0 0 0,2 0 0 15,-1 0 0-15,3 0 0 0,1 0 0 0,-1 0 0 16,-2 0 0-16,1 0 0 0,-4 0 0 0,2 0 0 16,-2 0 0-16,1 0 0 15,-3 0 0-15,-1 0 0 0,1 0 0 0,1 0 0 16,-1 0-318-16,-1 0 93 0,6 0 92 0,-4-2-334 15,1-2 218-15,2-3 105 0,-2-4-652 0,4-6 378 16</inkml:trace>
  <inkml:trace contextRef="#ctx0" brushRef="#br0" timeOffset="-119328.3">30712 17914 2360 0,'-3'0'0'0,"1"0"0"0,-3 0 0 0,-2 1 0 0,-1 7 0 0,3 2 0 0,2 2 0 0,1 2 0 0,2 1 0 0,0 2 0 0,0 2 107 0,0 0 427 0,0-1-253 15,2 1-120-15,5-4 206 0,2 0-246 0,1-2-121 16,2-2 0-16,1-4 0 0,-1-1 0 0,4-4 0 16,-4-2 0-16,5 0 0 0,-4 0 0 0,2-5 0 15,-3-10 0-15,-2-3 0 0,1 0 0 0,-6-3 0 16,-1 0 0-16,-2-1 0 0,-2-1 0 0,0 3 0 16,0-3 0-16,-9 4 0 15,-4 1 0-15,0 0 0 0,-4 4 0 0,2 4 0 16,-2 3 0-16,2 3 0 0,2 3 0 0,0 1 0 15,4 0 0-15,0 0 0 0,0 5 0 0,6 6 0 16,-1 3 0-16,4 1 0 0,0 2 0 0,0-1 0 16,0 3-150-16,4 0-68 0,4-1 90 0,3 1-662 15,0 0 375-15,0 2 188 0,2 1-576 16</inkml:trace>
  <inkml:trace contextRef="#ctx0" brushRef="#br0" timeOffset="-119046.52">31017 18710 3222 0,'0'0'0'0,"0"0"0"0,0 2 0 0,0-1 0 0,0 2 0 0,0-1 0 0,-5 3 0 0,1-1 0 0,-1 2 0 0,-4 1 0 0,2 2 604 0,-2 2-499 15,-1 1-105-15,-1 1 0 0,2 2 0 0,-2 0 0 0,1 3 0 0,1-4 0 16,-1 0 0-16,1 2 0 0,2-3 0 16,3 0-253-16,-1-3-95 0,2-1 203 15,1 0 72-15</inkml:trace>
  <inkml:trace contextRef="#ctx0" brushRef="#br0" timeOffset="-117382.74">31246 18196 1307 0,'0'0'0'0,"0"0"0"0,0 0 0 0,0 0 0 0,0 0 0 0,0 0 0 0,0 0 0 0,0 0 0 0,0-3 0 0,0 2 0 0,0 1 215 0,0 0-88 0,0 0-44 16,0 0 0-16,0 0 160 16,0 0-93-16,0-2-60 0,0 2 72 0,0 0-62 0,0 0-30 0,0 0-1 15,0-2 123-15,2 2-81 16,3-1-36-16,2 1-1 0,0-3 144 0,0 3-90 16,2 0-34-16,1 0 117 0,1 0-86 0,0 0-121 15,2 0-4-15,2 0 0 0,0 0 0 0,3 0 0 16,-1 0 0-16,2 0 0 0,-4 0 0 0,5 0 0 15,-2 0 0-15,-5 0 0 0,4-1 0 0,-9 1 0 16,-1 0 0-16,0 0 0 0,-1-2 0 0,-4 2 0 16,-1 0 0-16,-1 0 0 0,0 0 0 0,0 0 0 15,0-2 0-15,0 2 0 0,0-2 0 0,0-1 0 16,0 2 0-16,0 0 0 16,0-2 0-16,0 1 0 0,-1 2 0 0,1-1 0 15,-2 1 0-15,2 0 0 0,0 0 0 0,0 0-79 16,0 0-296-16,0 0 168 0,0 0 85 0,5 0-723 15,5 0 409-15,5 0 198 0</inkml:trace>
  <inkml:trace contextRef="#ctx0" brushRef="#br0" timeOffset="-117143.18">31765 18070 3366 0,'-2'0'-60'0,"2"0"18"0,0 0 11 0,0 0 8 0,0 0 4 0,8 0 4 0,2 0 4 0,4 0-29 0,6 0 17 0,5 0 10 0,-1-3 318 0,3 2-132 0,-5 0-55 15,10-3 97-15,-6 1-184 0,3 1-31 0,-5 1 0 16,-2-1 0-16,0 0 0 16,-1 0 0-16,-1 2 0 0,-6 0 0 0,2-2 0 15,-7 2 0-15,1 0-419 0,-2 0 151 0,0 0 144 16,-4 0-720-16,-3 6 402 0,-1 2 200 0,0 1 90 15</inkml:trace>
  <inkml:trace contextRef="#ctx0" brushRef="#br0" timeOffset="-116730.71">31811 18300 2272 0,'-10'3'0'0,"2"-2"0"0,3-1 0 0,3 0 0 0,1 0 0 0,1 0 0 0,0 0 0 0,0 0 0 15,1 0 0-15,12 0 0 0,1 0 172 0,1 0-66 0,3 0-32 0,2 0 66 0,-1 0-50 16,-3 0-14-16,0 0-11 0,-7 0-105 0,1 0 40 16,-5 2 0-16,-1 8-39 0,-4 1 50 0,0 2-10 15,-4 2 40-15,-13 2 48 16,1-1-1-16,-5 1-72 0,2-3 26 0,-1 1 67 16,3-2-39-16,1-1-23 0,7-6 225 0,2 0-117 15,1-1-81-15,3-4-74 0,3 1 0 16,0 2 0-16,3-4 0 0,7 2 0 0,3-2 0 0,7 0 0 15,7 0 0-15,-3 0 0 0,0 0 0 0,-2 0 0 16,1 1 0-16,-1 1 0 0,-4 2 0 0,-4 0 0 16,-3 1 0-16,-4 0 0 0,-4 4 0 15,-1 0 0-15,-2 0 0 0,-3 3 0 0,-14-1 0 0,-2 5 0 16,0-7 0-16,-8 6 0 16,2-5 0-16,-4 3 0 0,1-3 0 0,0-1 0 15,3 1 0-15,-8-2 0 0,4-1 0 0,-1 1 0 16,2-3 0-16,0-2 0 0,5 0 0 0,1-3 0 15,0 0 0-15,4 0 0 0,4-9-134 0,1-8-585 16,5-6 329-16,3-7 179 0,5-1 85 0,0-11-640 16,0 0 364-16</inkml:trace>
  <inkml:trace contextRef="#ctx0" brushRef="#br0" timeOffset="-116357.76">31863 17512 2418 0,'0'-19'-36'0,"0"6"10"0,1-1 5 0,3 2 4 0,-1-2-23 0,-1 7 12 0,1 1 9 0,-3 3 8 0,2-2 4 0,1 4 5 0,-3 1 172 16,0 0-64-16,0 6-32 0,0 10 42 0,-8 5-27 15,-4 3-11-15,-6 3-37 0,0-1 38 0,1 2 0 16,-5-2-38-16,7-3 147 0,-8 2-78 0,8-7-35 15,0-3 0-15,0-1 176 0,9-5-105 0,2-2-144 16,1-2-2-16,3-2 0 16,0 1 0-16,0-1 0 0,5-1 0 0,13 1 0 0,2-2 0 0,7-1 0 15,6 0 0-15,-1 0 0 16,4 0 0-16,-1 0 0 0,-2 0 0 0,1 0 0 16,-1 0 0-16,-1 0 0 0,-4 0 0 0,-3 0 0 15,-3 0 0-15,0 0 0 0,-3 0 0 0,-8 0 0 16,0 0 0-16,-4 0 0 0,-4 0 0 0,-1 0 0 15,-1 0-273-15,-1 0-103 0,0 0 165 16,0 0-203-16,-5 0 190 0,-3 0 91 0,0 0 44 0,-2 0-574 16</inkml:trace>
  <inkml:trace contextRef="#ctx0" brushRef="#br0" timeOffset="-116171.69">32026 17454 2808 0,'-5'0'0'0,"0"0"0"0,2 0 0 0,0 0 0 0,1 0 0 0,-1 0 0 0,1 7 0 0,0 6 0 0,1 6 0 0,-1 6 0 16,-5 1 228-16,5 4-94 0,-5 4 610 0,0 7-727 0,3-5-17 0,-4 11 0 0,4-6 0 0,4-5 0 15,-3 2 0-15,3-3 0 16,0-5 0-16,0 3 0 0,0-6 0 0,0-4 0 16,0-2 0-16,0-2 0 0,0-5 0 0,0-2 0 15,0 0 0-15</inkml:trace>
  <inkml:trace contextRef="#ctx0" brushRef="#br0" timeOffset="-116134.59">31950 18090 403 0,'0'2'0'0,"-2"-2"642"0,2 0-321 0</inkml:trace>
  <inkml:trace contextRef="#ctx0" brushRef="#br0" timeOffset="-114898.53">32279 18506 1708 0,'2'-3'0'0,"0"3"0"0,0 0 0 0,-1 0 0 0,1 0 0 0,0 0 0 0,-2 0 0 0,0 0 0 0,2 0 0 0,0 3 0 0,0 2 281 0,1 0-118 0,-3 3-60 0,2-1-29 16,1-1 107-16,-1 4-58 0,0-3-45 0,-2 2 1 16,0 0 19-16,0 0-54 0,0-2 1 0,0 2 60 15,-7-1-12-15,0 1-48 0,-1-1-1 0,0-1-63 16,-2 1 31-16,3-3 11 16,-3 0 22-16,0-1-220 0,3-1 110 0,1-1 44 15,1-2-436-15,0 0 209 0,3 0 84 0,0 0 75 16,2 0-243-16,0-5 127 0</inkml:trace>
  <inkml:trace contextRef="#ctx0" brushRef="#br0" timeOffset="-114641.92">32369 18120 3645 0,'-5'-5'0'0,"5"3"0"0,0 2 0 0,0-2 0 16,4 0 0-16,4 1 0 0,5-5 0 0,-1 1 0 0,4 2 0 0,-2-3 0 0,7 3 286 0,-2-1-286 0,1 0 0 0,0 0 0 15,-2 1 0-15,-1 0 0 0,-2 2 0 0,-5 0 0 0,0-3 0 0,0 4 0 16,-5 0 0-16,3 0 0 16,-3 0 0-16,0 0 0 0,0 0 0 0,0 0-136 15,3 0-102-15,-1 0 112 0,5 0-560 0,-1 0 321 16,3 0 160-16,-2 0-207 0,4-3 184 0,-4-2 81 15</inkml:trace>
  <inkml:trace contextRef="#ctx0" brushRef="#br0" timeOffset="-114438">32862 17985 3296 0,'0'3'0'0,"0"5"0"0,4-3 0 0,-1-2 0 0,1-1 0 0,0 0 0 0,-1 1 0 0,3-1 0 0,2 1 0 0,7 0 0 0,-2-2 322 0,5 1-144 0,1 0-67 0,1-2-87 16,8 0-24-16,-6 0 0 0,1 0 0 15,1 0 0-15,-1 0 0 0,-3 0 0 16,-4 0-613-16,0 0 314 0,-5 0 182 0,-1 2 58 16</inkml:trace>
  <inkml:trace contextRef="#ctx0" brushRef="#br0" timeOffset="-114063.44">32834 18240 2075 0,'-5'4'0'0,"3"-4"0"0,2 0 0 0,0 0 0 0,0 0 0 0,0 0 0 0,7 0 0 0,9 0 0 0,0 0 0 0,5 0 0 0,1 0 123 0,0 0 51 0,-1 0-65 15,-3 0-21-15,-1 0-12 0,-8 3-131 0,2 3 50 16,-9 2-1-16,1 2-12 0,-3 3 42 0,-3 0-11 15,-10 0 31-15,1 3 165 0,-6-2-83 0,1 0-41 16,2-2 111-16,3-2-81 0,6-2-36 0,-1-4 0 16,4 3 213-16,3-4-184 0,0 3-108 0,0-4 0 15,6 3 0-15,6-1 0 16,8-3 0-16,-1 4 0 0,2-4 0 0,-3 3 0 16,2 0 0-16,-3 0 0 0,-2 2 0 0,-4-2 0 15,-4 1 0-15,-2 1 0 0,-3 0 0 0,-2 4 0 16,-2 0 0-16,-10 1 0 0,-6-2 0 0,-5 3 0 15,-1-1 0-15,-2-2 0 0,-1 0 0 0,4 1 0 16,-5-1 0-16,5-1 0 0,-3 0 0 0,1-3 0 16,-1 1 0-16,3-2 0 15,-1-2 0-15,4-2-261 0,0 0 55 0,3 0 50 16,6-10-219-16,4-11 155 0,5-12 93 0,2-9 42 16</inkml:trace>
  <inkml:trace contextRef="#ctx0" brushRef="#br0" timeOffset="-113782.9">33005 17474 2847 0,'0'-9'0'0,"0"5"0"0,0 1 0 0,0 0 0 0,-5 2 0 0,-3 1 0 0,-2 0 0 0,-6 0 0 0,-1 11 0 0,-1 4 0 0,-3 4 146 0,-3 2-50 0,0-1 184 0,1 2-107 15,-1 2-69-15,3-6-31 0,6-2 119 0,0 1-172 16,5-1-20-16,5-4 0 0,5 2 0 0,0-3 0 15,0-1 0-15,22 1 0 0,4-5 0 0,4-3 0 16,5 1 0-16,7-4 0 0,-1 0 0 0,0 0 0 16,-8 0 0-16,4 0 0 0,-1-1 0 0,-3-4 0 15,-7 2 0-15,-3-1 0 16,0 2 0-16,-6-2 0 0,-4 2 0 0,-3 1 0 16,-5 1 0-16,0-2-521 0,-3 2 91 0,-2 0 182 15,0-3 108-15,0-1-476 0,-8-1 286 0,-1-2 143 16</inkml:trace>
  <inkml:trace contextRef="#ctx0" brushRef="#br0" timeOffset="-113620.5">33149 17514 2418 0,'-12'-8'0'0,"7"7"0"0,0-2 0 0,-1 1 0 0,4 2 0 0,-3 0 0 0,3 0 0 0,1 10 0 0,-1 3 0 0,0 4 0 16,1 4 171-16,-1 4 414 0,0 2-271 0,-1 3-134 0,-1 3-58 0,-2-1 19 15,3 1-141-15,-1 0 0 0,3 2 0 0,-3-4 0 16,4-1 0-16,0 0 0 0,0-1 0 0,0-2-194 15,0 1 102-15,0-8 67 0,0 2-832 0,0-1 431 16,0-2 90-16</inkml:trace>
  <inkml:trace contextRef="#ctx0" brushRef="#br0" timeOffset="-113420.38">33269 17824 2771 0,'13'0'0'0,"4"0"0"0,-1 0 0 0,1 0 0 0,5 11 0 0,-1 3 0 0,-2 7 0 0,4 3 0 0,-3 5 0 0,0 7 0 0,-5 1 536 0,-5 4-247 16,-3 1-122-16,-7-1 1 0,0 11-168 15,-2-5 0-15,-17 5 0 0,-2-2 0 0,-4-1 0 16,0 0 0-16,-5-3 0 0,0-5 0 0,1-5 0 16,3-1 0-16,1-9 0 0,0-2 0 0,0-3 0 15,8-8 0-15</inkml:trace>
  <inkml:trace contextRef="#ctx0" brushRef="#br0" timeOffset="-113382.27">33149 18688 441 0,'-10'0'0'0,"5"3"0"0,1-3 0 0</inkml:trace>
  <inkml:trace contextRef="#ctx0" brushRef="#br0" timeOffset="-113205.78">33667 18612 3572 0,'-40'-11'0'0,"30"11"0"0,7 2 0 0,3-2 0 0,-2 0 0 0,-1 0 0 0,3 0 0 0,0 0 0 0,0 0 0 0,0 0 0 0,8 0-467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0T15:48:03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2655 5473 2967 0,'-14'0'0'0,"1"0"0"0,5 0 0 0,-1-3 0 0,6 1 0 0,1 1 0 0,0 1 0 0,2 0 0 0,0-2 0 0,0 2 0 0,0 0 93 0,7 0 198 0,5 0-125 15,-3 0-63-15,5 0 208 0,-2 0-311 0,3 0 0 16,0 0 0-16,0 0 0 0,0 0 0 0,3 3 0 16,-4 2 0-16,5 0 0 0,-3 1 0 0,3-1 0 15,3 1 0-15,-3-1 0 0,4 0 0 0,5 1 0 16,-3-2 0-16,3 2 0 16,2-2 0-16,2 2 0 0,0-1 0 0,1-1 0 15,-1-1 0-15,-1 2 0 0,3 0 0 0,-1-1 0 16,-1-1 0-16,3 2 0 0,-2-2 0 0,0 0 0 15,7 1 0-15,-5 0 0 0,3 1 0 0,9-3 0 16,-2 1 0-16,1-1 0 0,3-1 0 0,1-1 0 16,-8 0 0-16,14 2 0 0,-6-2 0 0,-3 0 0 15,3 0 0-15,-2 3 0 0,-6-3 0 16,13 2 0-16,-4-1 0 0,1-1 0 16,0 2 0-16,-2 0 0 0,3-1 0 0,-3-1 0 15,5 0 0-15,0 2 0 0,0-2 0 0,1 0 0 16,1 0 0-16,13 0 0 0,-7 0 0 0,2 2 0 15,-1-2 0-15,2 0 0 0,-8 2 0 0,16-2 0 16,-11 3 0-16,3-2 0 0,3 1 0 0,1 2 0 16,-7-1 0-16,17 1 0 0,-8-2 0 15,0 2 0-15,2 1 0 0,0-1 0 0,4-2 0 16,12 2 0-16,-6-1 0 0,-8 1 0 16,7-2 0-16,10 2 0 0,-18-4 0 0,19 3 0 15,-1-2 0-15,-2-1 0 0,-2 2 0 0,1 0 0 16,-14-1 0-16,23 1 0 0,-9 0 0 0,6-2 0 15,-3 2 0-15,-7-2 0 0,20 0 0 16,-11 0 0-16,1 0 0 0,11 0 0 0,-7 0 0 0,-10 2 0 16,20-2 0-16,-9 2 0 0,-2-1 0 0,4 2 0 15,2 0 0-15,-17-1 0 16,23 1 0-16,-13 0 0 0,2 1 0 0,7-1 0 16,-2-1 0-16,-12 0 0 0,22 0 0 0,-12-1 0 15,1 2 0-15,5-3 0 0,-5 0 0 0,-14 0 0 16,18 0 0-16,-12 2 0 0,-4-1 0 0,2 1 0 15,-5 2 0-15,-16-3 0 0,4 6 0 0,-6-3 0 16,-6 1 0-16,-10-1 0 0,1 3 0 16,-1-2 0-16,-5 3 0 0,-2 0 0 0,-11-3 0 15,3 3 0-15,-8 0 0 0,-7-3 0 16,0 1 0-16,-2 0 0 0,-4-3 0 0,-4 2 0 16,0-2 0-16,-6-2 0 0,0 1 0 0,-1 1 0 15,-2-3 0-15,-2 0 0 0,-1 0 0 0,-1 0 0 16,0 0 0-16,-2 0 0 0,0 0 0 0,0 0 0 15,0 0 0-15,0 0 0 0,0 0 0 0,0 0 0 16,-4 0 0-16,-6 0 0 0,1 0 0 0,-7 0-120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24C36-A057-41D2-8CF8-43459F331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2991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customXml" Target="../ink/ink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customXml" Target="../ink/ink9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customXml" Target="../ink/ink15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customXml" Target="../ink/ink17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customXml" Target="../ink/ink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customXml" Target="../ink/ink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customXml" Target="../ink/ink20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customXml" Target="../ink/ink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向量代数与</a:t>
            </a:r>
            <a:endParaRPr lang="en-US" altLang="zh-CN" dirty="0">
              <a:solidFill>
                <a:srgbClr val="777671"/>
              </a:solidFill>
            </a:endParaRPr>
          </a:p>
          <a:p>
            <a:r>
              <a:rPr lang="zh-CN" altLang="en-US" dirty="0">
                <a:solidFill>
                  <a:srgbClr val="777671"/>
                </a:solidFill>
              </a:rPr>
              <a:t>空间解析几何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微积分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0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回顾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277499"/>
                <a:ext cx="11007703" cy="4147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平面的方程：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点法式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𝑩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一般式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𝑨𝒙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𝑩𝒚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截距式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标准式；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三点式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277499"/>
                <a:ext cx="11007703" cy="4147033"/>
              </a:xfrm>
              <a:prstGeom prst="rect">
                <a:avLst/>
              </a:prstGeom>
              <a:blipFill>
                <a:blip r:embed="rId2"/>
                <a:stretch>
                  <a:fillRect l="-1440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669926C-33C0-43AE-A1CF-312A41699C12}"/>
                  </a:ext>
                </a:extLst>
              </p14:cNvPr>
              <p14:cNvContentPartPr/>
              <p14:nvPr/>
            </p14:nvContentPartPr>
            <p14:xfrm>
              <a:off x="1284120" y="1673640"/>
              <a:ext cx="6877440" cy="3387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669926C-33C0-43AE-A1CF-312A41699C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4760" y="1664280"/>
                <a:ext cx="6896160" cy="34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04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回顾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984950"/>
                <a:ext cx="11007703" cy="5138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平面与平面之间的关系：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垂直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平行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夹角公式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点到平面的距离：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𝑪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984950"/>
                <a:ext cx="11007703" cy="5138843"/>
              </a:xfrm>
              <a:prstGeom prst="rect">
                <a:avLst/>
              </a:prstGeom>
              <a:blipFill>
                <a:blip r:embed="rId2"/>
                <a:stretch>
                  <a:fillRect l="-1440" b="-5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05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第四节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/>
              <a:t>空间直线</a:t>
            </a:r>
            <a:endParaRPr kumimoji="1" lang="en-US" altLang="zh-CN"/>
          </a:p>
          <a:p>
            <a:r>
              <a:rPr kumimoji="1" lang="zh-CN" altLang="en-US"/>
              <a:t>及其方程</a:t>
            </a:r>
          </a:p>
        </p:txBody>
      </p:sp>
    </p:spTree>
    <p:extLst>
      <p:ext uri="{BB962C8B-B14F-4D97-AF65-F5344CB8AC3E}">
        <p14:creationId xmlns:p14="http://schemas.microsoft.com/office/powerpoint/2010/main" val="188124408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1949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空间直线的方程；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线与线的关系；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线与面的关系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110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51465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：直线有哪些特点？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2732061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：直线的特点如何反映到定义它的方程上？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65D5C5D-C193-406F-BCA3-D332A70F12B2}"/>
                  </a:ext>
                </a:extLst>
              </p14:cNvPr>
              <p14:cNvContentPartPr/>
              <p14:nvPr/>
            </p14:nvContentPartPr>
            <p14:xfrm>
              <a:off x="2075400" y="2230920"/>
              <a:ext cx="6801840" cy="650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65D5C5D-C193-406F-BCA3-D332A70F1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6040" y="2221560"/>
                <a:ext cx="6820560" cy="66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30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849714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：确定一条直线？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9" y="2877569"/>
            <a:ext cx="10783789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两点、两个相交平面等等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23EC6E5-9498-4487-A62C-3FF634963E9F}"/>
                  </a:ext>
                </a:extLst>
              </p14:cNvPr>
              <p14:cNvContentPartPr/>
              <p14:nvPr/>
            </p14:nvContentPartPr>
            <p14:xfrm>
              <a:off x="2147040" y="3638160"/>
              <a:ext cx="2912400" cy="71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23EC6E5-9498-4487-A62C-3FF634963E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7680" y="3628800"/>
                <a:ext cx="2931120" cy="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555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2592624"/>
                <a:ext cx="10980160" cy="1520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2592624"/>
                <a:ext cx="10980160" cy="15204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一、空间直线的一般方程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1" y="4332837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称为直线的</a:t>
            </a: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一般方程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1549133"/>
                <a:ext cx="10980160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可以看作两个不平行且不重合平面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的交线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1549133"/>
                <a:ext cx="10980160" cy="670120"/>
              </a:xfrm>
              <a:prstGeom prst="rect">
                <a:avLst/>
              </a:prstGeom>
              <a:blipFill>
                <a:blip r:embed="rId3"/>
                <a:stretch>
                  <a:fillRect l="-1388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11DB1A66-BFAA-46BA-9F1D-DC1A54E1A5BF}"/>
              </a:ext>
            </a:extLst>
          </p:cNvPr>
          <p:cNvSpPr/>
          <p:nvPr/>
        </p:nvSpPr>
        <p:spPr>
          <a:xfrm>
            <a:off x="885525" y="5219568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一般方程不唯一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D21E70C-B5E5-4C6D-BB00-8BC366419725}"/>
                  </a:ext>
                </a:extLst>
              </p14:cNvPr>
              <p14:cNvContentPartPr/>
              <p14:nvPr/>
            </p14:nvContentPartPr>
            <p14:xfrm>
              <a:off x="1420560" y="2379600"/>
              <a:ext cx="7846200" cy="3669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D21E70C-B5E5-4C6D-BB00-8BC3664197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1200" y="2370240"/>
                <a:ext cx="7864920" cy="368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0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891719"/>
                <a:ext cx="10980160" cy="2738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满足一般方程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的直线的方向为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891719"/>
                <a:ext cx="10980160" cy="2738378"/>
              </a:xfrm>
              <a:prstGeom prst="rect">
                <a:avLst/>
              </a:prstGeom>
              <a:blipFill>
                <a:blip r:embed="rId2"/>
                <a:stretch>
                  <a:fillRect l="-1388" b="-6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32837"/>
                <a:ext cx="10980160" cy="1277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 dirty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𝑩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𝑩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 dirty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 dirty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𝑩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𝑩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32837"/>
                <a:ext cx="10980160" cy="12779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FAF17E4-0055-449D-B989-D54174A5DEA6}"/>
                  </a:ext>
                </a:extLst>
              </p14:cNvPr>
              <p14:cNvContentPartPr/>
              <p14:nvPr/>
            </p14:nvContentPartPr>
            <p14:xfrm>
              <a:off x="3549960" y="414360"/>
              <a:ext cx="8442000" cy="5593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FAF17E4-0055-449D-B989-D54174A5DE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0600" y="405000"/>
                <a:ext cx="8460720" cy="56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58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二、空间直线的对称式方程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85525" y="5022853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分式分母为零时，对应的分子也为零；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1549133"/>
                <a:ext cx="10980160" cy="3304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设直线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且平行于非零向量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（称为直线的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方向向量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），则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𝑴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</m:e>
                      </m:acc>
                      <m:r>
                        <m:rPr>
                          <m:nor/>
                        </m:rPr>
                        <a:rPr lang="zh-CN" altLang="en-US" sz="3200" b="1" i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∥</m:t>
                      </m:r>
                      <m:acc>
                        <m:accPr>
                          <m:chr m:val="⃗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</m:t>
                          </m:r>
                        </m:e>
                      </m:acc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1549133"/>
                <a:ext cx="10980160" cy="3304110"/>
              </a:xfrm>
              <a:prstGeom prst="rect">
                <a:avLst/>
              </a:prstGeom>
              <a:blipFill>
                <a:blip r:embed="rId2"/>
                <a:stretch>
                  <a:fillRect l="-13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10F46091-3085-4C89-822B-A4EA5244B610}"/>
              </a:ext>
            </a:extLst>
          </p:cNvPr>
          <p:cNvSpPr/>
          <p:nvPr/>
        </p:nvSpPr>
        <p:spPr>
          <a:xfrm>
            <a:off x="885525" y="5896842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称为直线的</a:t>
            </a: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对称式方程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点向式方程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BFC1EA3-6D97-4D1F-B849-C28F1DF61609}"/>
                  </a:ext>
                </a:extLst>
              </p14:cNvPr>
              <p14:cNvContentPartPr/>
              <p14:nvPr/>
            </p14:nvContentPartPr>
            <p14:xfrm>
              <a:off x="1076760" y="237600"/>
              <a:ext cx="10808640" cy="4892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BFC1EA3-6D97-4D1F-B849-C28F1DF616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400" y="228240"/>
                <a:ext cx="10827360" cy="49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963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三、空间直线的参数方程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10854"/>
                <a:ext cx="10980160" cy="1945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令对称式方程中的比例为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0854"/>
                <a:ext cx="10980160" cy="1945917"/>
              </a:xfrm>
              <a:prstGeom prst="rect">
                <a:avLst/>
              </a:prstGeom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/>
              <p:nvPr/>
            </p:nvSpPr>
            <p:spPr>
              <a:xfrm>
                <a:off x="885525" y="5896842"/>
                <a:ext cx="10980160" cy="730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称为直线的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</m:t>
                        </m:r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5896842"/>
                <a:ext cx="10980160" cy="730521"/>
              </a:xfrm>
              <a:prstGeom prst="rect">
                <a:avLst/>
              </a:prstGeom>
              <a:blipFill>
                <a:blip r:embed="rId3"/>
                <a:stretch>
                  <a:fillRect l="-1388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/>
              <p:nvPr/>
            </p:nvSpPr>
            <p:spPr>
              <a:xfrm>
                <a:off x="783925" y="3501230"/>
                <a:ext cx="10980160" cy="2136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𝒎𝒕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𝒏𝒕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𝒑𝒕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</m:eqAr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25" y="3501230"/>
                <a:ext cx="10980160" cy="2136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7AEDA91-B736-42E2-832E-B4AE4DE9E6B0}"/>
                  </a:ext>
                </a:extLst>
              </p14:cNvPr>
              <p14:cNvContentPartPr/>
              <p14:nvPr/>
            </p14:nvContentPartPr>
            <p14:xfrm>
              <a:off x="3933360" y="598320"/>
              <a:ext cx="6212880" cy="6025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7AEDA91-B736-42E2-832E-B4AE4DE9E6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4000" y="588960"/>
                <a:ext cx="6231600" cy="60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23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35624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：求下列直线的方程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的直线；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均平行的直线；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且与坐标轴夹角依次为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3562450"/>
              </a:xfrm>
              <a:prstGeom prst="rect">
                <a:avLst/>
              </a:prstGeom>
              <a:blipFill>
                <a:blip r:embed="rId2"/>
                <a:stretch>
                  <a:fillRect l="-1448" t="-684" b="-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350729"/>
                <a:ext cx="10730306" cy="999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50729"/>
                <a:ext cx="10730306" cy="999313"/>
              </a:xfrm>
              <a:prstGeom prst="rect">
                <a:avLst/>
              </a:prstGeom>
              <a:blipFill>
                <a:blip r:embed="rId3"/>
                <a:stretch>
                  <a:fillRect l="-1477" b="-3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492A03-DBB2-491A-AF81-8796FF6EE6D3}"/>
                  </a:ext>
                </a:extLst>
              </p14:cNvPr>
              <p14:cNvContentPartPr/>
              <p14:nvPr/>
            </p14:nvContentPartPr>
            <p14:xfrm>
              <a:off x="1037160" y="335880"/>
              <a:ext cx="11050920" cy="6309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492A03-DBB2-491A-AF81-8796FF6EE6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800" y="326520"/>
                <a:ext cx="1106964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641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四、平面束方程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375929"/>
                <a:ext cx="10980160" cy="2800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平面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i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的交线为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375929"/>
                <a:ext cx="10980160" cy="2800767"/>
              </a:xfrm>
              <a:prstGeom prst="rect">
                <a:avLst/>
              </a:prstGeom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/>
              <p:nvPr/>
            </p:nvSpPr>
            <p:spPr>
              <a:xfrm>
                <a:off x="877501" y="5580550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称为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平面束方程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𝝁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不同时为零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580550"/>
                <a:ext cx="10980160" cy="732508"/>
              </a:xfrm>
              <a:prstGeom prst="rect">
                <a:avLst/>
              </a:prstGeom>
              <a:blipFill>
                <a:blip r:embed="rId3"/>
                <a:stretch>
                  <a:fillRect l="-1444" t="-3306" b="-17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/>
              <p:nvPr/>
            </p:nvSpPr>
            <p:spPr>
              <a:xfrm>
                <a:off x="877501" y="4178425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过此交线的平面集合称为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平面束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，其方程为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𝝀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zh-CN" altLang="en-US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𝝁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178425"/>
                <a:ext cx="10980160" cy="1372683"/>
              </a:xfrm>
              <a:prstGeom prst="rect">
                <a:avLst/>
              </a:prstGeom>
              <a:blipFill>
                <a:blip r:embed="rId4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2C0176B-B31C-485B-A4E2-C6915A8C6244}"/>
                  </a:ext>
                </a:extLst>
              </p14:cNvPr>
              <p14:cNvContentPartPr/>
              <p14:nvPr/>
            </p14:nvContentPartPr>
            <p14:xfrm>
              <a:off x="997560" y="446760"/>
              <a:ext cx="10576080" cy="5939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2C0176B-B31C-485B-A4E2-C6915A8C62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200" y="437400"/>
                <a:ext cx="10594800" cy="59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05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709403"/>
                <a:ext cx="9508562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思考：为什么要设两个变量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𝝁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09403"/>
                <a:ext cx="9508562" cy="732508"/>
              </a:xfrm>
              <a:prstGeom prst="rect">
                <a:avLst/>
              </a:prstGeom>
              <a:blipFill>
                <a:blip r:embed="rId2"/>
                <a:stretch>
                  <a:fillRect l="-1667" b="-17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/>
              <p:nvPr/>
            </p:nvSpPr>
            <p:spPr>
              <a:xfrm>
                <a:off x="877501" y="3575581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注意不包括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的方程！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575581"/>
                <a:ext cx="10980160" cy="732508"/>
              </a:xfrm>
              <a:prstGeom prst="rect">
                <a:avLst/>
              </a:prstGeom>
              <a:blipFill>
                <a:blip r:embed="rId3"/>
                <a:stretch>
                  <a:fillRect l="-1444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/>
              <p:nvPr/>
            </p:nvSpPr>
            <p:spPr>
              <a:xfrm>
                <a:off x="877501" y="1644950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考虑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𝒕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76E40A-D5CF-453C-BD8A-159473CA3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644950"/>
                <a:ext cx="10980160" cy="1372683"/>
              </a:xfrm>
              <a:prstGeom prst="rect">
                <a:avLst/>
              </a:prstGeom>
              <a:blipFill>
                <a:blip r:embed="rId4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/>
              <p:nvPr/>
            </p:nvSpPr>
            <p:spPr>
              <a:xfrm>
                <a:off x="877501" y="4810161"/>
                <a:ext cx="10980160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如果可以确定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不是所求平面，则可以只用一个变量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0F46091-3085-4C89-822B-A4EA5244B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810161"/>
                <a:ext cx="10980160" cy="664797"/>
              </a:xfrm>
              <a:prstGeom prst="rect">
                <a:avLst/>
              </a:prstGeom>
              <a:blipFill>
                <a:blip r:embed="rId5"/>
                <a:stretch>
                  <a:fillRect l="-1444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3114C6F-3E69-4953-A49D-3CBE479A4600}"/>
                  </a:ext>
                </a:extLst>
              </p14:cNvPr>
              <p14:cNvContentPartPr/>
              <p14:nvPr/>
            </p14:nvContentPartPr>
            <p14:xfrm>
              <a:off x="977760" y="1948320"/>
              <a:ext cx="10619640" cy="1644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3114C6F-3E69-4953-A49D-3CBE479A4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400" y="1938960"/>
                <a:ext cx="10638360" cy="16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990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25906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：求过平面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的交线的下列平面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垂直于平面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轴有相同的非零截距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2590646"/>
              </a:xfrm>
              <a:prstGeom prst="rect">
                <a:avLst/>
              </a:prstGeom>
              <a:blipFill>
                <a:blip r:embed="rId2"/>
                <a:stretch>
                  <a:fillRect l="-1448" t="-941" b="-6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35072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5072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ACA8C0C-FCF0-4887-A8B5-FDC3DC390069}"/>
                  </a:ext>
                </a:extLst>
              </p14:cNvPr>
              <p14:cNvContentPartPr/>
              <p14:nvPr/>
            </p14:nvContentPartPr>
            <p14:xfrm>
              <a:off x="356760" y="213840"/>
              <a:ext cx="11824200" cy="62848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ACA8C0C-FCF0-4887-A8B5-FDC3DC3900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400" y="204480"/>
                <a:ext cx="11842920" cy="630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1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2738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：求直线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上投影直线的方程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2738378"/>
              </a:xfrm>
              <a:prstGeom prst="rect">
                <a:avLst/>
              </a:prstGeom>
              <a:blipFill>
                <a:blip r:embed="rId2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3900382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求过已知直线且垂直于已知平面的平面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4801164"/>
                <a:ext cx="10730306" cy="1520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01164"/>
                <a:ext cx="10730306" cy="1520416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0C54F4C-0FB1-49EA-BD50-AE865A11BDE3}"/>
                  </a:ext>
                </a:extLst>
              </p14:cNvPr>
              <p14:cNvContentPartPr/>
              <p14:nvPr/>
            </p14:nvContentPartPr>
            <p14:xfrm>
              <a:off x="303840" y="853920"/>
              <a:ext cx="11887920" cy="5931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0C54F4C-0FB1-49EA-BD50-AE865A11BD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480" y="844560"/>
                <a:ext cx="11906640" cy="59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202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2235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：求直线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𝟗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在平面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𝟔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上投影直线的方程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2235035"/>
              </a:xfrm>
              <a:prstGeom prst="rect">
                <a:avLst/>
              </a:prstGeom>
              <a:blipFill>
                <a:blip r:embed="rId2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4801164"/>
                <a:ext cx="10730306" cy="1520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𝟏𝟏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𝟐𝟓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01164"/>
                <a:ext cx="10730306" cy="1520416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F508D07-1A10-4EEF-9915-4515CF4B931F}"/>
                  </a:ext>
                </a:extLst>
              </p14:cNvPr>
              <p14:cNvContentPartPr/>
              <p14:nvPr/>
            </p14:nvContentPartPr>
            <p14:xfrm>
              <a:off x="291240" y="430920"/>
              <a:ext cx="10623600" cy="5983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F508D07-1A10-4EEF-9915-4515CF4B93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880" y="421560"/>
                <a:ext cx="10642320" cy="60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947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30601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：求过直线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且与平面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夹角的平面方程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3060197"/>
              </a:xfrm>
              <a:prstGeom prst="rect">
                <a:avLst/>
              </a:prstGeom>
              <a:blipFill>
                <a:blip r:embed="rId2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4801164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01164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72191BD-B7E8-4B2B-8CA4-F3C81F48D03F}"/>
                  </a:ext>
                </a:extLst>
              </p14:cNvPr>
              <p14:cNvContentPartPr/>
              <p14:nvPr/>
            </p14:nvContentPartPr>
            <p14:xfrm>
              <a:off x="380520" y="1846440"/>
              <a:ext cx="10980000" cy="4890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72191BD-B7E8-4B2B-8CA4-F3C81F48D0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1160" y="1837080"/>
                <a:ext cx="10998720" cy="49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409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两直线的方向向量的锐夹角（包括零度角与直角）称为直线的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  <a:blipFill>
                <a:blip r:embed="rId2"/>
                <a:stretch>
                  <a:fillRect l="-1444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五、两直线的夹角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2870690"/>
                <a:ext cx="11085003" cy="14494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方向向量分别为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，则两直线的夹角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𝝋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min</m:t>
                        </m:r>
                      </m:fName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𝒔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𝒔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ac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𝒔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𝒔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ac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870690"/>
                <a:ext cx="11085003" cy="1449436"/>
              </a:xfrm>
              <a:prstGeom prst="rect">
                <a:avLst/>
              </a:prstGeom>
              <a:blipFill>
                <a:blip r:embed="rId3"/>
                <a:stretch>
                  <a:fillRect l="-1430" r="-5061" b="-10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4411900"/>
                <a:ext cx="10980160" cy="21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𝝋</m:t>
                          </m:r>
                        </m:e>
                      </m:func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dirty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sz="3200" b="1" i="1" kern="0">
                                              <a:solidFill>
                                                <a:srgbClr val="67666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3200" b="1" i="1" kern="0" smtClea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sz="3200" b="1" i="1" kern="0">
                                              <a:solidFill>
                                                <a:srgbClr val="67666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3200" b="1" i="1" kern="0" smtClea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411900"/>
                <a:ext cx="10980160" cy="21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243F724-DAB1-42F2-A42B-3F852EFD323C}"/>
                  </a:ext>
                </a:extLst>
              </p14:cNvPr>
              <p14:cNvContentPartPr/>
              <p14:nvPr/>
            </p14:nvContentPartPr>
            <p14:xfrm>
              <a:off x="1142640" y="2131560"/>
              <a:ext cx="10560240" cy="4432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243F724-DAB1-42F2-A42B-3F852EFD32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3280" y="2122200"/>
                <a:ext cx="10578960" cy="445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975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836895"/>
                <a:ext cx="9508562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6895"/>
                <a:ext cx="9508562" cy="1372683"/>
              </a:xfrm>
              <a:prstGeom prst="rect">
                <a:avLst/>
              </a:prstGeom>
              <a:blipFill>
                <a:blip r:embed="rId2"/>
                <a:stretch>
                  <a:fillRect l="-1667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2275786"/>
                <a:ext cx="9508562" cy="1942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平行的充要条件是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平行，即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275786"/>
                <a:ext cx="9508562" cy="1942776"/>
              </a:xfrm>
              <a:prstGeom prst="rect">
                <a:avLst/>
              </a:prstGeom>
              <a:blipFill>
                <a:blip r:embed="rId3"/>
                <a:stretch>
                  <a:fillRect l="-1667" t="-1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E147B51-D82F-4AED-AD0C-E2B9C9678E58}"/>
                  </a:ext>
                </a:extLst>
              </p14:cNvPr>
              <p14:cNvContentPartPr/>
              <p14:nvPr/>
            </p14:nvContentPartPr>
            <p14:xfrm>
              <a:off x="3190320" y="2167560"/>
              <a:ext cx="4817880" cy="2212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E147B51-D82F-4AED-AD0C-E2B9C9678E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0960" y="2158200"/>
                <a:ext cx="4836600" cy="223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566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0" y="1361193"/>
                <a:ext cx="10980160" cy="1580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当直线与平面不垂直时，直线与其在平面上的投影直线的夹角，称为直线与平面的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如果垂直，则夹角为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361193"/>
                <a:ext cx="10980160" cy="1580241"/>
              </a:xfrm>
              <a:prstGeom prst="rect">
                <a:avLst/>
              </a:prstGeom>
              <a:blipFill>
                <a:blip r:embed="rId2"/>
                <a:stretch>
                  <a:fillRect l="-1387" b="-2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六、直线与平面的夹角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2941434"/>
                <a:ext cx="11085003" cy="16859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方向向量为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的法向量为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 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的夹角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𝝋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𝒔</m:t>
                                    </m:r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𝒏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𝒔</m:t>
                                        </m:r>
                                      </m:e>
                                    </m:acc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𝒏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941434"/>
                <a:ext cx="11085003" cy="1685911"/>
              </a:xfrm>
              <a:prstGeom prst="rect">
                <a:avLst/>
              </a:prstGeom>
              <a:blipFill>
                <a:blip r:embed="rId3"/>
                <a:stretch>
                  <a:fillRect l="-1375" r="-5040" b="-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0" y="4570216"/>
                <a:ext cx="10980160" cy="15783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𝝋</m:t>
                          </m:r>
                        </m:e>
                      </m:func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𝑨𝒎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𝑩𝒏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𝑪𝒑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𝒎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𝒏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𝒑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4570216"/>
                <a:ext cx="10980160" cy="1578381"/>
              </a:xfrm>
              <a:prstGeom prst="rect">
                <a:avLst/>
              </a:prstGeom>
              <a:blipFill>
                <a:blip r:embed="rId4"/>
                <a:stretch>
                  <a:fillRect b="-28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85C6F40-285A-491E-98D8-7B970C17AC4B}"/>
                  </a:ext>
                </a:extLst>
              </p14:cNvPr>
              <p14:cNvContentPartPr/>
              <p14:nvPr/>
            </p14:nvContentPartPr>
            <p14:xfrm>
              <a:off x="1450440" y="150120"/>
              <a:ext cx="10209240" cy="6312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85C6F40-285A-491E-98D8-7B970C17AC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1080" y="140760"/>
                <a:ext cx="10227960" cy="63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11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836895"/>
                <a:ext cx="9508562" cy="204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的充要条件是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𝑨</m:t>
                          </m:r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𝒎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𝑩</m:t>
                          </m:r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𝑪</m:t>
                          </m:r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𝒑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6895"/>
                <a:ext cx="9508562" cy="2040815"/>
              </a:xfrm>
              <a:prstGeom prst="rect">
                <a:avLst/>
              </a:prstGeom>
              <a:blipFill>
                <a:blip r:embed="rId2"/>
                <a:stretch>
                  <a:fillRect l="-1667" t="-1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3426854"/>
                <a:ext cx="9508562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平行的充要条件是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𝑨𝒎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𝑩𝒏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𝑪𝒑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426854"/>
                <a:ext cx="9508562" cy="1372683"/>
              </a:xfrm>
              <a:prstGeom prst="rect">
                <a:avLst/>
              </a:prstGeom>
              <a:blipFill>
                <a:blip r:embed="rId3"/>
                <a:stretch>
                  <a:fillRect l="-1667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8D39B6B-C722-40CF-9282-099E29231793}"/>
                  </a:ext>
                </a:extLst>
              </p14:cNvPr>
              <p14:cNvContentPartPr/>
              <p14:nvPr/>
            </p14:nvContentPartPr>
            <p14:xfrm>
              <a:off x="1299960" y="177120"/>
              <a:ext cx="8516880" cy="4733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8D39B6B-C722-40CF-9282-099E292317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0600" y="167760"/>
                <a:ext cx="8535600" cy="47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89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坐标为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且方向向量为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的距离为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1310295"/>
              </a:xfrm>
              <a:prstGeom prst="rect">
                <a:avLst/>
              </a:prstGeom>
              <a:blipFill>
                <a:blip r:embed="rId2"/>
                <a:stretch>
                  <a:fillRect l="-1444" r="-1388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七、点到直线的距离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0" y="3491225"/>
                <a:ext cx="10980160" cy="15686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𝟎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𝒔</m:t>
                              </m:r>
                            </m:e>
                          </m:ac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𝒔</m:t>
                              </m:r>
                            </m:e>
                          </m:ac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491225"/>
                <a:ext cx="10980160" cy="1568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023ACD7-7B45-493F-832E-21CCEBC8643B}"/>
                  </a:ext>
                </a:extLst>
              </p14:cNvPr>
              <p14:cNvContentPartPr/>
              <p14:nvPr/>
            </p14:nvContentPartPr>
            <p14:xfrm>
              <a:off x="3833280" y="196560"/>
              <a:ext cx="5933520" cy="5924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023ACD7-7B45-493F-832E-21CCEBC864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3920" y="187200"/>
                <a:ext cx="5952240" cy="594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965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1654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且与直线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垂直相交的直线的方程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1654171"/>
              </a:xfrm>
              <a:prstGeom prst="rect">
                <a:avLst/>
              </a:prstGeom>
              <a:blipFill>
                <a:blip r:embed="rId2"/>
                <a:stretch>
                  <a:fillRect l="-1448"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4607527"/>
                <a:ext cx="10730306" cy="800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共面的充分必要条件为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607527"/>
                <a:ext cx="10730306" cy="800091"/>
              </a:xfrm>
              <a:prstGeom prst="rect">
                <a:avLst/>
              </a:prstGeom>
              <a:blipFill>
                <a:blip r:embed="rId3"/>
                <a:stretch>
                  <a:fillRect l="-1477" b="-20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5499903"/>
                <a:ext cx="10730306" cy="960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99903"/>
                <a:ext cx="10730306" cy="960840"/>
              </a:xfrm>
              <a:prstGeom prst="rect">
                <a:avLst/>
              </a:prstGeom>
              <a:blipFill>
                <a:blip r:embed="rId4"/>
                <a:stretch>
                  <a:fillRect l="-1477" b="-5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2682739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思路一：求出垂足；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3649108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思路二：利用垂直和共面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13E5669-896C-4480-9812-5AEFC0823393}"/>
                  </a:ext>
                </a:extLst>
              </p14:cNvPr>
              <p14:cNvContentPartPr/>
              <p14:nvPr/>
            </p14:nvContentPartPr>
            <p14:xfrm>
              <a:off x="907560" y="159120"/>
              <a:ext cx="10901520" cy="6336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13E5669-896C-4480-9812-5AEFC08233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8200" y="149760"/>
                <a:ext cx="10920240" cy="63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5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1591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：设入射光线沿直线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至平面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上反射，求反射光线的直线方程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1591782"/>
              </a:xfrm>
              <a:prstGeom prst="rect">
                <a:avLst/>
              </a:prstGeom>
              <a:blipFill>
                <a:blip r:embed="rId2"/>
                <a:stretch>
                  <a:fillRect l="-1448" b="-11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2519876"/>
            <a:ext cx="10730306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求直线与平面的交点，联立平面方程与直线的参数方程或一般方程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5499903"/>
                <a:ext cx="10730306" cy="97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99903"/>
                <a:ext cx="10730306" cy="972702"/>
              </a:xfrm>
              <a:prstGeom prst="rect">
                <a:avLst/>
              </a:prstGeom>
              <a:blipFill>
                <a:blip r:embed="rId3"/>
                <a:stretch>
                  <a:fillRect l="-1477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393062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思路一：交点，反射方向；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4711892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思路二：交点，入射光线上一点的对称点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9995CAF-1887-42FF-A9F9-61EA48A6D6C6}"/>
                  </a:ext>
                </a:extLst>
              </p14:cNvPr>
              <p14:cNvContentPartPr/>
              <p14:nvPr/>
            </p14:nvContentPartPr>
            <p14:xfrm>
              <a:off x="595800" y="523800"/>
              <a:ext cx="11524680" cy="6300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9995CAF-1887-42FF-A9F9-61EA48A6D6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440" y="514440"/>
                <a:ext cx="11543400" cy="63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41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1941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补充题：给定两条异面直线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: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zh-CN" sz="3200" b="1" i="1" kern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: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，求它们的公垂线方程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1941814"/>
              </a:xfrm>
              <a:prstGeom prst="rect">
                <a:avLst/>
              </a:prstGeom>
              <a:blipFill>
                <a:blip r:embed="rId2"/>
                <a:stretch>
                  <a:fillRect l="-1448" b="-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5030003"/>
                <a:ext cx="10730306" cy="1300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𝟓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𝟐𝟎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30003"/>
                <a:ext cx="10730306" cy="1300934"/>
              </a:xfrm>
              <a:prstGeom prst="rect">
                <a:avLst/>
              </a:prstGeom>
              <a:blipFill>
                <a:blip r:embed="rId3"/>
                <a:stretch>
                  <a:fillRect l="-1477" b="-12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361B9D19-EB92-4490-85D5-CF43B540DCC0}"/>
              </a:ext>
            </a:extLst>
          </p:cNvPr>
          <p:cNvSpPr/>
          <p:nvPr/>
        </p:nvSpPr>
        <p:spPr>
          <a:xfrm>
            <a:off x="877502" y="3092427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思路一：分别求公垂线与两条直线的相交平面；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/>
              <p:nvPr/>
            </p:nvSpPr>
            <p:spPr>
              <a:xfrm>
                <a:off x="877502" y="4072687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思路二：求公垂线与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的交点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61B9D19-EB92-4490-85D5-CF43B540D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072687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16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是异面直线，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之间的距离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  <a:blipFill>
                <a:blip r:embed="rId2"/>
                <a:stretch>
                  <a:fillRect l="-1461" t="-1250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  <a:blipFill>
                <a:blip r:embed="rId3"/>
                <a:stretch>
                  <a:fillRect l="-1444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包含 游戏机, 体育&#10;&#10;描述已自动生成">
            <a:extLst>
              <a:ext uri="{FF2B5EF4-FFF2-40B4-BE49-F238E27FC236}">
                <a16:creationId xmlns:a16="http://schemas.microsoft.com/office/drawing/2014/main" id="{85937881-61AB-4865-A269-1E0F53F2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836" y="2342999"/>
            <a:ext cx="3488215" cy="27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5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594352"/>
                <a:ext cx="11007703" cy="4625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空间直线方程：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一般式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对称式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(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𝒎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𝒑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参数式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𝒎𝒕</m:t>
                            </m:r>
                          </m: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𝒏𝒕</m:t>
                            </m:r>
                          </m: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𝒑𝒕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594352"/>
                <a:ext cx="11007703" cy="4625177"/>
              </a:xfrm>
              <a:prstGeom prst="rect">
                <a:avLst/>
              </a:prstGeom>
              <a:blipFill>
                <a:blip r:embed="rId2"/>
                <a:stretch>
                  <a:fillRect l="-1440" b="-9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23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188150"/>
                <a:ext cx="11007703" cy="37616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线与线的关系：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 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200" b="1" i="1" kern="0" dirty="0">
                        <a:solidFill>
                          <a:srgbClr val="67666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∥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夹角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 dirty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2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188150"/>
                <a:ext cx="11007703" cy="3761607"/>
              </a:xfrm>
              <a:prstGeom prst="rect">
                <a:avLst/>
              </a:prstGeom>
              <a:blipFill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14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188150"/>
                <a:ext cx="11007703" cy="34483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线与面的关系：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𝒑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200" b="1" i="1" kern="0" dirty="0">
                        <a:solidFill>
                          <a:srgbClr val="67666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∥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𝑪𝒑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夹角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𝑪𝒑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𝑪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𝒎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𝒑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188150"/>
                <a:ext cx="11007703" cy="3448316"/>
              </a:xfrm>
              <a:prstGeom prst="rect">
                <a:avLst/>
              </a:prstGeom>
              <a:blipFill>
                <a:blip r:embed="rId2"/>
                <a:stretch>
                  <a:fillRect l="-1440" b="-8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0F4EDDF-FE5E-4E1B-B643-9CFD73905F49}"/>
                  </a:ext>
                </a:extLst>
              </p14:cNvPr>
              <p14:cNvContentPartPr/>
              <p14:nvPr/>
            </p14:nvContentPartPr>
            <p14:xfrm>
              <a:off x="937440" y="1967400"/>
              <a:ext cx="3075480" cy="130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0F4EDDF-FE5E-4E1B-B643-9CFD73905F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8080" y="1958040"/>
                <a:ext cx="3094200" cy="1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420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空间直线及其方程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7" y="924232"/>
            <a:ext cx="10493714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P36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6-4(A) 1(5),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4(2).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6-4(B) 1(2), 2(2), 5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7.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https://www.bilibili.com/video/BV11C4y147Jn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248812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77429409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1661</Words>
  <Application>Microsoft Macintosh PowerPoint</Application>
  <PresentationFormat>宽屏</PresentationFormat>
  <Paragraphs>191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微软雅黑</vt:lpstr>
      <vt:lpstr>微软雅黑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2</cp:revision>
  <dcterms:created xsi:type="dcterms:W3CDTF">2015-08-18T02:51:41Z</dcterms:created>
  <dcterms:modified xsi:type="dcterms:W3CDTF">2021-12-10T09:06:14Z</dcterms:modified>
</cp:coreProperties>
</file>