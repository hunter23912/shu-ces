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1"/>
  </p:notesMasterIdLst>
  <p:sldIdLst>
    <p:sldId id="587" r:id="rId3"/>
    <p:sldId id="773" r:id="rId4"/>
    <p:sldId id="925" r:id="rId5"/>
    <p:sldId id="729" r:id="rId6"/>
    <p:sldId id="908" r:id="rId7"/>
    <p:sldId id="875" r:id="rId8"/>
    <p:sldId id="909" r:id="rId9"/>
    <p:sldId id="910" r:id="rId10"/>
    <p:sldId id="911" r:id="rId11"/>
    <p:sldId id="912" r:id="rId12"/>
    <p:sldId id="926" r:id="rId13"/>
    <p:sldId id="921" r:id="rId14"/>
    <p:sldId id="904" r:id="rId15"/>
    <p:sldId id="927" r:id="rId16"/>
    <p:sldId id="913" r:id="rId17"/>
    <p:sldId id="928" r:id="rId18"/>
    <p:sldId id="916" r:id="rId19"/>
    <p:sldId id="917" r:id="rId20"/>
    <p:sldId id="929" r:id="rId21"/>
    <p:sldId id="918" r:id="rId22"/>
    <p:sldId id="930" r:id="rId23"/>
    <p:sldId id="948" r:id="rId24"/>
    <p:sldId id="949" r:id="rId25"/>
    <p:sldId id="898" r:id="rId26"/>
    <p:sldId id="919" r:id="rId27"/>
    <p:sldId id="920" r:id="rId28"/>
    <p:sldId id="813" r:id="rId29"/>
    <p:sldId id="814" r:id="rId30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A1C"/>
    <a:srgbClr val="F23C00"/>
    <a:srgbClr val="004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07C6E-575A-46A9-9D78-6F24A5C3681D}" v="26" dt="2021-02-20T15:18:39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0" autoAdjust="0"/>
    <p:restoredTop sz="93673" autoAdjust="0"/>
  </p:normalViewPr>
  <p:slideViewPr>
    <p:cSldViewPr snapToGrid="0" snapToObjects="1">
      <p:cViewPr varScale="1">
        <p:scale>
          <a:sx n="72" d="100"/>
          <a:sy n="72" d="100"/>
        </p:scale>
        <p:origin x="62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03:40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16491 8708 328 0,'0'0'-164'0,"0"0"82"0,0 0 41 0,-4 0 41 0,1 0 126 0,1 0-18 0,2 0-41 0,-2-2-1 15,2 2-52-15,-2 0 18 0,2 0 1 0,0 0 8 16,0 0-21-16,0 0 13 0,0 0 0 0,0 0-16 15,0 0 15-15,0 0 8 0,0 0-8 0,0 0-37 16,0 0 0-16,0 0 34 0,0 0 12 0,0 0-16 16,0 0 0-16,0 0 3 0,0 0 26 0,0 0-1 15,0 0-26-15,0-2 9 16,0 1 16-16,2-2 4 0,2 2-26 0,-1-3 41 16,4 2 0-16,-4-4-30 0,3 2 15 0,-1 1 0 15,-1-1-24-15,3 0 1 0,0 1 18 0,-2 1-10 16,-1-2-8-16,1 2 0 0,1 1-19 0,-3-2 19 15,4 3-1-15,-2 0 9 0,1 0-31 0,1 0-1 16,0 0 24-16,1 0-12 0,1 0 12 16,1 0 0-16,1 0-21 15,0 0 16-15,0 0-5 0,1 0 4 0,-3 0-7 0,2 0 10 16,1 0-6-16,-3 0 2 0,0 0-32 0,1 0 31 16,-1 0 0-16,-1 0 7 0,-1 0-33 0,1 0 0 15,0 0 22-15,-1 0-21 0,0 0 18 0,1 0 8 16,0 0-13-16,-1 0-13 0,-2 0 13 0,4 0 5 15,-2 0-41-15,-2 0 41 0,3 0-6 0,-3 0 2 16,3 0-31-16,-2 0 30 0,1 0-3 16,-2 3 6-16,4-3-25 0,-4 3 20 15,2-1-3-15,1 0 4 0,2 0-1 16,-3 0-2-16,0 1-2 0,2-1 7 0,2 2-6 0,-4-2 1 16,2 1-10-16,0-1 10 0,1 0 0 0,-1 2 0 15,0-2-16-15,1 0 16 0,-1 1 1 0,4 0-2 16,-3 0 9-16,1-1-8 0,-1 0-2 0,2 0 21 15,-3 0-18-15,5 2-1 0,-5-2-1 16,4 0 1-16,-1 3 1 0,1-3-1 0,-4 1-22 16,4 2 22-16,-2 0 1 0,1-2-1 15,1-1-35-15,-2 2 34 0,3-1 0 0,-2 0-1 16,4 0-6-16,-2 0 5 0,2-2-4 0,2-1 38 16,1 2-33-16,2-2-2 0,-1 0 51 0,3 0-24 15,4 0 2-15,-5 0-25 0,0 0-6 0,6 0 9 16,-3 0 6-16,3 0-5 0,-3 0-28 15,1 0 0-15,-4 0 35 0,6 0-7 0,-3 0-43 16,-4 0-1-16,3 0 36 0,2 0-27 0,-3 0-4 0,3 0 21 16,1 0 8-16,-3 0-13 15,2 0 4-15,2 0 5 0,-5 0-2 0,7 0-1 16,-4 2 2-16,-1 0-1 0,0 4 11 0,0-3-10 16,0 1 0-16,5 2 2 0,-2-1 19 0,0-1-17 15,1 2-3-15,-1 0 30 0,2-3-28 0,0 3 1 16,-2 1-1-16,2-1 2 0,-2 0-1 0,2 1 2 15,0-1-7-15,-2 1 7 0,0 1-1 0,1-3 2 16,1 3-20-16,-2 0 18 0,-4-3 0 0,8 0-2 16,-3 2-11-16,1 0 10 0,0-1 1 15,2-3 31-15,0 3-31 16,-1-2 0-16,3-1 1 0,-2 1 30 0,0 1-29 0,0-3 2 16,0 2-3-16,1 0 4 0,-1 0-2 0,2 1 3 15,0-1-3-15,0 2 5 0,2-1-4 0,-2 4 3 16,-1-2-24-16,5 0 21 0,-3-1 0 0,5 2-23 15,-2-2 0-15,-1 2 19 0,1 0 1 0,-1-1-33 16,-1 1 31-16,2-1-3 0,-3 1-5 0,3-1 6 16,-3 1 0-16,2-1-3 15,-2 1 8-15,3-3-9 0,-5 3 3 0,3-2 35 16,1 1-34-16,7-1 1 0,-5-1-1 0,-3 1 37 16,9-2 0-16,-4 1-28 0,0-1-5 0,3-2 26 15,1 0-23-15,-5 1 7 0,10-1-27 0,-3 1 23 16,0-3-2-16,2 1 4 0,1-1-35 0,3 0 32 15,-2 0-1-15,2 0-2 0,-1 0-12 0,1 0 8 16,1 0 4-16,0 0-16 0,3 0 14 16,-3 0-5-16,1 0 4 0,3 0-6 15,8 0 5-15,-13 0 1 0,12 0-3 0,-13 0 2 16,15 0 1-16,-8 0-1 0,1 0-1 0,-5 0 1 16,5 0 1-16,6 0-1 0,-3 0 3 0,-2 0-3 15,0-1 1-15,-6 1 24 0,13 0-23 0,-6 0-1 16,0 0 1-16,0 0 19 0,0 0-19 0,-2 0 3 15,15 0 40-15,-7-3-41 0,1 3 4 0,0 0-3 16,3-2 5-16,-6 2-2 0,12 0 2 0,-4 0-3 16,3 0 9-16,-2 0-9 15,2 0 1-15,-2 0-13 0,2 0 12 0,-1 0 1 16,0 0 0-16,0 5-36 0,2-2 33 0,2 2 2 16,-4-2-30-16,2-1 27 0,0 1-4 0,-1 1 4 15,-2-2-26-15,-1 0 25 0,4 0-3 0,-2-1 2 16,-1 2-5-16,-2 0 4 0,0-2-10 0,-7 2 4 15,12-1 4-15,-6 0 0 0,1 0-1 0,1-2 44 16,-8 1-18-16,14 2-2 0,-8-3 22 0,-1 0-39 16,-2 2 4-16,-1-2-3 15,-6 0 4-15,10 0-2 0,-9 1 5 0,-8-1-5 16,3 2-36-16,-4-2 36 0,-8 2 3 0,6 0-3 16,-8 0-2-16,-11-1 2 0,0-1-6 0,-2 2 5 15,-6 2-4-15,-4-2 2 0,-1 0 37 0,1 0-36 16,-7 0 1-16,-2 0-1 0,-2-1-34 0,-2-1 34 15,-1 3 2-15,0-3-1 0,-3 0-218 0,-1 1 103 16,1-1 44-16,1 4-597 16,-1 2 314-16,0 7 157 0</inkml:trace>
  <inkml:trace contextRef="#ctx0" brushRef="#br0" timeOffset="10143.19">8190 14496 512 0,'-4'0'0'0,"-6"-6"0"0,3 3 0 0,1 0 0 0,4 2 0 0,1-1 0 0,-1 2 0 0,2-2 0 0,-2 2 14 0,2 0-9 0,0 0 28 16,0 0 0-16,0 0-97 0,0 0 44 0,0 0 28 15,0 0-25-15,2 0 0 0,0 0 36 0,-1 0 1 16,1 0 8-16,-2 0-7 0,2 0-5 0,-2 0-31 16,0 0 94-16,0 0-30 0,0 0 0 0,0 0 39 15,0 0-36-15,0 0-7 0,0 0 0 0,0 0 1 16,0 0-16-16,0 0 19 15,0 0-16-15,0 0-23 0,0 0-1 0,0 0 24 16,0 0-29-16,0 0 32 0,3 0-5 0,-2 0-12 16,0 0-26-16,1 0 10 0,2 0 6 0,2 0 0 15,-2 0 12-15,1 0-5 0,3 0 4 0,-1 0-9 16,1 0 13-16,1 2-5 0,0 0-3 0,3-2-1 16,-3 0 4-16,4 1 0 0,-1-1-1 15,1 0 1-15,0 0 0 0,0 0 2 0,0 0-13 16,1 0 9-16,-1 0 6 0,2 0-9 15,-1 0 3-15,2 0 0 0,0-1 1 0,0-1-5 16,0 0 9-16,3 2-5 0,-1-2-18 0,0 1 18 16,2-2-1-16,-1 1 1 0,2 0-20 0,0-1-3 15,-1 0 21-15,6-4-2 0,-6 3-24 0,4-1 21 16,-4 1 1-16,3-1-26 0,0-1 22 0,-2 0 2 16,0 1 1-16,-1 2 10 0,-2-1-12 0,1 0 1 15,0 2 22-15,0-2 1 16,0 1-22-16,0 2 0 0,2-1 25 0,-1 2-23 15,4-1 3-15,-2-2-3 0,4 3 5 0,-2-1-3 16,-2-1 8-16,8 0-33 0,-6 0 0 0,2 1 25 16,3-4-2-16,-3 1-32 0,1 0-1 0,3 1 31 15,-2-1-35-15,0 1 32 0,0-1-7 0,1 0 5 16,-2 0-3-16,1 1 2 0,2-1-4 0,-1-1 3 16,1 0 19-16,0-3-19 0,0 3 2 15,2-2-2-15,-2 1 2 0,0-1 0 0,1-1 2 16,-2 1-10-16,-3-2 10 0,5 1-2 15,-1 2 14-15,0-2-14 0,-2 1 1 0,2 3-1 16,0-1 26-16,0-1-25 0,2 2 0 0,0 2-4 16,-2-1 4-16,2-1 1 0,-2 0 3 0,2 3-9 15,2-1 7-15,-2-3-1 0,1 4 3 0,-3-4-26 16,2 4 24-16,-2 0-2 0,0-2-15 16,-1 1 14-16,1 1-2 0,-2 1 3 15,2 0 5-15,-2 0-6 0,1 0-3 0,1 0 2 16,-2 0 10-16,-5 0-8 0,9 0-1 0,-5 1 1 15,-1 4-1-15,3-3 0 0,-1 1 2 0,-4 0-2 16,8 4 2-16,-2-6-2 0,-1 3 0 0,-1 0 0 16,2-2 1-16,0-1 1 0,-3 2 3 0,3 0-4 15,2 0-2-15,1-3 2 0,-1 3-10 0,0-2 10 16,0 3 0-16,0-2-16 0,0 0 14 0,0-2 1 16,-2 4-1-16,0-3-10 0,2 1 10 0,-1 0 0 15,3 0 14-15,-4 0-14 16,0 0-2-16,0 0 0 0,0 1 14 0,1-2-12 15,-1 0 0-15,2 4 0 0,-1-4 5 0,3-1-2 16,-2 1-2-16,2 2-3 0,-1-3 4 0,3 0-1 16,-4 2 1-16,0-2-1 0,1 0 0 0,2 0 0 15,1 0-1-15,-3 2 0 0,-1-2 1 0,2 2 0 16,-2-1-1-16,0 2 1 0,0-2 0 0,1 3 11 16,1-2-10-16,0 2 0 0,0-3-1 0,2 2-15 15,0 0 15-15,-1-1 0 0,1 2 1 0,-3-2-21 16,3 0 19-16,-1-2-1 15,2 1-9-15,-2 1 8 0,-1-2 2 16,-2 2-3-16,2 0-11 0,-2-1 10 16,-2-1 2-16,3 3 14 0,-1-1-15 0,0-1 0 15,0 1 0-15,0-2 34 0,0 2 1 0,-2 1-31 0,2-3-1 16,0 3 36-16,-2-1-34 0,2-1 6 0,1 2 0 0,2-1 1 16,-3-1-4-16,2 3 11 0,0-2-25 15,-3 1 18-15,3 0-2 0,0-1-25 16,1-1 1-16,1 3 22 0,0-2 0 0,0-1-26 15,1-1-1-15,-1 3 18 0,-1-2 6 0,1 1-35 16,0 0 32-16,0-2-5 0,-1 0-4 0,1 0 5 16,-2 0 1-16,1 0-2 0,-1 0 3 0,0 0-5 15,0 0 4-15,2 0 25 0,-2 0-25 0,1 0 1 16,2 0-1-16,-1 0 30 0,2 0-29 0,0 0 4 16,-3 0-3-16,3 0 12 0,-1-2-10 0,7 0 2 15,-9 1-8-15,4-2 6 0,-1 2 2 16,2-1-1-16,-3-2-20 0,8 1 19 15,-5-1 0-15,-1 0-2 0,-3-1 3 0,9 0-4 16,-9 2 2-16,3 0 3 0,0-2-3 0,0 2-2 16,2-2 1-16,1 2 12 0,-8 1-11 0,4 0 0 15,-2 1 3-15,1-3-2 0,-1 1 1 0,1 2-2 16,1-1-2-16,0-1 2 0,-1 2 1 0,0-1 0 16,1 1 1-16,0 1-2 0,0-3 0 0,-1 3-9 15,0-1 9-15,2 1 0 16,-4 0 0-16,1 0-14 0,-1 0 13 0,-1 0 0 15,0 0-11-15,1 0 11 0,-1 0-1 0,1 0 0 16,0 0-7-16,-1 1 7 0,-1 2-1 0,1-2-1 16,2 1 1-16,-4-1 0 0,1-1 0 0,-1 3-1 15,5-3 0-15,-4 2 1 0,-1-1 18 0,2-1-18 16,-2 3 1-16,0-3-1 0,0 2 23 0,1-2-22 16,1 0 3-16,-2 0-2 0,4 0 31 0,-3 0-30 15,1 0 3-15,3 0-1 16,-6 0 2-16,3 0-2 0,0 0 2 0,0 0 3 15,-1 0-3-15,1 0-1 0,0 0 3 0,-3 0-21 16,-1 0 17-16,2 0 1 0,0 0-26 0,-2 0 24 16,2 0 0-16,0 0 0 0,0 0-16 0,0 0 15 15,-1 0-2-15,1-2 7 0,-2-1-6 0,1 2 0 16,-1-1-1-16,-2 2-3 0,2-3 3 0,-5 2 1 16,6-1 0-16,-2 1-8 0,-1 1 7 0,-2-3 0 15,1 3-6-15,-5-1 6 16,4 1 0-16,-5-2 1 0,6 2 0 0,-5-2-2 15,4 2 0-15,-5 0 4 0,2 0-4 0,-1 0 1 16,-2 0 0-16,3 0-3 0,0 0 3 0,-3 0 0 16,3 0 0-16,-2 0-2 0,-1 0 2 0,-1 0-1 15,2 0-3-15,-3 0 4 0,1 0-1 0,-1 0 1 16,2 0-4-16,-3 0 4 0,1 0-2 0,1 0 0 16,-2 0 3-16,0 0-1 0,-2 0-1 0,0 0 20 15,0 0-19-15,-2 0 0 0,0 0 0 0,1 0 11 16,-3 0-11-16,-2 0 0 15,3 0 0-15,-3 0 3 0,-2 0-2 0,1 0 3 16,0 0-15-16,-3 0 13 0,1 0-1 0,-1 0-10 16,1 0 10-16,-2 0-1 0,0 0 1 0,-1 0 8 15,1 0-8-15,-2 0-3 0,0 0 2 0,1 0 2 16,-1 0-2-16,0 0 1 0,0 0 7 0,-1 0-7 16,-1 2 0-16,3-2 2 0,-3 0 3 0,0 0-3 15,0 0-2-15,0 0 3 16,0 0-3-16,0 0 1 0,0 0 0 0,0 0 2 15,0 0-3-15,0 0 1 0,0 0 0 0,0 0 35 16,0 0-34-16,0 0 1 0,0 0 8 0,0 0-5 16,0 0-3-16,0 0 2 0,0 0 9 0,0 0-7 15,0 0-3-15,0 0-19 0,0 0 20 0,0 0 1 16,0 0-1-16,0 0-33 0,0 0 33 0,0 0-4 16,0 0 2-16,0 0-31 0,0 0 29 0,0 0-4 15,0 0-7-15,0 0 8 16,0 0 1-16,0 0-4 0,0 0 3 0,0 0-2 15,0 0 2-15,0 0-2 0,0 0 2 0,0 0-1 16,0 0 1-16,0 0-37 0,0 0 35 0,0 0 0 16,0 0 1-16,0 0-37 0,0 0 35 0,0 0-2 15,0 0-30-15,0 0 28 0,0 0 1 0,0 0-4 16,0 0-9-16,0 0 8 0,0 0 1 0,0 0 0 16,0 0 1-16,0 0-3 0,0 0 3 0,0 0 18 15,0 0-20-15,0 0 3 16,0 0-1-16,0 0 18 0,0 0-17 0,0 0 2 15,0 0-13-15,0 0 12 0,0 0 0 0,0 0 1 16,0 0-13-16,0 0 13 0,0 0-3 0,0 0 2 16,0 0-13-16,0 0 12 0,0 0-3 0,0 0-17 15,0 0 14-15,0 0 4 0,0 0-3 0,0 0 25 16,0 0-24-16,0 0 2 0,0 0-17 0,0 0 17 16,0 0 1-16,0 0-1 0,0 0-31 0,0 0 0 15,0 0 25-15,0 0-16 0,0 0 17 0,0 0 1 16,0 0-3-16,0 0-32 15,0 0 24-15,0 0 8 0,0 0-11 0,0 0-26 16,0 0-6-16,0 0 38 0,0 0-134 0,0 0 67 16,0 0 24-16,0 0 0 0,0 0-321 0,2 0 176 15,4 0 81-15,3 0 52 0</inkml:trace>
  <inkml:trace contextRef="#ctx0" brushRef="#br0" timeOffset="12061.77">19877 14614 419 0,'-9'-13'0'0,"3"-8"0"0,1 7 0 0,1 10 0 0,1 0 0 0,3 2 0 0,-3-1 66 0,3 2-6 0,0 1-36 15,0 0-14-15,0 0 16 0,3 0 0 0,2 0 6 16,8 0-54-16,-2 0 0 0,4 0 41 0,0 0-20 16,0 0 18-16,3 0 4 0,-2 0-4 0,1-1 39 15,-2 1-39-15,1 0 1 0,-2 0 63 0,2 0-25 16,-2 0-9-16,2 0-26 0,-4 0 64 0,3 0-29 16,-1 0 15-16,-2 0-33 15,4 0 34-15,-2 0-39 0,2 1 0 0,-1 0-3 16,2 4 3-16,-3-1 7 0,4-1-7 0,-2 1-11 15,3 0 11-15,-1 2 0 0,-2-1-31 0,3 1 39 16,-2-1-8-16,2 1-1 0,-1 1-33 0,3-1-1 16,-2 0 25-16,3 0 4 0,1-1-29 0,1 0-5 15,3-1 30-15,-1-2-39 0,2 0 36 0,-6 0 2 16,10-2-3-16,-4 0-37 0,1 0 35 0,-1 0-3 16,0 0-2-16,-1 0 4 0,3 0-1 15,-2 0-3-15,-2 0-7 0,3 0 8 16,-4 0 1-16,-2 0 2 0,5 0 6 0,-1 0-10 15,-3 2 2-15,1-2 11 0,0 0-11 0,-2 4 5 16,5-2-5-16,-1-1 2 0,-1 2-1 0,1-2 0 16,-2 1-6-16,-2 0 10 0,5 1-5 0,-3 0 2 15,1-2-7-15,-1 4 6 0,2-4-1 0,-2 0 4 16,5 3-14-16,-2-3 9 0,0 0 1 0,2-1-15 16,0 3 15-16,2-3 0 0,0 0-1 15,0 0 0-15,2 0-1 0,0 0 0 16,4 0-2-16,-3 0 2 0,1 0 0 0,1-3-1 15,1 2 6-15,-1-4-5 0,1 3 3 0,7-3-3 16,-3 0-7-16,-1 1 7 0,2-2 0 0,1-1-24 16,-5 3 26-16,10-1-3 0,-3-1 0 0,2 0-30 15,-2-1 29-15,0 1-3 0,-5 0 5 16,10 2-19-16,-5-3 15 16,2 2-3-16,-2 0 4 0,3 2-5 0,-6-1 5 0,12 1-6 15,-7-1 30-15,3 0-26 0,4 1 0 0,-4 1 15 16,1 0-12-16,1-2 0 0,0-1-2 0,0 4-22 15,2-3 23-15,2 1 1 0,-3 1-23 0,3-2 20 16,-2 2 1-16,10 1-2 0,-15-3-4 0,7 2 4 16,-1 0 1-16,1-1-4 0,1 2 13 0,-1-1-13 15,7-2 2-15,-11 2 25 16,5 1-22-16,8-1-1 0,-6 0-1 0,-7 0 0 0,5 0 1 16,-1 2 2-16,1-2-14 0,0 2 13 15,0-2-1-15,0 2 2 0,-2-2-19 0,10 2 17 16,-11 0-1-16,3 0 0 0,1 0-1 0,-2 0-2 15,0 0 3-15,1 0 0 0,-2 0 0 0,1 0-1 16,-2 0-1-16,1 0-20 0,0 0 20 0,0 0 0 16,-1 0 3-16,0 0-3 0,-3 0 0 0,-1 0 0 15,3 0-5-15,-2 0 4 0,1 0 1 0,-2 0-1 16,-1 0-4-16,3 0 4 0,-1 0-1 0,0 0-12 16,-7 0 12-16,6 0 1 0,-5 0 0 15,2 0-13-15,-6 4 11 0,2-2 1 16,-5 0-9-16,6 2 8 0,-3-1-2 0,-7 1 1 15,3 0-2-15,1-3 2 0,-2 4-1 0,2-1 1 16,-6-1 0-16,0-1 0 0,-2 2 0 0,-4-1 0 16,4-1 0-16,-4 2 0 0,-2 0 0 0,-5-2 0 15,2 2 0-15,-2-2 0 0,1 0 0 0,-3 3 0 16,-2-3 0-16,1 2 0 0,-4-2 0 0,1-1 0 16,-1 3 0-16,-4-4 0 15,1 2 0-15,-4-1 0 0,0 2 0 0,0-3 0 16,-1 0 0-16,-2 0 0 0,-1 0 0 0,0 0 0 15,-2 0 0-15,0 0 0 0,0 0 36 0,0 0 0 16,0 0-32-16,0 0-2 0,0 0 32 0,0 0 2 16,0 0-25-16,0 0-4 0,0 0-26 0,0 0 0 15,0 0 30-15,0 0-57 0,0 0 24 0,0 0 1 16,0 0 22-16,0 0-47 16,0 0 18-16,0 0 0 0,-2 0 6 0,-8 0-171 15,-2 0 74-15,-10 0 49 0</inkml:trace>
  <inkml:trace contextRef="#ctx0" brushRef="#br0" timeOffset="22898.88">4840 16169 328 0,'-10'-1'0'0,"-5"-11"0"0,2 1-164 0,-1 3 82 0,1 0 41 0,5 1 41 0,-3 2 145 0,2-4-35 0,-1 2-39 16,5 0-74-16,-1 0 34 0,0 0 7 0,4 4-8 15,0-1-43-15,2 1 0 0,0 1 36 0,-1 1 1 16,1 1 0-16,0 0-2 0,0 0 0 0,0 0-25 15,0 0 25-15,0 0-1 0,1 0-21 0,3 0 43 16,5 0 3-16,-1 1-27 16,0 3 67-16,1-3-32 0,1 1 14 0,3 2-43 15,-2-3 52-15,-2 2-24 0,1-3 9 0,-1 1-7 16,4 2 8-16,-3-3-30 0,1 1 0 0,0-1 39 16,0 2 0-16,1 1-39 0,-1-3 8 0,2 1 13 15,1-1 0-15,-2 1-21 0,2 2 46 0,2-1-23 16,-2-1 8-16,2 2-31 0,4 0 38 0,-2 1-38 15,6-2-1-15,1 2-9 0,-2-2 18 16,7-1-8-16,-2-1 0 0,2 0-24 16,0 0 0-16,2 0 24 0,0 0 8 0,3 0-35 15,-2-1 27-15,2-5-3 0,-1 0-33 0,-1 0 1 16,1 0 25-16,0 1-10 0,0-1-8 0,2 2 12 16,-1-1 5-16,-2 2-6 0,1 1 11 0,-1-1-9 15,4 0 2-15,-5 1-1 0,4 0 1 0,0 1 6 16,1-4-6-16,-1 3-26 0,7 1 25 0,-9-3 1 15,4 0-36-15,1-1 39 0,0-2-5 0,-3 2-3 16,8 1-21-16,-2-5-3 16,-4 1 24-16,0 1-35 0,7-1-2 0,-4-1 26 15,1 2 6-15,-3 0-13 0,-4 1 10 0,6 1-3 16,-3 3 2-16,-3-1-7 0,0 3 6 0,0 0 0 16,1 0-11-16,-2 0 12 0,2 5-1 0,0 2-2 15,-1-2-20-15,1 3 20 0,-1-1 1 0,1 0 2 16,2 1-12-16,-3-2 8 0,0 1 1 0,2-1 10 15,2 3-10-15,-4-4-2 0,2 2 2 16,0-2 35-16,2 3-35 0,2-3 1 16,0-1 32-16,-4 0-28 0,9 0-2 0,-3-2 4 15,0 0-11-15,2-2 12 0,-2 0-3 0,-4 1-26 16,10-1 26-16,-3 0 0 0,-4 0 0 0,3 0-27 16,-3 0 26-16,-3 0-3 0,9 2 2 0,-6 0 8 15,2 0-9-15,0 2-4 0,-2-3 3 0,-3 3 25 16,8 1-25-16,-4-3 1 0,2 3-9 0,-1-1 11 15,-1-1-1-15,-3 1 5 16,6 2-33-16,-2-3 28 0,2 2 0 0,0-2-32 16,-1 3 30-16,-2-6-2 0,8 7 2 0,-4-3-28 15,-1 0 26-15,2-1-4 0,3 1-4 0,-10 0 5 16,12-1-2-16,-5 2 2 0,1-3 4 0,-1 1-4 16,3 0 0-16,0 1 0 0,0 0 5 0,0 0-5 15,1 2 1-15,0-3 9 0,5 1-8 16,-4 0-1-16,1 2 2 15,-2-5 13-15,5 5-14 0,-1-2 1 0,1-1 0 0,-1 1 0 0,3 0 0 16,-4 0 0-16,12-1-2 0,-7 1 2 16,-6 1 1-16,4-4-2 0,0 1 16 0,10 2-15 15,-8-1 0-15,2 0 6 0,-7-2-4 0,12 1-1 16,-5 0-1-16,2 0 6 0,-2-2-4 0,-2 0-1 16,-4 3-3-16,14-2 4 0,-6-1 0 0,-1 1-1 15,2-1-12-15,1 2 12 0,-6-2 1 0,15 3-6 16,-10-3 3-16,1 1 1 0,2 0-1 0,0-1-9 15,-8 0 9-15,13 3 0 0,-6-3-1 0,3 0-5 16,0 0 5-16,-5 0 1 16,-5 0 15-16,15 0-15 0,-5 0 0 0,-1 0 0 15,-1 0 14-15,1 0-14 0,3 0 2 0,-3 0 3 16,-1-3-3-16,-1 3-1 0,2-1 2 0,2 0-4 16,-9-2 5-16,12 3-2 0,-4-2 0 0,2 1 0 15,-3 1 0-15,0 0 1 0,-7-1-10 0,14 1 8 16,-5 0 0-16,-2 0 0 0,1 0-9 0,1 0 8 15,-5 0 1-15,10 0 0 16,-5 0-1-16,0 0 0 0,0 0 1 0,1 0 12 16,-8 0-12-16,14 1-1 0,-2 0 0 0,-3 1 18 15,-1 1-16-15,1-3 0 0,-8 1 11 0,16 0-10 16,-10-1 1-16,0 3-1 0,5-1-16 0,-3 2 16 16,-7-3 1-16,11 1-1 0,-6-1-19 0,0 4 18 15,1-4-1-15,-4 3-1 0,-6-2 1 0,14 2 0 16,-7-2-3-16,-2 0 14 0,-1-2-12 0,1 1 1 15,-7-1 29-15,13 0-28 0,-6 0 0 16,-2 0 0-16,4 0-3 0,-3 0 4 16,-8 0 3-16,13 0 0 0,-7 0-8 0,0 0 6 15,1 0 0-15,-11 0 7 0,13 0-7 0,-2 0-2 16,-1 0 2-16,-3 0 1 0,-7 0-2 0,8 3-1 16,6-3 41-16,-8 0-37 0,2 0-1 0,-4 0 3 15,2 0-22-15,-4 0 23 0,10 0-4 0,-13 0 3 16,5 0-26-16,0 0 0 0,1 0 22 0,-1 0-40 15,0 0 38-15,0 0-4 0,-2 0 3 0,3 2-20 16,6 1 18-16,-14-1-5 0,4 0-11 16,-1 0 10-16,0 2 4 0,-3-3-3 15,0 1-26-15,-6 0 25 0,6 0 2 0,-6-1 1 16,-10 2-1-16,5-1-2 0,-2-2 1 0,-5 2 20 16,-1-2-19-16,-5 1-2 0,-5-1 1 0,0 2 44 15,-2-2-1-15,-2 3-37 0,-3-3 31 0,0 1 7 16,-1 0-37-16,-5-1 12 0,3 3 22 0,-3-1-19 15,-4-2-8-15,1 1-93 0,-3 1 45 0,-1-2 23 16,0 0 0-16,0 0-184 16,-2 3 97-16,0-3 37 0,0 0 26 0,0 0-161 15,0-3 84-15,-6-7 33 0,-1-6-510 0,0 0 281 16</inkml:trace>
  <inkml:trace contextRef="#ctx0" brushRef="#br0" timeOffset="29769.23">21842 15499 431 0,'2'-11'0'0,"-2"5"0"0,0 5 0 0,0-2 0 0,0 1 0 0,0 1 0 0,0 1 0 0,0-2 13 0,0 2 20 0,0 0-1 0,0 0 5 15,0 0 4-15,0 0-8 16,0 0-1-16,0 0 37 0,0 0-36 0,0 0-1 15,0 0-13-15,0 0 14 0,0 0-1 0,0 0 1 16,0 0 30-16,0 0 0 0,0 0-22 0,0 0-13 16,0 0 5-16,0 0 0 0,0 0 0 0,0 0-30 15,0 0 38-15,0 0-9 0,0 0 1 0,0 0-14 16,0 0 14-16,0 0 0 0,0 0-6 0,-2 0 5 16,-5 0-3-16,-1 2 2 0,-2 5-27 0,-3-1 30 15,1 1-9-15,-4 2 4 16,2 0-4-16,-4 3 3 0,2-3 1 0,-3 3 7 15,0 0-9-15,0 2 1 0,0-2-2 0,0 3-18 16,1-1 18-16,1 2 7 0,-2-2-9 0,2 1-23 16,1 0-1-16,-4 5 25 0,3-5-37 0,3 3 5 15,-6 3 24-15,2 0 4 0,-1-1-35 0,1 3 32 16,-1-1-7-16,3-1 4 0,-2 3-5 16,4-5 4-16,0 3-6 0,0-1 43 15,3 0-38-15,2-1 5 0,-3 4-3 0,3 0 23 16,-2-1-20-16,1 4-2 0,1-1 29 0,2-2-22 15,-2 9-2-15,-1-4-2 0,2 2 28 0,3-1-26 16,-1 4 2-16,0-5 3 0,2 4-26 0,2-1 21 16,2-1 1-16,0 2-18 0,0-2 16 0,0 0 5 15,0 3-4-15,0-4-32 0,2 2 28 0,7 1 2 16,-2-3-26-16,0-1 28 0,2 2-8 0,1-2 3 16,1-2-22-16,0 1 21 0,1-1-4 15,-1-3 5-15,4 4-3 0,-2-3 0 16,3-1 0-16,-4 0-7 0,6-1 7 0,-6-2 3 15,9 3-4-15,-2-3-29 0,0-1 27 0,2 0 2 16,-1-2 5-16,1-1-3 0,3 2-4 0,0-2 1 16,1 0 3-16,1-2-3 0,-1 0 0 0,-1-4-19 15,5 4 17-15,-1-4 2 0,2 2-2 0,-1-3 12 16,1-1-11-16,2 0 3 0,-2 1-3 0,3-2-6 16,-1-1 6-16,0 1 0 0,1-3-33 15,1 3 33-15,0-3-2 0,3-1 1 16,-1 0-16-16,1-1 14 0,7 0-1 0,-10-2-20 15,5-1 20-15,5 0-2 0,-2 0 2 0,-2 0-21 16,-2 0 19-16,6 0-2 0,-3-4-6 0,1-1 5 16,-1-3 2-16,2-2-1 0,-3 4 11 0,9-8-11 15,-2 1 1-15,-2-2-3 0,0-1 35 0,2-2-31 16,0-1 0-16,-4 1-3 0,1-1 3 0,-5 0 2 16,-2 0-1-16,1 1-25 0,-5 3 2 0,7-6 22 15,-4 2-32-15,-4 2 28 16,3 1 3-16,-1-4-7 0,-2 2-21 0,2-1-6 15,-2-2 29-15,-2 1-12 0,0-2-1 0,0-2 5 16,-2 2 2-16,-1 0 27 0,-3-2-25 0,-1 2-2 16,-1 0 1-16,-3 0 28 0,-3 3 0 0,3-5-21 15,-3 1-4-15,-1 0 24 0,0 1-22 0,-2-3 5 16,0 5-19-16,2-6 20 0,-4 1-4 0,3 1 5 16,-3-1-43-16,0 2-1 0,-1 1 36 0,1-2-26 15,-2-1 24-15,1 0-5 16,-1 3 5-16,0-2 20 0,-1 3-23 0,1-5-2 15,-2 2 37-15,1 0-33 0,0-1 0 0,-1 2 2 16,-1 0 12-16,-3 1-8 0,1 0-4 0,-2-1 10 16,0 0 8-16,-2 3-11 0,0-1-4 0,0 0 28 15,-4 2-1-15,-1 1-22 0,-3-1-3 0,-2 0 53 16,3 2-22-16,-2 1 3 0,2-1-13 0,-4 0-10 16,2 0-2-16,2 0 7 0,-2 0-28 0,1 2 0 15,1-2 23-15,-1 0 3 0,-1 2-33 16,1 0 30-16,-1 0 1 0,2 2-32 15,-5 0 1-15,3 0 17 0,-2 0 7 0,-3 1-35 16,1 1 33-16,-2 1-10 0,2-1 7 0,-3 4-2 16,2-3 1-16,-3 3-1 0,0 0 12 0,2 0-10 15,-2 1 0-15,0-2 0 0,1 1 8 0,-4 2-7 16,1 0 0-16,3-1-2 0,-3 1 1 0,0-1 2 16,2 0-2-16,-1 1 9 0,1-1-8 0,-1-1 1 15,4 3-4-15,-4-2 3 16,4-1 0-16,-4 3 1 0,4 0-11 0,-3-2 10 15,0 3-1-15,0-1 0 0,1 0-31 0,-2 1 31 16,0 1-2-16,1-2-17 0,-3 3 16 0,4-4 1 16,-3 4-4-16,3-2 7 0,-2-1-6 0,0 1 1 15,3-1 11-15,-3 1-11 0,2 0 0 0,0 0 0 16,0 1 13-16,-1-2-12 0,-2 2 1 0,2 1-1 16,-3-3-22-16,-1 3 22 0,0 0 2 0,-2-2-18 15,1 3 16-15,0 0 0 16,1 0-2-16,1 0-24 0,-3 0 22 0,2 0 1 15,1 0-3-15,-1 0-7 0,2 0 7 0,1 0 0 16,-2 0 7-16,1 0-6 0,3 0 0 0,-2 0 0 16,4 0 26-16,-2 0-26 0,2 0 3 0,0 0 23 15,0 0-23-15,1 0 0 0,-1 0 2 0,3 0 7 16,-4 0-5-16,2 0-3 0,-3 0 11 0,4 0-10 16,-4 0 3-16,2 0-2 0,1 0-9 0,-1 0 9 15,1 0 1-15,0 0-16 16,2 0 14-16,2 0 0 0,-1 0-1 0,1 0-3 15,1 0 3-15,0 0 0 0,1 0-1 0,0 0 7 16,-1 0-7-16,1 0 1 0,-1 0 14 0,-1 0-14 16,3 0 1-16,-6 0-1 0,1 0 13 0,0 0-11 15,0 0 0-15,-2 0-12 0,2 4 12 0,-1 1 0 16,-1-2 1-16,1 1-30 0,2 1 27 0,-1-1 1 16,-1 2-2-16,1-3-5 0,2 4 6 0,-1-1 0 15,-1-3-32-15,2 2 1 16,-1-1 23-16,-1 2-1 0,2-3-15 0,-3 3 15 15,3-2 3-15,-2 0 0 0,1-1-41 0,-1 1-1 16,2-2 38-16,-3 0-89 16,3 0 41-16,-4 2 21 0,1-1-16 0,-1 7-194 0,-2 5 109 0,4 6 54 15,-3 4-199-15,1 17 126 0</inkml:trace>
  <inkml:trace contextRef="#ctx0" brushRef="#br0" timeOffset="31579.39">22344 15279 417 0,'0'-6'0'0,"0"-3"0"0,0 3 0 0,0 4 0 0,0 0 0 0,0 2 0 0,0 0 0 0,0-3 0 0,0 3 0 0,0-2-45 0,0 2 31 0,0-2 1 16,2 0 37-16,1 0 26 0,1 0-27 0,0 0 5 15,-2 1-8-15,-1-1 3 0,1-1 0 0,0 2-1 16,-2 1 32-16,0 0 5 0,0 0-43 0,0 0 6 16,0 0 30-16,0 0 0 0,0 0-26 0,0 0 49 15,0 0-38-15,0 0-6 0,0 0 3 0,0 0 42 16,0-1-22-16,0 1 8 0,0-3-36 16,0 3 7-16,0-2 0 0,0 2 0 15,0-1-16-15,0 1 24 0,0 0-9 0,-4 0 1 16,3 0-27-16,-5 0 27 0,1 0 0 0,-2 0-48 15,2 0 14-15,-1 0 0 0,1 3 10 0,-1 0-12 16,1-2 15-16,0 0 14 0,0 4 23 0,1-5-29 16,-1 3-4-16,-1-1 3 0,-2 2 22 0,1 0-16 15,-2 1-3-15,0 1-33 0,-3 0 33 0,1 1 0 16,0 0 4-16,-3 4-23 16,-2-2 20-16,0 0-1 0,0 2-34 0,-3 1 0 15,0-2 24-15,0 2 10 0,-3 4-38 0,1-6 30 16,1 3-7-16,0-3 5 0,-1 3-36 0,3-2 37 15,-3-1-5-15,2 3-41 0,1-4 40 0,-1 2 1 16,1-1-3-16,0-1 8 0,2 1-8 0,-1-3 2 16,1 1-4-16,1 1 23 0,1-1-21 0,-2 1 2 15,4-1-9-15,-2-3 8 0,3 3-1 0,4-5 1 16,-3 3 24-16,1-1-22 0,3 0 2 0,2-4 24 16,3 0-24-16,-1 2-1 0,-1-3 1 0,3 0 28 15,0 0-27-15,0 0-1 16,0 0 2-16,0 0-2 0,0 0 7 0,0 0-6 15,0 0 25-15,0 0 1 0,0 0-18 0,0 0-3 16,0 0-33-16,0 0 32 0,0 0 0 0,0 0-33 16,0 0 30-16,0 2 1 0,0-2-1 0,3 2 35 15,2 2 0-15,3-2-35 0,2 1 31 0,1 2-30 16,1 2 4-16,1-3 1 0,3 5 38 0,1-2-1 16,1 2-29-16,5 1-7 15,-2-1 37-15,6 4 2 0,0-2-32 0,1 3-31 16,2-4 0-16,0 4 34 0,0-2 5 0,4 1-72 15,-2 0 30-15,1-1-7 16,-1 2 9-16,0-2-7 0,0 1 32 0,-2-5-18 16,-2 4-24-16,1-4 10 0,-5 3 0 0,-1-5 3 0,-3-1 11 0,-1 1-5 15,-1-1 5-15,-7-3 28 16,-1 0 0-16,-1 0-25 0,-4 0 0 0,-1-2 31 0,-2 0 0 0,-1 0-24 16,-1 0-4-16,0 0-23 15,0 0 1-15,0 0 27 0,2 0-125 0,0 0 57 16,7 0 30-16,7 0-8 0</inkml:trace>
  <inkml:trace contextRef="#ctx0" brushRef="#br0" timeOffset="35148.68">27402 15516 452 0,'0'0'0'0,"0"-12"0"0,0 5 0 0,-5 1 0 0,3 4 0 0,-3-1 0 0,3 1 0 0,-1 0 2 15,-1-4 31-15,0 3 8 0,-1-2-46 0,-2 2 37 16,0-3 1-16,0 2 0 0,-1-1 36 0,-2 1-36 15,-2 1-1-15,1-2 5 0,-1 1-4 0,-1 1-1 16,-2 1 9-16,0 0 3 0,-3 1-22 0,1-1 9 16,-3 2 22-16,1 0 1 0,0 0-13 0,-1 0-9 15,-3 0-13-15,3 2 14 0,-2 3 0 0,-3 2 0 16,5 1 1-16,-7 1-2 16,5 1 1-16,-3 1-39 0,3 2 37 0,-2 0 2 15,3 1 4-15,-6 4-12 0,4 2 1 0,-2 2 4 16,-2-1-8-16,0 5 9 0,0-2 2 0,0 2-5 15,2 1-7-15,-1-1 7 0,1-2-1 0,0 1 0 16,2 1 29-16,3-2-28 0,1 3 1 0,0-1 18 16,3 2-16-16,-2 0-1 0,4 2 10 15,-2 3-26-15,2-1 17 0,0-1-1 0,1 2-18 16,0 0 18-16,0 1 6 0,2 0-6 16,-1-1-23-16,2 2 21 0,0 0-2 0,0 1-18 15,3-1 18-15,-1 2-2 0,3 2 1 0,1-3-26 16,-1 3 25-16,4-3 0 0,1 0 4 0,0 2-27 15,0-2 0-15,0-2 18 0,5 0-4 0,4 0 3 16,2-3 7-16,4 0-9 0,1-2-23 0,2-1 23 16,1 1 2-16,0-1-5 0,3-2-15 0,-2 2 15 15,1-2 2-15,-2 2 10 16,1 1-10-16,1 1-1 0,0 0 4 0,1 0 28 16,1-2-30-16,-1 3 1 0,3-2-2 0,-2-2 2 15,4 0 4-15,0-2-2 0,1-1-13 0,0 0 13 16,8-1-1-16,-3-2 3 0,-1-3-23 0,8 2 18 15,-2-3 1-15,1-1-13 0,0 0 12 0,-1-1-3 16,-2 0 5-16,7-1-37 0,-4-1 33 0,-2 1-3 16,-2 0-14-16,0-2 17 0,0-1-2 0,2 2-2 15,-2-1-5-15,2 0 4 16,-2-3 2-16,2-2 0 0,-1-1-15 0,1-1 11 16,4-1 2-16,-4-2-24 0,6-2 23 0,-8 0 0 15,12 0 0-15,-4 0 29 0,-2 0-29 0,2-2 0 16,-1-4-9-16,-5 1 11 0,7-2-2 0,-5-3 1 15,2 2-14-15,-1-1 13 0,0-2 0 0,-3 1-3 16,7-1 2-16,-3 0 1 0,-1-2 0 0,6 0-33 16,-3 0 32-16,-4 1-1 0,7-4 0 0,-5 2-18 15,1-1 17-15,-4 2-5 16,2-2-13-16,-6 0 16 0,10-2 0 0,-5-2-1 16,-2 0-13-16,2 1 12 0,-2-4 1 0,-1 4-11 15,6-7 10-15,-3 3-2 0,-2-2 2 0,0 1-5 16,1-4 5-16,-8 4-2 0,7-5-1 0,-3 2 1 15,-8 3 1-15,4-2-2 0,-1 1-12 0,-3 0 13 16,-2 1 0-16,1 0 0 0,-5 3-33 0,3-3 32 16,-2 2-1-16,-5 3-33 0,5-7 31 0,-1 3 1 15,-4-1-5-15,3-1-38 16,-3-1 41-16,0 1-8 0,-2-2-1 0,2 0 20 16,-5-2-17-16,-1 3 2 0,1-3 22 0,-5 3-23 15,1-3 1-15,-4 2 1 0,-1-1 30 0,-1 3-29 16,-1-1 3-16,0 5-35 0,0-7 4 0,0 6 29 15,0-5 1-15,0 5-39 0,-5-1 35 16,0 0-1-16,-3 0-3 0,3 1-26 0,-5 0 23 0,3-3 4 16,-2 6 0-16,0-1-6 0,-1 0 0 0,0-1 3 15,0 4 34-15,-2-3 0 0,1 3-35 16,-2-2 39-16,2 1-1 0,1 2-31 16,-2-1 9-16,1-2 26 0,-1 3-26 0,-2 0-4 15,1-1 10-15,-1 1 15 16,0-2-17-16,-2 2-4 0,0 0 8 0,1-3-6 0,-2 4 2 0,2-3-2 15,-3 0 7-15,-2 2-7 0,6 0 1 0,-7-3 8 16,3 5-9-16,-3-2 1 0,2 1 0 0,-3 0 1 16,4 1-1-16,-7 0-1 0,1 0 3 0,-1 4-8 15,1-2 7-15,-3 1-1 0,3 3-14 0,-6-3 13 16,2 1 1-16,-2 1 0 16,4 2-27-16,-2-3 1 0,4 3 20 0,-4-1 5 15,3 1-4-15,3 0 1 0,-3 1-3 0,5 0-38 16,-3 0 37-16,-1 0 2 0,2 0-2 0,2 1-22 15,-2-3-3-15,1 2 24 0,1 2-27 0,-4-3 25 16,4 0-4-16,-4 3 3 0,3-3 33 0,-1 1-33 16,2 1-5-16,-5-2 28 0,6 2 1 0,-4 1-23 15,-1-3 0-15,3 2 23 0,-1 0 2 0,0-2-14 16,1 2-6-16,-3 2 11 16,-1-4-2-16,5 2-6 0,-5 0 10 0,3-1-8 15,0 1-1-15,-1-2 1 0,1 3 18 0,-1-4-18 16,1 4 0-16,-3-3 19 0,5 2-18 0,-1-1 0 15,-2 1 0-15,-4-3 19 0,8 5-17 0,-7-2 1 16,3 0-2-16,-3 1-1 0,2-1 2 0,1 0 2 16,0 0 0-16,-5 2-1 0,3-1 0 0,0 1 0 15,0 0-22-15,-2 1 19 16,5-2 3-16,-7 3-28 0,1-2 25 0,2 2-1 16,-1-1 1-16,4 1-36 0,0 0 35 0,0 0-4 15,5 0 3-15,-3 0-15 0,5-3 13 0,-2 3-3 16,4-2-1-16,-3 2 0 0,4-1 3 0,-1 1-2 15,1 0-58-15,1-3 24 0,-2 3 2 0,1 0 23 16,0 0-53-16,5 0 23 0,-6 0 0 0,5 0-123 16,-4 0 74-16,2 4 24 0,0 10 0 0,-1 6-279 15,3 7 157-15,1 3 71 0,6 9-391 0</inkml:trace>
  <inkml:trace contextRef="#ctx0" brushRef="#br0" timeOffset="36461.8">28098 16265 418 0,'0'0'0'0,"-2"0"0"0,-3-2 0 0,-1 1 0 0,3-2 0 0,-3 1 0 0,-1 1 0 0,1-3-2 15,-2 2 8-15,-1-3 27 0,0 3 31 0,1-3-1 16,0 4-30-16,0-3 0 0,-3 0 43 0,2 0-8 16,0 3-35-16,-3-4-6 0,-1 3 6 0,-1 0 0 15,1-1 8-15,-4 2 14 16,1-1-22-16,-5 2-1 0,0 0 1 0,-4 0 16 16,2 0-8-16,-5 8-9 0,2-1-23 0,-1 2-1 15,2 1 25-15,-5-1 0 16,7 1-3-16,-7 1 3 0,3 0-6 0,1-1 5 0,1 2 25 0,2 0-26 15,3-1 5-15,-2 4 18 0,2-3-24 0,0 4 1 16,4-4 0-16,0 5 8 0,1-1 5 0,0 0-11 16,2 2-6-16,2 3 6 15,0-5 0-15,0 5 0 0,3 0-11 0,0-3 11 16,3 3-1-16,0 0-26 0,0-1 4 0,1 0 20 16,2 0 5-16,1 2-30 0,-1-3 23 0,2 2-5 15,0-2 3-15,0 1-3 0,0 1 9 0,0 0-10 16,0 1-19-16,3-1 20 0,3 0 1 0,4-1-2 15,-2 1-10-15,4 0 10 0,2-3 1 0,-2 0-26 16,6 1 24-16,-4-1-1 0,4-2 7 0,-2-2-21 16,4 1 14-16,-3-4-2 0,3 3 1 0,-1-6-16 15,-1 4 20-15,0-4-5 16,1 0-4-16,0 0 3 0,0-1 1 0,3-1 3 16,-4 2-30-16,3-2 24 0,-2-2 2 0,3 0-36 15,-1-1 0-15,2 0 33 0,-2-1-1 0,6 3-36 16,-3-4 0-16,1-1 27 0,0 0-35 0,-4 0 35 15,8 0 1-15,-5 0-6 16,-1 0-5-16,-1 0 2 0,3 0 6 0,-1 0-9 0,2 0 5 0,-1 0 0 16,-2 0 2-16,3 0 5 0,0 0-5 0,-3 0 0 15,5-1 0-15,-3-2-8 16,0 1 8-16,0-3 1 0,-5 1-30 0,4-1 0 16,-4-1 27-16,1 0-1 0,0 1-34 0,-2-1 31 15,0-1 2-15,3-1-6 0,-2 1-16 0,-1-3 15 16,-2 0 3-16,2 2-30 0,0-4 28 0,-3 3-6 15,-2-3 5-15,-1 1-9 0,0 1 9 0,-2-3-3 16,0 2 30-16,-4 0-31 0,0-2 4 0,0 0 0 16,-3-2 26-16,3 2 1 0,-4-2-26 0,0-1 1 15,3 0 35-15,-6 1-29 16,3-1-4-16,-1-1 9 0,0 2-7 0,-1 1 7 16,2-1-6-16,-2-3-31 0,0 4-1 0,-1-1 31 15,3 0 1-15,-3 1-28 0,0 0-3 16,2 0 27-16,-2 1-15 0,0 1 9 0,0-1 3 0,0 4-10 15,0-3 32-15,-6 0-24 0,-1 3 1 0,-1-3 46 16,1 1-22-16,-3 0 4 0,0-1-16 0,-1 3 32 16,-2-2-14-16,1 1 1 0,-1 1 12 0,0-3-10 15,-1 3-11-15,1-1-6 0,-1 2 24 16,1-4 0-16,-2 3-17 0,2-1-1 16,-3 0 37-16,2 2-37 0,-3 0 3 0,2 0 16 15,-2 2-13-15,-1-2-4 0,1 5 5 0,0-4-18 16,0 1 17-16,1 3-3 0,-3-2-23 0,2 4-3 15,3-3 25-15,-4 2 1 0,2-1-34 0,1-1 1 16,0 0 26-16,-1 1 2 0,0-4-42 0,2 2 39 16,0 0-7-16,-2-1-1 0,3 1 1 0,0-3 3 15,-1 0-5-15,1 3 38 16,-2-3-33-16,0 3 0 0,1-2 25 0,0 1-25 16,0 2 4-16,1-2-1 0,1 2-41 0,3 2 1 15,0-3 39-15,2 5 0 0,2-3-214 0,-1-1 100 16,5 3 44-16,1 1-469 0,0 0 235 0,7 1 143 15</inkml:trace>
  <inkml:trace contextRef="#ctx0" brushRef="#br0" timeOffset="39709.98">27673 15154 302 0,'0'0'0'0,"0"0"0"0,-4 0 0 0,4 0 0 0,0-3 0 0,0 3 0 0,0 0 6 0,0-1-1 16,0-1 25-16,0-1-47 0,0 2 5 0,0-1 34 16,0 0-1-16,0 0 24 0,0 1-25 0,0 1 1 15,0 0 7-15,0 0-7 0,0 0 0 0,0 0 0 16,0 0 10-16,0 0-10 0,0 0-4 0,0 0 42 15,0 0-34-15,0 0-3 0,0 0 7 0,0 0-25 16,0 0 20-16,0 0 0 0,0 0-1 0,0 0-21 16,0 0 19-16,0 0 7 15,0 0-36-15,0 0 29 0,0 0-1 0,0 0 1 16,-1 0 14-16,-3 0-15 0,-1 0-1 0,-1 0-6 16,-1 0 16-16,-3 0-9 0,-2 0-1 0,2 5-1 15,-3 3 2-15,-4-1 1 0,0 2 0 0,-5 4-17 16,3-1 16-16,-2-1 5 0,-4 3-30 0,2 1 21 15,-2-1 2-15,-2-1-6 0,0 2 10 0,0-1-3 16,0-1-3-16,-1 0 17 16,2 0-16-16,-1 0 0 0,2-2-1 0,1-1 34 15,-1 2-32-15,1 2 2 0,5-1-1 0,0-3-11 16,0 0 11-16,1 2 9 0,5-4-40 0,1 0 31 16,2-1 0-16,5-2-2 0,-1-3 0 0,3 2 3 15,2-4-2-15,1 0-26 0,0 0 25 0,0 0-3 16,0 0 2-16,0 0 34 0,0 0-34 0,0 0-1 15,0 0 1-15,0 0 31 0,0 0 0 0,0 0-20 16,0 0-44-16,0 0 38 0,0 0-2 16,0 0 3-16,0 0-47 0,0 0 25 15,0 1-4-15,0 1 20 0,0 3-40 0,4-2 15 16,2 2 1-16,3-2 59 0,0 2-3 0,3-1-45 16,-2 2 8-16,3-1 29 0,3-1 1 0,-1 4-23 15,2-2 32-15,2 1-30 0,5 0-3 0,-1 1 10 16,1 2-20-16,-2-3 25 0,8 4-12 0,-4 0 11 15,3-2-60-15,-3 1 22 0,1 0 1 0,-8-2-24 16,2 3 20-16,1-3-7 0,-3 2 29 16,-3-3-37-16,-2 3 2 0,-1-4 19 15,-4-1-1-15,-1 0 4 0,-2-3 2 0,-2 2-5 16,-1-3 27-16,-1-1-25 0,0 0 3 0,-2 0 37 16,0 4-1-16,0-4-30 0,0 0 4 0,0 0 59 15,0 0-30-15,0 0 10 0,0 0-39 0,0 0-185 16,3 0 92-16,11 0 43 0,8 0-728 0</inkml:trace>
  <inkml:trace contextRef="#ctx0" brushRef="#br0" timeOffset="41518.58">27880 16029 328 0,'0'0'-164'0,"0"-3"82"0,0-1 41 0,-2-1 41 0,1 1 94 15,-1 1-10-15,-2-2-17 0,4 1-9 0,-2-2-137 16,0-2 47-16,1 2 24 0,1-1-39 0,-2 0 29 16,0 1-2-16,-1 0 27 0,2 2 26 0,0 1-26 15,-3-1 0-15,3 2 26 0,-1 2-25 0,-1 0 0 16,-1 0 0-16,1 0 0 0,0 0-7 0,2 2 8 15,-1 2 13-15,0-1-14 0,2 0 6 0,-2-2-4 16,2 0 25-16,0-1-20 16,0 0-3-16,0 0-1 0,0 0 57 0,0 0-27 15,0 0 2-15,0 0 62 0,0 0-43 0,0 0-15 16,0 0-1-16,0 0 23 0,0 0-1 0,0 0-22 16,0 0-13-16,0 0 29 0,0 0-29 0,0 0-1 15,0-1 19-15,0 1-10 0,0 0-8 0,0 0-1 16,0 0-32-16,0 0 0 0,0 0 33 0,0 0-15 15,0 0-8-15,2 0 14 0,2 0 7 0,-1 0 18 16,3 1-20-16,-1 4 0 16,2-2-2-16,-2 1 8 0,0 0-9 0,3 0-3 15,-1 1 37-15,0 1-22 0,1 2-9 0,2-1 10 16,-2 2-7-16,3 2 4 0,0-3-4 0,-3 3-21 16,5 0-8-16,0 1 27 0,-3-1 0 0,3 2-37 15,0 0 0-15,1-1 36 0,-1 1-34 0,3 2-10 16,-2-2 37-16,2 1-7 0,-2 1-24 0,2-2 25 15,0 2 1-15,0-2-11 16,0 0-14-16,1 0-6 0,-2 0 27 0,0-2-28 16,0-1-2-16,-3-1 23 0,1 0 2 0,-1-1-30 15,-5-3 28-15,1 3-2 0,-1-4 9 0,-1 2-10 16,1-3 2-16,-2 1-3 0,0-3 10 0,2 4-9 16,-4-2 1-16,4-1-1 0,-5 1 42 0,5-1-37 15,-4 1-1-15,1-1 6 0,0 1-6 0,-1 0 4 16,-1-2-3-16,-1 0-18 0,2 2 20 0,0-1-1 15,-3-1-22-15,3-1 19 0,-3 0 1 16,0 0-2-16,0 0-3 0,0 0 2 16,0 0 1-16,0 0-5 0,0 0 50 0,0 0-21 15,0 0 1-15,0 0 17 0,0 0 0 0,0 0-30 16,0 0-5-16,0 0 34 0,0 0-19 0,0 0-10 16,0 0 38-16,0 0-32 0,0 0-3 0,-9 0 6 15,-1 0-39-15,-4 0-5 0,-6 0 38 0,-6 2-3 16,-2 4-35-16,-2 1 29 0,-6 4 4 0,-7-1-65 15,1 2 27-15,1 1-3 0,-1 0 36 0,-2 2-158 16,4-4 73-16,-6 2 25 16,11-3-236-16,2-2 119 0,6-1 70 0,4-1 19 15,9-3-276-15,1 1 164 0,7 2 79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05:01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19915 9513 298 0,'-3'0'0'0,"-2"0"0"0,3-1 0 0,0-1 0 0,2 0 0 0,0 0 0 0,0 1 0 0,0-1-16 0,0 2 20 16,0 0 1-16,0 0-19 0,2 0 6 0,5 0 25 16,-2 0 1-16,1 0 19 0,1 0-19 0,-2 0 0 15,2 0 5-15,-2 0 26 0,-1 0 0 0,-1 0-29 16,1 0 18-16,0 0-16 0,-1 0 2 0,1 0 4 15,1 0-18-15,0 0 19 16,1 0-5-16,-1 0-13 0,2 0 21 0,3 0-10 16,-1 0 1-16,0 0-32 0,2 0 30 0,-2 0-3 15,2 0 8-15,-1 0-32 0,1 0 26 0,1 2-4 16,0-1-27-16,1-1-2 0,2 0 33 0,0 2-8 16,2-2-27-16,-2 0-4 0,0 0 31 0,0 0-28 15,0 0 3-15,-2 0 15 0,0 0 5 0,1 0-15 16,-3 0 13-16,2 0-4 0,-2 0 4 0,2 0-3 15,1 0 2-15,-2 0-2 16,4 0 18-16,-2 0-17 0,2 0 2 0,-2 0 32 16,2 0-32-16,-1 0 3 0,0 0-3 0,1 0 36 15,0 0-31-15,0 0 1 0,2 0-3 0,-2 0 18 16,1-2-16-16,3 1 5 0,-4-1-5 0,3-1 7 16,-1 2-6-16,1-1 4 0,2 0-9 0,-2-3 10 15,3 4-5-15,1-1 1 0,1-2-14 0,-3 3 12 16,2 0 1-16,-1-2-22 0,4 1 21 0,-1 2-1 15,-1 0 0-15,1 0-31 0,3 0 30 16,0 0 0-16,2 0-21 0,2 2 18 16,0 1 1-16,4-2-2 0,1 0 3 0,2 1-3 15,0 0 1-15,0-2-11 0,-2 2 10 0,0-1-2 16,-1 4 2-16,0-3 3 0,-2 0-3 0,2 2 0 16,-3-1 0-16,3 3 18 0,-1-3-17 0,1 4 1 15,2-1 11-15,3-2 3 0,0 1-14 0,1 0 1 16,1-2-1-16,-2 1 3 0,8 0-2 15,-3-2 19-15,-1 0-19 0,-1-2 4 16,2 1-3-16,-5-1 3 0,8 0-2 0,-6 0 0 16,1 0 0-16,-2 0 12 0,4 3-12 0,-5-3 2 15,7 2 17-15,0-1-18 0,-2-1 0 0,3 2 0 16,2 0-6-16,1 0 9 0,5 0-1 0,-1 0-2 16,3 0-11-16,8-2 12 15,-5 0-1-15,-5 0-32 0,10 0 30 0,-5 0 0 0,0 0-2 0,0 0 12 16,0 0-12-16,-7 0 3 0,12 0 16 15,-5 0-17-15,2 0-1 0,-2 0 1 16,-2 0 20-16,-5 0-17 0,10 0 0 0,-5 0-2 16,0 3 5-16,1-1-4 0,-1 4 5 0,-7-4-25 15,17 2 22-15,-7-1-2 0,-1 1 0 0,-9-2-15 16,14 2 13-16,-9-3 4 0,15-1-4 0,-7 3 0 16,6-3-1-16,-1 0 1 0,4 0 23 0,-2 0-22 15,-1 0-1-15,5 0-13 0,0 0 14 0,0 0 0 16,0 1 3-16,0-1-7 0,0 0 5 0,-5 2-1 15,0-2 0-15,0 2-30 0,-9-2 30 0,17 0-2 16,-9 2 2-16,2-2-2 16,4 0-3-16,0 2 3 0,-12-2 32 0,20 2-32 15,-9-1 0-15,-3-1 17 0,-4 4-15 0,1-4 0 16,-12 2 4-16,13 0-23 0,-16-1 21 0,1-1-2 16,0 0 6-16,1 0-36 0,-1 0 3 0,6 0 25 15,-4 0-23-15,3 0-1 0,-1-1 17 0,-5-1 4 16,0 2-4-16,0 0 2 15,-6 0-5-15,-3 0 4 0,0 0-26 0,-5 0 25 16,-5 0-2-16,4 0 3 0,-5 0-1 0,1 0-1 16,-1 0 1-16,1 0 6 0,-2 0-5 0,-1 0-1 15,0 0 26-15,-2 0 1 0,-1-2-25 0,0-2-1 16,-5 1 32-16,5-3-1 0,-4 3-25 0,1-1-2 16,-1 0-3-16,1-2 4 0,3 3 9 0,-5-3-90 15,2 0 40-15,-8 1 0 0,2-1 38 0,-11 2-29 16,0 1-8-16,-5 1 19 0,-2-1-187 0,-3 3 81 15,-5 0 50-15,-35 10 26 16,-19 18-456-16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05:27.4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9459 8815 160 0,'-7'0'0'0,"1"0"0"0,-2 0 0 16,5 0 0-16,-1 0 0 0,-2 0 0 0,3 0 0 0,-1 0 0 16,0 0 139-16,1 0-56 0,0-2-28 0,1 0 42 15,2 1-23-15,-2-2-9 0,2 0-33 0,0 3 29 16,-1-2-28-16,1 2 0 0,0-2 8 0,0 2 24 16,0 0-32-16,0 0 0 0,0 0-4 0,0 0 4 15,0 0 8-15,0-2-8 0,0 2-26 0,0 0 26 16,0 0-1-16,0-2-30 0,0 0 9 0,1 1 16 15,1-2 4-15,5 2-30 0,-4-1 27 0,1 0-6 16,0 0 12-16,-1 0-7 0,3 0-2 0,-3 1-5 16,2 1 2-16,-1-2 2 15,3 2 6-15,0-2-4 0,-1 0 3 0,4 2-1 16,-3-2-3-16,2 0 9 0,0 2-1 0,1 0-7 16,-1-2 0-16,0 2-25 0,1 0 1 0,-1 0 21 15,1 0 8-15,1 0-12 0,-1 0 5 0,1 0-4 16,0 0-12-16,0 0 14 0,0 0 6 0,7 0-8 15,-6 0 4-15,2 0-4 16,0 0 1-16,2 0 0 0,-3 0 6 0,2 0-7 16,0 0 1-16,-1 0 23 0,-2 0-22 0,4 0 7 15,-3 0-6-15,-1 0-29 0,4 0 28 0,0 0 0 16,3 0-3-16,0 0 8 0,2 0-5 0,-1 0 0 16,3 0-13-16,-1-2 12 0,5 1-1 0,-5-2 2 15,5 0-4-15,-1-1 2 0,1 0 0 0,-2 0-25 16,0 1 24-16,-1 1 4 0,6-1-4 0,-1-2-28 15,-1 4-2-15,-2-1 28 0,1 0-39 0,-4 0 38 16,8 2-6-16,-5-3 3 0,2 3-3 16,0 0 2-16,4-1-4 0,0 1 14 15,0-1-12-15,4-1 1 0,-3-1-1 0,4 2 12 16,-2-1-11-16,-1 0 3 0,2 0 0 0,-3-2-25 16,3 3 23-16,-1-3 0 0,-1 0-17 0,1 1 19 15,-1-2-4-15,-1 1 1 0,-1 3-17 0,0-4 16 16,4 2-3-16,-4 1-16 0,-1 1 14 0,3-3 3 15,-2 2-3-15,0 0-34 0,-2 0 32 0,-4 2 4 16,8 0-4-16,-6 0-24 0,1 0-3 0,1 0 27 16,0 0-26-16,-4 0 23 15,4 0-4-15,0 0 3 0,-1 0 2 16,-1 2-3-16,0 0-1 0,1-2 19 0,4 0-18 0,-1 2 1 16,0-2-1-16,2 0 5 0,-1 0-3 0,3 0-1 15,-2 0 4-15,-1 0 1 0,-1 0-2 0,0-2-2 16,0 2 0-16,-6 0 0 0,5 0 1 0,-9 0 0 15,3 0-4-15,-3 0 4 0,-1 0-1 16,-2 0 24-16,-3 0 0 0,2 0-23 16,-4 0 2-16,2 0 51 0,-2 0-23 0,2 0 1 15,-4 0-22-15,2 0 29 0,-5 0-24 0,2 0-5 16,-1 0-7-16,-2 0 12 0,-3 0 5 0,0-2-6 16,-1 2-31-16,-2 0 1 0,0-2 34 0,0 2-65 15,-2 0 26-15,0 0 0 0,0 0 21 0,0 0-97 16,0 0 41-16,0 0 27 15,0 0-18-15,0 0-41 16,0 0 27-16,0-1 22 0,0 1-309 0,-2 0 161 0,-2 0 78 0,2 0-373 16,0-3 225-16,1 2 112 0,1-5 48 0</inkml:trace>
  <inkml:trace contextRef="#ctx0" brushRef="#br0" timeOffset="267.62">12323 8386 981 0,'0'0'0'0,"-3"0"0"0,3 0 0 0,0 0 0 0,0 0 0 0,3 1 0 0,5 5 0 0,2-1 124 0,2 1-45 16,6 4-15-16,4-2 99 0,0 2-64 0,3 1-34 16,2 0 0-16,-1 4-1 0,-1-2-23 0,0 1-9 15,-2 0 1-15,-4-2-59 0,1-1 29 0,-1 2 0 16,-2 1 12-16,-4 1 17 0,-4-2 1 0,-1 2-6 15,-7 3 6-15,-1 3-2 0,0 4 10 0,-14 7 18 16,-9 1-31-16,-5 7-14 16,-4 1 10-16,-7 10-88 0,3-11 48 0,-11 16-2 15,0-6 41-15,-4-3-451 0,-2 2 212 0,0-8 93 16</inkml:trace>
  <inkml:trace contextRef="#ctx0" brushRef="#br0" timeOffset="1152.48">10068 6715 328 0,'0'-7'-164'0,"0"1"82"0,0 3 41 0,0-1 41 0,0 0 120 16,0 1-15-16,0-1-40 0,0-1 30 0,0 4-31 15,0-1 0-15,0 0 28 0,0 2-21 0,0 0-8 16,0 0-31-16,0 0-1 0,0 0 1 0,0 0 1 15,0 0 8-15,0 5 1 0,0 9-9 0,0 3 0 16,3 4-1-16,1 5 12 16,-2 0-3-16,2 6-8 0,-3 4 30 0,1 7-31 15,1-1 1-15,-1 6 0 0,0 3 45 0,-1 13-45 16,-1-4-1-16,0 5 32 0,0 2 0 0,0 7-31 16,0 4 8-16,0 13 17 0,-3-3 0 0,-2 4-26 15,2 2 1-15,-1 0 26 0,2-13 8 0,0 21-34 16,0-13 9-16,2-4-10 0,0-10 1 0,0 5 0 15,0-4 24-15,0-1-24 0,0 0 0 0,0 0-4 16,0 3 3-16,0 0 1 16,0 1 8-16,0-2-20 0,0-1 11 0,0-2 1 15,0-2 0-15,-1 3-27 0,1-11 35 0,-2 11-13 16,0-10-26-16,0-12-5 0,0 6 32 0,2-5-46 16,0-8 27-16,0 7-13 0,0-6 26 0,0 0-39 15,0-2 0-15,0-2 28 0,0-5 9 0,0 0-45 16,0-3 0-16,0-6 28 0,0-9 6 0,0 1-82 15,0-8 39-15,0-1 13 16,0-5-60-16,0-3 33 0,0-4 22 0,0 0-187 16,0 0 91-16,-1-2 38 0,-6-12 30 0,4-6-299 15,-1-8 159-15,0-8 81 0,4-1 31 0,0-16-293 16,0 0 170-16</inkml:trace>
  <inkml:trace contextRef="#ctx0" brushRef="#br0" timeOffset="1435.96">10162 6800 391 0,'-8'-15'0'0,"3"9"0"0,-1 0 0 0,2 4 0 0,-2-1 0 0,1 1 0 0,0 0 0 0,-2 0 225 0,0 2-96 0,0 0-48 15,-3 0-24-15,-1 11-45 0,-2 6 21 0,-1 4-1 16,1 6-81-16,1-1 37 0,-2 2 0 0,5-4 45 16,0 1-173-16,1-3 77 0,2-1 37 0,4-4-81 15,2-6 44-15,0-2 32 0</inkml:trace>
  <inkml:trace contextRef="#ctx0" brushRef="#br0" timeOffset="1595.55">10112 6740 972 0,'0'0'0'0,"0"0"0"0,0 0 0 0,0 0 0 0,-1 0 0 0,1 1 0 0,0 6 0 0,0 1 0 0,1-2 0 0,9 5 132 15,1-1-50-15,2 2 16 0,3-1-37 0,5 4 1 16,-1-2-30-16,3 2-229 0,1 0 123 0,-1 2 49 15,-3 1 29-15,1 5-189 0</inkml:trace>
  <inkml:trace contextRef="#ctx0" brushRef="#br0" timeOffset="2151.13">10116 8692 328 0,'-2'-3'0'0,"0"-1"-164"0,-1 2 82 0,1-1 41 0,0-1 41 0,-1 0 123 16,1 3-25-16,0-3-33 0,0 2 1 0,-2 0 9 15,4 0-43-15,-1 2 45 0,-1 0-22 0,0 0-1 16,2 0-21-16,-3 0 44 0,1 0-44 0,-1 0 0 16,1 10-1-16,0-1 8 0,0 0-7 0,0 1 8 15,1-1-8-15,-1 1-1 0,0-1 1 0,0 1 0 16,0-3-35-16,2-2 9 0,0 0 26 0,0-1-37 15,0 1-1-15,0-4 26 16,0 1 9-16,0-2-112 0,0 0 48 0,0 2 19 16,0-2 1-16,0 0-91 0,0 0 54 0,0 0 15 15,0 0 0-15,0 0-143 0,0 0 81 0,0 0 25 16,0 0-165-16</inkml:trace>
  <inkml:trace contextRef="#ctx0" brushRef="#br0" timeOffset="2607.91">9638 9097 500 0,'-4'2'0'0,"-8"-1"0"0,5 4 0 0,0-2 0 0,-1 3 0 0,-2 1 0 0,3 1 0 0,-2 0 115 16,0 2-41-16,-1 1-20 0,4 2 78 0,-1-1-41 15,2 2-34-15,1 2 1 0,1 1 23 0,1 2-24 16,2 0 8-16,0 1-10 0,0 3-22 0,0 2 0 16,2-3 0-16,6 2 40 0,1-5-32 0,4 5-8 15,-1-7 0-15,3 2 20 0,4-4-20 0,0-2 0 16,-1-2 1-16,3-3-1 15,-1-4-1-15,1-3-31 0,0-1 0 0,-1 0 32 16,1-5 8-16,-2-10-46 0,-4-4-5 0,0-3 39 16,-6-2-8-16,-1-3-19 0,-3-3-4 0,-2-1 25 15,-3 1-14-15,0-1-60 0,-6 1 26 0,-7 0 0 16,-3 1-41-16,-2 3 35 0,-3 2 10 0,0 5-14 16,-1 3-7-16,1 6 39 0,-2 0-13 0,3 7 43 15,-4 1-38-15,3-1 4 0,3 3-9 0,2 0 20 16,5 0-16-16,3 0 3 0,3 0-77 0,2 0 37 15,3 3 3-15,0-1 35 0,0 1-351 0,14-3 170 16,13 0 73-16</inkml:trace>
  <inkml:trace contextRef="#ctx0" brushRef="#br0" timeOffset="3270.56">12102 6991 541 0,'0'0'0'0,"0"-1"0"15,0-1 0-15,0 0 0 0,0 0 0 0,0 1 0 0,0-2 0 0,0 1 86 0,0 1-27 0,0-1 45 0,0-1-36 0,0 2 9 16,0 1-45-16,0-3 86 0,0 3-43 0,0 0-21 15,0 0 0-15,0 0 26 16,0 0-7-16,0 0-40 0,0 0 0 0,0 0-13 16,-4 4 13-16,3 4 8 0,-1-2-8 0,2-2 0 15,-2-1 0-15,2 0-35 0,0-2 35 0,0 1 8 16,0-2-9-16,0 0-73 16,0 0 36-16,0 0 5 0,0-2 1 0,0-5-40 0,2-5 26 0,0 1 7 15,-1 1 0-15,-1 1-44 0,0 0 29 16,0 4-10-16,0-1-6 0,0 2 37 0,0 0-8 15,-5 2 8-15,-3 2-2 0,0 0-3 16,1 0 1-16,2 0-21 0,-1 4-1 0,2-2 22 16,2 2-4-16,0-3-105 0,2 2 47 0,0-1 26 15,0-1-251-15,0 0 130 0,4 2 52 0,7-1 43 16</inkml:trace>
  <inkml:trace contextRef="#ctx0" brushRef="#br0" timeOffset="3592.42">12692 6556 995 0,'0'-6'0'0,"-2"1"0"0,2 3 0 0,-2 0 0 0,2 2 0 0,0 0 0 0,0 0 0 0,0 0 173 16,0 0-70-16,0 0-35 0,0 9 61 0,0 6-48 16,0 4-16-16,0 7-8 0,2 2 75 0,0-1-50 15,-1 1-25-15,1 4-52 0,0-1 9 0,0-2 18 16,0 1 1-16,-2-2-129 0,0 2 64 0,0-2 32 16,0-2 9-16,0 3-77 0,0-7 26 0,0-1 34 15,0-2-23-15,0-6-245 0,0-4 103 0,0-3 80 16,0-1-221-16,0-5 141 0,0 0 70 0,1-9-121 15,2-9 88-15</inkml:trace>
  <inkml:trace contextRef="#ctx0" brushRef="#br0" timeOffset="4001.82">12579 6421 864 0,'-15'-15'0'0,"8"6"0"0,3 1 0 0,4-4 0 0,0-2 0 0,16-3 0 0,11-2 0 0,10 0 245 16,1 4-106-16,-7 4-53 0,10-3 29 0,-6 7-33 15,-1 2-28-15,-2 2-1 16,-4 3 20-16,-2 0 1 0,-1 0-41 0,-7 13-34 16,1-1 12-16,-4 5 1 0,-1 5 21 0,-5 3-68 15,-4 1 34-15,-5 4 8 0,0 3 25 0,0 2-73 16,-12 6 35-16,-6-5-8 0,2-7-30 0,-5 3 22 16,-2-5-3-16,1 0 14 0,-1-6 46 0,-1 0-41 15,-3-1 9-15,1-6 68 0,6-2-33 0,1-2 4 16,8-7-34-16,1 0 99 15,4-1-45-15,3-2-12 0,1 0-4 0,2 0 25 16,3 0-22-16,18-2 18 0,4-1-36 0,5-5-10 16,2 0 11-16,9 1 1 0,-9 5 1 0,5 1-1 15,-1 1-1-15,-4 0-2 0,0 5 3 0,-6 8-1 16,0 4 1-16,-5 3-58 0,-4-1 27 0,-3-2-7 16,-4 6 31-16,-4-2-35 0,-4 3 0 0,-2 2 34 15,0-1 24-15,-13-3 24 0,-4 3-28 0,-5-6-10 16,-5-1 20-16,-3-3 0 0,-3-1-29 15,-5-5-24-15,-7-2-7 0,11-5 40 16,-3-2-8-16,5 0-399 0,5-9 189 0,10-5 88 16,-1-8 49-16,8-3-550 0,6-4 281 0</inkml:trace>
  <inkml:trace contextRef="#ctx0" brushRef="#br0" timeOffset="8876.07">9995 8911 274 0,'0'0'0'0,"0"0"0"0,0 0 0 0,-3 0 0 0,3 0 0 0,0 0 0 0,-2 0 6 0,2 0 25 15,0 0-1-15,0 0 12 0,-1 0-11 0,1 0 0 16,0 0 8-16,0 0-35 0,0 0 0 0,0 0 25 16,0 0-1-16,-2-1-35 0,2 1 5 0,0 0 28 15,0 0-29-15,0-3-1 0,0 3 19 0,0 0-19 16,0 0 3-16,0 0 19 16,0-3-8-16,0 3 1 0,0 0-2 0,0-1 9 0,0 1-10 0,0 0 42 15,0-1-36-15,0 1 0 16,0 0 25-16,0 0 5 0,0 0-25 0,0 0-3 15,0 0 25-15,0 0-22 0,0 0 3 0,0 0 5 16,0-2-5-16,0-1-1 0,0 1 4 0,0 1 13 16,2-1-15-16,-1 0 5 0,1 0-5 0,3-1-16 15,-3 0 15-15,-1 2 0 0,2-1-22 0,-2 0 0 16,3 0 20-16,-2-1-24 0,1 0 22 0,1 2 0 16,-1-3-2-16,2 1 5 0,-1 0-5 15,-1-1 1-15,-1 3-4 0,2-3 5 16,-2 1-4-16,-1 0 6 0,1 2-6 0,0-2 7 15,0 2-4-15,2-1-1 0,-3-2 14 0,1 2-9 16,1-2-2-16,-1 2-34 0,1-1 32 0,-1-1 0 16,2 2-2-16,-2-2-17 0,1 0-5 0,1 1 22 15,-2 1-3-15,1-2-39 0,2 0 38 0,-1 0 3 16,-1-1-7-16,1 1-19 0,1-1 16 0,-1-1 5 16,1 2-35-16,2-4 30 0,-2 4 1 15,1-1 0-15,-1 0-5 0,1-2 4 16,2 1-2-16,-3 0 13 0,1 1-11 0,-1-1 0 15,3 0-1-15,-2 1-2 0,1-1 3 0,-1 1 2 16,1-4-2-16,0 3-4 0,3 0 4 0,0-2 1 16,-3 1-11-16,3-1 11 0,1 0-1 0,-2-1-2 15,1 0-16-15,-1 3 16 0,-2-2 0 0,2 1-12 16,0-1 12-16,0 1-3 0,-2 0 2 0,3-1-6 16,-3 0 6-16,1 3-1 0,-1-2 0 15,0 1 7-15,3-4-7 0,-2 2 0 16,1 1 0-16,-1 0 16 0,3-2-16 0,-2 1 2 15,1-1 16-15,1-1-15 0,0 2-1 0,1-3 2 16,0 0-1-16,2 2 1 0,-1-1-1 0,0 1-13 16,-2-1 14-16,2 1-1 0,1-1 0 0,-1 1-14 15,-2 2 13-15,2-3-2 0,-2 0-6 0,3 2 6 16,-3-4 1-16,1 3-3 0,0-2 2 0,1-1 0 16,-1 0 0-16,3-2-1 0,-3 1 1 15,0 0 0-15,3-1 0 0,-2-1 0 16,2 1 0-16,-1 0 0 0,0-1 0 0,2 2 0 15,-2-2 0-15,2 1 0 0,-3 2 2 0,2 1-2 16,-2-3 0-16,1 3 0 0,0-1 0 0,1 0 0 16,-2-1 0-16,2 1 14 0,0-1-13 0,0 0 0 15,2 2 0-15,-2-2 1 16,0-1-1-16,4 1 1 0,-4 0-1 0,1 0-5 16,2 1 6-16,1-4-1 0,-4 3-5 0,4 0 5 15,-5-2 0-15,4 2 0 0,-2-1-2 0,1-1 1 16,0 0 1-16,0 2 14 0,-1-2-14 0,2 0-1 15,-1 1 0-15,-1-3 24 0,2 3-21 0,-2-1-1 16,5-2 0-16,-3 1-1 0,0 0 2 0,1 1 1 16,-3 0 3-16,3 0-18 0,0 0 14 0,-4 0 0 15,1 2-14-15,0 0 14 0,-1-1-2 0,-2 2-4 16,2 1 2-16,-2-3 3 0,2 1-4 0,-1 2 15 16,0-3-13-16,0 2 1 15,2-1-1-15,2-5 37 0,0 1-34 0,-1 0-1 16,-2 4 37-16,2-2-35 0,-2 0 3 0,-2 2-12 15,0 2 11-15,-1-2 0 0,-3 1 4 0,0 3-20 16,0-2 16-16,0 2 0 0,-2-3 1 0,2 1-6 16,-1 2 3-16,1-3 2 0,0 1-4 0,0-2-1 15,2 1 1-15,-1-1 4 0,1 0-18 16,1 2 16-16,-3-2-3 0,3 2-11 16,-3-1 13-16,-1 3 0 0,-1 0-1 0,1 1 2 15,-1 1-2-15,-3 1 0 0,1 2-1 0,-1 1-8 16,0-3 7-16,-1 2 1 0,2 1-1 0,0-2 26 15,-1 0-24-15,0 1 0 0,1 0 22 0,1-1-21 16,0 1 2-16,-2 0-2 0,1-2-4 0,-1 3 6 16,-1 1 1-16,1-2 15 0,-2 1-16 0,2 1 0 15,-3-1 1-15,2 2 17 0,-3-1-16 0,2 0-1 16,-2 2 0-16,0 0 26 0,0 0 1 0,0 0-23 16,2-2-4-16,-2 2 3 0,2-1 4 0,-2 1-3 15,0-3-32-15,0 3 34 16,1 0-1-16,-1 0-24 0,0 0-2 0,0-2 23 15,0 2-4-15,0 0-85 0,0 0 38 0,0 0 22 16,0 0-10-16,0 0-122 0,0 0 61 0,0 0 37 16,-11 13 9-16,-2 8-459 0</inkml:trace>
  <inkml:trace contextRef="#ctx0" brushRef="#br0" timeOffset="10545.68">10116 8618 328 0,'-2'0'0'0,"0"2"0"0,-1-1 0 0,-1 0-164 0,1 2 82 0,-1-1 41 0,2-2 41 0,-2 2-13 0,3-2 17 0,-1 0-1 16,0 0 28-16,-1 0-25 0,1 0-1 0,1 0 7 15,-1 0-5-15,0 0 0 0,2 0-1 0,-2 0 27 16,2 0-26-16,-2 0 0 0,0-2 3 0,2 2 20 16,0-2 0-16,-1-1-17 0,1 3-3 0,-2 0 28 15,2 0 4-15,0-1-26 0,-2 1 19 0,2 0-18 16,-2 0-1-16,2 0-24 0,0 0 5 0,0 0 19 16,0 0 0-16,0 1-36 15,0 2 35-15,0 1-2 0,0-2 1 0,0 2-43 16,0-2 16-16,0 0 1 0,0-1 9 0,0 1-36 15,0 0 15-15,0 0 0 0,0 0 11 0,0 0 3 16,0-2 1-16,0 2 4 0,0-2 24 0,0 2-23 16,0-2-2-16,0 0 26 0,0 0 1 0,0 2-25 15,0-2 5-15,0 0 61 0,0 0-25 0,0 0 0 16,0 0-18-16,0 0 50 0,0 0-24 0,0 0 1 16,0 0 26-16,0 0-26 0,0 0 11 0,0 0-28 15,0 0 24-15,0 0 0 16,0 0-16-16,0 0-12 0,0 0 11 0,0 0 3 15,0 0-1-15,2 1-55 0,0 2 24 0,1-2-1 16,3 1 20-16,-1-2 0 0,0 0-4 0,2 0 5 16,-1 0-42-16,-1 0 38 0,1 0-5 0,-1 0-23 15,2 0 24-15,-2 0 1 0,0 0-3 0,1 2-33 16,-1-2 33-16,2 0 6 0,-4 2-6 0,3-2-6 16,1 2 4-16,0-2 2 15,0 0-11-15,2 0 12 0,-2 0-5 0,2 0 2 16,3 0-34-16,-1 0 32 0,1 0-1 0,-1 0-18 15,-2-2 17-15,3 0 1 0,-1 0-1 0,-2-1-22 16,1-1-2-16,-1 2 25 0,0 0-6 0,0 0-35 16,3 0 33-16,-3 0 2 0,0 0-5 0,1 0-8 15,0 0 9-15,0 1 1 0,1-1-17 0,-1 0 17 16,1 2-4-16,-1-2 3 0,3 0-2 0,1 0 1 16,-1-2-2-16,-1 0 3 15,2 1-2-15,-3 1 1 0,6-4 0 0,-4 3-4 16,3-3 4-16,-4 2 0 0,2-1 0 0,1 1-4 15,-3 0 3-15,2-1 1 0,-1 1-32 0,0-2 31 16,0 2-2-16,3-1 0 0,-4 1 0 0,2 0 1 16,1-2-3-16,-3 3 10 0,2-2-9 0,1 0 1 15,-2-1 0-15,0 3 9 0,3-1-8 0,-4-1-1 16,4 1 0-16,0-3 6 0,0 2-5 16,-4 2 4-16,4-3-1 0,-1 3-1 0,0-3-1 15,-2 0 0-15,1 1 0 0,4-3 0 16,-4 0 0-16,2 1-1 0,1-2 1 0,-1-3 0 15,2 1 0-15,0 0-24 0,-1 0 23 0,2-1 0 16,0 1 0-16,0-1-41 0,-3 1 40 0,3 1-3 16,-2-2-13-16,2 1 11 0,-3-1 2 0,3 3-14 15,-1-2 13-15,-2 0-3 0,0-1 2 0,0 2 16 16,0-3-18-16,0 2 0 0,-1 0 2 0,0 0 18 16,1 0-18-16,-2-3 2 15,2 1-2-15,0 0 14 0,1-3-12 0,0-1 2 16,-2 2 5-16,2-4-5 0,-4 2-1 0,4-4 2 15,0 0-17-15,-4 1 15 0,2-1 0 0,-2 0-5 16,-1 0 3-16,2-1 1 0,-3 2 0 0,1 1 21 16,-1-2-21-16,-2 2 2 0,3 1-3 0,-5 1 22 15,4 0-19-15,-1 1 0 0,0-2 18 0,-1 1-16 16,1-2-2-16,1 1 21 0,-1-2-19 16,2 2 4-16,-1-1-3 0,3 0 20 15,-3 1-19-15,2-1 2 0,0 0-1 0,-2 0-5 16,3 0 5-16,-3 2 2 0,0 1-2 0,-1-1-9 15,-3 0 9-15,2 2 0 0,-3 0-9 0,2 2 8 16,-3-1 1-16,1 1-5 0,-1 0 4 0,-1 2-2 16,0-3 2-16,2 4 15 0,-2-1-15 0,1-1-1 15,-1-1 1-15,1 1 10 0,1-1-10 0,0-2 2 16,0 2-1-16,1-2-1 16,-2 2 1-16,1 0 1 0,0 0-11 0,-2 2 11 15,1-3-1-15,-1 3-5 0,-2 2 1 0,1-1 3 16,-1 1 1-16,2 2 13 0,-2-2-15 0,-1 0 1 15,2 2 0-15,-1 0 36 0,0-3-34 0,0 3 1 16,0-1 1-16,-1 0 22 0,1 1 3 0,0 2-24 16,0-3 27-16,0 2 2 0,-2 2-22 0,0 1 18 15,1 1-18-15,-1 0-1 0,0 0 4 0,0 0 0 16,0 2-1-16,0 0-1 16,0 0 3-16,0 0-31 0,0 0 0 0,0 0 30 15,0 0-5-15,0 0-86 0,0 0 37 0,0 0 22 16,0 0-51-16,2-2 32 0,0 1 9 0,0-2-1 15,2 2 14-15,-3-3 4 0,2 2-11 0,-1 0-1 16,0 0 1-16,0 1 6 0,-1-1-7 0,-1-1-12 16,0 3 20-16,0 0-5 0,0 0 12 0,0 0-38 15,0 0 1-15,0 0 28 0,0 0-81 0,0 0 32 16,0 0 20-16,0 0-182 0,0 10 97 0,0 0 47 16,0 1 26-16</inkml:trace>
  <inkml:trace contextRef="#ctx0" brushRef="#br0" timeOffset="11512.66">12070 7027 412 0,'0'0'0'0,"0"0"0"0,0 0 0 0,0 0 0 0,0 0 0 0,0 0 0 0,0 0 0 0,0 0 0 0,0 0 57 0,0 0-24 0,0 0 35 0,0 0-36 16,0 0 1-16,0 0 8 0,0 0-22 15,0 0 14-15,0 0 0 0,0 0 0 0,0 0-32 16,0 0 40-16,0 0-8 0,0 0 0 0,0 4 7 15,0 0-7-15,0 1-1 0,2 1 22 0,-2 0-30 16,2 1 7-16,-2-1 28 0,0 1-27 0,0 1 1 16,0 1 7-16,0-2 13 0,0 3-20 0,0 1 0 15,0 1-1-15,0-1-9 0,0 0 18 0,0 2-9 16,0 0 1-16,0 0-34 0,0 3 34 16,-2-4 0-16,2 4-18 0,-2-1-10 15,0-2 26-15,0 3-34 0,1 0 31 0,1 1-6 16,-2-2 11-16,0 2-30 0,2 0 0 0,-2 1 15 15,-1-1 4-15,3 0-34 0,-1 2 37 0,-1-2-9 16,2 2 4-16,-2-1-19 0,0 1 17 0,2-2 2 16,-2 2-11-16,0-2 7 0,2 1 1 0,-1 2-8 15,-1-2 7-15,2 1 3 0,-2 0-3 16,2 0-12-16,-2 1 12 0,0 1-2 0,1 0 1 0,1 0-14 16,-2 1 13-16,0-2-1 15,0 3-5-15,0 1 5 0,-1-1 0 0,2-2 3 16,-1 5-5-16,0-2 2 0,2-3-1 0,-2 2-14 15,2-2 14-15,0 0 3 0,0-1-4 0,0 1-17 16,0-1 18-16,0-2-2 0,0 3 1 0,0 2-14 16,0-3 12-16,0 1 1 0,0 1-22 0,-2-1 20 15,2 0 1-15,0 0-1 0,0-2-11 0,0-1 10 16,0-1-1-16,0 1-12 0,0-1 13 16,0-2 0-16,0 3-2 0,0-4-2 15,0 1 2-15,0 1 1 0,0-1-3 0,0 1 3 16,0-4-2-16,0 3 1 0,0 0-15 0,0-2 15 15,0 2-1-15,0-2 2 0,0 2-21 0,0-1 18 16,0-3 0-16,0 1-15 0,0 2 14 0,0-3 1 16,0 2-2-16,0-1-1 0,0-1 0 0,0-2 1 15,0 4-3-15,0-1 13 0,0 1-11 16,0-4 1-16,0 1 0 0,0-3 21 16,0 0-19-16,2-1-1 0,-2-3-2 0,0 1 2 15,0-4 2-15,0 2-6 0,2-2 5 0,-2 0 1 16,0 0-1-16,0 0 28 0,0 0-28 0,0 0 0 15,0 0 1-15,0 0 24 0,0 0-23 0,0 0-1 16,0 0 1-16,0 0-23 0,0 0 1 0,0 0 23 16,0 0-346-16,0-3 164 0,0-3 71 0,0 0-486 15,0-1 278-15</inkml:trace>
  <inkml:trace contextRef="#ctx0" brushRef="#br0" timeOffset="12123.29">10941 7769 223 0,'0'0'0'0,"0"0"0"0,0 0 0 0,0 0 0 0,-2 0 0 0,2 0 0 0,-4 0 0 0,3 0 0 0,-3 0 87 0,2 0-27 0,-1 0-1 16,-1 0-18-16,-1 0 36 0,2 0-22 0,-1 0 0 15,0 0 41-15,1 0-23 0,1-2-9 0,-2 0-31 16,2 2 33-16,2 0-1 0,0 0-32 0,-1 0 65 15,1 0-36-15,0 0-1 0,0 0-28 0,3 4-23 16,8 1 1-16,3-1 30 0,2 2-8 0,2-4 24 16,2 0-24-16,1-2 0 0,0 0-1 0,0 0-22 15,6 0-9-15,-8-2 32 0,0-3-47 16,1-1 17-16,-2 0 0 0,-2 0-8 16,-2 0-6-16,-2 3 25 0,-4 0 8 0,2 0-67 15,-7 1 31-15,-1 1 9 0,0 1-2 0,0-2-20 16,-2 2-1-16,0 0 22 0,0 5 65 0,-13 12-27 15,-4 8-2-15,-4-1-98 0,1 4 35 0,-3 2 0 16,0-1 36-16,3 1-126 0,-1-1 60 0,4 0 27 16,2-1 1-16,1-2-385 0</inkml:trace>
  <inkml:trace contextRef="#ctx0" brushRef="#br0" timeOffset="12762.94">11253 8047 379 0,'-6'2'0'0,"1"-2"0"0,-1 0 0 0,3 0 0 0,-1 2 0 0,-1-2 0 0,2 2 0 0,1-2 133 0,0 1-41 0,0-1-35 15,2 0 1-15,0 0 68 0,0 0-46 0,0 0-24 16,0 0-23-16,6 0 0 0,7 0-1 0,0 0 1 16,3 0 51-16,0 0-26 0,3 0 8 0,2-1-53 15,-1 1 20-15,3-2 0 0,-2 2-1 0,1 0-59 16,-1 0 38-16,0 0-8 16,-1 0 30-16,-3 0-99 0,-2 0 45 0,0 0 13 15,-6 0 5-15,0 0-38 0,0 0 27 0,-4 0-54 16,-1 0 36-16,-3 0 5 0,1 0 1 0,-2 0 84 15,0 0-30-15,0 0-7 0,-9 0-26 0,-3 3 99 16,-2 7-43-16,-5 7-17 0,-1 1 0 0,-5 12-144 16,0 2 59-16,3 7 36 0,3-3-372 0,-5 15 185 15,6-6 93-15</inkml:trace>
  <inkml:trace contextRef="#ctx0" brushRef="#br0" timeOffset="13322.24">11325 8519 131 0,'0'0'0'0,"0"0"0"0,0 0 0 0,0 0 0 0,0 0 0 0,0 0 0 0,0 0 57 0,0 0 1 0,0 0-33 0,0 0 96 16,0 0-48-16,0 0 0 0,0 0-41 0,0 0 92 16,0 0-46-16,0 0-15 0,0 0 80 0,0 0-55 15,0 0-27-15,0 0-1 0,0 0 7 0,0 0 9 16,0 0-44-16,3-2 38 16,3 0-38-16,1 0 1 0,5 2 0 0,1-2 7 15,-1 2-8-15,6 0 1 0,-1 0 0 0,1 0-21 16,3 0 29-16,-3 4-8 0,0 0-62 0,-1 1 30 15,-1 0-6-15,-2 1-37 0,-3-2 34 0,0 0-6 16,-1 1 22-16,-5-1-34 0,1-2 14 0,-4 2 1 16,0-2 11-16,-2 3 26 0,0 5-30 0,-8 3 10 15,-9 3-17-15,-3 7 156 16,-5 4-62-16,-8 4-37 0,3 2-11 0,-2-4-17 16,3 3 14-16,5-7-206 0,-4 5 98 0,5-3 43 15,3-6 24-15,6-3-414 0,7-8 194 0,1-3 105 16,6-6 23-16</inkml:trace>
  <inkml:trace contextRef="#ctx0" brushRef="#br0" timeOffset="13780.39">12085 7735 378 0,'0'-2'0'0,"0"-3"0"0,0 3 0 0,0 1 0 0,0-2 0 0,0 1 0 0,0 1 62 0,0-1-8 0,0-1-22 16,0 2 27-16,0 1 0 16,-2 0-26-16,0 0 31 0,0 0-32 0,0 0 1 15,-1 0 0-15,-3 1-39 0,1 11-1 0,-3 1 48 16,-2 5-8-16,-2 6-31 0,-2 2 0 0,-1 2 29 15,-2 2 1-15,-1 2-64 0,-1 2 25 0,0-3 6 16,0 0-40-16,2-3 22 0,4-2 1 0,4-5 4 16,1-3-4-16,1 0 17 0,3-7 9 0,2-2-127 15,2-1 59-15,0-7 22 16,0-1 1-16,2 0-164 0,7-9 91 0</inkml:trace>
  <inkml:trace contextRef="#ctx0" brushRef="#br0" timeOffset="13931.49">12044 7765 701 0,'1'-4'0'0,"1"2"0"0,4 0 0 0,0 2 0 0,1 0 0 0,3 0 0 0,0 4 150 0,2 6-59 0,3 5 160 16,2 6-113-16,-2 1-53 0,2 1-26 0,-2 2 9 16,2 4-1-16,-2 1-26 0,0 4-8 0,-2 0-256 15,1 1 128-15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07:43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10213 5052 383 0,'-5'0'0'0,"2"0"0"0,1 0 0 0,0 0 0 0,2 0 0 0,-2 0 0 0,2 0 0 0,-2 0 0 0,2 0 74 16,0 0-21-16,0 0 9 0,0 0-6 0,0 0 0 15,0 0-24-15,0 0 47 0,0 0-23 0,0 0 8 16,0 0-31-16,0 0 38 0,0 0-39 0,0 0 1 15,0 0 0-15,0 0 44 0,0 0-45 0,0 0 1 16,0 0 0-16,0 0 31 0,0 0-31 0,0 0 8 16,0 0-8-16,0 0 0 0,0 0 0 0,0 0-12 15,0 0 12-15,0 0 8 0,0 2-8 0,0-2 7 16,2 0-7-16,2 0 0 0,1 0-1 0,2 0 16 16,-2 0-16-16,2 0 1 15,-1 0 0-15,2 0-11 0,-3 0 11 0,3 0 8 16,-3 0-9-16,1 0-11 0,-1 0 12 0,3 0 0 15,-2 0-18-15,-1 0 25 0,3 0-8 0,0 0-23 16,-3 0 1-16,3 0 15 0,-1 0 4 0,3 0-35 16,-3 0 33-16,2 0-4 0,0 0 3 0,0 0-24 15,2 0 1-15,-2 0 22 0,3 0-23 16,-2 0 19-16,1 0-1 0,3 0 13 0,-1 0-13 16,0 0 4-16,0 0-5 0,3 0-16 0,-4 0 16 15,1 0 0-15,-1 0 5 0,1 0-26 16,1 0 21-16,-2 0-1 0,2 0 2 0,-1 0-18 15,-2 1 19-15,4 1-9 0,-2 2 4 0,1-1 1 16,-4 0-3-16,3 0-6 0,-1 2 10 0,1-4-2 16,-1 2-2-16,0 2 1 0,-1-4 1 0,1 3-1 15,-1-2 5-15,3 2-17 0,-3-1 12 16,2 2-1-16,0-3-25 0,0 3 25 16,1-2 2-16,-2 0 1 0,4 1-6 0,-2-1 2 15,2-1-2-15,-1 1 7 0,0 0-2 0,1-2-4 16,0 1 0-16,0 0-4 0,0 0 4 0,0-2 1 15,2 2 3-15,-4 0-36 0,5 0 32 0,-2-2-1 16,0 2 2-16,-1 0-33 0,2 0 31 0,1-2-1 16,-3 2-28-16,3-1 26 0,0 1-3 0,0-2 9 15,0 0-7-15,1 2-1 0,-1-2-2 0,2 2 16 16,-3-2-14-16,3 1 0 0,-3 1 3 0,2 0 3 16,1 2-3-16,-3-2-2 15,1 2 2-15,0-3-7 0,-1 3 9 0,0-2-3 16,-2 2 12-16,3-3-12 0,-2 1 2 0,0 1 2 15,0-3-1-15,0 0-2 0,0 0-1 0,-1 0 6 16,3 0-5-16,-2 0 0 0,2 0 2 0,0 0-8 16,-1 0 7-16,0-3-1 0,-2 0 2 0,1-1-17 15,-2 2 16-15,2-2-1 0,-2 3-26 0,0-3 25 16,2 0-3-16,-2 2-16 0,0-2 17 16,2 1 0-16,0-1-2 0,0-1-21 15,0 1 20-15,1-2 1 0,2 0-1 0,0 1 3 16,1-1-3-16,3-2 0 0,1 0-2 0,-7 3-1 15,5 0 2-15,1-3 1 0,-4 3-13 0,3-1 13 16,0 0-2-16,0 0-19 0,-3 3 19 0,3-3-1 16,-1 3 2-16,-2 0-25 0,3 0-1 0,-2 1 20 15,4-1 3-15,-2-2-23 0,-2 4 20 0,6-2-2 16,-2 2 1-16,-3-3 6 0,0 3-6 0,5-2-4 16,-3 0 8-16,1 1-5 0,-2 0 0 15,2 0 1-15,3 1 0 0,-3-2 1 16,0 2 0-16,-1-4 21 0,0 4-21 0,-3 0 2 15,3-2-2-15,-4 1 17 0,3 0-16 0,0 0 0 16,-2 2 0-16,1 0-12 0,-1 0 13 0,0 0-15 16,-3 0 15-16,3 0 0 0,0 0-1 0,-3 0-4 15,1 0 4-15,-1 0-1 0,2 0 0 0,-1 0 13 16,-1 0-13-16,3 0-2 0,-2 0 2 0,1 0 18 16,1 0-18-16,0 0 2 15,-1 0-2-15,3 0 17 0,-2 0-15 0,-3 0 3 16,3 0 1-16,-2 0-1 0,1 0-1 0,-1 0-1 15,0 0 0-15,0 0 2 0,0 0-2 0,-1 0 2 16,3 0-1-16,-2 0-1 0,1 2 1 0,-1-2 1 16,0 2-1-16,0 0-1 0,0 1 1 0,-1-2-40 15,1 3 1-15,-1-1 34 0,0 1-19 0,-3 2 17 16,2 0 2-16,-2-3-38 16,0 3 1-16,-1 0 28 0,-2-1 5 0,3 1-23 15,-2-1 20-15,0 1-11 0,3 1 10 0,-4-1 14 16,4 0-16-16,-1-1-2 0,0-1 2 0,0 2 32 15,0-3 4-15,0 1-30 0,0-1 26 0,2 1 2 16,-2-2-27-16,0 2 25 0,2-1-23 0,-2-2 8 16,0 1-7-16,0 0 27 0,2 0-24 0,-2-1 5 15,2 2-4-15,-1-2 0 0,2 1 0 0,-2 0 3 16,1 0-2-16,0 0-18 0,2 0 17 0,-2 0-32 16,0 0 31-16,2 0-1 15,-3 0-2-15,1 0-14 0,0-1 13 0,0 1 2 16,0 0 0-16,0 0-36 0,0-2 29 0,0 1 5 15,2 1-6-15,-3 0 12 0,3-2-8 0,-1 2-2 16,-2 0 7-16,1 0-5 0,-2-2-1 0,2 2-20 16,-4 0 20-16,2-1 1 0,-4-1-3 0,4 0-5 15,-1 3 7-15,-3-3 0 0,0 0 0 0,0 0-6 16,0 0 2-16,1 0 4 0,-3 0-5 0,4 0-24 16,-5 0 26-16,1 0 0 0,2 0-5 15,-1 0-1-15,1 0 4 0,0 0 2 16,-1 0 22-16,1 0 0 0,0 0-25 0,3 0 31 15,-3 0 0-15,2 0-26 0,0 0 3 0,3 0 37 16,0 0-35-16,0 0-2 0,-2 0 8 16,2-3 24-16,-2 2 8 0,2-1-34 0,-2 0 17 0,1 0-14 15,-2 0 6-15,0 0-5 0,1 0-12 16,-1 0 12-16,2 2 2 0,-2-1-40 16,2 1 36-16,0-2 1 0,2 2-2 0,0 0-3 15,0 0 0-15,1 0 3 0,0 0-6 0,0-2 21 16,1 2-18-16,-2 0 2 0,0 0-3 0,-2 0 35 15,-2 0-31-15,2 0 30 0,-4 0-28 0,4 0 0 16,-1 0 4-16,0 0 27 16,0 0-26-16,0 0-2 0,2 0 3 0,0 0 28 0,2 0-26 0,0 0-3 15,-1-2 4-15,2 1 21 0,-1-5-21 16,2 0-2-16,-2 2 6 0,-1-1-6 0,1 1 5 0,-4-2-28 16,2 2 2-16,-4 3 24 15,1-2-2-15,1 1-31 0,-3 1 28 0,-2 1 1 16,1 0-2-16,-1 0-52 0,0 0 22 0,1 0 0 15,-3 0 19-15,2 0-19 0,0 0-10 0,0 0 31 16,-2 0-20-16,2 0 17 0,-1 0-7 0,0 0 6 16,1 0 28-16,0 0-4 0,1 0-25 0,-1 0 50 15,2 0-22-15,1 0-1 16,-3 0-17-16,0 0 39 0,3 0-39 0,-3 0 10 0,-2 0-8 16,2 0 10-16,-2 0-4 0,-4 0 4 15,3 0-7-15,-2 0 0 0,-1 0 1 0,1 0 0 16,-1 0-23-16,-2 0 22 0,1 0-1 0,0 0 11 15,0 0-11-15,0 0-1 16,0 0 1-16,-2 0-3 0,0 0 3 0,0 0 0 0,0 0 0 0,0 0-104 16,0-3 50-16,-6-1 21 0,-6-4-211 0,-2 2 105 15,-11 1 59-15</inkml:trace>
  <inkml:trace contextRef="#ctx0" brushRef="#br0" timeOffset="117288.6">14384 13069 273 0,'-2'0'0'0,"-3"2"0"0,3-1 0 0,0-1 0 0,0 3 0 0,0-3 0 0,2 0 0 0,-1 0 1 0,1 0 29 0,0 0-19 0,0 0 16 16,0 0-1-16,0 0 0 0,0 0 42 0,0 0-8 15,0 0-30-15,0 0 0 0,0 0 34 0,0 0 1 16,0 0-24-16,0 0 27 0,0 0-3 0,0 0-32 15,0 0 0-15,0 0-19 0,0 0 27 16,0 0-8-16,0 0 2 0,0 0-2 0,0 0 0 0,0 0 0 16,0 0-3-16,0 2 3 0,0-1-1 0,0 0 1 15,0 2-5-15,0-1 5 16,0-1 8-16,0 1-39 0,0-2 30 0,1 0-5 16,-1 3-45-16,2-3 22 0,0 0 6 0,0 0 15 15,0 0-36-15,-1 0 30 0,3 0 4 0,-2-3 1 16,0 0-31-16,0-2-12 0,-1 3 36 0,-1 0-13 15,0-2-12-15,0 2-8 0,0-1 30 0,0 3-32 16,0 0 27-16,0 0-3 0,0 0 2 16,0 0 18-16,0 0-15 0,0 0-3 0,0 0 13 0,2 0-13 15,-2 0 1-15,2 5-1 16,-2 1 44-16,2-1-20 0,0-2 0 0,0 2-14 16,0-4-30-16,0 1 5 0,-2 0 24 0,2-2 3 15,0 0-65-15,0 0 27 0,-1 0 0 0,1-4-8 16,0-9-1-16,0 1 25 0,-2-2-26 15,0 0-4-15,0 5 31 0,0 0-11 0,0 1 14 16,0 3-18-16,0 1 10 0,-4 2-3 0,-1 2 53 0,1 0-23 16,-2 3 1-16,2 9-19 0,0 1 29 0,1 3 6 15,1-3-35-15,2-2 42 0,0-1-1 16,0 1-29-16,0-4-32 16,2-1 4-16,3-5 23 0,5-1 8 0,-1 0-43 15,0-1-1-15,2-7 35 0,-6-3-7 0,0-2-20 16,-1 3-8-16,-2-1 29 0,-2-1 29 0,0 3-30 15,0 2-8-15,0 1 6 0,-6 2 88 0,-1 3-42 16,-1-1-19-16,1 2 54 0,-2 0-31 0,-1 5 1 0,2 6-15 16,1 2-42-16,1-1 35 0,3-4-7 15,1 3 12-15,2-5-46 0,0-2 13 16,0 1 23-16,2-4-340 0,9-1 160 16,8 0 66-16,6-13 45 0,2-4-499 0</inkml:trace>
  <inkml:trace contextRef="#ctx0" brushRef="#br0" timeOffset="118277.27">16074 11578 317 0,'0'0'0'0,"-3"0"0"0,-1 0 0 0,2 0 0 0,-1 0 0 0,0-2 0 0,1 0 101 0,-2 0-34 0,3-2 8 16,-3 1 23-16,2 0-33 0,0 0 0 0,1 1 2 0,-1 0 8 16,0 0-42-16,0 0-1 0,2 0 54 0,-2 0-27 15,2 2 0-15,-2 0-18 0,2 0 29 0,0 0 0 16,0 0-37-16,-1 0-1 0,1 0-33 0,0 6 42 15,0 0-8-15,0-3-37 0,0 3 0 0,0 0 37 16,0-2-54-16,0 0 31 0,0-3-8 0,1 1 11 16,1-2-18-16,0 1 3 15,0-1 1-15,-2 0-1 0,2 0-25 0,0 0 11 16,-1 0 0-16,-1-7 19 0,2-2 4 0,-2 0-3 16,0-3-24-16,0 3 23 0,0-2 2 0,0 3-4 15,0 1 31-15,0 2-27 0,0 0-1 0,0 2 2 16,-2 1 25-16,-1 2 3 0,-1 0-28 0,0 0 7 15,-2 0 22-15,1 11 4 0,-1 0-28 16,2 2 33-16,1 0-31 0,1-1 9 0,0 1 10 0,0-3-13 16,2-1-2-16,0-2 5 0,0-3-40 15,0-1 40-15,0-1-4 0,0 1-3 16,0-3-35-16,2 0-2 0,2 0 36 0,-1 0-1 16,1-3-14-16,0-2 9 0,-1-4 3 0,1 1-41 15,-2-1 38-15,1 1-4 0,-2 2-6 0,1 1-5 16,-2 1 12-16,0 2-5 0,0 0 41 15,0 0 0-15,0-1-34 0,0 3-1 0,0 0 38 0,0 0 2 16,-3 3-36-16,-2 3 20 0,1 0-13 0,3 0-3 16,-1-3 9-16,0 1 33 0,2-2-39 0,0 0 13 15,0-2-1-15,0 0-218 16,5 0 95-16,9-4 52 0,4-9-470 0,1-2 236 16</inkml:trace>
  <inkml:trace contextRef="#ctx0" brushRef="#br0" timeOffset="119976.38">14439 13150 226 0,'0'1'0'0,"-4"-1"0"0,2 3 0 0,-1-3 0 0,-2 1 0 0,3-1 0 0,0 0 0 0,-1 0 0 0,1 0 55 0,0 0 0 0,0 0-17 0,2 0 31 16,-2 0-37-16,1 0 1 0,1 0 0 0,0 0-1 16,-2 0 9-16,2 0-8 15,0 0-12-15,0 0 12 0,0 0 0 0,0 0 0 16,0 0 14-16,0 0-15 0,0 0 1 0,0 0-4 16,0 0 3-16,0 0 1 0,0 0 7 0,0 0-4 15,0 0-5-15,0 0 2 0,0 0 1 0,0 0-2 16,0 0 10-16,0 0-10 0,0 0-4 0,0 0 4 15,0 0 1-15,0 0 0 0,0-1-3 0,0-2 2 16,0 2-1-16,0-1 1 16,0-2-29-16,0 0 28 0,2 0 6 0,-1 1-33 15,1 0 23-15,0 0 2 0,0-1-37 0,1 2-1 16,-1-1 38-16,0 0-4 0,2 0-33 16,-1-1 0-16,0 0 24 0,-1 0 4 0,2 1-14 0,-1-3 12 15,-1 2-7-15,4-1 6 0,-3-2 9 0,4-2-10 16,-2 1 2-16,1 2 14 0,-1-1-15 15,0-1-1-15,1 0 11 0,0 1-10 0,2 1 8 0,-5 1-7 16,1-2 10-16,1 4-9 0,-1-2 2 0,2 0-2 16,0 2 1-16,-1-3-1 15,1 1 1-15,3-1 0 0,1-3-41 0,-1 5 39 16,-2-3 3-16,5-2-33 0,-1 0-1 16,0 0 28-16,1-1-25 0,-1 1 23 0,0-2-1 15,1 0 1-15,-1 0-27 0,0-2 0 0,0 4 17 0,0-6-1 16,3 5 12-16,-3-1-7 0,0-3-4 0,2 3 2 15,-2-2 43-15,3-1-39 0,-1 2-2 0,1-3 3 16,0 1 10-16,2-1-11 0,-2 0 3 16,1 1-34-16,6-6 31 0,-8 7 2 0,6-2-24 15,-4 0 22-15,1 1 0 0,0-2-1 16,0 1-28-16,0 0-6 0,0 0 31 0,0 0-9 16,2-2-12-16,-1 2 13 0,3-4 4 0,-1 5 5 15,-3-2-6-15,4-2-2 0,-3 1 2 0,0 2 12 16,6-6-12-16,-4 4 1 0,2-2 8 15,-3 2-7-15,3-1-1 0,-5 3 3 0,9-6-2 0,-4 3 2 16,-1 0-2-16,1 1 2 16,0-2-13-16,-3 3 11 0,5-5 0 0,-2 0-18 15,-1 1 17-15,1-3-1 0,0 0-5 0,0 1 4 16,1-2 1-16,-1 1-1 0,0-1 2 0,2-1-2 16,0 0 0-16,2 2 0 0,-1-2-2 0,-2 2 2 15,1 1 0-15,0 1 0 0,-5 1-17 0,-1 3 16 16,4-4 1-16,-6 6 1 0,0-1-2 15,0 2 0-15,-2 1 2 0,0-1-3 0,3 1 1 0,-4 3 0 16,-1-2 9-16,1 3-9 0,1 0 0 0,-2-1 0 16,1 1 10-16,-1 1-8 15,1 0-1-15,-3 3 3 0,2-2 36 0,-4 3-35 16,-1 0-2-16,2 0 15 0,-5 1-14 0,1 1 3 16,-2-1-3-16,-1 3 4 0,1-1-3 0,-2 1 3 15,0 0-38-15,0 0-1 0,0 0 35 0,0 0-1 16,0 0-51-16,0 0 21 0,0 0 0 0,0 0 14 15,0 0-295-15,-3 0 133 16,-5 1 75-16,-1 13-441 0</inkml:trace>
  <inkml:trace contextRef="#ctx0" brushRef="#br0" timeOffset="120479.87">15108 12196 493 0,'-3'0'0'0,"-5"0"0"0,5 0 0 0,-1 0 0 0,2 0 0 0,1 0 0 0,-1 0 94 0,0 0-30 0,2 0 8 0,0 0-39 16,0 0 137-16,0 0-68 0,0 0-35 0,2 0 0 15,10 0 37-15,4 0-40 0,0 0 1 0,4 0-33 16,2 0 62-16,4-5-31 0,-5 2 13 0,7-3-8 16,-2 2-36-16,1-1 1 15,-1 1-17-15,-4 0 25 0,5 1-8 0,-6-2 0 16,0 4-51-16,-3-1 26 0,-1 1 0 0,-6 1 33 16,0 0-64-16,-1 0 28 0,-5 0-2 0,-1 0-27 15,0 0 15-15,-2 1 5 0,-2 9 6 0,0 1 13 16,-11 7-15-16,-5 5 12 0,-2 1 12 0,-5 7-9 15,-3 4-4-15,-1 1 5 0,5 1-242 0,-4 2 114 16,3 2 50-16,2-6-435 16,-1 10 235-16</inkml:trace>
  <inkml:trace contextRef="#ctx0" brushRef="#br0" timeOffset="121589.06">14399 13062 328 0,'-2'0'0'0,"-2"-1"-164"0,0-3 82 0,3 1 41 0,-3 1 41 0,2 0 103 0,0-2-15 15,0 3-20-15,1-1-7 0,-1-1-1 16,2 1-27-16,0 1 0 0,0 1 53 0,0 0-18 0,0 0-9 16,0-2 4-16,0 2-1 0,0 0-29 0,2 0 0 15,-1 0 39-15,7 0-8 0,-3 0-31 0,5 3 0 16,-1 4 28-16,2-2 0 15,-1 0-20-15,3 1 1 0,3-2-9 0,-2 0-1 0,4-1 1 0,-2 2 7 16,3-5 0 0,1 1-7-16,1-1-4 0,2 0 4 0,-3 0 0 0,3 0 0 15,-1 0 7-15,1 0-8 0,-1 0 1 0,4-1 0 16,-5-1-11-16,2-1 11 0,1 3 8 0,-3-1-8 16,2 1-35-16,0 0 0 0,-2-2 30 0,2-1-27 15,-2 2 30-15,1-2-3 0,-1-1-33 0,2 0-1 16,1-4 24-16,-4 2 11 0,5-4-46 15,0 4 0-15,-3-4 29 0,0 0 5 0,-1 2-31 0,0-2 32 16,3-1-9-16,-5-2-19 0,2 5 21 16,-1-4 1-16,-1 2-3 15,2-4-20-15,1 1-4 0,-1 0 24 0,-2 1-23 0,1-4 22 16,1 2-3-16,-4-2 3 0,5-1-36 0,-3-3 33 16,1 5-4-16,-6-1 3 0,3 1-31 0,-2-2 1 15,1 0 21-15,-4 1-21 0,1-1-3 16,3-5 26-16,-4 4-3 0,2-1-17 0,1-3 16 15,0-2 1-15,0 1-9 0,0-4 8 0,1 2-4 0,0-2-3 16,0 0 39-16,2-2-33 16,-2-1 0-16,1 1 1 0,0 2 8 0,0-4-7 15,-1 4 0-15,-2-1-27 0,2 3 27 0,-5-2 0 16,0 3 0-16,-1 4-29 0,1-7 2 0,-4 2 23 16,0 1-24-16,1-2 20 0,0 1 4 0,-3 1-12 15,2-6-13-15,-1 0 16 0,2 0 5 0,-1 0-8 16,-1 0 32-16,-1 1-31 0,2 2 5 0,-2-2-1 15,-3 9 41-15,3-4 1 0,-1 4-38 16,-2 2 55-16,0 1-23 0,1 2 8 16,-1 5-7-16,0 1 9 0,-2 0-31 0,0 3 14 15,0 2 13-15,0 0 10 0,0 3-29 0,0-2 12 16,0 3-34-16,0 0 28 16,0 0-4-16,0 0-93 0,3 0 45 0,-1 0 19 0,-1 0 0 0,5 0-115 15,-3 0 64-15,1 0 22 0,0 0-75 0,-1 0 43 16,1 0 28-16,1 0-9 0,0 3-29 0,-3 2 30 15,2 5 0-15,-3 3 29 0,1 2-204 0</inkml:trace>
  <inkml:trace contextRef="#ctx0" brushRef="#br0" timeOffset="121970.7">15879 12249 457 0,'2'0'0'0,"-2"0"0"0,0 0 0 0,0 0 0 0,0 0 0 0,-6 3 0 0,0 0 0 0,-1 3 93 0,-4-1-30 16,-1 6 8-16,1-2 73 0,1 2-55 0,-8 6-29 16,1 1 43-16,-1 5-36 0,-3 1 9 0,-2 1-43 15,-1 3-20-15,-2 0 19 0,-1 0 1 0,1-1 0 16,1-1 36-16,2 0-37 0,0-3 1 0,0-2-10 16,8-7 10-16,-2 1 0 0,4-3-47 15,3-5 20-15,3-1 0 0,0-2 27 0,3-1-187 0,2-3 87 16,1 0 36-16,1 0 22 0,0 0-277 15,1 0 139-15,7-7 50 0,6-5 41 16</inkml:trace>
  <inkml:trace contextRef="#ctx0" brushRef="#br0" timeOffset="122130.27">15807 12330 946 0,'6'-9'0'0,"2"3"0"15,-2 5 0-15,-1-1 0 0,-1 2 0 0,-1 0 0 0,-1 0 0 0,0 7 0 0,1 6 98 0,0 3-33 0,1 2 158 0,0 3-87 0,-1 7-55 0,1-4-25 16,0 4 14-16,1 3-37 16,1-3-1-16,0-4 9 0,-1 6-284 0,3-3 137 15,-3-1 70-15,0-2-450 0</inkml:trace>
  <inkml:trace contextRef="#ctx0" brushRef="#br0" timeOffset="123072.76">14410 13128 314 0,'-5'2'0'0,"-1"-2"0"0,0 0 0 0,2 0 0 0,-1 3 0 0,1-3 0 0,1 0 65 0,-1 0-9 0,0 0-23 0,3 0 0 15,-2 0 73-15,1 0-36 0,2 0 8 0,0 0-46 16,0 0 30-16,0-3 0 0,0 1-29 0,0 1 39 16,0 1 9-16,2-2-48 0,2 2-1 0,4 0 42 15,-3 0 0-15,4 0-41 0,-1 0 36 0,2 0-8 16,2 0-28-16,-2 0 0 0,1 0 14 0,2 0-14 15,-1 0 8-15,1 0-8 0,2 2 23 0,-2-2 0 16,2 1-23-16,2 1 6 0,0-2 2 16,1 0-8-16,1 0 30 15,2 0-30-15,-1 0 0 0,5 0 0 0,-6 0 18 0,9-2-18 16,-2-3-1-16,-1 0 1 0,1-1 10 0,0-2-10 16,-1 4 8-16,3-3-8 0,-2 4-17 0,-2-2 17 15,-3 4 0-15,2-4-24 0,-1 4 32 0,1 0-8 16,0-1-29-16,3-1 0 0,-4 3 21 0,2 0 5 15,-3 0-23-15,2 0-6 0,-1-1 19 16,1 1 5-16,0-2-25 0,1-1 5 16,2 2 12-16,-2-3 3 0,3 0-25 0,-3-1 0 15,3 1 19-15,-4 1-32 0,4-4 30 16,-4 6 3-16,0-1-46 0,1 0 21 0,-2 2-7 0,1 0 29 16,0 0-36-16,-1 0-1 0,0 0 23 0,-1 0 6 15,2 5-19-15,-1 0 16 16,4 0-7-16,-5-3 6 0,0 2 22 0,1-3-23 15,1 1 0-15,0-2 15 0,0 0-13 0,-4 0-1 16,4 0 2-16,-4 0-1 0,1 0 4 0,0 0-2 16,-2-2-10-16,-1 1 10 0,-1 1-1 0,-2-2 1 15,-3 0-12-15,1 2 11 0,-1 0-2 0,-4-2 2 16,1 0-35-16,0 1 33 0,-3 1-2 0,-1-2-91 16,-1-1 43-16,-1 1 22 0,0 1-88 0,-2-3 51 15,0-1 19-15,0-1-3 0,0 0-278 0,-4 1 147 16,-5-3 74-16,2-2 37 15</inkml:trace>
  <inkml:trace contextRef="#ctx0" brushRef="#br0" timeOffset="123688.75">16069 11629 328 0,'0'-4'-164'0,"0"-2"82"0,0 2 41 0,0 3 41 0,0-2 155 0,0-1-45 0,0 2-39 0,0 1 1 16,0-1 44-16,0 2-42 0,0 0-12 0,0 0 64 16,0 0-47-16,0 0-23 0,0 0 17 0,-2 8-1 15,0 2-31-15,2 4-8 0,-1 1 44 0,1 0-23 16,0 3 1-16,0-1-22 0,0 4 54 0,0 2-31 15,0 3 0-15,0-2-23 16,0 3 30-16,0 2-30 0,0 4 8 0,0 0 13 16,0 5 0-16,0 0-21 0,0 4 0 0,0 0-1 15,0-3 9-15,0 9-8 0,0-3-29 0,0 3 0 16,0 3 29-16,0 2-1 0,0-1-52 0,0 1 17 16,0 1 0-16,0-3 18 0,0-2-23 0,0-1 7 15,0-8 5-15,0 9-38 0,0-8 23 0,1-5-14 16,1 1 9-16,0 3-8 0,0-4 23 0,0-2 5 15,1-4-22-15,-1-9 20 0,0 1 0 0,2-3-4 16,-3-8 9-16,3 0-6 0,-1-1 0 16,0-5 0-16,-1-1-2 0,0-1 2 15,0 0 0-15,-2-3-26 0,0 1 0 0,0-1 24 16,0 2-60-16,0 0 28 0,0 0-6 0,0 0 32 16,0-1-121-16,-6-1 56 0,3 2 22 0,-2 1 0 15,0-3-221-15,1 0 123 0,-1 0 58 0,1 0-249 16,0 0 154-16</inkml:trace>
  <inkml:trace contextRef="#ctx0" brushRef="#br0" timeOffset="124122.09">15662 12920 601 0,'-7'-2'0'0,"0"0"0"0,1 0 0 0,1 2 0 0,0 0 0 0,-2 0 0 0,4 0 0 16,-1 0 97-16,0 0-33 0,2 0 66 0,2 0-41 0,0 0-32 0,0 0 0 15,0 0 71-15,0 2-48 0,4 4-24 0,3 0 9 16,5-1 25-16,1 3-29 16,1-1 1-16,0 3-4 0,2-3 0 15,0 5-17-15,1-3-8 0,-2 1-5 0,2 1 5 0,-4-2 0 16,3 3-27-16,-4-3 8 0,-1 0 18 0,-2-1 1 16,-2-1-23-16,-2 1 0 0,1 0 23 0,-5-3 4 15,-1 0-66-15,0 3 20 0,0 1 0 0,-7 2 14 16,-10 2 31-16,2 0-21 15,-7 5 3-15,2-1-88 0,-7 0 41 0,1-1 18 0,5-1-258 16,-6 2 127-16,11-6 67 0,-3-1 24 16,8-3-161-16,2-3 77 0,0 1 45 0,8-5 24 15,1 0-250-15</inkml:trace>
  <inkml:trace contextRef="#ctx0" brushRef="#br0" timeOffset="124579.33">16138 12294 395 0,'0'-3'0'0,"0"-2"0"0,0 1 0 0,0 0 0 0,0 0 0 0,-2 2 0 0,2-1 0 0,-1 0 67 0,-3 2-1 16,0-2-33-16,3 2 68 0,-4 1-39 0,-1 0 1 0,1 0-30 16,0 8 24-16,-3 3 1 0,0 2-17 0,1 6-9 15,-2 1-4-15,0 5 5 0,-3 1 0 0,1 5-5 16,-3 2 5-16,1 0-1 0,-1 9 1 0,-2-5-55 16,4-6 27-16,-4 4 9 0,3-3-161 0,0-2 83 15,2-9 30-15,3-2 25 0,2-6-192 0,0-3 96 16,5-5 33-16,-1-1 31 0,2-4-159 15,0 0 85-15</inkml:trace>
  <inkml:trace contextRef="#ctx0" brushRef="#br0" timeOffset="124763.83">16080 12342 578 0,'0'-7'0'0,"0"2"0"0,0 4 0 0,0-1 0 0,0 0 0 0,0 2 0 0,0 0 193 0,0 2-80 0,0 9-40 15,0 2 224-15,4 2-124 16,4 4-75-16,-1 0-32 0,2 6 111 0,0-3-72 16,0 2-36-16,0-1-116 0,0 3 36 15,3-2 22-15,-1-1 0 0,1-1-435 0,6 1 228 0,-4-6 123 16</inkml:trace>
  <inkml:trace contextRef="#ctx0" brushRef="#br0" timeOffset="158010.81">19808 13028 589 0,'0'-3'0'0,"-2"0"0"0,0 1 0 0,2-1 0 0,0 2 0 0,-2 1 0 0,2-2 0 0,0 0 0 0,0 1 0 0,0-1 60 0,0-3 0 0,0 2 7 15,0-1-8-15,0 3-26 0,0-4-1 0,0 4-5 16,0-1 6-16,0 0 8 0,0-1-8 0,0 2-7 16,0 1 7-16,0 0 0 0,0-2-1 0,0 2 2 15,0 0-2-15,2 0 1 16,0 0-20-16,0 0 20 0,0 0-2 0,-1 2-3 15,3 6 3-15,-2 3-1 0,1 4-3 0,-2 2 17 16,1 2-14-16,0 1 8 0,0 8-8 0,0-5-21 16,-1 5 21-16,1 0 0 0,2 2 1 0,0 1-10 15,-1 1 8-15,1-1 1 0,0 0-41 0,0 3 39 16,0-2-3-16,-1-2-30 0,-1 2-5 0,2-1 28 16,-2-3 5-16,-1-2-29 0,1-3 4 0,0-2 15 15,0 0 5-15,0-3 2 16,1-1-4-16,-2-2-3 0,-1-2 30 0,0-2-30 15,0-1 3-15,0-5-3 0,0 1 9 0,0-4-4 16,0 0 2-16,0 0 23 0,0-2 0 0,0 0-20 16,0 0-3-16,0 0 21 0,-1-2-14 0,-6-6-1 15,2-3-4-15,1-2-110 0,-1-2 52 0,-1-2 23 16,1-1 4-16,0-2-50 0,0 2 34 0,-3-3 8 16,3 4-77-16,-2-2 35 0,-2 0 25 0,0 4-16 15,0-1 0-15,-3 3 15 16,3 0 16-16,-4 3 30 0,2 0-6 0,0 2-28 15,-1 4 2-15,-1 0 52 0,0 2-24 0,1 0 10 16,1 2-33-16,-4 0 55 0,4 0-23 0,-2 0 10 16,1 4-5-16,0 3 9 0,0 2-31 0,1 3 66 15,0-1-29-15,1 4 8 0,1 0-37 0,2-2 70 16,1 4-28-16,2-2 8 0,0 2-41 0,4-2 59 16,0 2-26-16,0-2 14 15,0 0-24-15,0-1-5 0,4 0-5 0,4-3 9 0,3 3-46 16,1-3 44-16,0-1 3 0,3-1-4 15,0-2-3-15,0 1-2 0,2-3 1 0,2-4-259 16,-2 4 124-16,2-5 45 0,-3 0 35 0,3 0-208 16,-4 0 111-16,2 0 35 0,-2-2-307 0,0-5 184 15,2-3 88-15,0 0 44 0,4-6-377 0</inkml:trace>
  <inkml:trace contextRef="#ctx0" brushRef="#br0" timeOffset="158460.17">20066 13337 1170 0,'0'0'0'0,"0"0"0"0,0 0 0 0,0 0 0 0,0 0 0 0,0 0 0 0,0 2 0 0,-5 2 0 0,3 5 0 0,2 0 165 0,0 5-66 0,0 2-33 16,0 2 31-16,0-1-24 0,0 3-9 0,2-1-73 15,4 0 21-15,0-1 0 16,1-1 21-16,2-2-14 0,0-2-8 0,0 1 22 15,0-5 0-15,0-2-56 0,1-1 27 0,-1-2 9 16,0-2-75-16,5-2 40 0,-3 0 6 0,1-2 0 16,-2-10-46-16,3-4 36 0,-1-7 5 0,-1-1-74 15,0-3 41-15,-1-1 24 0,-1 0-10 0,-2-1-10 16,2-2 12-16,-2 1 1 0,-2 2 2 0,1 2 37 16,-3 6-32-16,-1 2 2 0,0 6 128 0,0 4-59 15,-2 0-28-15,0 4-1 16,0 3 218-16,0-1-113 0,0 2-42 0,0 0 136 15,0 0-79-15,-2 7-50 0,0 6-23 0,-1 0 49 16,3 4-41-16,-2 1-1 0,2 3-33 0,0 0 25 16,0 0 1-16,0 0-18 0,0 1 3 0,0-3-11 15,3 2 0-15,3-1 0 0,2-1-33 0,-2 0 8 16,1-3 25-16,0 3-66 0,1-4 32 0,0 1 1 16,-3-1 30-16,2-3-159 0,-1 0 63 0,0-3 41 15,0 1 4-15,-1-3-108 16,1-1 48-16,-3-3 38 0,4-1-423 0,-2-2 217 15,2 0 108-15,3 0 54 0,1-2-437 0</inkml:trace>
  <inkml:trace contextRef="#ctx0" brushRef="#br0" timeOffset="158816.22">20574 13294 1109 0,'-5'0'0'0,"-1"0"0"0,3 0 0 0,-2 0 0 0,3 0 0 0,0 0 0 0,1 0 0 0,1 0 199 0,0 0-84 0,0 0-33 0,0 0 188 16,10 0-119-16,2-2-59 0,3-4-29 0,2 3 108 16,1-1-61-16,0 0-42 0,1 1-1 0,-3 0-18 15,2 2-16-15,-2-2 0 0,-2 2-25 0,0 1-9 16,0 0 34-16,-5 0-191 0,0 0 95 0,-1 0 48 16,0 0 32-16,-3 0-427 15,-1 0 205-15,-2 0 61 0,-1 0 66 0,1 1-394 16,-2 6 211-16,0-4 119 0</inkml:trace>
  <inkml:trace contextRef="#ctx0" brushRef="#br0" timeOffset="159014.68">20572 13512 815 0,'-9'0'0'0,"4"3"0"0,-2-3 0 0,4 0 0 0,1 0 132 0,0 0-42 0,2 0-32 0,0 0 417 16,2 0-221-16,10 0-111 15,4 0-55-15,3 0 264 0,1 0-164 0,1-3-78 16,2 3-38-16,-1-2 59 0,-1 0-48 0,-2 0-17 16,-3 2-153-16,2 0 61 0,-4 0 29 0,-4 0-192 15,1 0 111-15,-2 0 64 0,0 0 19 0,-6 0-780 16</inkml:trace>
  <inkml:trace contextRef="#ctx0" brushRef="#br0" timeOffset="161077.07">21215 13187 251 0,'0'0'0'0,"0"0"0"0,0 0 0 0,0-2 0 0,-2 0 0 0,2 1 0 0,-2-2 121 0,2 2-44 16,-2-1-22-16,2 0 65 0,0 0-48 0,0 2 1 15,0 0-40-15,0 0 31 0,0 0-31 0,0 0 8 16,0 11-21-16,0 6 60 0,0 7-23 0,0 3-1 16,2 5 12-16,-2 3 7 15,0 8-42-15,0 1 49 0,2-1-24 0,0 0-1 16,1-8-24-16,3 4 29 0,1-6-29 0,3-2 0 15,1-6 0-15,3-6-36 0,-1-2 1 0,-1-2 43 16,2-5-51-16,1-6 22 0,-2-4-1 0,0 0-48 16,1 0 32-16,-2-10-6 0,6-14 16 0,-5-7-11 15,1-7-14-15,0-3 33 0,-1 0 1 0,-5 2-105 16,3-12 40-16,-4 4 26 0,-2 2-14 0,4 0-40 16,-4 3 27-16,-1 7 19 15,1 0 32-15,-1 2-14 0,-2 9-11 0,-1 1 10 16,-1 12 109-16,0 2-55 0,0 4-23 0,0 0 77 15,0 4-42-15,0 1-26 0,0 7 3 0,0 10 93 16,0 9-38-16,0-1-32 0,0 5 11 0,0 0 75 16,0 2-44-16,0 0-33 0,0-1-3 0,2 2 0 15,2-3-23-15,1 0 0 0,-2 0-33 0,3 1-7 16,-3-2 40-16,1-1-108 0,0 0 50 0,1-2 35 16,0-3-15-16,-2-1-84 15,1-1 43-15,0-4 31 0,1-2-13 0,-1-6-314 16,1 0 133-16,2-4 97 0,0-5-365 0,2 0 223 15</inkml:trace>
  <inkml:trace contextRef="#ctx0" brushRef="#br0" timeOffset="161319.41">21675 13444 1072 0,'0'-1'0'0,"0"-2"0"0,0 3 0 0,2 0 0 0,2 0 0 0,5 0 0 0,2 6 0 0,4 1 300 0,1 5-134 0,0 1-67 15,-1 2-32-15,2 2 20 0,-2-1-19 0,-2 4-8 16,-2-3-57-16,-1 2 0 0,-4-3 30 0,-3 1 0 16,-3 2-72-16,0-1 33 0,-2 0-1 0,-9-2-24 15,-8 1 32-15,-2-4 0 0,3-3 40 0,-8 1-134 16,1-5 54-16,4-4 25 0,-1 1-11 0,1-3-57 16,5 0 25-16,0 0 16 15,7 0-181-15,1 0 93 0,4 0 52 0,4 0 13 16,0-3-237-16,4-5 139 0</inkml:trace>
  <inkml:trace contextRef="#ctx0" brushRef="#br0" timeOffset="161550.79">21968 13476 818 0,'1'-11'0'0,"-1"4"0"0,0 2 0 0,0 2 0 0,-3-1 0 0,-8 1 0 0,0 0 0 0,1 3 256 16,-5 0-116-16,3 0-54 0,0 4 40 0,-1 7-46 15,-1 3-24-15,2 4 99 0,-4 7-65 0,5-1-28 16,1 3-1-16,3-1 69 0,1-1-49 0,6-4-15 16,0 8-9-16,0-8 41 0,0 1-33 0,9-3 1 15,5 0-33-15,1 0-55 0,4-3 23 0,2-1 0 16,-5-3-74-16,9-1 53 0,-6-2 27 16,3-3-150-16,1 0-174 0,-1-2 130 15,0-4 94-15,1 0-482 0</inkml:trace>
  <inkml:trace contextRef="#ctx0" brushRef="#br0" timeOffset="162232.91">22341 13541 666 0,'-5'-8'0'0,"1"0"0"0,0 2 0 0,1-1 0 0,-1-3 0 0,1-1 0 0,-1 0 0 0,-1 0 0 0,3-1 0 0,-1 1 66 15,-1 2 8-15,1-1-41 0,-1 1-14 0,-2 0 13 16,0 1 1-16,1 0-33 0,-1 3 41 0,-1-1-8 16,1 3-1-16,1 1-23 0,-3 0 24 0,0 2 0 15,1 0 8-15,-3 0 18 0,3 9-26 0,-2 7 0 16,1 2 42-16,-2 4-20 0,5-1 7 0,-1 5-29 16,5-1 39-16,-3-1 0 15,4 1-39-15,0-4 23 0,0 1-15 0,0-2-9 16,4-3 1-16,5-1-37 0,1-3-1 0,1-4 38 15,-2-3 8-15,5-2-73 0,-2-3 32 0,2-1 0 16,-3 0-76-16,2-7 49 0,0-8 15 0,0-6-81 16,-4-2 42-16,1-3 28 0,-1-4 0 0,-1 0-57 15,0-6 28-15,-1-5 2 0,0 0 25 0,-1-2-16 16,-1-4-13-16,0-3 36 0,0 0-24 0,-1-1-19 16,1 5 27-16,-1-2 8 15,-2 6 53-15,0 8-26 0,0 4-7 0,-1-1 138 16,-1 11-70-16,0 1-38 0,0 8-12 0,0 3 210 15,0 3-97-15,-1 3-59 0,-1 2-9 0,-2 0 89 16,0 3-36-16,3 11-39 0,1 4 49 0,-2 9-47 16,2-1 0-16,0 6-41 0,0 2 56 0,0 1-27 15,0 5 7-15,0 3-22 0,0-2-13 0,0 3 0 16,0-4 0-16,0 4-34 0,0-7 8 16,0 11 26-16,-2-7-1 0,0-1-89 0,0-5 45 15,2 3 23-15,-1-3-68 0,1-1 37 16,0-6 7-16,0-5-1 0,0-1-172 0,0-8 93 31,0-1 26-31,0-6-307 0,0-3 170 0,0-4 86 0,1 0 43 0,7-3-406 16,-3-11 228-16,4-7 110 0</inkml:trace>
  <inkml:trace contextRef="#ctx0" brushRef="#br0" timeOffset="162493.96">22461 13389 932 0,'2'-10'0'0,"3"2"0"0,-1 2 0 0,-1 1 0 0,3-3 0 0,1 3 0 0,0 1 0 0,3 0 0 0,1 2 355 0,3 2-161 0,-1 0-80 16,4 0 58-16,-2 8-62 0,-3 2-42 0,4 4 0 16,-3-1 53-16,-3 2-44 0,0 0-22 0,-2 0-7 15,-3 2-16-15,-2-3 1 0,-1 6 0 0,-2-3-51 16,0 0 26-16,-5 4 7 16,-6-4-88-16,-1-1 53 0,-4 0 26 0,-2-3-4 15,-1-2-91-15,0-3 31 0,-1-1 34 0,-3-2-14 16,2 1-251-16,3-4 114 0,0 1 77 0,5 0-212 15,2-3 143-15,3 0 67 0,5 0 34 0,3 0-155 16,0-3 95-16,0-5 38 16,7-6-149-16,10-1 102 0,0-2 63 0,0-1 72 0</inkml:trace>
  <inkml:trace contextRef="#ctx0" brushRef="#br0" timeOffset="162733.31">22723 13333 328 0,'16'-17'0'0,"-2"-1"-164"0,-1-1 82 0,-6 4 41 0,1 2 41 0,-4-1 215 16,-2 1-70-16,-2 3-56 0,0-1 205 0,0 4-123 15,0 1-73-15,-6 1-32 0,-2 3 76 0,-3 2-54 16,0 0-28-16,-2 2 132 0,-2 11-84 0,0 8-38 16,0 1 1-16,1 2 38 0,2 3-38 0,2-3 8 15,0 8-46-15,5-5 45 0,3 0-22 0,2 0-1 16,0-5 32-16,0 7-32 0,7-5 0 0,7 1-23 16,-1-3 1-16,4 1 0 15,-4-4 8-15,4 0-77 0,1-5 35 0,0 1-1 16,-2-2 35-16,2-3-207 0,-1-3 88 0,-3-1 50 15,-1-3-363-15,1-3 191 0,-1 0 71 0,-2 0 56 16,-1 0-377-16,0-1 217 0,-1-1 104 0,2-5-231 16</inkml:trace>
  <inkml:trace contextRef="#ctx0" brushRef="#br0" timeOffset="162959.72">22957 13360 895 0,'0'0'0'0,"0"0"0"0,0 1 0 0,0 2 0 0,5-2 0 0,4-1 0 0,4 0 0 0,0 0 281 16,4 0-124-16,4 0-62 0,2 0 184 0,0 0-127 15,2-1-60-15,-6-3-53 0,4 2-7 0,0-2 1 16,0 1 8-16,-2-3-108 16,-3 2 50-16,2 0 25 0,-3 0-1 0,-3 1-245 15,-4-1 144-15,0 0 59 0,-3 2 15 0,-2-2-438 16,-1 0 161-16,-2 1 132 0,-2-3-189 0,0-3 164 15,-4-5 86-15,-7 2 104 0</inkml:trace>
  <inkml:trace contextRef="#ctx0" brushRef="#br0" timeOffset="163153.2">23129 13011 1051 0,'-8'-2'0'0,"1"0"0"0,2 2 0 0,2 0 0 0,1 0 0 0,0 2 0 0,0 11 0 0,2 2 0 0,0 5 245 0,0 7-110 0,0-1-51 15,2 4 262-15,4 2-157 0,0 2-78 0,0 1-31 16,-1 3 100-16,-1-1-74 0,-1 1-37 0,-1 1-80 16,0 1 22-16,0-2 8 0,-2 1 14 0,0-2-355 15,0 1 177-15,0 0 89 0,-4-3 44 0,-3 2-579 16,-2-5 289-16,0-1 97 0,-1-5 86 16</inkml:trace>
  <inkml:trace contextRef="#ctx0" brushRef="#br0" timeOffset="164204.15">23605 13148 51 0,'0'-4'0'0,"-3"-2"0"0,-1 2 0 0,2 0 0 0,0 2 0 0,0-1 233 0,0 1-104 0,1 0-48 0,1 0 52 15,0 2-50-15,0 0-17 0,0 0-8 0,0 9 5 16,0 9-30-16,0 2 0 16,0 4-1-16,1 5 80 0,1 4-44 0,0 4 0 15,0 0 27-15,0 6-31 0,2-2 0 0,-1-7-2 16,2 4-29-16,-2-5 0 0,5-2-1 0,-1-9-19 15,0-1-1-15,5-4 29 0,-1-4-9 0,1-6-20 16,1-4 0-16,-1-3 21 0,4 0 0 0,-1-5 8 16,2-13-9-16,-1-6-89 15,2-5-79-15,1-9 76 0,-7 8 24 0,1-5-130 0,-1-5 82 16,-1-2 28-16,-1 1 24 0,-3 3-88 16,-1-1 41-16,-1 4 8 0,1-2 7 0,-3 3 31 15,2 4 0-15,-3 7 1 0,-2 1-1 0,0 8 86 16,0 4-39-16,0 3-24 0,0 4 198 0,0 3-91 15,-4 0-55-15,0 3 164 0,0 14-100 0,0 3-25 16,1 5-31-16,3 0 118 0,-2 4-67 0,2 0-27 16,0 6-7-16,0-3 12 0,0-2-23 0,0 1 0 15,3-1-19-15,3-6 4 0,4 4-8 0,-3-7 0 16,2 0-60-16,2-3 30 0,-1 0 1 16,0-5-129-16,0-4 74 0,0 0 28 15,1-1 24-15,-3-6-344 0,2 4 169 0,-1-5 52 16,0-1 55-16,3 0-345 0,-5 0 189 0,4 0 95 15,-3-7-81-15</inkml:trace>
  <inkml:trace contextRef="#ctx0" brushRef="#br0" timeOffset="164383.76">24085 13330 1032 0,'0'0'0'0,"-2"0"0"0,2 3 0 0,-2 3 0 0,2-2 0 0,0 1 0 0,0 2 0 0,0 2 176 0,0 0-72 0,2 0-35 0,5 0 186 15,0 2-103-15,3-1-64 0,-1 0-27 0,2 1-53 16,-2-1 25-16,2-2 0 0,-4-2-290 0,3 2 141 16,-3-1 74-16,0-3 37 0,-1 0-187 0,-1-2 112 15,2 0 65-15,-4-2-536 0</inkml:trace>
  <inkml:trace contextRef="#ctx0" brushRef="#br0" timeOffset="164646.07">24269 13294 634 0,'2'-5'0'0,"-1"1"0"0,1 2 0 0,-2-1 0 0,0 3 0 0,0 0 0 0,0 0 0 0,0 0 275 0,0 0-121 0,0 10-61 15,-3 1 186-15,-3 2-127 0,1 3-60 0,-4 2-29 16,-1 7 132-16,-1-1-81 16,-5 5-33-16,-2 6 3 0,-1 1-26 0,-2 1 0 15,1 1-26-15,0 4-27 0,1-4 8 0,-1 10 20 16,3-8 0-16,1 0-67 0,2-7 34 0,-1-2-1 15,5-4-81-15,-1-3 54 0,4-4 9 0,2-5 23 16,1-5-169-16,1 0 84 0,1-7 17 0,2 1-57 16,0-4 35-16,0 0 34 0,0 0-5 0,0-2-177 15,0-7 93-15,0-4 58 0,0-1 26 0,0-1-284 16,2 1 154-16</inkml:trace>
  <inkml:trace contextRef="#ctx0" brushRef="#br0" timeOffset="165955.94">24644 13351 281 0,'0'0'0'0,"0"0"0"0,-2 0 0 0,2 0 0 0,0 0 0 0,-1-3 144 0,-1 0-59 0,2-5-27 0,-2 3 31 0,2-5-29 0,-2 0 0 16,2 1-19-16,-2-2 29 16,2-2-37-16,-2 2 0 0,1 0 0 0,-1-1-20 15,-2-1 19-15,-1 2 1 0,2-1-37 0,-3 1-1 16,1 3 38-16,-2 1-16 0,-3 2-11 0,1 1 25 15,-2 2-18-15,-1 2 19 0,-1 0-22 0,-3 7 19 16,3 7-20-16,0 1 49 0,-2 6 0 0,3 1-35 16,0 2 3-16,1 2 56 0,4 3-27 15,-2-1 1-15,6 0 7 0,1-2 0 16,2 0-30-16,0-3 14 0,0 0-24 0,2-1 10 16,6-3 0-16,1-4-35 0,2-2 0 0,3-3 43 15,-2-3-9-15,2-3-24 0,-1-4-5 0,1 0 29 16,2 0-13-16,-1-8-61 0,2-11 21 0,-3-2 21 15,0-3-107-15,-1-3 59 0,1-4 18 0,-3-1 1 16,-4-1-86-16,3-1 55 0,-3-2 15 0,-1 0-44 16,-1-7 29-16,0 6-5 0,0-12 26 0,-1 5-19 15,-1-2 14-15,-1 3 16 16,0 9-25-16,0 2 47 0,-2 1 0 0,0 7-27 16,0 6 1-16,0 5 121 0,0 4-51 0,0 2-26 15,-4 3 160-15,2 3-90 0,1-2-30 0,1 3 101 16,-2 0-60-16,2 3-17 0,0 11-31 0,-2 3 41 15,2 6-27-15,0 3 0 0,0 4-24 0,0 4 12 16,-2 1-14-16,2 9 0 0,-3-5-1 0,1 2 1 16,1 3 0-16,-1-6-29 0,0 7 28 0,2-10 1 15,0 3 0-15,0-4-61 0,0-2 29 16,0-10 1-16,0 2 26 0,4-2-129 16,2-6 60-16,-2-5 20 0,1-1-1 0,-1-3-64 15,-1-3 45-15,1-2 5 0,0-2 0 0,-1 0 10 16,0 0 0-16,3-10-311 0,-3-5 156 0,3 0 74 15,1-2 37-15</inkml:trace>
  <inkml:trace contextRef="#ctx0" brushRef="#br0" timeOffset="166137.47">24835 13178 396 0,'2'0'0'0,"1"0"0"0,-1 0 0 0,0 4 0 0,0-1 0 0,-1 2 357 0,1 1-162 0,2 1-81 16,0 4 206-16,3-2-148 0,0 2-69 0,-1-2-36 15,4 2 26-15,-3 0-30 0,3 2 8 0,-3-2-101 16,0 0 32-16,1 0 0 0,-2 0 30 0,0 0-306 16,-1-1 162-16,1-1 68 15,-3-1 38-15,3 0-462 0,-1-5 233 0,-2-1 53 16</inkml:trace>
  <inkml:trace contextRef="#ctx0" brushRef="#br0" timeOffset="166429.72">25155 13084 731 0,'2'-12'0'0,"0"6"0"0,0 2 0 0,-2 3 0 0,0-2 0 0,0 2 84 0,0 1-26 0,0 0 0 0,-2 0 240 16,-3 8-125-16,-1 5-74 0,-2 4-34 0,-2 6 173 16,2 0-102-16,-4 5-52 0,1 5-17 0,-7 6 47 15,4-1-41-15,-5 3 1 0,1 4-40 0,-3 2-1 16,0 6 8-16,-5 5-32 0,2 1 1 0,-3 2 22 15,1 3 1-15,-3 0-61 0,5-8 38 0,-4 10-7 16,8-19 30-16,0 1-98 0,8-10 47 0,-2 0 3 16,5-4-44-16,2-7 34 0,1-6-1 0,0 1 15 15,2-6-66-15,0-5 32 16,1-1 14-16,1-4-201 0,0-2 107 0,0-4 47 16,-1 0 28-16,3 0-135 0,-2 0 81 0,2-2 35 15,0-10 1-15,0 2-302 0,4-1 168 0</inkml:trace>
  <inkml:trace contextRef="#ctx0" brushRef="#br0" timeOffset="166632.69">25210 13822 1277 0,'0'0'0'0,"0"0"0"0,0 1 0 0,0 6 0 0,0-1 0 0,0 2 0 0,0-2 0 0,0-1 347 16,0 1-157-16,0 1-79 0,0-4 179 0,0 1-121 16,0-3-72-16,0 0-368 0,0-1 151 0,0 0 77 15,0 0 37-15</inkml:trace>
  <inkml:trace contextRef="#ctx0" brushRef="#br0" timeOffset="170965.41">25512 13273 94 0,'0'0'0'0,"-2"0"0"0,0 0 0 0,0 0 0 0,2 2 0 0,0-2 0 0,-2 0 0 0,2 0 35 16,0 0-31-16,0 0-1 0,0 0 22 0,0 0-18 15,0 0-1-15,0 0-25 0,0 0 23 0,0 0 1 16,0 0 0-16,0 0-21 0,0 0 20 0,0 0-1 15,0 0 1-15,0 0 51 0,0 0-24 0,0 0 3 16,0 0-27-16,0 3 93 16,2-3-44-16,0 1-17 0,2 0 82 0,0-1-38 15,2 3-32-15,1-3 30 0,0 0-24 0,0 0 5 16,4 0-30-16,-2 0 13 0,2 0-12 0,2 0 0 16,-3 0 0-16,3 0-53 0,0 0 26 0,-4 0 9 15,5 0-93-15,-3 0 53 0,-2 0 27 0,1 0 2 16,-3 0-154-16,-1 0 77 0,-1 0 25 0,0 0 24 15,2 0-74-15,-3 0 25 16,-3 0 3-16</inkml:trace>
  <inkml:trace contextRef="#ctx0" brushRef="#br0" timeOffset="171185.81">25533 13508 1061 0,'0'0'0'0,"0"0"0"0,0 0 0 0,0 0 0 0,0 0 0 0,2 0 0 0,-1 0 0 0,5 0 0 0,4-2 146 0,3 0-57 0,4 0-20 0,-2 0 46 15,5-1-41-15,0 1-21 0,0 0 0 0,1 2 36 16,-3 0-20-16,1 0-8 0,-4 0-29 0,1 0-70 16,-1 4 35-16,-1 1 1 0,-5-1-176 0,1 0 102 15,-1 1 54-15,-3-2-410 0,-3 0 191 0,1-1 115 16</inkml:trace>
  <inkml:trace contextRef="#ctx0" brushRef="#br0" timeOffset="172286.24">26119 13072 193 0,'0'-1'0'0,"0"-4"0"0,0 4 0 0,0-2 0 0,0 2 0 0,0-3 170 0,-3 2-68 15,3 1-35-15,0-1 79 0,0 0-48 0,0 2-37 0,0 0 0 16,0 0 0-16,0 0 0 0,0 0-29 16,0 0 9-16,0 0 10 0,0 5-18 0,0 2-1 15,3 3 57-15,-1 2-28 0,1 1 9 0,-1 2-38 16,0 3 29-16,0 3 0 0,-2 6-28 0,0 1 8 16,0 1 13-16,0 5-22 0,0 2 1 0,0 10-27 15,-2-4 0-15,0-2 35 0,0 7-8 0,2-4-31 16,0-9 0-16,0 5 31 0,0-5-43 0,0-6-24 15,0 4 18-15,0-9 0 16,0-1-43-16,0-4 37 0,0-2 6 0,0-5-46 16,0 0 27-16,0-5-1 0,0-2 20 0,0-3-83 15,0 2 39-15,0-3 22 0,0 0-11 0,0-3-21 16,-3-8 18-16,-3-3 1 0,4-5-217 0,-1-4 110 16,1-7 67-16,-3-2 29 0</inkml:trace>
  <inkml:trace contextRef="#ctx0" brushRef="#br0" timeOffset="172544.55">26032 13082 689 0,'6'-16'0'0,"0"5"0"0,3 2 0 0,2 0 0 0,5 0 0 0,0-3 0 0,3 3 0 0,2 2 167 0,4 3-67 0,-5 1-25 16,10 1-9-16,-4 2 18 0,-1 0-25 0,-1 5-1 15,-2 8-25-15,-4 2-14 0,2 4-8 0,-9-4 22 16,0 5-72-16,-4 2 36 15,-2 1 0-15,-5 0 44 0,0 5-79 0,0-4 30 16,-15-1 1-16,-1-1-38 0,0-3 30 0,0-3 0 16,-4-4-3-16,1-1-5 0,1-3 28 0,-1-5-10 15,1-1-18-15,2-2-1 0,3 0 25 0,-2 0 3 16,6 0-140-16,-3 0 62 0,5-2 33 0,1-1-157 16,3-1 90-16,1 2 30 0,2 0 26 0,0 2-162 15</inkml:trace>
  <inkml:trace contextRef="#ctx0" brushRef="#br0" timeOffset="173185.84">26656 13490 359 0,'0'0'0'0,"0"0"0"0,0 0 0 0,-2 0 0 0,0 0 0 0,-2-3 0 0,1 0 212 0,-1-3-89 0,0-1-46 15,1-2 12-15,-1 2-32 0,0-4 0 0,-1 0-25 16,2 0-38-16,-2-1 1 0,0 3 46 0,1-4-38 15,-5 2-1-15,2-1 31 16,0 2 0-16,-2 2-52 0,-1 2 32 0,-1-1-8 16,0 6-7-16,-3 0-4 0,1 1 7 0,2 2 16 15,-4 12 52-15,0 9-28 0,2 2-2 0,2 5-22 16,-1 1 94-16,6 2-43 0,0 0-7 0,6-1 0 16,0-2 10-16,0-1-39 0,0-3 1 0,8-8-26 15,4 3 7-15,1-5 19 0,1-6 0 0,0 0-68 16,-1-6 34-16,2-1 1 15,0-3-73-15,-1 0 45 16,0-3 13-16,2-15 1 0,-2-3-102 0,0-2 60 0,-1-8 15 0,0 0-78 16,0-11 45-16,-4 1 30 0,0 1 3 0,1 1-26 15,-2-14 14-15,-1 3 1 0,3-12 1 0,-5 2-14 16,3-4 30-16,-1 2-6 0,0-13-27 0,3 10 35 16,-4 19 1-16,-1 7-1 0,-3 11 59 0,0 7-37 15,0 3 8-15,0 10 171 0,-2 3-93 0,0 5-47 16,0 2-13-16,0 16 41 0,-4 14-17 0,0-2-22 15,-1 15 13-15,-1 2 184 16,3 5-77-16,-1 6-50 0,1-1 73 0,2 1-64 16,-1 0-31-16,-1-2-1 0,2 1-37 0,1-4 14 15,-2-2-8-15,2 2-100 0,0-4 49 0,0-4 26 16,0-11 0-16,0-6-183 0,0 1 88 0,2-9 56 16,2-3 3-16,-2-8-130 0,2-4 50 0,0-2 50 15,1-3-272-15,1-3 149 0,-1-10 74 0,2-9 37 16</inkml:trace>
  <inkml:trace contextRef="#ctx0" brushRef="#br0" timeOffset="173409.02">26841 13320 735 0,'5'-6'0'0,"2"4"0"0,6 2 0 0,-1 0 0 0,1 0 0 0,-1 0 0 0,4 2 154 0,-1 6-60 0,0 2-31 0,1 3 140 15,0 2-89-15,-1 2-41 0,-3 2 1 0,0-1-16 16,-2 3 1-16,-3 1-18 0,-4 1-27 0,0-1 18 15,-3 1 1-15,0-2 0 16,-4-1-65-16,-9 1 41 0,-2-4-8 0,-5 2-74 16,4-8 53-16,-3 0 27 0,-1-4 0 0,-1-2-221 15,0-2 108-15,0-3 33 0,5 0 34 0,0 0-232 16,2 0 120-16,6-2 45 0,0-4-48 0,7-1 60 16,-1-6 31-16</inkml:trace>
  <inkml:trace contextRef="#ctx0" brushRef="#br0" timeOffset="173613.14">27218 13209 595 0,'-7'0'0'0,"0"3"0"0,-4 4 0 0,-2 4 0 0,-2 2 0 0,-1 6 336 0,-2 5-152 0,5 2-75 16,-2 3-38-16,4 1 192 0,1 1-106 0,5 0-66 15,3-2 63-15,2 2-61 0,0-3-29 0,2 1-1 16,8-7-50-16,4 4-8 0,3-5 28 15,2-3-196-15,2-1 98 0,0-3 49 16,-3-5 32-16,3 0-397 0,-3-3 202 0,1-2 45 16,-1-2 68-16,-5-2-404 0</inkml:trace>
  <inkml:trace contextRef="#ctx0" brushRef="#br0" timeOffset="173778.21">27326 13453 878 0,'0'-7'0'0,"0"5"0"0,0 1 0 0,0 1 0 0,2 0 0 0,4 0 0 0,3 0 171 0,2 0-73 0,5 0-33 0,0 0 174 16,3 0-103-16,3 0-52 0,-1 3-17 0,0 1-82 15,2 1 24-15,-3-2 0 0,0 1 24 0,-1 2-308 16,0-5 162-16,-1 2 69 0,-5 0-397 0,0-2 221 16</inkml:trace>
  <inkml:trace contextRef="#ctx0" brushRef="#br0" timeOffset="173965.71">27494 13165 825 0,'-7'-3'0'0,"-2"0"0"0,6 3 0 0,-2 0 0 0,4 0 0 0,-1 10 0 0,1 6 0 0,1 5 257 0,0 5-112 0,0 6-56 16,0 7-28-16,-2-3 163 0,-2 11-99 0,1 0-46 15,3-2-114-15,-4 3 35 0,4 0-1 0,0-7 42 16,-1 12-298-16,1-10 146 15,0-7 71-15,0-3-354 0,5-3 167 0,4-11 112 16,0-4 2-16</inkml:trace>
  <inkml:trace contextRef="#ctx0" brushRef="#br0" timeOffset="174281.87">27817 13200 977 0,'0'-2'0'0,"0"2"0"0,0 17 0 0,0 5 0 0,-2 6 0 0,-4 5 0 0,-1 2 0 0,2 11 285 0,5-5-127 0,0-6-62 0,0 5-32 16,0-2 90-16,7-3-52 0,7-1-39 0,7-4-77 15,-1-5 23-15,3-5 1 0,0-5 23 0,0-6-70 16,0-3 31-16,3-6 0 0,-2 0-143 0,0-6 91 16,-1-12 41-16,-2-5-32 0,-1-3-123 0,-6-4 49 15,-5 0 53-15,-3-4 16 0,-1-2 6 16,-3 0-5-16,-2-10 20 0,0 1 104 15,0-2-50-15,-4 0-22 0,-7-1 1 0,0 8 24 16,-3-7-19-16,2 14 9 0,-8 2 71 0,1 5-30 16,1 13-29-16,-4 1 7 0,-3 7 1 0,-2 5 13 15,4 1-36-15,-2 18-117 0,2 5 57 0,0 7 25 16,5 0 0-16,3 11-254 0,5-3 131 0,2 3 52 16,6-7 33-16</inkml:trace>
  <inkml:trace contextRef="#ctx0" brushRef="#br0" timeOffset="174526.23">27666 13751 815 0,'-15'1'0'0,"1"-1"0"0,8 0 0 0,-4 0 0 0,3-9 0 0,4-8 0 0,3-6 0 0,0 0 92 0,7-3-21 0,11 1-9 16,8-6 83-16,5 3-57 0,4 2-27 0,2 0-49 16,0 8 29-16,8-2-9 0,-15 11 1 0,2 6-68 15,-4 0 34-15,-7 3 0 0,-2 4 42 0,3 12-79 16,-8 3 36-16,0 3-3 0,-4 2 29 15,3 0-40-15,-4-2 41 0,0 6-36 16,1-2 104-16,-2-5-47 0,2-2 1 0,2 0 3 16,1-2-25-16,1-3 8 0,4-2-11 0,-1-3-174 15,3-5 84-15,5-1 45 0,-4-3 5 0,5 0-356 16,-4-3 181-16,1-4 72 0,-1-4-253 0</inkml:trace>
  <inkml:trace contextRef="#ctx0" brushRef="#br0" timeOffset="174941.24">28456 13523 269 0,'-1'-23'0'0,"0"-1"0"0,-3 3 0 0,0-4 0 0,-3-3 0 0,4 3 162 0,-2 3-65 15,-3 4-32-15,1 1 0 0,2 8-25 0,-4-1-7 16,1 7 0-16,-2 1 281 0,0 2-141 0,-1 4-62 16,-4 16-43-16,2 5-1 0,2 5 0 0,-1 2-34 15,2 1 4-15,5 2 4 0,2-2-9 0,3 0 1 16,0-4-53-16,0-3 26 0,6-7 0 0,3 1-14 15,3-5 17-15,-2-3-1 16,3-3-6-16,1-5-123 0,0-4 54 0,2 0 41 16,-2-4-2-16,4-17-96 0,-4 0 45 0,0-8 34 15,-1-3-99-15,1-3 54 0,-3-8 22 0,-1-1 0 16,-1-1-17-16,3-2 26 0,-3-6 0 0,2-1-4 16,0-11 30-16,1-2 0 0,0 2 1 0,1-2-44 15,-1 14 22-15,-1-2-9 0,-4 14 31 16,0 1 69-16,-6 18-34 0,3 9-1 0,-2 2 248 15,-2 7-142-15,0 4-45 0,0 2-40 16,-2 21 242-16,-8 5-125 0,-2 14-36 0,4-4 106 16,-2 17-93-16,0-1-43 0,0 10-20 0,3-14 130 15,2 11-76-15,-3-1-30 0,-1-2-7 0,1 0-46 16,1-2 8-16,1 1 0 0,1-3-177 0,3-8 97 16,2 4 35-16,0-15 23 15,0-2-369-15,0-9 188 0,7-5 55 0,2-8-358 0,5-6 222 0,-3-5 108 16,3-1 56-16</inkml:trace>
  <inkml:trace contextRef="#ctx0" brushRef="#br0" timeOffset="175085.58">28653 13396 917 0,'6'-23'0'0,"-6"2"0"0,5 10 0 0,-2 0 0 0,0 5 0 0,-1 0 0 0,3 4 0 0,-2 2 181 0,1 0-74 0,4 6-29 16,1 4 102-16,-1 5-74 0,-2-1-37 0,0 4 1 15,2 3-82-15,-4-1 22 0,0 3 1 16,0-4 21-16,-3 3-358 0,3-2 179 15,1-1 98-15,-2-2-444 0</inkml:trace>
  <inkml:trace contextRef="#ctx0" brushRef="#br0" timeOffset="175272.59">28928 13241 384 0,'0'-17'0'0,"2"2"0"0,-1 6 0 0,3 2 0 0,-4 3 0 0,0 0 244 16,0 2-105-16,0 2-54 15,0 0 312-15,0 15-187 0,-7 10-88 0,-5 9-45 16,-5 5 272-16,-2 8-158 0,-8 7-71 0,-5 17 48 16,2-5-67-16,-8 16-35 0,-1-3 1 0,-3-1-213 15,6-5 98-15,-13 17 36 0,2-10 22 0,3 0-514 16,4-12 268-16,4 4 117 0</inkml:trace>
  <inkml:trace contextRef="#ctx0" brushRef="#br0" timeOffset="177847.89">29774 13178 685 0,'1'-6'0'0,"-1"-4"0"0,0 7 0 0,0 1 0 0,2 0 0 0,-2 1 0 0,0-2 0 0,0 2 66 0,0-1 0 15,0 0-33-15,0 2 127 0,0 0-68 0,0 0-29 0,3 0 0 16,-3 4-9-16,0 8-22 15,0 5 9-15,0 7 27 0,0 3 0 0,0 5-35 16,0 0 0-16,0 4 29 0,0 3-21 0,-3 4-8 16,0-4-3-16,-1 3 3 0,1-1-1 0,-1 2 1 15,1-5-36-15,0 7 14 0,1-10 0 0,-3 0-51 16,4-1 31-16,-3-3 0 0,3-4 30 0,-3 2-68 16,3-5 25-16,-1-4 1 0,-1-3 19 0,0-8-25 15,2-1 9-15,-1-3-1 16,1-3-78-16,-1-2 47 0,0 0 13 0,-3-2 1 15,5-13-165-15,0-6 92 0,0-1 33 0,0-6-242 16,0-2 143-16,0-4 71 0</inkml:trace>
  <inkml:trace contextRef="#ctx0" brushRef="#br0" timeOffset="178118.71">29701 13187 612 0,'11'-21'0'0,"2"3"0"0,1 3 0 0,2 3 0 0,1 3 0 0,1 0 65 15,2-1-19-15,1 2-5 0,0 5 205 0,1 0-106 16,0 3-54-16,-1 0-19 0,-1 11 121 0,1 3-77 16,-5 3-40-16,-2 3 22 0,-3 0-30 0,-2 1 8 15,0 0-38-15,-6 3-8 0,0-1 8 0,-3 2 0 16,0-2 0-16,-1-3-28 0,-12 7-9 0,0-7 37 16,2-3-35-16,-8-2 1 0,4 0 33 15,-7-4 9-15,4-4-104 0,-2 0 29 16,1-6 27-16,-1-1-156 0,2 0 83 0,3 0 30 15,0 0 25-15,1 0-175 0,4-1 91 0,2-3 30 16,3 0 27-16,-2 1-162 0,5 0 95 0,2 2 42 16,0-1-73-16,0 0 58 0,5 2 30 0</inkml:trace>
  <inkml:trace contextRef="#ctx0" brushRef="#br0" timeOffset="178311.19">30047 13458 967 0,'6'0'0'0,"2"0"0"0,1 0 0 0,-2 0 0 0,-1 0 0 0,2 0 0 0,1-1 156 0,1-3-62 0,0 2-30 0,0 1 220 15,4-3-129-15,-1 2-62 0,-1 1 6 0,-1-2-34 16,1 3 1-16,-2 0-25 0,5 0-62 0,-3 0 26 16,-2 0 1-16,1 0 27 0,0 0-277 0,-4 6 146 15,-3 1 62-15,1 2-485 16,-5 4 259-16</inkml:trace>
  <inkml:trace contextRef="#ctx0" brushRef="#br0" timeOffset="178492.71">30052 13707 792 0,'0'0'0'0,"0"0"0"0,0 0 0 0,0 6 0 0,4 0 0 0,-2-1 0 0,6-2 0 0,3 0 428 0,0-1-198 16,2-1-99-16,1-1 82 0,2 0-82 0,0 0-53 15,0 0-23-15,1 0 3 0,2 0 0 0,-1 0-25 16,-1-1 8-16,-1-1-297 0,2-4 144 0,-4 0 72 16,2 1-456-16,-2 1 256 0,-3 0 89 0</inkml:trace>
  <inkml:trace contextRef="#ctx0" brushRef="#br0" timeOffset="178951.48">30501 13309 1106 0,'0'-13'0'16,"0"11"0"-16,0 2 0 0,0 2 0 0,0 9 0 0,0 2 0 0,0 1 0 0,0 4 0 0,-3 3 242 0,1 6-104 0,-1 0-45 0,0 1-34 0,1 4 75 0,2 0-51 16,0 2-25-16,0 0 4 0,0-5-21 0,0 2-8 15,0-5-1-15,5-1-22 16,2-5 0-16,2 1 23 0,0-2 8 0,0-4-76 15,1-4 34-15,-2 0 0 0,2-5-70 0,-2 0 49 16,1-4 4-16,4-2 17 0,-5 0-106 0,5-2 56 16,0-14 11-16,1-2-72 0,-5-2 40 0,6-7 32 15,0 1 4-15,-3-4-74 16,0-5 38-16,1-4 23 0,-5 4-22 0,5-11 8 0,-2 6-8 16,-3-2 39-16,1 6-28 0,-4 3 19 0,-2 8 9 15,2 2-1-15,-3 10 128 0,-1 2-64 16,1 5-32-16,-2 3-7 0,0 0 233 0,0 3-119 15,0 0-42-15,0 12 136 0,0 3-79 0,-2 4-47 16,1 6-1-16,-3-3 63 0,1 5-52 0,3 0-25 16,-5 3 69-16,4 0-39 0,1 1-33 0,-2-3 1 15,2 1 36-15,-1 0-31 0,1-1 1 0,0-3-76 16,0 1 18-16,0-4 1 16,0-1 26-16,0-4-184 0,0-2 92 0,0-4 55 15,0-1 14-15,0-1-182 0,0-3 92 0,1-3 8 16,2-2-392-16,2 2 204 0,2-3 117 0,3 0 57 15,-3 0-330-15</inkml:trace>
  <inkml:trace contextRef="#ctx0" brushRef="#br0" timeOffset="179195.34">30866 13606 1030 0,'2'-6'0'0,"1"2"0"0,10 4 0 0,-2 0 0 0,-3 0 0 0,4 0 0 0,0 0 0 0,0 4 0 0,1 5 327 16,-3 3-147-16,4 2-66 0,-5 1-44 0,1 3 130 15,1 0-84-15,-5 1-41 0,2 0-14 0,-3-3 9 16,-1 2-37-16,-2-1 0 0,0-3-39 0,-2 2 1 16,0-1 38-16,-4-2-72 0,-10 0 31 0,0 0 1 15,-5-1 40-15,-3-1-138 0,4-3 68 0,-4-3 1 16,-5 1 24-16,5-3-235 0,1-3 119 0,-1 0 36 16,2 0-155-16,2 0 98 0,2 0 62 15,8 0 27-15,-1 0-66 0,5 0 47 16,-2-3 23-16,6-1-200 0,0-2 115 0</inkml:trace>
  <inkml:trace contextRef="#ctx0" brushRef="#br0" timeOffset="179484.57">31139 13637 788 0,'8'-16'0'0,"3"-1"0"0,-3 4 0 0,-5 4 0 0,1-5 0 0,-3 1 0 0,-1 5 0 0,0 1 0 0,0 1 209 0,0 2-89 0,-5 3-35 0,-3 1 26 16,0 0-38-16,-4 0-1 0,1 11-40 0,-7 4 58 16,7 2-20-16,-6 6-9 0,2-2-28 0,1 6 55 15,3 0-28-15,1-2 0 0,5-4 69 0,-2 3-53 16,4 0-21-16,3-2 0 0,0-1 98 0,0-2-60 16,3-1-21-16,9-3 18 0,-2 1-29 0,7-4 0 15,-4-1-28-15,8 1-15 16,-5-3 23-16,3 1-8 15,-2-3-156-15,-3-1 78 0,1-1 39 0,-1-1 0 0,-3-2-358 0,-3 0 187 16,5-2 61-16,-4 0 58 0,-2 0-477 0,0 0 251 16,-2 0 117-16</inkml:trace>
  <inkml:trace contextRef="#ctx0" brushRef="#br0" timeOffset="180545.94">31457 13843 643 0,'0'0'0'0,"0"0"0"0,0 0 0 0,0 0 0 0,0 0 0 0,0 0 0 0,0 0 33 0,0 0 8 0,0 0-9 0,0 7 132 16,0 4-65-16,0 1-34 0,0 2 1 0,0 1 30 15,-6 2-36-15,-3 3 1 0,1-2-108 0,-4-1 40 16,4 0 0-16,-2-2 48 0,0-2-237 16,3-3 114-16,-3-3 43 0,5-2 34 15,-4-1-367-15</inkml:trace>
  <inkml:trace contextRef="#ctx0" brushRef="#br0" timeOffset="180960.97">31790 13311 885 0,'0'-17'0'0,"-1"3"0"0,-4 9 0 0,5 2 0 0,0 0 0 0,-5 2 0 0,0 1 0 0,0 0 0 0,-7 5 92 0,2 11-34 0,2 6 0 16,-4 0 101-16,2 5-63 0,5 2-31 0,2 4 57 15,-3-2-49-15,5 3 0 0,1 2-40 0,0-2 42 16,0 2-21-16,7-5 8 0,1 2-29 0,5-5-35 16,3-2 35-16,-2-4 0 15,2-7-34-15,0 2 9 0,4-5 24 0,-1-5 1 16,-1-3-56-16,2-4 25 0,-2 0 0 0,3-2 3 15,-2-7-43-15,-2-10 16 0,-1-2 1 0,-2-1-10 16,0-7 1-16,-2 0 25 0,-4-4 10 0,3-2-37 16,-7-7 1-16,-2 1 30 0,1 4-105 0,-3-10 49 15,0 4 25-15,-3 1-8 0,-5 6-46 0,-6 0 27 16,-1 6 18-16,-2 4 0 16,-1 6-45-16,1 7 17 0,-5 3 0 0,3 5 57 15,-2 3-29-15,-1 2 8 0,4 3 1 0,-2 14-38 16,1 2 0-16,8 2 38 0,1 1-159 0,-1 9 83 15,3-3 38-15,3 4 0 0,-3 0-64 0</inkml:trace>
  <inkml:trace contextRef="#ctx0" brushRef="#br0" timeOffset="181252.19">31513 13775 838 0,'-7'0'0'0,"1"-2"0"0,6-6 0 0,0-4 0 0,0-4 0 0,0-3 0 0,6-7 0 0,11 4 0 0,-1-1 177 0,5 0-73 0,4 1-35 16,-1-1 53-16,3 5-49 0,3 1 0 0,-1 3-40 16,-2 5 27-16,1 3-27 0,-5 3 8 0,-2 3-9 15,2 0 38-15,-4 9-1 0,-3 6-37 0,0 6 48 16,-3-4-16-16,-1 7-8 0,-2-1-23 16,0-1 73-16,-4-3-37 0,5 2 1 0,-3-1-29 15,2-1 25-15,2-1 0 0,-1-2-34 16,3-1-20-16,-1-2 0 0,0-3 29 0,6-2-9 15,0 0-32-15,-3-3-1 0,1-2 34 0,-1 1-203 16,0-3 91-16,-2 2 47 0,0-3 1 0,-1 1-384 16,1-1 172-16,-4 2 108 0,0-1-332 0,-2 2 221 15,-1-3 107-15</inkml:trace>
  <inkml:trace contextRef="#ctx0" brushRef="#br0" timeOffset="181829.34">32209 13377 228 0,'0'0'0'0,"0"0"0"0,0 0 0 0,0 0 0 0,0 0 0 0,0 0 0 0,0 0 156 0,0 0-66 16,0 0-29-16,0 0 0 0,0 0 107 0,0 0-67 16,0 0-27-16,0 0 56 0,0 0-49 0,0 0-24 15,2 0 0-15,3 0 29 0,-2 0-18 0,3 0-9 16,0 0-7-16,1 0-19 16,1 0-1-16,0 0 1 0,1 0-54 0,-1-2 23 15,2 0-1-15,-2 0-79 0,1 2-110 0,-1 0 84 16,-1 0 67-16,-3 0-417 0,2 6 216 0,-4 3 78 15,-2-2 63-15</inkml:trace>
  <inkml:trace contextRef="#ctx0" brushRef="#br0" timeOffset="182009.87">32162 13572 907 0,'-5'2'0'0,"2"1"0"0,3 2 0 0,0-4 0 0,0 1 0 0,0-2 0 0,0 0 0 0,0 0 172 0,0 0-74 0,8 0-33 0,6 0 272 15,-1 0-152-15,2 0-76 0,0 0-30 0,1 0-71 16,0 0 25-16,-1 0 0 0,0 0-1 0,0 0-352 16,0 0 185-16,1 0 79 0,-5 0-426 0,2-2 209 15,-4 1 139-15,-4-4 12 0</inkml:trace>
  <inkml:trace contextRef="#ctx0" brushRef="#br0" timeOffset="183285.71">32554 13185 629 0,'-2'0'0'0,"-3"0"0"0,4 0 0 0,1 0 0 0,0 0 0 0,0 4 0 0,0 7 96 0,-2 7-36 0,0 4 1 16,1 6 58-16,-5 4-43 0,1 1-22 0,2 2 8 15,0-1 139-15,-2 4-84 0,2 2-43 0,-1-2 48 16,3-3-45-16,-1 1-14 16,2-4-8-16,0-3-35 0,0-8 12 0,0 4 1 15,0-6-67-15,3-2 41 0,4-6-7 0,1-3 33 16,0-6-101-16,4-2 51 0,0 0 9 0,3-1-42 15,1-19 11-15,2-5 26 0,1-5-13 0,3-6-77 16,-3-1 35-16,-3 1 28 0,8-11-1 0,-7 1-86 16,-1-2 43-16,1-2 30 0,-2 0-74 15,-3 9 38-15,-2-2 34 0,-2 6-1 0,-3 3 83 16,-2 12-30-16,-1 2 0 0,-2 9 43 16,0 4-33-16,0 5 1 0,0 2-39 0,-5 8 250 15,-1 15-101-15,-4 5-66 0,-1 12 1 0,3 2 215 16,0 3-94-16,3 2-73 0,0-1 128 0,-1-2-90 15,6 10-56-15,-3-7-25 0,3-2 40 0,0-8-32 16,0 4-1-16,0-6-23 0,0-3-42 0,3-5 1 16,3-5 32-16,-1-4-180 0,3-2 91 0,-3-5 53 15,3-3 14-15,-2-5-421 0,0-3 168 0,3 0 119 16,-3 0-384-16,-3-2 229 16,5-12 127-16,-7-4 60 0,-1-6-274 0</inkml:trace>
  <inkml:trace contextRef="#ctx0" brushRef="#br0" timeOffset="183420.37">32843 13533 1379 0,'0'-7'0'0,"6"6"0"0,-1 1 0 0,3 0 0 0,-3 0 0 0,1 0 0 0,-2 1 0 0,0 7 0 0,2 2 168 0,2 1-68 0,0 2-33 0,1-2-3 16,1 3 9-16,-2 1-41 16,3-2 1-16,-3 1-326 0,2-2 163 0,-4-2 82 15,-6-5-542-15</inkml:trace>
  <inkml:trace contextRef="#ctx0" brushRef="#br0" timeOffset="183661.74">33192 13377 1197 0,'-5'0'0'0,"1"0"0"0,4 0 0 0,0 7 0 0,-5 6 0 0,-2 6 0 0,-4 8 0 0,-4 8 422 15,-3 8-187-15,-6 4-105 0,-1 11 105 0,-2-1-101 16,-2 5-50-16,2 0-26 0,-3-5 150 0,0 15-92 15,4-10-42-15,1-2-20 0,3-9-57 0,3 4 1 16,6-11 43-16,-4 5-235 0,9-13 114 0,-2 0 56 16,4-6 28-16,-2-10-267 0,3 1 148 0,0-6 5 15,2-5 56-15,0-4-301 16,1-3 162-16,1-1 80 0,1-2-67 0,-2 0 78 0,2-2 34 0,0-10 1 16,0-9-320-16</inkml:trace>
  <inkml:trace contextRef="#ctx0" brushRef="#br0" timeOffset="183846.25">33113 14244 1809 0,'-15'-4'0'0,"6"4"0"0,9 0 0 0,0 0 0 0,0 0 0 0,0 0 0 0,-5 0 0 0,0 0 378 0,-3 0-164 0,2 0-95 0,-2 0 101 15,5 0-94-15,-2 0-47 0,2 0-23 0,1 0-639 16,2 0 304-16</inkml:trace>
  <inkml:trace contextRef="#ctx0" brushRef="#br0" timeOffset="-139992.22">3227 9392 743 0,'0'-8'0'0,"0"5"0"0,0 1 0 0,0 1 0 0,0-2 0 0,0 3 0 0,0-3 161 15,0 3-64-15,0 0-24 0,0 0-8 0,0 0 70 16,0 0-51-16,0 0-26 0,0 0 20 0,0 14-15 16,2 3-8-16,4 8 10 0,-4 4 0 0,1 4-32 15,0 5 0-15,-1 0 34 0,-1 2-9 0,1-1-25 16,-2-2 0-16,0 1-36 15,0 0 8-15,0-3 28 0,0 0 0 0,0-2-123 16,0-1 61-16,0-2 25 0,0-4-282 0,0-1 145 16,0-5 73-16,4-6-154 0,1-3 104 0,3-4 19 15,-1-7 4-15,7 0-222 0</inkml:trace>
  <inkml:trace contextRef="#ctx0" brushRef="#br0" timeOffset="-139792.46">3502 9329 1246 0,'-4'0'0'0,"3"0"0"0,-2 8 0 0,1 3 0 0,1 2 0 0,-2 7 0 0,3 6 222 0,0 2-94 0,0 4 130 16,0 4-113-16,0 4-56 0,0-4-20 0,3 11-10 16,0-5 0-16,0 0-26 0,0-2 0 0,-1-4-156 15,1 3 87-15,-3 1 30 0,3 0 0 16,-3-3-324-16,0-1 181 0,0-3 92 0,0-4-566 15,0 2 299-15</inkml:trace>
  <inkml:trace contextRef="#ctx0" brushRef="#br0" timeOffset="-139517.06">3083 9829 801 0,'0'0'0'0,"0"0"0"0,0 0 0 0,0 4 0 0,1 6 0 0,7 4 0 0,3 5 316 16,-1 6-142-16,5 5-62 0,2 7 83 0,0 1-81 16,-3 3-40-16,4-2-80 0,-4 3 39 0,-2-7 8 15,0 3-9-15,-1-2-57 0,-3-6 28 0,-2-10 1 16,0 1 29-16,-2-8 4 0,-1-2-4 0,2-5 0 16,-3-2-1-16,5-4 40 0,3 0-18 0,4-17 123 15,5-15-76-15,5-9-35 0,6-15 1 0,0-5-44 16,2-8 10-16,3-4 8 0,8-10-8 15,-5 17-208-15,0-5 105 0,0 5 50 16,-3 6 27-16,-6 13-608 0,1 2 283 0,-3 5 156 16</inkml:trace>
  <inkml:trace contextRef="#ctx0" brushRef="#br0" timeOffset="-138767.5">3240 11666 800 0,'0'-7'0'0,"-2"1"0"0,1 4 0 0,-1 0 0 0,2 0 0 0,0 2 0 0,0 0 170 0,0 0-72 15,0 0-33-15,2 2 61 0,4 13-47 0,2 3-23 16,-2 9 8-16,2 3 108 0,-3 11-70 0,0 2-35 16,-3 1 1-16,2-1-7 0,-3 9-28 0,3-4 0 15,-1-1-87-15,0 0 43 0,-1-3 23 16,1-6-229-16,0 0 121 0,2-9 64 15,-3-5 8-15,1-11-172 0,3-2 65 0,-1-6 62 16,3-5-26-16,1-12-250 0,-1-23 156 0</inkml:trace>
  <inkml:trace contextRef="#ctx0" brushRef="#br0" timeOffset="-138606.78">3451 11605 782 0,'0'-23'0'0,"0"11"0"0,0 3 0 0,0 5 0 0,0 4 0 0,0 2 0 0,0 22 0 0,0 7 349 0,0 8-163 0,0 2-76 15,0 4 232-15,0 2-155 0,0 4-76 0,0-1 32 16,0-1-59-16,1-2-25 0,3-1-1 0,4-11-269 16,1 5 122-16,-3-8 69 0,-1 3 22 0,-1-3-217 15,-1-3 123-15,-2-2 63 0,-1 0-561 0,0-7 285 16</inkml:trace>
  <inkml:trace contextRef="#ctx0" brushRef="#br0" timeOffset="-138360.43">3127 11934 1211 0,'3'8'0'0,"7"5"0"0,-5 4 0 0,1 3 0 0,-1 7 0 0,4 3 0 0,1 9 0 0,4 5 294 0,0 2-131 0,-2 5-65 16,5 0-33-16,-4-1 2 0,-1-1-9 15,1-2-26-15,-1-13-38 0,0 0 0 16,-1-10 39-16,0-3-22 0,2-6 22 0,-2-7 0 15,3-3 0-15,1-5 27 0,2-2 9 0,5-22-36 16,1-13-1-16,2-14 74 0,2-4-37 0,1-7 1 16,1-5-29-16,4-5-37 0,-1-1 1 0,0-2 28 15,-2 4-289-15,-3 2 140 0,-7 14 77 0</inkml:trace>
  <inkml:trace contextRef="#ctx0" brushRef="#br0" timeOffset="-137174.33">3391 15087 871 0,'-13'-9'0'0,"4"6"0"0,4 3 0 0,3 0 0 0,0 0 0 0,1 0 0 0,1 12 0 0,0 8 382 0,0 4-166 0,0 6-96 16,0 11 85-16,1 0-86 0,1 5-43 0,5 6-21 15,-3 0 19-15,1 5-9 0,-2-3-32 0,2 3-55 16,-2-5 27-16,-1-1 1 0,3-11 35 0,-1 0-180 16,1-6 86-16,-4-7 43 15,4-5 21-15,-5-10-377 0,5-1 187 0,-2-7 46 16,4-4-279-16,2-11 190 0,-1-23 94 0,3-12 40 15</inkml:trace>
  <inkml:trace contextRef="#ctx0" brushRef="#br0" timeOffset="-137007.18">3597 15083 1286 0,'3'-25'0'0,"-1"11"0"16,-1 3 0-16,1 5 0 0,-2 6 0 0,0 2 0 0,0 24 133 0,0 5-50 0,0 10 151 0,0 3-101 0,-3 10-41 15,1 10-35-15,-1 3 213 16,3 1-118-16,-3 3-60 0,3 0-30 0,0-11-61 15,0 3 32-15,0-3-1 0,0-10-143 0,3-5-157 16,0-9 150-16,-1-1 84 0,-1-2-574 0,-1-9 305 16,0-3 71-16,0-4-88 0</inkml:trace>
  <inkml:trace contextRef="#ctx0" brushRef="#br0" timeOffset="-136769.8">3151 15607 653 0,'2'-18'0'0,"-2"5"0"0,1 5 0 0,3 4 0 0,3 3 0 0,1 1 0 0,3 3 369 0,2 20-172 0,5 13-82 16,0 7 243-16,3 17-162 0,-5 3-82 0,3 9-32 15,-1 3 71-15,-1 4-60 0,2-2-30 0,-3-3-77 16,-2-18 23-16,-4-7 8 0,3-4 16 0,-1-9-33 16,-3-15-1-16,0-1 34 0,1-11 0 0,0-6 9 15,3-3-10-15,1-14 1 16,4-24 96-16,4-15-48 0,5-15-27 0,3-10 8 15,5-26 9-15,6-15-1 0,-1 4-37 0,3-3-386 16,2 2 190-16,-3 23 101 0,3 0 41 0</inkml:trace>
  <inkml:trace contextRef="#ctx0" brushRef="#br0" timeOffset="-135016.89">2651 16731 407 0,'0'4'0'0,"-2"-3"0"0,-4 1 0 0,4 0 0 0,-3-2 0 0,4 0 0 0,-5 0 121 15,1 0-43-15,2 0 14 0,-2 0-29 0,2 0 0 16,-2 0-22-16,1 0 28 0,-1-2-36 0,0-1 0 15,0-1 0-15,-3-4 21 0,1 3-13 0,-3-6-9 16,0 3 1-16,0-4 27 0,-4-1 0 0,0 1-27 16,-2-6 31-16,-2-1-7 0,-1 1-25 0,1-5 14 15,-3 1-13-15,2-3 0 0,-5 1 8 0,3-3-4 16,-4 1-5-16,3-3 1 0,0 2 0 0,1-3-17 16,0-3 25-16,-1-2-8 15,1-2 0-15,1-1-8 0,-1-2 8 0,0-4-1 16,-1-2 0-16,0-4 1 0,0-3-5 0,-2-7 2 15,0 3-1-15,-1 0 2 0,3 5 7 0,-1-12 14 16,4 16-21-16,-1-7 0 0,0 5 1 0,1 3-5 16,3 5 14-16,-3-8-8 0,1 6-1 0,-2 0-17 15,1-2 18-15,-1 0-2 0,-1-4-22 0,0-2-9 16,-2 0 30-16,0-9-35 0,3 2 0 0,-4-3 31 16,6 3-1-16,-7-14-48 0,4 7 21 15,-2 0-6-15,0 3 26 0,1-3-30 16,-2 6 28-16,-4-14-7 0,1 9 4 0,3 1-32 15,-3 2 31-15,3 2-7 0,0 8-19 0,-1-12-6 16,2 8 28-16,3-4-34 0,-4-3 0 0,6 5 26 16,-5-13 4-16,2 2-33 0,1-3 1 0,-1-1 23 15,2-1 4-15,0-2-42 0,0 2 1 0,0-4 31 16,0-1 4-16,1-2-24 0,2 1-1 0,1 15 14 16,0-15 10-16,-1 10-8 0,5 0 3 15,-1-1 33-15,2-3 0 0,0 0-37 16,5 0 5-16,-2 0 31 0,4 0-1 0,0-3-21 15,1-3-5-15,2-5-23 0,0-13 25 0,0 10 7 16,0 14-5-16,0-11-51 0,0 3 23 0,0 3-2 16,0 3 27-16,0 1-7 0,0 1 4 0,0 5 21 15,0 1 0-15,2 10-32 0,-1-14 9 0,1 11 50 16,3-5-23-16,5-3 1 0,0 1-25 16,0-5 39-16,4-3 1 0,2 3-21 0,1-2-10 15,-2 2 11-15,5 4-8 0,-3 4 8 16,6-10-42-16,-3 10 35 0,1 1 0 0,0 3-10 15,-2 11 8-15,1-6 0 0,3 3 0 0,1-7-13 16,-4 14 11-16,5-10-5 0,4-2 5 0,-8 9 9 16,11-10-10-16,1 2 0 0,-1-2 1 0,7 1 2 15,-2 0-2-15,-2 8 1 0,8-14-41 0,-6 8-1 16,-2 1 39-16,2 2-8 16,-7 10 7-16,-1-3-5 0,1 4 4 0,-2 3 14 0,-2 5-15 15,-2 0-4-15,-2 2 3 0,0 2 38 16,-1 0 1-16,1 0-36 0,5-4-1 0,-3 2 48 15,3-1-21-15,-3 3 8 0,5-8-3 0,-1 5-17 16,-3 0-4-16,-4 9 6 0,4-3-4 0,-7 7 8 16,1 0-8-16,-1 2 0 0,-6 5 1 0,1 2 1 15,-5 3 0-15,1 3 33 0,-1 1-33 0,-3 1-1 16,0 0 27-16,2 1-1 0,-2 0-20 0,2 1-3 16,-3-3 11-16,3 2-10 0,-1 0 6 15,-3-1-36-15,0 0 36 0,1 1-4 16,-1 1 1-16,-2 0-38 0,1-2 35 0,-2 1 1 15,0 0-2-15,0-2-129 0,0 2 56 0,-6-2 31 16,-3 3 7-16,-3 1-484 0,-1 0 217 0</inkml:trace>
  <inkml:trace contextRef="#ctx0" brushRef="#br0" timeOffset="-133444.12">2206 16909 440 0,'-7'4'0'0,"0"0"0"0,2-1 0 0,2 1 0 0,-2-2 0 0,2 2 0 0,-3-2 93 0,3-2-34 0,-2 1-1 16,3-1-25-16,1 0 42 15,-1 2-21-15,0-2 8 0,-2 0-29 0,2 0 21 16,0 0 1-16,-1 0-23 0,-4 0 1 0,2 0 30 15,-2 0-30-15,-1 0 4 0,-4-2-4 0,0-4-1 16,0-2 1-16,-6-6 4 0,-2-1-4 0,2-2-1 16,-4-1 1-16,2-1 23 15,-3-2-23-15,2-1 8 0,1 1-8 0,-1-2 26 0,1 1 0 0,1-1-26 16,-1-1 5-16,3 0 3 16,-1-2-8-16,-1-2-33 0,1 1 33 0,-3-1 0 15,2-5-1-15,-3 2-20 0,1-7-8 0,0 3 28 16,1-3 1-16,-1-1-32 0,-1-3 29 0,3 3-2 15,-5-8 0-15,3 4-1 0,-1-2-1 0,3 1-8 16,-3 1 7-16,3 2-26 0,-5-6-5 0,1 4 29 16,3 0-39-16,-2 2 0 0,6 3 41 0,-6-7-42 15,3 2 35-15,-2 1-6 0,0 0 5 0,1-2-45 16,4 5 2-16,-8-10 27 0,6 3 8 0,-5 1-27 16,2 0-1-16,2-3 16 15,-3 4-4-15,1-2 7 0,3-3 2 0,-2-2-2 16,0-2 16-16,-1-7-15 0,2 8 0 0,-5-13 10 15,8 15-9-15,-5-3 0 0,1 1 0 0,-3 1-4 16,3 2 6-16,-4 1-1 0,5 0 2 0,0-1-36 16,-3 1 0-16,6-3 32 0,-3 0-2 0,3 1-48 15,-1-3 20-15,1 1 0 16,0-1 7-16,-3 0 14 0,3 1-9 0,0-1 43 16,0 1-37-16,2-1 1 0,-4 0-3 0,1 1 28 15,1 1-26-15,-1 0 1 0,0 3 6 0,2 2 20 16,2 3 6-16,-3-3-27 0,3 10 11 0,-2-13-15 15,2 3 12-15,2-2-5 0,-2-4-24 0,2-3-1 16,0-2 22-16,0-8-19 0,1 5 17 0,1-2 2 16,2 9-5-16,3-4-15 0,-4 1 11 0,3 2 6 15,-3-1-7-15,3 3 47 0,0-2-43 0,-3 1 3 16,4 0-4-16,-4 5 44 0,2-2-16 16,1 4 12-16,-2-2 3 0,1 2-33 15,-2-1 8-15,0-4-7 0,0-1 5 0,3-3-2 16,-2-11 5-16,5 8-24 0,-4 4 23 0,4-4-2 15,2 1-1-15,0 3-24 0,0 1-2 0,0-1 24 16,0 2 21-16,0-1-22 0,0 0-5 0,0-4 4 16,2 3 31-16,1 0 0 0,0-2-28 0,2 2 29 15,2 1-25-15,0 0-2 0,-4-2 5 0,5-3-23 16,-3-6 22-16,4 3-2 0,1-3 5 0,6 0-22 16,-2-1 20-16,3 9 0 15,3-12-27-15,2 8 23 0,-3 0-5 0,-3 1 28 16,-1 0-26-16,-3 7 3 0,1-5-5 0,2 1 51 15,-5 3-22-15,2 1 0 0,0 3-18 0,-1 8 18 16,3-10-17-16,-1 5-1 0,2 2 6 0,3-4-8 16,3 2 9-16,1-5-1 0,6-5 5 0,-2 2-38 15,6-1 1-15,-2 0 28 0,5 1-40 0,-4 7-3 16,9-11 38-16,-6 9-39 0,-4 4-7 16,3-4 41-16,-3 4-10 0,-1 0 20 15,-4 4-14-15,0-1 0 0,-2 3-5 0,4 1 30 16,-2 1-2-16,-1 5-22 0,4-8 0 0,1 5 5 15,-1-1-4-15,3 3 0 0,-1-5 0 0,2-1 5 16,-1 1-3-16,4 0-27 0,2-1 26 0,-2 1 2 16,0 2-1-16,-5 6-43 0,10-5 41 0,-7 5-6 15,-7 5 4-15,4 1-14 0,6 3 12 0,-4 0-2 16,4 1-10-16,1 1 9 16,-2 0 2-16,0 1-3 0,0-2-21 0,-3 2 20 15,4-1 3-15,2-2 18 0,-8 3-18 0,0 0-2 16,2-3 1-16,-2 0 9 0,-3 1-9 0,-1 0 1 15,-2 1 0-15,-1 3 41 0,-2 1-40 0,-3 0 0 16,4 0 1-16,-4 1 35 0,-1 4-34 0,-2 0 40 16,0 0-36-16,-1 2 5 0,-3 0-5 0,-3 0-3 15,-1 2 4-15,0 0 4 0,-2 0-3 0,-3 5-78 16,1-3 38-16,-2 3-3 16,-1-2 39-16,0 2-341 0,0-1 160 0,-6 2 59 15,-6 0-412-15,5 0 250 0</inkml:trace>
  <inkml:trace contextRef="#ctx0" brushRef="#br0" timeOffset="-133114.66">2092 7638 1220 0,'-27'-12'0'0,"11"7"0"0,3 3 0 0,7 0 0 0,-2 0 0 0,-1 0 0 0,7 0 0 0,-3 0 164 0,5 1-70 16,0-1-30-16,0 0 71 0,7 0-51 0,10-2-25 16,3 2 7-16,8 1 0 0,-1 1-1 0,5 0-32 15,-2 0 0-15,2 1-23 0,-2 9 9 0,3-1 13 16,0 2-23-16,-4 1 0 16,1 1 24-16,-3 0-40 0,-5-2 9 0,5 4 31 0,-8-3-1 0,-1 3-23 15,2-3 21-15,-7 1-29 16,1-1 14-16,-3-1 31 0,-1 5-7 0,-3 0-18 15,-3 5 0-15,-4 7 96 0,0 8-35 0,-9 13-30 16,-12 13 78-16,-8 8-49 0,-9 21-24 0,-11 22-133 16,1-8 63-16,-15 43 19 0,-7 21 0 0,5 4-240 15,3 9 125-15,5 4 67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14:21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7194 8781 709 0,'0'-2'0'0,"0"2"0"0,0-1 0 0,0 1 0 0,0 0 0 0,0 0 0 0,0 0 284 0,0 0-130 16,0 0-60-16,0 0-31 0,0 0 176 0,0 0-104 16,8 0-42-16,-1 3-35 0,4 1 69 0,-3 0-47 15,1 1 10-15,0 1 7 0,1-2-36 16,0 2 0-16,-3-1-53 0,0 1 1 0,1-1 24 16,-2 3 8-16,-1 0-147 0,-1-1 69 15,-1 2 35-15,-1 1 0 0,0-1-334 16,-2 2 177-16,0 1 47 0,0 1 55 0,0 0-481 15,0 0 253-15</inkml:trace>
  <inkml:trace contextRef="#ctx0" brushRef="#br0" timeOffset="521.81">7172 9134 653 0,'-9'8'0'0,"4"3"0"0,-1-4 0 0,6-3 0 15,-3-2 0-15,3 0 337 0,0-2-152 0,3 0-76 16,11 0-30-16,2 0 139 0,3 0-93 0,-2 0-45 15,2 0-24-15,0 0-36 0,-2 6 21 0,3 1-8 16,-7 5-108-16,1 2 54 0,-1 7 27 0,-4 2 0 16,-3 5-27-16,-2 0 23 0,-1 2 0 0,-3 2 29 15,0-4 1-15,0 3-38 0,0-7 4 0,0 0 84 16,-5-3-33-16,2-3-20 0,-2-5-19 16,1-3 110-16,3-5-44 0,0-1-16 15,1-2-40-15,-3-2 21 0,3-2-8 0,0-16-200 16,0-8 104-16,3-12 42 0,3-3 25 0,4-5-160 15,1-8 86-15,5-10 24 0,-4 11 30 0,6-14-346 16,-2 16 167-16,3-3 68 0,-3 4 47 0,2 2 10 16,-6 13 29-16,0 1 9 0,-4 12 59 0,-3 8 96 15,-1 3-78-15,-1 3 260 0,0 6-164 0,-2 2-79 16,-1 4-7-16,0 17 138 0,0 5-93 0,0 0 10 16,0 4-5-16,0 4 140 0,0-1-105 15,0-2-55-15,0-3-25 0,0-5 2 16,0 2-9-16,2-7-20 0,3-3-165 0,-2-3 82 15,3-4 42-15,-3-2-230 0,1-4 126 0,0-2 71 16,-1 0-2-16,1-8-84 0,-1-15 21 0,-2-2 44 16,1-5-44-16,0-4 20 0,-2-11 27 0,0 1-1 15,0-5 27-15,2 0-12 0,0 3 12 0,3 0 0 16,1 12 45-16,1-3-23 0,-1 8 0 16,0 10-29-16,-3 5 235 0,1 3-108 0,1 5-36 15,-3 5 163-15,5 1-94 0,-4 0-52 16,1 17-11-16,0 5 74 0,-2 3-28 0,1 5-35 15,3 0 0-15,-1 1-186 0,1 1 71 0,2 2 41 16,1-1-619-16,-2 0 314 0,3 1 133 0</inkml:trace>
  <inkml:trace contextRef="#ctx0" brushRef="#br0" timeOffset="874.31">7639 9185 1670 0,'-7'2'0'0,"1"1"0"0,3 1 0 0,-2-4 0 0,3 0 0 0,2 0 0 0,0 0 0 0,0-5 0 0,7-1 219 0,6 0-84 0,1 3-56 0,2 1 56 16,-2 2-51-16,4 0-26 0,-4 5 0 0,2 8-45 16,-6 4-9-16,2 6 29 0,-6 0-78 0,-4 4 39 15,-1 3 0-15,-1 0-25 0,0 2 28 0,-7 3 0 16,-4-3 36-16,-2-4-93 0,-3-2 18 0,3-9 33 16,-4 2-20-16,2-6-141 15,-2-6 70-15,1-1 46 0,0-6 10 0,3 0-100 16,-2-12 63-16,4-9 29 0,2-8-197 0,3-1 108 15,0 0 46-15,4-2-35 0,-1 2 34 0,3 9 31 16,0-3 0-16,0 8 183 0,0 1-83 0,0 5-31 16,0 4 1-16,0-1 385 0,1 6-210 0,8 1-75 15,0 0-66-15,3 0 570 0,5 11-288 0,0 7-145 16,2 0-71-16,2 4 185 0,3 3-120 16,2 3-73-16,3 4 245 0,-1-3-34 15,2-1-308-15,2-2 0 0,-4-5 0 0,4 3 0 16,0-5 0-16,1-1-743 0,-4-3 425 0,1-5 175 15,2-3 96-15</inkml:trace>
  <inkml:trace contextRef="#ctx0" brushRef="#br0" timeOffset="1480.76">8345 8811 641 0,'-7'-9'0'0,"2"3"0"0,-2 3 0 0,3-1 0 0,-1 0 0 0,2 2 0 0,-1 0 380 0,3 2-173 0,-2 0-87 16,1 0 95-16,2 12-82 0,0 5-55 0,0 5 44 16,0 3-44-16,0 5-23 0,0 3 0 0,2 3 23 15,1 5-45-15,-2 1 0 0,1-4 0 0,0 4 36 16,-1-1-36-16,-1-5 8 0,0 4-8 16,0-4-31-16,0 2 30 0,0-8 1 15,0-1 0-15,0-6 30 0,0-2-7 0,-1-3-24 16,1-7 104-16,-2-1-52 0,2-5-25 0,0-1 105 15,0-2-70-15,0-2-31 0,0 0 1 0,5 0 18 16,6 0-25-16,3 0 8 0,2 0-32 0,3-2 111 16,0-2-55-16,3 1-29 0,-1-1 153 0,-2-2-213 15,1 2 0-15,0 1 0 0,-6 1-169 0,2 0 119 16,-5 0 41-16,1 0-420 0,-3 2 201 16,-4 0 118-16,0 0 23 0,1 0-269 0,0 0 148 0,-6 0 79 15,2 2 53-15,0 4-534 16,-2-1 288-16</inkml:trace>
  <inkml:trace contextRef="#ctx0" brushRef="#br0" timeOffset="1677.48">8620 9268 1734 0,'2'0'0'0,"-1"0"0"0,3 0 0 0,-1 0 0 0,-2 0 0 0,-1 0 0 0,0 0 0 0,0 0 0 0,0 7 586 0,0 5-277 0,1 1-138 16,1 4-69-16,0-1 143 0,0 5-98 0,-2 3-62 15,3-5-25-15,0 3-55 0,-3-1 0 0,2 0 28 16,-2-1-294-16,2-4 143 0,0-1 75 0,0-5 38 16,-1-1-474-16,1-3 256 0,0-3 59 0,-2-1-532 15,2-2 332-15,0 0 165 0</inkml:trace>
  <inkml:trace contextRef="#ctx0" brushRef="#br0" timeOffset="1864.98">8864 9333 951 0,'2'0'0'0,"0"0"0"0,-1 0 0 0,1 0 0 0,-2 0 0 0,0 0 248 15,0 7-108-15,0 3-54 0,0 1 457 0,0 6-256 16,0-2-118-16,-2 4-6 0,1 2-66 0,-3 0-31 16,-1-1-1-16,-2-1-323 15,0 0 153-15,0-2 65 0,-1-3 37 0,-2 0-528 16,3-3 277-16,-2-5 138 0,3-2-302 0</inkml:trace>
  <inkml:trace contextRef="#ctx0" brushRef="#br0" timeOffset="2173.19">9112 8747 1416 0,'0'-2'0'0,"0"2"0"0,0 4 0 0,0 7 0 0,2 7 0 0,-2 6 0 0,2 4 530 0,-2 6-249 0,1 4 27 0,-1 6-142 16,0 3-66-16,0 4-34 0,0 0-46 0,0-1 13 16,0-6 8-16,0 6-8 0,0-11-158 0,-3-3 78 15,-3-4 41-15,1-7-1 0,-2-3-11 16,3-5 21-16,-3-8 0 0,2 1 30 16,1-6 121-16,1-2-60 0,-2-2-82 0,3 0 360 15,0 0-170-15,2 0-85 0,0 0 197 16,0 0-314-16,0 0 0 0,2 0 0 0,8-2 0 15,3-2 0-15,1 0 0 0,0 0 0 0,4 2 0 16,-2 1 0-16,0-1 0 0,0-1 0 0,-1 2-643 16,0-1 287-16,-1 2 177 0,0-2-764 0,-1 1 456 15,-3-3 226-15</inkml:trace>
  <inkml:trace contextRef="#ctx0" brushRef="#br0" timeOffset="2425.08">9314 9213 1252 0,'3'-7'0'0,"-1"-2"0"0,3 5 0 0,1-2 0 0,-1 2 0 0,4 0 272 0,1 2-111 16,5 1-69-16,3 1 176 0,-2 0-118 0,3 5-59 16,4 10-29-16,-9 1 194 0,3 6-116 0,-4 1-53 15,-6 2-27-15,0 3-70 0,-4 1 21 0,-3 1 9 16,0 0-69-16,-3-1-45 0,-13-3 63 0,0-2-57 16,-3-5 61-16,0-6 37 15,-1 2-12-15,-1-6 233 0,1-1-127 0,6-3-44 16,2-1-45-16,3-2 188 0,5-2-94 0,1 0-45 15,3 0 2-15,0 0 167 0,3 0-101 0,16 0 115 16,1 0-506-16,5 0 223 0,2-2 35 0,-3 0-481 16,1 0 266-16,5 0 120 0,-3 0 57 0,1-1-842 15,-1-3 424-15,-1 1 221 0</inkml:trace>
  <inkml:trace contextRef="#ctx0" brushRef="#br0" timeOffset="2617.56">9779 8842 1836 0,'-3'-14'0'0,"3"12"0"0,0 2 0 0,0 0 0 0,0 0 0 0,0 0 0 0,5 0 0 0,0 8 485 0,3 1-226 0,1 2-113 16,2 3-49-16,-3 0-224 15,1 1 80-15,1 5 40 0,-2-4 0 0,-1 3-217 16,-2-2 137-16,-3-1 56 0,0-2-816 0,-2 0 408 0</inkml:trace>
  <inkml:trace contextRef="#ctx0" brushRef="#br0" timeOffset="2948.68">9733 9068 1696 0,'-14'3'0'0,"0"0"0"0,5 0 0 0,2 0 0 0,-2-1 0 0,6-2 0 0,1 1 0 0,2-1 0 0,0 0 0 0,14 0 266 0,9 0-120 15,8-1-57-15,9-7 246 0,-1-1-152 0,4-2-75 16,-5 4-29-16,10-7-64 0,-4 0 18 0,-3 3-1 15,-9 2 1-15,2 0-64 0,-8 1 40 0,0 2-8 16,-6 1 1-16,0 1 0 0,-9 0 30 0,-3 2 36 16,-3 1 8-16,-3-1-44 0,0 2 1 0,-2 0 185 15,0 0-92-15,0 0-47 0,-7 0-15 0,-3 0 137 16,4 7-33-16,-1 3-168 0,3 3 0 16,2 2 0-16,2 3 0 0,0 8 0 15,0-2 0-15,2 2 0 0,5 4 0 0,3 1 0 16,0 4 0-16,-3-4 0 0,0 3 0 0,0 0 0 15,0 0 0-15,-4 0-196 0,-1-2 174 0,0-3-120 16,-2-2 62-16,0-4 12 0,0-1 21 0,-9-3-91 16,-3-2 56-16,-2-4 25 0,-4-2 0 0,-3-3-223 15,-1-6 123-15,1-2-156 0,-7 0 144 0,4-14 68 16,0-20 35-16,-1-18-501 0,10-12 267 16</inkml:trace>
  <inkml:trace contextRef="#ctx0" brushRef="#br0" timeOffset="3090.3">10019 8616 1035 0,'3'-9'0'0,"4"6"0"0,0 3 0 0,-3 3 0 0,-3 11 0 0,1 9 0 0,-2 9 0 0,0 7 477 0,0 6-222 15,-7 2-112-15,-4 7-54 0,-3 2 291 0,3-2-178 0,-2-4-324 16,2-3 77-16,0-1 39 16,1-11 0-16,1 3-613 0,0-6 322 0,0-8 164 15,4-5 84-15</inkml:trace>
  <inkml:trace contextRef="#ctx0" brushRef="#br0" timeOffset="3201">9919 9143 1888 0,'8'-5'0'0,"5"1"0"0,-2 2 0 0,-2 1 0 0,3 1 0 0,-1 0 0 0,3 0 0 15,0 0 386-15,2 0-177 0,0 3-80 0,0 3-52 0,0-1 300 16,0 1-172-16,-4 0-86 0,1 1-43 0,1 3-691 16</inkml:trace>
  <inkml:trace contextRef="#ctx0" brushRef="#br0" timeOffset="3940.36">11059 8740 905 0,'0'-11'0'0,"0"3"0"0,0 2 0 0,-3-3 0 0,-3 0 0 0,1-1 0 0,-3-1 0 0,-2 0 0 0,3 2 189 16,-2-1-77-16,-1 1-40 0,-1-1 12 0,2 4-18 15,-5 1-7-15,2 3 10 0,-4 0 0 0,0 2-36 16,-5 0 0-16,-2 13 16 0,-2 4-16 0,0 2 0 16,-2 5-1-16,-3 6 36 0,4 0-35 0,5 3 8 15,-6 11-8-15,7-2 113 0,3 5-57 0,4-2-28 16,3 2 45-16,5-8-28 0,3 12-9 16,2-15 84-16,0 3-60 0,5-5-30 15,11-2 0-15,2-6 27 0,1-4-32 0,4-3-1 16,2-2-24-16,0-6-45 0,2-3 23 0,-5-5 8 15,9-3 14-15,-10 0-189 0,0 0 95 0,-1 0-357 16,-1-8 213-16,-7-4 83 0,2-2 60 0,-5-4-239 16,-3-1 135-16,-3-1 66 0,-1-5 34 0,-2 3-391 15,0-4 217-15,-2 1 103 0,-9 1 52 0,-4 0-240 16,-1 1 148-16</inkml:trace>
  <inkml:trace contextRef="#ctx0" brushRef="#br0" timeOffset="4206.96">10875 9039 545 0,'-21'-8'0'0,"5"3"0"0,-1 3 0 0,6 2 0 0,0 0 0 0,3 0 0 0,2 0 176 0,4 0-72 0,2 2-36 0,0 3 272 15,4 1-157-15,11-3-76 0,7 1-37 0,3-1 222 16,1 0-130-16,-1-1-56 0,7 0-41 0,-4-2 96 16,0 0-65-16,-3 0-31 0,-5 0-74 0,3 0 30 15,-4 0-9-15,-5 0-18 0,-4 0 1 0,-2 0 38 16,-3 0 8-16,-3 0-65 0,0 0 28 0,0 0 0 16,-2 0 29-16,0 0 142 15,-6 0-79-15,-1 2-38 0,-7 3 183 0,7 2-105 16,-2 1-51-16,1 1-27 0,0 3 110 0,3 3-71 15,3 0-33-15,0 1-59 0,2 5 28 0,0 0 0 16,0 1 169-16,0 5-384 0,4-3 189 0,3 3-1 16,0 1 163-16,2-2-508 0,-4-2 262 0,2 5 51 15,-1-3-470-15,-2-7 241 0,2 1 73 16,-1-1 75-16,1-6-356 0,-1-2 219 0,-1-3 105 16,3-3-460-16,0-5 284 0</inkml:trace>
  <inkml:trace contextRef="#ctx0" brushRef="#br0" timeOffset="4436.34">11385 9029 1237 0,'0'0'0'0,"0"0"0"0,0 0 0 0,0 0 0 0,0 0 0 0,0 2 0 0,0 4 506 0,-2 4-237 0,2 3 255 0,0 1-237 15,0 5-132-15,0 2-61 0,0 3-1 0,0 1-31 16,0 1 1-16,0-5-23 0,2 3-290 0,0-1 140 15,-1-1 72-15,1-4 36 0,0-1-197 0,0-5 125 16,0-2 49-16,-1-6 29 0,1 0-588 0,-2-4 207 16,0 0-143-16,0-7 235 0,0-12 131 15,0-7 60-15,0 0-190 0,0-8 125 16</inkml:trace>
  <inkml:trace contextRef="#ctx0" brushRef="#br0" timeOffset="4731.55">11375 8993 995 0,'-4'-33'0'0,"2"6"0"0,0 4 0 0,2 5 0 0,0 3 0 0,0 4 0 0,2 3 0 0,12 3 0 0,0-2 101 15,7 6-34-15,4-1 218 0,1 1-126 0,-4-2-56 16,10 3-38-16,-4 0 99 0,3 0-65 0,-5 0-34 16,0 0 1-16,-4 0-43 0,1 0 9 0,-2 0 1 15,-5 3-11-15,0 0 11 0,-7 1 0 0,1 0 46 16,-4 0-46-16,-1 0-1 16,-3 1 1-16,0 0 135 0,-1 3-68 0,-1 0-25 15,0 2-9-15,0 3 140 0,0 1-87 0,0 1-43 16,2 2-22-16,2 2 66 0,0 5-49 0,2 1 1 15,-1 1-76-15,3 0 37 0,-1 1 0 0,-2-1-117 16,4 3 54-16,-4 2 32 0,1-3-1 0,-3-2 32 16,1 0 0-16,-2-3 8 0,-2 2-9 0,0-5-395 15,0-3 178-15,0-4 58 0,-4-1 54 0,-5-5-105 16,-2-1 76-16,-3-5 35 16,2-1-181-16,-6 0 107 0,2-1 54 0,-3-10 19 15,-4-10-146-15,3-6 90 0,-3-11 46 0,2-4-413 16,-2-17 229-16</inkml:trace>
  <inkml:trace contextRef="#ctx0" brushRef="#br0" timeOffset="4909.08">11529 8488 687 0,'3'-6'0'0,"4"5"0"0,-2 1 0 0,1 0 0 0,-1 9 0 0,1 11 412 0,-2 2-190 0,2 7-94 16,-1 11-48-16,-1-4 320 15,-1 12-187-15,-1 4-91 0,-2-2 25 0,0 2-58 16,0 1-28-16,0-10 9 0,-7 8-203 0,1-16 84 15,-1 4 40-15,-3-10-143 0,3-6 92 0,-2-1 55 16,-3-7 15-16,3-6-474 0,2-4 240 0,-2-5 34 16,2 0 5-16,2-8-272 0</inkml:trace>
  <inkml:trace contextRef="#ctx0" brushRef="#br0" timeOffset="5085.6">11537 8982 555 0,'9'0'0'0,"4"0"0"0,-1 8 0 0,-1-3 0 0,-1 5 0 0,4-2 0 0,-1 0 535 0,2 2-252 0,2-1-124 0,4 5 317 15,-7-3-221-15,6 0-104 0,-5-2-62 16,0 3 72-16,-3-3-64 0,-2-3-32 0,-1 1-63 16,-1-4 10-16,-2 2 20 0,-4-3 1 0,0 0-241 15,0-2 120-15,-2 0 61 0,0 0 38 16,0-2-310-16,0-5 102 0,-6 0 104 16,2-2-556-16,-4 0 308 0</inkml:trace>
  <inkml:trace contextRef="#ctx0" brushRef="#br0" timeOffset="5375.09">12309 8660 1203 0,'0'-12'0'0,"-2"8"0"0,0 2 0 0,-1 0 0 0,0 1 0 0,1-1 0 0,-2 2 249 0,-1 0-107 15,-1 0-55-15,-1 9-27 0,-1 6 202 0,-3 9-119 16,0 6-34-16,-4 8-38 0,-2 2 0 0,-2 1-39 16,0 4-105-16,-1 0 48 0,-1 0 29 0,0 0 0 15,-1 1-193-15,1-3 111 0,2-8 63 0,-3 8 20 16,5-14-219-16,2-1 53 0,3-9 80 0,7-7-38 15,1-3-346-15</inkml:trace>
  <inkml:trace contextRef="#ctx0" brushRef="#br0" timeOffset="5558.6">12192 8871 853 0,'4'-2'0'0,"1"2"0"0,1 0 0 0,-3 0 0 0,0 12 0 0,-3 2 480 16,0 9-228-16,0 2-109 0,0 3-55 0,0 2 257 15,-4 4-156-15,-2 2-70 0,2-2-48 0,-1 1-60 16,1-1-1-16,1-1 23 0,-1-2-166 0,-1-5 92 16,4 0 32-16,-3-5-476 0,4-10 259 0,0-1 130 15,0-6 64-15,0-4-606 0,0-7 307 0</inkml:trace>
  <inkml:trace contextRef="#ctx0" brushRef="#br0" timeOffset="5685.91">12467 8567 843 0,'7'-6'0'0,"-2"5"0"0,-1 1 0 0,-2 0 0 0,-2 1 0 0,0 14 219 0,-2 1-93 0,-9 8-47 15,2 2-319-15,-5 3 120 16,3 3 59-16,-2 2-213 0</inkml:trace>
  <inkml:trace contextRef="#ctx0" brushRef="#br0" timeOffset="5846.4">12219 9054 1202 0,'-10'9'0'0,"4"-1"0"0,4-2 0 0,2-1 0 0,0-4 0 0,0-1 0 0,0 2 148 0,0-2-57 0,8 0-21 0,11 0 357 16,2-2-197-16,5-5-99 0,4-1-49 0,0 1 115 15,2-2-74-15,-5-1-49 0,4 3-21 0,-5-1-229 16,-5 2 104-16,2 1 52 16,-3 2-498-16,-5-2 271 0,-4 4 140 0,1-3-561 15,-5 2 322-15,-1 0 145 0</inkml:trace>
  <inkml:trace contextRef="#ctx0" brushRef="#br0" timeOffset="6118.76">12463 8798 918 0,'-7'-4'0'0,"4"3"0"0,3 1 0 0,-2 0 0 0,2 1 0 0,0 9 0 0,0 8 0 0,0 5 371 0,0 0-162 16,0 6-91-16,0 0-43 0,0 3 92 15,2 2-68-15,-2 0-32 0,0 0-224 0,0-1 91 16,0 1 50-16,0-3-277 0,-6 0 163 0,-1-10 82 15,-2-1 48-15,1-1-101 0,-3-6-14 0,2-3 59 16,-1-3-65-16,1-1 100 0,1-4-24 0,1-2 13 16,1 0-1-16,0 0 346 0,2 0-172 0,4 0 418 15,-1 0-246-15,1 0-149 0,0-2-42 0,0-4 112 16,7-1-101-16,7 4-50 16,2 0-17-16,3-3-3 0,-1 3-1 0,3-1-29 15,0 2 0-15,2-2-256 0,-3 2 137 0,1 0 55 16,-2 2 31-16,1 0-593 0,1 0 247 0,-3-1 174 0</inkml:trace>
  <inkml:trace contextRef="#ctx0" brushRef="#br0" timeOffset="6428.05">12936 8282 1027 0,'0'-6'0'0,"2"4"0"0,5 2 0 0,-1 0 0 0,0 0 218 15,-3 0-96-15,1 6-45 0,0 7-22 0,-1 4-1 16,-1 7 0-16,-2-1-13 0,0 7-299 0,0 0 136 16,0-2 67-16,-9-1-398 0,-2 2 210 0,-1-8 96 15,-4 3 62-15,-3-7-74 0,1-5 80 0,2-1 79 16,-1-4 0-16,8-1 0 16,-11-4 0-16,6-2 0 0,1 0 0 0,5 0-20 15,-1 0 14-15,3-2 6 0,3-4 399 0,1 1-219 16,2-1-50-16,0-4 434 0,2 3-264 0,12-2-126 15,7-1-75-15,2 2 216 0,2-1-141 0,4 2-71 16,-1 2-35-16,-2-1 6 0,6 2-8 0,-5 0-34 16,-6 2 1-16,1 2-429 0,0 0 215 0,-2 0 115 15,-4 0-279-15,-2 6 184 0</inkml:trace>
  <inkml:trace contextRef="#ctx0" brushRef="#br0" timeOffset="6567.68">12861 8607 741 0,'0'7'0'0,"0"0"0"0,2 3 0 0,0-4 0 0,1-3 0 0,1 3 0 0,3 0 0 0,2 2 284 0,1-3-129 0,1 2-61 16,3 1-31-16,-1-1-386 0,2-2 160 0,-2-2 80 0</inkml:trace>
  <inkml:trace contextRef="#ctx0" brushRef="#br0" timeOffset="6794.07">13092 8614 565 0,'-11'0'0'0,"-5"4"0"0,0 3 0 0,-9 3 0 0,-1 1 0 0,-1 4 72 16,1 1 0-16,-2 2-43 0,2 1 12 0,0-2-8 15,3-1 0-15,0 0-45 0,7-5 0 16,-2-2 39-16,8-2 8 0,2-3 73 16,2 0-37-16,2-4 0 0,4 2-39 0,0-2 201 15,0 0-92-15,2 0-58 0,14-4 149 0,4-7-99 16,6 0-50-16,4-3 65 0,2 3-49 0,3-1-37 15,2 2-1-15,-1 1-50 0,-1 1 22 0,-1 2 0 16,-2 2 8-16,-2 3-163 0,-4-1 77 0,-5 0 39 16,1 2 0-16,-3 0-459 0,-6 0 247 0,-1 0 67 15</inkml:trace>
  <inkml:trace contextRef="#ctx0" brushRef="#br0" timeOffset="6969.64">12805 8924 1079 0,'0'6'0'0,"0"-1"0"0,0 4 0 0,0-1 0 0,1 0 0 0,3-1 140 0,2 2-53 0,-1 1-28 0,3 1 9 0,1 0 305 15,0-1-170-15,-1 1-85 0,2 0-178 0,-3 1 46 16,0-4 31-16,-1-1-7 16,0 0-435-16,-2-4 229 0,-1 0 115 0,-1-1-425 15,0-2 253-15,-2 0 127 0</inkml:trace>
  <inkml:trace contextRef="#ctx0" brushRef="#br0" timeOffset="7158.85">12867 8885 1103 0,'1'-17'0'0,"7"3"0"0,-1 3 0 0,5-4 0 0,2 4 0 0,2-2 0 0,6 3 187 0,1 1-77 0,1 2-39 0,3 1 240 16,-3 4-139-16,-2 0-62 0,3 2-42 0,-3 0 72 16,-3 0-53-16,0 8-28 0,-4-1 1 0,-2 3 40 15,-4 1-37-15,-2-2-1 0,0 2-42 0,-5 3 13 16,-2 1-1-16,0 1-39 0,0 2 15 0,-10 2 1 15,1-1 23-15,-1-1-277 0,1 1 133 0,-1 0 78 16,1-2-7-16,2-2-278 0,-3 0 121 0,3-2 91 16,-1 1-3-16</inkml:trace>
  <inkml:trace contextRef="#ctx0" brushRef="#br0" timeOffset="7310.48">12837 8963 1203 0,'-6'0'0'16,"4"0"0"-16,2 0 0 0,0 0 0 0,0 0 0 0,0-2 0 0,6-1 433 0,10-3-204 0,7-2-98 0,0 3-50 16,3-1 86-16,-2 0-67 0,0 5-26 0,5-1-8 15,-7 0-398-15,1 2 183 0,-1 0 90 0,-5 0 46 16,0 0-253-16</inkml:trace>
  <inkml:trace contextRef="#ctx0" brushRef="#br0" timeOffset="7466.57">12888 9040 1265 0,'-3'2'0'0,"1"3"0"0,2-5 0 0,0 0 0 0,2 0 0 0,4 0 0 0,5 0 0 0,4-3 179 0,2 1-73 0,0 0-37 0,2 1 119 0,0-1-69 0,-1 0-40 16,1 0-7-16,-3 2-283 16,-2 0 122-16,-5 0 61 0,1 0-482 0,-4 0 267 15,-4 4 139-15</inkml:trace>
  <inkml:trace contextRef="#ctx0" brushRef="#br0" timeOffset="7617.17">12821 9119 613 0,'0'8'0'0,"0"7"0"0,0 0 0 0,0-1 0 0,-4-2 0 0,-1 1 259 0,-1 3-105 0,3-2-65 15,-1-2-28-15,4-1-106 0,0-2 38 0,0-1 1 16,0-5 47-16,0-3-475 0,6 0 210 0</inkml:trace>
  <inkml:trace contextRef="#ctx0" brushRef="#br0" timeOffset="7879.46">12874 9119 1434 0,'3'0'0'0,"5"3"0"0,-2 9 0 0,-2 1 0 0,-1 0 0 0,3 4 0 0,1 0 0 0,3 2 0 0,1 0 0 0,4 4 206 0,-2-9-78 0,6 5 48 15,0-4-71-15,-2-1-37 0,3-3 1 0,-1-2-26 16,-1-3-2-16,2-3-8 0,-1-3 0 0,-3 0-182 15,0 0 91-15,-2-3 45 0,-2-8 31 0,-5-4-330 16,1-1 137-16,-6 0 97 0,-2-1-361 0,0-2 204 16,0 0 93-16,-11-4-71 0,-3 3 91 15,-1-1 44-15,2 8 23 0,-6 0-15 0,2 5 9 16,1 3 28-16,0 3 0 0,3 2 188 16,0 0-94-16,5 0-55 0,-1 7 311 0,4 4-175 15,1 3-48-15,2 1 77 0,2 0-8 0,0 2-64 16,0 0-13-16,2-2-334 0,6 0 143 0,2-4 68 15,4-2 36-15</inkml:trace>
  <inkml:trace contextRef="#ctx0" brushRef="#br0" timeOffset="8002.14">13274 9082 1017 0,'9'-5'0'0,"3"4"0"0,-1-1 0 0,-2 0 0 0,-1 2 238 0,1 0-107 0,0 0-49 0,3 4-24 15,-1 7 577-15,-2 1-301 0,1 1-143 0,-4 4 8 16,-1 3-232-16,-3 5 34 0,0-2-766 0,-2 6 399 15</inkml:trace>
  <inkml:trace contextRef="#ctx0" brushRef="#br0" timeOffset="8575.69">13631 8520 1192 0,'-14'0'0'0,"11"0"0"0,-1 0 0 0,4 0 0 0,0 0 0 0,11 0 0 0,6 0 283 16,10 0-125-16,5 0-63 0,7-1-31 0,2-1 269 15,-1-4-141-15,10-1-84 0,-4 2 48 0,-5 0-41 16,-6 1-41-16,1 1-21 0,-1-2-29 0,-4 4 9 16,-3-1 0-16,-7 2-187 15,0 0 94-15,-7 0 46 0,-2 0 32 0,-5 0-451 16,-3 2 232-16,-2 4 48 0,-2 3 80 0,-2-1-525 16,-13 7 274-16</inkml:trace>
  <inkml:trace contextRef="#ctx0" brushRef="#br0" timeOffset="8742.79">13644 8774 1615 0,'-7'11'0'0,"5"4"0"0,0 2 0 0,2 0 0 0,0 2 0 0,0 3 0 0,0 3 0 0,0 1 0 0,0 2 164 0,0 3-58 16,0-2-41-16,0 4 173 0,2-3-103 0,-2 3-51 15,2-3-26-15,-1-4-225 0,-1 5 96 0,2-7 52 16,-2-6-456-16,2-4 254 0,0-5 127 0,0-5-537 0</inkml:trace>
  <inkml:trace contextRef="#ctx0" brushRef="#br0" timeOffset="9083.94">13640 8747 1374 0,'8'-7'0'0,"1"1"0"0,6 4 0 0,0 1 0 0,4-1 0 0,0 0 0 0,8 0 0 0,2 2 272 16,7 0-120-16,7 0-60 0,-4 0-29 0,-1 0 167 15,11 0-103-15,-8 0-47 0,-3 0-24 0,1 0-62 16,-3 0-1-16,-8 0 48 0,4 0-93 0,-9 0 42 16,-5 0 22-16,-4 0-27 15,-5 0 24-15,-4 0 8 0,-1 0 16 0,-1 0 35 16,-2 0-68-16,-1 0-1 0,0 0-17 0,0 0 242 16,0 7-104-16,0 5-48 0,0 2 128 0,0 4-84 15,0 6-41-15,0-2-13 0,0 9-23 0,2-2-6 16,2 4-1-16,3-2-93 0,2 4 46 0,1-3 33 15,-2-1-9-15,1-1-120 0,-2 1 73 0,-1-5 35 16,-2-2-1-16,-2-2-50 0,0-2 1 0,-2 0 31 16,0-5-130-16,0-2 70 0,0-3 5 15,-12-1 31-15,-1-4-190 0,-3 1 102 16,-4-3 50-16,-2-3-327 0,1 0 181 0,-7 0 103 16,4-10 47-16,-8-15-403 0,4-6 225 0</inkml:trace>
  <inkml:trace contextRef="#ctx0" brushRef="#br0" timeOffset="9244.52">13867 8517 732 0,'-2'7'0'0,"2"11"0"0,0-2 0 0,-1-2 0 0,-3 4 0 0,2 0 0 0,0 7 0 0,0-1 477 0,1 6-214 0,-3 1-119 16,-1 2 191-16,0 3-151 0,-2 1-76 0,3 0-170 15,-1-3 55-15,-1-2 16 0,1-3 0 0,2-6-420 16,1-5 222-16,0-5 111 0,0-2 64 0,1-5-637 0</inkml:trace>
  <inkml:trace contextRef="#ctx0" brushRef="#br0" timeOffset="9377.16">13839 8845 1161 0,'5'-2'0'0,"-4"1"0"0,1 1 0 0,-2 0 0 0,2 0 0 0,-2 0 0 0,2 0 0 0,0 4 159 15,1 4-55-15,3 2-40 0,-3 1 120 0,5 1-75 16,-2 1-38-16,1 0-360 0,1-4 169 0,-1 1 72 15,3-5 41-15</inkml:trace>
  <inkml:trace contextRef="#ctx0" brushRef="#br0" timeOffset="9535.74">13993 8586 1101 0,'5'-5'0'0,"-2"3"0"0,1 2 0 0,-1 0 0 0,-1 13 0 0,-2 3 0 0,0 9 0 0,0 3 0 0,0 6 418 0,-5 5-197 0,-5 3-94 15,-1-1 8-15,-2 3-51 0,1-2-26 0,5-6-170 16,-2 4 68-16,1-3 38 0,2-5 1 0,1-8-431 16,3-1 235-16,0-10 125 0</inkml:trace>
  <inkml:trace contextRef="#ctx0" brushRef="#br0" timeOffset="9653.42">13965 8956 1099 0,'8'0'0'0,"-1"0"0"0,2 0 0 0,1 0 0 0,-2 0 0 0,-1 0 0 0,2 0 0 0,1 0 0 0,1 0 0 0,2 2 86 0,2-2-31 0,4 0 0 0,0 0-380 0,5 0 178 16</inkml:trace>
  <inkml:trace contextRef="#ctx0" brushRef="#br0" timeOffset="9983.54">14662 8265 857 0,'5'-8'0'0,"4"5"0"0,-4 0 0 0,-1 2 0 0,-2 1 0 0,-2 0 0 0,0 6 403 0,0 10-186 0,-10 7-92 16,-3 2 177-16,-2 2-126 0,-2 3-76 0,0 0-34 15,0-1-65-15,0-1 0 16,0 0 32-16,2-5-77 0,-2 1 35 0,4-9 20 16,4-4 1-16,1-4-163 0,5 0 93 0,-1-5 53 15,4-1 15-15,0-1-120 0,0 0 7 0,4-6 50 16,12-9-17-16,1 2 19 0,6-3-2 0,-3 3 66 15,3-2 23-15,-4 7-28 0,1 0 7 0,3 1 75 16,-4 3-41-16,-2 2-27 0,-2 2 2 16,-4 0 33-16,-4 0-12 0,2 10-2 15,-8 2-11-15,1 6 83 0,-2 2-36 0,-2 3-28 16,-11 1 39-16,-4 2-32 0,-2 1 0 0,-2-1-192 16,-2 0 82-16,0-3 41 0,-2-1 9 0,2-1-412 15,-1-2 198-15,0-4 106 0,5-4 31 0,0-5-449 16,2-3 240-16</inkml:trace>
  <inkml:trace contextRef="#ctx0" brushRef="#br0" timeOffset="10129.7">14450 8545 1084 0,'5'0'0'0,"3"0"0"0,1 0 0 0,2 1 0 0,3 5 0 0,1 0 0 0,5-1 330 0,5 1-149 16,2 0-73-16,3 1 405 0,-1-1-245 15,1 1-117-15,0 1-59 0,2 1-20 0,-2-1-39 16,-6 1 8-16,7 1-531 0,-7-1 261 15,-3 0 131-15,-3 3 66 0,0-1-699 0</inkml:trace>
  <inkml:trace contextRef="#ctx0" brushRef="#br0" timeOffset="10302.64">14551 8948 1425 0,'-15'6'0'0,"10"-2"0"0,1-2 0 0,2-1 0 0,2-1 0 0,0 0 0 0,11 0 0 0,12 0 145 0,5-1-56 0,4-7-29 15,2 0 167-15,0-1-97 0,1 1-41 0,-1-1-251 16,-2 2 98-16,-10 0 48 16,1 5 24-16,-8 0-502 0,-1-1 251 0,-5 3 125 15,-4 0 63-15,-5 0-398 0,0 0 210 0,-4 0 96 0</inkml:trace>
  <inkml:trace contextRef="#ctx0" brushRef="#br0" timeOffset="10568.6">14733 8826 601 0,'-11'-15'0'0,"0"4"0"0,1 5 0 0,5 2 0 0,1 1 0 0,0 1 0 0,3 2 265 0,-1 5-116 0,2 12-50 0,0 10 226 0,0 1-146 16,2 4-73-16,-1 4-37 0,3 1 126 0,0 1-73 16,-3-1-49-16,1-2 207 15,0 0-124-15,-2-4-62 0,0-2-30 0,0-8 29 16,0 1-34-16,-4-3-8 0,-1-4-19 0,-2-4-173 16,-1-3 87-16,-2-4 51 0,-1-1-322 0,-2-3 179 15,0 0 89-15,0 0-233 0,-2-9 146 0,2-4 6 16,-3-1 62-16,2-3-244 0,-2 2 143 0,0 1 73 15,-1 0 35-15,-1 3-30 0,0 6 38 0,-1 0-1 16,1 5 29-16,-1 0 183 16,-4 6-92-16,8 9-54 0,-6 6 218 0,9 0-127 0,-2 1-64 15,7-3 70-15,3 1-58 0,4 1 25 16,0-4-32-16,5-4-222 0,18-2 100 0,7-9 80 0</inkml:trace>
  <inkml:trace contextRef="#ctx0" brushRef="#br0" timeOffset="10701.24">14984 8969 972 0,'5'6'0'0,"2"5"0"0,-1-4 0 0,-3 1 0 0,-1 1 0 0,0 2 0 0,2 1 528 0,0 2-247 0,2 0-116 16,1 1-165-16,0 1 1 0,3-2 32 0,1 1 0 16,4-2-701-16</inkml:trace>
  <inkml:trace contextRef="#ctx0" brushRef="#br0" timeOffset="10920.16">15561 8432 1930 0,'-7'-11'0'0,"3"9"0"0,4 0 0 0,-1 2 0 0,-5 0 0 0,-2 11 0 0,-1 12 325 15,-2 11-146-15,-1 7 307 0,-1 4-219 0,2 6-121 16,-1 4-56-16,3 5 44 0,-1 3-50 15,-1-2-26-15,2-9 8 0,0 7-88 0,1-4 28 0,-1 0-1 16,3-6 28-16,-1-3-330 0,2-10 174 0,0-2 73 16,3-15-681-16,0-7 366 15,1-5 88-15,1-7-452 0</inkml:trace>
  <inkml:trace contextRef="#ctx0" brushRef="#br0" timeOffset="11111.65">15543 8337 1771 0,'6'-19'0'0,"-1"9"0"0,2 4 0 0,-1 4 0 0,0 2 0 0,0 0 0 0,3 6 0 0,5 19 682 0,2 7-324 0,-1 5-163 15,0 12-82-15,2 13 185 0,-4-8-124 0,4 18-75 16,0-6 100-16,-2-1 7 0,2 1-206 0,0-5 0 16,-2-8-245-16,2 4 155 15,-1-6 62-15,0-7-569 0,-5-7 315 0,-4-8 166 0,1-2 70 0,-4-7-761 16,-2-5 387-16,-2-4 193 0</inkml:trace>
  <inkml:trace contextRef="#ctx0" brushRef="#br0" timeOffset="11260.3">15372 8895 1476 0,'-17'-13'0'0,"7"6"0"0,5 1 0 0,-1-1 0 0,6-1 0 0,0 0 201 15,2 0-84-15,16 0 514 0,7 0-303 0,5 1-147 16,2 2-75-16,5-1 73 0,0 4-73 0,-2 0-28 15,1 2-9-15,0 0-759 0,-5 2 361 0</inkml:trace>
  <inkml:trace contextRef="#ctx0" brushRef="#br0" timeOffset="11845.38">15908 8513 1032 0,'0'0'0'0,"0"0"0"0,0-2 0 0,0 2 0 0,9-1 0 0,4-2 0 0,4 0 231 0,1 2-91 0,10-1-58 16,2 0-24-16,0 0 265 0,2 1-145 0,0-1-73 15,-5 0 27-15,6 2-53 0,-4 0-24 0,-1 0 0 16,-5 0-243-16,0 0 111 0,-5 0 62 0,-1 0 20 16,-6 4-469-16,-2-1 247 0,-2 2 82 0,-6 2-453 15,-1 1 270-15</inkml:trace>
  <inkml:trace contextRef="#ctx0" brushRef="#br0" timeOffset="12095.71">16202 8494 755 0,'-7'0'0'0,"1"0"0"0,3 0 0 0,0 2 0 0,1 1 0 0,-2 2 0 0,3 8 0 0,-1-3 153 16,0 6-60-16,0 1-22 0,-1 2 76 0,-1-1-10 16,-2 3-52-16,0 0-26 0,-1 0-59 0,-2-4 8 15,-2 1 25-15,-1-1-103 0,-1-4 51 0,1 0 27 16,-1-6-1-16,4-1-22 0,-3 0 20 0,5-5 0 15,2-1 11-15,1 0 135 0,2 0-78 0,2 0-20 16,0 0-40-16,0 0 117 16,2 0-54-16,9 0-27 0,6 0 71 0,3-1-36 15,3-3-30-15,0 2-3 0,0 0-18 0,0 0 0 16,0 0 0-16,0 2-262 0,-3 0 128 0,1 0 66 16,0 0 34-16,-5 0-513 0,0 2 230 0,-5 0 88 15,1 2 87-15,-5-3-154 0</inkml:trace>
  <inkml:trace contextRef="#ctx0" brushRef="#br0" timeOffset="12238.37">16335 8637 1123 0,'0'-6'0'0,"-2"4"0"0,2 2 0 0,-2 0 0 0,1 0 0 0,1 2 0 0,0 9 0 0,0 1 0 0,0 1 141 0,1 2-58 0,3 0 186 16,4 0-118-16,0 2-59 0,1-1-30 0,-2 3-163 15,-1-2 63-15,0 2 35 0,-1 0 0 0,-1-2-420 16,-2 1 228-16,0-1 122 0</inkml:trace>
  <inkml:trace contextRef="#ctx0" brushRef="#br0" timeOffset="12399.93">16147 8961 1299 0,'-18'0'0'0,"4"2"0"0,5 0 0 0,2 0 0 0,2 0 0 0,3-2 0 0,2 0 0 0,0 0 0 0,2 0 179 15,10 0-77-15,8 0-34 0,-2 0 73 0,8 0-54 16,-5 0-19-16,6 0-188 0,-4 0 77 0,-2 0 38 15,0 0-1-15,-1 0-366 16,-4 0 210-16,-5 0 93 0,1 0 51 0,-9-2-504 0</inkml:trace>
  <inkml:trace contextRef="#ctx0" brushRef="#br0" timeOffset="12693.15">16249 8849 921 0,'-11'-3'0'0,"3"3"0"0,1 0 0 0,3 8 0 0,-2 9 0 0,2 6 0 0,2 5 0 0,2 4 0 0,0 2 165 0,0 2-66 0,0 1 75 15,0-1-71-15,0-2-35 0,2-8 8 0,5 6 20 16,0-11-32-16,0-3 0 16,2-4-31-16,1-5-91 0,1-5 54 0,4-4 14 15,2 0 0-15,2-17-192 0,3-14 108 0,-1-2 53 16,-2-3-317-16,5-13 170 0,-1 0 35 0,-2-1-93 16,0-3 3-16,-3 1 95 0,1 1 40 0,-2 6-13 15,-4 9 35-15,0 3-1 0,-4 10 67 0,-1 3 87 16,-2 10-81-16,-4 4-15 0,-1 2 336 0,1 3-180 15,0 1-90-15,-2 9-44 16,0 9 436-16,0 9-217 0,0-5-64 0,-2 4 58 16,-1 1-97-16,3-8-47 0,-2 7-17 0,2-3-77 15,0-4 22-15,0-1 0 0,0-4 23 0,0-1-355 16,2-4 186-16,3-3 80 0,0-6 44 0</inkml:trace>
  <inkml:trace contextRef="#ctx0" brushRef="#br0" timeOffset="12935.56">16726 8374 1213 0,'0'-6'0'0,"2"4"0"0,-2 0 0 0,0 2 0 0,0 0 0 0,0 10 258 0,0 9-105 16,2 7-64-16,0 4 384 0,-1 11-221 0,1 4-109 16,3 4-55-16,0 4 120 0,1 3-92 0,-1 9-41 15,1-4-22-15,-3-9 71 0,2 7-46 0,-2-7-14 16,-1-1-77-16,0-7 23 0,-2-7 0 0,0 0-71 15,0-5 47-15,-2-9 31 0,-6-1-7 0,-1-5-146 16,-2-5 85-16,-3-7 42 16,2-3-31-16,-4-2-176 0,0 0 104 0,2-2 52 15,1-13-407-15,1-8 216 0,1-1 110 0,8-5 46 16,3-10-440-16</inkml:trace>
  <inkml:trace contextRef="#ctx0" brushRef="#br0" timeOffset="13121.66">16946 8703 941 0,'3'5'0'0,"4"8"0"0,-4 4 0 0,1-2 0 0,-2 4 0 0,-1 7 647 15,1 2-308-15,0 4-152 0,0 2-78 0,-1 1 384 16,-1-1-235-16,2-2-112 0,0 2 1 0,0-4-57 16,0 0-28-16,-2-5 8 0,0 1-286 0,0-6 124 15,0-2 63-15,0-7-557 0,0-5 309 0,0-3 163 16,0-3 69-16,-6 0-687 0,-1-7 349 0,0-19 175 15</inkml:trace>
  <inkml:trace contextRef="#ctx0" brushRef="#br0" timeOffset="13499.65">16839 8599 946 0,'-7'-18'0'0,"4"6"0"0,3 4 0 0,0 3 0 0,0-3 0 0,10 3 0 0,8-3 399 0,7-1-183 0,3 2-92 0,4 1 197 15,-1 3-144-15,1 0-64 0,-2 3-44 16,0 0 25-16,-1 8-31 0,-3 6 1 0,-5 3-124 15,-6-2 54-15,0 6 15 0,-4 5 1 0,-7 3-159 16,-4-1 91-16,0 6 45 0,-7-1 31 16,-14 9-177-16,-2-6 92 0,3-8-14 0,-5 2 26 15,0-4-1-15,3-7-4 0,-4 0 8 0,7-8 107 16,0-2-54-16,5-3 0 0,5-4 275 16,0-1-142-16,6-1-49 0,1 0-42 0,2 0 302 15,2-1-156-15,15-11-79 0,9-3-30 0,10 0 24 16,-4 7-36-16,9-5 0 0,-8 8-35 0,5 1 31 15,0 4-23-15,-4 0-8 16,-4 4-56-16,-2 14 27 0,-6-1 1 0,-3 6-9 16,-6-1 8-16,-1 11 29 0,-9-3 0 0,-3 0-67 15,0 2 32-15,-5-2-5 0,-13 0 3 0,-4-2 55 16,-2-1-22-16,-4-5-15 0,-4-3-98 0,0-3 46 16,-6-3 23-16,2 0-2 0,-5-2-378 0,7-7 190 15,-1-1 84-15,5-3-181 16,9 0 126-16,-2-13 75 0,11-12 35 0,6-12-436 0,6-7 234 0,2-7 118 15</inkml:trace>
  <inkml:trace contextRef="#ctx0" brushRef="#br0" timeOffset="14037.82">17715 8404 1238 0,'25'-8'0'0,"0"7"0"0,-6-1 0 0,-1-1 0 0,-9 3 0 0,-1 0 0 0,-4 0 254 0,-2 0-114 0,-2 5-54 16,-4 6 201-16,-13 2-127 0,0 4-63 0,-5 4 5 15,-1-1-39-15,-4 2 1 0,1 1-32 16,0 0-33-16,0-1 0 0,7-5 42 16,1 0-9-16,6-2-31 0,1 0 0 0,3 0 32 15,2-1 0-15,4 0 91 0,2 1-50 0,0 2-20 16,0-1 122-16,0 6-71 0,4 2-37 0,2-3 105 16,3 7-74-16,1-3-33 0,-1 1-1 0,-1 1-69 15,-1 0 1-15,0-5 44 0,-1 6-9 0,-3-7-101 16,2 2 51-16,-3-4 25 0,0-2 0 0,0-6-322 15,-2-2 136-15,0-1 98 16,0-6-481-16,0-1 265 0,0 1 132 0,0-2-307 16,0-2 224-16,0-10 108 0,0-5 53 0,0-10-298 15,-4-1 176-15,0-6 80 0,-4-7 52 0,1 2-76 16,-1 5 60-16,3-4 93 0,-1 6 0 0,0 8 0 16,-1-1 0-16,0 5 0 0,1 8 51 0,2 1-25 15,0 2-30-15,2 5 421 0,2 0-218 0,0 3-116 16,0-3 15-16,10 2 304 0,5-2-182 0,4 3-86 15,1-2-54-15,1 3 64 16,2 0-55-16,1 0-28 0,-2 0 39 0,1 0-26 16,-2 0-8-16,-3 0-33 0,-1 0 19 0,-6 0-20 15,1 0 1-15,-5 3 65 0,-1-2-37 0,-2 1 0 16,-3 2-29-16,-1 1 153 0,0 6-76 0,0 3-30 16,-3 1-9-16,-3 2 198 0,-1 1-118 0,1 5-59 15,0 1 25-15,4-1-34 0,0 3-28 0,2-1 128 16,0 1-398-16,2-2 189 0,4 1 29 0,2-5-436 15,1 3 228-15,-2-1 120 16,1 1 60-16,-2-2-669 0,0-2 323 0,-5-3 173 16,1 0 84-16,-2-4-472 0,0 0 278 0</inkml:trace>
  <inkml:trace contextRef="#ctx0" brushRef="#br0" timeOffset="14207.34">17586 8871 806 0,'-4'0'0'0,"2"0"0"0,2 0 0 0,0 0 0 0,0 0 0 0,6 0 282 16,5 0-124-16,4 0-63 0,2 0-31 0,0 0-21 15,0-2-2-15,-2 2-8 0,-1 0 0 0,0 0-419 16,-7 0 196-16,3 6 97 0,-6 4-349 0,-2 2 209 16</inkml:trace>
  <inkml:trace contextRef="#ctx0" brushRef="#br0" timeOffset="14291.11">17685 8992 519 0,'-13'11'0'0,"0"0"0"0,5-4 0 0,1 1 0 0,4-4 0 0,1-2 0 0,0 0 0 0,2-2 159 16,0 0-63-16,0 0-32 0,7-4 9 0,6-8-72 16,6-2 1-16,-3-5 30 0,5 0-96 0,2-4 48 0</inkml:trace>
  <inkml:trace contextRef="#ctx0" brushRef="#br0" timeOffset="14662.7">18198 8220 1084 0,'2'-8'0'0,"0"6"0"0,0 0 0 0,-2 2 0 0,0 0 0 0,-8 16 0 0,-7 6 0 0,2 3 0 0,-4 4 336 0,1 3-152 0,0 2-68 15,1 0 102-15,0-4-93 0,8-6-46 0,-1-1-1 16,5-4-22-16,3-5 7 0,0-2-30 0,0-1-25 16,0-2 25-16,3-3-1 0,6-2 1 0,2 0-17 15,3 0-9-15,1-3 26 0,2 5 0 0,0-2 25 16,0 4-25-16,2-1 8 0,-3 4 32 0,2 4-41 15,-2 4-2-15,-2 2 36 16,-3 1 0-16,-6 4-25 0,1 3-9 0,-4 0 12 0,-2 2-11 16,0 1 0-16,-4 0-1 0,-7-3 28 0,-2 2-27 15,-4-5 0-15,0-2 0 0,-2-2-37 0,-2-4 0 16,3-7 45-16,-7 2-166 0,1-7 76 16,3-4 28-16,1-2 21 0,-1 0-189 0,2-2 96 15,2-12 30-15,3 0 6 0,5-5 12 0,2 0 0 16,3 0-2-16,4-2 108 0,0 4-52 0,0-5 0 15,6 3-57-15,7 1 214 0,2-1-82 16,2 4-48-16,0 2-78 0,2 2 1 16,-1 1 71-16,1 5-25 0,0 1-595 0,0 2 276 0</inkml:trace>
  <inkml:trace contextRef="#ctx0" brushRef="#br0" timeOffset="15380.81">18521 8487 1626 0,'-7'-8'0'0,"5"4"0"0,2 0 0 0,0 2 0 0,2-7 0 0,8 0 0 0,13-3 0 0,6 1 0 0,1-2 0 0,5 0 436 16,9-3-206-16,-3 2-99 0,-7 5 68 0,3 0-83 16,0 2-42-16,-6 3-12 0,0 1-178 0,-4 1 74 15,-6 2 38-15,2 0-145 0,-7 0 90 0,-2 0 55 16,-3 8 14-16,-6-1 0 15,0 4 23-15,-4 0 0 0,-1 1-1 0,0-4-797 0</inkml:trace>
  <inkml:trace contextRef="#ctx0" brushRef="#br0" timeOffset="15588.42">18811 8101 636 0,'2'-4'0'0,"-1"3"0"0,1 1 0 0,0 0 0 0,0 0 0 0,-2 5 324 0,0 7-145 0,0 2-73 15,0 4 122-15,0 8-98 0,0 0-40 16,-2 12-33-16,-11 1 225 0,-4 7-124 0,-4 2-63 16,-9 10-31-16,4-12 51 0,-8 14-45 0,8-13 1 15,-6 1-129-15,2 1 46 0,0-4 23 0,2 0-272 16,0-7 142-16,1 0 77 0,6-12 37 16,3-2-493-16,4-9 213 0,7-5 128 0,2-3 32 0,5-5-125 15</inkml:trace>
  <inkml:trace contextRef="#ctx0" brushRef="#br0" timeOffset="15765.95">18660 8695 885 0,'11'-2'0'0,"1"2"0"0,-3 4 0 0,-3 9 0 0,-1 2 0 0,-1 5 0 0,0 5 0 0,-2 7 525 16,0-2-246-16,0 4-123 0,-2 0 277 0,0 1-200 16,0-1-92-16,0-2-68 0,0-2 0 0,0-4-40 15,0-3 0-15,0 0-338 0,0-5 177 0,0-7 76 16,0 0 43-16,0-5-478 0,0-4 255 15,0-2 132-15,0 0-30 0,0-11-206 16,0-14 135-16,0-5 84 0</inkml:trace>
  <inkml:trace contextRef="#ctx0" brushRef="#br0" timeOffset="16065.14">18677 8692 591 0,'-4'-25'0'0,"0"8"0"0,4 7 0 0,0 1 0 0,0-1 0 0,2 3 193 0,10 1-80 0,6 1-40 15,5-1 281-15,2 1-161 0,-1 1-71 0,6 2-50 16,-2 0 210-16,0 2-126 0,-2 0-61 15,-5 0 18-15,4 0-32 0,-5 0-8 16,-3 0-40-16,-2 0 21 0,-5 0-21 0,-3 0-1 16,-1 0 9-16,-3 0 30 0,-1 0 0 0,0 0-38 15,-2 0 0-15,0 2 54 0,0 5-18 0,0 4 57 16,0 5 41-16,0 3-68 0,0 3-32 0,0 2 81 16,0 6-49-16,0 2-37 0,0 0 0 0,2 4-67 15,8 6 0-15,-1-4 38 0,-2-1 141 0,3 0-378 16,-2 1 185-16,-1-3 25 15,-2-1-72-15,1-2 49 0,-2-6 33 0,-2 4-192 16,0-9 93-16,-2 1 13 0,0-3 33 0,0-6-145 16,0-1 72-16,-4-5 25 0,-4-1 26 0,-1-2-249 15,-2-4 137-15,-1 0 69 0,1 0 27 0,-1-6-484 16,-4-11 263-16,2-6 131 0</inkml:trace>
  <inkml:trace contextRef="#ctx0" brushRef="#br0" timeOffset="16203.29">18760 8828 1048 0,'-13'0'0'0,"3"0"0"0,3 0 0 0,1 0 0 0,4 0 0 0,-1 2 221 16,1-2-99-16,2 0 129 0,0 0-109 0,9 0-54 15,6 0-28-15,4 0 67 0,0 0-52 0,1 0-20 16,3 0-1-16,-1 0-425 0,-1 0 203 0,-2 2 108 16,-2 5-604-16</inkml:trace>
  <inkml:trace contextRef="#ctx0" brushRef="#br0" timeOffset="16324.96">18841 8986 1206 0,'-16'6'0'0,"4"-1"0"0,0 1 0 0,1-4 0 0,2 0 0 0,1-2 0 0,2 0 0 0,2 0 190 0,2 0-80 0,2 0-38 15,0 0 43-15,6-2-33 0,8-6-28 0,6-1-373 16,1 0 176-16,3-1 88 0,3-1 44 0,1-1-261 16</inkml:trace>
  <inkml:trace contextRef="#ctx0" brushRef="#br0" timeOffset="16633.14">19498 8242 1221 0,'5'-11'0'0,"1"7"0"0,-3 2 0 0,-2 1 0 0,-1 1 0 0,-4 0 0 0,-11 11 231 16,-6 8-103-16,-1 3 117 0,-2 2-106 0,-3 3-53 15,-5 3-27-15,8-6 45 0,-4 1-39 0,1-3-1 16,4-1-31-16,5-8 30 15,-1 0-22-15,6-1-8 0,4-5 78 0,1 0-39 16,4-1 0-16,1 0-40 0,3 3 30 0,0 2-8 16,0 4-21-16,0 2 30 0,5 8-30 0,5-1 0 15,-3 2 8-15,1 5-55 0,1-2 23 0,-3 5 0 16,0 0 24-16,-1 2-71 16,-1-1 44-16,-2 1-9 0,-1-4-294 0,1-4 152 0,0-5 54 0,0-2 46 15,0-7-392-15,-2-4 206 0,3-3 99 0,-3-3-307 16,0-4 202-16,0 0 103 0,0-15 42 15,0-12-253-15,0-1 157 0,0-3 77 0</inkml:trace>
  <inkml:trace contextRef="#ctx0" brushRef="#br0" timeOffset="16973.24">19246 8581 944 0,'-3'-27'0'0,"1"0"0"0,2 13 0 0,0 0 0 0,0 2 0 0,2 2 0 0,7 4 0 0,6-1 326 16,7 3-147-16,5-2-73 0,3 3-36 0,2 1 191 15,1 0-105-15,3 2-66 0,0 0-29 0,0 0 22 16,-1 0-25-16,-1 0 0 15,-7 0-92-15,4 0 28 0,-10 4 1 0,-1-2-53 16,-4 2 45-16,-5-1 22 0,-4-1 9 0,0 2 63 16,-4 0-24-16,-1 1-7 0,-2 1-18 0,0 1 254 15,0 1-119-15,0 3-70 0,-2-1 97 0,-1 0-81 16,-2 6-40-16,3-1 0 0,-2 2 155 0,4 3-102 16,-1 6 89-16,1 3-215 0,0 1 0 15,0 5 0-15,0 3 0 0,1 7 0 0,1-5 0 0,4-6 0 16,0 5 0-16,0-2 0 15,1-4 0-15,-2-1 0 0,4-5 0 0,-6-6 0 16,3 0 0-16,-3-3 0 0,1-6 0 0,-2-2 0 16,0-1 0-16,-1-6-226 0,-1 1 115 0,0-4 32 15,0 2 35-15,-3-2-280 0,-8 0 146 0,-1 0 72 16,-3 0 37-16,0-8-475 0,-5-6 259 16,-1-5 126-16,-2-4-207 0,-2-9-80 15,-4-2 207-15,-1-4 95 0</inkml:trace>
  <inkml:trace contextRef="#ctx0" brushRef="#br0" timeOffset="17247.84">19385 8745 560 0,'-9'-3'0'0,"1"1"0"0,7 2 0 0,-3 0 0 0,4 0 0 0,0 0 292 0,0 0-130 0,0 7-56 15,0 0 67-15,0 2-71 0,2-2-34 0,3 1 133 16,-1-1-85-16,0-2-33 0,-1 1-29 16,-1-2-84-16,0-2 31 0,1 0 0 15,-2-2 32-15,-1 0-132 0,0 0 62 0,0 0 35 16,0-6-126-16,0-7 73 0,-1-4 43 0,1 0-16 15,0-2-36-15,0 2 11 0,1 1 24 0,9 0 17 16,0 4-4-16,2 2-35 0,1 5 30 0,0 1 175 16,0 2-82-16,0 2-30 0,1 0-24 0,-5 2 134 15,0 7-72-15,-2 4-17 0,-4 0 71 0,-1 4-43 16,-2 4-30-16,0-2 19 0,-8 1-74 0,-5-1-1 16,-2-2 28-16,0-2-77 0,0-2 38 0,-2-3 8 15,0-5 31-15,2-2-325 16,2-3 154-16,2 0 55 0,3 0 46 0,3 0-428 0,1-8 220 15,4-11 106-15</inkml:trace>
  <inkml:trace contextRef="#ctx0" brushRef="#br0" timeOffset="17433.3">19997 8195 1756 0,'4'-2'0'0,"2"2"0"0,-2 0 0 0,-2 0 0 0,-2 0 0 0,0 10 0 0,0 3 0 0,-7 10 316 0,-5 0-141 0,-3 5-71 16,0 0-28-16,0 3 177 0,-1 3-110 0,4-2-56 16,-4 0-233-16,3 0 89 0,0-1 53 0,4-6 14 15,3-6-533-15,1-1 278 0,5-6 139 0,0-4-651 16</inkml:trace>
  <inkml:trace contextRef="#ctx0" brushRef="#br0" timeOffset="17596.88">20135 8203 1352 0,'11'0'0'0,"4"0"0"0,-2 0 0 0,-2 5 0 0,-1 3 0 0,-1 3 0 0,2 4 334 0,1-1-150 15,2 2-76-15,0 2 310 0,-1-2-192 16,2 2-89-16,-2-2-56 0,3 1-185 0,-4-2 68 0,1 0 35 16,-1-2-625-16,-5-2 337 0,2 2 157 0,-3-1 83 15</inkml:trace>
  <inkml:trace contextRef="#ctx0" brushRef="#br0" timeOffset="18037.3">20031 8538 874 0,'-16'4'0'0,"2"-1"0"0,7-2 0 0,1 4 0 0,4-5 0 0,1 0 0 0,1 0 330 0,1 0-148 0,12 0-75 16,8 0 76-16,4 0-75 0,-3 0-29 0,7 0-9 0,-2 0 81 15,1-3-60-15,1 1-28 0,-9 1 2 16,3-1 0-16,-5 1-33 0,-2-2 1 15,-5 2 45-15,-4-2-23 0,0 3 9 0,-4 0-31 16,-1 0 102-16,0 0-51 0,-2 0-25 0,0 3-1 16,0 10 65-16,0 1-49 0,0 7-21 0,0 3 198 15,0 3-109-15,0 1-54 0,0 4 23 16,0 0-43-16,2-1 118 0,1 2-186 16,3 0 0-16,-1-1-180 0,2 0 194 0,-4-4 152 0,-1-2-513 15,0-5 270-15,-2-1 55 0,0-6 27 16,0-3-209-16,0-2 104 0,-7-2-17 0,-5-6-244 15,-1-1 165-15,-1 0 81 0,-2-1-204 16,-3-15 148-16,2-2 68 0,-2-7 36 0,-2-9-219 16,5-4 127-16,0 1 55 0,0-14 39 0,2 7-163 0,7 8 98 15,0-2 48-15,3 6 90 0,1 10-49 16,3 1 8-16,0 10 0 0,0 3 128 0,0 3-64 0,0 3-31 16,0 2 224-16,0 2-124 0,0 15-65 0,0 5-34 15,0 3 336-15,-5 4-162 16,-6 6-17-16,-4 5-67 0,-2 0-18 0,-4 0-1 15,-1-3-39-15,1-9-233 0,-1 2 125 0,0-3 49 16,-1-6 30-16,6-7-153 0,2-4 67 16,5-7 54-16,3-3-479 0,5 0 244 0</inkml:trace>
  <inkml:trace contextRef="#ctx0" brushRef="#br0" timeOffset="18338.52">20801 8126 1458 0,'28'-17'0'0,"-7"5"0"0,0 1 0 0,-6 2 0 0,-10 3 0 0,-1 3 0 0,-4-1 0 0,0 3 0 0,-11-2 303 15,-5 3-135-15,-7 0-59 0,-4 8 11 0,3 5-44 16,-1 3-21-16,3 2-1 0,7-1 68 0,0 1-37 16,3 1-30-16,3 4 0 0,6 3 73 0,3 2-48 15,0 2-23-15,0 4 112 16,5 7-73-16,4 1-31 0,-1 3 0 15,-2-1 71-15,-1 6-52 0,-3-10-17 0,2 15-101 0,-2-8 34 16,-2 0 0-16,0-2 32 0,0-4-96 0,0-5 57 16,0 0 16-16,-6-5-1 0,3-9-232 0,-1-2 96 15,-2-5 71-15,3-6-10 0,-4-3-356 0,2-3 184 16,-1-3 103-16,1 0-293 0,1-9 198 0,1-9 91 16,-2-13-147-16,3-6 127 0,-1-2 63 15</inkml:trace>
  <inkml:trace contextRef="#ctx0" brushRef="#br0" timeOffset="18467.18">20655 8565 1505 0,'2'-19'0'0,"2"5"0"0,1 2 0 0,2 3 0 0,4-3 0 0,-1 3 0 0,1 0 0 0,5-1 0 0,0 3 236 0,7-3-102 0,-4 3-51 15,-1 2 102-15,2 1-67 0,-1 2-47 0,-5 0-1 16,4 0-15-16,-6 2-22 0,-1 0-1 0,-2 0-442 16,-2 4 216-16,-4 7 114 0,-3 0 56 15</inkml:trace>
  <inkml:trace contextRef="#ctx0" brushRef="#br0" timeOffset="18607.8">20677 8622 1372 0,'-4'3'0'0,"3"1"0"0,1-2 0 0,0-2 0 0,0 0 0 0,0 0 0 0,5 0 0 0,7-2 218 16,3-5-92-16,2 3-47 0,-1-2 127 0,2 1-90 16,1-1-42-16,-3 2-20 0,1-1-78 0,-4 1 28 15,-2 2 8-15,-3 0-523 0,-2 2 272 16</inkml:trace>
  <inkml:trace contextRef="#ctx0" brushRef="#br0" timeOffset="18770.96">20516 8846 1215 0,'-9'0'0'0,"3"3"0"0,6-1 0 0,0-2 0 0,0 0 0 0,8 0 0 0,6 0 0 0,9-5 0 0,3-2 408 0,4-2-192 16,2-2-91-16,2-4-47 0,0 1-173 0,1-2 64 15,-1 0 40-15,-1 0-9 0,-4-1-181 0,1-2 107 16,-4 0 53-16,-1-3-480 0</inkml:trace>
  <inkml:trace contextRef="#ctx0" brushRef="#br0" timeOffset="19065.16">21147 8122 1291 0,'2'-13'0'0,"-2"8"0"0,0 0 0 0,0 3 0 0,0 1 0 0,0 1 0 0,-3 0 0 0,-6 8 0 0,0 10 375 0,-3 5-176 0,-2 1-83 0,-1 2-42 16,3 3-20-16,1-3 0 0,4-7-13 0,-1 2-8 16,4-9-201-16,2 0 100 0,1-5 51 0,1-1-82 15,0-6 75-15,1 0 24 0,13-9-209 16,3-13 113-16,4-3-1 0,0-2 46 16,0-1-142-16,2 2 83 0,-2-1 40 0,-3 3-1 15,-4 7 82-15,1 2-22 0,-5 5-8 0,-5 1 220 0,1 6-112 0,-3 1-60 16,-1 2-12-16,0 0 143 15,-2 11-59-15,0 12-51 0,0 3 327 0,-4 0-171 16,2 6-87-16,-1-2-35 0,3 2-20 0,0 0 0 16,0-3-31-16,0-2 0 0,0 1-316 0,0-5 166 15,0-1 71-15,0 3-550 0,0-4 276 16,0-1 160-16</inkml:trace>
  <inkml:trace contextRef="#ctx0" brushRef="#br0" timeOffset="19358.43">21107 8584 1343 0,'-20'4'0'0,"3"1"0"0,8-1 0 0,2 0 0 0,0-2 0 0,5-1 0 0,2-1 0 0,0 3 0 0,4-2 364 0,11 5-169 16,5 0-82-16,-2 3 70 0,5 2-75 0,-4 3-37 0,-3-1 7 15,0 3-84-15,-5 1 39 0,-2 3 0 0,-6-2 0 16,-1 2-99-16,-2 1 58 16,-5 2 16-16,-14-1-104 0,-3-3 64 0,-3 0 33 0,-3-6-132 0,3-1 55 15,-5-4 42 1,10-3-16-16,-6-5-51 0,3 0 17 0,3 0 33 0,-1-12-12 15,2-7-68-15,6-5 50 0,1-2 23 0,7-3 1 16,1 2-11-16,4 4 27 0,0 1 8 0,0 1 184 16,2 6-93-16,1 5-44 0,8 3-24 0,-2 5 482 15,7 2-236-15,3 4-88 0,2 16 327 0,4 8-221 16,-2 6-110-16,7 4-48 16,2 1 100-16,7 1-81 0,0-3-41 0,2-1-21 15,3-6-147-15,-5-6 72 0,7 2 23 0,-2-6-839 16,-3-3 435-16</inkml:trace>
  <inkml:trace contextRef="#ctx0" brushRef="#br0" timeOffset="20173.16">21872 8104 1012 0,'2'-3'0'0,"-1"1"0"0,1 0 0 0,0 2 0 0,5 0 0 0,-4 0 0 0,1 0 0 0,1 0 355 0,-1 4-161 0,1 2-81 0,4 2 167 16,-4-1-124-16,1 3-53 0,-1 1-44 0,-1 0 1 15,-1 2-28-15,-1 4 1 0,1-1-82 0,-3 2 49 16,0 3 12-16,0-1 0 0,-5 1-351 0,-2-2 185 16,2 0 94-16,-3-3 29 0,0 1-584 0,1-4 275 15</inkml:trace>
  <inkml:trace contextRef="#ctx0" brushRef="#br0" timeOffset="20306.8">21808 8340 799 0,'0'-8'0'0,"0"3"0"0,-4 2 0 0,1-1 0 0,-3 2 0 0,3-2 0 0,-4 2 164 16,5 0-70-16,1 0 133 0,-1 2-97 0,2 0-49 16,0 0-24-16,0 0-236 0,2 0 101 0,3 10 56 0,9 1 27 15,2 0-165-15,5 0 96 0</inkml:trace>
  <inkml:trace contextRef="#ctx0" brushRef="#br0" timeOffset="20592.04">22173 8267 714 0,'1'0'0'0,"-1"0"0"0,0 2 0 0,-5 3 0 0,-11 4 0 0,-4 4 0 0,-4 5 140 0,-8 6-59 0,-2 2 26 0,-3 0-38 15,-3 3 1-15,1-1-38 0,5-4-1 0,-12 4 1 16,7-3 1-16,0-3 0 16,2-3-27-16,5-3 27 0,3-4 8 0,3-2-8 15,3-3 21-15,7-1 0 0,6-4-21 0,4 0 106 16,3-2-45-16,3 0-35 0,0 0 58 0,16 0-42 15,10-6-21-15,13-5 0 0,5 0 24 0,4-2-8 16,2 1-37-16,1 3-1 0,-3-1-48 0,0 4 24 16,-9-1 9-16,10 1 15 0,-15 4-30 0,1 1 0 15,-5 1 31-15,-7 0-288 0,-3 0 120 16,-2 3 73-16,-9 6 3 0,-4 1-456 16,-2 2 241-16,-3 0 119 0,-5 4-245 0,-9-3 188 15,-11 0 89-15</inkml:trace>
  <inkml:trace contextRef="#ctx0" brushRef="#br0" timeOffset="20731.8">21886 8610 981 0,'-20'0'0'0,"3"0"0"0,4 0 0 0,2 0 0 0,0 2 0 0,-2 7 0 0,-1 5 0 0,1 1 0 0,1 6 306 0,0 0-128 16,-1 5-76-16,-1-2-35 0,3 4 73 0,2 0-53 0,1-2-28 0,4-4-113 16,4 1 39-16,0-5 24 15,0-5-403-15,12-6 213 0,5-7 107 0,7 0 61 16</inkml:trace>
  <inkml:trace contextRef="#ctx0" brushRef="#br0" timeOffset="20914.82">21937 8575 1366 0,'4'13'0'0,"-1"11"0"0,-1 6 0 0,-2 4 0 0,0 10 0 0,0-1 0 0,0 4 0 0,0 0 0 0,5-4 515 0,4-10-233 0,4 3-129 0,3-4-60 15,1-6 154-15,1-3-107 0,-1-8-54 0,2-4-33 16,0-5-21-16,0-6 1 0,3 0-196 0,-1-8 98 15,0-10 49-15,-3-7 33 0,-1-1-369 0,-2-4 192 16,-1-3 97-16,0-12 47 0,-2 2-607 0,-1-7 287 16,0-9 156-16,1-3-299 0</inkml:trace>
  <inkml:trace contextRef="#ctx0" brushRef="#br0" timeOffset="21034.07">22385 8235 704 0,'5'-34'0'0,"-1"9"0"0,0 10 0 0,-1 2 0 0,-1 7 0 0,1-1 0 0,-3 5 433 0,0 1-192 16,0 1-108-16,2 0 100 0,0 0-99 15,-1 7-51-15,1 6-26 0,0 4-97 0,2 6 32 0,-2 1 1 16,-1 4-198-16,1 0 119 0,2-1 59 0,-2-5 39 16</inkml:trace>
  <inkml:trace contextRef="#ctx0" brushRef="#br0" timeOffset="21148.76">22422 8445 787 0,'0'2'0'0,"0"0"0"0,0-2 0 0,0 2 0 0,0-2 0 0,2 0 0 0,4 0 0 0,-1 0 185 0,5 2-81 0,-1 3-35 0,-2 3-220 16,4 3 92-16,-8 0 46 0</inkml:trace>
  <inkml:trace contextRef="#ctx0" brushRef="#br0" timeOffset="21281.58">22454 8853 1594 0,'-2'9'0'15,"-1"0"0"-15,1-5 0 0,0-2 0 0,-2-2 0 0,3 0 0 0,-1 0 0 0,2-8 0 0,0-7 174 0,3-3-63 0,10-7-43 0,5-1-290 0,0-2 127 16,3-2 64-16,2 0 32 0,-2-4-252 0,6-4 137 16</inkml:trace>
  <inkml:trace contextRef="#ctx0" brushRef="#br0" timeOffset="21645.6">22721 8210 656 0,'0'-10'0'0,"2"3"0"0,-2 4 0 0,0 1 0 0,0 2 220 0,0 0-97 16,0 0-46-16,-4 12-22 0,3-2 270 0,-1 4-146 15,0 1-65-15,-1 0-45 0,1 0 114 0,2 1-74 16,0-1-191-16,0 0 58 0,0-5 36 0,0 2-7 16,0-6-337-16,0 0 182 0,0-2 92 0,0-4 45 15,2 0-221-15,3 0 64 0,0-10 85 0,-1-4-62 16,0-5-112-16,-1-6 113 0,-1 3 49 0,0-8 35 16,0 0 1-16,-1 1 28 15,-1-3 116-15,0 1-67 0,0 1-19 0,0 2-1 16,0 5 200-16,2 2-114 0,0 2-58 0,3 6-7 15,2 0 350-15,4 6-174 0,3 1-87 0,2 1-1 16,5 2 5-16,2 2-31 0,2 1-7 0,3 0-14 16,-1 0 1-16,1 0-26 0,-1 0 0 15,-6 0-22-15,0 0 22 0,-1 0 0 0,-6 4 49 16,0 1-25-16,-7 3 0 0,0-1-16 16,-2 4 92-16,-3 1-50 0,0 3-25 0,-2 0 68 15,0-1-47-15,0 4-14 0,-4-1-9 0,-2 1 15 16,0 0 0-16,2 2-39 0,1-1-367 0,1 1 192 15,0-1 84-15,2 2 46 0,0 0-707 0,-2-3 350 16,-1-1 142-16</inkml:trace>
  <inkml:trace contextRef="#ctx0" brushRef="#br0" timeOffset="22248">22771 8249 1090 0,'0'-7'0'0,"0"-2"0"0,10 1 0 0,5-1 0 0,2 0 0 0,0 2 0 0,0-1 0 0,1 4 124 0,1 0-46 16,-1 2 85-16,-7 2-57 0,1 0-41 0,-3 0 1 16,-4 0-123-16,-3 11 46 0,-2 0 21 0,-6 6 9 15,-13 4-188-15,-2-4 102 0,-1 1 49 0,-2 1-183 16,-1-1 106-16,4-7 56 0,-4 6-15 0,2-6-23 16,4 0-16-1,-1-1 35-15,1-1-10 0,1 1 72 0,4-1-15 16,1 0 1-16,3 1 218 0,4 1-115 0,1 2-45 0,5 0-38 15,0 1 330-15,0 2-163 0,0 0-48 0,0 2-51 16,2 2 79-16,1-4-67 0,1-2-28 0,-2 4-132 16,0-4 51-16,0 0 26 0,-2-3-133 15,0-3 76-15,0-3 41 0,0-1 21 16,0-2-406-16,-2-2 200 0,-4 0 53 0,3-6 67 16,-3-7-157-16,3-2 100 0,-1-2 48 0,1-4 26 15,3 1 49-15,0-1 8 0,0 1-33 0,3-1 183 16,8-2-91-16,3 5-46 0,7 1 95 0,6 2-54 15,5 0-42-15,7 2 39 0,1 1 227 0,3 3-133 16,-2 1-12-16,10 2-36 0,-8 5 48 0,-10-2-57 16,1 3-27-16,-4 0 0 0,-9 0 11 0,0 6-7 15,-4 2-32-15,-6 1-98 0,-3 0 49 16,-6 0 25-16,-1 0-108 0,-1 2 62 16,-7-2 35-16,-10 3 12 0,-3-1-431 0,-3-1 177 15,0-1 112-15,-7 2 8 0,0-1-198 0,-4 0 145 16,1 0 72-16,-1 0-51 0,2-1 53 0,4-3 39 15,5 0 1-15,3-1 234 0,3 0-117 16,6 1-43-16,1 1 351 0,2 3-193 0,5 3-101 0,3 4-26 16,0 4 209-16,0 7-66 0,0 2-79 0,0 2 8 15,0 1 254-15,3 3-168 0,1-2-83 16,0-3 143-16,-3-5-105 0,4 2-65 16,-3-6-29-16,0-2-186 0,-1-8 80 0,-1-1 38 15,2-4-456-15,-2-3 244 0,0-1 126 0,0-3 62 16,0 0-294-16,2-12 99 0,-2-7 103 0,2-5-24 15</inkml:trace>
  <inkml:trace contextRef="#ctx0" brushRef="#br0" timeOffset="22513.52">22729 8593 859 0,'-4'-9'0'0,"4"4"0"0,0 1 0 0,0-2 0 0,9 2 0 0,7 0 0 0,2 1 164 0,6-3-66 0,5 2-33 0,-1 1 9 15,4-3 185-15,0 2-113 0,0 1-57 0,-1-3 48 16,-8 4-52-16,2 0-18 0,-7 0 24 0,-4 1-29 15,-3 1 0-15,-2 0-29 0,-1 0 104 0,-4 0-44 16,-3 8-35-16,-1 4 1 0,0 3 68 16,0 7-47-16,0 1-24 0,-1 5 209 0,-3 2-120 15,4 5-56-15,0-2-28 0,0 5 31 0,0-1-29 16,0 1 7-16,4-1-149 0,3-1 56 16,-2-1 28-16,1 0 0 0,-1-3-267 0,0-8 155 15,-1 0 63-15,-3-3 37 0,-1-4-505 0,0-6 244 16,0-2 122-16,0-1 25 0,-12-4-124 0,2-4 106 15,-3 0 54-15,-3 0 25 0,-3-12-334 0</inkml:trace>
  <inkml:trace contextRef="#ctx0" brushRef="#br0" timeOffset="22640.18">22838 8754 1138 0,'-14'-5'0'0,"7"1"0"0,1 3 0 0,5-1 0 0,-3 2 0 0,4-2 0 0,0-1 186 0,2-2-76 0,7 0-39 16,4 0 140-16,2 3-81 0,2 0-53 0,0-1-21 15,-1 2-359-15,2 1 168 0,-1 0 84 0,-4 4-317 16</inkml:trace>
  <inkml:trace contextRef="#ctx0" brushRef="#br0" timeOffset="22760.33">22845 8861 682 0,'-15'0'0'0,"7"1"0"0,3-1 0 0,-1 0 0 0,3 0 0 0,3 0 300 0,0-5-134 0,0-6-67 0,9 3 79 16,7-2-65-16,5-1-44 0,4 1-164 0,5-1 63 15,2 4 33-15,0-3-1 0</inkml:trace>
  <inkml:trace contextRef="#ctx0" brushRef="#br0" timeOffset="22956.31">23412 8415 1898 0,'-4'0'0'0,"-1"0"0"0,1 4 0 0,-3 5 0 0,1 6 0 0,-2 6 0 0,3 2 0 0,1 1 315 0,1 7-145 0,1-4 14 0,0 1-76 0,2 0-37 0,0-3-1 16,0-3-193-16,0-1 74 0,0 0 41 0,0-4 20 15,0-4-442-15,0-4 232 0,2 1 123 16,-2-7-553-16,0 1 306 0,0-4 103 16,0 0 94-16,0-6-217 0</inkml:trace>
  <inkml:trace contextRef="#ctx0" brushRef="#br0" timeOffset="23232.57">23297 8381 749 0,'-2'-21'0'0,"2"3"0"0,0 5 0 0,0 2 0 0,10-1 0 0,9 2 0 0,5 4 175 0,6-1-75 0,9 1 78 0,5 3-72 15,3 1-37-15,6 1 0 0,-1-1 121 0,2 0-83 16,1 0-37-16,0 0 0 0,-4-2 35 0,-5-1-36 16,-9 1 8-16,2 0 7 15,-9 0-26-15,-8 1 1 0,-3 0 95 0,-6 2-60 16,-3-1-23-16,-7 2-8 0,1 0 70 0,-3 0-51 15,-1 0-24-15,0 2 8 0,-1 13 209 0,-8 6-122 16,1 0-59-16,0 5-31 0,5-1 178 16,-1 0-28-1,0 7-213-15,3-2 0 0,1-2 0 0,0 2 0 0,0 1 0 0,0-7 0 16,0 8 0-16,0-6 0 0,0 0-469 0,0 1 251 16,0-7 121-16,0 3 9 0,0-2-349 0,0-2 177 15,0-3 113-15,0 1 58 0,0 0-584 0,-9-6 313 16</inkml:trace>
  <inkml:trace contextRef="#ctx0" brushRef="#br0" timeOffset="23424.06">23437 8576 1447 0,'-13'-4'0'0,"6"-5"0"0,7 0 0 0,0-3 0 0,14-6 0 0,6 1 0 0,8 2 257 0,13 0-113 0,-6 2-47 16,15 0 297-16,-2 4-181 0,1-1-90 0,-5 4-45 15,2 2 17-15,-10 1-23 0,-1 1-9 0,-3 2-158 16,-9 0 64-16,-3 0 32 0,-1 0-1 0,-10 4-450 16,0 1 238-16,-4 1 122 0,-5 0-689 0,0-2 373 15</inkml:trace>
  <inkml:trace contextRef="#ctx0" brushRef="#br0" timeOffset="23609.57">23628 8063 1245 0,'-4'3'0'0,"4"10"0"0,0 0 0 15,0 2 0-15,0 5 0 0,0 7 140 0,0 11-54 0,0-1-19 0,0 14 456 0,0-2-245 16,0-3-123-16,0 3 126 0,0-2-124 16,0-7-54-16,0 9-39 0,-1-12-267 0,-3 1 118 15,0-1 59-15,2-5 29 0,1-7-616 0,1-1 319 16,0-7 163-16</inkml:trace>
  <inkml:trace contextRef="#ctx0" brushRef="#br0" timeOffset="23930.71">23724 7996 1364 0,'8'-1'0'0,"4"1"0"0,1 9 0 0,-3 6 0 0,0 4 0 0,-3 7 0 0,-2 11 334 0,0 5-150 0,-5 8-75 0,0 11-39 15,0-9 107-15,-7 6-76 0,-2 0-34 0,-2-1-264 16,0-4 115-16,-1-3 58 0,0-10 36 0,-5 9-159 16,-1-12 89-16,0-5 46 0,-1-4-273 15,-1-6 150-15,1-8 5 0,0-1 62 0,0-6-41 16,2-5 38-16,1-2 0 0,-2 0 39 16,7 0 277-16,-2-2-134 0,5-1-72 0,1-3 482 15,2 1-236-15,3-1-138 0,2-2-8 0,0 1 227 16,7 1-167-16,16-1-83 0,2-1 33 0,7 3-58 15,3 0-21-15,2 0-8 0,1 1 9 0,1 0-38 16,-4 3 0-16,2-1-1 0,-5 2-345 0,0 0 168 16,-4 0 89-16,-3 2-704 0,-4 1 378 0,0 3 188 15,-2-2 0-15,-4-3-467 0</inkml:trace>
  <inkml:trace contextRef="#ctx0" brushRef="#br0" timeOffset="24234.92">24421 7977 1343 0,'0'-2'0'0,"0"1"0"0,0 1 0 0,2 0 0 0,-2 1 0 0,0 10 0 0,-9 5 0 0,-7 4 226 0,-7 11-96 0,1-1-49 0,-2 4 175 16,-3 1-111-16,8-5-48 16,-1 0-24-16,5 0 1 0,6-13-42 0,3 0 1 15,4-6-29-15,1 1 37 0,1-5-8 0,0-1-1 16,1-3-11-16,8 0 12 0,2-3-1 0,1 0 9 15,1 0-48-15,-1 0 0 0,-3 0 40 0,0 0-112 16,-2 0 51-16,-2 0 16 0,-3 0-4 0,0 0-53 16,-2 0 39-16,0 0 10 0,-11 3 46 15,-3 10-7-15,-3 2-16 0,4-1-12 16,-3 2 57-16,5 1-7 0,1 2-40 0,1-2-2 16,6 0 65-16,3-2-20 0,0-2-1 0,0 2-261 15,1-4 111-15,11 3 59 0,1-5 25 0,1 3-645 16,-1-4 318-16</inkml:trace>
  <inkml:trace contextRef="#ctx0" brushRef="#br0" timeOffset="24378.53">24136 8787 1302 0,'-18'3'0'0,"11"0"0"0,0-3 0 0,3 0 0 0,1 0 0 0,3 0 0 0,0-6 560 0,9-3-263 15,12-5-132-15,2 1-58 0,4-1 36 0,1-3-56 16,4 0-26-16,0-3-316 0,0 2 152 0,-1-3 64 15,0 2-728-15</inkml:trace>
  <inkml:trace contextRef="#ctx0" brushRef="#br0" timeOffset="24541.09">24415 8269 1528 0,'4'-6'0'0,"5"0"0"0,5-1 0 0,-1-1 0 0,2-1 0 0,-2 3 0 0,5-1 0 0,1-1 470 0,2 3-219 0,0-1-108 0,-3 5-74 16,0-2 9-16,-4 3-45 0,2 0-473 0,-5 0 236 16,-4 6 118-16,-2 7 60 0</inkml:trace>
  <inkml:trace contextRef="#ctx0" brushRef="#br0" timeOffset="24711.64">24470 8443 1187 0,'-14'6'0'0,"7"-2"0"0,2 0 0 0,1-4 0 0,4 0 0 0,0 0 0 16,2-10 0-16,12-3 623 0,7 1-295 0,-1 1-139 0,7-4-83 0,-2 5 286 0,5-2-180 16,-4 1-89-16,0 1-52 0,-6 4 9 0,3 1-47 15,-5 1-360-15,-2 3 180 16,-7-2 90-16,-1 3 44 0,-2 0-575 0,-6 0 307 16,0 0 132-16,0-2 87 0,-9-1-643 0</inkml:trace>
  <inkml:trace contextRef="#ctx0" brushRef="#br0" timeOffset="25023.82">24592 7825 1396 0,'-12'15'0'0,"5"10"0"0,0 2 0 0,-1 10 0 0,2 4 0 0,-1 11 0 0,1 20 283 0,3-1-125 16,1 8-63-16,2 4 275 0,0 1-169 0,0-3-75 15,0-2 366-15,5-6-230 0,5-5-114 0,0-14-58 16,2 1 55-16,1-14-49 0,1 0-35 0,0-11 111 15,-2-9-511-15,1-6 242 0,0-5 65 0,-3-8-476 16,2-2 267-16,-4-2 136 0,0-16-378 0,-3-8 208 16,-1-2 120-16,-2-7 54 0,-2-1-64 0,0-2 66 15,0 0 33-15,0 7 0 16,0 1-62-16,-6 8 39 0,1 2 33 0,-3 5-1 16,0 8 213-16,-1-1-95 0,-3 6-47 0,0 2 316 15,-6 0-177-15,0 8-76 0,-3 9-52 0,1 2 216 16,-4 1-110-16,-1 3-12 0,-2-1-120 0,3 1 34 15,2-4 0-15,5-5-1 0,2-2-383 0,5-7 199 16,1-1 89-16,0-4 34 0</inkml:trace>
  <inkml:trace contextRef="#ctx0" brushRef="#br0" timeOffset="25152.48">24699 7968 962 0,'0'2'0'0,"2"9"0"0,17 10 0 0,-1-1 0 0,-1 1-73 0,-4 4 23 0,1 6 0 0</inkml:trace>
  <inkml:trace contextRef="#ctx0" brushRef="#br0" timeOffset="25310.06">24970 9005 2888 0,'0'0'0'0,"0"0"0"0,0 0 0 0,1 0 0 0,1 0 0 0,-2 0 0 0,0-2 0 0,0-2 0 0,0-3 128 0,0-3-47 0,-2 3-24 16,-7 3-1135-16</inkml:trace>
  <inkml:trace contextRef="#ctx0" brushRef="#br0" timeOffset="27636.38">9393 10117 844 0,'-9'-6'0'0,"6"3"0"0,1 2 0 0,-1 0 0 0,1-2 0 0,0 1 0 0,2 0 331 0,0-1-142 15,0-1-81-15,4 0 60 0,13-2-67 16,3 2-34-16,5-3 74 0,3-1 46 0,6 2-81 15,3-2-37-15,7 2 100 0,-3 0-68 0,-3 3-35 16,-2-3 9-16,1 3-36 0,-3-1-6 0,-2 2 0 16,-4-2-1-16,-6 0-130 0,0 1 74 15,-6 1 24-15,-5 0-97 0,-1 0 65 16,-4 0 32-16,-4 0-200 0,-1-1-128 0,-1 2 119 16,0 1 96-16,-1-1-285 0,-10 1 183 0,-3 0 91 15,-2 0 38-15,-2 0-180 0,2 0 116 0,-3 2 59 16,0 3 30-16,0-1-26 0,0-1 19 0,3 1 9 15,0 0 178-15,2 0-76 0,3 2-38 0,1-3 126 16,3 3-90-16,-2 0-32 0,6 1-22 0,1 1 357 16,2 3-177-16,0 1-30 15,0 4-61-15,2 1 245 0,6 7-144 0,1 1-73 16,0 5-35-16,0 2 201 0,-1 2-110 0,-2-1-68 16,-2 4 76-16,-3 1-68 0,-1 0-34 0,0 0-66 15,0-3 41-15,0 1-8 0,0-4 0 0,-3-2-251 16,-1-9 125-16,0 3 63 0,1-9 40 0,-2-2-482 15,2-5 242-15,1-4 63 0,1-4 80 0,-2 0-436 16</inkml:trace>
  <inkml:trace contextRef="#ctx0" brushRef="#br0" timeOffset="27793.96">9749 10315 663 0,'4'0'0'0,"3"3"0"0,-2 2 0 0,1 2 0 0,-1-1 0 0,2 4 0 0,0-1 484 16,0 3-226-16,0-1-104 0,4 4 171 0,-4-3-146 15,0 2-73-15,2 1-36 0,-1-2-38 0,0 2 9 16,-3-4-8-16,4 1-316 0,-1-7 158 0,0 3 78 16,-1-5 41-16,2-3-545 15,-1 0 279-15</inkml:trace>
  <inkml:trace contextRef="#ctx0" brushRef="#br0" timeOffset="28145.12">10004 9993 690 0,'4'-8'0'0,"5"1"0"0,-1 1 0 0,1 1 0 0,0-1 336 0,0 2-151 0,3 2-68 15,1 0-47-15,-1 2 42 0,-1 0-40 0,0 0 1 16,0 11-41-16,-5 4-29 0,-1 8-9 0,-3 1 39 16,-2 3-220-16,0 1 109 0,0-2 56 0,-7-4 35 15,-2 9-231-15,-3-7 113 0,3-5 56 0,-2 0-45 16,-1-1 19-16,3-2 23 0,0-4-21 0,3 0 82 15,0-3-4-15,4-1-38 0,0 0 0 0,2-3 221 16,0 0-91-16,2 1-59 0,4-1 187 0,4 1-109 16,1 0-22-16,0-1 43 15,2 3-48-15,-2 2-28 0,0 3 0 0,-1 0 3 16,-3 5-1-16,-3 0-22 0,2 2-8 0,-5 0 74 16,-1 2-38-16,0-2 1 0,0-1-37 0,0-4 32 15,-1-1-8-15,-3-5-25 0,-2-2-34 0,3-3-1 16,-1-4 44-16,2 0-214 0,1 0 103 0,1-17 51 15,0-6 17-15,1-6-537 0,8-6 244 0,4-8 142 16,3-2 31-16,1-6-381 0</inkml:trace>
  <inkml:trace contextRef="#ctx0" brushRef="#br0" timeOffset="28601.27">10270 10006 638 0,'3'-19'0'0,"1"6"0"0,-1 3 0 0,1 3 0 0,-1 1 0 0,5 2 464 0,0-1-207 0,3 3-117 15,2-4-53-15,6 1 341 0,2-3-198 0,-3 2-98 16,5-1-42-16,0 2 98 0,5 1-77 0,-10 0-39 15,5 2-101-15,-2-1 32 0,-3 2 7 0,1 1-375 16,-4 0 199-16,0 0 99 16,-6 0 50-16,0 0-483 0,-2 0 255 0,-5 0 39 15,-1 1 91-15,-1 4-175 0,0 1 128 0,0 1 65 16,-10-3 24-16,0-1 64 0,0 1-24 0,0-2 0 16,-1-2 1-16,2 0 74 0,-1 0-45 0,3 0 7 15,2 2 280-15,-1-2-159 0,2 2-79 0,3 4 407 16,-1 1-215-16,2 8-62 0,0 4-72 0,0 4 181 15,0 7-126-15,0 3-63 0,3 3-23 0,1 2 184 16,0 1-112-16,-1-2-57 0,1 1 34 16,-2-3-45-16,1-1-13 0,-1-3-186 15,1-3 77-15,-1-8 39 0,0-1 0 0,0-7-396 16,-2-5 226-16,0-1 100 0,0-4 54 0,0-2-500 16,0 0 245-16,0-12 120 0,0-5 55 0,0-1-56 15,0-1 63-15,0 0 32 0,0 0 162 0,0 1-65 16,0-1-42-16,0 1 144 0,0 5-84 0,3 1-43 15,3 0-20-15,1 5 345 0,5-2-175 0,-3 3-22 16,4 0-68-16,-2 2 197 0,2 2-116 16,-1 0-51-16,1 2-37 0,-2 0-59 15,-1 0-1-15,-1 0 31 0,-2 4-329 0,-1 2 172 16,-3-1 74-16,0 1-207 0,-1 0 140 0,-2-2 22 16,0 0 51-16,0-1-439 0,0 1 230 0,-12-4 110 15,3 2 55-15,-7-2-200 0</inkml:trace>
  <inkml:trace contextRef="#ctx0" brushRef="#br0" timeOffset="28919.42">10422 10129 933 0,'-9'-1'0'0,"2"1"0"0,0 0 0 0,3 0 0 0,-1 7 0 0,2 4 0 0,1 1 0 0,2 1 0 0,0 4 299 0,0 2-133 0,0 5-66 16,2 1 100-16,1 2-75 0,-1 2-50 0,1 1-22 15,-1-2-277-15,-2 0 128 0,0 0 64 0,0-5-174 16,0 3 116-16,-7-1 61 0,-2-5 30 0,-5 1-437 15,-2-2 157-15,0-8 120 0,-3 0 40 0,1-3-12 16,-2-4 49-16,1-4 82 0,-2 0 89 0,3 0-50 16,1 0-33-16,2 0 406 15,6 0-223-15,1 0-111 16,2 0-20-16,5 0 258 0,1 0-89 0,0 0-99 0,15 0-33 0,9 0 249 16,14 0-156-16,-2 3-69 0,10 1-48 0,3 0 329 15,0-1-184-15,3-1-92 0,-1 0 72 0,-10 0-74 16,12-2-49-16,-10 0 1 0,-7 0-298 0,-1 0 129 15,0-2 64-15,-11-2-355 0,-2-3 206 0,-3 0 106 16,-8 3 44-16,-3 0-195 16,-5 2 45-16,-3 0 78 0,0 0-19 0,-3 2-207 15,-10 0 148-15</inkml:trace>
  <inkml:trace contextRef="#ctx0" brushRef="#br0" timeOffset="29896.7">12305 10146 662 0,'0'-18'0'0,"0"-2"0"0,0 0 0 16,0-2 0-16,0-2 0 0,0-5 0 0,0-3 92 0,0 2-30 0,0-2 54 0,0 2-41 0,-4 1-13 15,0-2-9-15,0 3 4 0,-1 0-25 16,-1 3 1-16,-1 1 0 0,-1 3 5 0,-3 0-5 16,0 4-1-16,-3 3 1 0,0 3 7 0,-4 1-7 15,2 4 7-15,-1 3 38 0,-1 1-23 16,2 2-1-16,-1 0 72 0,0 0-46 0,0 7-16 16,2 3-8-16,2 1 35 0,0 4-29 0,4 2 1 15,1-1-31-15,2 6 117 0,3 4-62 0,1 0-27 16,2 4 95-16,0 4-61 0,0 5-30 0,2-1 7 15,3 13 83-15,5-4-61 0,-1 7-30 0,0 1 92 16,3-1-53-16,-1 0-39 16,0 1 0-16,-1-3 7 0,1-1-38 0,-2-2 1 15,-2-8 8-15,3 9-43 0,-6-15-1 0,0 1 36 16,-3-1 0-16,1-3-77 0,-2-7 47 0,0 1-8 16,-11-9-88-16,-2 0 60 0,-7-3 7 0,-3-4-161 15,2-4 81-15,-6-2 52 0,2-1 3 0,4-1-272 16,-2-2 140-16,3 0 75 0,5 0 29 0,4-5-139 15,3-1 92-15,4-6 47 0,4 1 23 0,4-6-449 16,16-2 228-16</inkml:trace>
  <inkml:trace contextRef="#ctx0" brushRef="#br0" timeOffset="30187.01">12423 10346 1440 0,'2'0'0'0,"-2"0"0"0,0 0 0 0,0 0 0 0,0 0 0 0,0 0 0 0,0 0 0 0,-4 5 488 0,2 6-227 0,2 6-115 16,0 0-48-16,0 8 110 0,0 0-88 0,0 2-43 16,0 4-28-16,0-2-16 15,0-4 8-15,0 7-8 0,0-12-97 0,-2 5 49 16,-3-6 23-16,-2 0-20 0,-1-5 30 0,0-3-8 16,1-3 23-16,-1-1 159 0,3-1-80 0,0-4-39 15,4 0 8-15,-1-2 202 0,0 0-125 0,2 0 66 16,0 0-224-16,0 0 0 0,4 0 0 15,11 0 0-15,1 0 0 0,2 0 0 0,3 0 0 0,-1 0 0 16,3-2 0-16,-2 0 0 16,-1 1 0-16,-1-2-469 0,0 1 252 0,-1 1 67 15,-1 1 75-15,0 0-678 0,0 0 360 0,-2 0 180 16,0 0 91-16,-4 1-273 0</inkml:trace>
  <inkml:trace contextRef="#ctx0" brushRef="#br0" timeOffset="30368.07">12748 10478 1434 0,'2'-7'0'0,"0"4"0"0,1 1 0 0,1 2 0 0,0 0 0 0,-3 0 0 0,6 2 0 0,-3 9 285 0,-1 2-126 0,3 2-63 0,-1 2 429 16,-1 3-246-16,-2 3-115 0,0 3-70 0,0-1 143 16,-2 1-102-16,0 1-51 0,0-1-276 0,0-5 120 15,0 0 49-15,0 2 27 0,0-5-278 0,0 2 153 16,2-5 77-16,2-5-784 0,1-1 413 0</inkml:trace>
  <inkml:trace contextRef="#ctx0" brushRef="#br0" timeOffset="30654.33">13223 9840 1050 0,'-9'-11'0'0,"9"11"0"0,-2 0 0 0,0 0 0 0,0 0 0 0,1 2 0 0,-1 15 0 0,2 3 612 0,0 9-290 0,0 8-144 16,0 8 121-16,5 4-125 0,4 4-75 0,-2 1-33 16,4-1 21-16,-4-1-27 0,-2 1 9 0,-1-3-55 15,-2 0 19-15,0-1-1 0,-2-3 1 0,0-1-138 16,0-5 77-16,-6-1 26 0,-3-3 1 15,0-8-341-15,1-7 133 0,-3-6 109 0,4-8-474 16,-4-5 276-16,2-2 132 0,0-6 67 16,2-20-312-16,1-9 189 0</inkml:trace>
  <inkml:trace contextRef="#ctx0" brushRef="#br0" timeOffset="30851.24">13120 9974 1382 0,'7'-29'0'0,"5"9"0"0,3 1 0 0,4 2 0 0,-1 4 0 0,3 5 0 0,5 3 0 0,1 3 178 0,-1 2-72 15,0 0-37-15,0 6 325 0,-3 10-172 0,-2 6-99 16,-5 4-45-16,0 4 120 0,-9 3-83 16,-3 1-41-16,-4 1-25 0,0 3-17 15,-9-4 1-15,-9-2 0 0,-2-2-102 0,-2-8 51 16,-3-1 34-16,-2-5-312 0,-1-5 165 0,2-4 81 16,2-3-3-16,3-2-453 0,0-2 211 0,3 0 135 15,4 0 64-15,7-2-182 0,3-5 123 0</inkml:trace>
  <inkml:trace contextRef="#ctx0" brushRef="#br0" timeOffset="31480.64">13817 10252 790 0,'-8'0'0'0,"1"-8"0"0,3 1 0 0,-2-8 0 0,-1-2 0 0,-1-2 0 0,-1 2 0 0,2 0 470 16,-2 0-211-16,0-1-117 0,0 2-55 0,0 1 51 15,-1 7-53-15,3 1-17 16,-6 4 26-16,-1 3-30 0,0 1 0 0,-2 20-31 16,-2 13-44-16,4 0 30 0,2 11-8 0,0-2 55 15,4 0 1-15,7-7-35 0,1 0 1 0,0-9 82 16,0 6-45-16,7-14 0 0,7-1-37 0,-2-7-25 16,6-2 1-16,-4-8 32 0,4-1-65 0,3-6 28 15,-5-13 0-15,1-7 29 0,1-12-261 0,-2 3 119 16,0-14 62-16,2 0-355 0,-4-1 192 15,2-5 63-15,-5-1 58 0,1 2-124 0,-3-3 94 16,-2 1 43-16,-2-1 22 0,1 1 39 0,-2 0-18 0,2 3-7 16,-2 6 58-16,-3 15-25 15,1 6-1-15,-2 9 289 0,0 6-157 0,0 3-87 16,0 6-30-16,0 2 438 0,-5 25-213 0,-3 14-67 16,2 4-66-16,2 8 153 0,3 6-114 0,-3 10-53 15,4-3-25-15,-2 1 190 0,0 2-109 0,2-11-46 16,0 6 38-16,0-8-51 0,0-1-24 0,0-8-1 15,0-8-194-15,2-3 92 0,5-4 36 0,-1-11-591 16,0-4 316-16,2-5 121 16,-1-5 91-16,0-5-706 0,1 0 377 0,0-13 184 15,1-10 92-15,-4-3-279 0,1-4 186 0,0-2 84 16,-2-1 55-16,-1 1 8 0,1-2-1 0,1 2 72 16,1 1 62-16,0 9-59 0,0 0-14 0,1 1 419 15,2 6-220-15,5 1-111 0,-1 5-55 0,2 2 634 16,3 4-321-16,3 2-122 0,4 1-90 0,-5 0 192 15,3 13-142-15,-6 4-61 0,1 6 13 16,-4 1-45-16,-3 4-25 0,-4 1 1 16,-5-2-50-16,-2 0 35 0,0 4-8 0,-4-4-106 15,-10-3 53-15,-5 1 26 0,2-8 9 0,-9 2-146 16,1-5 81-16,-1 0 30 16,1-6 24-16,5-3-389 0,1-1 146 0,3-4 110 0,2 0-292 0,7-6 194 15,5-15 97-15,2-5 48 0,5-4-361 0,16-12 217 16</inkml:trace>
  <inkml:trace contextRef="#ctx0" brushRef="#br0" timeOffset="31642.53">14352 9890 1757 0,'7'-18'0'0,"-3"11"0"0,-2-1 0 0,-2 3 0 0,0 3 0 0,-15 2 0 0,-6 2 0 0,1 14 0 0,-1 6 190 0,0 9-79 16,3 3-31-16,-1 9 509 0,10 1-278 0,5-1-139 15,4 1-70-15,0 0 306 0,6-9-200 0,14 9-41 16,4-11-167-16,5-3 0 0,4-2 0 0,3-4 0 15,-2-8-241-15,11 1 153 0,-2-6 61 0,-1-5-517 0,-8 0 288 16</inkml:trace>
  <inkml:trace contextRef="#ctx0" brushRef="#br0" timeOffset="32271.79">14621 10140 1115 0,'0'0'0'0,"0"0"0"0,-2 0 0 0,2-1 0 0,0-1 0 0,0 0 0 0,0-1 0 0,9-3 444 16,6-2-205-16,8 1-104 0,1-1-50 0,-1 3 278 16,7-3-169-16,-4 4-80 0,2 0-8 0,-2 3-37 15,1-2 0-15,-5 3-106 0,3 0 31 0,-3 0 0 16,-1 0 39-16,-4 0-341 0,-4 0 178 15,1 0 78-15,-5 0 42 0,-4 0-603 0,-1 0 302 0,-2 0 84 16,-2-3 89-16,0-3-281 0</inkml:trace>
  <inkml:trace contextRef="#ctx0" brushRef="#br0" timeOffset="32444.33">14827 9850 1002 0,'-7'-6'0'0,"-1"5"0"0,5-2 0 0,-1 3 0 0,0 0 0 0,3 3 0 0,-2 10 0 0,3 3 168 0,0 7-60 0,0 7 74 15,0 2-74-15,3 6-38 0,-2 4 0 0,1 3 155 16,-2-3-87-16,0 9-57 16,0-8-25-16,0-9-124 0,0 4 50 0,0-2 26 15,0-1 8-15,2-6-280 0,0 0 148 0,0-8 75 16,-1-3-429-16,3-3 203 0,2-3 129 0</inkml:trace>
  <inkml:trace contextRef="#ctx0" brushRef="#br0" timeOffset="32835.78">15363 9947 920 0,'0'-4'0'0,"-4"3"0"0,0 1 0 0,-2 0 0 0,1 0 0 0,-3 0 0 0,3 9 0 0,-5 12 350 16,4 2-158-16,1 10-80 0,-2 10 147 0,3-3-105 15,0 11-64-15,4-5 109 0,0 0-83 0,0-11-42 16,4 2-21-16,9-2 90 0,6-8-59 0,-1-4-26 16,5-6 0-16,1-5-2 0,1-5 0 0,-3-5-15 15,10-2-8-15,-6-2-18 0,1-16 18 0,-1-6-1 16,1-9-127-16,-6 1 71 0,-1-11 25 15,-3-2-212-15,-6 0 102 0,-2-4 63 0,-5 2 4 16,-2 4-118-16,-2-10 58 0,0 5 42 16,-8 2-8-16,-3 5-1 0,-2 5 15 0,-4 3-9 15,3 6 30-15,-2 10-33 0,1 5 1 0,-2 7 32 16,-2 5-81-16,-1 5 32 0,1 22 9 0,1 10-258 16,4 4 149-16,3 4 74 0,1 3 38 0</inkml:trace>
  <inkml:trace contextRef="#ctx0" brushRef="#br0" timeOffset="33071.32">15135 10533 992 0,'-20'0'0'0,"6"-4"0"0,3-7 0 0,4-6 0 0,3-4 0 0,4-6 0 0,0-1 265 16,20-4-116-16,10 1-59 0,6-1 165 0,6 1-104 15,1 3-62-15,2 3 72 0,2 8-64 0,-3 7-32 16,-9 9 0-16,4 1 8 15,-5 0-40-15,-2 11 0 0,-2 10 0 0,-4 3 42 16,-3 5-21-16,-1-2 8 0,-3 1-29 0,0 1 67 16,-1-3-34-16,3-1 0 0,-1-3-81 0,-2-4 32 15,6 0-8-15,-1-7-314 0,4-3 166 0,-2-6 67 16,3-2 47-16,4 0-701 0,0-10 352 0</inkml:trace>
  <inkml:trace contextRef="#ctx0" brushRef="#br0" timeOffset="33539.03">16262 10147 1067 0,'-9'-12'0'0,"5"3"0"0,1 0 0 0,-2-2 0 0,0-5 0 0,1-1 0 0,-1 4 318 15,1-1-142-15,0-4-72 0,-2 3-35 0,-1 0 103 16,-1 2-61-16,-1 2-43 0,-3 5 0 0,0 5-66 15,-6 1-1-15,-2 0 32 16,-2 18-31-16,-5 8-8 0,2 6 39 0,4 6-1 16,0 5 39-16,2 0-38 0,9-5 8 0,0 1 108 15,5 0-58-15,5-4-29 0,0-7 0 0,0-6 51 16,10-2-32-16,5-4-8 0,2-5-41 0,1-5-70 16,3-6 36-16,5 0-1 0,-1-6-187 0,2-15 108 15,1-9 57-15,-5-4-190 0,2-3 116 0,-2-6 30 16,-2-2 39-16,-3 0-404 0,-2-4 201 15,-6-2 100-15,0-1 50 0,-5 1-66 16,0-3 50-16,-4-1 37 0,1-1 1 0,-2-1 91 16,0 3-31-16,0 3 0 0,0 14 168 0,0 1-95 15,0 17-53-15,0 6 389 0,-2 3-214 0,-1 7-71 16,-2 3-9-16,2 16 74 0,-1 20-75 0,0 11-40 16,2 14 0-16,1 6 195 0,-1-7-109 0,2 21-67 15,-2-6-30-15,0-2 314 16,2-2-171-16,0-10-87 0,0-2 74 0,0-2-192 15,6-10 0-15,1-9-260 0,2-3 163 0,1-8 72 16,-1-3 26-16,0-8-333 0,0-6 183 0,0-3 90 16,3-7 46-16,0 0-982 0,1-7 485 0,-4-17 239 0</inkml:trace>
  <inkml:trace contextRef="#ctx0" brushRef="#br0" timeOffset="33672.68">16455 10081 1308 0,'4'-15'0'0,"-1"7"0"0,-1 3 0 0,-1 3 0 0,1 0 0 0,0 2 0 0,4 0 0 0,-1 0 0 0,4 0 566 0,3 9-267 0,3 1-125 0,0 0 175 16,0 4-158-16,2 1-79 0,-3-1-40 16,4 0-270-16,-4 1 123 0,2-2 50 0,-2-1-667 15,0-3 363-15,1-1 180 0</inkml:trace>
  <inkml:trace contextRef="#ctx0" brushRef="#br0" timeOffset="33872.01">16886 9678 1600 0,'-6'0'0'0,"1"0"0"0,-1 9 0 0,-4 14 0 0,-1 2 0 0,-2 15 0 0,0 4 335 15,-5 17-151-15,-2 2 454 0,-1 11-303 0,1 1-143 16,-6 14-83-16,3-3 258 0,0-2-32 0,0 1-335 0,-2-1 0 16,6-12 0-16,-2 3 0 0,3-10 0 0,4-17 0 15,1 4 0-15,2-16 0 0,3-7 0 0,5-3-796 16,1-12 461-16,0-2 169 0,2-9-879 15</inkml:trace>
  <inkml:trace contextRef="#ctx0" brushRef="#br0" timeOffset="34047.05">16965 10015 1699 0,'3'-13'0'0,"6"6"0"0,8 2 0 0,0-2 0 0,-2 2 0 0,3 1 0 0,0 0 377 0,3 1-164 0,1 0-94 0,2 1 349 16,3 2-218-16,-6 0-109 0,5 0-341 16,-8 0 125-16,5 2 50 0,-4 6 29 0,-4-2-720 15,-4 5 375-15,-1 2 187 0</inkml:trace>
  <inkml:trace contextRef="#ctx0" brushRef="#br0" timeOffset="34188.67">17014 10296 2666 0,'-16'9'0'0,"7"-1"0"0,3 0 0 0,2-4 0 0,2-3 0 0,2 2 0 0,0-3 0 0,7 0 0 0,20 0 454 0,1 0-202 16,4-3-114-16,3 0 171 0,4-1-33 15,-2 3-276-15,1-4-222 0,-3 4 157 0,1-1 45 16,-5 0 27-16,2 2-1037 0</inkml:trace>
  <inkml:trace contextRef="#ctx0" brushRef="#br0" timeOffset="34912.08">18386 9805 697 0,'-16'-21'0'0,"7"2"0"0,4 0 0 0,-2-1 0 0,-3 0 0 0,2-5 0 0,1 1 62 0,-2-5-1 0,1 6 50 16,-1-8-43-16,0 2-1 0,-3 2-34 0,1-1 23 15,0 5-24-15,-1 4 9 0,-3 2-8 0,0 4 29 16,-2 5-29-16,0 5 0 15,-1 3 88-15,-5 0-48 0,0 11 0 0,2 10-40 16,0 5 81-16,0 9-40 0,8-1-12 0,-3 10 80 16,9-1-54-16,3 4-28 0,4 2 0 0,0 1 86 15,0 1-49-15,4 3-35 0,3 3-1 0,5 7 45 16,-5-4-37-16,3 0 1 0,-7-8-21 0,3 5-16 16,-5-5 0-16,2 0-4 0,-3-4-17 0,0-1 0 15,0-8 29-15,-12 6-58 0,3-11 25 0,-2 0 1 16,-2-2 23-16,-2-6-105 15,3-7 50-15,-2-4 5 0,0-4 0 0,1-4-333 16,4-4 171-16,-1-3 87 0,3 0 16 0,1-5-234 16,6-9 140-16,0-9 69 0,2-6-459 0</inkml:trace>
  <inkml:trace contextRef="#ctx0" brushRef="#br0" timeOffset="35188.43">18339 10103 700 0,'10'8'0'0,"-5"7"0"0,-1 2 0 0,-4 3 0 0,0 1 0 0,0 5 446 0,0-3-198 0,0 7-112 16,-4 0-51-16,0 0 122 0,-1 0-87 0,1-2-43 15,-2-2-62-15,1 5-9 0,-1-11 27 0,-1 2 0 16,0-2-42-16,0-3 21 0,0-6 8 0,0 0 19 16,1-4-6-16,0-1-1 0,0-2 1 0,4-2 162 15,1-2-73-15,-1 0-48 0,2 0-1 0,0 0 205 16,0 0-123-16,0 0-60 15,2 0-24-15,9 0 96 0,2 0-67 0,2 0-33 16,2 0 16-16,0 0-17 0,3-2-8 0,0 2-160 16,-2 0 68-16,1 0 33 0,0 0 1 0,-1 0-433 0,0 0 229 15,-2 2 82-15,0 5 72 0,-2 1-782 0,3-2 399 16,-2 1 193-16</inkml:trace>
  <inkml:trace contextRef="#ctx0" brushRef="#br0" timeOffset="35465.28">18615 10388 1255 0,'-4'-3'0'0,"4"1"0"0,0 0 0 0,0 0 0 0,10-1 0 0,3-1 0 0,4 2 164 0,0 2-65 0,0 0-33 16,-1 0 230-16,2 4-135 0,-4 5-64 16,0 4-33-16,-5-1-37 0,-4 6 5 0,-3-1 9 0,-2 2-160 15,0 4 76-15,-7-3 38 0,-8-1-1 16,-4 0-18-16,2-6 36 0,-1 2-7 15,-3-4 66-15,2 0-77 0,2-1 1 0,2-5 23 16,4-1 143-16,2-1-84 0,1 0-32 0,4-2-9 16,2-1 182-16,0 0-92 0,2 0-39 0,0 0-97 15,12 0 22-15,4-1-1 0,7-5 22 16,4-1-256-16,1 1 136 0,2 0 56 16,2-1-567-16,-2 1 275 0,2 0 153 0,-2 3 35 0,-5 1-199 15</inkml:trace>
  <inkml:trace contextRef="#ctx0" brushRef="#br0" timeOffset="35738.1">19133 9663 1928 0,'-3'-8'0'0,"3"6"0"0,0 2 0 0,0 0 0 0,0 2 0 0,0 8 0 0,1 7 0 0,1 8 0 0,0 5 0 0,0 8 468 0,0 6-222 0,1 2-106 15,-3 2 72-15,0 0-90 0,0-1-44 0,0-4-15 16,0 7-151-16,0-7 60 0,0 1 30 0,0-9 0 16,0 5-142-16,0-4 94 0,0-6 36 15,0-8-552-15,0-3 293 0,0-10 54 16,0-1 105-16,0-7-532 0,0-1 308 0</inkml:trace>
  <inkml:trace contextRef="#ctx0" brushRef="#br0" timeOffset="35944.55">19098 9822 1353 0,'2'-30'0'0,"1"7"0"0,5 4 0 0,3 4 0 0,2 2 0 0,3 2 0 0,0 3 0 0,5 3 0 0,0 2 403 0,1 3-186 0,4 0-92 0,-5 5-46 16,0 10 81-16,-4-1-56 0,0 11-39 0,-6 0-29 0,-6 1-3 15,-3 4 0-15,-2-2-88 16,0 2 53-16,-14 0 13 0,-6-2-1 0,0-4-114 0,-2-1 68 16,-1-2 35-16,2-8 8 0,-5 2-230 0,7-7 116 15,-4-3 15-15,3-2 42 0,3-3-329 0,6 0 165 16,-1 0 94-16,7 0-149 0</inkml:trace>
  <inkml:trace contextRef="#ctx0" brushRef="#br0" timeOffset="36397.91">19820 9878 1319 0,'-10'-17'0'0,"2"6"0"0,3 0 0 0,-1 0 0 0,-4-5 0 0,1 1 0 0,0 2 0 0,-1 2 0 0,-1 1 190 0,2 1-78 0,-5 1-32 0,0 5 24 16,-2 0-36-1,-2 3 0-15,-3 4 2 0,-2 15-1 0,3 4-28 0,-1 5-8 16,0 6 46-16,7 0-23 0,0 2 0 0,5-3-23 16,5-6 60-16,2 6-33 0,2-10-1 0,0-2-22 15,2-3-5-15,9-3 1 0,3-5 8 0,-1-5-41 16,2-2-1-16,0-3 34 0,2 0-103 0,1-14 51 16,1-9 34-16,1-3-12 0,0-10-255 0,1-1 131 15,-3-4 42-15,1-1 41 0,-4 5-323 16,5-14 163-16,-4 7 83 0,-1-1-97 0,-2-2 90 15,-2 1 45-15,-4 3 16 16,3-9 28-16,-2 1 0 0,-3 1 0 0,1 7 44 0,-3 5-23 16,-1 11-7-16,-2 2-14 0,0 12 234 0,0 4-117 15,0 5-59-15,-2 4-13 0,-5 2 414 0,-2 24-165 16,-1 12-118-16,3 5 141 0,-1 5-125 0,5 7-64 16,-3 3-22-16,3 10 149 0,3-6-94 15,-3-11-48-15,3 5 68 0,0-3-58 16,0-10-21-16,3 5-7 0,4-12-98 0,4 0 35 15,-2-4-1-15,5-3 35 0,-4-12-500 0,2 2 246 16,1-5 127-16,0-4-805 0,1-9 432 0</inkml:trace>
  <inkml:trace contextRef="#ctx0" brushRef="#br0" timeOffset="36621.87">19995 9784 756 0,'2'-17'0'0,"5"4"0"0,2 2 0 0,2 0 0 0,2 1 0 0,0 1 510 0,3 3-238 15,0 2-120-15,3 2 318 0,-1 2-210 0,0 0-118 0,-2 6-55 16,-2 9 69-16,-5 3-61 0,-2 3-31 0,-2 2 7 16,-5 7 14-16,0-4-27 0,-7 5 1 0,-7-1-26 15,-4-2-93-15,0-2 55 0,-3 2 15 16,0-5-164 0,-1-1 93-16,-2-1 47 0,-3-2-274 0,1-2 120 0,-2-4 85 0,1-3-7 15,1 0-245-15,6-4 151 0,2-4 76 0,8-2 29 0,0 0-96 16,6-2 71-16,4-11 35 0,3-10 1 15,15-2-304-15</inkml:trace>
  <inkml:trace contextRef="#ctx0" brushRef="#br0" timeOffset="36820.92">20355 9619 1153 0,'1'-4'0'0,"-1"0"0"0,0 3 0 0,-3 1 0 0,-15 0 0 0,2 0 0 0,-5 7 566 0,2 10-258 0,-1 7-142 0,2 5-67 16,4 4 500-16,2 2-284 15,5 3-140-15,5 2-64 0,2-2 86 0,0 1-83 16,7-4-40-16,11-1-56 0,1-5 15 16,3 0 134-16,2-6-167 0,1-2-512 0,1-4 320 0,-2-7 112 15,-3-1-684-15,3-8 386 0,-3-1 86 0,1 0 132 16,-1 0-481-16,-3-10 305 0</inkml:trace>
  <inkml:trace contextRef="#ctx0" brushRef="#br0" timeOffset="36980.08">20521 9807 1043 0,'-11'-14'0'0,"6"7"0"0,-1 2 0 0,5-3 0 0,1 0 0 0,0 1 0 0,0 1 431 0,11 0-199 0,11 0-100 0,2 3 92 15,1-1-87-15,6 3-56 0,-2 1-25 16,-1 0 86-16,-2 0-55 0,1 0-27 0,-7 5-336 0,3 2 151 16,-4 1 78-16,-1 0 41 15,-4-1-533-15,-7-1 287 0,0 0 80 0,-5-3 89 16</inkml:trace>
  <inkml:trace contextRef="#ctx0" brushRef="#br0" timeOffset="37143.33">20661 9465 1112 0,'-2'-9'0'0,"0"7"0"0,0 0 0 0,0 2 0 0,1 2 0 0,-1 16 0 0,-1 9 0 0,1 3 304 0,2 5-136 15,0 8-67-15,-2-7 356 16,1 11-216-16,1-4-104 0,0 0-52 0,0-1-77 0,0 0 25 15,0-7 8-15,0 2-8 0,0 1-607 0,1-4 303 16</inkml:trace>
  <inkml:trace contextRef="#ctx0" brushRef="#br0" timeOffset="37456.5">21074 9583 1435 0,'-11'7'0'0,"3"16"0"0,0 11 0 0,1 0 0 0,-2 2 0 0,1 2 0 0,2 4 0 0,2 5 444 0,4-2-206 0,0 0-103 0,2-9 116 15,10 0-113-15,4-5-52 0,7-5-127 0,2-7 36 16,3-7 1-16,2-10 45 0,2-2-101 0,5-10 47 16,-3-14 23-16,-2-6-1 15,-4-4-179-15,-5 4 109 0,-1-13 43 0,-7 3-32 16,-4 1-114-16,-2-4 25 0,-6 0 58 0,-1-6 75 15,-2 0-26-15,0-2-1 0,-7 1 49 0,-7-3-22 16,-2 6-1-16,0 10-16 0,-5 3 73 0,-1 7-27 16,-2 8 0-16,-1 11-16 0,4 5 37 0,1 3-14 15,-4 10 1-15,3 14-12 0,2 6-93 0,0 10 38 16,5-1-1-16,2 0-291 0,-1 12 157 0,1-2 64 16,5-1-431-16</inkml:trace>
  <inkml:trace contextRef="#ctx0" brushRef="#br0" timeOffset="37697.85">20866 10128 851 0,'-12'0'0'0,"5"0"0"0,1 0 0 0,3-11 0 0,3-7 379 0,0-6-173 0,0 2-86 0,14-5-44 16,13-4 136-16,-3 6-82 0,12-7-52 0,-3 6-23 16,3 1 147-16,-6 6-84 15,4 3-43-15,-1 3-11 0,-3 3-8 16,-1 6-24-16,-8 4 23 0,0 0 0 0,-3 4-22 15,-3 13 8-15,-4 5 85 0,-2 5-46 0,0-1-24 0,0 2 0 16,0-3 35-16,5 5-33 0,0-6 0 0,5-3-25 16,1-7-43-16,7-2 21 0,-3-6 9 0,6-5-269 15,1-1 141-15,-1 0 64 0,0-11-640 0,3-3 314 16,-3-6 167-16,1 0 64 0</inkml:trace>
  <inkml:trace contextRef="#ctx0" brushRef="#br0" timeOffset="38051.25">21847 9328 1620 0,'2'-17'0'0,"-2"7"0"0,0 4 0 0,0 3 0 0,0 1 0 0,0 2 0 16,0 10 0-16,0 14 0 0,0 15 480 0,0 8-224 0,0 10-103 0,-2 13 123 0,-1-1-122 16,-1 0-60-16,2-1-31 0,0-3 217 0,2-10-115 15,0 5-71-15,0-5-32 0,0-7-29 16,0-11-1-16,0-1 1 0,0-11-170 0,2-5 81 15,-2-10 44-15,2-2 23 0,-2-5-272 0,0-3 146 16,0-2 47-16,0-14-43 0,-5-2-2 0,-5-8 49 16,0 1-195-16,-2-2 113 0,-1-5 49 0,-4 0 36 15,-3 2-110-15,2 4 69 0,-3 3 34 0,0 4 1 16,5 10 57-16,-5 1 8 0,1 7-30 0,-3 1 261 16,2 0-131-16,0 11-65 0,8 4-41 15,-1 9 176-15,4 2-71 0,4 1-57 16,6 3 366-16,0 0-188 0,2-2-79 0,9 0-57 15,6-3 33-15,4-7-41 0,6-1-21 0,0-7 0 16,5-5-347-16,3-5 160 0,6 0 83 0,-9-7-754 16,1-8 377-16,-1-4 210 0,-2 1 34 0,-3-6-476 15,-6-1 314-15</inkml:trace>
  <inkml:trace contextRef="#ctx0" brushRef="#br0" timeOffset="38173.94">21998 9803 1653 0,'0'-19'0'0,"0"14"0"0,0-1 0 0,0 4 0 0,0 0 0 0,0 2 0 0,0 0 0 0,0 0 0 0,0 7 244 0,3 3-106 0,13 1 108 0,-2 0-98 16,6 0-62-16,0 1-26 0,0-3-90 0,1 1 31 16,0-3 1-16,1-1 39 0,1-2-556 0,-2 0 274 15,-1-3 137-15</inkml:trace>
  <inkml:trace contextRef="#ctx0" brushRef="#br0" timeOffset="38372.51">22431 9448 2087 0,'2'-19'0'0,"0"6"0"0,-2 4 0 0,0 1 0 0,0 2 0 0,-7 6 0 0,-11 2 0 0,-3 27 363 0,-6 12-169 0,-7 16-80 15,1 2 203-15,-3 9-142 0,-9 15-72 0,4-12-26 16,-12 23 272-16,-2-2-33 16,1 5-316-16,1 1 0 0,4-2 0 0,14-15 0 15,-4 15 0-15,16-24-380 0,1 4 223 0,3-10 94 16,3-14 48-16,3-8-814 0,4-6 410 0,1-11 139 15,3-5-180-15</inkml:trace>
  <inkml:trace contextRef="#ctx0" brushRef="#br0" timeOffset="38562.01">22431 10330 2269 0,'0'0'0'0,"0"0"0"0,7 6 0 0,-2-2 0 0,-3-2 0 0,0-2 0 0,-2 0 0 0,0 0 365 0,0 0-166 15,0 0-83-15,0-8-417 0,0-5 175 0</inkml:trace>
  <inkml:trace contextRef="#ctx0" brushRef="#br0" timeOffset="53963.88">2524 11286 884 0,'-2'-3'0'16,"-3"3"0"-16,4 0 0 0,-1 0 0 0,0 0 0 0,2 0 199 0,-1 0-75 0,1 0-50 15,0 0-20-15,0 0 271 0,0 0-145 0,1 0-74 16,9 0 136-16,-2 2-109 0,2-2-50 0,1 1 2 16,-2-1-26-16,-1 0 1 0,2 0-19 0,-4 0-81 15,-3 0 37-15,0 0 0 0,-1 0 36 0,0 0-99 16,-2 0 58-16,0-1 16 0,0-1 0 0,-2 0-319 16,-4 0 124-16,-1 2 96 0,2 0-607 0</inkml:trace>
  <inkml:trace contextRef="#ctx0" brushRef="#br0" timeOffset="54272.16">2450 11574 1354 0,'-5'0'0'0,"0"0"0"0,3 0 0 0,-1-2 0 0,1 0 0 0,1 2 0 0,-1 0 0 0,2-2 230 0,-3 2-99 0,3 0-41 16,0 0 102-16,0 0-79 0,0 8-41 0,0 5 1 16,0 2 65-16,0 4-44 0,3 2-34 0,-3 4-1 15,0 4 18-15,0 1-21 0,0 2-1 0,0 1 74 16,-8 3-52-16,-1 6-22 0,-1-9 37 16,2 5-29-16,-4-1 7 0,2-1-37 0,0-2-65 15,-1-1 33-15,3-8 0 0,2-3 31 16,-2-1-279-16,2-4 136 0,3-6 50 15,1-3 42-15,-1-4-571 0,3-3 281 0,0-1 121 16,0 0-151-16,0-9 153 0,3-11 76 0,2-7-380 0</inkml:trace>
  <inkml:trace contextRef="#ctx0" brushRef="#br0" timeOffset="54488.58">2420 11632 1321 0,'2'-18'0'0,"0"9"0"0,1 2 0 0,0 2 0 0,-1 1 0 0,1 1 0 0,-2 3 0 0,6 0 263 0,0 0-115 0,2 0-58 0,2 10 382 16,6 4-223-16,-4 5-108 0,4 3-55 0,1 3 254 16,2 6-154-16,-1 3-68 0,4 5 22 0,-3-1-54 15,1 1-26-15,0 0 0 0,-1-1 5 0,-1-6-24 16,-1 4-9-16,1-5-236 0,-1 2 119 0,-1-3 58 16,-4-4 30-16,-1-4-439 0,-4 1 227 0,-1-2 46 15,-3-4 81-15,-2-6-508 0,1 1 278 16,-3-3 132-16,0-3-398 0,-9-3 273 0</inkml:trace>
  <inkml:trace contextRef="#ctx0" brushRef="#br0" timeOffset="54646.16">2473 11989 928 0,'0'0'0'0,"0"0"0"0,0 0 0 0,0 0 0 0,0 0 0 0,0 0 0 0,0 0 632 0,2 0-300 0,7 0-149 0,5-2-76 16,4-3 356-16,-2 1-220 0,1 0-105 0,2 2-52 15,2 0-137-15,-2 2 49 0,2 0 14 0,-2 0-707 16,3 0 364-16,-1 0 182 0</inkml:trace>
  <inkml:trace contextRef="#ctx0" brushRef="#br0" timeOffset="55456.39">2603 8660 948 0,'0'-4'0'0,"-4"2"0"0,2 0 0 0,-1 2 0 0,1 0 0 0,0 0 0 0,2 4 178 0,-1 9-73 0,1 7-36 0,0 6 247 15,0 6-142-15,0 4-62 0,0 9-44 0,0-2 155 16,0 3-96-16,0 0-47 15,0-1-23-15,1-6 7 0,1 7-31 0,0-10 0 16,1 1 27-16,-1-3-28 0,-2-2 1 0,4-7-167 16,-3 0 79-16,1-1 44 0,0-8 22 0,-2-5-277 15,0-1 143-15,0-5 30 0,0-3 49 0,0-2-356 16,0-2 184-16,0-14 92 0,0-10 37 16,0-5-291-16,0-12 173 0</inkml:trace>
  <inkml:trace contextRef="#ctx0" brushRef="#br0" timeOffset="55820.27">2487 8722 1171 0,'0'-18'0'0,"-5"3"0"0,4 3 0 0,1-2 0 0,0-1 0 0,0-2 0 0,8 0 0 0,11-2 193 15,10 0-72-15,4-1 43 0,5 6-66 0,0-1-33 16,-3 12 1-16,2 1 51 0,2 2-33 0,-6 0-30 16,-3 16 0-16,-5 0-77 0,-3 5 28 15,-7 3 0-15,-3-2 36 0,-6 13-46 16,-4-6-1-16,-2 6 39 0,0-2-38 0,-13 1 38 15,-4 0 2-15,-3-4 32 0,-2-2 1 0,-5-5-73 16,0-3 30-16,-1-7 133 0,4-4-53 0,-4-1-40 16,8-6 4-16,-2-2 67 0,6 0-52 0,7 0-25 15,1 0 101-15,3 0-68 0,5-6-29 0,0-3-51 16,11-3 0-16,11 3 21 0,7 1 8 0,4 0-111 16,2 0 52-16,5 4 26 0,-2 2-1 0,1 2-42 15,-4 0 42-15,-3 12-8 0,-2 5-8 16,-6 3-112-16,-9 3 41 0,-1 2 42 15,-10-2-20-15,-4 8 72 0,0-3-53 0,-11-2 197 16,-11 0-82-16,-6-2-41 0,-4-3-15 0,0-4-36 16,-3-4 28-16,0-5-6 0,3-3 23 0,0-5-177 15,7 0 88-15,1 0 34 0,1-1 18 0,7-8-595 16,6 2 278-16,4 0 146 0,4 1-534 0</inkml:trace>
  <inkml:trace contextRef="#ctx0" brushRef="#br0" timeOffset="56424.17">2427 9230 678 0,'0'-2'0'0,"0"0"0"0,3 0 0 0,-1 2 0 0,-2 0 0 0,1 0 431 0,1 0-199 0,-1 0-100 16,1 0-49-16,0 0 298 0,1 0-166 0,-1 6-96 15,-2 0 122-15,4 0-104 0,-3-1-52 16,-1 1-27-16,2-2 5 0,-2-1-10 15,0-1-20-15,0-2-56 0,0 0 28 0,0 2 0 16,0-2 36-16,0 0-179 0,0 0 86 0,0 0 42 16,0 0 21-16,0 2-429 0,0 3 214 0,-3 6 50 15,3 1-598-15,-4 7 360 0</inkml:trace>
  <inkml:trace contextRef="#ctx0" brushRef="#br0" timeOffset="57529.9">2450 9294 224 0,'0'0'0'0,"0"0"0"0,0 0 0 0,0 0 0 0,0 0 0 0,0 0 0 0,0-2 0 0,0-2 0 0,0 1 55 0,0 0-29 0,-1 0 0 0,1-1 58 16,-4 0-26-16,4 1 8 0,-2-3-33 0,2 2 31 15,-3 3 0-15,1-3-31 16,2 2 0-16,-2 0 100 0,2 0-54 0,0 0-23 15,0 0 122-15,0 2-72 0,-1 0-37 0,1 0 103 16,0 0-74-16,0 0-33 0,0 0 1 0,0 0 38 16,-2 0-35-16,2 6 7 0,-1 0-43 0,1 1 27 15,-2 0 0-15,2 2-27 0,0-2 0 0,0 0 43 16,0 2-7-16,0 1-37 0,0-1 2 0,0 3-2 16,0-1 1-16,0-2-1 0,0 4 0 0,0 1 1 15,0-3 0-15,0 2-1 16,2 0 1-16,-2 0 8 0,1 0-9 0,-1 2 1 15,0-1 0-15,0-2-1 0,2 2 1 0,-2-1 17 16,0 2-20-16,0-2 2 0,1 2-3 0,-1 0 4 16,0 0 1-16,2 2-29 0,0 0 27 0,-2 0 0 15,3 2 0-15,-3-1-28 0,2 1-2 0,-2 1 32 16,0-2-5-16,0 0-39 0,4 1 1 0,-4-2 34 16,1 0-7-16,-1 0-9 0,2-2 13 0,0 2-10 15,-1 0-20-15,-1 0 1 0,2 0 22 16,0-1-26-16,1 3 0 0,-3 2 21 15,1-2 3-15,-1 1-19 0,2 1 17 0,-2 1-4 16,2-1 3-16,-2-1-2 0,1 1 1 0,-1 1-1 16,0-3 2-16,0 1 17 0,2 1-19 0,-2-1 2 15,0-2 0-15,0 2 1 0,3-1 1 0,-3 1-24 16,0-1 22-16,2-1 0 0,-2 1-1 0,0 0-3 16,0 0 5-16,3-1-3 0,-3 0 1 0,3 2-14 15,-3-1 13-15,1 0-2 16,-1 0 4-16,2 1-29 0,-2-1 26 0,0 0-2 15,3 1-12-15,-3-1 12 0,0 2 2 0,0-2-9 16,0 3 6-16,0-1 0 0,0 1 0 0,0-1 29 16,0 1-27-16,0-1-3 0,0-2 2 0,0 2 28 15,0-5-27-15,0 3 1 0,0-2 1 0,0 0-6 16,0-2 5-16,0 1 4 0,0-2-21 0,0 1 19 16,0-2 1-16,2 3-1 0,1-3-24 15,-1 0-3-15,-1 0 23 0,1 0-30 16,-1 0 30-16,1 1-6 0,0 0 3 0,2-1-2 15,-2 2 1-15,1-2-3 0,-2 1 3 0,1 0-3 16,0 0 2-16,-1-1 0 0,1 0-1 0,-2-2 2 16,3-1 0-16,-3 1-2 0,0-1 2 0,0-1 0 15,2 0 0-15,-2 3-4 0,0-3 3 0,0 1 0 16,1-4 1-16,-1 3 22 16,0-2-23-16,0-2 1 0,0 1 0 0,2-2 24 15,-2 0-23-15,0-2 2 0,0-1-28 0,0-1 27 16,0 3 1-16,0-3-24 0,0 0 0 0,0 0 22 15,0 0-1-15,0 0-110 0,0 0 51 0,0-3 22 16,0-8 0-16,0-2-505 0,-2-2 255 0,2-6 118 16,0-7 71-16</inkml:trace>
  <inkml:trace contextRef="#ctx0" brushRef="#br0" timeOffset="58423.28">2468 9923 704 0,'0'-8'0'0,"0"1"0"0,0 2 0 0,0-1 0 0,0-1 0 0,0 4 0 0,0 1 0 0,-3 0 82 0,0 2-24 0,-2 0 120 16,2 0-73-16,-2 10-36 0,-1 5 8 0,-1 6 43 16,1 3-44-16,-2 4-22 0,-1 4 1 0,-3 2 48 15,0 7-40-15,-2-3 1 16,1-4-31-16,-1 2 31 0,-1-1 0 0,3-2-23 15,0-1-19-15,1-3 11 0,-1-3 0 0,5-5-110 16,-1-3 54-16,3-3 37 0,1-3-9 16,1-3-315-16,3-6 162 0,0 0 56 0,0-3 48 0,0 0-464 15,11-15 241-15</inkml:trace>
  <inkml:trace contextRef="#ctx0" brushRef="#br0" timeOffset="58574.93">2410 10006 316 0,'3'-12'0'0,"3"5"0"0,-3 1 0 0,2 3 0 0,1 0 0 0,-1 2 491 16,2 1-229-16,2 0-106 0,2 4 316 0,-1 7-219 16,4 2-110-16,-1 2 67 0,2 4-85 0,-3 0-37 15,3 7-33-15,0 0-27 0,2 2 5 0,-3 0 0 16,5 2 0-16,1 0-531 0,-1 1 261 0,1-2 135 16</inkml:trace>
  <inkml:trace contextRef="#ctx0" brushRef="#br0" timeOffset="59271.35">2897 10101 757 0,'-8'-5'0'0,"5"3"0"0,-1 0 0 0,-2 0 0 0,2 2 0 0,0 0 155 0,1 0-53 0,1 0-39 15,2 0 0-15,0 11 216 0,0 5-123 0,0 4-62 16,0 1 105-16,0 9-88 0,0 0-39 0,2 4-12 16,0 1-1-16,-2 3-26 0,0-1 8 0,0 1-69 15,0-2 31-15,0-1 0 16,0-2 6-16,0-4 1 0,-4-6 31 0,-2 1-9 15,1-5 42-15,1-3-1 0,-4-3-40 0,5-4 127 16,-2-2-55-16,0-1-40 0,2-2-1 0,-1-3 131 16,4 1-81-16,-1-2-40 0,1 1 7 0,0-1-6 15,0 5-21-15,5-3 0 0,8 0-22 0,2-1 30 16,1 2-30-16,3-1-28 0,1 1 28 0,3-3 1 16,-2 5 0-16,1 0-100 0,-3-2 45 15,0 1 28-15,-4 1 0 0,0 0-290 16,-5-2 147-16,0 1 47 0,-1-1 45 0,-1 2-491 15,-2 0 252-15,1-2 126 0,-1 1-447 0,-3 0 279 16,2 0 150-16,-1-4 72 0</inkml:trace>
  <inkml:trace contextRef="#ctx0" brushRef="#br0" timeOffset="59435.9">3190 10508 1313 0,'2'-3'0'0,"-2"2"0"0,0-2 0 0,0 3 0 0,0 0 0 0,0 0 0 0,0 0 0 0,0 7 542 0,0 5-254 0,2 3-120 16,-1 6-71-16,4 3 214 0,-3 4-139 0,-1 5-69 16,1 0-36-16,-1 3-119 0,3-3 38 0,1 3 24 15,0-4-224-15,2-1 124 0,1-4 61 0,0-2-721 16</inkml:trace>
  <inkml:trace contextRef="#ctx0" brushRef="#br0" timeOffset="61559.43">2535 11211 449 0,'0'0'0'0,"0"0"0"0,0 0 0 0,0 0 0 0,0 0 0 0,0 0 0 0,0 0 138 0,-5 0-52 0,4-1-19 0,-1 1-8 16,0-3 1-16,1 1 0 0,-1 1 11 0,-1 1-9 15,1-2-21-15,1 0-8 0,-1 0 30 16,-1 2-30-16,-2-2 0 0,1 0 0 16,-1 1 30-16,0-1-7 0,-3 0-24 15,-1-1 1-15,1 2 37 0,-2-1-37 0,2 0 8 16,-5-1-9-16,2 1 8 0,0-2-7 0,0 2-13 15,-2-3 13-15,-1 1 8 0,1-2-8 0,-2 0-32 16,0-1 0-16,1-4 32 0,-4 1 0 0,1-1-51 16,1-3 20-16,-5-4-10 0,3 1 34 0,3-2-64 15,-2 1 29-15,4 2-7 0,-4-2 32 0,5 1-15 16,-1 0 11-16,1 0 7 0,4 1-8 0,0 0-4 16,-1 1 2-16,2-1 41 15,4 2-1-15,0-1-35 0,-2-2-2 0,5-2 48 16,0 1-5-16,0-3-29 0,0 0-7 0,0-4 29 15,2 3-26-15,2 1 16 0,5-5 17 0,0 6-27 16,-1-2-1-16,1 1 31 0,4 1-31 0,-3-1 11 16,1 3-9-16,1 0 28 0,1 1 0 0,3 0-26 15,-2 0 8-15,4-2-39 0,-1 1 32 0,4 2 4 16,2-1-3-16,0 2-82 0,1-2 46 16,3 0-10-16,-2 2-29 0,-1-2 28 15,0 5 0-15,-4-4-11 0,1 5 4 0,0-2 24 16,-2 2 6-16,1-2 5 0,-2 2-8 0,1 1-14 15,-1-1 12-15,0 0 58 0,1-1-29 0,-1 1 2 16,6-4-29-16,-6 0 39 0,-1 1 4 0,3-2-26 16,0-1-24-16,-2-1-8 0,0 2 24 0,-2-3-34 15,1 2 3-15,-1-2 31 0,-2 5 0 0,1-4-31 16,0 1-1-16,-2 2 20 16,-1 1 10-16,0-2-45 0,-2 4 1 0,-1-2 21 15,-1 1 12-15,0 0 23 0,-3 0-26 0,-2 0-4 16,2 0 49-16,-4-1-20 0,0 1-1 0,-1 0-17 15,0-2 41-15,0 2-40 0,0-1-1 0,0 0-7 16,0 1 9-16,-5 1 10 0,0 1 4 0,-3 0-45 16,1 1 1-16,-2 3 31 0,-2 0 1 0,1 1-54 15,-2 0 21-15,-1 3-1 0,2-3-4 0,-2 2 1 16,0 0 16-16,-1 0 22 0,0 1-19 0,-2-1 2 16,0 2-3-16,0-1 30 15,-2-1-26-15,1 3-1 0,0-2 0 0,-2 1 24 16,0 0-19-16,1 0-3 0,1 0 8 0,-2 1 26 15,0 1-26-15,3 0-4 0,-3-3 29 0,3 2-27 16,3-1 4-16,-4 0 28 0,2 0 4 0,-2 0-33 16,4 0 4-16,-4-1-10 0,2 1 10 0,0-2-2 15,0 2 6-15,0-2 4 0,2 3-6 0,-3-1-2 16,0-1 3-16,2 2-31 16,-2-1 31-16,2 2-3 0,1-2-6 0,0 2 5 15,-1 0-2-15,4-2 39 0,-2 2-38 0,4 0 1 16,-2-2-1-16,4 2 24 0,-5 0-21 0,4 0 2 15,-1-2 1-15,3 2-2 0,-2 0 0 0,0 0 0 16,3 0 4-16,-1 0-24 0,0-2 22 0,2 2-1 16,0 0 0-16,0 0-32 0,1 0-4 0,-1 0 9 15,3 0-6-15,-2 0 27 0,2 0-7 0,0 0-16 16,0 0 16-16,0 0 4 0,0 0-7 0,0 0-25 16,0 0 26-16,0 0 2 15,0 0-3-15,0 0-2 0,0 0 2 0,-1 0 2 16,1 0 30-16,-2-2-30 0,0 1-1 0,-2 1 39 15,2-2-36-15,0 0 0 16,-1 1 2-16,1-2-1 0,-3 1 1 0,5 1 0 0,-2-1 2 0,-1 1-25 16,-1-2 2-16,3 0 20 0,-1 3 3 0,-1-3-36 15,-2 2 31-15,2-2 1 0,0 1-25 16,-3 1 1-16,1-1 13 0,0 0-7 0,-1 0 8 16,-1 1 3-16,0-1-4 0,0-1 25 15,1 2-23-15,-2-3-2 0,0-1 3 0,-2 2 21 16,1-3-20-16,1-1 1 0,0 0 3 0,-2 1-26 15,-1-3 1-15,-1-1 22 0,4 3-28 0,-4-3 26 16,-2 1 1-16,3 0-41 0,-1-1 3 0,2-1 28 16,-3 3 5-16,1-3 16 0,2 2-21 0,-1-3-6 15,-2 3 7-15,4 0 24 0,2-2-1 0,0 1-21 16,0 0-1-16,4 1 28 16,-2-1-25-16,2 0 5 0,1 0-9 0,2 1 10 15,0-1-3-15,0 3 16 0,0-1-16 0,0 1 3 16,0 2-1-16,0-1 31 0,0 0-31 0,0 2-1 15,0 1 1-15,0-3 33 0,0 2-32 0,0 0 3 16,0-1-3-16,0 2 24 0,0-2-21 0,0-1 4 16,2 3-15-16,4-1 14 0,-1 0-2 0,2 0-8 15,0 1 8-15,0 1 0 0,1-1 1 0,0 0-7 16,2 0 5-16,0 1-1 0,0 0 1 16,1 0 31-16,-2-1-31 0,3 2 0 15,-2 1 0-15,3-2 49 0,0 2-23 0,1 0 4 16,-2-1 28-16,5 1-22 0,-1-3 3 0,0 3-20 15,1-1 32-15,-1-1-27 0,1 0-8 0,1 0 35 16,-1 0 5-16,1 2-25 0,-2-1-8 0,0 1 28 16,-2 0-25-16,2 0 6 0,-4 0 1 0,3 0-16 15,-3 0 10-15,1 0 2 0,0 0-2 0,-2 0-40 16,0 0 6-16,0 0 9 0,-1 0 1 0,-1 0 15 16,-2 1 4-16,2-1-45 15,-1 0 5-15,-3 0 26 0,0 0 8 0,-1 0-35 16,1 0-1-16,-4 0 23 0,3 0 8 0,-3 0-37 15,1 0 32-15,1 0-6 0,-3 0 5 0,2 0-32 16,-2-1-1-16,1-1-124 0,-1 2 73 0,0-3 33 16,0 2 0-16,0 1-180 0,0 0 97 15,2 0 42-15,0 0 31 0,-1 0-621 16,6 1 324-16</inkml:trace>
  <inkml:trace contextRef="#ctx0" brushRef="#br0" timeOffset="62170.68">2401 9076 475 0,'0'0'0'0,"0"0"0"0,0 0 0 0,0 0 0 0,0 0 0 0,0 0 0 0,-1 0 0 0,1 0 0 0,-3 0 58 0,1 0-25 0,2 0 49 16,0 0-9-16,0 0-40 16,0 0 0-16,0 0-10 0,0 0 17 0,0 0-7 15,0 4 0-15,0 1 21 0,0 2-21 0,0 0-1 16,0-1 44-16,0 3-9 0,0-2-34 0,2 3-1 15,1-1 33-15,-2 0-33 0,3 0 9 0,-3 1-45 16,1 1 0-16,0 0 37 0,2 1-1 0,-2-1-192 16,1 2 98-16,-2-1 34 15,1 3 24-15,-2-2-468 0</inkml:trace>
  <inkml:trace contextRef="#ctx0" brushRef="#br0" timeOffset="62685.5">2022 8956 496 0,'-9'0'0'0,"1"0"0"0,3-2 0 0,-3 0 0 0,3 0 0 0,-1 0 0 0,-1 2 188 0,4 0-69 0,0 0-47 0,0 0-1 15,3 0 141-15,0 0-90 0,0 0-44 0,0 0 87 16,0 0-70-16,0 0-31 0,0 0 19 15,0 0-25-15,0 0 9 0,0 0-35 0,3 0 97 16,2 4-49-16,-2 0-23 0,4-2-1 0,-2 1 68 16,2 1-50-16,3 0-20 0,-2-1-1 0,4 1 37 15,-1-1-29-15,2-1 8 0,1 2-3 0,-2-1-33 16,2 1 0-16,2-3-39 16,-2 5-1-16,-1-2 48 0,1 1-8 0,-1 1-24 15,-2 1 0-15,0-1 24 0,-3 0 0 0,2 1-34 16,-5 0 0-16,2 0 1 0,-2-1-1 0,-2-1 55 15,-1 1-44-15,-1-3 14 0,-1 3-18 0,0-1 82 16,0 2-32-16,-1 0-52 0,-9 0 24 0,-1 5 4 16,-3-1 3-16,-5 5-164 0,-1 3 75 0,0 4 38 15,-2 5-3-15,4 6-707 16,-1 12 332-16,1 11 181 0</inkml:trace>
  <inkml:trace contextRef="#ctx0" brushRef="#br0" timeOffset="63742.85">3197 9392 790 0,'0'-4'0'0,"0"2"0"0,0 0 0 0,0 2 0 0,0 0 0 0,0 0 0 0,0 0 163 0,0 0-65 0,0 8 175 15,0 4-125-15,0 2-57 0,0 3-29 16,0 2 51-16,-2 5-40 0,-1 1 8 16,0 4-49-16,-3 3 64 0,-1 0-32 0,1 2 1 15,1-2-33-15,0-6 37 0,-1 6-8 0,3-9-29 16,0-1 53-16,0-3-26 0,3-2 0 0,0-7 53 15,0-2-44-15,0-2 0 0,0-2-35 0,0-2 37 16,0 0-1-16,0-2-28 0,0 0-8 0,6 0 83 16,3 0-42-16,2-2-20 0,1-4 66 15,-1 0-36-15,1 1-29 0,2 2-1 16,-1-1-30-16,2 2 9 0,-1 0 0 0,-1 0-126 16,1 2 59-16,-3 0 34 0,-1 0-1 0,-1 0-122 15,1 0 59-15,-1 4 52 0,-3 2-16 0,1 1-558 16,1 0 254-16,-3-1 150 0,4 2 66 0,-1-3-550 0</inkml:trace>
  <inkml:trace contextRef="#ctx0" brushRef="#br0" timeOffset="64068.99">3443 9640 1029 0,'0'0'0'0,"0"0"0"0,0 0 0 0,0 0 0 0,0 0 0 0,0 0 0 0,3-3 489 0,5 2-228 0,6-4-115 16,-1 4-56-16,4-1 220 0,-1 0-130 0,2 2-78 15,-2 0-35-15,3 0 6 0,-3 2-1 0,-2 6-39 16,-3 1 8-16,-1 4-86 0,-4 1 39 0,-3 4-37 16,-3 5-22-16,0-1 49 0,0 4 33 0,-12 1-103 15,-6-1 60-15,1 3 29 0,-3-5-29 0,0-1-27 16,3-3 7-16,-1-1 23 16,1-3-17-16,2-4 197 0,3-2-83 0,3-3-38 15,0-3-15-15,4-3 144 0,-2 1-63 0,6-2-45 16,0 0 294-16,1 0-160 0,0 0-71 0,0 0 88 15,0-2-33-15,6-3-175 0,5-2 0 0,2-2 0 16,3 4 0-16,3-3 0 0,1 3 0 0,1-1 0 16,3 3 0-16,-3 1 0 0,2 1 0 0,1-2 0 15,-5 3 0-15,2 0 0 16,1 0-766-16,-4 3 374 0,-1 3 135 0,2 5-683 0</inkml:trace>
  <inkml:trace contextRef="#ctx0" brushRef="#br0" timeOffset="64234.55">3986 10019 2834 0,'-3'0'0'0,"-4"0"0"0,7 0 0 0,0 0 0 0,-3-2 0 0,0-2 0 0,0-2 0 0,-4-1 356 15,1 0-166-15,0-3-8 0,1-1-75 0,2 6-37 16,0 0 0-16</inkml:trace>
  <inkml:trace contextRef="#ctx0" brushRef="#br0" timeOffset="74597.92">2405 9131 1 0,'0'0'0'0,"0"1"0"0,0 1 0 0,0-2 0 0,0 0 0 0,0 3 0 0,0-3 128 0,0 0-53 0,0 0-23 0,0 0-1 15,0 0-4-15,-2 0-18 0,2 0 8 0,0 0-8 16,0 0 40-16,0 0 0 0,-2 0-36 0,2 0 41 16,0 0-13-16,0-3-7 0,0 1 19 15,0 2-19-15,0 0-1 0,0 0-20 0,0 0 31 16,0-1-31-16,0 1 0 0,0 0 0 0,0 0 7 16,0 0-7-16,0 0 8 0,0 0-30 0,0 0 0 15,0 0 22-15,0 0-25 0,0 0 37 0,0 0-4 16,0 0-8-16,2 0-9 0,0 0 5 0,-1-2 2 15,3 2-8-15,-1-2 21 16,-2 2-16-16,4-2 1 0,-4 2-1 0,1-3-6 16,1 3 7-16,-1 0 8 0,3-1-3 0,-2 1-46 15,0-2 43-15,2 2-2 0,-3-1-40 0,5-2 45 16,-4 2-12-16,4 1-33 0,-4-2 33 0,0 0 2 16,4 0-6-16,-4 2-17 0,1 0 18 0,1-2 1 15,-5 2-3-15,5 0-15 0,-2 0 19 0,0 0-2 16,1 0-24-16,0 0 7 15,1 0 13-15,-2 0 1 0,0 0-5 0,4 0 4 16,-2 0-3-16,1 0 11 0,-1 0-10 0,1 0 1 16,2 0 3-16,-3 0 16 0,3 0-18 0,-1 0 0 15,3 0 1-15,-2 0 10 0,3 0-5 0,2 0-5 16,-2 0 3-16,0 0-1 0,2 0 1 0,1 0-2 16,-1 0 13-16,0 0-11 0,1 0-2 0,2 0-20 15,-2 0 20-15,2 0 1 0,-2 0 3 0,4 0-17 16,-4 2 12-16,2-2 0 0,-2 2 0 15,2-2-1-15,-2 2 4 0,1-2-4 16,0 2 0-16,3-2 12 0,-2 0-12 0,3 0 1 16,1 0 33-16,-1 0-31 0,1 0-2 0,2 0-3 15,0 0 4-15,1 0 1 0,0 0 7 0,-3-2-17 16,3 2 10-16,-1-2 0 0,0 0 0 0,2 2-7 16,-4 0 11-16,0 0-6 0,3 0 31 0,-2 0-30 15,2 0 0-15,-3 4 0 0,4-1 27 0,-6 0-25 16,5 0-1-16,-2 1-8 0,1 0 9 0,-1-1 3 15,1-1 3-15,0 1-23 0,1-2 18 0,2 1 0 16,-2-2 0-16,-2 2-17 0,2-2 21 0,-3 1-8 16,4 1-23-16,-5 0 23 0,0 0 0 0,0 2-17 15,2 0 20-15,-2-1-6 16,-1 1 2-16,0 3-24 0,3-2 23 0,1 2-2 16,-3-1 5-16,2-1-13 0,2 1 8 0,-3-2-1 15,2 2 1-15,-2-3-19 0,0 1 20 0,2 0-4 16,-4-3-19-16,0 3 19 0,3 0 0 0,-3 0 2 15,-1 1 1-15,2-1-4 0,-3 2 1 0,1 0 4 16,1-1-4-16,1 1 1 0,-3 0-1 0,1 1 0 16,-2 1-1-16,2-1 1 0,-3-1-1 0,2 1-16 15,0-1 16-15,0 1 0 0,-2-1 0 0,2 0-30 32,-2-2 29-32,2 0-21 0,0 2 20 0,-3-2-2 15,4 2 1-15,-1-2-8 0,-2 1 7 0,1 1-1 0,-2 2 0 0,4-3-1 16,-4 3 1-16,4-1-2 0,-6 1 1 0,3 1 25 15,-1-1-23-15,0-1 0 0,-2 1 4 0,2-1-3 16,-1 1-1-16,-1-2 3 0,1 1 1 0,0 0-2 16,-4 1-1-16,3-1 4 0,-1 1-4 0,1 1 3 15,-1 0-3-15,-1 1 8 0,0-1-7 0,3 2 0 16,-3-1-1-16,-1-1 18 16,0 5-17-16,3-5 1 0,-3 2-11 0,0-2 11 15,2 1 0-15,-1 1-8 0,0-2 7 0,0 1 0 16,0 1 1-16,0-1-15 0,0 1 14 0,-1-2 0 15,-1 3-2-15,3-1 4 0,-4-2-5 0,2 0 2 16,0 2-1-16,0-1 25 0,-1 1-24 0,0-1 0 16,1 0 4-16,-3-3 160 0,1 2-169 0,-1-1 0 15,2-1 0-15,-2 0 0 0,1 3 0 0,0-2 0 16,2 3 0-16,-6-2 0 16,7 2 0-16,-4 1 0 0,-1 1 0 0,1 2 0 15,0-2 0-15,0 2 0 0,-2-2 0 0,1 2 0 16,0-1 0-16,0 1 0 0,-3-2 0 0,2 0 0 15,-2 0 0-15,1 1 0 0,0-3 0 0,1 1 0 16,-3 0 0-16,0-1 0 0,0 4 0 0,0-1 0 16,0 0 0-16,0 1 0 0,0 0 0 0,0 1 0 15,0-1 0-15,0-1 0 16,0 1 0-16,0-1 0 0,0-3 0 0,0 3 0 16,0-2 0-16,-3-1 0 0,-1 1 0 0,0-1 0 15,2-2 0-15,-5 2 0 0,2-3 0 0,-2 1 0 16,2 1 0-16,0-3 0 0,-3 1 0 0,1 1 0 15,-1 0 0-15,0-1 0 0,1 1 0 0,-3 1 0 16,3-1 0-16,-1 3 0 0,-3-1 0 0,0 2 0 16,0 0 0-16,0 0 0 0,-1 0 0 0,1 1 0 15,-1-1 0-15,1 0 0 0,-2-1 0 16,0 2 0-16,0-1 0 0,-1 0 0 16,4-1 0-16,-4-2 0 0,3 3 0 0,-2-2 0 15,1-2 0-15,1 0 0 0,0 1 0 0,0-1 0 16,1 1 0-16,-4-3 0 0,2 3 0 0,1-1 0 15,-3 0 0-15,3 0 0 0,-2 0 0 0,-1 3 0 16,0-3 0-16,1 3 0 0,-2-4 0 0,2 3 0 16,0-2 0-16,-3 1 0 0,5-3 0 0,-3 1 0 15,-2-1 0-15,3 1 0 16,0-2 0-16,-1 1 0 0,0-2 0 0,1 1 0 16,-1 1 0-16,1-2 0 0,-1 3 0 0,1-1 0 15,-3-1 0-15,2 1 0 0,-2 0 0 0,2 0 0 16,-2 0 0-16,1-1 0 0,0 2 0 0,0-1 0 15,1 1 0-15,-2-2 0 0,3-1 0 0,-2 3 0 16,2-2 0-16,-1-1 0 0,1 1 0 0,0-3 0 16,0 3 0-16,0-2 0 0,1 0 0 0,1-1 0 15,-2 1 0-15,2 0 0 16,0-1 0-16,-1 1 0 0,2 0 0 0,-2 0 0 16,-2 0 0-16,5 0 0 0,-4-1 0 0,4 1 0 15,-4 0 0-15,2-2 0 0,0 1 0 0,-1-2 0 16,0 3 0-16,1-1 0 0,-2-1 0 0,0-1 0 15,2 1 0-15,-3 1 0 0,3 0 0 0,-2-1 0 16,0 0 0-16,0 1 0 0,1 0 0 0,1 0 0 16,-2 1 0-16,0 0 0 0,1 0 0 0,-2-1 0 15,1 3 0-15,-1-2 0 0,1 1 0 16,0-1 0-16,-1 2 0 0,0-4 0 16,1 5 0-16,-2-3 0 0,0-2 0 0,2 1 0 15,-3 1 0-15,5-2 0 0,-3 0 0 0,3 0 0 16,-2-1 0-16,0 2 0 0,2-2 0 0,-1-1 0 15,0 3 0-15,1-3 0 0,-1 0 0 0,2 0 0 16,-1 1 0-16,-3-1 0 0,4 0 0 0,-4 0 0 16,3 0 0-16,-1 0 0 0,-3 0 0 0,2 2 0 15,2 0 0-15,-2-2 0 16,-2 2 0-16,5 0 0 0,-3 2 0 0,-1-3 0 16,3-1 0-16,-3 2 0 0,4 0 0 0,-1-2 0 15,-3 0 0-15,1 0 0 0,2 0 0 0,0 0 0 16,-2 0 0-16,2 0 0 0,-2 0 0 0,-3 0 0 15,3 2 0-15,0-1 0 0,-2 2 0 0,2-1 0 16,-1 0 0-16,1 1 0 0,-1-1 0 0,1 0 0 16,-3-2 0-16,4 2 0 15,-4-2 0-15,1 2 0 0,1-2 0 0,-2 0 0 16,2 1 0-16,-2-1 0 0,1 2 0 0,-2 1 0 16,3-2 0-16,-2 2 0 0,2-3 0 0,-2 5 0 15,3-3 0-15,-3 0 0 0,5 0 0 0,0-1 0 16,0 1 0-16,0-2 0 0,2 2 0 0,-1-2 0 15,0 0 0-15,4 0 0 0,-3 0 0 0,2 0 0 16,-1 0 0-16,2 0 0 0,0 0 0 0,-1 0-169 16,1-2 157-16,-1 0-36 0,2-1 16 0,0-3-1 15,-2 3 9-15,2-4-96 16,-1 2 35-16,1-1 34 0,-1 1 0 0,0-3-154 16,1 3 86-16,1-1 44 0,3 2 12 0,1-2-449 15,0 2 240-15,8-1-629 0</inkml:trace>
  <inkml:trace contextRef="#ctx0" brushRef="#br0" timeOffset="75181.19">4865 9631 439 0,'0'0'0'0,"0"0"0"0,0 0 0 0,0 0 0 0,0 0 0 0,0 0 0 0,0 0 208 0,0 0-92 0,0 0-41 16,0 0-21-16,0 0 148 0,0 0-84 0,0 0-35 16,0 0 38-16,0 0-44 15,0 0-23-15,0 6 118 0,0 4-69 0,0 5-27 16,-1 4-9-16,-9 3 117 0,-2 4-76 0,0 3-38 16,-6 1 1-16,3 1 102 0,-4 2-74 0,5-2-33 15,-3-1 0-15,2 0 15 0,-1 1-24 0,6-7 9 16,-3 4-58-16,1-5 1 0,3-4 23 0,-1-2-119 15,2-3 59-15,5-6 39 0,-3 0-8 0,6-2-239 16,-2-4 130-16,-1-2 32 0,3 0 43 0,0 0-461 16,0-5 233-16,0-10 114 0,9-7 56 15,4-2-364-15,2-7 211 0,4-2 96 0</inkml:trace>
  <inkml:trace contextRef="#ctx0" brushRef="#br0" timeOffset="75390.66">4878 9615 1106 0,'5'-8'0'0,"0"6"0"0,2-5 0 0,-3 2 0 0,-2 2 0 0,1 2 120 16,1-1-43-16,2 2 160 0,2 0-103 0,1 6-42 16,4 7-33-16,4 3 354 0,0 4-190 0,4 0-95 15,3 3-48-15,-2-1 185 16,5-1-120-16,-1-3-56 0,0 1-29 0,0-2-21 16,-1-4-6-16,-4-1 8 0,-1-3-162 0,-1-1 76 15,-4-4 40-15,-4-1-100 0,-3-1 77 0,-3-2 26 16,-1 0 1-16,-2 0-388 0,1 0 196 0,-3 0 33 15,0 0 7-15,0 0-310 0,-3 0 215 0,-3 7 107 16</inkml:trace>
  <inkml:trace contextRef="#ctx0" brushRef="#br0" timeOffset="75823.5">5075 10346 639 0,'0'0'0'0,"0"0"0"0,1 1 0 0,0 3 0 0,2-2 76 15,-2 3-28-15,1 5 0 0,0 1-23 0,1 3 337 16,2 1-165-16,-2 6-82 0,-1 7-41 0,0-2 108 15,0 2-66-15,-2 4-46 0,0 1 11 0,0 1-25 16,0 2 1-16,0-1-29 16,-6-1 13-16,-2 0-8 0,3-4 0 0,-2-4 27 15,1-5 0-15,0 2-27 0,0-4 8 0,1-4 41 16,3-4-25-16,0 0 1 0,1-5-26 0,1 0 122 16,0-3-53-16,0 1 35 0,0-3-51 0,1 2-27 15,6-3 1-15,5 0 48 0,1 0-28 0,2 0-9 16,0 0-37-16,4 0 35 0,-2 0 0 0,3 0-27 15,-5 0-8-15,3 0-40 0,-3 0 39 0,0 0 1 16,-1 0 0-16,-2 0-143 16,1 0 68-16,-4 1 37 0,1-1-373 0,-1 2 193 15,1-2 67-15,-3 0-453 0,1 0 274 0,-3 0 131 16,2 0 67-16,1 0-518 0,0-6 292 0</inkml:trace>
  <inkml:trace contextRef="#ctx0" brushRef="#br0" timeOffset="76213.6">5375 10676 914 0,'0'-11'0'0,"0"3"0"0,0-3 0 0,0-2 0 0,1-1 0 0,3 2 139 0,4-2-57 0,2 3-25 16,4 0 336-16,0 2-181 0,2 3-89 0,3 2 21 16,1 2-60-16,1 2-26 0,0 0 1 0,-1 6-144 15,-3 3 60-15,3 5 36 0,-6-1-7 0,-1 2-138 16,-2 2 84-16,-3-2 41 0,-4-2 21 15,-3 0-93-15,-1 2 49 0,0-2-55 16,-1 0-19-16,-11-1 48 0,1-1-20 0,-4-1 173 0,0 0-55 0,2-2-36 16,-1 0 0-16,3-3 321 15,2-1-161-15,2 0-54 0,1-3-51 0,4-1 230 16,0 0-129-16,2 1-63 0,0 2-32 0,0 1-48 16,10 2-7-16,4 1 22 0,-1 3-20 0,6 1-1 15,-3 4 22-15,0 0-131 0,1 2 62 0,-1-1 34 16,-3 4 0-16,-4-4-132 0,-1 1 77 0,-5 0 5 15,-1-2 29-15,-2-2-40 0,0 1 27 0,-7-3-12 16,-8 0 1-16,-3-1 175 0,-7-3-69 0,1-3 8 16,-1-2-37-16,-4-2-13 15,7 0-1-15,-6 0-123 0,7 0 53 0,3-4 21 16,0-4 36-16,9 3-406 0,1-1 186 0,7 0 90 16,1-1 51-16,1-1-494 0,15 4 268 0</inkml:trace>
  <inkml:trace contextRef="#ctx0" brushRef="#br0" timeOffset="76347.07">5950 11111 2237 0,'2'8'0'0,"1"3"0"0,-2-3 0 0,-1-2 0 0,0-6 0 0,0 0 0 0,0 0 0 0,-1 0 293 0,-4 0-130 0,2 0-65 0,-1 0-169 15,3-2 59-15</inkml:trace>
  <inkml:trace contextRef="#ctx0" brushRef="#br0" timeOffset="78559.2">9433 11138 758 0,'-9'-2'0'0,"1"0"0"0,3-1 0 0,0 2 0 0,0 0 0 0,1-2 0 0,2 3 98 0,0 0-32 16,1 0-1-16,1-1 245 0,0 1-138 0,0-2-62 16,9 0-43-16,8-4 153 0,6-1-94 0,1 0-47 15,2-1 169-15,-1 1-100 0,8-3-61 0,-3 2-28 16,2 1 49-16,-2 1-38 0,-3 0 0 0,-3 1-52 15,0 2-8-15,1-1 22 16,-6 2 1-16,0 0-120 0,-8 0 60 0,0 2 38 0,-1 0-8 16,-6 0-312-16,-1 0 130 0,-1 0 95 15,-2 0-507-15,0 0 271 0,0 6 148 0,-2-1 70 16</inkml:trace>
  <inkml:trace contextRef="#ctx0" brushRef="#br0" timeOffset="78747.7">9597 11086 570 0,'-12'5'0'0,"3"3"0"0,3-1 0 0,1-2 0 0,-2 3 360 16,4-1-168-16,2 5-80 0,1 1-39 0,0 2 142 15,0 4-82-15,0 3-55 0,1 5-22 0,1 1 237 16,-1 2-130-16,3 4-65 0,-1-2-18 0,-1 2-8 16,1-3-39-16,-1 0-270 0,0-4 135 0,2-4 68 15,-1-1 41-15,1-4-450 0,-2-5 223 0,1-3 122 16,4-5-10-16,-2-5-411 0,2 0 236 0</inkml:trace>
  <inkml:trace contextRef="#ctx0" brushRef="#br0" timeOffset="78967.14">9758 11104 1092 0,'5'-3'0'0,"-1"1"0"0,0 2 0 0,-2 0 0 0,-1 0 0 0,1 12 0 0,1 7 259 0,-1 6-113 0,0 1 346 16,-1 7-230-16,1 4-115 0,0 1-48 0,2 8 189 15,1-2-127-15,1 3-65 0,-3-1-31 16,6 1-56-16,-2-4 9 0,0 10 15 0,-1-4 0 16,2 1-99-16,-5-4 49 0,3-3 25 15,-2-9-282-15,-3 0 148 0,1-9 80 0,0-2-357 16,-2-6 156-16,0-6 116 0,0-5-7 0,0-4-221 16,0-2 163-16,-4-2 82 0,-4-17 40 0,0-5-309 15</inkml:trace>
  <inkml:trace contextRef="#ctx0" brushRef="#br0" timeOffset="79126.72">9650 11294 1575 0,'-3'-5'0'0,"1"2"0"0,0 2 0 0,0 1 0 0,1 0 0 0,1-2 0 0,0 2 0 0,0-2 178 16,0 0-73-16,0-1 181 0,1 2-126 0,7-1-56 15,0 0-39-15,1 0-203 0,0 2 86 0,3 0 43 16,-3 0 20-16,0 10-600 0,0 1 304 0,-1 0 154 15</inkml:trace>
  <inkml:trace contextRef="#ctx0" brushRef="#br0" timeOffset="79265.35">9664 11476 1015 0,'-10'5'0'0,"5"1"0"0,-3-1 0 0,3-3 0 0,-1-2 0 0,3 0 226 0,1 0-96 0,2 0-49 16,-3 0 96-16,3 0-64 0,0 0-44 0,5 0-171 15,4 0 67-15,2 0 34 0,2 0 0 0</inkml:trace>
  <inkml:trace contextRef="#ctx0" brushRef="#br0" timeOffset="79406.98">9622 11758 1204 0,'-14'9'0'15,"1"0"0"-15,5-3 0 0,0-2 0 0,3-2 0 0,1-2 0 0,2 0 0 0,2 0 204 0,0-4-86 0,11-11-238 16,10-4 77-16,4-3 45 0,0-1-7 0,4 0-192 16,1-5 115-16</inkml:trace>
  <inkml:trace contextRef="#ctx0" brushRef="#br0" timeOffset="79705.89">9990 11426 569 0,'13'0'0'0,"-3"0"0"0,4 0 0 0,-5-4 0 0,2 0 0 0,1 0 0 0,0 2 385 0,1 0-177 0,3 1-87 15,-2 1-44-15,0 0 166 0,-1 0-96 0,-1 7-62 16,-3 6-38-16,-2 4-14 16,-5 4-1-16,-2 1-170 0,0 1 93 0,-4 2 35 15,-10 0 21-15,-2-4-77 0,-2 0 49 0,-3-2 25 16,2-6 8-16,-6 2-239 0,7-6 63 0,-5-3 76 16,2-4-25-16,3-2-56 0,-1 0 58 0,4-2 41 15,3-7-46-15,5-5 39 0,2 1 0 0,3 0 123 16,2 1-50-16,0 3-12 0,0-1 0 0,2 6 279 15,7-2-139-15,4 4-78 16,4 2-22-16,2 0 166 0,6 4-68 0,-4 4-60 16,4 5 19-16,0 2 254 0,-4-3-144 0,4 6-86 15,-2-1 1-15,2 1-39 0,-3-1 0 0,0 1-39 16,-1-6-372-16,0 1 182 0,-1-4 96 0,1-1-583 16,-2-6 298-16</inkml:trace>
  <inkml:trace contextRef="#ctx0" brushRef="#br0" timeOffset="79985.14">10447 11123 1136 0,'4'-9'0'0,"4"6"0"0,1 3 0 0,-2 0 0 0,-1 18 0 0,-3 8 0 0,0 12 252 16,-1 4-110-16,0 6 236 0,-2 0-165 0,0 5-94 15,0 0-44-15,0-1 34 0,-2-1-38 0,0-5 0 16,-4-6-30-16,0 0-61 0,3-5 26 0,-3-4 0 15,1-9 27-15,1-3 17 0,1-6-18 0,1-2 1 16,1-5 56-16,-1-4-28 0,2-1 0 16,0-1 69-16,0 0-53 0,0 0-22 15,2 0 0-15,8 0 65 0,2 0-43 0,4-1-15 16,-2-1-7-16,4 0-105 0,0 0 41 0,1 0 21 16,-2 1 0-16,2 1-154 0,-2 0 83 0,1 0 46 15,0 0-726-15,0 0 322 0,-1 0 194 0,1-3 76 16</inkml:trace>
  <inkml:trace contextRef="#ctx0" brushRef="#br0" timeOffset="80314.92">10804 11536 1459 0,'-3'-7'0'0,"3"1"0"0,0-2 0 0,0 3 0 0,1-4 0 0,7 1 0 0,4 1 0 0,6-1 0 0,-1 2 331 15,-1 2-148-15,4 3-76 0,-4 1-37 0,3 0-30 16,-2 0-7-16,-2 9-1 0,-4 4-92 0,1 1 47 15,-7 2 23-15,-1 1-149 0,-2 4 82 0,-2 4 45 16,-2-3 23-16,-7 0-37 16,-1-4 28-16,-3 2-43 0,2-2 23 0,1-4 217 15,5-5-97-15,-1 1-63 0,3-7 250 0,3 1-118 16,0 0-74-16,0-2-22 0,3-1-43 0,10-1 1 16,2 0 0-16,2 0-17 0,0 4-8 0,-1 0 25 15,2 3 0-15,-5 2-174 0,0 2 87 0,-4 0 52 16,-3 4 13-16,-3 0-124 0,-3 0 67 0,0 0-5 15,0-3 30-15,-10 2 34 16,-3-1-20-16,-5-3-34 0,-1-1 79 0,-1-1-25 16,-1-5 0-16,3 2-99 0,-1-5 38 0,2 0 12 15,2 0 28-15,3-8-435 0,3-9 199 0,5-8 105 16,4-5 54-16</inkml:trace>
  <inkml:trace contextRef="#ctx0" brushRef="#br0" timeOffset="80476.48">11351 11146 2058 0,'5'0'0'0,"1"0"0"0,-2 0 0 0,-3 0 0 0,-1 1 0 0,0 1 0 0,2 2 0 0,0 1 182 0,0 2-67 0,3-2 61 16,2 4-72-16,-2 1-35 0,2 1-1 0,-1 3-195 16,2 0 87-16,-1 1 33 0,3-1-1 0,-3 0-629 15,-2 1 335-15</inkml:trace>
  <inkml:trace contextRef="#ctx0" brushRef="#br0" timeOffset="80807.6">11313 11407 1694 0,'-13'2'0'0,"6"-1"0"0,3 1 0 0,-2 0 0 0,4-2 0 0,2 0 0 0,0 0 0 0,12 0 0 0,10-2 0 0,0 0 196 16,7 1-73-16,-1-3 43 0,4 2-66 0,1-1-34 15,-1 2 0-15,0-1-66 0,-5 2 8 0,3-1 25 16,-4-2 0-16,-3 2-53 0,-1-1 27 0,-1 2 0 15,-4-2 3-15,-2 2-7 16,-4 0 29-16,-3 0 67 0,-1 0-33 0,-3 0-1 16,-1 0-53-16,-1 0 208 0,0 5-93 0,-2 2-48 15,0 5-22-15,0 2 168 0,0 3-88 0,0-1-56 16,0 5-24-16,0 5 21 0,0-2-22 0,0 3 156 16,2-2-398-16,3 7 183 0,0-5 1 0,-1 1 193 15,-1 1-487-15,1-7 251 0,-2 8 35 0,-1-5-62 16,-1-3-53-16,0 1 72 0,0 0-5 0,-7-2-130 15,-5-3 64-15,-2-1 51 0,-4-4-6 16,0-2-47-16,-3-2 46 0,0-4 16 16,1-5-254-16,1 0 143 0,-4-1 71 0,7-18-149 15,-3-12-117-15,6-12 160 0,-1-20 93 0</inkml:trace>
  <inkml:trace contextRef="#ctx0" brushRef="#br0" timeOffset="80966.17">11571 10999 1594 0,'5'-11'0'0,"2"3"0"0,1 4 0 0,-2 3 0 0,0 1 0 0,-5 1 0 0,1 20 0 0,-2 3 0 0,0 9 531 16,0 9-253-16,-3 4-123 0,-11 14-61 0,1 0 148 15,-2-2-104-15,0-7-45 0,0 1-120 0,0-3 30 16,-2 0 0-16,0-5 30 0,2-4-489 0,2-5 253 16,2-4 113-16,5-10-743 0,2-6 413 0</inkml:trace>
  <inkml:trace contextRef="#ctx0" brushRef="#br0" timeOffset="81083.86">11499 11582 1543 0,'6'0'0'0,"3"0"0"0,4 1 0 0,-8-1 0 0,5 3 0 0,-2 2 0 0,1-2 0 0,3 1 820 0,-1-3-398 0,4 4-195 16,-2-4-96-16,1 4-22 0,2-1-38 0,0 1 8 16,2 5-46-16</inkml:trace>
  <inkml:trace contextRef="#ctx0" brushRef="#br0" timeOffset="81836.09">12449 11161 789 0,'-2'-10'0'0,"-5"5"0"0,3 3 0 0,-1 0 0 0,0 2 0 0,0 0 313 0,-2 0-139 0,1 9-71 16,-1 8-35-16,0 4 133 0,2 9-89 0,-2 2-39 15,-1 9 105-15,1 0 19 16,-3 1-82-16,3-3-33 0,-4 12 16 0,1-7-33 16,-1-2 0-16,2 0-169 0,1-1 68 0,0-7 43 15,-1 1-9-15,4-1-323 0,-2-11 180 0,4-1 88 16,-1-8 27-16,4-4-231 0,0-4 68 0,0-6 88 16,0 0-380-16,0-7 226 0</inkml:trace>
  <inkml:trace contextRef="#ctx0" brushRef="#br0" timeOffset="82039.55">12412 11176 1263 0,'3'-8'0'0,"1"5"0"0,0 0 0 0,-1 3 0 0,0 0 0 0,-1 4 0 0,3 9 299 0,1 4-126 0,3 6-74 0,3 4 378 16,1 0-223-16,2 5-110 0,0 1-48 0,2 9 153 15,-1-4-108-15,4-1-54 0,-4 1-83 16,1-1 29-16,-2-2 8 0,4 5-8 15,-2-4-316-15,-6-2 157 0,2 1 80 0,-1 2-421 16,-5-4 259-16,-1-1 38 0,-3-3 88 0,-1-9-475 16,-2-1 262-16,0-8 131 0,0-1 57 0</inkml:trace>
  <inkml:trace contextRef="#ctx0" brushRef="#br0" timeOffset="82197.14">12406 11578 1252 0,'-9'0'0'0,"3"0"0"0,4 0 0 0,0 0 0 0,0 0 0 0,1 0 0 0,1 0 349 0,0 0-158 16,1 0-79-16,13 0-40 0,1 0 251 0,2 0-149 15,1-2-71-15,3 2-301 0,2 0 116 0,5 0 57 16,-6 0 37-16,6-2-713 0</inkml:trace>
  <inkml:trace contextRef="#ctx0" brushRef="#br0" timeOffset="82381.64">12806 11115 1518 0,'2'-12'0'0,"2"5"0"0,7 2 0 0,3 0 0 0,2-1 0 0,1 2 0 0,4 2 0 0,1 1 0 0,-3-2 402 16,6 3-185-16,-2 0-92 0,0 0-38 0,0 0-105 15,0 4 25-15,-3 3 1 0,-3 1-452 0,-2 2 239 16,-3-3 127-16,-3 1 51 0,-2-1-512 0,-3-2 273 15,-3 3 137-15</inkml:trace>
  <inkml:trace contextRef="#ctx0" brushRef="#br0" timeOffset="82615.03">12994 11115 761 0,'-14'-5'0'15,"7"3"0"-15,0 0 0 0,0 2 0 0,-1 0 0 0,2 0 0 0,2 2 0 0,-1 8 92 0,-1 2-29 0,3 2 0 0,-3 0 107 0,-2 4-69 0,1 0-26 16,-2 2-8-16,-1-2 6 15,-1 1-40-15,2-2-1 0,-3 0 38 0,1-4-29 16,2-2-8-16,0-3 0 0,2-1 127 0,2-2-64 16,1-1-31-16,2-4 154 0,0 2-98 0,2-2-44 15,0 0-22-15,0 0 16 0,10 0-1 0,5 0-29 16,0 0-8-16,4 0-58 0,-1 0 28 0,3 0 1 16,0 0-358-16,-1 0 202 0,1 0 88 0,0 0 48 15,-1 0-636-15,-1 0 310 0,-3 0 149 0,2 0-105 16,-6 0 136-16</inkml:trace>
  <inkml:trace contextRef="#ctx0" brushRef="#br0" timeOffset="82740.69">13120 11281 458 0,'0'-10'0'0,"-2"1"0"0,0 4 0 0,0-1 0 0,-1 2 0 0,1 0 207 0,0 3-88 0,2-1-42 0,0 0 209 16,0 2-130-16,0 0-62 0,0 0-31 0,0 4 54 16,2 5-42-16,3 4-13 0,-1 2-8 0,-2 4-54 15,2 5 32-15,-3-2 1 0,1 1 0 16,-2 2-428-16,0 1 210 0</inkml:trace>
  <inkml:trace contextRef="#ctx0" brushRef="#br0" timeOffset="82894.28">12898 11585 1258 0,'-19'1'0'0,"8"-1"0"0,-2 3 0 0,4-3 0 0,3 0 0 0,3 0 0 0,3 0 0 0,0 0 140 0,3 0-46 0,13-3 138 0,9 2-100 0,0-6-50 15,1 1-25-15,2 1-55 0,-3-1 8 0,7 0 23 16,-7 0-1-16,-4 1-183 15,2 1 92-15,-2 0 46 0,-4 0 31 0,-4 1-545 16,-4-2 270-16,-1-2 41 0</inkml:trace>
  <inkml:trace contextRef="#ctx0" brushRef="#br0" timeOffset="83176.22">13084 11431 561 0,'-13'-2'0'0,"2"2"0"0,0 0 0 0,1 0 0 0,4 6 0 0,-1 8 99 0,3 2-33 0,3 5 222 15,1 3-128-15,0 2-63 0,0-3-25 0,0 7 210 16,5-4-125-16,4-1-62 0,1-6-31 0,1-2 11 15,0-1-12-15,1-5-9 16,1-4-21-16,0-2-152 0,0-5 76 0,2 0 37 16,2-14-112-16,0-5 71 0,-2-6 40 0,2-2-358 15,0-4 186-15,0 0 42 0,-1-3 61 0,3-4-225 16,-4 7 134-16,1-3 67 0,-2 2 34 0,2 2-2 16,-7 9-8-16,2 1 43 0,-1 3 0 15,-5 7 242-15,-3 5-121 0,2 1-61 0,-3 2 155 16,1 2-104-16,-2 6-55 0,0 9 464 15,0 3-233-15,0 1-79 0,-5 4-63 0,1-1 141 16,1 1-110-16,1 0-55 0,0-1-27 0,2-5-212 16,0-3 101-16,0 0 37 0,2-6 23 0,5-1-536 15,4-7 279-15,-1 0 135 0</inkml:trace>
  <inkml:trace contextRef="#ctx0" brushRef="#br0" timeOffset="83423.09">13504 11087 919 0,'3'-13'0'0,"3"4"0"0,-3 5 0 0,-1 0 0 0,2 2 0 0,1 2 129 0,-1 0-40 16,2 10-32-16,0 6 477 0,-1 7-250 0,1 4-126 15,1 14-62-15,-1-6 385 0,2 18-228 0,-3-2-111 16,-1 0-54-16,-1 1 112 0,-1 1-84 0,0-8-33 16,-2 8-86-16,0-11 1 0,0-5 34 0,2-2 1 15,-2-4-71-15,0-6 44 0,0-4-9 0,0-2-114 16,0-8 74-16,-6-1 38 15,-1-5 1-15,-4-3-161 0,-2-2 41 0,0 0 58 16,-3 0-20-16,2-4-172 0,0-9 113 0,1-2 48 16,0-2-350-16,3-2 207 0,5-1 103 0,1-6 53 15,4 1-543-15</inkml:trace>
  <inkml:trace contextRef="#ctx0" brushRef="#br0" timeOffset="83653.47">13895 11101 2593 0,'0'0'0'0,"0"0"0"16,2 2 0-16,4 5 0 0,0 4 0 0,0 4 0 0,-1 7 0 0,1 6 0 0,1 7 0 0,-1 6 445 0,0 1-206 0,-3-3 178 0,3-3-200 0,-1 3-33 16,-1 0-184-16,2 0 0 0,-4-3-184 0,0-1 181 15,0-6 0-15,-2-6-185 0,0-2 106 16,0-10 57-16,0-3 29 0,0-3-661 15,-4-5 291-15,-2 0 188 0,-2-4-560 16,-1-18 353-16,2-6 176 0,-5-10-241 16,-1-8 200-16,-4-12 113 0</inkml:trace>
  <inkml:trace contextRef="#ctx0" brushRef="#br0" timeOffset="84000.55">13805 11149 1022 0,'-11'-31'0'0,"0"-1"0"0,5 8 0 0,1 6 0 0,5 5 0 0,0 2 0 0,0 1 0 0,3 5 207 0,18-1-87 0,2 0 352 15,5 1-211-15,4 3-119 0,4-2-54 0,-1 2 208 16,1 2-131-16,-1 0-67 15,-1 0-24-15,-2 10-26 0,-4 3-15 0,-3 2-1 16,-4 2-117-16,-3 2 59 0,-6 0 38 0,-3 5-9 16,-6 0-153-16,-3 4 91 0,0 1 46 0,-9 0-133 15,-10 6 58-15,-4-1 49 0,-4-1-38 0,4-7 38 16,-3-1-13-16,-2-5 28 0,-2-4-51 0,3-5 285 16,5-4-114-16,1-3-57 0,2-4-19 0,8 0 148 15,2 0-63-15,1 0-14 0,8-2 223 0,0-5-141 16,8-3-69-16,14 1-1 15,6 1-27-15,4 1-8 0,4 3-35 0,2 2-47 16,-1 2 23-16,1 6 1 0,-5 11 31 0,1 9-188 16,-6 2 90-16,-3 6 45 15,-6-4 22-15,-2 4-90 0,-7 1 55 0,-5 0-30 0,-5 0-29 0,0-2 14 16,-10 2 29-16,-8-8-16 0,-5-2 229 0,-3-4-97 16,-5-6-43-16,0-4 87 0,-3-7-57 0,-3-2-15 15,1-2 2-15,2 0-428 0,1-12 189 16,6-6 103-16,6-7 44 0,6-7-828 15,9-5 412-15</inkml:trace>
  <inkml:trace contextRef="#ctx0" brushRef="#br0" timeOffset="85953.43">14844 10954 717 0,'0'0'0'0,"0"0"0"16,0 0 0-16,0 0 0 0,0 0 0 0,0 0 0 0,0 0 0 0,0 0 155 0,0 0-64 0,0 0-30 0,0 0 116 0,0 0-73 15,0 0-35-15,0 0 8 0,-2 2-14 0,-3 6 0 16,-5 3-30-16,-1 0-37 15,-2 2-1-15,-2 2 46 0,-2 0-8 0,0 0-63 16,-6 2 32-16,7-4-1 0,-2 0 32 0,0-1-14 16,3-1-14-16,0-3 27 0,1-1-35 0,5-3 29 15,2-2-27-15,-1 3 1 0,4-3 89 0,2-2-35 16,2 0 1-16,0 2-1 0,0 2 5 0,0 3-14 16,0 3-16-16,4-1 3 0,6 4 6 15,-3 4-6-15,2 6 3 0,-1 0-14 16,0 4 12-16,-3 4-1 0,1 0 1 0,-4 1-39 15,1 1 15-15,-1 2-6 0,0-3-31 0,0 0 20 16,-2-2 0-16,0-4-51 0,0-5 37 0,0 1 18 16,0-3-4-16,0-4-184 15,0-4 95-15,0-3 35 0,0-2 27 0,0-4-299 0,0-2 154 0,0 0 74 16,0-5-57-16,0-13 65 0,0-4 32 0,0-6-308 16</inkml:trace>
  <inkml:trace contextRef="#ctx0" brushRef="#br0" timeOffset="86225.83">14625 11166 1002 0,'1'-4'0'0,"1"3"0"0,4 1 0 0,-1 0 0 0,2 0 0 0,2 0 0 0,3 0 0 0,4 0 156 0,0 4-53 0,3-1-40 0,1 1 110 16,-2 0-70-16,3-1-35 0,-3-1 0 0,-1 0 10 16,-2 0-46-16,-1-1 1 0,-5-1 0 0,0 3 6 15,-3-3-6-15,0 0 8 16,-5 2 12-16,1-2-20 0,0 2-1 0,-2-1 90 15,0 3-36-15,0 3-31 0,0 2 0 0,0 0 134 16,0 3-78-16,0 1-40 0,0 3 9 0,0 1 5 16,0 1-27-16,0 3 1 0,0 2-129 0,0 3 51 15,2-3 34-15,2 5-8 0,-1 0-119 0,4 0 72 16,-2 0 37-16,-1 2-472 0,-1-3 238 0,1 5 74 16,-2-5 75-16,0-4-399 0,-1 0 226 15,-1-4 115-15,0-6 48 0</inkml:trace>
  <inkml:trace contextRef="#ctx0" brushRef="#br0" timeOffset="86363.46">14720 11448 553 0,'-11'-2'0'0,"5"0"0"0,4 1 0 0,-2-1 0 0,4 2 0 0,0 0 274 0,0 0-121 0,0 0-60 0,2 0-70 15,6 0 18-15,7 0-8 16,-2 2 0-16,0 7-344 0</inkml:trace>
  <inkml:trace contextRef="#ctx0" brushRef="#br0" timeOffset="86510.21">14771 11626 1074 0,'-10'10'0'15,"1"-5"0"-15,2 1 0 0,1-4 0 0,0 0 0 0,2-2 0 0,2 0 0 0,2 0 0 0,0 0 171 0,0 0-61 0,8-4-42 16,5-3-105-16,2-1 35 0,4 1 1 0,0-1-135 15,3-2 92-15,3-1 35 0,-2 0 20 0</inkml:trace>
  <inkml:trace contextRef="#ctx0" brushRef="#br0" timeOffset="86974.96">15175 11005 678 0,'7'-21'0'0,"-1"10"0"0,-1 2 0 0,2 5 0 0,-6 0 0 0,1 4 0 0,0 0 0 0,-2 4 222 15,0 9-98-15,0 4-46 0,-2 5 126 0,-8 1-86 16,1 3-43-16,0-4 44 0,-7 6-48 0,6-3 0 16,0-6-38-16,-1 0 10 0,1-7-10 0,5-2 8 15,1-1-8-15,0-3 28 0,2-3 0 0,2-3-29 16,0 0 1-16,0 0-12 0,0 0 12 16,5 0-1-16,5 0 7 0,0 0-6 15,3 0-1-15,-2-4-37 0,2-1 14 0,2 2 1 16,-2 1 15-16,3 0-65 0,-4 0 29 0,2 2 7 15,-1 0 16-15,1 0-18 0,-4 8-12 0,1 2 35 16,-1 6 25-16,0 1 4 0,-3 5-39 0,0 3 6 16,-3 1 150-16,2 2-71 0,-4 3-35 0,2 0 111 15,-3 2-72-15,1-4-32 0,0 3 1 16,0-2-40-16,-2 1 8 0,0-7 8 16,0 6-9-16,0-5-28 0,0 2-1 0,0-6 30 15,-6 2-65-15,-1-6 40 0,-5-1-7 0,1-2 31 16,-1-5-132-16,-4-2 62 0,-1-3 9 0,-1-4-155 15,-3 0 79-15,1 0 51 0,-1-2 6 0,-2-11-142 16,2-1 72-16,-1-6 38 0,3-3 16 0,3-1-34 16,0 2 32-16,5 1 1 0,1 1 32 0,3 1 17 15,3 4 8-15,4 5-25 0,0-1 125 0,0 0-62 16,2 1-40-16,9 3 76 0,4-1-47 0,6 0-24 16,1 1 12-16,3 4-175 0,-2-1 80 15,8 0 50-15,0 2-1 0</inkml:trace>
  <inkml:trace contextRef="#ctx0" brushRef="#br0" timeOffset="87553.09">15772 10911 959 0,'0'0'0'0,"0"0"0"0,-2 6 0 0,0 6 0 0,-1 2 0 16,-3-1 0-16,1 4 188 0,-2 2-69 0,0 1-47 0,0 5-1 0,1-1 93 16,0-5-66-16,-1 4-42 15,1-3 9-15,-1-3-33 0,0-4 1 0,0-4 0 16,2-1-1-16,-3-2 1 0,1-3 8 0,-3-3 51 15,1 0-29-15,0 0 0 0,2 0-31 0,0 0 96 16,2-1-40-16,1-1-31 0,2 0 71 0,2 0 22 16,0-2-58-16,2-2-30 0,15 2-41 15,5 1 12-15,5 1 0 16,1 0-67-16,4 0 34 0,2 2-1 16,1 0 42-16,0 0-8 0,-2 0-58 0,-1 0 28 15,0 4 1-15,-3-2-127 0,-6 0 79 0,2 2-75 16,-4-4 62-16,-3 1 12 0,-6 2 0 0,-1 0-3 0,-4 1 167 15,-1 0-70-15,-2-1-29 0,-2 4 288 16,-2 0-150-16,0 2-66 0,0-1 108 0,0 1-74 0,0 2-48 16,-2 2-15-16,0 4 241 0,2-1-304 0,0 6 0 0,0 4 0 15,0 0 0-15,0 3 0 0,4 2 0 0,3 2 0 16,0 0 0-16,2 1 0 0,-2-2 0 16,0 0-225-16,1-1 173 0,-5-4 29 0,4 2-19 0,-6-5-23 15,1-2-3-15,-2-1 27 16,0-5 1-16,0 0 34 0,-2-5-47 0,-9-4 23 15,-2-1-15-15,-3-4 77 0,-2-2-29 0,-5 0 0 16,-1 0-285-16,-3-11 124 0,2-6 65 0,-2-6-479 16,-5-11 270-16,6-3 126 0,0-10 76 0,-3-13-259 15,5-4 162-15</inkml:trace>
  <inkml:trace contextRef="#ctx0" brushRef="#br0" timeOffset="87698.7">15708 10960 1185 0,'0'-8'0'0,"2"5"0"16,3-2 0-16,1 4 0 0,4-1 0 0,-1-4 0 0,7 0 0 0,2 5 301 0,6-3-138 0,3 3 275 0,-1-2-203 16,4 1-101-16,0 2-50 0,0 0 19 0,1 0-40 15,-3 0 1-15,-1 6-31 0,-1 3-1 0,-1 2-459 16,-6 1 238-16,-1 5-643 0,0 3 432 0</inkml:trace>
  <inkml:trace contextRef="#ctx0" brushRef="#br0" timeOffset="87866.25">15597 11468 2095 0,'-15'0'0'0,"12"0"0"0,1 0 0 0,2 0 0 0,0 0 0 0,0 0 0 0,2 0 0 0,12-1 0 0,11-5 331 0,3-1-142 15,15-1-81-15,-3 3-38 0,5 1-1 0,0 0-320 16,-2 2 141-16,-4 0-717 0,11 2 414 0</inkml:trace>
  <inkml:trace contextRef="#ctx0" brushRef="#br0" timeOffset="88170.43">16521 10967 1529 0,'0'-2'0'0,"-2"-1"0"0,2 3 0 0,0 0 0 0,0 7 0 0,0 8 0 0,0 8 116 0,2 5-42 0,1 4-13 0,-1 7 190 16,-2 2-109-16,0 5-54 0,0-1 21 16,0 2-38-16,0-6 8 0,0 5-46 0,-2-9-38 15,-5-2 37-15,2-5 1 0,-1-1 58 0,1-11-21 0,-2 1-8 16,2-8-29-16,0-1 144 16,-1-4-71-16,3-3-37 0,1-1 237 0,0-2-141 15,0 0-66-15,2 0-33 0,0 0 172 0,0 0-238 16,0 0 0-16,7 0 0 0,8 0 0 0,4 0 0 15,0 0 0-15,3 0 0 0,3 0 0 0,1 0 0 16,1 0 0-16,-3 0-634 0,1 6 332 0,-2-1 104 16,-2 1 95-16,4 1-785 0,-5-1 427 0</inkml:trace>
  <inkml:trace contextRef="#ctx0" brushRef="#br0" timeOffset="88328.02">16916 11386 1847 0,'0'-7'0'0,"0"0"0"0,0 6 0 0,0-1 0 0,0 0 0 0,0 2 0 0,0 0 0 0,0 0 0 0,0 5 330 0,0 9-148 0,1 0 139 16,3 6-148-16,3 1-70 0,-2-1-35 0,0 2 24 15,1 1-30-15,-1-3 9 0,-1-2-38 0,2 3-506 16,0-4 253-16,-1-5 126 0,0 1 63 0,-1-5-743 16</inkml:trace>
  <inkml:trace contextRef="#ctx0" brushRef="#br0" timeOffset="88529">17193 11428 1399 0,'2'0'0'0,"0"1"0"0,0 3 0 0,-2 0 0 0,0 2 0 0,2 5 0 0,-2 0 0 0,0 4 533 0,0 1-250 0,0 5-125 15,-2 6-63-15,-2-6 87 16,0 5-78-16,1-6-36 0,-1 3-342 0,0 0 153 15,1-7 77-15,-1-3-524 0,-1 0 295 0,4-3 151 16,-1-2 76-16,0-7-337 0</inkml:trace>
  <inkml:trace contextRef="#ctx0" brushRef="#br0" timeOffset="88815.23">17481 10901 1568 0,'0'0'0'0,"2"10"0"0,7 10 0 0,-4 5 0 0,-1 1 0 0,-2 8 0 0,-2 4 173 0,0 5-70 0,0 6-35 0,0-1 189 15,-6 4-104-15,-1-2-64 0,2-2-29 0,-4 1 21 16,2-5-25-16,-2-10 1 0,0-4-16 16,-1-5-41-16,3-4 32 0,-1-7 103 15,3-5-52-15,-2-3-24 0,4-3 7 0,1-3 131 16,0 0-82-16,2 0-41 0,0 0-21 0,0 0 182 15,0 0-94-15,4 0 58 0,8 0-199 0,0 0 0 16,6 0 0-16,-2 0 0 0,2-1 0 0,0 1 0 16,1 0 0-16,0 0 0 0,-3 0-654 15,2 0 381-15,-2 0 108 0,0 0-762 0,-2 0 447 16,0 0 223-16</inkml:trace>
  <inkml:trace contextRef="#ctx0" brushRef="#br0" timeOffset="89071.86">17667 11405 1321 0,'2'-6'0'0,"1"0"0"0,3 1 0 0,3-1 0 0,-1 0 0 0,3-1 0 0,2 3 0 0,6 1 0 0,4 1 458 0,-1 2-212 0,2 0-107 15,-5 5-45-15,6 10 76 0,-7 4-69 0,0 2-34 16,-6 2 16-16,-4 1-25 0,-4-4 8 0,-4 10-33 16,0-3-114-16,-6-1 57 15,-11 2 29-15,-4-3-116 0,0-4 80 0,0 1 28 16,-2-6 0-16,4-4 60 0,1-1-35 0,0-2-38 15,7-6 3-15,0-2 349 0,5 1-158 0,2-2-77 16,4 0 179-16,0 0-115 0,10-2-71 0,12-6 209 16,5 1-303-16,4-2 0 0,1 4 0 0,4-2 0 15,-1 0 0-15,2 3 0 0,-3 2 0 0,3 1-573 16,-1 1 319-16,-1 0 152 0</inkml:trace>
  <inkml:trace contextRef="#ctx0" brushRef="#br0" timeOffset="89722.26">18379 11007 1349 0,'0'0'0'0,"0"0"0"0,0 0 0 0,2 0 0 0,10 0 0 0,6 0 0 0,0 0 0 0,6 0 241 0,5 0-104 16,3 0-44-16,-1 0 182 0,1-2-122 0,0 0-59 16,0 2-31-16,-2 0 11 0,-3 0-12 0,6 0-8 15,-10 0-21-15,0 0-143 0,-3 0 71 16,-3 4 36-16,-6-3-364 0,-1 1 195 0,-2 0 103 16,-7-2-544-16,1 0 256 0,-2 0 163 15,0 0 72-15,-9 0-178 0</inkml:trace>
  <inkml:trace contextRef="#ctx0" brushRef="#br0" timeOffset="89886.82">18698 10999 426 0,'-17'0'0'0,"0"0"0"0,8 0 0 0,-3 0 0 0,5 0 0 0,1 0 0 0,1 0 272 0,1 0-120 0,2 4-51 0,2 1 148 15,0 7-108-15,0-1-54 0,-1 6-27 0,-2 5 164 16,-1 5-87-16,-1 2-56 0,-4 10-24 0,-3-2 35 16,-3 3-29-16,2-6 8 15,-4 8-103-15,1-10 33 0,0 2 0 0,1-4-224 16,-2-3 128-16,5-9 72 0,-4-1 24 0,1-4-450 15,2-3 223-15,2-5 112 0,5-5 0 0</inkml:trace>
  <inkml:trace contextRef="#ctx0" brushRef="#br0" timeOffset="90053.5">18621 11221 825 0,'11'0'0'0,"0"2"0"0,3 10 0 0,-5 6 0 0,0-2 0 0,-3 5 0 0,0 4 223 16,-1 3-95-16,-1 0-39 0,0 1 427 0,-3 2-242 15,-1-1-120-15,0 1 122 0,0-2-121 0,0-6-54 16,0 1-37-16,0-1-271 0,0-4 120 0,0-3 60 16,0-6 30-16,0-3-557 0,0-1 290 0,0-4 148 15,2-2-590-15</inkml:trace>
  <inkml:trace contextRef="#ctx0" brushRef="#br0" timeOffset="90202.11">18823 11269 919 0,'8'-5'0'0,"-2"3"0"0,3 2 0 0,-1 0 0 0,-1 0 0 0,-1 0 0 0,0 9 272 0,-1 3-120 0,1 1-59 0,-1 0 297 16,-1 2-178-16,2-1-81 0,-2 2-54 0,1-1-91 15,-1-2 24-15,1-2-1 0,1-1 24 0,0-4-461 16,3-3 226-16,0-3 118 16,1 0 58-16</inkml:trace>
  <inkml:trace contextRef="#ctx0" brushRef="#br0" timeOffset="90513.89">19299 10586 924 0,'15'-15'0'0,"0"6"0"0,2 7 0 0,-4 2 0 16,-4 3 0-16,-1 10 0 0,-5 10 441 0,-1 2-205 0,-2 1-101 0,0 0-43 0,0 6 202 15,-11-2-131-15,0 0-65 0,-1-2-186 0,0-2 60 16,0-5 38-16,-1 2-7 0,0-5-333 0,-2 2 181 15,-4-4 91-15,1-1-144 0,0-1 114 0,2-3 50 16,-3-4-60-16,4-1-146 0,3-3 105 0,-1 0 54 16,4-2 17-16,3-1 223 0,2 0-95 0,2 0-46 15,1 0 378-15,1 0-211 0,0 0-73 0,7 0-60 16,8 0 358-16,2-1-186 0,6-3-94 16,1 0 50-16,-1-2-63 0,9-1-44 15,-6-1-1-15,3 2-68 0,-9 1 33 0,4 1 0 16,-3-2 8-16,-4 5-352 0,0-2 173 0,-8 2 85 15,2 1 43-15,-5 0-683 0,-4 0 271 0,-2 7 200 16</inkml:trace>
  <inkml:trace contextRef="#ctx0" brushRef="#br0" timeOffset="90663.18">19245 10986 1022 0,'-10'7'0'0,"4"10"0"0,4-2 0 0,0 2 0 0,1 2 0 0,-1 0 0 0,2 2 216 0,-2 4-95 0,-2-2-45 0,1 4 147 15,-3-3-96-15,0 1-47 0,2-4-15 0,-3-3-95 16,3 1 31-16,-1-8 0 0,1 0-356 0,2-5 194 16,2-2 105-16,0-4 40 0</inkml:trace>
  <inkml:trace contextRef="#ctx0" brushRef="#br0" timeOffset="90815.28">19342 11104 1147 0,'9'0'0'0,"1"0"0"0,3 0 0 0,1 0 0 0,-2 0 0 0,1 2 0 0,3 2 215 0,0 0-91 16,1 0-46-16,-2 1 139 0,0-2-92 0,0 2-37 16,-1 0-33-16,-2 1-113 0,-2-2 46 0,0 1 22 15,-1-1 0-15,-2-1-415 0,-1 4 214 0,-4-4 112 16</inkml:trace>
  <inkml:trace contextRef="#ctx0" brushRef="#br0" timeOffset="90977.48">19496 11151 935 0,'-4'-4'0'0,"-1"3"0"0,1 1 0 0,1 0 0 0,-2 0 0 0,0 3 0 0,-1 9 0 0,2 3 103 0,-1 2-35 0,1 4 215 16,-4 7-130-16,-1-1-60 0,0 3-30 0,-5 2 77 15,2 1-54-15,-6-1-19 0,0 0-7 0,-1-3-179 16,1 0 76-16,-3-3 38 16,0-6-127-16,3-3 90 0,0-4 34 0,1-3 20 15,2-4-437-15,6-6 162 0,-3 0 128 0</inkml:trace>
  <inkml:trace contextRef="#ctx0" brushRef="#br0" timeOffset="91115.11">19186 11292 1282 0,'4'-9'0'0,"1"5"0"0,5 1 0 0,-1 3 0 0,2 3 0 0,3 10 0 0,4 6 0 0,5 1 252 0,7 9-110 0,0-3-55 0,2 4 379 16,2 0-216-16,-2-4-101 0,7 11-62 0,-3-9-86 15,0 2 1-15,1-4 31 0,-5-5-611 0,9 3 302 16,-7-11 154-16,4-3-283 0</inkml:trace>
  <inkml:trace contextRef="#ctx0" brushRef="#br0" timeOffset="91650.68">20250 10693 1535 0,'0'-20'0'0,"-5"14"0"0,1 6 0 0,1 0 0 0,-6 1 0 0,-3 7 0 0,-3 5 0 0,-2 2 192 0,1 4-80 0,-4 1 20 16,0 4-50-16,-2 0-24 0,-1 0 8 0,0 1-64 16,1-5 0-16,-1 0 31 0,4 0 0 0,-1-3-41 15,5-5 9-15,0 3 32 0,1 1-1 0,4-1 78 16,0 2-39-16,2 1 1 16,1 3 71-16,3 3-59 0,1 1-25 0,1 3 95 15,0 0-61-15,2 2-29 0,0 2 7 0,0 0-72 16,0 2 34-16,0 0 0 0,0-3 0 0,0-2-238 15,0-5 128-15,0 1 50 0,0-6 30 0,2-4-504 16,1-8 217-16,3-1 136 0,1-5-413 0,1-1 268 16,0 0 130-16,-1-9 66 0,0-6-262 15,-3-6 163-15,1-1 73 0,-5-6-17 0,0-3 53 16,0 0 87-16,-5-3 0 0,-4-2 0 16,-2 1 0-16,1 3 0 0,-1 1 0 0,2 9 22 15,2 0-10-15,0 3-23 0,5 4 419 0,2 0-214 16,0 2-45-16,0 1-76 0,12 3 322 0,6 2-173 15,7-1-99-15,1 2 80 0,3 3-86 0,-1-1-41 16,2 2-22-16,-4 0 16 0,8 2-9 0,-7 0-28 16,-2 0 0-16,-6 0 27 0,0 0-27 0,-4 0 8 15,0 4 39-15,-5 0-24 16,-3 3 1-16,-4 0 131 0,1 5-78 0,-2-1-30 16,-2 2-9-16,0 4 167 0,0-1-103 0,-4 5-51 15,1 0-25-15,1 0 47 0,2 0-40 0,0 1-1 16,0 4-32-16,0 1-165 0,0-1 83 0,0 2 49 15,0 2-543-15,0 0 287 16,2 0 109-16,-1-3-712 0,1-5 414 0,-2 1 198 0</inkml:trace>
  <inkml:trace contextRef="#ctx0" brushRef="#br0" timeOffset="91806.26">20011 11314 1357 0,'-17'-15'0'0,"-2"2"0"0,6 3 0 0,2 2 0 0,4-2 0 0,-4-2 0 0,10 4 0 0,1-4 0 0,0 0 264 16,5 3-116-16,12 2-49 0,3 2 135 0,0 1-100 16,1 1-51-16,1 3-353 0,-2 0 152 0,3 0 83 15,-4 10 30-15,-4 4-643 0</inkml:trace>
  <inkml:trace contextRef="#ctx0" brushRef="#br0" timeOffset="91945.43">20033 11446 892 0,'-13'8'0'0,"2"-3"0"0,1-2 0 0,3 2 0 0,0-5 0 0,-1 0 0 0,5 0 0 0,0 0 344 16,3-8-160-16,0 1-76 0,4-2-37 0,9-1-7 0,3 0-23 0,0 1-8 15,3 0-165-15,5-3 82 0,-1-1 42 0,1 2-521 16,-5-2 268-16</inkml:trace>
  <inkml:trace contextRef="#ctx0" brushRef="#br0" timeOffset="92363.64">20496 10801 860 0,'3'-18'0'0,"-1"3"0"15,0 5 0-15,0 3 0 0,-2 3 0 0,0 3 0 0,0-2 0 0,-2 3 347 0,-8 0-157 0,1 10-79 0,0 5-39 0,-3 2 127 16,1 2-75-16,2-2-50 16,2 0 20-16,0-4-30 0,5-4 0 0,1-1-2 15,1-3 9-15,0-2-38 0,0-3 0 0,5 0 59 16,7 0-30-16,1-3 0 0,2-4-21 0,0-5 14 15,2 4-22-15,-1-2 0 0,2 0 0 0,-2 3-50 16,2 2 33-16,-2 1-8 0,-1 4-37 0,-2 0 31 16,1 0-1-16,-3 9 48 0,-1 8-13 0,-3 3-25 15,-1 4 15-15,-5 3 130 16,1 5-64-16,-2 0-36 0,0 4 6 0,0-1 128 16,0 9-78-16,0-4-39 0,0 0-1 0,2 1 26 15,0-5-25-15,0 2 126 0,-1-2-199 0,1-3 0 16,-2-3 0-16,0-3 0 0,0-6 0 0,0-1 0 15,0-3 0-15,-7-2-179 0,-4-3 165 0,-4-3 11 16,-2-4-16-16,-2-2-60 0,-4-3 45 0,1 0-4 16,-2 0 1-16,-3 0-60 0,6-8 33 15,-2-10 27-15,0 0-69 0,6-4 39 0,2-3 24 16,5-3-41-16,4-2 28 0,6-1 1 16,0 1 14-16,2 0 39 0,14 1-1 0,4 3-43 15,3 1 13-15,5 1-41 0,2 3 20 0,2 2 1 16,0 4 20-16,0 2-495 0</inkml:trace>
  <inkml:trace contextRef="#ctx0" brushRef="#br0" timeOffset="94982.37">21085 10925 894 0,'-10'0'0'0,"5"0"0"0,3 0 0 0,2 0 0 0,0 0 0 0,0 0 0 0,0 0 286 0,9-1-127 0,12-3-63 16,2-1 94-16,5-3-70 15,2 1-48-15,2-2 0 0,2 1 85 0,-2-2-62 16,-2 5-31-16,-6-1-121 0,7 2 40 0,-11 2 25 16,2 0 1-16,-2 1-283 0,-6 1 154 0,-3 0 84 15,-3 0 31-15,-2 0-528 0,-4 0 258 0,-2 0 82 16</inkml:trace>
  <inkml:trace contextRef="#ctx0" brushRef="#br0" timeOffset="95181.88">21259 10618 516 0,'0'0'0'0,"0"0"0"0,0 1 0 0,0 9 0 0,0 5 0 0,0 2 0 0,0 3 344 0,0 5-156 0,-3 1-77 0,-4 4 180 16,-3 2-129-16,-1 4-56 0,-4 5-41 0,-2 2 20 15,-2-5-27-15,-2 3 1 0,0 1-26 0,3-9-73 16,-1 3 32-16,0-2 0 0,1-4-60 0,2-4 50 16,4-6 26-16,-4 0-373 15,5-6 191-15,0-4 42 0,3-4 67 0,2-2-398 16</inkml:trace>
  <inkml:trace contextRef="#ctx0" brushRef="#br0" timeOffset="95347.02">21098 11118 762 0,'9'0'0'0,"5"3"0"0,-3 14 0 0,1 3 0 0,-5 0 0 0,2 7 0 0,-2 2 0 0,2 3 375 16,-4 0-172-16,-1 1-85 0,-2 0 157 0,-1-1-125 15,1 1-59-15,-2-1-29 0,0-1-119 0,0-6 45 16,0-5 30-16,0 2-146 0,2-9 80 0,0-2 41 16,-2-3-1-16,0-6-400 0,2-2 182 0,-2 0 120 15,0-11-42-15</inkml:trace>
  <inkml:trace contextRef="#ctx0" brushRef="#br0" timeOffset="95603.34">21147 11162 1165 0,'-1'-15'0'0,"1"6"0"0,0 1 0 0,0 4 0 0,3-1 0 0,8 2 0 0,6-1 0 0,2 1 0 0,3 2 0 0,5-1 150 0,-2 0-58 0,-2 2-30 16,-2 0 62-16,2 0-45 0,0 0-15 0,-5 0-26 15,1 0-5-15,-3 0 0 0,-2 0 0 0,-5 0-31 16,-1 2 39-16,0 0-8 0,-5 2-1 0,-1 0 31 15,0 1 1-15,-2 2-32 0,0 3 117 0,0 1-63 16,0 4-26-16,0 0-1 16,0 4 5-16,0 2-1 0,0 4-22 0,0 2-108 15,2-1 50-15,3 3 25 0,1 1-1 0,1 0-85 16,1 2 63-16,-2-3 20 0,-1 0 0 0,1-3-306 16,-3-4 126-16,1 1 86 0,-1-4-303 0,-1-2 184 15,-2-4 88-15,0-4 43 0,0 1-303 0</inkml:trace>
  <inkml:trace contextRef="#ctx0" brushRef="#br0" timeOffset="95755.43">21167 11369 997 0,'-5'-9'0'0,"5"5"0"0,0 2 0 0,0 0 0 0,5-3 0 0,9-1 0 0,-1 2 0 0,2-2 169 0,-2 4-68 0,6 1-26 16,-2-1-8-16,2 2-72 0,-3 0 0 0,2 0 38 15,-4 5-405-15</inkml:trace>
  <inkml:trace contextRef="#ctx0" brushRef="#br0" timeOffset="95878.11">21245 11483 839 0,'-9'0'0'0,"1"3"0"0,2-3 0 0,1 0 0 0,1 0 0 0,2 0 0 0,2 0 0 0,0 0 120 16,2-3-48-16,9 0 0 0,4-3-39 0,2 3-84 15,4-3 43-15</inkml:trace>
  <inkml:trace contextRef="#ctx0" brushRef="#br0" timeOffset="96192.27">21909 10758 758 0,'8'-9'0'0,"-4"3"0"0,0 5 0 0,-4 1 0 0,0 0 0 0,0 0 342 0,-11 7-159 0,-7 11-75 16,1 0-38-16,-3 4 71 16,-1 3-55-16,0-1-18 0,-1 3-35 0,0-3 0 15,-1-2 0-15,3 1-1 0,1-6-48 0,-1 2 20 16,6-4 0-16,2 0 35 0,3-4-6 0,2 1 0 16,5-1 8-16,0 2 31 0,2 0 1 0,0 2-47 15,0 0 6-15,2 2 49 0,3 4-16 0,4 1-8 16,-2 3-62-16,-2-1 1 15,1 2 36-15,-3 2 1 0,1-3-59 0,1 5 25 0,-3-6 1 0,3-3-242 16,-2 0 129-16,1-4 49 0,-2-4 40 16,2-4-392-16,-1-3 195 0,-1-2 78 15,2-4 56-15,1 0-263 0,0-8 151 0,0-13 87 16,-3-3-149-16</inkml:trace>
  <inkml:trace contextRef="#ctx0" brushRef="#br0" timeOffset="96487.48">21695 11089 363 0,'-7'-22'0'0,"0"1"0"0,3 4 0 0,4 6 0 0,0 0 0 0,0 1 374 15,2 3-163-15,14 1-93 0,9 1 155 0,5 1-120 16,2-2-61-16,3 2-29 0,4 3 67 0,0-1-53 16,0 0-22-16,0 2 30 15,1-2-26-15,-2 2 0 0,-5 0-18 0,-1 0-51 16,-2 0 22-16,-9 0 0 0,-1 0 21 0,-2 0-22 16,-8 0 9-16,1 2 13 0,-6 2-1 0,-1-1 67 15,-3 3-33-15,1 0-1 0,-2 1 157 0,0 3-99 16,0 1-45-16,0 2 61 0,-2 2-53 0,-1 4-27 15,3 0 9-15,-2 7 50 0,2-2-42 0,0 4-22 16,0 2 0-16,2 3-53 0,5 0 8 16,0 3 23-16,2-1-145 0,-2 1 72 15,0-2 37-15,-1 0 0 0,-1-2-158 0,0-3 89 16,-4-2 12-16,1-7-86 0,-2 1 40 0,0-4 47 16,0-6-27-16,-3-1-253 0,-6-3 154 0,-2-4 76 15,-1-3 39-15,-2 0-387 0,0 0 217 0,-6-8 104 16,-1-9-382-16</inkml:trace>
  <inkml:trace contextRef="#ctx0" brushRef="#br0" timeOffset="96770.85">21857 11189 545 0,'0'0'0'0,"0"0"0"0,0 4 0 0,0 3 0 0,0 0 0 0,0 3 294 0,2-1-130 0,2 3-66 0,1-2 59 15,2 2-61-15,0 1-24 0,-2-1-8 0,-1-1-71 16,-2-2 8-16,0 1 32 0,-1-3 0 0,-1-1-106 15,0-5 49-15,0 1 29 16,-1-2-59-16,-5 0 44 0,1-2 21 0,0-5 9 0,3-4-104 0,0-1 49 16,2-1-10-16,0 2 79 15,0-2-13-15,9 2-23 0,2 2-9 0,0 1 50 16,2 2-14-16,0 3 0 0,-1 1-2 0,-3 2 50 16,0 0-22-16,0 2 0 0,-1 7 22 0,-6 4-26 15,-2 2 15-15,0-1-66 0,0 4 0 0,-5-3 31 16,-7-2 6-16,-1-4-195 0,1-2 87 0,-2-1 49 15,3-3 11-15,1-3-346 0,1 0 163 0,1-3 91 16,7-10 22-16</inkml:trace>
  <inkml:trace contextRef="#ctx0" brushRef="#br0" timeOffset="96937.4">22475 10681 1425 0,'7'0'0'0,"3"0"0"0,-2 0 0 0,-3 0 0 0,-3 2 0 0,-2 6 0 0,0 2 0 0,0 2 215 0,-7 1-95 16,-1 4-44-16,-2 2 22 0,3-1-33 0,-3 2 0 15,5-1-24-15,1-2-162 0,2-6 76 0,2 0 40 16,0-3-536-16</inkml:trace>
  <inkml:trace contextRef="#ctx0" brushRef="#br0" timeOffset="97075.96">22714 10579 652 0,'7'0'0'0,"2"8"0"0,-1 8 0 0,0-1 0 0,-3 0 0 0,1 0 345 15,1 2-148-15,0-1-86 0,3 1-39 0,0 3 22 16,-1-4-30-16,-1 1-1 0,-1-1-22 0,-1 0-543 16</inkml:trace>
  <inkml:trace contextRef="#ctx0" brushRef="#br0" timeOffset="97471.9">22514 11001 495 0,'-9'0'0'0,"4"0"0"0,0 0 0 0,5 0 0 0,0 0 161 0,0 0-64 16,12-2-32-16,4-4 214 0,4 3-115 0,8-3-69 16,-2 4-32-16,3-1 98 0,-3-1-64 0,1 2-32 15,-2 0 8-15,0 2-9 0,-3 0 0 0,-3 0-31 16,0 2 102-16,-7 7-51 15,0 5-18-15,-4 2 58 0,-3 5-45 0,-1 1-24 0,-3 4 1 0,-1 1 122 16,0-4-63-16,0 8-46 0,0 0 0 0,0-1-72 16,0 0 36-16,0 0 8 15,0 1-8-15,0-4-255 0,-1-4 127 0,-3-1 64 16,0-1-396-16,-1-5 200 0,-2 0 114 0,0-9-206 16,-4 1 144-16,2-7 69 0,-3-1 36 0,0 0-227 15,1-7 136-15,-5-12 64 0,2-5 32 0,-2-5-109 16,2-10 71-16,2 6 27 0,-1-11 8 0,6 12 19 15,-2 0 16-15,2 8 1 0,3-2 193 0,-1 6-105 16,3 8-40-16,0 1-25 16,1 5 357-16,-1 2-160 0,0 4-103 0,-3 0 166 15,-2 8-74-15,0 12-72 0,-4 3-36 0,-3 5 73 16,0 2-54-16,-4 3-19 0,-1 1-194 0,3 1 79 16,-2-8 40-16,4-2-1 0,5-9 40 0,-1-2-434 15,2-4 182-15</inkml:trace>
  <inkml:trace contextRef="#ctx0" brushRef="#br0" timeOffset="97741.31">23210 10529 813 0,'16'-16'0'0,"0"3"0"0,-5 7 0 0,-2 0 0 0,-8 4 0 0,-1 1 0 0,-3 1 284 0,-12 1-126 0,-6 17-63 16,0-2 113-16,1 3-79 0,1 4-53 0,1-3 21 15,2 5-32-15,4-1 0 0,3 2-33 0,4-2 71 16,0 8-40-16,5 2 0 16,0 2-30-16,0 7 53 0,0 0-27 0,0 2 8 15,0 8-34-15,0-2 87 0,1 4-43 0,1 1-23 16,-2 9-66-16,0-12 30 0,0 7-8 0,0-3 23 16,0-7-335-16,0-10 168 0,0-2 74 0,0-7-495 15,0-10 246-15,0-6 141 0,0-7 52 0,0-8-160 16,0 0 114-16</inkml:trace>
  <inkml:trace contextRef="#ctx0" brushRef="#br0" timeOffset="97884.92">23072 11061 1024 0,'0'-22'0'0,"2"4"0"0,3 5 0 0,4 1 0 0,0 0 0 0,3 1 0 0,4 2 232 16,5-3-100-16,-1 3-50 0,1 3 285 0,5-2-171 15,-7 4-82-15,2 2-40 0,0 2 9 0,-3 0-25 16,1 0 8-16,-3 0-501 0,0 1 234 0,-3 6 117 15,-3 5 59-15,-3-1-644 16</inkml:trace>
  <inkml:trace contextRef="#ctx0" brushRef="#br0" timeOffset="98016.57">23235 11091 587 0,'-3'0'0'0,"1"0"0"0,2 0 0 0,0 0 0 0,0 0 0 0,0 0 192 0,0 0-80 0,10-4-39 16,1 0 172-16,0 1-110 0,2 1-51 0,-2 0-26 15,-2 0-170-15,3 2 73 0,-4 0 44 0,-3 0-546 16</inkml:trace>
  <inkml:trace contextRef="#ctx0" brushRef="#br0" timeOffset="98176.17">23058 11290 971 0,'-18'6'0'0,"9"-3"0"0,4 3 0 0,-2-4 0 0,5 0 0 0,2-2 0 0,0 0 0 0,5 0 0 0,11-8 299 0,5-4-132 0,-2 2-60 0,7-5-25 0,-1-1-25 16,-1 3 0-16,3-1-24 0,-4 0-266 16,-2 3 141-16,6-2 59 0,-4 0-386 15,-3 1 222-15,1-2 110 0</inkml:trace>
  <inkml:trace contextRef="#ctx0" brushRef="#br0" timeOffset="98724.61">23500 10830 879 0,'4'-26'0'0,"0"5"0"0,-1 3 0 0,-1 2 0 0,1 5 0 0,-3 3 0 0,0 3 0 0,0 3 0 0,0 0 324 16,0 0-150-16,0 2-71 0,0 0-35 0,0 11 24 16,0 1-30-16,2-1 8 0,0 3-157 0,-1-2 60 15,1-2 30-15,0 1-77 0,2 0 54 0,-1-1 34 16,-1-3-7-16,0 1-126 0,-2-2 75 0,2-1-6 16,-2-1 33-16,0-2-17 0,0-2 2 0,0 1-9 15,0-1 147-15,2 0-64 0,1 0-27 0,4 0 0 16,0-3 135-16,2-6-64 0,1-1-39 0,-1 3-2 15,2 1-1-15,-4 2 22 16,2 3-40-16,-2-2-72 0,-2 3 38 0,1 0 12 16,-4 11 27-16,-2 5-198 0,0 0 89 0,0 5 33 15,0 0 28-15,-2 0-279 0,-5-1 139 0,-1-1 37 16,1 0-92-16,-1-2 89 0,-2-2 45 0,2-4 39 16,-3 0 6-16,2 1-8 0,-2-5 8 0,1 2 76 15,5-4-38-15,-4 3 0 0,3-2-38 0,3-1 295 16,1 0-123-16,-1 2-81 0,3-1 364 15,0-1-200-15,0 5-101 0,8-3-6 16,3 2 97-16,0 1-89 0,3 3-46 0,-3 0-12 16,-1 2-32-16,-1 4 8 0,-6 0-8 0,-1 2-27 15,-2-1-1-15,0 5 28 0,-3-9 8 0,-13 7-101 16,0-6 47-16,-3 0 23 0,-3-4-1 0,-3-2-165 16,4-1 62-16,-5-3 52 0,1-3-242 0,5-4 135 15,-1 0 39-15,0 0-109 0,5-6 86 0,-1-15 54 16,6 1 23-16,2-5-56 0,2 1 40 0,7 6 0 15,0-3 31-15,0 1 13 0,3 6-5 16,8 1 0-16,3 6 280 0,4 0-139 16,3 5-79-16,4 2-27 0,0 0 437 0,5 6-219 15,0 6-66-15,2 0 173 0,2 4-139 0,-1-1-81 16,2 2-38-16,-1-1-157 0,-2 0 60 0,1-2 31 16,-1-2 7-16,0-3-238 0,2-3 131 0,0-4 64 15</inkml:trace>
  <inkml:trace contextRef="#ctx0" brushRef="#br0" timeOffset="98892.2">24124 10580 878 0,'-2'-13'0'0,"2"11"0"0,0 2 0 0,2 0 0 0,1 0 436 15,4 0-202-15,-5 0-100 0,5 2-43 0,-3 5 160 16,1 1-109-16,-1 4-55 0,-3 2-27 0,1 3-122 15,1 2 55-15,-3 2 16 0,0 0-649 0,0-3 328 16</inkml:trace>
  <inkml:trace contextRef="#ctx0" brushRef="#br0" timeOffset="99001.9">24014 10830 427 0,'-4'0'0'0,"2"2"0"0,-1-2 0 0,3 0 0 0,0 0 0 0,0-2 0 0,9-3 0 0,3-3 65 0,6-2-30 0,2 1 1 15</inkml:trace>
  <inkml:trace contextRef="#ctx0" brushRef="#br0" timeOffset="99367.92">24363 10676 410 0,'1'7'0'0,"-1"3"0"0,0 3 0 0,-9 2 0 0,-15 3 0 0,-8 3 277 0,-2 2-122 0,-3 1-61 15,1 3 19-15,1-5-12 0,-4 5-38 0,7-9 0 16,-2 5-14-16,3-4-16 0,-1-2-1 0,5-4 24 15,5 0-24-15,4-3 1 0,6-5 0 16,3-1 76-16,3-2-38 0,4-1 9 16,2-1-48-16,0 0 93 0,9 0-47 0,12 0-22 15,4-3 106-15,2-3-56 0,3-1-41 0,3-1 0 16,-1 3-65-16,4-3-1 0,-1 2 34 0,-1-1-210 16,0 1 102-16,-4 0 53 0,-4 1 28 0,-5 3-490 15,-3-2 244-15,-6 0 80 0,-1 2 76 0,-6 1-406 16,-3-2 229-16,-2 3 114 0,-2 0-65 0,-12 0 102 15,-3 0 110-15,-3 0 0 16,-1 4 0-16,-6 2 0 0,3 2 0 0,1 1-29 16,-6 3 37-16,6 0-41 0,4 0 33 0,-2 1 280 15,3 0-165-15,2 2-72 0,1 0-34 0,2 2 510 16,0 2-244-16,-1 2-121 0,3-3 73 0,0 1-90 16,0 1-56-16,0 1-24 0,2 0-152 0,-2-4 64 15,6-2 32-15,2-4-176 0,2-3 100 0,1-5 54 16,0-3 27-16,8 0-507 0</inkml:trace>
  <inkml:trace contextRef="#ctx0" brushRef="#br0" timeOffset="99555.42">24132 10982 954 0,'2'-2'0'0,"-2"2"0"0,0 19 0 0,0 6 0 0,0 5 0 0,0 9 0 0,-2 2 0 0,2 3 534 0,0-1-251 0,0 0-125 15,4-8 329-15,10 4-231 0,4-5-111 0,0-1-57 16,5-7-32-16,-1-5-24 0,-2-8 9 0,7-4-135 15,-3-9 64-15,3 0 31 0,-3-7 0 0,-2-12-362 16,-2-3 205-16,0-4 90 16,-5-2 50-16,-1-1-532 0,-3-5 213 0,-1-9 151 15,-1 3-222-15,-2-10 191 0,-2-1 91 0</inkml:trace>
  <inkml:trace contextRef="#ctx0" brushRef="#br0" timeOffset="99677.13">24539 10726 1200 0,'4'-22'0'0,"1"-1"0"0,1 7 0 0,-1 3 0 0,-1 0 0 0,-1 3 0 0,0 3 0 0,-1 3 199 0,0 0-84 0,0 2-40 16,0 2 204-16,0 0-123 0,-1 0-53 0,1 0-88 16,0 12 18-16,0 1 0 0,-2 2-1 0,2 0-259 15,-1 4 138-15,-1-1 57 0</inkml:trace>
  <inkml:trace contextRef="#ctx0" brushRef="#br0" timeOffset="100202.02">24558 10873 700 0,'0'7'0'0,"0"2"0"0,0-2 0 0,0-2 0 0,0-1 0 0,0 2 0 0,0 1 118 16,4 3-42-16,2-1-22 0,-1 4-136 0,-1 1 61 15,1 2 21-15,-1 7-359 0,-2 2 168 0,-2 2 84 16,0 4 42-16,0 1-14 0,0-3 46 0,-4 5 33 16,-3-1 0-16,-1-4 63 0,1 1-58 0,1-9-8 15,-1 2 353-15,5-5-182 0,0-6-92 0,-2-3-45 16,4-3 438-16,0-3-209 0,0-3-118 0,0 0 133 15,0-1-121-15,0-19-61 16,6-2-29-16,3-6-188 0,3-4 74 0,4-9 41 16,0-1 21-16,0-1-202 0,1-4 111 0,0-3 64 15,1-10 20-15,0 1-528 0,-1-1 258 0,2-2 129 16,-1 2-153-16,-3 11 120 0,2 1 72 0,-4 12 212 16,-2 2-74-16,-3 15-37 0,-3 8 0 0,0 3 457 15,-2 4-243-15,1 4-117 0,-3 4-65 0,-1 15 433 16,0 8-217-16,0-5-102 0,0 10-63 0,0-2 28 15,0 0-41-15,0-2-20 16,0-3-43-16,0-3 9 0,3-3 13 0,-2-8 0 16,1-2-384-16,2-2 192 0,-2-7 95 0,-1 0-418 15,1 0 240-15,1-10 48 0,-3-3 83 0,0-6-75 16,0-2 77-16,0-1 30 0,0-6 58 0,0 0-12 16,0-2 1-16,0-1-1 0,0-1 136 0,0 1-76 15,4 2-26-15,5 3 215 0,4 1-125 0,2 5-44 16,4 3-37-16,-2 4 360 0,9-1-177 15,-3 5-50-15,0 3-55 0,4 3 79 16,-2 1-67-16,-3 0-26 0,1 2-8 0,-1 0 43 16,-3 0-39-16,-4 7 1 0,-2 1-31 0,-3 1 1 15,-3 3-9-15,-5-2-186 0,-2 7 94 0,0-3 46 16,-2 4 23-16,-7-2-602 0,-6 7 297 0,0-3 105 16</inkml:trace>
  <inkml:trace contextRef="#ctx0" brushRef="#br0" timeOffset="101247.93">24853 10658 1116 0,'0'0'0'0,"0"0"0"0,0 0 0 0,0-3 0 0,2-2 0 0,7 1 0 0,4 1 0 0,0-1 163 0,1 2-64 0,-3 0-34 16,-2 2 10-16,3 0-7 0,-5 0-36 0,-1 9-156 16,-5 4 78-16,-1 1 39 0,0 1 9 0,-11 5-354 15,-4-1 183-15,-3 2 91 0,-3 0 46 0,-4-3-273 16,0 1 138-16,-1-1 35 0,2-2 69 0,2-3-1 15,5-2 32-15,-2 0-1 16,5-4 241-16,3 2-128 0,2-2-57 0,4-2-28 16,0 1 162-16,3 1-82 0,2-3 5 0,0 3 322 15,0 1-189-15,0 0-64 0,0 1-59 0,2 1 91 16,1-3-66-16,-1 2-45 0,-2-1-1 0,0 1-61 16,0-1 25-16,0-2 0 0,0-1-115 0,0-3 54 15,0 0 30-15,-2-2-71 0,-3 0 51 0,2 0 25 16,3 0-7-16,0-9-159 0,0-5 53 0,0 0 52 15,3-3-17-15,9-4 7 16,3 4-5-16,10-3 6 0,1-1 68 0,10 0 60 16,-3 2-47-16,6 2-21 0,0 5 148 0,7-4-76 15,0 3-25-15,-3 2 30 0,-3 4-19 0,1-2-24 16,-8 4 17-16,3-1 28 0,-5 2-11 0,-7 3-1 16,0-2-6-16,-7 3 6 0,-7 0 8 0,2 0-39 15,-8 0-126-15,-4 4 61 0,0 6 28 0,-14-1 6 16,-7 3-279-16,-2-1 143 0,-4 2 54 15,-3 3-288-15,-9 2 157 0,5-3 81 16,-10 6 53-16,9-5-93 0,5 0 69 0,0-1 34 16,3-1 0-16,11-2-18 0,-3 1 31 0,6 0-1 15,4 0 123-15,1 0-51 0,4 1-24 0,2 3-9 16,2 0 302-16,0 3-160 0,0 5-79 0,0 0 422 16,0 2-198-16,0 3-118 0,0 0-38 0,2 0 70 15,0 2-76-15,0-2-38 0,0 0 0 0,-1-6 63 16,-1 3-55-16,0-6-23 15,0-3-200-15,0-6 88 0,0-5 44 0,0-3 31 16,0-4-373-16,0 0 194 0,0-2 83 0,0-11-346 16,-1-6 165-16,-1-4 105 0,-2-3 60 0,1 0-10 15,-1-2 35-15,-2-2 0 0,3-1 35 0,-4 0 31 16,4 3-31-16,1-1 1 0,2 3-1 0,0 6 109 16,0-1-54-16,0 3-36 0,5 5 257 0,9 1-138 15,2 3-22-15,4 1 172 0,-1 0-96 0,3 4-27 16,6-1-54-16,-3 1-8 0,-1 2-1 0,-3-2-36 15,1 3-1-15,1-1 20 16,-4 0-19-16,-1 0-1 0,-4 0 66 0,-3 0-32 16,-2 2-1-16,-2 0-24 0,0 0 150 0,-6 0-79 15,1 4-39-15,-2 7 215 0,0 8-127 0,0 6-56 16,0 4-41-16,-3 11 179 0,1 1-105 0,2 6-52 16,0 1-27-16,0-5 24 0,0 9-29 0,0-7 0 15,5-2-162-15,2-5 71 0,1-2 35 0,0-3 7 16,-1-4-230-16,-1-9 129 15,-1-1 64-15,-3-9-329 0,0-4 177 0,-2 0 29 16,0-3 68-16,-4-3-135 0,-9 0 95 0,-8-3 47 16,0-4 16-16,-4-10-135 0,-3 0 83 0,-6-7 42 15,0-1-70-15,0-5 56 0,5-2 19 0,-4-9 9 16,7 1-128-16,3 1 78 0,8 7 39 0,2-4-23 16,8 8 23-16,0-5 8 0,5 6 30 0,0 3 184 15,12 5-92-15,1 4-46 0,8 1-31 0,0 7 189 16,0 2-101-16,6 2-20 0,-6 3 25 0,0 0-4 15,-1 12-35-15,-5 1 42 16,-4 4-25-16,-2 2 14 0,-4 2 0 0,-5 5-51 16,0-5 25-16,-7 3-8 0,-7-5 0 0,-2-4 27 15,0-2 0-15,-5-2-46 0,5-2 22 0,-3-5 152 16,6-2-77-16,1-1-39 0,5-1 204 0,-1 0-121 16,7 0-53-16,1-1-39 0,0-8 93 0,11-4-62 15,11-1-30-15,8 2-14 0,2-4-9 0,2 1-8 16,2 0 0-16,1 2-567 0,1 2 283 0</inkml:trace>
  <inkml:trace contextRef="#ctx0" brushRef="#br0" timeOffset="102222.99">25632 10925 904 0,'0'0'0'0,"2"0"0"15,-2 0 0-15,2 0 0 0,-1 4 0 0,2 6 0 0,-2 1 0 0,2 6 355 0,-3 6-161 0,2-3-73 0,-2 9-48 0,0-1 74 16,0-2-57-16,0 2-29 15,0-3 74-15,0 3-55 0,-2-6-23 0,-2 1-1 16,1-2-130-16,0-4 54 0,1-6 34 0,0-3-300 16,-1-1 159-16,3-4 80 0,-4 0 40 0,2-3-353 15,0 0 139-15,0-10 106 0,1-7-10 0,1-3-72 16,0-8 82-16,0 0 41 0,0-1-136 0,-2-7 92 16,-2 1 43-16,-2-2 21 0,-1-5-6 0,-3 2 60 15,1 8 0-15,-1-3 70 0,1 4-67 16,2 8 0-16,-2 2-36 0,4 3 319 15,5 7-164-15,0 0-32 0,0 4-54 0,2 1 240 16,17 2-129-16,8 3-64 0,3-1 169 0,11 2-113 16,1 0-54-16,8 0-26 0,1 0 33 0,0 0-30 15,4 0 8-15,0 0-64 0,-2 0 1 0,-8 0 25 16,-10 0 1-16,1 2-40 0,-12 1 8 0,-1 1 32 16,-10 0-1-16,-1-2 28 0,-6 3 0 0,-1-3-29 15,-4 0 75-15,-1 0-44 0,0 1 1 16,0 1 186-16,0-1-108 0,-1 1-54 15,-4 2-19-15,2 2 105 0,1-1-71 0,2 5-34 16,0 1-1-16,0 2-60 0,0 3 7 0,0 3 18 16,2 2 1-16,0 1-150 0,-1 3 75 0,4-1 37 15,-4-2-104-15,3 5 67 0,-2-1 38 0,-1-3-13 16,1-5-446-16,-2 4 176 0,0-3 122 0,0-3-258 16,-2-1 196-16,-6-2 97 0,-3-3 48 0,-3-3-305 15,-2-2 168-15</inkml:trace>
  <inkml:trace contextRef="#ctx0" brushRef="#br0" timeOffset="102406.5">25717 11058 1284 0,'-13'-4'0'0,"6"2"0"0,2-1 0 0,5 2 0 0,0-1 0 0,2-2 0 0,17 1 198 0,6-1-82 0,5-2 93 0,4 1-88 0,2-1-35 15,8 0-32-15,0 1 104 0,-3-1-62 0,-1 1-32 16,-9 1 0-16,-3-2-169 15,0 4 65-15,-6-2 36 0,-5 3 0 0,-5-2-334 16,-6 3 185-16,-3 0 101 0,-3 0-534 0,0 0 243 16,-5 0 158-16</inkml:trace>
  <inkml:trace contextRef="#ctx0" brushRef="#br0" timeOffset="102597.99">25843 10535 1418 0,'-2'-4'0'0,"2"2"0"0,0 2 0 0,0 4 0 0,0 9 0 0,2 6 0 0,6 8 0 0,-1 3 0 0,-3 2 0 0,-2 3 298 0,-1 2-133 0,-1 4-58 15,0-3 38-15,0 0-56 0,0-1-28 0,0 0 0 16,0-5-268-16,-1-6 128 0,1 0 52 0,-2 1-158 16,2-7 109-16,0-3 55 0,0-6 26 0,0-1-543 15,0-7 196-15</inkml:trace>
  <inkml:trace contextRef="#ctx0" brushRef="#br0" timeOffset="102883.23">26021 10582 1461 0,'4'-2'0'0,"1"2"0"0,-3 12 0 0,-2 14 0 0,0 4 0 0,-2 11 0 0,-7 0 0 0,-2 5 0 0,-4 3 185 0,-1 1-80 0,0-1-36 0,2-2-17 0,0 0-19 0,1-4 0 16,1-7 8-16,-3 7-41 15,2-9 1-15,0-3 32 0,-3-2 0 0,4-3-69 16,1-10 44-16,-1 2-10 0,5-8 64 0,-1 0 0 16,3-7-29-16,1 0-1 0,1-3 171 0,3 0-89 15,0 0-43-15,0 0 103 0,0 0-72 0,9 0-34 16,3 0 8-16,4 0 7 0,2 0-26 0,3 0 1 16,6-3-25-16,-1 0-102 0,-3-2 58 0,10 0 19 15,-5-1-375-15,0 0 200 0,0 0 86 0,1-1 55 16,-3-1-649-16,8-1 325 15,-6-2 158-15,3-6-294 0,2-7 227 0</inkml:trace>
  <inkml:trace contextRef="#ctx0" brushRef="#br0" timeOffset="103185.45">26648 10587 1091 0,'4'-7'0'0,"-2"3"0"0,0 4 0 16,-2 0 0-16,0 4 0 0,-11 13 0 0,-4 1 0 0,-4 8 0 0,0 0 224 0,-3 3-87 0,-1 0-56 15,2 1 202-15,3 0-126 0,1-4-61 0,4-1 38 16,2-7 1-16,3-1-56 0,6-5-23 0,-1-1 55 16,3-4-40-16,0-1 1 0,0-2-31 15,3-4-59-15,6 0 26 0,3 0-1 0,1-3 26 0,4-4-33 16,-3-3 7-16,4-5 26 0,-2 5-159 0,0-2 62 16,-5 4 46-16,-4 2-184 0,1 0 102 0,-2 4 25 15,-5 0 34-15,1 2-66 16,-2 0 41-16,0 10-7 0,-3 4 8 0,-7 3 207 15,0 3-84-15,-1 0-46 16,2 0 198-16,1 1-106 0,3-2-55 0,1-2-10 0,4 0 23 0,0-4-4 16,0-2-22-16,0-1 33 0,0-3-204 0,4 1 94 15,7-4 33-15,0 0-542 0,0-1 270 0,-1-1 112 16</inkml:trace>
  <inkml:trace contextRef="#ctx0" brushRef="#br0" timeOffset="103333.05">26496 11254 983 0,'-18'12'0'0,"4"1"0"0,4-2 0 0,6-3 0 0,-2-1 0 0,3-3 0 0,3 1 391 0,0-4-182 0,3-1-89 15,6 0 107-15,5 0-97 0,8-1-49 0,0-9-9 16,7-5-9-16,1-5-30 0,5-2 0 0,-1 0-581 16,-6-1 291-16</inkml:trace>
  <inkml:trace contextRef="#ctx0" brushRef="#br0" timeOffset="103500.35">26861 10729 708 0,'0'0'0'0,"0"0"0"0,0 0 0 0,1 0 0 0,7 0 0 0,3 0 431 0,2 0-199 16,5-3-100-16,-2 2 39 0,3-1-73 0,2 2-32 15,-3 0-1-15,0 0-253 0,-1 0 111 0,1 0 63 16,-5 3 19-16,-1 7-583 15</inkml:trace>
  <inkml:trace contextRef="#ctx0" brushRef="#br0" timeOffset="103661.92">26844 10944 778 0,'-25'10'0'0,"-3"1"0"0,11-1 0 0,1-5 0 0,6-1 0 0,2-2 0 0,3-2 0 0,5 0 267 0,0 0-116 0,2 0-60 15,9 0 142-15,8-4-100 0,2-3-42 0,5-1-33 16,1-1-81-16,-2 0 28 15,1-1 0-15,-2 0-154 0,0 1 99 0,-4 0 38 16,1-1 22-16,-4 1-395 0,-4-3 148 0,-3 1 124 16,-1-2-319-16,-4-3 205 0</inkml:trace>
  <inkml:trace contextRef="#ctx0" brushRef="#br0" timeOffset="103950.15">27045 10387 651 0,'-2'-20'0'0,"-1"8"0"0,0 4 0 0,1 4 0 0,-3 4 0 0,-1 0 0 0,-2 19 315 0,3 9-141 0,-2 10-62 0,-1 22 293 16,0 1-185-16,6 9-94 0,0 9-47 0,2 3 285 16,0 2-157-16,0-2-91 0,0-3-42 0,2-3 97 15,2-5-70-15,6-5-34 0,1-14-9 0,2-1-25 16,0-8 0-16,0-9 0 0,3-4-261 16,-4-10 131-16,-2-8 72 0,3-3-317 0,-2-6 184 15,1-3 94-15,-5-5-19 0,0-14-178 0,-3-1 87 16,-2-10 75-16,-1 0 33 0,-1-2-7 15,0-4 0-15,-1 1 40 0,-8-2 15 0,0 3 8 16,-3 6-22-16,1 8-1 0,-4 1 65 0,-3 6-32 16,0 5-8-16,-4 5 80 0,-1 3-50 0,-1 0-27 15,1 2 16-15,6 4-63 0,-5 5 3 0,7-2 36 16,1-2 23-16,5-3-199 0,-1 2 89 0</inkml:trace>
  <inkml:trace contextRef="#ctx0" brushRef="#br0" timeOffset="104108.9">27227 10329 2220 0,'14'0'0'0,"4"1"0"0,3 15 0 0,-3-1 0 0,-3-2 0 0,-2 6 0 0,-1-1 0 0,-3 0 331 0,-2 3-149 0,1 2-75 0,-5 8-179 15,0-6 52-15,-3 4 34 0,0 3-7 0</inkml:trace>
  <inkml:trace contextRef="#ctx0" brushRef="#br0" timeOffset="104240.55">27774 11296 10 0,'-19'-6'0'0,"9"-3"0"0,10 9 0 0</inkml:trace>
  <inkml:trace contextRef="#ctx0" brushRef="#br0" timeOffset="122611.74">9319 12750 644 0,'-9'0'0'0,"4"-2"0"0,0 0 0 0,-1-2 0 0,1-3 0 0,0 4 0 0,0-4 0 0,1 1 95 0,0 1-31 0,3-1 0 0,1 4 114 15,-2-1-72-15,2 1-29 0,0 1-8 0,0 1 72 16,0 0-54-16,0 0-27 15,0 1 3-15,2 12 7 0,3 1-37 0,-1 6 0 16,1 4 123-16,0 0-62 0,-2 3-31 0,1-5 18 16,-2 8-9-16,0-5-39 0,-1-5 0 0,1 5-79 15,0-5 40-15,0-2 8 0,-2 0 31 0,2-3-211 16,-2-2 105-16,0-2 33 0,0-3-295 0,0-2 148 16,0-5 88-16,0-1-126 0,0 0 96 0,0-1 48 15,0-13 16-15,0-9-227 16,0-4 130-16,-6-1 65 0</inkml:trace>
  <inkml:trace contextRef="#ctx0" brushRef="#br0" timeOffset="122932.68">9234 12669 895 0,'0'-12'0'0,"-1"5"0"0,-2 1 0 0,2 2 0 0,-3 1 0 0,1 1 0 0,3 0 0 0,0-2 0 0,0-1 296 0,14-1-123 0,9-1-75 16,2-1-32-16,5 2 166 0,2 0-100 0,5 1-49 15,-4 3 17-15,1 0-38 0,0 0 0 0,-1 2-51 16,-3 0 22-16,2 0 0 15,-5 0 8-15,5 0-65 0,-9 0 28 0,-2 0 1 16,0 0 27-16,-5 0-70 0,-5 0 43 0,-2 0-8 16,-2 0 36-16,-2 0-38 0,-3 0-1 0,-1 0-8 15,-1 0 176-15,0 0-74 0,0 0-33 0,0 0 171 16,0 0-96-16,0 0-49 0,0 0-16 0,0 4-5 16,0 5 0-16,0 2-27 0,0 1 0 0,0 4-31 15,0 0 9-15,2 2 22 0,2 1 0 0,3 0-75 16,0 2 37-16,0 2 0 15,0-3-161-15,2 5 94 0,-3-1 22 0,2 0-312 16,-4 1 157-16,1-2 93 0,-3-1 9 0,0 0-105 16,-1-1 87-16,-1-2 45 0,0-2 21 0,0-6-320 15,0 0 163-15,0-6 94 0,-7 0 43 0</inkml:trace>
  <inkml:trace contextRef="#ctx0" brushRef="#br0" timeOffset="123126.16">9406 12818 1626 0,'-16'11'0'0,"5"-6"0"0,3 2 0 0,2-3 0 0,3 1 0 0,1-5 0 0,2 0 0 0,2 0 0 0,10 0 178 0,11 0-72 16,2 0-36-16,-2 0 56 0,7 0-51 0,-2-3-21 16,-1 1 0-16,0 0-117 0,-1 0 48 0,-7 2 33 15,4 0-329-15,-5 0 172 0,-1 0 86 0,-7 0-424 16,0 0 208-16,-1 0 131 15,-6 0-15-15</inkml:trace>
  <inkml:trace contextRef="#ctx0" brushRef="#br0" timeOffset="123467.4">9457 12304 1533 0,'-9'-2'0'0,"2"2"0"0,2 2 0 0,0 13 0 0,-1 2 0 0,3 8 0 0,3 1 0 0,0 5 0 0,0 4 0 0,0 6 146 0,2-6-49 0,5 11-36 0,0-5-92 16,1 2 32-16,0 1 0 0,-5-3 31 0,3-3-210 15,-3 9 102-15,-1-7 54 0,1-4 27 0,-3 4-116 16,0-6 71-16,0-2-15 0,-12-6-177 0,-1-5 58 16,0-2 73-16,-4-6 96 0,-2-6-29 0,1 0-6 15,-1-3 7-15,0-4 203 0,2 0-101 16,3 0-51-16,4 0-25 0,-1 0 366 15,4 0-179-15,4 0-53 0,1 0-56 0,2 0 133 16,0 0-79-16,10 4-38 0,12-2 49 0,4 2-51 16,4-4-27-16,5 1 36 0,1 1-22 0,3-2-9 15,5 0-30-15,-3 0-162 0,3 0 80 0,-1 0 42 16,-10 0 7-16,6 0-395 0,-4 0 206 0,-3 0 63 16,-2 0 65-16,-1 0-523 0,-8 0 267 0</inkml:trace>
  <inkml:trace contextRef="#ctx0" brushRef="#br0" timeOffset="123701.81">10303 12370 1347 0,'-10'-9'0'0,"8"9"0"0,2 0 0 0,0 0 0 0,0 5 0 0,0 6 0 0,0 6 0 0,0 0 423 0,2 4-187 0,3 0-106 15,5 5 19-15,0 2-58 0,-3 4-29 0,3 2 0 16,-3 0-53-16,-1-1 23 0,-1 4 1 0,-3-4-272 16,0 3 136-16,0-3 68 0,-2-1 42 0,0-4-383 15,0-1 199-15,-2-7 40 0,-6-2 70 0,1-6-391 16,0-4 204-16,-3-4 115 0,-1-4-154 0</inkml:trace>
  <inkml:trace contextRef="#ctx0" brushRef="#br0" timeOffset="123849.4">10070 12601 960 0,'-18'2'0'0,"6"9"0"0,1 3 0 0,-1 2 0 0,5 1 0 0,1 4 0 0,5 1 144 15,-2 4-60-15,3 1-26 0,0-2 257 0,3-1-141 0,4-1-63 16,8 2-43-16,0-2 14 0,2-2-25 0,3-3 0 16,1-2-402-16,-3-7 198 15,9 1 85-15,-1-8 47 0,2-2-538 0</inkml:trace>
  <inkml:trace contextRef="#ctx0" brushRef="#br0" timeOffset="124042.89">10443 12500 1255 0,'11'-4'0'0,"7"2"0"0,-1 2 0 0,-3 0 0 0,2 0 0 0,-1 6 0 0,4 9 269 16,-3 2-118-16,0-1-51 0,0 11-37 0,-1-1 221 15,-4 2-126-15,-2 4-62 16,-2 0-32-16,-5 2 13 0,-2-2-8 0,0-1-36 15,-4 0-203-15,-8-2 101 0,-2-6 51 0,-2-2-314 16,-5 3 178-16,1-3 94 0,-3-2 10 0,1-4-216 16,3-2 61-16,0-6 83 0,-2 1 25 0</inkml:trace>
  <inkml:trace contextRef="#ctx0" brushRef="#br0" timeOffset="124300.1">10973 12814 732 0,'2'0'0'0,"-1"1"0"0,1 2 0 0,-2 4 0 0,0-3 0 0,0 2 0 0,0 4 240 0,0-1-96 0,-2 4-59 16,-1 0-26-16,-3 3 13 0,3-1 0 0,-3-2-39 16,1 2-17-16,1-1-75 0,0-2 46 0,2-2 22 15,-2-2-410-15</inkml:trace>
  <inkml:trace contextRef="#ctx0" brushRef="#br0" timeOffset="124529.48">11291 12329 912 0,'-7'-15'0'0,"4"10"0"0,1 2 0 0,2 1 0 0,0 0 0 0,-2 1 0 0,2-3 424 0,-2 1-195 0,2 2-90 0,0-1 90 0,0 1-98 0,0-2-50 15,0 2-23-15,0-1-13 16,0 2-4-16,0-2-9 0,0 2 1 0,0 0-156 15,0 0 77-15,0 0 40 0,0 0-96 0,0 9 64 16,0 2 35-16,0 1 0 0,0 1-505 0,0 0 190 16</inkml:trace>
  <inkml:trace contextRef="#ctx0" brushRef="#br0" timeOffset="124728.46">11537 12171 1357 0,'0'0'0'0,"0"0"0"0,0 0 0 0,0 6 0 0,-6-1 0 0,-2 3 0 0,1 3 0 0,-4 2 0 0,-6 8 486 0,2-1-231 0,-2 5-111 15,-4 1 68-15,3 3-82 0,-3 0-52 0,1 1-2 16,0 2-22-16,0 2 1 0,-3 4-23 0,1-10-358 16,-1 5 175-16,0-4 91 0,2-5 47 15,7-4-561-15,5-8 297 0,0-3 64 0</inkml:trace>
  <inkml:trace contextRef="#ctx0" brushRef="#br0" timeOffset="124933.93">11459 12459 1669 0,'-1'0'0'0,"-5"0"0"0,4 0 0 0,2 0 0 0,-1 1 0 0,-1 8 0 0,0 7 0 0,0 3 0 0,-1 3 0 0,3 5 518 15,0 0-243-15,0 5-113 0,0 4 58 0,0 0-94 16,3 1-47-16,3 3-294 0,-1-5 124 0,0 3 71 16,3-3 21-16,-2 0-238 0,-2-5 135 0,1-2 67 15,-1-7 34-15,0-4-633 0,-1-3 223 0</inkml:trace>
  <inkml:trace contextRef="#ctx0" brushRef="#br0" timeOffset="125129.39">11587 12315 1895 0,'5'-13'0'0,"0"5"0"0,2 5 0 0,-1 2 0 0,-3-2 0 0,-1 3 0 0,2 0 0 0,-2 4 326 0,-2 9-138 0,0 4-82 0,0 8 168 16,0-1-120-16,0 2-61 0,0-4-22 0,0 10 36 16,0-13-37-16,0 4-1 0,0-3-36 0,0-6-492 15,0-3 254-15,0-4 115 16,2-3-560-16,-1-4 339 0,6 0 74 0,-4-7-369 15,-1-10 279-15,0-7 151 0</inkml:trace>
  <inkml:trace contextRef="#ctx0" brushRef="#br0" timeOffset="125358.77">11619 12302 734 0,'-7'-33'0'0,"1"-1"0"0,1 11 0 0,1-1 0 0,1 5 0 0,3 3 0 0,0 6 0 0,0-1 145 16,3 3-56-16,8 2 139 0,5 3-90 0,9-1-56 16,1 2-25-16,3 0 69 0,1 2-46 0,2 0-24 15,-6 0 8-15,8 0-46 16,-4 0 14-16,-4 4 1 0,-6-1 0 0,3-2 8 15,-4 2 0-15,-4 1-8 0,-1 0 26 0,-5-1 0 16,-2 3-26-16,-3 0 133 0,-3 3-58 0,-1 1-42 16,0 3 0-16,0 2 204 0,0 0-119 0,-5 4-59 15,-1-2-22-15,3 3 13 0,-1 1-26 0,2 1 0 16,1 1-24-16,1 0-105 0,0 1 61 0,0 2 18 16,0-6-430-16,0 3 227 0,0-2 115 0,1-3 57 15,5-4-790-15,-1-3 394 16,1-1 194-16</inkml:trace>
  <inkml:trace contextRef="#ctx0" brushRef="#br0" timeOffset="125517.59">11753 12376 1381 0,'-19'-2'0'0,"8"0"0"0,4 0 0 0,0 0 0 0,4 0 0 0,3-2 0 0,0-1 0 0,0-1 0 0,10-2 343 0,8 1-159 0,5 0-76 16,-2-1-37-16,4 2 55 0,0 3-46 0,-4 0-155 15,0 0 50-15,-1 1 28 0,-1 0 1 0,-5 2-512 16,2 0 270-16</inkml:trace>
  <inkml:trace contextRef="#ctx0" brushRef="#br0" timeOffset="125678.68">11785 12490 1517 0,'-8'4'0'0,"4"-2"0"0,2 0 0 0,0-2 0 0,2 0 0 0,0 0 0 0,0 0 0 0,2 0 0 0,8 0 220 16,3 0-94-16,0-2 12 0,2 0-56 0,0-2-25 16,2 1 0-16,-2 1-274 0,-2-3 129 0,0 4 68 15,-1 1 23-15</inkml:trace>
  <inkml:trace contextRef="#ctx0" brushRef="#br0" timeOffset="125838.26">11679 12717 1247 0,'-4'5'0'0,"1"-2"0"0,3-1 0 0,0-2 0 0,0 0 0 0,3 0 0 0,7 0 0 0,5-5 152 0,1-2-60 0,5 2-30 0,4-2 66 16,-2 1-49-16,-1 0-14 0,0 0-9 0,1 3-358 16,0-1 167-16,-5-1 84 0</inkml:trace>
  <inkml:trace contextRef="#ctx0" brushRef="#br0" timeOffset="126001.48">11721 12866 1024 0,'-6'9'0'0,"4"-4"0"0,2 0 0 0,0-4 0 0,0-1 0 0,6 0 0 0,5 0 0 0,2 0 150 16,4-3-59-16,1-1 12 15,0 0-27-15,1 1-8 0,-1-2-35 0,1 2-162 16,-2-2 80-16,-2 4 42 0,-6 0 7 0,3 1-408 15,-5 0 211-15</inkml:trace>
  <inkml:trace contextRef="#ctx0" brushRef="#br0" timeOffset="126270.27">11820 12769 679 0,'-12'-3'0'0,"9"2"0"0,-1-2 0 0,2 3 0 0,1 0 0 0,1 0 0 0,0 4 162 15,0 9-56-15,3 4 209 0,6 4-141 0,1 3-71 16,-1 4-35-16,-1 1 87 0,0 3-54 0,-1 0-37 15,-1-1-1-15,-3 0 30 0,1-3-31 0,-2-8 1 16,-2 5-22-16,0-7-151 0,0 0 71 0,-4-5-197 16,-7-2 135-16,-2-3 67 0,-2-5 41 0,-2-3-185 15,-2 0 66-15,0 0 54 0,-4-11-20 0,9 0 66 16,-2-5-41-16,2 4 20 0,3-3 1 16,3 5 92-16,2 1-46 0,3 2-23 15,1 1-9-15,2 1 364 0,0 1-152 0,5 0 96 16,11 3-115-16,0-1-71 0,3 2-28 0,1 0-115 15,7 0 36-15,-4 0-1 0,1 0 37 0,3 0-665 16,-6 2 325-16</inkml:trace>
  <inkml:trace contextRef="#ctx0" brushRef="#br0" timeOffset="127461.02">13349 12338 598 0,'1'-6'0'0,"2"3"0"0,-1-4 0 0,0 2 0 0,0 0 0 0,1-3 0 0,-1-2 0 0,2 0 164 16,-2 0-57-16,1-3-41 0,-1-1 0 0,2 4 77 15,-1-3-56-15,-2 1-18 0,1-2 29 0,-2 2-33 16,0 1 1-16,0-2-8 0,0 1 11 0,0 1 9 16,0-2-46-16,-6 2 24 0,0 1 0 0,1 1-23 15,-2 1 0-15,-1 3 30 0,-2 1-7 0,1 0-23 16,0 2-1-16,-5 2 40 16,3 0 0-16,-2 0-31 0,0 0 26 0,0 6-1 15,1 0-33-15,1 1 0 0,-1 0 56 0,5 3-20 16,-2 1-9-16,2 1 19 0,-1-1-23 0,2 6 0 15,1 0-23-15,1 2 35 0,2 7-8 0,0-1-28 16,2 5 1-16,0 2 81 0,0 1-40 0,0 4 8 16,0 9 15-16,2-4-33 0,4 3 1 0,-1 5 20 15,2-3-27-15,-2-4 9 0,2 9-34 0,1-5 176 16,-3 2-209-16,3-2 0 0,-2-2 0 16,-1-5 0-16,1 8 0 0,-3-6 0 15,1-9 0-15,0 3 0 0,-2-2 0 0,-2-5 0 16,0 2 0-16,0-8 0 0,0-1 0 0,-4-2 0 15,-5-6 0-15,-2 1 0 0,-3-4 0 0,-2-1-216 16,-2-5 124-16,0-1 44 0,-1-2 7 0,-2-2-302 16,-5 0 152-16,4 0 79 0,-1-8 40 0,2-3-148 15,1-2 93-15,3-2 40 0,2-2-334 0,3-1 194 16,3-2 97-16,4 0-346 0,5-1 221 0,0-1 103 16,0-1 64-16</inkml:trace>
  <inkml:trace contextRef="#ctx0" brushRef="#br0" timeOffset="127959.21">13329 12611 818 0,'-6'-10'0'0,"0"0"0"0,-3 1 0 0,-2-2 0 0,-1 0 0 0,1-2 0 0,0 1 0 0,-3-1 124 0,3 3-51 16,-1-1-19-16,3 4 43 0,0 1-32 0,-3 3 0 15,2 1-24-15,-1-1 8 0,-3 3-16 0,3 0-1 16,-5 5 1-16,2 6 29 0,-3 2 8 0,-2 6-37 16,2 0 43-16,1 3-21 0,-2 0 0 0,6 1-22 15,0-4 143-15,3 3-75 0,0 1-34 0,1 3 130 16,4-5-82-16,4 2-41 0,0-2-12 16,0-1 68-16,0 0-48 0,8 0-25 15,6 1 1-15,4-5-22 0,-2-2 5 0,9 2-9 16,-2-3-1-16,3-4 1 0,-1 1 1 0,6-5 0 15,-1-1 9-15,0 0-9 0,0-4-1 0,0 0-34 16,0 0 0-16,-2 0 35 0,-3-7 8 16,3-3-43-16,-5-2 0 0,-3-2 19 0,1-1 9 0,-4-4-61 15,-2 0 33-15,0-5-14 0,-4 0-41 0,-2 3 30 16,-3 0 1-16,-2-6-9 0,-2 7 2 16,0-6 27-16,-2 1 10 0,0 3-76 15,-5-2 34-15,-7 1 8 0,-1 0-1 0,-6-1-40 16,2 3 27-16,-2 2-14 0,-4 3 39 0,1 2 20 15,0 7-27-15,-6 0-4 16,1 3 77-16,-1 4-32 0,0 0-1 0,-1 1-7 0,5 9-3 0,-2 6-11 16,3 0-7-16,4 0-65 0,7 1 33 0,-4 1 8 15,7 0 23-15,2 1-255 0,5-2 121 0,2 0 55 16,0 0 33-16,0 0-347 0,9 0 180 0,8 1 102 16,3-1-367-16</inkml:trace>
  <inkml:trace contextRef="#ctx0" brushRef="#br0" timeOffset="128410.29">13631 12986 574 0,'0'-4'0'0,"-2"2"0"0,0 1 0 0,0-1 0 0,0 0 0 0,-2 2 435 0,4 0-201 0,-2 0-101 0,2 0 241 16,-1 0-175-16,1 0-83 0,0 13-41 0,0 6 14 15,0 3-28-15,0 1 8 0,0 7-36 0,-2-2-4 16,0 2 4-16,0-2 0 0,0 2-64 0,-1-5 40 15,-1 3-8-15,-2-7 32 0,2-1-3 0,-1-1 3 16,-3-4 0-16,5-4 8 0,-5-1 86 0,2-3-48 16,2-3-9-16,-1-1 124 0,3 0-81 0,0-3-31 15,2 0-9-15,-2 0 50 0,2 0-44 0,0 0-24 16,0 0 41-16,4 0-23 16,9 0-8-16,2 0-33 0,2 0-12 0,0-3 158 15,4 2-178-15,-1-1-195 0,1-1 166 0,-2 2 31 16,-1-1 0-16,2 1-315 0,-6 1 148 0,0 0 94 15,0 0 2-15,-2 0-242 0,-1 0 101 0,-2 1 89 16,-2 2 34-16,4 0-433 0,-4 0 244 0,0 0 121 16,1-3-398-16</inkml:trace>
  <inkml:trace contextRef="#ctx0" brushRef="#br0" timeOffset="128586.81">13911 13144 1140 0,'0'-4'0'0,"0"2"0"0,0 0 0 0,0 0 0 0,0 2 0 0,0 0 0 0,2 0 0 0,0 0 537 16,1 2-244-16,1 8-135 0,0 1-62 0,1 1 285 16,-1 4-174-16,-2 1-87 0,2 2 13 0,-2 0-54 15,0-1-23-15,0 2-1 16,-1-2-249-16,1-2 113 0,0 2 65 0,0-1-586 16,1-3 318-16,1-2 158 0,0-1 80 0</inkml:trace>
  <inkml:trace contextRef="#ctx0" brushRef="#br0" timeOffset="128826.34">14080 13007 1647 0,'0'-10'0'0,"-2"9"0"0,2-2 0 0,0 0 0 0,0-1 0 0,2 0 0 0,7 1 0 0,6-3 674 0,4 0-313 0,5 1-168 15,-1-2-80-15,3 3 210 0,1 0-145 0,1-1-72 16,-6 2-29-16,6-2-99 0,-5 4 27 0,0-2 0 16,-2-1-105-16,-3 2 75 0,1 0 25 0,-6 0 0 15,-1 0-414-15,-5 0 223 0,-2 2 112 0,-1 0-652 16,-2 0 353-16,-2 0 173 16,0 0 86-16</inkml:trace>
  <inkml:trace contextRef="#ctx0" brushRef="#br0" timeOffset="129047.75">14243 12761 1404 0,'-8'0'0'0,"5"-2"0"0,-1 0 0 0,2 0 0 0,2 2 0 0,-2 0 0 0,2 0 0 0,0 0 195 0,0 0-81 0,0 0-41 0,6 11 340 15,1 5-194-15,1-1-93 0,0 11-47 0,-3 1 204 16,1 2-126-16,-3 3-53 0,1 2-40 0,-2 0-63 15,1 1 31-15,-2 1 1 0,1-2-313 0,0 0 165 16,0-2 70-16,-2-3-211 0,0-2 144 0,0-4 73 16,0-1 35-16,0-4-663 0,0-7 321 0,0 1 157 15</inkml:trace>
  <inkml:trace contextRef="#ctx0" brushRef="#br0" timeOffset="129456.03">14585 12827 1553 0,'-4'-10'0'0,"-2"4"0"0,4 4 0 0,2 1 0 0,-1 1 0 0,1-2 0 0,-2 2 0 0,2 0 243 0,0 0-105 0,0 0-45 0,0 0 94 16,3 11-77-16,5 6-38 0,0 7-1 0,-3 3 14 16,-1 6-17-16,-2 7-9 0,0 2-27 0,-2-2-21 15,0 2-1-15,0 1 23 0,-4-6-49 16,-3 3 20-16,-3-7 0 0,1 0-6 16,0-7 0-16,-1-6 34 0,0-1 9 0,1-4 54 15,0-8-41-15,1 2 0 0,3-4-45 0,-1-3 102 16,2-2-38-16,3 0-7 0,-1 0-21 0,2 0 151 15,0 0-82-15,0 0-41 0,2 0 14 0,10 0-31 16,6 0-1-16,0 0-54 0,3-2 1 16,2 1 176-16,-2-2-178 0,2-1-304 0,0 3 221 0,0-1 57 15,-3-1 30-15,-3 2-244 0,2 1 94 16,-4 0 75-16,-1 0-622 0,-2 0 330 16,-1 6 165-16,1-2 82 0</inkml:trace>
  <inkml:trace contextRef="#ctx0" brushRef="#br0" timeOffset="129807.1">14872 13174 2194 0,'-3'-12'0'0,"-1"5"0"0,4-2 0 0,-2-1 0 0,2-1 0 0,0 1 0 0,0-1 0 0,9 2 0 0,4 1 0 0,3 5 0 0,0 1 215 0,0 2-83 0,-4 0-54 15,2 2-102-15,-1 9 28 0,-4 4 0 0,-1 0 29 16,-2 4-268-16,-5-1 129 0,-1 2 70 0,0-2-141 15,0 3 104-15,-7-2 23 0,-3-1 32 0,1-3 31 16,-2 1 1-16,6-7-78 0,-4-2 1 0,4-1 433 16,3-3-188-16,0-1-84 0,0-2 137 0,2 2-73 15,0-2-67-15,6 0 56 16,9 0-63-16,0 0-27 0,2 2-1 0,0 2-106 16,0 2 39-16,1 3 8 0,-2 0 32 0,-2 3-222 15,-2 1 111-15,-3 2 55 0,-3-1 28 0,-5 2-149 16,-1-1 75-16,0 2-6 0,-7-2 143 0,-7 0-55 15,-4-2-1-15,-3-2-66 0,-3-3 124 0,2 1-49 16,1-4 1-16,-7-1-53 0,3-4 1 0,5 0 52 16,-5-4-24-16,4-10-442 0,3-7 211 0,5-8 108 15,2 0 52-15,5-7-586 0</inkml:trace>
  <inkml:trace contextRef="#ctx0" brushRef="#br0" timeOffset="129980.07">14892 12889 1555 0,'0'0'0'0,"0"0"0"0,-3 0 0 0,3 0 0 0,0 0 0 0,0 0 0 0,3 0 476 0,11-3-222 0,5 2-102 16,1-1-64-16,5-1 556 0,3 2-305 0,-1-1-153 16,1 0-77-16,-3 2 183 0,0-2-292 0,-2 2 0 15,0 0-505-15,-2 0 285 0,-3 0 127 0,-1 0 71 16</inkml:trace>
  <inkml:trace contextRef="#ctx0" brushRef="#br0" timeOffset="133166.91">16114 12393 502 0,'-8'0'0'0,"3"0"0"0,1 0 0 0,2 0 0 0,1 0 0 0,1 0 0 0,0 0 319 0,0 3-143 0,0 1-71 15,7 0 215-15,7-3-135 0,4-1-81 0,6 0 77 16,-2 0-74-16,3 0-37 0,3 0 0 0,-3-1 113 16,5-1-80-16,-2 0-35 0,-8 0 1 0,5 2 26 15,-3 0-32-15,-2 0 10 0,-2 0-77 0,-3 2 37 16,-2 2 0-16,1 2-1 0,-7-2-98 0,2-3 57 15,-3 1 17-15,-1-2-332 0,0 0 156 0,-2 0 91 16,-1 0 16-16,0-2-226 0,-2-2 103 16,0 1 77-16,0 0 22 0,0 3-429 0</inkml:trace>
  <inkml:trace contextRef="#ctx0" brushRef="#br0" timeOffset="133395.25">16200 12706 1635 0,'-19'6'0'0,"3"1"0"0,0 1 0 0,5-5 0 0,-1-1 0 0,1 0 0 0,8-2 0 0,-1 0 319 0,4 0-143 0,0 0-72 0,7 0 152 15,11 0-116-15,5 0-53 16,2-2-28-16,1 0 251 0,5 0-139 0,0 2-60 16,3 0 18-16,-2 0-47 0,0 0-25 0,-2 0 0 15,-4 0-101-15,5 0 35 0,-10 0 20 0,0 2-215 16,-5 0 118-16,-4 0 60 0,-1-1 37 0,-6-1-430 15,-1 0 179-15,-2 3 116 0,-1-3 1 0,-1 0-193 16,0 0 133-16</inkml:trace>
  <inkml:trace contextRef="#ctx0" brushRef="#br0" timeOffset="137030.23">17090 12379 306 0,'0'-2'0'0,"0"1"0"0,0-3 0 0,0 2 0 0,-2 0 0 0,0 0 141 0,-1 0-58 0,-1 0-25 16,-2 1 130-16,4-1-78 0,-2 2-30 0,2 0 70 15,1 0-58-15,-3 0-30 0,0 0 0 0,3 2-7 16,-3 7-14-16,-3 0-8 0,4 1 0 0,-3-1 31 15,1 3 1-15,0-1-32 0,-3 4 8 0,2 0-4 16,-1 3-4-16,-3 5 0 16,5 0-3-16,-1 1 3 0,2-1 8 0,2 5-48 15,2-2 40-15,0-2 0 0,0 1 0 0,12-3-29 16,1-5 37-16,6 4-13 0,3-4 4 0,2-4-6 16,6-3 3-16,2-3-7 0,4-3 12 0,0-3-37 15,0-1 30-15,1 0-1 0,-1 0-15 0,-3-3 14 16,-1-9 8-16,-3 0-44 0,-3-4 0 0,-1-3 32 15,-5-2 3-15,-1-1-92 0,-6 2 46 16,-2-8 12-16,-3 1-1 0,-5 1-44 16,-1-1 30-16,-2-2 7 0,0 1 0 0,-5-5-40 15,-8 2 27-15,-3-1-15 0,0 2 12 0,-3 1-14 16,0 9 33-16,-5-5 4 0,1 10-5 0,-3 4-5 16,-1 7 4-16,-1 2 68 0,0 2-35 0,0 0 7 15,-1 11-35-15,2 3 40 0,1 3 0 0,-1 1-28 16,8-1-7-16,-3 4-92 0,9-4 46 0,2 0 8 15,2-2-216-15,6 0 116 0,3-3 55 16,0 2-119-16,2-3 88 0,9-1 44 16,4-1 22-16</inkml:trace>
  <inkml:trace contextRef="#ctx0" brushRef="#br0" timeOffset="137473.04">17485 12030 781 0,'-9'-18'0'0,"2"4"0"0,0 1 0 0,-2-2 0 0,1-2 0 0,-2 1 0 0,3 2 0 0,-2 1 90 0,1-1-28 0,-1 5 0 0,3 2 112 16,-3-1-70-16,-1 3-27 0,1 4-9 0,0 0 99 15,-3 1-68-15,3 0-32 0,-2 9 91 0,-1 6-54 16,-1 5-40-16,2 0 90 0,0 4-61 0,2 2-30 15,-3-1 0-15,4 0 23 0,-1 6-30 16,2-3 0-16,-1 2-24 0,2 2 114 16,1 0-57-16,1 2-20 0,2 2-8 0,1-1 80 15,1 8-55-15,0-1-26 0,0 1 25 0,0-4-18 16,0 14-8-16,1-6-11 0,3 0-15 0,2 0 0 16,-1-1-1-16,0-5 3 0,4 9-3 0,-4-6 1 15,1-4 0-15,-3 3-25 0,1-1 0 0,-2-6 33 16,-2 3-8-16,0-2-55 0,0 0 16 15,0-4 0-15,-8-1-105 0,-1-7 68 16,-4 1 17-16,0-8-187 0,0-1 97 0,-2-2 55 16,-2-5 13-16,0-3-264 0,0-3 141 0,0-2 69 15,2-2 34-15,0 0-81 0,1 0 59 0,5 0 20 16,0-2 8-16,2-2-191 0,3-2 110 0,1-1 55 16,3-1-218-16,0 0 129 0,0-2 76 0,11 0-274 15,1 2 172-15</inkml:trace>
  <inkml:trace contextRef="#ctx0" brushRef="#br0" timeOffset="138259.07">17644 12877 997 0,'-9'-5'0'0,"1"2"0"0,2 3 0 0,1 0 0 0,-1 0 0 0,3 0 0 0,-1 0 0 0,-2 0 341 16,2 0-158-16,2 4-76 0,1 3 106 0,1 5-91 15,-2 3-44-15,2 0-15 0,-2 5 27 0,0 3-28 16,0 2-1-16,-1 1-23 0,-1-2-5 0,-2 1 8 16,0 5-9-16,-1-4-30 0,0 3 0 0,-4-3 31 15,4-2 0-15,0-5 2 0,0 2-2 0,-3-3 0 16,4-1 22-16,-1-3 1 0,1-5-23 0,3-2 83 15,-1 0-46-15,2-3 1 16,-1-2-39-16,3 0 40 0,0-2-1 0,0 2-30 16,0 0-8-16,7-2 40 0,4 0-40 0,2 0 0 15,4 0 0-15,0 0 89 0,0 0-49 0,4 0 1 16,-3 0-81-16,3 0-1 0,-2 0 41 0,-3 0-178 16,2 0 85-16,-4 0 46 0,0 0 18 0,-5 2-190 15,2-1 82-15,-5 5 60 0,2-2-5 0,-3 0-485 16,-3 0 250-16,2-2 126 0,-3-1 63 0,1-1-464 15,2 0 267-15,-2 0 130 0</inkml:trace>
  <inkml:trace contextRef="#ctx0" brushRef="#br0" timeOffset="138577.21">17802 13159 1167 0,'2'-4'0'0,"1"0"0"0,1 1 0 0,0-1 0 0,2-2 0 0,-1 2 0 0,3-2 0 0,1 1 213 0,3 1-90 0,0 3 251 0,2 1-163 0,-1 0-93 15,1 0-42-15,-2 5 37 0,1 6-40 0,-3 3 0 16,-1 3-33-16,-1 0-28 16,-5 1 0-16,-1 1 21 0,-2 2-160 0,0-1 80 15,0 0 48-15,-5 0-8 0,-5-4-108 0,-3 0 74 16,-2-3 15-16,0-3-33 16,-2-1 7-16,0-4 25 0,-1-1-25 0,2-4 212 0,2 0-90 0,-2 0-40 15,7 0-5-15,-2 0 128 0,3 0-61 0,4 0-42 16,2 0 296-16,1 0-157 0,1 0-70 0,0 0-47 15,1-2 46-15,13 2-43 16,1-2-21-16,4 2-43 0,-1-1 10 0,3 1 11 16,2 0 1-16,3 0-272 0,-6 0 136 0,3 0 68 15,0 0 42-15,-1 0-284 0,-1 0 102 0,0 0 92 16,-3 0-735-16,3 0 392 16</inkml:trace>
  <inkml:trace contextRef="#ctx0" brushRef="#br0" timeOffset="138767.71">18195 13110 1533 0,'-8'-6'0'0,"6"5"0"0,2-2 0 0,0 3 0 0,0-5 0 0,4 3 0 0,7-1 496 16,2-2-231-16,4 2-117 0,2-1 31 0,1 1-74 15,1 0-27-15,2 2-9 0,-3-1-131 0,1 2 47 16,0-3 24-16,-3 3-451 0,0-1 233 0,-4 1 121 15,-2 0 61-15,-1 0-596 16,-4 0 307-16,-1 0 78 0</inkml:trace>
  <inkml:trace contextRef="#ctx0" brushRef="#br0" timeOffset="138960.19">18311 12838 1793 0,'0'-4'0'0,"0"2"0"0,-1 2 0 0,1 0 0 0,0 0 0 0,0 6 0 0,0 8 0 0,0 6 0 0,0 4 283 0,0 2-126 16,0 5-61-16,1 2 174 0,1 5-118 0,0 0-52 15,0 8-37-15,0-13-253 0,-1 9 112 0,1-4 55 16,2 1 28-16,-2-3-514 0,0-2 267 0,1-3 137 16,-1-3-285-16,0-7 112 0</inkml:trace>
  <inkml:trace contextRef="#ctx0" brushRef="#br0" timeOffset="139331.44">18636 12839 907 0,'-6'-9'0'0,"4"8"0"0,2-1 0 0,0 0 0 0,0 0 175 0,0 2-75 0,0 0-34 15,0 6 0-15,0 8 248 0,2 2-141 0,0 10-62 16,-2 1-43-16,0 8 68 16,0-2-51-16,0 4-27 0,0 1-58 0,-2 0 11 15,-5-3 1-15,2-1 21 0,-4-1 21 0,0-5-21 16,2-4 8-16,-3-2 20 0,3-2-28 0,-3-6 0 16,3-3-1-16,-1-1 138 0,2-4-60 0,1-3-43 15,1 1 0-15,3-2 224 16,-1-2-129-16,2 0-64 0,0 0 177 0,0 0-22 15,0 0-253-15,7 4 0 0,10-2 0 0,0 0 0 16,4 2 0-16,-1-1 0 0,8 3 0 0,-3-2 0 16,-1 1 0-16,1-1 0 0,-5 2 0 0,3-3 0 15,-1 1 0-15,-3-1-677 0,0-1 337 0,-4 0 156 16,-4 1-452-16,0-3 306 0,-1 0 148 0,-2 0 75 16,-3 0-487-16</inkml:trace>
  <inkml:trace contextRef="#ctx0" brushRef="#br0" timeOffset="139713.49">18959 13151 754 0,'2'-11'0'0,"0"4"0"0,2-1 0 0,-1-2 0 16,1 3 0-16,-1-1 0 0,3 5 566 0,2-3-266 0,3 5-134 0,2-2 129 0,2 3-136 15,2 0-62-15,0 0-33 0,0 6-134 0,0 5 51 16,0-1 35-16,-2 1-277 0,0 0 147 0,-4 3 73 15,-2-2 37-15,-2 4-73 16,-6-1 63-16,1 0 19 0,-2 1-90 0,0 1-67 16,-10 0 5-16,-3-3 58 0,0-1 231 0,0-2-83 15,0-4-46-15,0-1-22 16,3-3 453-16,3 1-222 0,1-2-71 0,0-2 299 0,5 0-208 0,1 0-105 16,0 0-52-16,0 0 8 0,3 0-34 0,11 0 0 15,0 0-26-15,4 0-32 0,-2 6-1 0,1 2 41 16,-2-1-234-16,1 6 113 0,-6-1 57 0,2 1 27 15,-4 1-247-15,-5 2 83 16,1-1 81-16,-4-2-85 0,0 0 67 0,0 0 33 16,-9 1 9-16,-5-4 95 0,-2-2-33 0,-2-1 1 15,-2-3-41-15,-1 0 46 0,-5-4-23 0,5 0-8 16,-7 0-122-16,6 0 71 0,-3-8 21 0,4-8-420 16,3 0 217-16,6-6 101 0</inkml:trace>
  <inkml:trace contextRef="#ctx0" brushRef="#br0" timeOffset="139910.96">18995 12875 1487 0,'0'0'0'0,"0"-2"0"0,0 2 0 0,3 0 0 0,5 0 0 0,1 0 197 15,5 0-82-15,0 0-42 0,5 0 645 0,2 0-335 16,1 0-179-16,1 0 175 0,-2 0-173 0,-1 2-86 15,-1 3 93-15,-2 1-534 16,-4-2 241-16,0 0 56 0,-1-2 29 0,-1-2-782 16,-2 0 405-16,3 0 210 0</inkml:trace>
  <inkml:trace contextRef="#ctx0" brushRef="#br0" timeOffset="147819.21">19997 12351 674 0,'0'0'0'0,"0"0"0"0,-2 0 0 0,2 0 0 0,-1 0 0 0,-1 0 0 0,2 0 119 16,-2 0-34-16,2 0-31 0,0 0 1 0,0 0 229 15,0 0-126-15,0 0-62 0,0 0 137 0,0-1-104 16,9-1-48-16,3-3-24 16,2 4 156-16,2-3-90 0,0 2-37 0,0 1 105 15,0 1-79-15,2 0-40 0,-4 0 1 0,0 0 9 16,0 0-17-16,4 0-7 0,-5 0-26 0,2 0 30 15,0 1 0-15,-2-1-29 0,-4 0 8 0,2 0-65 16,-1 0 28-16,-2 0 0 0,-3 0-174 0,-1 0 102 16,-1 0 53-16,-1 0-405 0,-2-4 186 0,0 1 112 15,0-4 16-15,0 4-476 16,0-1 267-16,-2 3 145 0,-3 1 68 0</inkml:trace>
  <inkml:trace contextRef="#ctx0" brushRef="#br0" timeOffset="148019.67">20007 12543 1291 0,'0'4'0'0,"0"3"0"0,0 1 0 0,0-1 0 0,0-3 0 0,0 0 0 0,0-1 0 0,4 1 525 0,5 0-246 0,4-1-123 16,4-1-61-16,0 1 267 0,2-3-169 0,0 0-80 15,-1 0-40-15,1 0-8 0,0 0-32 0,0 0 8 16,-2 0-125-16,1 0 58 0,-1 0 30 0,-2 0 0 15,0 0-453-15,-2-3 249 0,3 1 112 0,-5 1-770 16,2 1 413-16</inkml:trace>
  <inkml:trace contextRef="#ctx0" brushRef="#br0" timeOffset="148597.13">20691 12364 1333 0,'0'-9'0'0,"0"5"0"0,0 3 0 0,-2-1 0 0,-3 0 0 0,-2-1 0 0,2 3 0 0,-1 0 0 0,-1 0 435 16,0 3-201-16,0 4-93 0,0 4 186 0,1 2-147 15,3 1-73-15,-1 3 30 0,2 0-52 0,1-1-18 16,1 3-8-16,0 0 64 0,0 2-45 0,0-1-23 15,0-1 0-15,3 2 35 0,6-2-32 0,-1-1-1 16,3 1-24-16,0-2 38 0,2-2-30 0,1-2-9 16,0-2 25-16,4-1-24 0,0-5-1 0,3 1 143 15,0-5-175-15,2-1 0 0,-2 0 0 16,0 0 0-16,0-1 0 0,-1-7 0 16,1-4 0-16,-3-2 0 0,-2-1 0 0,1-4 0 15,-2 3 0-15,-1-2 0 0,-3 0 0 0,0-2 0 16,0-4 0-16,-3 2 0 0,-1 0-173 0,0-3 154 15,0 3-37-15,-4-6 20 0,1 7 0 0,-2-4-49 16,-2 4 37-16,0 0 12 0,0 1-20 0,0 2 43 16,-4 0-5-16,-4 1-12 0,-1 1 9 0,0 2 30 15,-2 2-11-15,-1 1-19 16,-1 1 46-16,1 4-21 0,0 1 9 0,-1 1-29 16,-1 2 40-16,1 0 1 0,0 2-23 0,-2 0 9 15,1 0-10-15,2 0-5 0,-2 2 6 0,1 4 10 16,1 1-11-16,-2 1-2 0,1 0 3 0,-2 5 53 15,2-2-24-15,-1 0 0 0,1 3 72 0,3 1-47 16,-1 1-17-16,2-3 186 0,2 2-225 0,0-2 0 16,0-2 0-16,4 2 0 0,-1-3 0 0,0-1 0 15,3-1 0-15,-3 1 0 16,2-3 0-16,2 2 0 0,-2-3 0 0,1 1-312 16,1 0 152-16,-2-2 79 0,2 0-571 0,0 3 309 15,0 0 155-15,0 4 78 0</inkml:trace>
  <inkml:trace contextRef="#ctx0" brushRef="#br0" timeOffset="156519.25">11181 13921 626 0,'-3'0'0'0,"1"-2"0"0,2 2 0 0,-2 0 0 0,2 0 0 0,-2 0 304 15,1 0-136-15,-1 11-59 0,2 5 101 0,0 1-89 16,0 0-44-16,0 7-22 0,0 1 16 0,0-6 8 16,2 9-46-16,3-6-45 0,0 2 23 0,-1-3-1 15,2 0 23-15,-3-1-131 0,2-2 61 0,-2-2 35 16,-1-5-1-16,0 0-250 15,-2-3 135-15,0-4 27 0,0-3-259 0,0-1 144 16,0 0 86-16,-2-13-77 0</inkml:trace>
  <inkml:trace contextRef="#ctx0" brushRef="#br0" timeOffset="156801.76">11125 13813 958 0,'2'-11'0'0,"1"7"0"0,4 3 0 0,0-1 0 0,0 1 0 0,4-2 0 0,1 1 0 0,3 1 140 0,0-3-54 0,3 2-18 0,3 0 174 15,-1 1-105-15,-2-1-52 16,1 0-26-16,-3 0 74 0,2 2-41 0,-4-2-34 16,0 2-1-16,-5-2-27 0,1 2 3 0,-3 0 0 15,-1 0-19-15,-1 0-7 0,-3 0 25 0,0 0-16 16,0 0 17-16,-2 0 0 0,0 0 8 0,0 0 16 16,2 0 1-16,-2 4-25 0,0 5 0 0,1 0 56 15,2 5-19-15,-1 3-9 0,0-3-61 0,0 5-1 16,-1 2 34-16,3 0-180 0,0 1 94 0,-2 1 38 15,1 3 19-15,1-1-155 16,-2-2 84-16,-1 4 27 0,1-2 3 0,1 5-398 16,-3 0 189-16,0-5 107 0,0 2 53 0,-5-5-294 15,0 0 165-15,-2-6 96 0</inkml:trace>
  <inkml:trace contextRef="#ctx0" brushRef="#br0" timeOffset="156988.62">11298 14084 997 0,'-7'-7'0'0,"0"3"0"0,4 2 0 0,1 1 0 0,0 1 0 0,0 0 0 0,2 1 0 0,0 12 173 0,0 4-74 16,0 4-34-16,0 2 187 0,2 3-110 0,2 4-54 15,-2 2-20-15,-2 4 34 0,0-1-35 0,0 1 1 16,0-3-35-16,-2 0-35 0,-2-7 9 0,-3 5 25 16,3-11-223-16,-1 0 112 0,-3-3 56 0,4-5-392 15,0-3 186-15,1-4 118 0,1-3 7 0,0-2-271 16,2 0 170-16</inkml:trace>
  <inkml:trace contextRef="#ctx0" brushRef="#br0" timeOffset="157136.23">11311 14311 1088 0,'5'-1'0'0,"2"1"0"0,-2 0 0 0,-1 0 0 0,1 4 0 0,-1 3 0 0,1 3 0 0,2 1 230 16,-4 0-98-16,3 1-50 0,-1 0-24 0,-1 4 215 15,0-1-124-15,-1 2-58 0,2-2-182 0,-1 0 62 16,-1-6 31-16,3 0 8 0,-1-1-472 0,5-5 247 15,-1-3 124-15</inkml:trace>
  <inkml:trace contextRef="#ctx0" brushRef="#br0" timeOffset="157319.71">11640 14022 883 0,'5'0'0'0,"1"0"0"0,-3 4 0 0,-1 4 0 0,1 5 0 0,-3 0 280 0,0 4-128 0,0 2-60 15,0 5 344-15,0 2-202 16,0 1-100-16,0-3-43 0,0 6 22 0,0-4-41 16,0-4 1-16,0-2-378 0,2-4 168 0,0-4 94 15,1-3 33-15,3-1-525 0,-1-4 270 0,3-4 135 16,0 0 69-16,-1-2-411 0</inkml:trace>
  <inkml:trace contextRef="#ctx0" brushRef="#br0" timeOffset="157541.59">11753 13716 1057 0,'2'-11'0'0,"0"7"0"0,1 3 0 0,3 1 0 0,1 0 0 0,1 15 0 0,3 10 221 0,2 15-94 0,-1 6-47 0,2 15 339 16,-5-2-185-16,5 24-104 0,-1 6-49 0,-1-2 212 16,-1-1-129-16,-4-11-67 0,1-5-23 0,1 9 19 15,-3-25-30-15,-1-2 1 0,1-12-57 0,-5-3 1 16,2-8 33-16,-3-6-112 0,0-8 53 0,-8-7 24 15,-8-4 1-15,-9-4-194 16,-1 0 118-16,-5-11 15 0,0-5 39 0,-9-9-533 16,5 1 260-16,-2-4 120 0,4 3 59 0</inkml:trace>
  <inkml:trace contextRef="#ctx0" brushRef="#br0" timeOffset="158865.01">13501 14076 458 0,'2'0'0'0,"-2"0"0"0,0 0 0 0,0 0 0 0,0 0 0 0,0 0 0 0,0 0 0 0,0 0 0 0,0-3 65 16,0 1-33-16,0 2 35 0,0-1 0 0,0-1-34 16,0-2 8-16,0-3-12 0,0 0 3 0,0 0 1 15,1 0 0-15,2 0 38 0,-1-1 9 0,0 1-47 16,0-1-1-16,-2-1 56 0,2-2-27 0,-2-1-1 16,0 1-7-16,0-5-20 0,0 2 0 0,0-1 0 15,0-1-40-15,0 0 1 0,-2 1 47 0,-4-3-60 16,0 5 27-16,-1 0-1 15,-1 1 26-15,1 2-47 0,1 3 7 0,-2 0 15 16,-3 2 14-16,4 3 19 0,-3-2-23 0,3 3-10 16,-2-1 36-16,1 0-7 0,0 2-20 0,1 0 67 15,0 0-31-15,1 0 11 0,0 0-32 0,-2 0 36 16,3 0 0-16,0 0-31 0,-1 2-4 0,0 3-9 16,0 2 17-16,1 1-8 0,-1 0 28 0,1 3-28 15,-1-1 0-15,2 0 0 0,0 4 32 0,0-1-33 16,1 0 1-16,1 4 41 0,0 0-1 15,0 2-32-15,1-1-8 0,1 5 28 16,0 2 0-16,0-1-28 0,0 2 0 0,0 2-30 16,1 2-9-16,1 3 39 0,4-1-77 0,-1 1 39 15,-1 2 0-15,2-3 40 0,0 1-83 0,-1-2 30 16,1 2-1-16,-3-1 11 0,1-3 0 0,2 3 1 16,-4-1 16-16,2-4 18 0,-1 3 1 0,-1-2-32 15,0-1 8-15,0-4 49 0,0 7-23 16,-2-7 8-16,0 4 0 0,0-4-21 15,0 0-3-15,0-1 14 0,0 0-53 0,0-1 44 16,-4 0-3-16,-1-5-31 0,-3-2 30 0,2-3 4 16,-3-2-11-16,1-6-58 0,-3 2 30 0,-2-3-10 15,2-2 38-15,-5 0-161 0,4-2 66 16,-4-5 40-16,3-4-258 0,0-1 137 0,0-1 69 0,4 3 19 16,1 1-203-16,0 0 126 0,5 0 62 0,1 1-244 15,2 2 153-15,0 0 68 0,2 3 47 0,9-2-136 16,6 5 87-16</inkml:trace>
  <inkml:trace contextRef="#ctx0" brushRef="#br0" timeOffset="159250.99">13633 14513 758 0,'0'-4'0'0,"0"2"0"0,0 0 0 0,0-2 0 0,0 0 0 0,0 1 0 0,-2 0 299 0,2 2-125 0,0 0-75 0,0 1 56 16,0 0-62-16,0 0-29 0,0 0-1 0,4 0 35 16,1 11-37-16,1 0 1 0,-1 3-30 0,-3 6 36 15,2-1 7-15,-3 3-42 0,-1 5 23 0,0-4-23 16,0 4-1-16,-1 0-5 0,-7-6 13 0,1 8-7 16,0-9 0-16,-1-1-19 15,0 0 19-15,1-3 0 0,3-5 8 0,-1-2 14 0,-2-2-22 0,4-1 0 16,-3-2-1-16,5-3 55 15,-1 2-19-15,2-3-8 0,0 0 71 0,0 0-49 16,0 0-25-16,0 1-3 0,7-1-13 0,7 0-8 16,2 0 0-16,1 0 51 0,3 0-25 0,3 0-1 15,-2 0-17-15,2 0-19 0,-3 0 11 0,1 0 0 16,-4 0-84-16,2 0 43 0,-4 0 28 0,-2 0-8 16,-2 0-265-16,-1 0 136 0,-1 0 48 0,-4 0-198 15,1 0-165-15,-2 0 205 0,-2 0 94 0,0 0-407 16,0 0 253-16,2-1 127 0,-3-6 56 0,3-2-152 15</inkml:trace>
  <inkml:trace contextRef="#ctx0" brushRef="#br0" timeOffset="159521.26">14029 14659 1746 0,'2'0'0'0,"2"0"0"0,-2 0 0 0,0 0 0 0,-1 0 0 0,-1 0 0 0,0 0 0 0,0 0 0 0,0 0 0 0,0 0 254 0,0 2-114 0,0 7-54 0,0 4 160 16,0 2-107-16,0 3-53 0,0 4-18 0,2 3 51 16,0 1-43-16,0 0-22 0,0-2 1 0,-1 1-19 15,1-3 5-15,2-1-8 0,1 0-66 0,-2-3 32 16,-1-1 1-16,2-3-27 16,-3-4 26-16,1 0 0 0,0-3 34 0,0-4-94 0,-2 1 42 15,0-3 2-15,0-1-4 0,0 0-20 0,0 2 23 0,-2-2-18 16,-2 0 36-16,1 0-87 15,-1 0 42-15,1 0 14 0,0 0-470 0,3 0 235 16,0 0 116-16</inkml:trace>
  <inkml:trace contextRef="#ctx0" brushRef="#br0" timeOffset="160381.97">14446 14331 612 0,'-7'0'0'0,"1"0"0"0,3 0 0 0,-2 0 0 0,3 0 0 0,0 0 0 0,0 0 0 0,2 0 308 0,0 0-138 16,2 1-60-16,10 1 199 0,3 0-137 0,4 2-70 16,3-2-35-16,-1-2 172 0,7 2-107 0,-3-2-50 15,1 0-24-15,0 0 28 0,-2 0-26 0,1 0 8 16,1-2-46-16,-1 0 10 0,-5 1 1 0,1-2 0 16,-2 1-128-16,-3-1 72 0,0 1 24 0,-5-1-250 15,1 2 134-15,-5-1 73 0,-2 0-14 0,-1 0-377 16,0 2 205-16,-3-1 94 0,-1-1 51 15,0-3-311-15,0-1 181 0</inkml:trace>
  <inkml:trace contextRef="#ctx0" brushRef="#br0" timeOffset="160585.59">14617 13997 1157 0,'0'0'0'0,"0"-2"0"0,-3 0 0 0,0 2 0 0,1 0 0 0,0 0 0 0,0 2 0 0,2 9 209 0,0 4-88 0,0 9-44 0,2 2 293 16,5 6-173-16,-2 10-82 0,1 0-42 0,-1 7 124 16,-1 1-82-16,-3-7-33 0,1 11-63 0,2-5 14 15,1-4-1-15,-4-2 1 0,3-5-238 0,0-1 127 16,-3-3 51-16,1-2-441 0,2-3 248 0,-2-8 58 16,1 2 83-16,3-3-485 0</inkml:trace>
  <inkml:trace contextRef="#ctx0" brushRef="#br0" timeOffset="161137.15">15543 14048 909 0,'0'-14'0'0,"-2"2"0"0,2 4 0 0,0-5 0 0,-1 3 0 0,1-4 0 0,-5 2 0 0,3-3 0 0,-2-1 0 0,3 3 157 16,-1-3-54-16,-2 2-40 0,-1-1 1 0,-1 0-4 15,0 4-1-15,-1-3-26 0,-1 1-21 0,-1 3-8 16,-3-2 29-16,1 2 21 15,1 3-21-15,-4 0 0 0,3 3 8 0,-5 0 18 16,2 3 0-16,-2 1-26 0,2 0 0 0,0 0 51 16,-1 7-17-16,2 4-9 0,0 1 56 0,2 3-40 15,1 1-1-15,3 1-40 0,1 1 107 0,1 2-58 16,1 0-24-16,4 2 42 0,0 2-34 0,0 1 1 16,0-2-26-16,0 8 95 0,4-3-51 0,3 4-27 15,2-1 1-15,-1 5 62 0,0-1-37 0,1 10-29 16,-2-6 14-16,1 2 0 15,-2 0-36-15,-1 0-1 0,-1-5 0 0,0 11 1 16,-3-12 0-16,1 2-58 0,0 2 29 0,-2-4 0 16,0 1 37-16,0-1-40 0,-4-2-1 0,-3-1 33 15,-2-2-33-15,-1-4-45 0,-1-6 24 0,0 2 17 16,-3-6-121-16,3-1 66 0,-2-5 20 0,2-3 1 16,2-3-221-16,-3-2 123 0,3-2 43 0,2 0-334 15,1 0 197-15,1 0 91 0,2 0 57 0,3-2-138 16,0-2 94-16,0-5 47 0,3-2 23 0,8 3-386 15,1-4 209-15,4 1 100 16</inkml:trace>
  <inkml:trace contextRef="#ctx0" brushRef="#br0" timeOffset="161458.18">15582 14503 1365 0,'2'-6'0'0,"-2"5"0"0,0-1 0 0,0 2 0 0,0 0 0 0,0 0 0 0,0 0 0 0,0 0 209 0,0 0-79 0,2 3-53 0,0 11 162 16,0 0-103-16,-1 6-51 0,3 4-26 0,-2-1 26 16,-2 6-30-16,0 2 0 0,0-1-61 0,0-2 39 15,-2 0-1-15,-3-3-31 0,-3 3-9 0,1-7 40 16,-1-2 1-16,1-3 59 0,-1-2-29 0,1-6 7 16,0 0-37-16,2-4 150 0,0 1-75 0,1-4-38 15,2-1 1-15,2 0 65 0,0 0-56 0,0 0-24 16,0 0 1-16,0 0 79 15,2 0-52-15,9 0-17 0,3 0-65 0,0 0 173 16,4 0-175-16,1 0-231 0,-1 0 187 0,1 0 47 16,-1-1-9-16,1 1-275 0,1 0 149 0,-4 0 38 15,-1 0 49-15,-2 0-242 0,0 0 133 0,-1 0 44 16,-3 0-371-16,-2 0 225 0,1 1 111 0,2 0 48 16,-3 0-428-16</inkml:trace>
  <inkml:trace contextRef="#ctx0" brushRef="#br0" timeOffset="161849.14">15911 14691 1470 0,'0'-4'0'0,"2"3"0"0,0-3 0 0,0-1 0 15,0 4 0-15,3 0 0 0,2-1 0 0,3-1 0 0,5 3 116 0,-1 0-34 0,2 0-29 16,1 0 12-16,-2 0 0 0,2 3-33 0,-4 5-112 15,1-2 64-15,-5 4 21 0,-2 0-1 0,-1-1-82 16,-5 7 55-16,-1-3 27 0,0 5 10 0,0-4-43 16,-9 3 24-16,-2-4-26 0,-2 3 90 0,0-3-38 15,-1-2-21-15,3-2-25 0,0-1 319 0,3-3-127 16,1 2-72-16,1-6 139 0,5 1-92 0,-1 0-58 16,2 0-26-16,0-2-124 0,9 3 50 0,5-3 24 15,2 0 9-15,3 0-163 16,-1 1 89-16,0 1 45 0,1 3-214 0,-5 3 103 15,-1-1 69-15,-1 4-13 0,-5 0-33 0,-3 2-2 16,-2 2 37-16,-2 3 86 0,0-3-35 0,-13 0 8 16,-3-2-27-16,-4 1 267 0,-2-2-131 0,-3-3-46 15,2-1-44-15,-5 0 245 0,3-6-125 0,-2 0-23 16,6-2-234-16,0 0 91 0,1-2 40 0,3-10 2 16,4-5-230-16,1-7 126 15,7 1 60-15,3-3-670 0,0 1 327 0</inkml:trace>
  <inkml:trace contextRef="#ctx0" brushRef="#br0" timeOffset="162060.57">15896 14368 937 0,'0'-2'0'0,"-7"-1"0"0,5 0 0 0,0 2 0 0,0-1 0 0,2-2 687 0,0 2-327 0,0-4-164 0,2 1 133 15,11-1-152-15,6 3-72 0,4-3-36 0,0 2 273 16,2 1-155-16,-4 1-68 0,7-3-48 0,-8 4-60 16,3-1-1-16,0 2 23 0,-2 0-380 0,-3 0 197 15,-1 0 88-15,-4 0-721 0,1 0 353 0,-2 0 215 16</inkml:trace>
  <inkml:trace contextRef="#ctx0" brushRef="#br0" timeOffset="163450.66">16926 14034 695 0,'-9'0'0'0,"6"0"0"0,-1 2 0 0,2 2 0 0,1-1 0 0,1 1 0 0,0-1 113 0,0 1-45 0,0 2 1 0,0 2 158 15,7-3-97-15,7 1-49 16,0-1-16-16,3 0 63 0,1-3-47 0,5-2-25 15,-2 4 91-15,1-4-57 0,0 0-20 0,-1 0-9 16,-2 0 0-16,0 0-28 0,-2-4 0 0,-4 2-114 16,-2-3 65-16,-1 1 20 0,-3 1 1 0,-1-1-245 15,-3 1 134-15,-1 1 37 0,0 0 46 0,-2 0-428 16,0 2 211-16,0 0 95 0,0 0 57 0</inkml:trace>
  <inkml:trace contextRef="#ctx0" brushRef="#br0" timeOffset="163653.25">16953 14412 674 0,'-9'0'0'0,"0"2"0"0,5 2 0 0,2 0 0 0,2-1 0 0,0-2 434 0,0 1-200 0,2-2-101 16,9 0-42-16,6 0 307 0,-1 0-183 0,5 0-90 15,-3 0 47-15,5 0-61 16,-2 0-43-16,0 0 0 0,-1 0-99 0,1 0 32 15,-3 0 0-15,3 0-278 0,-3 0 151 0,0 0 79 16,-1 3 40-16,-2-2-578 0,0 3 296 0</inkml:trace>
  <inkml:trace contextRef="#ctx0" brushRef="#br0" timeOffset="164417.14">18035 14012 821 0,'0'-12'0'0,"-2"5"0"0,2 0 0 0,0-2 0 0,0 0 0 0,0 0 0 0,-2-4 0 0,0 1 0 0,2-1 170 0,-2 0-68 15,0 2-35-15,0 1 33 0,0-1-37 0,1-1-1 16,-1 3-29-16,0 2 60 0,0-2-22 0,-1-1-9 16,1 1-29-16,-2 2 60 0,-1-4-30 0,2 4-1 15,-3 0 38-15,1-2-38 0,-1 1 1 0,-1 1-31 16,-1-1 53-16,1 3-26 16,-1 1 8-16,-1 0-6 0,-3 0-28 0,3 2-1 15,0 2 1-15,-3 0 26 0,1 0-18 0,2 3-8 16,-1 8-1-16,-1-4 26 0,4 3 0 0,-3 1-26 15,5-2 9-15,-3 4 40 0,1-1-24 0,1 2 0 16,0-1 0-16,1 4 0 0,1-1-16 0,-1 2 12 16,1 1-20-16,2 1 0 0,-3 1-1 0,4 2 34 15,-1 1-25-15,0 7-8 0,2-6-1 0,0 5 28 16,0 1-1-16,0-1-26 16,0-1 8-16,0 2 23 0,0 0-1 0,2 2-30 0,0-4-22 15,4 4 171-15,0-1-182 0,-1 2 0 16,-1-3 0-16,1 4 0 0,-1-2 0 0,2-1 0 15,-4-1 0-15,2 0 0 0,-3-1 0 0,1-2 0 16,0 0 0-16,0 0 0 0,-2-1 0 0,0 2 0 16,0 2 0-16,0-3 0 0,-4 0 0 0,-3 1 0 15,-1-5 0-15,-1 4 0 0,-2-5 0 0,1-5 0 16,-3 2 0-16,0-4-199 0,0-3 121 16,0-4 38-16,1-2 13 0,1-4-93 15,-2-3 43-15,1 0 31 0,1 0-211 0,-2-8 116 16,4-7 55-16,-2-2 26 0,2 0-169 0,2-1 99 15,2-1 40-15,-1 2-164 0,4 2 110 0,1 0 56 16,1 2 28-16,0 3-291 0,0 1 151 0,5 0 88 16,6 5 39-16,6 0-176 0,0 2 107 0</inkml:trace>
  <inkml:trace contextRef="#ctx0" brushRef="#br0" timeOffset="164793.13">17991 14716 1079 0,'0'-9'0'0,"0"3"0"0,-1 2 0 0,1-2 0 0,-2-2 0 0,2 2 0 0,0-1 230 0,0 2-98 0,0-2-50 0,7-3 195 15,7 6-127-15,-2-1-58 0,4 2-30 0,0 1 28 16,2 1-29-16,-2 1 8 0,0 0-69 0,-2 7 1 16,0 5 31-16,-3 2 1 0,-2 3-65 0,-1 4 40 15,-2 4-7-15,-5 0-25 16,-1 0 29-16,0 3 0 0,0 1 28 0,-7-4-59 15,-5 2 20-15,0-2-7 0,0-7-1 0,-3-1-6 16,1-2 0-16,-4-3 25 0,3-5-13 0,0-2 15 16,0-3-1-16,0-2 3 0,2 0 13 0,1 0-14 15,1 0-2-15,4 0 132 0,-1-2-63 0,3 1-29 16,3-1 0-16,0 0 211 0,0 0-117 16,2 1-52-16,0-1-27 0,7 0 20 15,7-1-24-15,1 2 8 0,4 1 16 0,-1 0-25 16,3 0 1-16,0 0-53 0,1 0 1 0,1 0 36 15,-2 0-9-15,-2 0-235 0,1 0 118 0,-1 0 59 16,-5 0 29-16,0 0-522 0,1 0 254 0,-2 0 84 16,-4 0 77-16,2 0-508 0,1 1 289 0</inkml:trace>
  <inkml:trace contextRef="#ctx0" brushRef="#br0" timeOffset="165483.51">18042 14318 655 0,'-5'-7'0'0,"3"4"0"0,-2-1 0 0,0 1 0 0,2 0 0 0,-2 0 0 0,1 1 0 0,-1 0 107 0,2 1-38 0,1 1 9 16,-1 0 101-16,0 0-72 0,0 0-38 0,0 0 59 16,-2 5-47-16,2 4-17 0,0 5-7 0,0-1-7 15,-1 1-18-15,-1 6 1 0,-2 4 0 0,3-1 33 16,-5 6-7-16,2-1-27 16,-1 3-34-16,1 1 35 0,-1 0 0 0,-1-1 8 0,2 1-50 15,1-1 21-15,0-2-1 0,1-2-3 16,0-7 16-16,1 1 12 0,2-3-21 0,-1-5 46 15,2-2-39-15,0-4 4 0,0-1-9 0,0-4 42 16,0-2-36-16,0 2 1 0,0-2 67 0,0 0-31 16,0 0 11-16,0 0-31 0,0 0 91 0,2 0-49 15,2 1-25-15,4 0 83 0,1 2-53 0,0-2-19 16,3 2-9-16,-1-3-79 0,2 0 26 0,0 0 0 16,-2 0 27-16,3 0-135 15,-2 0 63-15,2 0 36 0,1 0 1 0,-2 3-565 16,2 3 249-16</inkml:trace>
  <inkml:trace contextRef="#ctx0" brushRef="#br0" timeOffset="166152.7">18427 14248 543 0,'-9'0'0'0,"2"0"0"0,3 4 0 0,0-3 0 15,3-1 0-15,1 2 0 0,-3-2 460 0,3 2-214 0,0 0-106 0,10 0-46 0,6-2 313 16,7 0-187-16,2 0-93 0,3-4 223 0,0-5-150 16,2 0-88-16,0-1-39 15,0-1 42-15,-2 1-41 0,2 3-21 0,-6 1-33 16,6-2-9-16,-9 5 22 0,2-1-1 0,-5 3-285 15,0-1 143-15,-7 2 79 0,1 0 28 0,-7 0-606 16,-1 0 235-16,-3 0 176 0,-1 3-469 0</inkml:trace>
  <inkml:trace contextRef="#ctx0" brushRef="#br0" timeOffset="166323.06">18604 13913 694 0,'-7'6'0'0,"3"5"0"0,4 5 0 0,0 1 0 0,0 0 534 0,0 7-254 0,4 4-124 16,3 6-62-16,2 7 215 0,-1 0-138 0,-4 1-61 16,1 12 263-16,-3 0-170 0,0 3-86 0,0-2-41 15,-2 1-266-15,0-4 119 0,0 3 48 0,0-4 28 16,0 1-685-16,0-3 356 0</inkml:trace>
  <inkml:trace contextRef="#ctx0" brushRef="#br0" timeOffset="167168.94">19594 14008 899 0,'0'0'0'0,"0"0"0"0,0 0 0 0,0 0 0 0,0 0 0 0,0-8 0 0,-2-1 0 0,0-3 0 0,2-1 164 16,0-3-65-16,0-4-33 0,0 0 15 0,0-3-8 16,0 4-41-16,0-5 1 0,0 3-23 0,-2 3 31 15,-3-3-9-15,-1 2-28 0,-2 2 0 0,1 2 29 16,-2 0 0-16,-1 4-14 16,-1 2-9-16,-2 1 23 0,1 3 36 0,-1 3-6 15,-1 2-33-15,-2 0-6 0,2 3 94 0,-4 14-43 16,6 2-21-16,-2 4 35 0,1 3-29 0,5-3 9 15,-1 10-36-15,3-3 107 0,3 4-53 0,3 0-28 16,0 4 1-16,0 0 101 0,0 9-69 0,5 0-29 16,4-1 0-16,1 0 95 0,1 3-63 0,-4-5-23 15,5 8-6-15,-1-5 0 0,-3-1-33 0,-1-3-63 16,-1-2 31-16,-4-7 8 16,0 2 24-16,0-1-35 0,-2-5 1 0,0 1 33 15,0-5 1-15,-9-6-85 0,-3 1 15 0,-3-3 31 16,-2-5-19-16,0-3-145 0,-4-2 68 0,2-6 48 15,1-2-320-15,1 0 171 0,0 0 82 0,5-4-324 16,3-6 206-16,6 1 95 0,3-6 60 0,0 2-181 16,2-2 116-16,12-4 58 0,5-2 30 0</inkml:trace>
  <inkml:trace contextRef="#ctx0" brushRef="#br0" timeOffset="167460.17">19676 14340 1423 0,'6'0'0'0,"-1"0"0"0,-1 4 0 0,-2 5 0 0,-2 4 0 0,0 2 0 0,0 8 0 16,0-1 0-16,0 8 441 0,0 1-204 0,0 0-102 0,-2 3 86 0,-2 0-94 0,-3 1-39 15,0-1-32-15,-3 1-48 0,2-4 0 0,1-2 24 16,0-7 1-16,-3-1-26 16,1-2-9-16,2-3 35 0,-1-5-1 0,0-3-36 15,4 0 8-15,1-5 29 0,-1 0 153 0,4-3-77 16,-2 1-38-16,2-1 163 0,0 0-93 0,0 2-58 15,4 2-25-15,5-3 243 0,7 1-301 0,-2 3 0 16,3-5 0-16,3 1 0 0,0-1 0 0,-1 0 0 16,1 0 0-16,-1 0 0 0,0 0 0 0,-1-1 0 15,-2-2-699-15,-2-1 414 0,2 1 92 0,-5 1-547 16,-2-1 345-16,1 0 186 0,-1-3 87 16,-2 1-432-16,3-3 260 0</inkml:trace>
  <inkml:trace contextRef="#ctx0" brushRef="#br0" timeOffset="167798.25">19921 14686 804 0,'0'-10'0'0,"2"0"0"0,1 3 0 0,4-4 0 0,2 7 0 0,0-4 0 0,2 3 0 15,2-2 281-15,0 3-125 0,5 0-61 16,-4 1 47-16,2 1-54 0,-6 2-20 0,5 0-8 16,-3 0-17-16,-5 7-10 0,0 4-1 0,-3 2-61 15,-2 3 38-15,-2 1-7 0,0 3 31 0,-7 1 23 16,-4 1-23-16,-1-3 0 0,1 0 8 0,-2-1 99 15,3-2-53-15,3-7-28 0,1 3 1 0,3-5 56 16,1-4-34-16,2 3-28 0,0-2 94 0,2 0-58 16,7-3-28-16,6 1-3 0,0 1-18 0,0-2-8 15,2 3 0-15,-2 1-88 0,0 1 44 16,-1 0 22-16,-5 3 8 0,2 1-114 16,-4 1 64-16,-4 0 16 0,-1 1-6 0,-2 0 5 15,0 2 3-15,-12-1-15 0,-1-2 107 0,-6 3-49 16,-4-3-1-16,3-4 75 0,-7 1-49 0,1-5-16 15,0 1 0-15,-1-4-180 0,2 0 77 0,0 0 53 16,-1-2-5-16,5-8-429 0,2-6 215 0,6-5 94 16,4-5 59-16,5-2-513 0,4-5 283 0,0 0 137 15</inkml:trace>
  <inkml:trace contextRef="#ctx0" brushRef="#br0" timeOffset="168070.66">19992 14321 1413 0,'-11'-5'0'0,"-1"3"0"16,5-1 0-16,-1 2 0 0,1-1 0 0,2 2 0 0,0-3 0 0,3 3 0 0,2 0 556 0,0 0-265 0,9 0-130 16,7 0 205-16,3-1-166 0,6-1-84 0,-4 1 43 15,8-2-67-15,-3 2-30 0,-5-3 0 0,7 1-2 16,-9-1-27-16,3 2 8 0,-2-2-9 0,-4 1-81 15,-2 2 40-15,-5 0 21 0,0-1-105 0,-6 2 71 16,1 0 23-16,-2 0 0 0,1 0-66 0,-3-3 21 16,0 2 31-16,0-3-37 0,-5 0 4 0,0-2-1 15,1-1 41-15,0-1-498 0,3 1 236 0,1 1 109 16</inkml:trace>
  <inkml:trace contextRef="#ctx0" brushRef="#br0" timeOffset="171895.59">15011 13833 602 0,'-7'3'0'0,"1"4"0"0,1-4 0 0,3 2 0 0,-2-3 0 0,2 0 0 0,1 0 0 0,-2 0 108 0,3-2-38 0,0 0 0 15,0 2-38-15,0 0 33 0,0 3-24 0,0 0-8 16,3-1 17-16,2 5-17 0,2-2 0 0,2 2 34 16,2 2-26-16,-1 2-8 0,5 7 0 0,1-1 49 15,3 3-24-15,1 3-1 0,-1 3-16 0,7 8 51 16,-2-1-30-16,2 5 0 0,4 4-1 0,4 9 0 15,-6-6-20-15,13 13-8 0,-4-1 43 16,0-2-21-16,1 4-1 0,4 0-37 0,-9-2 24 16,8 8-8-16,-7-13 0 0,-6-11-43 15,2 3 22-15,-1-8-1 0,-3-8 30 0,-1-2 6 16,-4-2-14-16,-1-3-3 0,-6-6 2 0,0-1-3 16,-5-2 8-16,-2-5-16 0,-3-4-10 0,-1 0 12 15,-3-2 4-15,0-1 58 0,0-2-20 0,-9 0-1 16,-3 0-33-16,0 0-55 0,-1-2 28 0,0-6 11 15,1-1 18-15,0-4-424 0,3-2 200 0,2-2 85 16,5 0-682-16</inkml:trace>
  <inkml:trace contextRef="#ctx0" brushRef="#br0" timeOffset="172742.63">19147 13827 598 0,'-8'-7'0'0,"0"2"0"0,3 0 0 0,3 4 0 0,0-1 0 0,1 0 0 0,1 2 145 0,-2 0-47 0,2 0-37 0,0 0 167 0,0 0-97 16,0 0-50-16,0 0 101 15,7 0-67-15,4 4-45 0,4 5 1 0,5 2 26 16,-2 4-32-16,3 4 1 0,3 2-25 0,4 7 71 16,0 4-39-16,2 3 0 0,0 7 44 0,4 10-42 15,-8-5-13-15,6 19 52 0,-4-4-41 0,1 6 1 16,-5-3-42-16,5 1 77 0,-7-12-31 0,8 14-7 15,-1-13-39-15,-4-9 37 0,3 3 0 16,2-2-36-16,-1-3 24 0,-1-6-25 0,-2 1 1 16,-5-10 0-16,1 3-78 0,-1-3 39 15,-6-6 8-15,0-3-93 0,-4-2 60 0,-1-2 31 16,-2-4-3-16,-5-2-81 0,1-3 38 0,-2-1 7 16,-1-2-1-16,-1 0-24 0,0 0 27 0,0-3-2 15,0 1-66-15,0-2 35 0,-3 0 24 0,-3 0-14 16,1-5-405-16,1-12 208 0</inkml:trace>
  <inkml:trace contextRef="#ctx0" brushRef="#br0" timeOffset="173840.63">21748 14101 921 0,'-4'-5'0'0,"1"4"0"0,1-3 0 0,0 4 0 0,2-1 0 0,-2 1 0 0,2 0 0 0,0 0 0 0,0 0 280 0,0 0-123 0,0 8-54 16,2 7-39-16,0 2 168 0,3 6-100 0,1 3-49 15,1 3-25-15,-2 2 61 0,0 0-43 16,-1 3-21-16,-1 1-9 0,1-1-13 16,-2 3 0-16,0-4 8 0,-1 1-87 0,1-2 40 15,-2-4-1-15,0-6-153 0,0 1 96 0,0-8 52 16,0-1 18-16,0-5-395 0,0-5 190 0,0-4 58 16,0 0 59-16,0-16-303 0,0-12 180 0</inkml:trace>
  <inkml:trace contextRef="#ctx0" brushRef="#br0" timeOffset="174216.95">21730 13901 542 0,'-9'-15'0'0,"4"4"0"0,1 5 0 0,4 0 0 0,0 0 0 0,0-1 0 0,0 1 383 0,11-2-175 0,7 1-88 0,6 1 224 16,-4 1-148-16,10 2-86 0,-1-2-38 0,1 4 75 15,2 1-57-15,-1 0-29 0,1 0 9 0,0 0-74 16,0 1 37-16,0 4 0 0,-2 0-41 0,-2 1 20 15,-5-2 8-15,0 2 13 0,-2 2-21 16,-5-2 0-16,-3 1 21 0,-3-1 18 16,-3 0-10-16,1-2-32 0,-6 0 19 0,-1-1 70 15,1-1-34-15,1-2-4 0,-3 0-25 0,0 0 119 16,0 0-61-16,0 0-30 0,0 0 0 0,0 0 80 16,0 0-46-16,0-2-37 0,0-1 4 0,0 1-31 15,0 0 0-15,0 0 0 0,0 2 8 0,0 0-8 16,2 0 0-16,1 9-114 0,3 8 58 0,1 7 27 15,0 2 9-15,2 4-56 0,-2 7 36 0,4 6-5 16,-4-2-139-16,3 2 67 16,-1-4 44-16,2 11 1 0,-1-5-189 0,-2-10 94 15,-1 5 55-15,0-4-110 0,0-3 70 0,-4-5 48 16,1-4-1-16,-2-1-261 0,-1-4 151 0,-1-4 74 16,0-4 30-16,0-2-367 0,-7-4 206 0,0-2 103 15</inkml:trace>
  <inkml:trace contextRef="#ctx0" brushRef="#br0" timeOffset="174408.63">21911 14233 925 0,'-4'0'0'0,"-1"0"0"0,3 0 0 0,2 0 0 0,0 0 0 0,0-3 147 0,2-1-62 0,13-6-25 0,7 2 403 15,5 0-215-15,-1-1-107 0,1 2-47 0,5 0 130 16,-4 1-96-16,-2 4-48 0,1 1-245 0,-7-2 106 15,1 3 43-15,-2 0-190 0,-5 0-125 0,-5 0 181 16,2 3 92-16,-8 3-250 16,-1 0 85-16,-2 0 106 0</inkml:trace>
  <inkml:trace contextRef="#ctx0" brushRef="#br0" timeOffset="174596.79">22038 13955 377 0,'0'-8'0'0,"0"7"0"0,0 1 0 0,0 0 0 0,0 7 0 0,0 6 0 0,2 7 379 0,-1 3-173 16,3 4-87-16,0 3 227 0,-2 2-149 0,-2 3-86 0,0 9-39 16,0-5 60-16,0-7-49 15,-8 7-26-15,-2-5-165 0,1-4 66 0,2-8 38 16,-4 2-1-16,1-7-112 0,1-6 75 0,1-5 46 16,0-5-9-16,1-1-407 0,0 0 149 0,5-7 128 15,0-14-274-15</inkml:trace>
  <inkml:trace contextRef="#ctx0" brushRef="#br0" timeOffset="174721.79">21979 14268 608 0,'8'-5'0'0,"4"3"0"0,2 2 0 0,-1 2 0 0,1 10 0 0,-2-1 0 0,1 4 171 0,1 0-70 0,-2 1-33 15,4 0 268-15,-1-4-143 0,0 4-84 0,-2-5-39 16,2 0 103-16,-4-1-70 0,3-4-35 0,-7-2-320 16,1 0 139-16,-3-1 72 0,-3-2 37 0,0 5-549 15</inkml:trace>
  <inkml:trace contextRef="#ctx0" brushRef="#br0" timeOffset="174873.09">21916 14565 1259 0,'0'8'0'0,"0"-2"0"0,0 1 0 0,0-1 0 0,5-3 0 0,6-1 0 0,5 1 0 0,5-2 147 16,6-1-57-16,1 0-29 0,2 0 219 0,4 0-124 15,-2-1-53-15,0-6-246 0,0 0 88 0,-4 0 44 16,0 1 22-16,-2-1-529 0,-5 5 274 0</inkml:trace>
  <inkml:trace contextRef="#ctx0" brushRef="#br0" timeOffset="175197.3">22706 13807 1684 0,'2'0'0'0,"4"6"0"0,3 8 0 0,0 5 0 0,-3 3 0 0,2 3 0 0,-4 5 0 0,1 4 0 0,0 4 351 0,-1-1-152 0,-2 2-87 16,2-1-39-16,-3-2-140 0,4-1 50 0,-1-4 25 15,-1-6-413-15,-1-2 215 0,2-6 111 0,-2-6-163 16,-1-3 137-16,1-6 69 0,-2-2 43 0,0 0-418 16,0-10 190-16,0-4 94 0,-3-4 47 0,1-1 81 15,0 3-42-15,0-2 9 0,2 3-1 0,0 1 337 16,0 0-168-16,2 3-85 15,5 0 345-15,5 2-168 0,1-1-115 0,1 3 13 0,2-1 54 0,0 3-75 16,0-2-27-16,0 5 3 16,-2-3-25-16,-1 1 1 0,-2 3-24 0,-1-2-241 15,-3 0 129-15,-2 1 51 0,-2 2 31 0,-1 0-468 16,-2 0 242-16,0 0 62 0,-10 0-313 0</inkml:trace>
  <inkml:trace contextRef="#ctx0" brushRef="#br0" timeOffset="175729.93">22562 14021 846 0,'-2'0'0'0,"-1"0"0"0,3 4 0 0,0 0 0 0,0 3 0 0,3 2 0 0,1 3 178 0,5 4-72 0,0 7-37 16,1 3 0-16,-3 5 150 0,0 10-97 0,-1-2-45 16,-2 3-22-16,-3-7 19 0,1 3-21 0,1 0 9 15,-3-5-48-15,0-4 19 0,0-6 0 0,2 0-1 16,-2-6 61-16,2-6-21 0,-1-3-10 0,5-2 0 15,-1-6-29-15,4 0 0 0,1-2 0 0,3-12-36 16,3-6 13-16,-2-3 1 16,4-2 22-16,0-2-208 0,3-4 97 0,0 2 57 15,-1-4-388-15,3-2 200 0,-2-3 73 0,-1-1 59 16,1-4-242-16,0-2 135 0,-3 0 80 0,-1 1-20 16,-1 1 46-16,2 3 22 0,-7 9 0 0,2-3 70 15,-2 7-20-15,-3 7 0 0,-2 8 254 0,-2 2-141 16,-3 4-70-16,1 4-43 0,0 2 453 0,-2 15-225 15,0 9-54-15,0 9 132 0,0 10-1 0,0-6-125 16,0 14-75-16,0-1 179 16,0-1-123-16,4 2-61 0,5-4-31 0,3-6 32 15,4 5-35-15,-2-9-1 0,2-3-26 0,3-4-63 16,-4-4 32-16,0-10 7 0,2 2-161 0,-4-5 91 16,2-5 48-16,-6-5-226 0,3-3 110 0,-3 0 78 15,0-1-18-15,-2-12-179 0,-4-3 90 0,-1-4 63 16,0-2 23-16,-2-9-20 0,0 1 29 15,0-4 0-15,-2-9-45 0,-2 2 37 16,1 3-7-16,-2-10 45 0,3 15-48 0,1 2 25 16,-3 8-1-16,0 2 147 0,-1 10-69 0,-1 2-24 15,-2 3 1-15,-1 6 266 0,-2 0-132 0,-4 10-76 16,0 6-17-16,-6 7 168 0,3-1-77 0,-3 4-55 16,-2 1 9-16,2-2-116 0,-1-2 41 0,-1 2-8 15,3-5-456-15,1-3 237 0,4-2 116 0</inkml:trace>
  <inkml:trace contextRef="#ctx0" brushRef="#br0" timeOffset="176501.42">24276 13966 529 0,'0'-19'0'0,"0"1"0"0,0 1 0 0,0-2 0 0,0-1 0 0,0-2 0 0,0 0 0 15,0 0 0-15,-2 1 70 0,-1-1-1 0,-1-2-37 0,0 2 1 0,-3 0 31 16,-1-1-9-16,0 4-22 0,-2 0 15 0,-2 3-15 15,-3-1-1-15,1 4 30 16,-2 1-29-16,-1 3 0 0,-3 2 0 0,4 5 54 16,-2 0-27-16,-1 2 8 0,0 0-36 0,2 6 82 15,0 6-41-15,4 6 1 0,-1-2 45 0,5 5-35 16,0 7-30-16,6 0 1 0,-1 2 106 0,4 6-64 16,0 6-32-16,0-7 169 0,2 13-105 0,5-2-48 15,2 1-24-15,3 4 78 0,-1 4-51 0,0 1-17 16,3 9-9-16,-3-5 134 0,-2 2-80 15,-1-2-40-15,-1-7 1 0,0 2 9 16,-1-3-29-16,-1-4 0 0,-2-2-68 0,-1-3 24 16,0-8 0-16,-2 2-34 0,0-3 25 0,0-6 0 15,-8-4 33-15,-2-3-68 0,-2-5 32 0,-6-1 7 16,2-9-12-16,-5-1-223 0,0-5 91 0,-5 0 68 16,7 0-136-16,-3-1-86 0,2-9 130 0,2-7 66 15,5 3-316-15,3-5 191 0,5-1 86 0,5 1-376 16,0-6 241-16,4 3 119 15,11-1 60-15</inkml:trace>
  <inkml:trace contextRef="#ctx0" brushRef="#br0" timeOffset="176784.13">24293 14348 1127 0,'4'0'0'0,"0"2"0"0,-3 5 0 0,1 2 0 0,0 2 0 0,-2 5 0 0,0 5 248 16,2 1-108-16,0 5-53 0,-1 0 228 0,1 3-140 15,1 1-64-15,-3 0 12 16,0 1-45-16,0-2-23 0,0-1 1 0,0-4-83 16,0-2 38-16,-3-2-8 0,-2-3 30 0,-2-5-11 15,1-3 11-15,-1-2 0 0,-1-2 42 0,2-3-8 16,1-3-35-16,1 0 1 0,0 0 191 0,4 0-96 16,-1 0-39-16,1 0 175 0,0 0-115 0,3 0-58 15,10-2-29-15,3 1-41 0,2-3 20 0,1 0 155 16,2 1-196-16,1 0-390 0,0-1 276 15,3 1 73-15,-4-1-219 0,1 0 143 16,-1 1 55-16,-3-2 45 0,1 3-777 0,-3 1 381 16,-4 1 182-16,3-2-438 0</inkml:trace>
  <inkml:trace contextRef="#ctx0" brushRef="#br0" timeOffset="176963.65">24646 14543 749 0,'0'0'0'0,"2"2"0"0,0-1 0 0,2 6 0 0,0-1 0 0,0 6 611 0,-1 3-289 0,0 4-137 16,1 3 180-16,-2 3-166 0,0 0-83 0,0 2-42 15,-2 1 280-15,2-3-153 0,-2 4-88 0,0-9-175 16,1 0 47-16,1-1 24 0,1-6 0 0,-1-3-552 16,2-2 284-16,1-3 146 0,-1-3 73 0</inkml:trace>
  <inkml:trace contextRef="#ctx0" brushRef="#br0" timeOffset="177836.47">25264 14025 723 0,'-2'0'0'0,"0"0"0"0,2 0 0 0,0 0 0 0,0 0 0 0,0 0 0 0,0 0 0 0,2 0 255 0,6 0-111 0,3 1-56 0,2-1 206 16,1 3-131-16,0-3-56 0,4 1-42 0,-2-1 100 16,1 0-67-16,-1 0-32 0,2 0 0 0,-1 0-27 15,-3 0-6-15,1 0-1 0,-1-1-148 0,-3-3 74 16,-2 0 38-16,-1-1 7 0,-4 4-355 0,-2 0 192 16,0 1 45-16,-2 0 66 0</inkml:trace>
  <inkml:trace contextRef="#ctx0" brushRef="#br0" timeOffset="178028.96">25292 14301 917 0,'-8'0'0'0,"7"0"0"0,1 0 0 0,0 0 0 0,0 0 0 0,1 1 0 0,7-1 535 0,4 0-251 0,3 0-126 0,2 0 208 16,-1 0-167-16,2 0-75 0,-2 0-50 0,1 0-138 15,1-1 49-15,-1 1 24 16,1 0-1-16,-1 0-490 0,0 0 253 0,-3 1 131 16</inkml:trace>
  <inkml:trace contextRef="#ctx0" brushRef="#br0" timeOffset="179039.76">26292 13840 200 0,'0'0'0'0,"0"0"0"0,2 0 0 0,0 0 0 0,-1 0 148 0,-1-1-57 0,2-5-22 16,-1-1-7-16,2-1 54 0,-1-1-42 0,1-2-21 16,1 1 55-16,1-1-30 0,-2-2-8 0,-1 0-37 15,2-1 20-15,-3-1-20 0,1 2 0 0,-2-1 16 16,0-4-16-16,0 3 0 15,0-2 0-15,0 2-29 0,0-1 29 0,0-2 8 16,0 1-8-16,-5 3-17 0,-1-1 16 0,-2-1 1 16,-2 3-66-16,2 2 32 0,-4 1-7 0,1 3 23 15,-1 1-33-15,-2 3 14 0,3 1-1 0,0 0 63 16,-2 2-42-16,5 0-6 0,-4 0 5 0,3 7 57 16,2 6-26-16,-4-1 5 0,6 2-32 0,-2 6 32 15,1 2 1-15,3 3-11 0,1-2 78 0,2 2-34 16,0 7-30-16,0 0 0 15,0 2 54-15,0 0-39 0,0 3 0 0,4 1 57 16,3 4-51-16,0-2-22 0,1 2 1 0,0 1 35 16,-1 2-28-16,-2-2 7 0,3 10-36 0,-5-2-35 15,4-5-1-15,-6 3 36 0,3-7-27 0,-3 7-8 16,2-4 35-16,-3-4 0 0,0-7-79 0,0 4 36 16,-4-5 28-16,-3-1-128 0,-5-4 63 15,1-3 13-15,-2-7 21 0,-2-1-84 0,-1-2 46 16,-1-3 10-16,3-5 1 0,-3-1-93 0,1-5 58 15,1-1 20-15,5 0-88 0,-7 0 50 16,9-1 31-16,1-6-9 0,2-5-217 0,5-2 128 16,0 0 55-16,0-2-346 0,12-6 208 0</inkml:trace>
  <inkml:trace contextRef="#ctx0" brushRef="#br0" timeOffset="179344.25">26391 14269 1408 0,'4'0'0'0,"-2"0"0"0,1 0 0 0,1 0 0 0,-3 1 0 0,-1 11 0 0,0 3 0 0,0 6 218 0,0 5-93 0,0 0-46 15,0 4 71-15,0 4-59 0,0 0-21 0,0-1 84 16,-3 2-60-16,-2-6-31 0,-1 1 0 0,3-7-80 16,-3-1 33-16,-1-1-8 0,2-6 25 0,2-4-7 15,-2-3 7-15,2-2 0 0,1-3 87 0,1 0-47 16,1-3 0-16,0 0 50 15,0 0-45-15,0 0-22 0,0 0 8 0,0 0 88 16,3 0-60-16,8-3-30 0,1 1 1 0,1-2-1 16,2 1 8-16,-1-1-38 0,2 3-150 0,-2-2 75 15,3 2 38-15,-5-2 0 0,-1 3-422 0,1 0 219 16,-2 0 77-16,0 0 67 0,2 0-612 0,-3 0 321 16,0 0 154-16,3 3-142 0,-3-2 156 0,0-1 77 15</inkml:trace>
  <inkml:trace contextRef="#ctx0" brushRef="#br0" timeOffset="179675.11">26618 14552 1184 0,'0'-7'0'0,"0"-1"0"0,0-1 0 0,8-1 0 0,0 1 0 0,-1 1 0 0,2-2 0 0,5 3 199 0,-2 0-83 0,2 3 113 15,3 0-97-15,-2 3-42 0,-2 1-33 0,1 0-1 16,-1 3-23-16,-1 9-1 15,-2 5 1-15,-5-1-92 0,-1 7 42 0,-2 2 25 16,-2 1 0-16,0-2-149 0,0 2 88 0,-7-1 50 16,-7 3-152-16,-1-5 83 0,0 1-5 0,2-7 41 15,-5-1 1-15,4-3 13 0,-2-2-30 0,6-6 254 16,-1 0-106-16,3-2-54 16,0-3-19-16,5 0 165 0,1 0-70 0,0 0-54 0,2 0 277 0,0 0-154 15,0 0-78-15,7 0-29 0,7-3 73 0,2-2-61 16,4 1-29-16,-3-1 0 15,5 1-28-15,-1 1 6 0,-2-1-8 0,3 1-245 16,-5 0 122-16,1 0 62 0,0 2 30 0,-6-1-214 16,6 0 93-16,-6 0 71 0,-2 2-34 0,1 0-597 15,0 0 323-15</inkml:trace>
  <inkml:trace contextRef="#ctx0" brushRef="#br0" timeOffset="179854.41">27193 14879 1957 0,'-4'0'0'0,"3"0"0"0,1 0 0 0,0 0 0 0,0 0 0 0,0 0 0 0,0 0 0 0,1 0 395 0,1 0-173 0,1 0-99 16,0 0 79-16,2-6-85 0,-1-5-41 0,1 0-23 15,0 1-569-15,0 0 271 0</inkml:trace>
  <inkml:trace contextRef="#ctx0" brushRef="#br0" timeOffset="-209994.19">24630 18353 211 0,'0'0'0'0,"0"0"0"0,0 0 0 0,-2 0 0 0,2 0 0 0,0 0 0 0,0 0 0 0,0 0 66 16,0 0-22-16,0 0 1 0,0 0-31 0,0 0 16 16,0 0-7-16,0 0 1 0,0 2-32 0,0-2 30 15,0 1 5-15,0 1-48 16,0 0 40-16,0 1 1 0,0-1-1 0,0 2-12 15,0-2 15-15,0-1-6 0,0 0 33 0,0-1-2 16,0 3-28-16,0-3-4 0,0 0 38 0,0 2-5 16,0-2-27-16,0 0 30 0,0 0-28 0,0 0 8 15,2 0 11-15,-2 0 18 0,1 0-32 0,-1 0 8 16,0 0-7-16,2 0 9 0,-2 0 3 0,0 0-9 16,0 0 0-16,0 0-37 0,0 0 36 15,0 0-2-15,0 0-32 0,0 0-8 0,0 0 36 0,0 0 1 16,0 0-24-16,0 0-7 15,2 0 25-15,0 0-35 0,0 0-8 0,0 0 39 16,-1 0-11-16,3-2 21 0,-2 2-13 0,0-3 0 16,-1 3 20-16,2 0-20 0,-2-1-1 0,-1 1 1 15,3 0 21-15,-3 0-20 0,0 0 3 0,2 0-2 16,-2-1 4-16,2 1-3 0,-2 0 7 0,1 0-11 16,1-2 6-16,0 2-1 0,-1-3-2 0,2 3-10 15,-2 0 14-15,1-1-3 16,-2 1-27-16,2 0 25 0,-2 0 0 0,2 0 0 15,0 0-9-15,-2 0 8 0,1 0-1 0,1 0 4 16,-2 0-4-16,3 0 0 0,-1 0 3 0,0 0-8 16,-2 0 4-16,2 0 1 0,-1 0-1 0,1 0-20 15,0 0 23-15,0 0-3 0,0 0-20 0,-1 0 19 16,0 0 0-16,2 0 0 0,1 1-10 0,-2-1 9 16,-1 3-2-16,3-3 7 0,-1 2-7 0,0-2 1 15,1 1 1-15,2 0 5 16,-3 2-7-16,1-1 1 0,2-2 1 0,0 1 2 15,-1-1-1-15,2 0-2 0,1 0 2 0,0 0 30 16,-1 0-29-16,1 0 2 0,-1 0 20 0,3 0-22 16,-3 0 2-16,0 0 8 0,1 0-8 0,0-1 3 15,-1-1-2-15,0-1 3 0,1 2-2 0,-1 0-1 16,3-1 1-16,-3-1-13 0,1 2 12 0,2-1 0 16,-3-1-2-16,2 3-26 0,1-2-4 0,-3 0 32 15,3 2-32-15,-1-1 1 0,1 1 21 16,-3-2 3-16,0 2-26 0,0 0 1 15,2 0 16-15,-4 0-25 0,3 0 26 0,-1 0 1 16,0 0-4-16,3 0 3 0,-3 0-3 0,2 0 3 16,2 0 4-16,-5 0-4 0,4 0-2 0,0 0 1 15,-3 0 9-15,2 0-9 0,-1 0 1 0,0 0 0 16,-1 0 15-16,0 0-15 0,-1 2 3 0,-1-1 14 16,4 1-14-16,-2 0-1 0,0 1 0 0,-1-1 13 15,2-1-12-15,-1 2 0 0,0-1-3 0,-1-1 3 16,2 0 2-16,-1 2 1 15,-2-1-3-15,-1-1 3 0,2-1-2 0,-3 2-16 16,2-2 15-16,-1 3-1 0,-2-2 1 0,-1-1-10 16,1 0 9-16,0 0-1 0,-2 2 0 0,2-2 24 15,-2 0 0-15,0 0-21 0,0 0-1 0,0 0 30 16,0 0-26-16,0 0 3 0,0 0 47 0,0 0-21 16,0 0 1-16,0 0 14 0,0 0-36 0,0 0 10 15,0-2-9-15,0-4-135 16,-2-2 65-16,-2-3 32 0,1 2 1 0,-1 0-387 15,-2 2 198-15,2 2 79 0</inkml:trace>
  <inkml:trace contextRef="#ctx0" brushRef="#br0" timeOffset="-208137.79">24782 17243 275 0,'0'0'0'0,"0"-2"0"0,0 1 0 0,0 1 0 0,-2 0 0 0,2-3 65 0,0 3 0 0,0 0-35 0,0 0 53 16,0 0-30-16,0 0 0 0,0 0-20 0,0 0-18 15,0 0 18-15,0 0 8 0,0 0-46 0,0 0 38 16,0 0 0-16,0 0 0 0,2 0 1 0,0 0 7 16,1 0-9-16,-1 0 4 0,2 0-7 0,-2 0 2 15,1 0-10-15,-1 0 53 0,2 0-45 0,0 0 1 16,-3 0 4-16,6 0 16 0,-2 0-16 0,-1 0 7 16,1 0-16-16,0 0 8 15,2 3-1-15,0-3 1 0,0 1-16 0,3-1 24 16,0 0-8-16,1 0-27 0,-1 0 24 0,2 0 1 15,1 0-3-15,-1 0 4 0,1 0-6 0,-1 0 4 16,0-1-6-16,-1-2-20 0,3 3 23 0,-3-1 7 16,2 1-43-16,0-2 35 0,2 2-3 0,0 0 3 15,0 0-41-15,2 0 44 0,0 0-9 0,0 0-37 16,2 0-3-16,-2 2 39 16,4 3-1-16,-3 1-35 0,-1 2 28 0,2-2 4 0,-4 1-8 15,0 0-30-15,-4-1-4 0,4 1 37 16,-5-2-27-16,-1 1 23 0,0-1-6 0,-1-1 5 15,-2-3 35-15,-1 1-2 0,-1-1-34 0,-1-1 33 16,-1 0 3-16,0 0-31 0,0 0 9 0,-2 0 28 16,0 0 6-16,0 0-38 0,0 0 10 0,0 0 17 15,0 0 14-15,0 0-35 0,0 0 41 0,0 0-37 16,0 0 5-16,0 0-4 0,0-1-73 0,0-2 32 16,0-3-1-16,0 2-168 15,0-4 93-15,0 3 50 0,0 1 17 0,-2 0-487 16,0 2 229-16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19:36.0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15355 5722 472 0,'0'-7'0'0,"0"1"0"0,0 4 0 0,0 0 0 0,2 2 0 0,0 0 0 0,0 0 176 0,0 0-72 0,0 0-35 16,1 0 134-16,3 4-89 0,-3 2-41 0,6 5 108 15,-4 2-75-15,0 4-36 16,-1 4 8-16,2 5 6 0,-3 3-26 0,-1 12 0 16,-2-3-25-16,0 8 113 0,0-6-49 0,0 12-36 15,0-5 1-15,0-1 32 0,0-4-31 0,-2-6 1 16,2 0 0-16,0-3-31 0,0-5 0 0,0-5 0 15,0 0 33-15,0-5 0 0,0-1-25 0,0-5 5 16,0-1-13-16,0-4 0 0,0-3-1 0,0-2-1 16,0-2 10-16,0 0-8 15,0 0 0-15,0 0-22 0,-2-6 21 0,-5-7 9 16,0-2-8-16,0-4-186 0,-4-3 80 0,1-1 49 16,-1 1-272-16,1 4 146 0,-5 0 53 0,1 1-110 15,2 2 78-15,-4 4 49 0,3 3 23 0,-4 4 48 16,2 2 9-16,-2 2-32 0,3 0-1 0,-2 10 36 15,1 5 1-15,2 5-45 0,0 2 174 0,6 1-83 16,-1 6-34-16,4-1 217 0,4 1-101 0,0-5-67 16,0 5 2-16,4-2 113 0,7-4-61 15,0-5-43-15,5-1-22 0,-2-3-14 16,4-3-8-16,0-4 1 0,3-6 0 0,0-1-58 16,3 0 29-16,-2-3 8 0,5-13-220 0,-4-5 119 15,-1-1 41-15,-2-5-261 0,1-3 135 0,-1-1 45 16,-4 2 56-16,-1-1-96 0,-4 0 68 0,0 1 35 15,-1 2-1-15,-2 7 82 0,-3 0-20 0,-1 1 0 16,-3 8-27-16,1 1 217 0,0 5-109 0,0 1-62 16,-2 2 138-16,0 2-60 0,0 0-54 0,3 2 199 15,-1 11-88-15,-1 4-24 16,1 2-51-16,4 4 108 0,-3 1-75 0,3-2-37 16,3 3 0-16,-1-6 42 0,1 3-45 0,0-5 1 15,5 0-35-15,-3-4-76 0,3-2 38 0,-2-3 8 16,1-3-43-16,1-1 35 0,-2-4 1 15,0 0 37-15,1 0-137 0,-4-2 50 16,3-11 35-16,-3-4-134 0,-2-2 77 0,4-5 10 16,-4-1 28-16,-2 0-98 0,3-5 59 0,-5-1 10 0,4 3 0 15,-2-2 12-15,-1 2 0 0,-1 3 14 16,1 1 47-16,0 2-39 0,-3 6 0 0,1 9 100 16,0-2-49-16,-2 5-31 0,0 2 7 0,0 0 213 15,0 2-110-15,0 6-40 0,0 11-33 0,0 5 200 16,0 2-103-16,2 4-29 0,1 3-33 0,-1 1 133 15,1 0-71-15,3-2-48 16,1-1-29-16,2-2-11 0,-1 0-1 0,-1-7-100 0,4 1 59 0,-1-3 16 16,1-3 1-16,0-1-333 15,-1-3 175-15,1-3 66 0,-3-3 55 0,2-3-578 16,1-2 287-16,-1 0 144 0,2-2 72 0,-1-11-472 16,0-4 263-16</inkml:trace>
  <inkml:trace contextRef="#ctx0" brushRef="#br0" timeOffset="159.1">16057 6118 1270 0,'0'0'0'0,"-2"3"0"0,2-3 0 0,0 1 0 0,0 0 0 0,0 2 0 0,0-3 0 0,7 0 351 0,2 0-163 16,4 0-77-16,-3 0 356 0,-1 0-217 0,3 0-109 16,0 0-46-16,1 0-141 0,-2 0 39 0,1 0 0 15,-1 0 40-15,-2 0-556 0,1 0 286 0,-3 5 130 16,-1 3-620-16</inkml:trace>
  <inkml:trace contextRef="#ctx0" brushRef="#br0" timeOffset="308.7">16046 6357 1899 0,'-9'3'0'0,"4"5"0"0,0-5 0 0,1-1 0 0,4 1 0 0,0-3 0 0,0 0 0 0,2 0 0 0,12 0 194 0,0 0-81 0,2 0-31 0,2-3 255 16,0 1-152-16,3-1-76 0,-5 0-38 0,3-2-295 15,-1 4 136-15,1-1 56 0,-1 2-715 0</inkml:trace>
  <inkml:trace contextRef="#ctx0" brushRef="#br0" timeOffset="978.13">16567 5929 864 0,'0'-8'0'0,"0"4"0"0,0 3 0 0,0-2 0 0,0 3 0 0,0 0 0 15,0 3 0-15,0 10 170 0,0 8-72 0,0 6-33 0,0 5 189 0,0 2-111 16,0 11-55-16,0-11 94 0,0 11-78 0,3-9-36 16,1 3 0-16,-1-1 24 15,6-2-29-15,-4-3 8 0,4-3-38 0,0-3-21 16,1-7 20-16,0-1 1 0,0-2 8 0,1-4-39 16,1-4 31-16,-1-5-1 0,1-4-76 0,1 0 38 15,2-2 8-15,0-16-120 0,0-7 69 0,0-1 35 16,0-6-2-16,-2-10-190 0,-2 7 87 0,3-12 37 15,-5 4 34-15,3-3-127 0,-3 2 71 16,-2 4 35-16,-1 2-7 0,-1 1 58 0,0 3-15 16,-3 12 0-16,-1 1 117 0,-1 6-59 15,0 5-37-15,0 3 288 0,0 5-148 0,0 0-56 16,0 2-43-16,0 0 267 0,-1 16-132 0,-3 4-45 16,-1 3-43-16,5 3 139 0,-2 4-90 0,2 0-47 15,0 0-14-15,0 2 85 0,0-1-59 0,0-4-16 16,0 1-20-16,2 0-1 0,0-3-12 0,3 3-84 15,0-2 37-15,-1-1 1 0,-1-2 38 0,1-1-283 16,0-1 150-16,-1-2 57 16,-1-1 38-16,3-5-593 0,-2-4 287 0,1-3 122 15,2-2 69-15,1-4-450 0,3 0 268 0,-3-4 135 0</inkml:trace>
  <inkml:trace contextRef="#ctx0" brushRef="#br0" timeOffset="1223.32">16966 6235 1287 0,'2'-10'0'0,"2"6"0"0,1 1 0 0,2-1 0 0,2 2 0 0,2 1 0 0,-1-1 243 0,6 2-97 0,-2 0 132 0,4 0-122 0,-4 0-62 16,4 5-31-16,-3 4 201 15,0 1-108-15,-2 2-65 0,-2 0-30 0,0 1 9 16,-2 1-1-16,0-2-36 0,-6 2 8 0,1-1-75 16,-4 0 34-16,0 1-1 0,0 2-91 0,-9 1 70 15,-8 0 24-15,0 0-34 0,-4-2 32 0,0-2-10 16,-3 1-1-16,4-5-154 0,-7 4 82 0,4-4 14 15,5-3 29-15,-3 1-194 0,6-3 102 0,4-2 35 16,4-2 35-16,3 0-180 16,3 0 105-16,1 0 52 0,1-9-269 0,10-3 152 15,10-4 89-15,-3-3-117 0</inkml:trace>
  <inkml:trace contextRef="#ctx0" brushRef="#br0" timeOffset="1418.8">17319 6170 636 0,'0'-8'0'0,"0"2"0"0,0 2 0 0,0-2 0 0,-9 3 215 0,-2 2-96 0,-1-2-42 0,1 3-23 0,-2 0 301 16,0 4-162-16,2 9-71 15,-3 3-49-15,5 4 144 0,0 0-92 0,1 4-46 16,2 1 37-16,4-2-34 0,2 1-29 0,0-1-20 16,0 2 0-16,2-2-1 0,8-4 1 0,3 0-64 15,1-1 28-15,4-3 0 0,1 1 36 0,-1-3-342 16,3-2 133-16,0-4 102 0,-1-1-560 0,7-2 301 15</inkml:trace>
  <inkml:trace contextRef="#ctx0" brushRef="#br0" timeOffset="2010.47">17723 6199 727 0,'0'-9'0'0,"0"1"0"0,0 0 0 0,0-3 0 0,0-2 0 0,0 1 109 0,0-3-38 0,0 1 0 16,0-1-38-16,0 0 40 0,-2 4 9 0,-2-4-49 15,-1 3 0-15,-3 4 28 0,1 0-1 0,-1 1 9 16,-1 2 9-16,-4 3-46 0,1 2 1 0,1 0 62 15,-3 4-31-15,0 9 0 16,-2 6-23-16,2 4 74 0,-1 1-42 0,0 4 1 0,4 0-42 16,-1 2 90-16,5 1-37 0,1-2-30 15,4-1 0-15,2 0 29 0,0-1-25 0,0-7 15 16,2 2-12-16,6-4-8 0,2-1-21 0,1-6-61 16,-1-1 31-16,4-3-1 0,-3-4 39 0,4-3-153 15,-2 0 73-15,0 0 35 0,1-13 16 0,0-5-211 16,0-3 92-16,-1-5 56 0,-1-4 0 0,2-2-84 15,1-9 31-15,-3 0 42 0,-1-6-181 0,2-12 110 16,-4-1 50-16,2-6-161 0,1-1 106 16,-3-1 52-16,0 12 19 0,-1-2-36 15,0 3 35-15,-3 16 0 0,-1 2 35 0,-2 10 159 16,0 3-88-16,-2 9-31 0,0 4-1 0,0 4 116 16,0 5-77-16,0 1-40 0,0 1 395 0,-6 7-156 15,-1 14-116-15,-1 3 190 0,2 5-142 0,-1 5-72 16,0 5-27-16,-1 7 195 0,2 1-119 0,2 1-60 15,-1 0-31-15,3 1 164 0,0-4-89 16,-1 10-56-16,3-8-43 0,0 0-5 0,0 0-1 16,0-10-87-16,0 3 40 0,0-4 24 15,0-3-1-15,1-4-292 0,3-5 158 0,1-3 88 16,-1-5 31-16,0-6-526 0,2-1 254 0,-2-5 105 16,-1-2 71-16,3-2-388 0,-1 0 233 0,1-12 113 0</inkml:trace>
  <inkml:trace contextRef="#ctx0" brushRef="#br0" timeOffset="2254.82">17851 6062 927 0,'2'-4'0'0,"0"2"0"0,1 0 0 0,5 1 0 0,-1-2 0 0,3 2 135 16,3 1-52-16,-1 0-25 0,6 0 318 16,-1 4-172-16,0 7-77 0,0 2-51 0,-1 6 87 15,0 0-65-15,-4 1-32 0,0 1-1 0,-3-3-58 16,-1 5-9-16,-3 0 35 0,-3 2 0 15,0 0-57-15,-2-2 29 0,-2 0-89 0,-9 1 54 16,-4-1 31-16,-2-5 1 0,-2 1-53 16,3-8 37-16,-7 0-12 0,0-2-3 0,-2-6-131 15,4-3 76-15,-2 0 20 0,4 0 25 0,2 0-242 16,4-6 128-16,3-5 61 0,7-4-212 0,3 1 136 16,0-9 68-16,2 0-298 0</inkml:trace>
  <inkml:trace contextRef="#ctx0" brushRef="#br0" timeOffset="2474.23">18251 5932 1017 0,'2'-9'0'0,"-2"6"0"0,0-1 0 0,0 1 0 0,-12 1 0 0,-4 2 205 0,-2 0-86 0,-4 6-43 16,3 12-22-16,0 2 352 0,3 6-191 0,0 0-91 15,7 6-46-15,4 0 230 0,3 0-130 0,2 0 34 16,0 0-90-16,7-2-45 0,8-2-21 0,4 0-52 15,2-3 8-15,1-1 21 0,2-3-1 0,1-4-159 16,1-1 80-16,-1-2 40 16,-5-5 8-16,5-3-594 15,1 0 245-15,-5-2 172 0</inkml:trace>
  <inkml:trace contextRef="#ctx0" brushRef="#br0" timeOffset="3275.11">18687 6105 880 0,'-7'0'0'0,"0"0"0"0,5 0 0 0,0 0 0 0,1 0 0 0,1 0 0 0,0 0 0 0,0 0 99 0,3 0-33 0,13 0 0 0,0 0 175 16,11 0-104-16,-5 0-45 16,8 0-33-16,2 0 130 0,0 0-78 0,0 0-39 15,-2 0 20-15,2-2-33 0,-4-1 0 0,1 2-121 16,-7 1 47-16,0 0 24 0,-1 0 9 0,-3 0-114 16,-4 0 65-16,-3 0 31 0,-3 0 1 0,0 0-424 15,-5 0 216-15,1 0 56 0,-2 0 70 0</inkml:trace>
  <inkml:trace contextRef="#ctx0" brushRef="#br0" timeOffset="3491.53">18926 5846 826 0,'0'0'0'0,"1"0"0"0,1 0 0 0,0 0 0 0,-2 0 222 0,0 6-94 0,0 5-48 16,0 6-23-16,0 1 324 0,0 5-165 0,0 6-97 15,0 2-42-15,0 3 117 0,0 0-80 0,0 1-41 16,0 3-125-16,0-3 38 16,0 3 23-16,0-2-284 0,0 0 154 0,0-3 76 15,2 0 48-15,0-3-429 0,-1-2 187 0,1-8 116 16,0 3-9-16,0-7-110 0,0-4 97 0</inkml:trace>
  <inkml:trace contextRef="#ctx0" brushRef="#br0" timeOffset="4101.22">19323 5904 738 0,'0'-8'0'0,"0"7"0"0,0-1 0 0,0 2 0 0,0 0 141 0,0 0-58 15,0 2-25-15,0 12 0 0,0 2 213 0,0 9-120 16,0 1-50-16,-2 3 112 0,0 5-90 15,0 10-45-15,1-11 11 0,1 5-28 0,0 0 8 16,0-5-36-16,0-1-34 0,5-3 33 16,7-4 1-16,1-1 0 0,-1-10-71 15,2 3 31-15,2-6 0 0,-2-3 40 0,1-2-59 16,0-6 29-16,3 0 9 0,-4 0-148 0,2-12 75 16,-2-7 12-16,1-3 27 0,-2-5-133 0,0-2 68 15,-1-3 24-15,-1-7-146 0,-2-2 81 0,1-3 48 16,1 1 24-16,-2 3-80 0,1-6 56 0,-2 12 23 15,-1-2 1-15,-4 11 45 0,-1 3 0 16,0 9-30-16,0 1 9 0,-2 4 178 16,0 7-89-16,0-1-45 0,0 2 310 0,-2 6-171 15,-2 11-50-15,-1 5 192 0,3 5-109 0,0 3-76 16,1 1-37-16,1 3 125 0,0 0-86 0,0 2-38 16,0-4-1-16,1 0 24 0,3-3-31 0,1-6 9 15,6 5-61-15,-4-7 21 0,2-1 0 0,0-4-150 16,-1-3 75-16,-1-2 46 0,1-3-9 0,-1-4-252 15,3-1 140-15,-3-3 38 16,4 0 44-16,-1-4-349 0,-1-11 179 0,2-1 85 16,-1-7 44-16,-2-1-169 0,-3-1 106 0,1 4 45 15,-1-2-19-15,0-1 40 0,-2 4 1 0,-1 3 93 16,0 5-27-16,0 5-8 0,-2 0-18 0,0 5 292 16,0 0-146-16,0 2-73 0,2 0-37 0,-1 0 370 15,3 9-187-15,2 2-42 0,1 3-64 0,3 1 251 16,-1 0-141-16,5-2-84 0,-3 2 39 0,1 0-57 15,2-2-28-15,1-1-64 0,-4-2 44 16,2 0-9-16,-2-1 1 0,-1 1-374 16,-3-3 186-16,1 2 94 0,-5-2 56 0,3-2-744 15,-2 3 365-15</inkml:trace>
  <inkml:trace contextRef="#ctx0" brushRef="#br0" timeOffset="4342.12">20121 6009 1516 0,'0'0'0'0,"0"0"0"0,0 0 0 0,0 0 0 0,-3 0 0 0,-3 0 0 0,-1 2 308 0,-2 12-137 16,0 2-61-16,-1 7 250 0,-1 3-163 0,-3 6-83 16,-2 6-40-16,0 1 94 0,2-2-60 0,-7 11-42 15,0-1-99-15,1-2 32 0,-1 3 1 0,0 0-52 16,-2-2 51-16,1-1 13 0,1-4-1 0,2-7-234 15,1 0 128-15,0-4 47 0,7-7-33 16,0-2-259-16,3-5 160 0,3-7 43 16,1-3 51-16,2-1-281 0,0-5 159 0,2 0 91 15,0-3-338-15</inkml:trace>
  <inkml:trace contextRef="#ctx0" brushRef="#br0" timeOffset="5054.59">20499 6293 676 0,'0'-15'0'0,"0"0"0"0,0-1 0 0,2 0 0 0,0-3 0 0,0 2 0 0,-2-4 145 0,0 1-56 16,0 0-20-16,0 1-8 0,0-2 44 0,0 2-36 15,-2 2 0-15,-5 2-37 0,-1 5 26 0,-2-1-25 16,0 6 0-16,-2 3 39 0,1 2-39 16,-3 0 0-16,-1 3 69 0,-2 17-39 0,1 0 0 15,-2 5-30-15,2 5 29 0,1 0 0 0,0 4-21 16,3 0-9-16,5 0 79 0,1-1-39 0,5-1-1 16,1-2-38-16,0-4 80 0,0 3-44 0,0-7 0 15,5-1-73-15,4-5 37 0,3 0 0 0,-1-5-93 16,3-4 43-16,-2-4 24 0,1-3 1 0,4 0-165 15,1-5 81-15,0-13 54 0,-1-7-3 0,3-3-122 16,1-8 48-16,0-3 47 16,-3-2-19-16,3-5-214 0,-1-7 131 0,-2-8 60 15,-1-3-128-15,-1-6 95 0,0-3 47 0,-1-2-118 16,0 4 86-16,-6 16 40 0,0-1 0 0,-2 16 162 16,-4 2-62-16,-1 11-38 0,0 5 8 0,-2 8 319 15,0 3-175-15,0 5-87 0,0 5-44 0,0 1 208 16,-2 0-67-16,-3 5-75 0,-2 12 267 0,2 7-156 15,-1 3-77-15,1 5 177 16,-2 7-132-16,-2 3-61 0,4 1-31 0,-2 4 116 16,1 3-74-16,1 3-28 0,0 2-8 0,1-3-14 15,3 0 0-15,-1 1-23 0,2-3 0 0,0-7-30 16,0 7-9-16,0-12 39 0,0-1-214 0,2-3 108 16,3-10 60-16,3-3-379 0,0-4 197 0,-1-10 58 15,0-1 62-15,5-6-335 0,-1 0 180 0,0-17 102 16,1-5 48-16,-3-7-208 0,0-2 127 0,1-8 64 15,-3 2 24-15,2-6-33 16,-3 9 37-16,-1-2 0 0,-2 5 24 0,1 8 13 16,-2 1-9-16,-2 5 8 0,0 5 273 0,0 4-137 15,0 3-67-15,0 2 415 0,0 0-235 16,1 3-55-16,3 0-76 0,5 0 244 0,1 11-148 0,3 1-74 16,1 1-29-16,0 2 128 0,4 6-86 0,-4-2-44 15,3-1-21-15,-4 0-23 0,0 0 9 0,2-1-341 16,-2-1 166-16,-1-2 84 0,1-1 41 15,-3-4-652-15,-1 0 330 0,2-2 100 0</inkml:trace>
  <inkml:trace contextRef="#ctx0" brushRef="#br0" timeOffset="5333.84">21183 5786 1769 0,'0'-6'0'0,"0"4"0"0,0 1 0 0,0 1 0 0,0 0 0 0,0 0 0 0,-6 7 0 0,0 9 293 0,-3 7-130 0,-2 4-65 0,-5 8 321 16,2 1-185-16,-5 13-104 0,1-1-49 0,-2 5 173 15,-2 10-110-15,2-5-56 0,-1-4-19 0,-4 16 72 16,0-7 71-16,2 3-212 0,-2 0 0 0,2-3 0 16,2-8 0-16,1 0 0 0,3-3 0 0,1-6 0 15,4-11 0-15,-1 1 0 0,3-6 0 0,3-10 0 16,-1-1 0-16,5-7-328 0,-1-5 211 0,2-1 27 15,1-5 43-15,-4-1-323 0,3 0 168 16,0 0 85-16,2-5-443 0,0-4 255 16,0-5 141-16,0 3 65 0,2-2-248 0</inkml:trace>
  <inkml:trace contextRef="#ctx0" brushRef="#br0" timeOffset="5518.35">21455 6596 1993 0,'0'0'0'0,"0"0"0"0,4 0 0 0,3-3 0 0,-3 1 0 0,-2 1 0 0,0-1 0 0,-2 2 274 16,0-2-125-16,0-1-58 0,0-3-30 0,0 0-212 15,0 0 92-15</inkml:trace>
  <inkml:trace contextRef="#ctx0" brushRef="#br0" timeOffset="28264.33">21953 6107 616 0,'0'0'0'0,"0"0"0"0,-2 0 0 0,0 0 0 0,2 0 0 0,0 0 0 0,-1 0 0 0,1 0 203 0,0-2-85 0,0 0-43 15,5-2-21-15,6-1 128 0,4-1-70 16,0 1-44-16,2-3 1 0,2 3 98 15,0-3-67-15,3 2-34 0,-2-1 101 0,3-1-71 16,0 1-32-16,2 1 8 0,-5 0-1 0,1 1-38 16,0-1 8-16,-3 2-29 0,1 2 0 0,-3-1 21 15,0 1 0-15,-3 0-107 0,-3 2 62 0,-1 0 18 16,-4 0 0-16,-1 0-260 0,0 0 137 16,-3 0 38-16,-1 0-179 0,0-3-112 0,0-6 169 0,0-1 84 15</inkml:trace>
  <inkml:trace contextRef="#ctx0" brushRef="#br0" timeOffset="28531.78">22192 5705 941 0,'-8'0'0'0,"0"5"0"0,3 1 0 0,1 0 0 0,-1-2 0 0,0 1 0 0,1 2 0 0,3 2 370 0,1 1-169 0,0 3-84 0,0 1-34 0,0 5 136 16,0 5-94-16,1 2-46 15,6 5 30-15,-2 2-39 0,1 0 9 0,-1 6-57 16,1 5 11-16,-3-6 0 0,2 4-1 0,-1-1-80 16,-3-5 48-16,-1 10-8 0,0-6 41 0,0-5-171 15,0 4 85-15,0 0 26 0,-1-4-12 0,-6 1-177 16,2-5 78-16,1-1 62 0,0-10-131 0,-1 1 79 16,1-11 51-16,3 1-54 0,-3-8 49 0,-1-3 24 15,3 0 1-15,-1-14-178 16,1-9 105-16,2-8 48 0</inkml:trace>
  <inkml:trace contextRef="#ctx0" brushRef="#br0" timeOffset="28704.54">22127 6107 1065 0,'0'-2'0'0,"0"2"0"0,0 0 0 0,0 0 0 0,-2 0 0 0,-1 5 0 0,-5 6 0 0,1-1 185 0,-2 4-76 0,-3 3-38 15,-3 1 164-15,4 1-92 0,-6 5-60 0,0-1-29 16,2-1 0-16,0 1-22 15,2 0 1-15,-1-2-184 0,3-3 88 0,1 2 48 16,1-4 24-16,4-5-335 0,1 0 168 0,1-5 100 16,3-5-45-16</inkml:trace>
  <inkml:trace contextRef="#ctx0" brushRef="#br0" timeOffset="28865.71">22155 6167 1659 0,'14'0'0'0,"-1"3"0"0,0 4 0 0,-3 0 0 0,-3 1 0 0,0 0 0 0,3 4 0 0,-4-1 0 0,-1 1 237 0,1-1-102 0,-3 2-51 0,2-4-44 16,-2 7-7-16,1-4 0 0,-2 0-1 0,0-2-164 15,-1 1 82-15,3-4 50 0,-2 0-458 0,0-2 246 16,1-4 122-16,-1-1-459 0</inkml:trace>
  <inkml:trace contextRef="#ctx0" brushRef="#br0" timeOffset="29639.29">22502 5777 1330 0,'7'-6'0'0,"2"5"0"0,-4 1 0 0,-1 0 0 0,-1 2 0 0,-3 14 0 0,0-1 0 0,-5 2 0 0,-6 7 188 0,0-5-70 0,-4 9-47 0,-1-2 1 16,0-1-68-16,0 1 0 15,-2-3 28-15,4-7-107 0,-4 3 50 16,4-4 28-16,0-3-65 0,7-7 48 0,-2 1 23 15,4-2 8-15,2-2-9 0,1-2 14 0,2 0-35 16,0 0-1-16,0 0 87 0,5 0-31 0,9-2-1 16,2 0 6-16,3-2-8 0,2 0 1 0,3 0 12 15,-1 3-14-15,5-2 8 0,-1 2-17 0,-3-1-23 16,1 0 24-16,-2 0 5 0,-2 0 3 0,0 2 8 16,-2-2-16-16,-4 2-9 0,-4 0 7 15,-2 0 48-15,-1 0-16 0,-2 0-3 16,-3 0 9-16,-1 0 0 0,0 0-33 0,-2 0 0 15,0 6 119-15,0-1-64 0,0 5-27 0,0 0 125 16,-4 3-77-16,1 1-38 0,-1 4 8 0,2 2 15 16,1 7-30-16,1-3-1 0,0 2-30 0,0 4-32 15,0 1 40-15,1-2-8 0,3 5-62 0,1 0 30 16,1 0 1-16,-1 1-28 0,2-1 38 16,-4 0-9-16,1-2 30 0,0-4-173 15,-2-5 78-15,-2-1 17 0,0-1 29 0,0-4-85 16,0-4 47-16,-2-4 7 0,-7-2 0 0,-3-2-97 15,-1-5 54-15,-4 0 23 0,0 0-295 0,-2-10 165 16,1-6 82-16,-3-7 32 0,0-9-169 0,3-8 110 16,0-5 54-16,1-5-371 0,3-5 213 0,3 5 99 15,-1 1 61-15,3 15-203 0,0 0 128 0,0 11 64 16,0 3 33-16,2 7 34 0,1 3-3 0,0 7 1 16,2 0 276-16,-1 3-137 15,1 0-71-15,1 3 130 0,-1 10-95 0,0 0-52 16,-1 4-26-16,-3-1 445 0,-3 7-211 0,0-4-49 15,-5 7-77-15,2 1 97 0,-4-2-83 0,-1-2-41 16,3 0-21-16,2-7-9 0,1 4-11 0,3-8 0 16,3-3-25-16,2-2 1 0,1-1 24 0,4-5-62 15,0-1 26-15,0 0 1 0,9 0 35 0,10-1-40 16,2-9 0-16,4-3 18 0,-1-1-14 16,4 1-131-16,-2 1 56 0,1-3 40 0,-3 3 1 0,-6 2-81 15,3 2 44-15,-1 0 30 16,-6 1 47-16,-3 6 1 0,-1 0-24 0,-3-1 157 15,-3 2-74-15,2 0-38 0,-5 0-15 0,1 7 141 16,-2 6-65-16,0-2-40 0,0 3 6 0,0-1 263 16,0 0-140-16,0-2-72 0,0 2-35 0,0-4 5 15,0 3-9-15,0-2-31 0,0-1 0 16,0-2-266-16,3-1 133 0,-1-3 75 16,3-3-551-16,1 0 290 0,-1 0 100 0,2 0-194 0,4 0 173 0,-2-9 79 15</inkml:trace>
  <inkml:trace contextRef="#ctx0" brushRef="#br0" timeOffset="29966.42">23061 5827 1979 0,'4'0'0'0,"1"2"0"0,-3 13 0 0,0 2 0 0,-2 0 0 0,0 1 0 0,-2 6 0 0,-7 2 0 0,0-4 244 0,-1 5-105 16,-1-4-54-16,2 2-150 0,-1-2 56 0,-1 3 17 15,5-5 0-15,-2 0-171 0,5-5 98 0,1-3 49 16,0-4 32-16,2-1-491 0,0-8 252 0,0 0 128 16,2 0-480-16,3-9 272 0,3-6 126 0,1-2 4 15,-1 0 87-15,0 0 86 0,-1 2 0 0,-1 0 50 16,-1 4-39-16,1 1-17 0,2 1-1 0,-3 2 357 16,3 2-192-16,1-2-95 15,1 3-56-15,1 3 245 0,1-2-56 0,2 2-90 16,-1-1 257-16,-3 0-165 0,3 0-74 0,-4 0-50 15,3 2-8-15,-5 0-33 0,0 0 0 0,-1 0-364 16,-1 0 191-16,0 0 82 0,-3 0 45 0,-1 0-456 16,-1 0 208-16,0-4 133 0,0-1-9 0</inkml:trace>
  <inkml:trace contextRef="#ctx0" brushRef="#br0" timeOffset="30229.34">23168 5846 408 0,'0'-2'0'0,"2"2"0"0,-1 0 0 0,1 3 0 0,1 5 0 0,-3 5 160 15,2 3-64-15,-2 2-31 0,0 1 202 0,0 7-117 16,0-5-50-16,-2 8 36 0,-6-5-52 0,1 4-25 16,-4-2-1-16,-1-1-88 0,3-3 39 0,-6 5-8 15,5-11 32-15,-1-1-54 0,-1 0 26 0,5-7 1 16,0 0 35-16,1-5 36 0,3 1-22 0,1-4-5 16,0 2 31-16,2-2-14 0,0 0-39 0,0 0 74 15,2 0-35-15,7 0-8 0,2 0-26 16,2 0 51-16,0-2-29 0,3 0-1 15,-4-2-21-15,1 1-94 0,-1-3 47 0,-3 0 31 16,3 2-7-16,-5-1-318 0,1-1 164 0,-5 2 59 16,-1 3 49-16,0-2-260 0,0 3 141 0,-2 0 14 15,0 0-303-15,-6 12 206 0,-5-1 102 0</inkml:trace>
  <inkml:trace contextRef="#ctx0" brushRef="#br0" timeOffset="30464.71">23109 6300 578 0,'-7'8'0'0,"2"0"0"0,1-3 0 0,-1-1 0 0,1 0 0 0,-2-2 0 0,2 0 0 0,0 1 188 0,1-1-77 0,1-2-39 0,-2 2 151 16,2 0-99-16,2-2-46 0,0 0-23 0,0 0 72 16,0 0-48-16,0 0-15 0,0 0-8 0,2 0-61 15,9-2-1-15,5-5 39 0,0-1-115 16,3-1 66-16,-2 1 20 0,2 2-56 16,-2 3 42-16,-1 0 22 0,-3 2-1 0,-1 1-101 15,-5 0 49-15,1 0-4 0,-5 7 23 0,0 5 14 16,-3 1 1-16,0 0-24 0,-6 0 19 0,-7 2 77 15,-1-2-36-15,-2 1-14 0,-2-3-42 0,0-4 32 16,1-2-6-16,1-2-88 0,-2-3 44 0,4 0 7 16,-2-3 38-16,3-9-346 0,0-9 163 0,0-4 64 0</inkml:trace>
  <inkml:trace contextRef="#ctx0" brushRef="#br0" timeOffset="30890.8">22822 5829 1217 0,'-16'-6'0'0,"1"4"0"0,5 2 0 0,0 0 0 0,3 0 0 0,3 0 0 0,3 8 0 0,1-1 0 0,0 4 357 0,0-1-163 0,5 1-80 16,4 3-33-16,3 0-8 0,1 1-40 0,-1 3-179 15,-1-1 89-15,-2 0 46 0,-1-1 29 0,-3 2-55 16,-3 0 35-16,0 1-1 0,-2 0 36 0,0-1-43 16,-4 1-15-16,-4-2 18 0,-1 2-59 0,0 0 240 15,2-2-99-15,-2-1-37 16,4 1 262-16,0-1-140 0,3 0-47 0,0 2 72 15,0-2-76-15,2 1-38 0,0 0 8 0,0 2-39 16,0 0-7-16,2-2 0 0,2 3 0 0,1-1-69 16,0-1 42-16,2 1-7 0,-4-2 34 0,1-1-186 15,0-2 93-15,-2-3 47 0,-2 1-232 0,0-1 123 16,0-2 28-16,-6-2 43 0,-6-1-58 16,0-1 40-16,-3-1 2 0,-2-3 56 15,-1-1 0-15,2 0-22 0,0 0 0 0,5 0 200 16,1 0-99-16,1 0-44 0,4 0-3 0,3 0 333 15,0 0-144-15,2 0-97 0,2 2 148 0,15 0-119 16,8 1-54-16,7 3-28 0,7-2 124 0,0 2-76 16,-1-1 57-16,13 2-165 0,-7 2 0 0,2-2 0 15,-5 2 0-15,-6-4 0 0,4 5 0 0,-4-4 0 16,-1 1 0-16,-6-1-519 0,-3-1 244 0,-2-3 142 16,-2 0-692-16,-1-2 400 15,-4 0 197-15,1 0 97 0</inkml:trace>
  <inkml:trace contextRef="#ctx0" brushRef="#br0" timeOffset="31057.39">23440 6115 1444 0,'-3'0'0'0,"-1"1"0"0,2 4 0 0,-1 2 0 0,1 3 0 0,0 1 0 0,0 2 558 0,-1 2-267 0,1 1-129 0,1 3-64 15,-1 2 46-15,0-1-55 0,0 1-20 0,-1 0-259 16,1 0 112-16,2-1 55 0,-2-3-537 15,0 0 295-15,2-4 156 0,0-1 66 0,0-7-667 0</inkml:trace>
  <inkml:trace contextRef="#ctx0" brushRef="#br0" timeOffset="31252.87">23500 5698 1284 0,'0'-10'0'0,"0"4"0"0,0 6 0 0,0 2 0 0,4 13 0 0,-2 9 0 0,2 7 217 15,-1 10-92-15,2 4-38 0,-2 10 524 0,-1 10-289 16,0 0-145-16,-2 2 185 0,0-2-164 0,0-6-75 16,0 13-49-16,0-11-189 0,0 1 75 0,0-1 36 15,0-12 0-15,0-7-553 0,2-1 292 0,2-7 148 16,-1-13 75-16,1-4-727 0,-1-7 368 0,2-7 175 16,0-3-110-16</inkml:trace>
  <inkml:trace contextRef="#ctx0" brushRef="#br0" timeOffset="31396.48">23596 6150 1084 0,'2'-11'0'0,"0"6"0"0,0 2 0 0,-1 3 0 0,4 0 0 0,0 0 0 0,-1 14 0 0,0-2 404 0,1 5-177 0,-1 2-102 0,-2 2 213 16,-1 1-153-16,1 1-76 0,1 0-38 0,-3 1-220 16,0-3 86-16,0 1 49 0,0-3 23 0,0-2-618 15,0-2 330-15</inkml:trace>
  <inkml:trace contextRef="#ctx0" brushRef="#br0" timeOffset="31554.06">23762 5884 1695 0,'5'0'0'0,"3"0"0"0,-4 14 0 0,-1 5 0 0,-1 0 0 0,-2 5 0 0,0 2 0 0,0 3 0 0,0-5 0 0,-5 7 146 16,3-5-57-16,-4 0-28 0,2 1 0 0,1-2-510 15,1-4 244-15,-3-2 112 0,4-10-530 0</inkml:trace>
  <inkml:trace contextRef="#ctx0" brushRef="#br0" timeOffset="31673.25">23741 6145 1375 0,'2'-10'0'0,"3"-2"0"0,1 5 0 0,4-2 0 0,1 2 0 0,0 3 0 0,4-2 0 0,2 4 0 0,2-3 0 0,2 3 180 0,1 0-74 0,0 0 17 15,1 0-37-15,0 2-31 16,-3 0 1-16,1 0-162 0,-2 0 69 0,-3 0 35 15,-2 0 9-15,-1 0-491 0</inkml:trace>
  <inkml:trace contextRef="#ctx0" brushRef="#br0" timeOffset="31833.17">23854 6261 1090 0,'-21'7'0'0,"6"1"0"0,7-4 0 0,3-2 0 0,1-2 0 0,2 0 0 0,2 0 0 0,0 0 391 0,13 0-171 0,4-2-98 16,3 0 140-16,1 0-114 0,2 0-58 0,0 1-165 15,-3-2 50-15,1 3 29 0,-3 0-1 0,0 0-197 16,-8 0 113-16,2 0 65 0,-4 0 20 0,-5 0-488 16,1 0 158-16,-4 0 162 0</inkml:trace>
  <inkml:trace contextRef="#ctx0" brushRef="#br0" timeOffset="32124.18">23904 5713 1111 0,'0'2'0'0,"0"19"0"0,0 7 0 0,0 7 0 0,0 2 0 0,0 3 0 0,0 16 487 0,0 1-227 16,0 1-114-16,0-2 224 0,0 1-168 0,0-3-77 15,0 0-50-15,0-4-67 0,0 0 0 16,0-5 25-16,-6-2 0 0,-2-9-311 0,-6 2 151 16,-1-6 81-16,2-9-195 0,-4-7 137 15,-2-2 69-15,3-6-76 0,-3-6 52 0,1 0-37 16,5 0 32-16,4-2 379 0,4-2-188 0,-1-3-92 15,4 2-28-15,2 0 532 0,2 2-257 0,15 0-129 16,7 3-37-16,10 0 81 0,9 4-86 0,1 5-39 16,4 5 148-16,1-1 4 0,1 2-224 0,1 2 0 15,-1-1-202-15,-2 0 195 0,-2 0 1 0,-5-2-654 16,-6-1 346-16,1 0 150 16,-3 0 89-16,-3-4-934 0</inkml:trace>
  <inkml:trace contextRef="#ctx0" brushRef="#br0" timeOffset="32272.78">24650 6670 2888 0,'0'0'0'0,"1"0"0"0,8 0 0 0,3 0 0 0,-3 0 0 0,-4 0 0 0,-3 0 0 0,0 0 0 0,0 0-17 0,-2 0 33 15,0-2-8-15,0-3 24 0</inkml:trace>
  <inkml:trace contextRef="#ctx0" brushRef="#br0" timeOffset="45673.98">7644 8343 1152 0,'-8'0'0'0,"6"0"0"0,0 0 0 0,2-1 0 0,0 1 0 0,-2 0 0 0,2 0 0 0,0 0 0 0,0 0 194 0,2 0-72 0,7 0-48 15,6 0-1-15,4 0 142 0,5 0-91 0,5-2-46 16,2-1 111-16,3-3-83 0,2-1-36 0,-3 1-17 16,1-2 1-16,-2 0-22 0,-7 2 9 0,1 0-209 15,-1-1 100-15,-7 1 51 0,-1 3 24 0,-7 1-457 16,-1 1 208-16,-3-1 83 15,-3 2-227-15,-1 0 172 0</inkml:trace>
  <inkml:trace contextRef="#ctx0" brushRef="#br0" timeOffset="45902.92">7896 8017 1061 0,'0'0'0'0,"2"0"0"0,-2 0 0 0,3 0 0 0,-1 5 0 0,-2 5 0 0,0 3 0 0,0 2 433 15,0 8-200-15,0 3-100 0,-11 4-50 0,1 7 217 16,-4-3-126-16,-6 13-74 0,-1-2-34 0,-3 0 31 16,-2 3-32-16,1-1-35 0,4-10 11 0,-4 8-9 15,1-8 1-15,8-5-131 0,-6 0 65 0,3-1 33 16,-2-5 8-16,1-4-304 0,6-5 164 0,0-1 25 16,5-8 60-16,4-2-466 0,2-6 244 0,3 0 118 15,0-2 60-15,8-13-325 0,9-5 192 16</inkml:trace>
  <inkml:trace contextRef="#ctx0" brushRef="#br0" timeOffset="46046.15">7741 8527 752 0,'9'-3'0'0,"-3"3"0"0,3 0 0 0,-4 0 0 0,2 0 0 0,-2 8 0 0,-3 3 256 0,2 0-111 0,-1 4 97 16,-1 0-108-16,0 2-51 0,-2 2-25 0,0 1 110 16,0 1-67-16,0 0-26 0,0-3-9 0,0 2-268 15,0-3 117-15,0-3 59 0,0-2 30 0,0-5-420 16,3-1 220-16,-2-6 97 15,-1 0-417-15</inkml:trace>
  <inkml:trace contextRef="#ctx0" brushRef="#br0" timeOffset="46197.39">7793 8599 1013 0,'0'-9'0'0,"-2"5"0"0,2 0 0 0,0 1 0 0,0-1 0 0,7 1 0 0,7-2 0 0,3 1 0 0,2-3 363 16,5 2-165-16,-1-1-75 0,4-1 191 0,-4 1-142 15,-2 1-69-15,0 2-14 0,-3 1-29 0,2 0 9 16,-4 1-36-16,0-1-252 15,-6 2 126-15,0 0 63 0,-2 0 32 0,-5 0-441 16,1 0 207-16,-2 0 128 0,-2 0 63 0,0 0-536 0</inkml:trace>
  <inkml:trace contextRef="#ctx0" brushRef="#br0" timeOffset="46470.17">7913 8379 837 0,'0'-4'0'0,"0"3"0"0,-1-1 0 0,1 2 0 0,0 0 0 0,0 0 184 0,0 2-76 15,0 10-38-15,0 2 123 0,1 3-71 0,3 2-50 16,1 7 1-16,-4-1 97 0,0 3-69 0,-1 2-34 16,0-6 8-16,0 10-142 0,0-6 50 0,-1 1 25 15,-7-2-131-15,-1-2 78 0,-1-5 47 0,1-1-76 16,-2-4 49-16,-1-3 28 0,3-3-34 0,-2-3 134 16,3-3-63-16,1 1 0 0,3-2-73 0,0-2 177 15,4 0-68-15,-1 0-36 16,1 0 5-16,0 0 195 0,5 0-103 0,11 0-51 15,3 0 0-15,3 0-26 0,-3 0 7 0,8 0-34 16,-2 0-102-16,1-2 51 0,0 0 25 0,1 0-385 16,-4-1 197-16,4 0 99 0,-2 2 19 0,-1-1-291 15,-3 0 123-15,6 0 102 0</inkml:trace>
  <inkml:trace contextRef="#ctx0" brushRef="#br0" timeOffset="46905.01">8539 8246 767 0,'0'-19'0'0,"0"0"0"0,0 3 0 0,0-1 0 0,-6 1 363 0,-1 9-158 0,-8-2-89 16,3 2-42-16,0 6 122 0,-4 1-82 0,-5 0-41 16,3 17 9-16,-3 6-27 0,-4 9 0 0,4 3-22 15,-2 8 24-15,3 6-24 0,-1 4 8 0,3 3 75 16,6-2-41-16,1 1-22 15,6-3 1-15,5-2 65 0,0-9-36 0,0 6-28 16,10-13-1-16,5 0 16 0,1-6 0 0,3-4-37 16,2-7 8-16,1-1-30 0,1-7 0 0,0-2 22 15,-2-7 0-15,1 0-79 0,0-1 36 0,-1-17 21 16,-6-3-186-16,2-5 99 0,-4-4 27 0,1-4-187 16,-5-2 114-16,1 1 30 0,-4 1 37 0,-1 2-49 15,-2 8 35-15,-1-1-7 0,0 5 43 16,-2 5 147-16,0 6-74 0,0 0-36 15,0 5 126-15,0 1-78 0,0 1-36 0,0 1 3 16,0 1 314-16,0 0-131 0,0 0-92 0,0 10 39 16,2 4-62-16,0 1-27 0,-1 2-1 0,1 3 48 15,0 1-37-15,0 2 8 0,-2-1-45 0,0 1-99 16,2 1 50-16,-2-3 24 0,0 1-129 0,0-1 85 16,2-2 30-16,0 1 16 0,-1-2-630 0,1-3 265 15,1-4 165-15,0-2-464 0,3-4 315 0,-1 0 153 16</inkml:trace>
  <inkml:trace contextRef="#ctx0" brushRef="#br0" timeOffset="47488.45">8838 8414 1941 0,'0'-3'0'0,"0"1"0"0,0 2 0 0,0 0 0 0,0 0 0 0,0 0 0 0,0 0 0 0,0 5 0 0,0 9 464 0,0 5-215 0,0 3-100 16,3 3-63-16,1 1 147 0,-1 2-100 0,1 0-50 15,-1 3-25-15,-1-5-124 0,0 6 45 0,-1-5 27 16,-1-1-118-16,0-4 72 0,0 1 37 0,0-3-413 16,0-5 220-16,0-6 62 0,-1-1 75 0,-3-4-500 15,-1-4 255-15,2 0 139 16,-1-6 67-16,2-13-223 0,-1-7 145 0,3-4 71 15,-2-4-138-15,0-10 109 0,1-2 51 0,-2-3-17 16,1 3 100-16,1 2 0 0,-1 8 0 0,-1 3 0 16,1 1 0-16,2 9 0 0,0 1 0 0,0 5 169 15,0 4-92-15,0 1-51 0,7 5-30 0,4 1 531 16,1 1-258-16,6 3-62 0,1-2 166 0,4 3-173 16,5 1-84-16,-1 0 53 0,3 0-68 0,0 0-34 15,-3 0 8-15,6 0-39 16,-6 5-3-16,-1-1-1 15,-6 1 1-15,3-1-70 0,-4 1 42 0,-2 0-7 16,-1-2 35-16,-8 0-83 0,1 1 42 0,-2-2 20 0,-4 2 26 0,1-2-11 16,-2 2-42-16,-2-1 33 0,0 3 234 0,0 0-112 15,0 4-47-15,0 0 97 0,-2 3-79 0,0 2-39 16,0 5 0-16,1 2 96 0,1 0-60 0,0 9-41 16,0-2 161-16,0 4-228 0,1 0 0 0,1 3 0 15,4-2 0-15,-1 0-185 16,1 0 158-16,-3 0 29 0,4-3-218 0,-5-1 122 15,-1-4 27-15,1 4-134 0,0-9 74 0,-2 1 54 16,0-4-9-16,0-3 12 0,-5-6-7 0,-7 0 44 16,1-5 0-16,-3-4-50 0,-2 0 25 0,-2 0 0 15,2-8-266-15,-7-12 150 0,0-12 70 0,3-6-441 16,-4-16 255-16,5-8 129 0</inkml:trace>
  <inkml:trace contextRef="#ctx0" brushRef="#br0" timeOffset="47670.97">9020 8022 653 0,'3'-7'0'0,"1"5"0"0,2 2 0 0,-3 0 0 0,2 2 375 16,-2 11-171-16,-1 8-86 0,0 1-42 0,0 8 197 15,-2 2-125-15,0 11-57 0,0 1-29 0,-6 1 281 16,-5 2-156-16,1-6-68 0,0 8-94 0,-2-8 8 16,3-7-1-16,-1 2-363 0,1-6 182 0,1-8 99 15,3-1 38-15,1-10-529 16,2-1 246-16,0-9 154 15,2-1-18-15</inkml:trace>
  <inkml:trace contextRef="#ctx0" brushRef="#br0" timeOffset="47786.06">9025 8419 760 0,'6'5'0'0,"7"7"0"0,-5-3 0 0,1-1 0 0,3 1 0 0,-1 0 701 0,1 2-339 0,4-1-164 16,-1 1-83-16,0-1 212 0,-2 1-147 0,0-2-66 15,0 3 52-15,-2-3-67 0,-1 0-32 0,-1 0-695 16,0 0 331-16</inkml:trace>
  <inkml:trace contextRef="#ctx0" brushRef="#br0" timeOffset="49075.68">9891 8119 1303 0,'0'-10'0'0,"-4"5"0"0,4 5 0 0,-1-3 0 0,1 1 0 0,-2 0 0 0,2 2 0 0,0 0 0 0,0 0 113 0,0 0-31 0,0 0 109 0,0 4-78 16,2 6-41-16,1 3 0 0,1 5 75 0,-2-1-49 16,0 8-37-16,-2-1 0 15,0 3-52-15,0 1 0 0,0 1 24 0,0-7 8 16,-6 4-207-16,4-3 100 0,-3-3 49 0,3-3-150 15,0-6 72-15,0-1 65 0,0-5-29 16,2-3-463-16,0 0 237 0,0-2 126 0,-1-4-210 0</inkml:trace>
  <inkml:trace contextRef="#ctx0" brushRef="#br0" timeOffset="49221.3">9880 8263 859 0,'4'-7'0'0,"-1"2"0"0,1 4 0 0,3-3 0 0,2 0 0 0,0 1 0 0,2-1 0 0,4 0 400 16,1-2-175-16,5 1-100 0,-1-1-46 0,0 2 248 15,-1 1-147-15,-3-1-74 0,-2 2-28 0,2 1-107 16,-4 1 30-16,-1 0-7 0,-2 0-137 0,1 0 96 16,-3 0 36-16,-1 0-503 0,-2 0 274 0,-3 3 109 15,1 1 77-15</inkml:trace>
  <inkml:trace contextRef="#ctx0" brushRef="#br0" timeOffset="49525.02">10043 7985 863 0,'0'0'0'0,"0"0"0"0,2 0 0 0,0 5 0 0,0 7 0 0,0 1 0 0,-2 4 0 0,0 2 305 0,0 6-136 0,0 3-65 15,0 3-92-15,-4 1 29 0,-3 2-8 0,-1 0-116 16,-2-2 58-16,1-4 29 0,0 1-1 0,0-10-184 16,-3 4 99-16,-1-6 54 0,0-4 25 15,0-5-100-15,2-3 54 0,-1-5-15 16,1 0-42-16,4 0 260 0,-1 0-85 0,4 0-64 15,2 0 383-15,0 0-180 0,2-2-75 0,0 1 115 16,6-3-108-16,8 0-53 0,4 2-28 0,3-4 74 16,1 5-55-16,2-5-22 0,-3 4-1 0,2 0 33 15,0 0-28-15,-5 2 8 0,-1 0-69 0,0 0-109 16,-4 0 72-16,-4 0 35 0,1 4-421 0,-2 2 230 16,-5 2 63-16,1-1-459 0,-2 0 278 0,-2 3 140 15,0-1 69-15,0-1-141 0</inkml:trace>
  <inkml:trace contextRef="#ctx0" brushRef="#br0" timeOffset="49662.43">10015 8386 456 0,'-4'0'0'0,"3"0"0"0,-1 0 0 0,-2 3 0 0,0 6 0 0,1 2 0 0,-2 4 408 0,0 0-180 0,1 4-101 16,-1 0-48-16,1 1 76 0,2 0-61 0,0-2-31 15,2-2-256-15,0-6 109 16,0 0 58-16,2-2-212 0,5-8-147 0</inkml:trace>
  <inkml:trace contextRef="#ctx0" brushRef="#br0" timeOffset="49820">10109 8434 1255 0,'0'9'0'0,"0"8"0"0,0 0 0 0,0 0 0 0,2 2 0 0,-1-3 0 0,1 6 0 0,6-6 457 0,-4 1-212 0,3-2-106 0,3 0-53 0,0-4 69 15,1 1-53-15,1-5-39 16,2 1 1-16,-1-3-104 0,2-2 36 0,-4-2 0 15,1-1-314-15,-3 0 171 0,-2 0 90 0,-1-1-411 16,-4-7 210-16,-1-4 136 0,-1 1-29 0</inkml:trace>
  <inkml:trace contextRef="#ctx0" brushRef="#br0" timeOffset="50248.35">9689 8092 761 0,'-12'0'0'0,"1"0"0"0,5 4 0 0,-4 4 0 0,3 5 0 0,2-3 195 16,-1 5-82-16,4-1-40 0,2 4 8 0,0 0-48 16,0 0 0-16,2 1 372 0,7 6-185 0,0-5-94 15,2 1-39-15,1 4-135 0,2-5 41 0,-5-2-1 16,4 3 41-16,-1 0-89 16,-3 0 53-16,-2 0 13 0,0-3 1 0,-2 1 12 15,-1-1 10-15,-3 2 26 0,1-4 18 0,-2 2-41 16,0-2-24-16,0 1 187 0,0-2-86 0,0 0-23 15,0 2-34-15,0-2 18 0,2 0-1 0,0 1-40 16,0 0 0-16,-1 1-97 0,1-2 45 0,-2-2 26 16,0 2-95-16,0-4 60 0,0-1 31 0,0 1 8 15,-2-2-267-15,-5-1 102 0,-5 0 76 0,1-5-25 16,-1 3 39-16,0-4-13 16,-1 1 8-16,1-1 257 0,1-2-108 0,4 0-60 15,2 0-25-15,1 0 432 0,1 0-211 0,1 0-75 16,2 0 128-16,2 0-118 0,15 0-59 0,7 0-22 15,3 0 42-15,5 0-39 0,4 0-1 0,-1 0 126 16,11 6-198-16,-9-2 0 0,10 3 0 0,-3-1 0 16,0-1 0-16,2 2 0 0,-3-4 0 0,-2-1-513 15,10 1 292-15,-14-1 72 0,5-2-606 0,-5 0 362 16,-1 0 180-16,-4-2-203 0,-2-6 196 0,-4-7 94 16</inkml:trace>
  <inkml:trace contextRef="#ctx0" brushRef="#br0" timeOffset="50431.86">10498 8136 1470 0,'0'-9'0'0,"0"6"0"0,7 1 0 0,7-1 0 0,2 1 0 0,5 0 0 0,1 0 0 0,8 0 616 16,0 2-295-16,5-2-144 0,-3 2 110 0,2 0-128 15,-1 0-62-15,-1 0-104 0,0 0-205 0,-4 0 122 16,-8 0 61-16,1 4-241 0,-5-2 151 0,-5 0 84 15,-4 1 30-15,-5-1-656 0,-2 3 242 0,0 3 195 0</inkml:trace>
  <inkml:trace contextRef="#ctx0" brushRef="#br0" timeOffset="50582.46">10624 8143 1519 0,'-16'3'0'0,"7"5"0"0,0 3 0 0,2 0 0 0,0 5 0 0,4-1 0 0,3 5 0 0,0 4 0 0,0-1 246 0,0-1-99 0,0 7-60 15,0-3 36-15,0 0-45 0,2-5-22 0,1 2-383 16,5-2 189-16,2-1 80 0,-1-3 46 0,2-4-239 16,0-4 142-16,0-6 70 0</inkml:trace>
  <inkml:trace contextRef="#ctx0" brushRef="#br0" timeOffset="50796.89">10776 8090 1389 0,'0'-5'0'0,"0"3"0"0,0 2 0 0,0 0 0 0,0 14 0 16,0 9 0-16,4 5 335 0,3 6-143 0,1 11 371 0,-1 2-265 0,-1 8-133 16,-1 6-66-16,-1 0 189 0,-2-5-119 0,0 13-72 15,-1-3-32-15,1 2-27 0,1 0-6 0,-3 0 1 16,2-7 8-16,-2 14-304 0,0-20 148 16,0 0 73-16,0-16-480 0,0 1 277 15,0-15 93-15,0-8-413 0,0-4 266 0,0-9 133 16,-5-4 67-16,-2-6-255 0,0-21 152 0,-2-12 89 15,-1-7 40-15</inkml:trace>
  <inkml:trace contextRef="#ctx0" brushRef="#br0" timeOffset="50938.02">10594 8256 1359 0,'-4'-17'0'0,"0"7"0"0,3 2 0 0,1 3 0 0,-2 3 0 0,2-2 0 0,0 2 0 0,0 1 255 0,2-2-111 0,5 3-55 16,4 0-29-16,2 0 110 0,0 0-73 0,1 6-32 15,0 5-331-15,-3 1 150 0,3 4 74 0,-3-2-643 16,-4 5 335-16</inkml:trace>
  <inkml:trace contextRef="#ctx0" brushRef="#br0" timeOffset="51057.7">10636 8438 910 0,'-12'4'0'0,"4"1"0"0,-2-1 0 0,1-1 0 0,4 0 0 0,-1-2 0 0,3-1 0 0,1 0 276 16,2 0-122-16,0 0-52 0,0 0-39 0,0 0-153 15,4 0 61-15,5 0 31 0,0 0-179 0,1 2 114 0</inkml:trace>
  <inkml:trace contextRef="#ctx0" brushRef="#br0" timeOffset="51207.23">10590 8665 908 0,'-15'9'0'0,"2"0"0"0,0 0 0 0,1-6 0 0,1-1 0 0,4 0 0 0,2-2 0 0,2 0 387 0,1 0-181 0,2 0-87 15,0 0-43-15,4 0-10 0,11-6-1 0,3-4-24 16,7-2-428-16,1-2 209 0,3-1 106 0,1 0 52 16,0 0-497-16,0-4 246 0</inkml:trace>
  <inkml:trace contextRef="#ctx0" brushRef="#br0" timeOffset="51489.08">10935 8449 1272 0,'16'-13'0'0,"-3"-1"0"0,1 1 0 0,0 2 0 0,-1 2 0 0,-1-1 0 0,-2 5 0 0,1-1 234 0,-1 4-101 0,3 0 72 15,-1 2-86-15,-3 0-44 0,-2 6-12 0,1 7 62 16,-2 4-45-16,-4 4-24 0,-2 3 0 0,0 1-130 16,0-3 62-16,-12 8 18 0,-1-4 0 0,-2 1-238 15,-3-3 132-15,-2-3 66 0,4-6-335 16,-3 0 145-16,-2-5 109 0,1-5-97 16,1-3 90-16,-2-2 45 0,3 0 14 0,0-10-12 15,2-5 22-15,2-2 0 0,3 0 20 0,4 1 86 16,2 3-51-16,2-1-13 0,3 3-1 0,0 2 296 15,0 3-158-15,5 0-65 0,11 5 10 0,1 1-41 16,7 0 64-16,0 7-45 0,3 6 364 0,3 4-190 16,0 2-88-16,7 3 209 0,-1 1-156 0,-1 1-77 15,6-1-40-15,-4 0-371 0,-3-5 175 0,8 6 75 16,-3-3 41-16</inkml:trace>
  <inkml:trace contextRef="#ctx0" brushRef="#br0" timeOffset="51720.51">11833 8051 1763 0,'-14'0'0'0,"5"0"0"0,6 13 0 0,-1 4 0 0,0 3 0 0,-3 5 0 0,2 6 0 0,-4 5 537 0,4 4-252 0,-4 9-126 16,2 0 166-16,-4 3-151 0,4 1-70 0,0-1-36 15,-2 2-108-15,-1-4 36 0,1 2 9 0,-4-3-134 16,3-2 81-16,-1-4 40 0,4-11 0 0,-2-4-482 16,4-3 241-16,0-12 138 0,-1-4-58 0,2-7-493 15,1-2 314-15</inkml:trace>
  <inkml:trace contextRef="#ctx0" brushRef="#br0" timeOffset="51925.96">11751 7983 1670 0,'9'-11'0'0,"0"5"0"0,0 4 0 0,0 2 0 0,-2 0 0 0,2 11 0 0,1 9 0 0,5 2 681 0,0 6-324 0,5 10-162 15,-2 3-82-15,-2 9 180 0,1 0-135 0,1 11-62 16,-2-3-32-16,-3-6 164 16,2 2 12-16,-2 0-240 0,4-1-197 0,-2-5 133 15,0 0 48-15,0-5-572 0,-1-1 310 0,-3-7 164 16,-2-3 70-16,-3 0-706 0,-2-10 337 0,-2-1 190 15,-2-5 95-15,0-4-436 0</inkml:trace>
  <inkml:trace contextRef="#ctx0" brushRef="#br0" timeOffset="52072.57">11644 8622 1107 0,'-13'-10'0'0,"3"5"0"0,6-1 0 0,0 2 0 0,4-1 0 0,0-1 0 0,0 1 0 0,8 0 651 0,15 1-309 0,1-1-155 15,3 3 109-15,5 0-124 0,-1 2-73 0,5 0-390 16,-1 0 162-16,3 2 81 0,-3 8 41 0</inkml:trace>
  <inkml:trace contextRef="#ctx0" brushRef="#br0" timeOffset="52291.02">12431 8068 2095 0,'-21'-2'0'0,"8"2"0"0,1 10 0 0,0 6 0 0,-4 7 0 0,2 8 0 0,-2 9 0 0,1 10 663 0,2 13-316 0,4-4-156 16,7-6-80-16,2 7 250 16,2-2-34-16,13-3-327 0,5-4 0 0,7-4 0 15,1-7 0-15,2-4 0 0,2-7-204 0,7 1 135 16,-3-8 51-16,4-4-887 0,-3-6 468 0</inkml:trace>
  <inkml:trace contextRef="#ctx0" brushRef="#br0" timeOffset="53008.07">12718 8396 1107 0,'-16'-13'0'0,"7"5"0"0,6 1 0 0,1 2 0 0,2-5 0 0,0 0 0 0,11-6 0 0,10 3 162 0,5 1-65 0,3 3 103 16,2 3-87-16,0 4-41 0,0 2 1 0,-1 0-32 15,-3 2-8-15,-5 11 8 0,1 7-8 0,-6 0-36 16,-6 3 36-16,-6 3 0 0,-3 4-41 0,-2 2 9 15,-2 2 32-15,-16 3-1 0,-3-1 1 0,-2-4 0 16,-1-6 8-16,-5 0-30 0,4-5-19 0,-5-4 1 16,3-4 6-16,1-6-207 0,5-1 104 0,-1-4 54 15,5-2 20-15,-1 0-233 0,8 0 114 16,2-8 66-16,8-5 8 0,0-5-102 16,4-3 72-16,15-2 37 0,5-9-276 0</inkml:trace>
  <inkml:trace contextRef="#ctx0" brushRef="#br0" timeOffset="53433.25">13139 8192 763 0,'2'-10'0'0,"0"4"0"0,-2 5 0 0,0 0 0 0,0 1 0 0,-12 0 0 0,3 4 181 0,-6 15-74 0,3 2-37 0,0 7 226 16,-4 6-123-16,1 11-74 16,2-2-33-16,2 4 154 0,4-2-94 0,1-1-46 15,6-5 34-15,0-1-45 0,0-3 1 0,0-5-37 16,7-4 23-16,4-5 0 0,5-2-15 0,-2-4-89 15,6-4 41-15,-2-5-1 0,1-3 41 0,0-3-159 16,1 0 88-16,3-7 38 0,-4-8-8 0,-1-6-249 16,-2-1 129-16,-4-4 32 0,0 3-98 0,-3-3 75 15,-1 5 44-15,-5 2 21 0,-1 6 25 16,0 2-3-16,0 3-9 0,-2 5 8 16,0 0 144-16,0 3-72 0,0 0-36 0,-2 16 258 15,-2 2-144-15,1 3-43 0,3 2-42 0,0-3 255 16,0 1-131-16,0 0-42 0,9-5-33 0,5-1-1 15,2-1-24-15,3-6 0 0,-3-1-54 0,5-4-1 16,-1-3 40-16,-2 0-125 0,-1 0 58 0,-1-10 30 16,-2-2-1-16,-5-5-106 0,-1-2 70 0,-6 1 2 15,0-3 23-15,-2 0-92 0,0 0 50 16,-6 0-1-16,-5 1 2 0,-4 1 2 16,0 5 0-16,-4 2 15 0,0 2-12 0,0 5-11 15,1 3 32-15,-1 2-48 0,4 0 22 0,2 0-1 16,2 6 23-16,5 1-179 0,2 5 91 0,4-1 41 15,0 2 20-15,6-1-320 0,10-2 171 0,4 1 77 0</inkml:trace>
  <inkml:trace contextRef="#ctx0" brushRef="#br0" timeOffset="53591.86">13695 8590 1495 0,'4'5'0'0,"-1"3"0"0,-1-3 0 0,0-1 0 0,-2 2 0 0,0-2 0 0,0 3 0 0,0 1 288 0,-4-1-133 0,-1 3 54 15,-2-1-89-15,0 0-43 0,0 2-22 0,0 1-35 16,-1-1 13-16,2-2-1 0,2 1 1 16,1-3-440-16,-1-1 220 0,4 0 118 0,0-5 47 0,0-1-636 15</inkml:trace>
  <inkml:trace contextRef="#ctx0" brushRef="#br0" timeOffset="53777.36">13755 8220 1769 0,'0'-6'0'0,"2"4"0"0,3 2 0 0,3 0 0 0,1 0 0 0,3 0 0 0,2 8 0 0,2 3 331 0,4 4-153 0,-1 2-73 15,2 2-36-15,-3-1 216 0,1 6-126 0,2-1-55 16,-3 2-40-16,0-1-249 16,-2 1 109-16,1-1 55 0,-2 0-559 0,-1-8 315 15,-2 0 145-15,-1-2 77 0,-1-5-660 0,-2-9 336 0</inkml:trace>
  <inkml:trace contextRef="#ctx0" brushRef="#br0" timeOffset="53974.84">14189 8049 709 0,'2'-7'0'0,"0"3"0"0,-1 2 0 0,1 2 0 0,-2 0 0 0,0 17 0 0,0 6 515 0,-2 5-232 0,-9 10-130 15,0 2-60-15,-8 17 409 0,0 0-234 0,-4 7-118 16,-3 4 293-16,1 1-209 0,-6 3-101 0,-3 1 54 15,-2 0-78-15,1 1-38 0,-1-1 9 0,2-3-296 16,3-5 124-16,8-12 62 0,2-3 32 0,10-13-248 16,4-11 148-16,3-2 61 0,4-11-763 0,0-3 392 15,2-8 147-15,16-2 113 0</inkml:trace>
  <inkml:trace contextRef="#ctx0" brushRef="#br0" timeOffset="54247.11">14173 8695 1257 0,'10'-2'0'0,"0"2"0"0,-3 0 0 0,-2 0 0 0,1 2 0 0,2 6 0 0,-3 1 548 15,5 1-258-15,1 0-128 0,2 2-65 0,5-3 85 0,-2-2-66 0,3 1-46 16,-1-4 0-16,1-4-103 16,2 0 33-16,-2 0-233 0,0-6 141 0,-3-7 58 15,-2-3 34-15,-5-3-200 0,-4 0 116 0,-3-4 59 16,-2 3 5-16,0-1-130 0,-3-4 64 0,-12 7 33 15,-2-2-22-15,2 6 119 0,-10-1-35 0,8 5-21 16,-5 1 41-16,0 5-29 0,1 3-1 0,1 1-6 16,2 0 83-16,3 3-23 0,7 2-29 0,1 3-166 15,5 2 68-15,2-3 42 16,0 4 1-16,2-3-464 0,11-3 232 0</inkml:trace>
  <inkml:trace contextRef="#ctx0" brushRef="#br0" timeOffset="54440.6">14542 8178 1437 0,'13'-15'0'0,"4"2"0"0,0 6 0 0,1-1 0 0,3 5 0 0,4 3 338 0,-1 0-153 0,2 4-68 0,2 16 210 0,2 8-148 0,-5 4-73 16,-1 6 288-16,-3 4-181 16,-4 5-82-16,-3 3-53 0,-7 2 94 0,-5 2-69 15,-2 1-36-15,-6 1 1 0,-11 1-135 0,-4-3 45 16,-5-1 28-16,0-3-354 15,-4-3 190-15,-2-5 95 0,6-11-336 0,-5 0 209 16,3-7 24-16,4-5 82 0</inkml:trace>
  <inkml:trace contextRef="#ctx0" brushRef="#br0" timeOffset="55650.46">15404 8015 1041 0,'-8'-6'0'0,"5"3"0"0,3 1 0 0,0 0 0 0,-2 2 0 0,2 0 0 0,0 0 178 15,0 0-73-15,0 9 54 0,2 6-63 0,3 2-32 16,-3 6 9-16,0 3 142 0,-2 4-91 0,0 2-46 16,-6 11-22-16,-9-1 46 0,-1 1-26 15,-5 2-9-15,-2-2-34 0,3 1-97 16,2-11 48-16,-2 1 25 0,1-2 7 0,2-6-234 16,2-7 126-16,3-2 62 0,0-4-458 0,6-8 211 15,1-3 126-15,1-2-149 0,4 0 134 0,0-11 66 0</inkml:trace>
  <inkml:trace contextRef="#ctx0" brushRef="#br0" timeOffset="55832.98">15310 8325 692 0,'7'-4'0'0,"3"4"0"15,-3 0 0-15,-1 3 0 0,1 7 272 0,-3 5-120 0,2 2-60 16,0 10-29-16,1-3 497 0,0 4-255 0,3 2-140 16,-2-1-67-16,-1 6 324 0,0-3-195 0,0 0-98 15,-2 0-14-15,1 2-46 0,-5 0 0 0,1 0-36 16,0 1-279-16,0-3 139 0,-2-4 78 0,0-2-208 15,0-5 135-15,0-8 68 0,0-3 33 0,0-8-577 16,0-2 220-16,0-7 167 0,0-24 79 0,7-11-313 16,9-14 196-16</inkml:trace>
  <inkml:trace contextRef="#ctx0" brushRef="#br0" timeOffset="56265.82">15714 7932 1648 0,'7'-3'0'16,"-1"3"0"-16,-4 7 0 0,-2 10 0 0,0 7 0 0,-10 0 0 0,-5 3 0 0,-4 11 0 0,1 0 199 0,-1-6-75 0,-7 14-50 0,6-4-36 0,0-1-6 0,5-10 1 16,-2 4 0-16,7-15-68 0,1-5 30 0,2-4 0 15,2-2 37-15,1-8-171 16,2-1 86-16,2 0 51 0,0-4-60 0,0-9 46 16,4-3-37-16,8 2 141 0,2-1-62 0,1 0 1 15,4 0-63-15,4 0 253 0,-3 4-100 0,4 1-53 16,1 2-8-16,0 3 63 0,2 1-29 0,-3-3-28 15,-4 5-1-15,1 0-1 0,-3 0-27 0,-4 2 8 16,-4 0-229-16,-1 0 111 0,-3 0 55 16,-1 0-444-16,-4 0 221 0,1 2 123 15,-2 2 21-15,0 3-302 0,-10-5 186 0,-1 3 92 16,-3-4 46-16,-4 0-111 0,1-1 84 0,-1 0 36 16,0 0 0-16,2 0 67 0,1 0-30 0,2 0-8 15,1 0 208-15,5-1-101 0,-1 1-49 0,5 0-24 16,-1 0 336-16,2 0-189 0,2 1-24 0,0 15 279 15,0 4-160-15,4 7-102 16,3 2-50-16,2 9 281 0,1 7-170 0,-1 1-80 0,-3 2-41 0,-1 1 113 16,-1 0-76-16,1-6-31 0,-2 11-8 15,-1-6 27-15,2-1-32 0,-1-3-1 16,-1-1-354-16,2-8 169 0,1-2 72 0,-1-8-545 16,1-5 281-16,-4-6 165 0,3-7 10 15,1-7-527-15,-3 0 315 0</inkml:trace>
  <inkml:trace contextRef="#ctx0" brushRef="#br0" timeOffset="56415.42">15721 8597 770 0,'0'-5'0'0,"0"3"0"0,0 2 0 0,0 0 0 0,0-2 0 0,8 0 506 16,3 0-228-16,3 0-127 0,0 1 132 0,1-1-125 16,0 2-62-16,0 0 79 0,0 0-63 0,3 0-43 15,-4 0-1-15,-1 0-463 0,-1 3 213 0,-3 3 108 16,-2 1 61-16,2 2-652 0,-8 3 333 0</inkml:trace>
  <inkml:trace contextRef="#ctx0" brushRef="#br0" timeOffset="56557.04">15802 8742 1143 0,'-9'0'0'0,"3"0"0"0,0 0 0 0,1 0 0 0,1 0 0 0,0-2 0 0,2 0 0 0,2 1 0 0,0-2 441 0,0 1-196 0,2 1-110 15,9-1 130-15,1 0-116 0,1 0-58 0,4 2-111 16,-1 0 35-16,2 0-9 0,0 0 27 0,5 0-506 15,1-3 253-15,-1 1 126 0,-3-4 72 0</inkml:trace>
  <inkml:trace contextRef="#ctx0" brushRef="#br0" timeOffset="56767.48">16136 8262 1540 0,'-7'-16'0'0,"5"6"0"0,1 1 0 0,1 2 0 0,0-6 0 0,1 1 0 0,10 1 350 15,10 1-158-15,-3-1 122 0,9 2-145 0,-1 1-68 0,3 1-34 16,-1 3 119-16,0 2-77 0,-3 1-30 0,5 1-8 16,-10 0-312-16,3 0 137 15,-7 0 68-15,-1 1 35 0,-5 2-437 0,-2 4 232 16,-3-4 119-16,-3 3-470 0,0-2 225 16,-2-1 149-16,0-1 67 0,-2 0-188 0,-8-2 136 15,-3 0 67-15</inkml:trace>
  <inkml:trace contextRef="#ctx0" brushRef="#br0" timeOffset="57198.33">16290 7957 1059 0,'-9'-14'0'0,"3"7"0"0,0 2 0 0,5 1 0 0,-1 2 0 0,0 1 0 0,2 1 0 0,0 0 183 0,2 5-76 0,3 8-28 0,4 4-9 16,1 4 210-16,-2 1-124 0,-3 4-62 0,2 0-30 16,-6-1 64-16,1 7-51 0,-2-4-23 0,0-2-70 15,0 1 25-15,-3-7-1 0,-7 1-35 16,0-3 26-16,0 0 0 0,-1-10 33 0,4 2-32 15,0-4 0-15,0-3 41 0,2 0-31 0,1-3-7 16,4 0-18-16,-1 0 1 0,1 0-9 0,0 0 68 16,0 0-6-16,1 0-29 15,9 0-45-15,1-3 22 0,0 2 6 0,-1-1-63 16,3 1 36-16,-4-1 1 0,1 2 35 0,-2 0-58 16,-5 0 22-16,-1 0 0 0,0 0 12 0,-2 0 23 15,0 3-28-15,-2 4 14 0,-7 3-25 0,0 0 146 16,-3 1-59-16,1 0-29 0,1 0 166 0,1-1-91 15,3-3-31-15,1 0 44 0,1 2-35 0,2-2-24 16,2-2 7-16,0-1-75 0,0 1 38 0,0 2-8 16,4-4 22-16,3 1-46 0,1-1 23 15,2 1 0-15,-1-2 25 0,0 0-150 16,-2 0 52-16,0 0 39 0,-2 0-57 0,-1-1 41 16,-1 2 3-16,-1-2 60 0,0 1-38 0,-2 0 7 15,0 0-11-15,0 0 82 0,0 0-35 0,0-1 2 16,0 2-27-16,0-3-104 0,0 0 51 0,0 0 24 15,0 0 10-15,0 0-164 0,0 0 84 0,0 0 43 16,0 1-504-16,0 1 262 0,0 4 123 0</inkml:trace>
  <inkml:trace contextRef="#ctx0" brushRef="#br0" timeOffset="57568.62">16101 8430 826 0,'-4'0'0'0,"2"0"0"0,1 0 0 0,1 0 0 0,-2 0 0 0,2 0 0 0,0 0 0 0,0 0 374 15,0 0-171-15,0 12-85 0,0 0-34 0,0 5 239 16,2 2-145-16,-1 4-73 0,1-1 36 0,-2 1-46 16,0 1-35-16,0-2-18 0,0 1-10 0,0 0 1 15,0-2 0-15,-5 0-217 0,-2-5 104 0,-2 1 57 16,2-2 27-16,-3-4-447 0,1-2 232 0,3-3 55 15,-1-2 78-15,2-4-399 0,0 0 222 0,1 0 111 16,4-7-66-16,0-11 80 0</inkml:trace>
  <inkml:trace contextRef="#ctx0" brushRef="#br0" timeOffset="57735.18">16043 8625 945 0,'3'-11'0'0,"1"5"0"0,1 5 0 0,4-2 0 0,-2 3 0 0,2 0 0 0,5 0 209 0,2 0-88 0,5 10-44 15,4-2 506-15,5 5-267 0,5 0-145 0,4 0 203 16,2 2-171-16,3 1-85 0,-3-2-42 0,-5 1 300 15,11 6-176-15,-8-5-83 0,-1 2 92 0,-1-4-432 16,-4 0 196-16,1 3 38 0,-1-6-9 16,-4 0-493-16,-1-1 262 0,-10-6 131 0,3-3-651 15,-3-1 308-15,-2 0 214 0,-5 0-219 16,0-12 207-16</inkml:trace>
  <inkml:trace contextRef="#ctx0" brushRef="#br0" timeOffset="58116.71">16561 8159 1253 0,'-7'-11'0'0,"2"5"0"0,5-3 0 0,0 3 0 0,0-2 0 0,5-2 0 0,8 0 0 0,-1 5 0 0,6-1 385 16,1 4-176-16,-3 1-88 0,2 1-14 0,-4 0-30 16,0 0-7-16,-3 11-208 0,-4 2 85 0,-3 4 43 15,-4 5 21-15,0-1-55 0,-6 7 34 0,-8-1 21 16,-6-2 1-16,-1-2-101 0,3-5 20 0,-8 4 40 15,3-9-32-15,5-4 27 0,-3 0-19 0,4-3 0 16,6-4 151-16,-3 0-54 0,7-2-24 0,1 0 106 16,4 0-53-16,2 0-35 0,0 0 4 0,0 0 11 15,2 0-3-15,9 0 0 16,-1 0 8-16,-1 5-64 0,2 9 22 0,-3 4 13 16,-4 7 10-16,-2 5 35 0,0 2-23 0,-2 1 1 15,0 0 98-15,0-4-63 0,0 0-27 0,0-9 136 16,-2-1-82-16,2-2-40 0,0-5 7 0,0-4 2 15,0-2-25-15,2-2 0 0,9-4-26 0,2 0-31 16,5-2 40-16,3-14-9 16,2 1 1-16,-1-6-127 0,1 0 63 0,0-1 32 15,0-1-507-15,-3-1 258 0,1 0 89 0,-2-1-592 16,1 0 359-16,-1-6 180 0,2-3 81 0</inkml:trace>
  <inkml:trace contextRef="#ctx0" brushRef="#br0" timeOffset="58403.28">17064 7790 986 0,'3'-2'0'0,"1"2"0"0,1 0 0 0,0 6 0 0,-3 4 0 0,-2 4 0 0,0 3 328 15,0 2-139-15,0 1-83 0,0 3 403 0,0 0-239 16,0 3-118-16,0-6-60 0,0 4-16 0,2 1-43 16,-1-4 0-16,1 1-554 0,0-3 277 0,0 0 138 15,0-6 78-15,0-3-644 0,-1-5 338 0,1-3 170 16,-2-2-17-16,0 0-97 0,2-4 134 0,-2-9 77 15,0 0 67-15,0 0 0 0,0 0 0 0,0 1 162 16,0 1-96-16,0 2-50 16,2-1-24-16,1 1 472 0,4-1-249 0,4 3-73 15,0 0-76-15,4-2 398 0,2 4-215 0,0-1-108 16,0 3-55-16,0 1 111 0,0 0-86 0,-2 0-39 16,0 0-83-16,-2 2 22 0,-4 0 0 0,1 0 30 15,-3 0-492-15,-3 4 242 0,-2 3 121 0,-2 3-658 16</inkml:trace>
  <inkml:trace contextRef="#ctx0" brushRef="#br0" timeOffset="58809.2">16963 8224 752 0,'-7'5'0'0,"0"5"0"0,4-3 0 0,1-2 0 0,2 0 0 0,0-2 0 0,0 0 0 0,0-2 198 15,5 1-87-15,2-2-39 0,0 0-180 0,-2 0 70 16,-1 0 36-16,-1 0 8 0,-1 0-146 0,-2 0 80 15,0 0 40-15,0 0-191 0,-9-3 101 0,0-3 48 16,-4-1 27-16,2 0 61 0,0-4-20 0,3 5-58 16,0-3 25-16,3 1 362 15,5 1-172-15,0-2-86 0,2 1-45 0,14-1 350 16,7 1-175-16,5 0-72 0,2 3-6 0,3 1-47 16,1 2-25-16,-2 0-59 0,0 2 35 15,-9 0 8-15,1 0-9 0,-5 10-177 0,-4-1 89 0,-4 4 44 16,-6 2 23-16,-2 0-181 0,-3 2 95 0,-4 4 4 15,-11-2-8-15,-4-1 3 0,-3-1 32 0,-3 3-26 16,-1-3 81-16,-2-3-38 0,1 1-4 0,1-4 179 16,-1 1-84-16,9-6-39 0,-1 1-19 15,8-2 284-15,3-1-140 0,-1-1-40 16,6-3-41-16,1 1 246 0,2-1-141 0,0 0-70 16,7 0-36-16,10 0 79 0,2 0-48 0,3-4-38 15,-3 0-67-15,4-1-1 0,-3-1 40 0,3 0-137 16,-4 3 77-16,-3 2 25 0,-4-2 1 0,-1 3-528 15,-4 0 273-15,-1 0 83 0,-4 6 4 0</inkml:trace>
  <inkml:trace contextRef="#ctx0" brushRef="#br0" timeOffset="58963.78">16907 8582 1699 0,'-8'8'0'0,"0"5"0"0,3-4 0 0,1 0 0 0,2-1 0 0,2 2 0 0,0-1 0 0,0-1 231 0,0 1-99 0,7 2 83 0,2-2-83 0,0 1-53 16,-2 1-23-16,5-2-163 0,-3 1 70 0,0-3 35 16,-2-1 9-16,7 0 25 0</inkml:trace>
  <inkml:trace contextRef="#ctx0" brushRef="#br0" timeOffset="59094.43">17056 8685 1419 0,'0'0'0'0,"2"0"0"0,0 2 0 0,0-2 0 0,-2 2 0 0,2 1 0 0,-1 0 0 0,3-1 0 0,0 0 309 0,4 2-139 0,-1-1-68 16,2 1-35-16,0-2-324 0,3 0 141 15,1 2 75-15,-1-4-295 0</inkml:trace>
  <inkml:trace contextRef="#ctx0" brushRef="#br0" timeOffset="59226.08">17269 8671 909 0,'2'0'0'0,"1"0"0"16,1 0 0-16,-2 0 0 0,1 0 0 0,1 1 0 0,1-1 278 0,2 2-123 0,0 0-61 0,-1-1 204 16,1 4-124-16,-1-2-75 0,2 1-319 15,-1 0 127-15,0 2 63 0,1-2 31 0,0 1-663 0</inkml:trace>
  <inkml:trace contextRef="#ctx0" brushRef="#br0" timeOffset="59367.21">17517 8665 698 0,'3'0'0'0,"3"0"0"0,1 0 0 0,-2 0 0 0,2 0 0 0,0 0 559 0,0 2-263 16,1 2-123-16,0-1-75 0,-1 0 161 15,-1 3-113-15,1-2-56 0,-3 2 80 0,0 0-61 16,-2-1-42-16,0 3-260 0,-2 2-290 0</inkml:trace>
  <inkml:trace contextRef="#ctx0" brushRef="#br0" timeOffset="60903.48">18335 8197 1159 0,'0'0'0'0,"0"0"0"0,2 3 0 0,2 5 0 0,0 4 0 0,0 1 0 0,1 4 0 0,1 4 411 16,1 4-189-16,-1 3-94 0,2 1-48 0,-3 4 77 15,-1 0-54-15,1 1-40 0,-1 1 87 0,-1 1-59 16,-3 0-29-16,0-3-83 0,0 3 35 0,0-2-8 16,0 0 26-16,0-6-237 0,0-6 119 0,0 1 59 15,0-10 39-15,-5-2-407 0,3-5 199 16,-2-4 45-16,-3-2 66 0,0-9-285 0,-1-16 160 0,0-12 93 15,1-5-123-15,-2-7 104 0,-1-5 52 0,-1 0-116 16,-2-6 96-16,0 7 104 16,2 2 0-16,-1 4 0 0,3 11 0 0,0 2 0 15,3 10 0-15,3 1 212 0,3 5-108 0,0 1-68 16,0 5-35-16,7 1 540 0,13 0-263 0,6 0-69 16,10 0 34-16,2 2-106 0,3 2-51 0,0 6 149 15,-5 1-93-15,4 0-58 0,-7 5-26 0,-1 13-2 16,-5 2 0-16,-5 4-23 0,-5 3 8 0,-6 4-129 15,-6 4 60-15,-5 1 30 0,0 4 1 16,-11-2-121-16,-3-6 84 0,-5 0 27 16,-6-4-32-16,1-3-10 0,-2-8 30 0,0-2 60 15,5-8-21-15,-2-4-37 0,3-3 8 0,4 0 243 16,7 0-114-16,0-2-47 0,7-5-28 0,2-9 214 16,2 2-113-16,13-1-57 0,9 0-27 0,6 2-51 15,4 4 30-15,0 3-8 0,1 4-30 0,1 2 0 16,-1 0 30-16,-5 12-23 0,-3 4 9 0,-4 7 14 15,-6 3-1-15,-4 0-40 16,-8 2 0-16,-3-1 30 0,-2 5 8 0,0-6 15 16,-9-1 0-16,-10-4-39 0,1-3 14 0,-3-3-9 15,-9 0 10-15,3-4 4 0,-1-5-213 0,1-3 99 16,0-3 51-16,6 0-151 0,-7 0 94 0,7-9 36 16,1-4 28-16,6-3-443 0,1-3 220 0,6-2 103 15,5-5 63-15,2-1-420 0,4-1 237 0,18-8 119 16</inkml:trace>
  <inkml:trace contextRef="#ctx0" brushRef="#br0" timeOffset="61093.97">19008 8099 2329 0,'3'-5'0'0,"-3"5"0"0,0 0 0 0,-7 2 0 0,-9 13 0 0,0 6 0 0,1 3 0 0,2 4 0 0,0 4 341 0,3 1-154 0,6-2-78 0,2-1 138 16,2 0-107-16,0 0-46 0,6-2-35 0,9-2 53 15,4-1-40-15,0-3 0 0,2-1-39 16,-1-3-349-16,4-1 170 0,-6-5 89 16,2 0-622-16,-3-3 355 0,0-4 106 0,-2-3-599 15,-2-2 396-15</inkml:trace>
  <inkml:trace contextRef="#ctx0" brushRef="#br0" timeOffset="61308.4">19145 8220 853 0,'-3'-13'0'0,"0"3"0"0,3 3 0 0,0-1 0 0,0 2 529 0,4 4-248 16,9-1-116-16,6 3-71 0,-1 0 151 0,7 3-106 16,-4 9-54-16,1 6-25 0,1 5 219 0,-4 4-127 15,-3 1-60-15,0 0-67 0,-7 0 8 16,-6-2 8-16,-1 6-146 0,-2-2 69 0,-2 1 35 16,-14-1-1-16,-5-2-69 0,-5 0 60 0,-3-4 18 15,-1-1 0-15,0-5-63 0,-2-4-12 0,2-1 38 16,8-8-44-16,-2-3-257 0,7-2 129 0,4-2 85 15,6-16-325-15,7-5 204 0,0-9 95 0</inkml:trace>
  <inkml:trace contextRef="#ctx0" brushRef="#br0" timeOffset="61477.95">19432 8045 1141 0,'2'0'0'0,"-2"0"0"0,0 6 0 0,-4 9 0 16,-9 5 0-16,0 5 768 0,0 3-360 0,1 7-192 0,3-1-91 0,4 4 376 15,3-2-234-15,2 0-117 0,0-3 15 0,7 2-71 16,6-6-30-16,3-1 132 0,2 0-546 16,3-5 257-16,-2-2 72 0,4-1-644 15,-3-3 349-15,-1-6 175 0,-1 1 86 0,-1-3-879 0</inkml:trace>
  <inkml:trace contextRef="#ctx0" brushRef="#br0" timeOffset="61636.53">19705 8370 761 0,'2'-7'0'0,"-1"4"0"0,3 1 0 0,-2 1 0 0,-2-2 0 0,2 3 528 0,-1 0-247 16,1 4-125-16,2 10-53 0,-2 1 187 0,1 2-129 15,-2 7-64-15,-1 1 210 0,0-1-138 16,-1-2-59-16,-4 1-295 0,-1-2 109 0,1-3 54 0,0-3 28 16,3-3-614-16,-2-1 316 0,0-6 163 0</inkml:trace>
  <inkml:trace contextRef="#ctx0" brushRef="#br0" timeOffset="61820.04">19806 8139 989 0,'0'0'0'0,"2"0"0"0,1 0 0 0,3 0 0 0,0 4 297 0,3 1-124 0,2 3-74 0,1 1 594 15,3 2-330-15,-2 1-165 0,2 0-83 0,0-2 72 16,0 4-82-16,1-3-36 0,-4 3 0 15,1-4-560-15,-1 0 262 0,-3-2 138 0,2 2 59 16,1-2-783-16,-7-3 407 0</inkml:trace>
  <inkml:trace contextRef="#ctx0" brushRef="#br0" timeOffset="62018.05">20123 7986 911 0,'2'-9'0'0,"1"2"0"0,-2 3 0 0,1 2 0 0,-2 2 0 0,0 0 0 0,0 16 662 0,-3 8-319 16,-6 11-155-16,-2 7-78 0,-4 6 429 0,-1 13-253 16,0-9-119-16,0 14-71 0,-2-6 143 0,4 0-104 15,-2-9-51-15,-2 13-212 0,1-15 88 16,-1 5 32-16,-3-1-207 0,1-5 124 0,2-2 62 16,3-9 30-16,6-9-607 0,1 1 215 0,2-12 191 0,2-4 11 15</inkml:trace>
  <inkml:trace contextRef="#ctx0" brushRef="#br0" timeOffset="62218.55">20309 7947 2050 0,'23'0'0'0,"7"0"0"0,3 6 0 0,-1 7 0 0,-3 1 0 0,1 4 0 0,-4 6 0 0,-1 7 361 0,-4 2-163 0,-1 8-83 0,-7 7-41 0,-5 1 284 0,-8 3-154 15,0 4-90-15,-12 8-41 16,-8-7-57-16,-8 0 17 0,-2-4-1 0,-1-6-390 16,-8 10 192-16,-1-9 99 0,-1-3-849 0,-3-3 405 15</inkml:trace>
  <inkml:trace contextRef="#ctx0" brushRef="#br0" timeOffset="62786.61">21077 7932 997 0,'0'0'0'0,"0"-3"0"0,0 1 0 0,0 2 0 0,5 0 0 0,2 0 0 0,0 2 0 0,-1 8 0 0,-3 0 354 0,1 5-165 16,1 7-78-16,-5 5-40 0,0 3 211 0,-2 12-124 15,-12-7-55-15,-5 14 13 0,-1 0-41 0,-3 0-21 16,-1-1-44-16,-1 0 0 0,5-7 31 0,-8 8-9 16,5-10-271-16,2-2 135 0,5-6 69 0,-2-7 33 15,9-9-587-15,2-6 294 0,3-3 81 0,2-6 95 16</inkml:trace>
  <inkml:trace contextRef="#ctx0" brushRef="#br0" timeOffset="62938.2">21020 8302 831 0,'7'-7'0'0,"4"4"0"0,0 1 0 0,-1 2 0 0,-1 0 0 0,0 5 341 0,1 10-155 0,-1 6-68 0,0 6 203 16,0 2-144-16,-4 1-72 0,-3 4 269 15,0 0-162-15,-2 3-94 0,0-1-43 0,0-2-168 16,0-4 63-16,0 2 31 15,0-10 8-15,0 1-478 0,0-8 251 0,0-7 125 16,0-1 63-16,3-7-703 0</inkml:trace>
  <inkml:trace contextRef="#ctx0" brushRef="#br0" timeOffset="63342.44">21382 7899 999 0,'11'-2'0'0,"2"2"0"0,-7 5 0 0,-5 13 0 0,-1 4 0 0,0-2 132 0,-14 11-53 0,-3-2-24 0,-3 9 243 16,4-8-132-16,-2 2-67 0,-3 0-25 0,4-2-47 16,-2-2 6-16,2-5 0 0,6-7-119 0,-3-2 60 15,9-7 38-15,-1-3-9 0,3 0 7 0,1-4 1 16,2 0 21-16,0 0 32 0,4-4-14 0,17-9-23 0,0 0-53 16,6-2 129-16,1 1-49 0,0 1 1 0,4 2-21 15,0 0 20-15,-2 1 1 0,-1 3 0 16,-3 1-20-16,-6 2-98 0,1 1 57 0,-4 1 15 15,-4 0-409-15,-1 0 204 0,-5 2 81 16,-3 0-184-16,-2 0 100 0,-2 0 89 0,0 7 29 16,-6 3-262-16,-9-2 155 0,-2-2 77 0,-4-1 31 15,0-1-97-15,0-2 85 0,-2-1 92 0,0-1 0 16,3 0 0-16,1 0 0 0,1 0 0 0,4 2 167 16,7 0-86-16,-4 2-57 0,4 3 382 0,2 5-177 15,3 4-114-15,2 11 7 0,0 2 128 0,0 10-109 16,2-4-45-16,5 13-36 0,-2-4 299 0,-1 1-163 15,-2 3-82-15,1-4-41 16,-1-2 108-16,-1 6-79 0,-1-4-34 0,0-3-444 16,0-7 205-16,0 0 102 0,0-11-606 0,2-5 310 15</inkml:trace>
  <inkml:trace contextRef="#ctx0" brushRef="#br0" timeOffset="63492.97">21362 8422 1267 0,'3'-11'0'0,"3"4"0"0,1 1 0 0,2 3 0 0,1-3 0 0,1-2 0 0,5 2 314 0,-2 1-140 16,3 1-71-16,0 1-35 0,0 0 323 0,1 1-183 15,0 2-88-15,-4 0-362 0,2 5 137 16,-5 6 69-16,-1 1-744 0,-5 2 393 0</inkml:trace>
  <inkml:trace contextRef="#ctx0" brushRef="#br0" timeOffset="63613.65">21434 8565 645 0,'-3'0'0'0,"3"0"0"0,0 0 0 0,0 0 0 0,0 0 0 0,0-7 349 0,7-3-159 0,9 1-70 0,0-3-48 15,5 0-66-15,-1-2 0 0,5 1 27 0,-3 0-195 16,5 0 105-16</inkml:trace>
  <inkml:trace contextRef="#ctx0" brushRef="#br0" timeOffset="63895.39">21976 7975 989 0,'5'-1'0'0,"-1"1"0"0,-2 0 0 0,-2 0 0 0,0 7 0 0,-11 7 0 0,-5 4 369 0,4 1-160 16,-8 6-92-16,6 1-43 0,-2 0 92 0,4-2-67 16,1-3-33-16,4 0 8 0,2-6-66 0,3-4 24 15,2-4 1-15,0 1-68 0,0-4 34 0,2-3 8 16,10-1-93-16,2 0 60 0,1-1 29 0,0-7 0 15,2-1-190-15,-2-2 105 16,0 0 0-16,0 1 41 0,-7 4-171 0,1 0 94 16,-4 3 24-16,0 1-6 0,-3 0 37 0,-2 2 1 15,0 0 29-15,0 2 14 0,-4 9-14 16,-6 2-8-16,1 2 99 0,0 0-45 0,-1-2-23 0,4 2 0 16,-1 0-7-16,5-3-23 0,-3 2 33 0,3 1-20 15,0-3-243-15</inkml:trace>
  <inkml:trace contextRef="#ctx0" brushRef="#br0" timeOffset="64026.04">21844 8579 1361 0,'-9'16'0'0,"5"1"0"0,0-7 0 0,2 1 0 0,1-5 0 0,-1-5 0 0,2-1 218 0,0 0-93 0,3 0 54 0,10-1-73 16,8-11-36-16,-1-5 7 0,5 0-252 0,3-5 104 15,0-4 52-15,4-4 26 0</inkml:trace>
  <inkml:trace contextRef="#ctx0" brushRef="#br0" timeOffset="64321.25">22392 7827 1149 0,'0'11'0'0,"-5"3"0"0,-6 1 0 0,-6 4 0 0,-4 3 0 0,-1 1 0 0,1 0 0 0,2 3 314 0,4-8-132 0,0 3-78 16,2-2-17-16,7-8-27 15,1-2 1-15,0-1-29 0,5-4-45 0,0 0 18 16,2-4 0-16,10 0 28 0,4 0-113 0,5-4 57 16,0-3 35-16,6-3-122 0,-4 0 71 0,-3 6-1 15,1-2 30-15,-3 5-52 0,-6 1 30 0,-1 0-7 16,-2 0 66-16,-8 11-14 0,-1 4-23 0,0 6-7 16,-5 4 202-16,-11-2-83 0,-4 6-48 0,-2-1-4 15,-2 0 57-15,-1 2-28 0,1-1-20 0,-1-1-124 16,2-2 46-1,2-2 17-15,0-1-387 0,1-2 193 0,6-7 103 0,-2 0 32 16,7-7-493-16,-2-1 260 0,6-6 131 0</inkml:trace>
  <inkml:trace contextRef="#ctx0" brushRef="#br0" timeOffset="64453.89">22162 8296 1172 0,'3'-11'0'0,"3"2"0"0,1 2 0 0,0 1 0 0,3 5 0 0,0-2 0 15,0 3 0-15,6 0 522 0,0 0-245 0,7 10-122 0,0-2-61 0,2 2 183 0,3 3-127 16,-1-1-58-16,0 1-30 15,-3 0 186-15,1 0-108 0,-4-1-45 0,-1-1-305 16,-3-2 121-16,-1 1 61 0,-4-1 30 16,-3-4-741-16,-1 5 394 0</inkml:trace>
  <inkml:trace contextRef="#ctx0" brushRef="#br0" timeOffset="64602.5">22254 8563 1114 0,'-8'0'0'0,"6"0"0"0,0 0 0 0,2 0 0 0,0 0 0 0,0-2 0 0,2 1 192 0,6-1-72 16,5 0-48-16,-1 0 104 0,0 2-72 0,3 0-35 15,-3 0-1-15,0 6-557 0</inkml:trace>
  <inkml:trace contextRef="#ctx0" brushRef="#br0" timeOffset="64737.13">22279 8722 1418 0,'-9'3'0'0,"4"1"0"0,-1-2 0 0,3-2 0 0,1 0 0 0,2 0 0 0,0 0 0 0,0 0 0 0,2 0 307 0,7 0-137 0,3 1-69 0,2 1-34 15,1 1-211-15,2 0 96 0,1 1 37 0,0-1-299 16,-1-1 171-16</inkml:trace>
  <inkml:trace contextRef="#ctx0" brushRef="#br0" timeOffset="65055.11">22954 7774 1722 0,'0'0'0'0,"0"10"0"0,6 7 0 0,-4 4 0 0,-2-3 0 0,0 7 119 0,-2 2-44 0,-8-1 381 0,-1-1-204 0,2 6-114 0,-3-4-52 16,5-2-132-16,0 0 39 15,0-5 0-15,3 3 48 0,1-4-589 0,-1-8 283 16,2-3 141-16,2-4 71 0,0-1-487 0,0-3 257 16,0 0 125-16,0-4-63 0,0-9 94 0,0 0 48 15,2-2 71-15,5 0 8 0,4-1-33 0,-1 0 0 16,6 1 338-16,2-2-169 0,1 6-93 0,6-4-33 16,-3 3 425-16,2 3-225 0,1 0-31 15,0 3-83-15,-5 0 190 0,1 1-130 16,-2 2-62-16,-5 0-194 0,0 1 67 15,-5 2 33-15,0 0 8 0,-5 0-240 0,-2 2 133 0</inkml:trace>
  <inkml:trace contextRef="#ctx0" brushRef="#br0" timeOffset="65454.55">22792 8250 902 0,'-5'9'0'0,"-1"4"0"0,6 0 0 0,0-3 0 0,0-5 0 0,0 1 0 0,2 0 0 0,4-4 267 0,1-1-121 0,0-1-57 0,1 0-207 16,-2 0 75-16,-1 0 38 0,-3 0-327 0,0 0 173 16,0-3 89-16,-2-5 45 0,0-1-146 0,0 1 83 15,-7-2 42-15,-3 2 21 0,-1-2-59 0,3 0 30 16,1 0-15-16,3 2 0 0,1-2 258 0,3 1-107 16,0 0-57-16,2 1 416 0,12-1-223 0,9 1-114 15,3 1-2-15,8 1 195 0,7 0-132 16,-2 4-66-16,3 2-38 0,-8 0 1 15,1 0-21-15,-1 4-9 0,-6 6-61 0,-7 0 30 16,-2 2 1-16,-4 2 31 0,-6 0-146 0,-5 4 69 16,-2-1 39-16,-2-1-156 0,-9 5 89 15,-11-4 7-15,-1 2 4 0,-6-2 7 0,-1 0 0 0,0-5 6 16,-1 0 180-16,7-3-81 0,0-3-33 0,4-1 1 16,9-3 126-16,2 0-66 0,1 1-41 0,6-3 6 15,0 0 367-15,1 0-190 16,13 0-93-16,6-5 36 0,3-2-65 0,-2 1-25 15,5-1-9-15,-6 4-205 0,1-4 86 0,0 2 44 16,-4 1-513-16,-7 2 285 0,-1 2 131 0,-4 0 31 16,-5 0-366-16</inkml:trace>
  <inkml:trace contextRef="#ctx0" brushRef="#br0" timeOffset="65603.14">22719 8635 1566 0,'-17'9'0'0,"6"1"0"0,4 1 0 0,2-4 0 0,2-3 0 0,3 2 0 0,0-3 0 0,0 1 250 0,0 0-100 0,1 0 236 0,6-1-177 16,2 1-87-16,4-2-45 0,-1 0-401 0,2-2 186 15,2 0 82-15,-2 0 44 0</inkml:trace>
  <inkml:trace contextRef="#ctx0" brushRef="#br0" timeOffset="65745.77">22952 8635 963 0,'0'7'0'0,"0"5"0"0,-2 1 0 0,2-6 0 0,0 1 0 0,-2-1 219 0,2 1-93 16,0-1-47-16,0 1 538 0,0 0-292 0,0-3-138 15,0 2-81-15,4-1-156 0,4-2 42 16,1 1 20-16,2-3-730 0,3 0 379 0</inkml:trace>
  <inkml:trace contextRef="#ctx0" brushRef="#br0" timeOffset="65880.39">23230 8689 1244 0,'12'0'0'0,"-3"0"0"0,-2 0 0 0,0 0 0 0,0 0 0 0,-4 0 0 0,1 3 0 0,0 2 548 0,1 4-258 0,-3 0-129 0,2 3-48 16,-3-1-32-16,1 2-8 0,5 0-40 16,-2-1-552-16</inkml:trace>
  <inkml:trace contextRef="#ctx0" brushRef="#br0" timeOffset="66020.03">23787 8682 1620 0,'5'0'0'0,"6"0"0"0,4 1 0 0,-4 5 0 0,-1-2 0 0,-5 2 0 0,0-1 584 0,2 1-275 0,-3-1-139 0,-3 1-172 0,1-2 7 0,0 5 28 15</inkml:trace>
  <inkml:trace contextRef="#ctx0" brushRef="#br0" timeOffset="66148.69">24306 8972 2792 0,'0'-1'0'0,"0"-1"0"0,0 0 0 0,0 0 0 0,-4-9 0 0,-3-6 0 0,2-2 0 0</inkml:trace>
  <inkml:trace contextRef="#ctx0" brushRef="#br0" timeOffset="69530.16">1822 8533 332 0,'-2'0'0'0,"1"-4"0"0,-2 2 0 0,1-1 0 0,-3-1 0 0,0 1 0 0,1-1 0 0,1 2 73 0,-2-2-40 0,2 1 8 16,1 2-8-16,-1-1 28 0,0 0-28 0,1 0 0 15,-1 2 26-15,1 0 9 0,1 0-35 0,-5 0 30 16,4 0-13-16,-3 0-17 0,0 0 0 0,-1 0-10 16,-2 6 9-16,-3 6 1 0,3 0 0 0,-6 4 10 15,-1 4-11-15,2-2 9 16,-2 5-8-16,0 0 19 0,0 2-20 0,0-3 1 15,0 3 0-15,3-4 42 0,-5 4-42 0,2-2 0 16,0-1 31-16,2 3-31 0,-1-2-1 0,1-3 16 16,-4 7-15-16,6-5 0 0,-2 3-1 0,0 1-13 15,0 2 13-15,1 2 9 0,1 2-8 0,-5 5-37 16,3 0 37-16,0 5 0 0,1-4-22 0,-1 13 15 16,-1-3 5-16,3 3-9 15,-1 4-26-15,-3 9 26 0,3-10 11 0,-3 15-38 16,2-6 28-16,-1-2-2 0,-1 3 2 0,0 0-10 15,3-5 15-15,-2 10-8 0,-2-6 1 0,5-1-17 16,-3-1 16-16,6-9 0 0,-2 4-18 0,1 1 17 16,1-1 0-16,3-1-2 0,-3 9 10 0,2-2-9 15,3-5 5-15,-4 17 4 0,2-5-8 0,2 1-1 16,-2-1 0-16,4 1 6 0,-1-8 0 0,0 16-4 16,2 0-1-16,0-1-25 0,0 1 1 15,0-4 24-15,0-11 3 0,0 13-26 16,0-14 0-16,4 1 15 0,2-6-37 0,1 3 33 15,-1-5 8-15,2 1-3 0,0 0-1 0,0 1-6 16,0-3 4-16,3-2-9 0,-2 1 10 0,1 0-2 16,2 9 0-16,0-2-28 0,-1 4 28 0,0 5 1 15,2 3-27-15,1 3 25 0,0 2 0 0,2-1-2 16,-2-4-15-16,2-4 12 0,-1-10 4 0,3 11-21 16,2-11 19-16,-1-8-5 0,3 3 3 0,2-6 2 15,3 0-2-15,-2-4-1 16,1 2 0-16,-1-2-10 0,0-1 11 0,-2-1-1 15,-3-2 25-15,2 8 7 0,-2-7 0 0,0 4-27 16,2 0 27-16,-4 0 5 0,1-5-29 0,3 9 62 16,-1-7-29-16,1-2 8 0,0-2-35 0,2 0 15 15,-5-5-7-15,8 7 7 0,-3-3-10 0,3 1-26 16,0 2 0-16,0-1 31 0,0-4-53 0,5 7 20 16,-2-5-1-16,-3-4-18 0,3-2 40 0,-3-6-7 15,6 9 5-15,-1-9-17 16,-2 0 13-16,0-5-10 0,9 3 9 0,-6-5 29 15,8 1-29-15,-1-5-4 0,0-5 3 0,-1 2-19 16,1-5 19-16,-4 1 5 0,13-2-35 0,-6-2 1 16,1-2 29-16,0 6-57 0,-1-5 26 0,-7 5-2 0,8-1 28 15,-2 4-39-15,2-1 36 0,-4 0-13 16,-5-1 10-16,2-1 22 0,2 1 1 16,-4-2-32-16,3-5 6 0,4 3 45 0,-9-3-21 15,5 0 0-15,-3 0 19 0,8-9 4 16,-2-6-39-16,-3-3 28 0,2-1 1 0,4-6-16 15,-1-3-6-15,0 0 10 0,3-4-8 0,-5-2 7 16,2-1-5-16,0-3 3 0,-3 0-3 0,9-7 0 16,-10 1 0-16,6-2 12 0,-5-4-12 0,-2 0 2 15,7-12-44-15,-3 2-1 0,3-3 40 0,-6-2 1 16,2-4-74-16,-4-2 35 0,5-12-7 0,-10 14-27 16,2-7 27-16,1 1 0 0,-4 3 19 15,0-4-13-15,-1-1 4 0,1-11 13 16,-3 7-22-16,-2-4 43 0,-1 3-32 0,-3 9 1 15,0-10 41-15,5-6 1 0,-5 5-32 0,1 0 2 16,2 0 0-16,-5 10-5 0,0-7 8 0,2 2 18 16,-4 3-14-16,-1-2-6 0,0 1 7 0,-1-1 15 15,-2 0 5-15,1 3-24 0,-2 0 2 0,0 0 66 16,0 0-28-16,0 0-1 0,-2-5-28 0,3 2 54 16,-1-1-20-16,0 4-1 0,-2 0-47 15,0 2 23-15,-3-1 8 0,0 4-42 16,0-2 1-16,-5 1 31 0,0 1 1 0,-1 10-23 15,0-15 16-15,-2 7 4 0,0 0-14 0,0 1-15 16,0 3 16-16,0-14 7 0,-4 6-13 0,1-2 11 16,-3 2-2-16,4 0 2 0,-6 10 6 0,2-15-6 15,-2 11 2-15,0 3 0 0,0 0 0 0,-1 3-2 16,0 8 1-16,3-4 16 0,-5 2-16 0,0 2 0 16,0 2 1-16,0 1 28 0,-1 5-27 0,-3-8-1 15,-1 6 57-15,-2-2-26 16,1 1 4-16,-2 2-6 0,1 4 7 0,-2-5-26 15,-4 8 7-15,2 0 25 0,2 4 5 0,-1 4-32 16,0-4 13-16,2 4-34 16,-2 0 2-16,5 2 22 0,-3 1 2 0,2-3-37 0,-2 5 38 0,3-2-5 15,-3 3-45-15,0-2 21 0,0-1-8 0,0 0-22 16,-2 1 22-16,3 2-3 0,-1-2 17 0,-1 0-20 16,1-1 18-16,-2 0 4 15,4 7-10-15,-4-6 42 0,2 5-36 0,1 3 2 16,-1-2-2-16,-1 4 29 0,1 3 0 0,-4-5-26 15,3 3 16-15,-3 2-13 0,0 0 5 0,-3 3-5 16,6-2-10-16,-9-1 16 0,7 0-3 0,-2 1-42 16,-1 1 40-16,3 0 0 0,1 1 0 0,-6-1-26 15,5 2-1-15,-2-3 24 0,1 3-6 0,0 0-9 16,1 1 8-16,-5-1 1 0,7 1 6 0,-5-2-5 16,1 1-1-16,5 3 13 15,-3-4-13-15,0 3 1 0,0-1 0 0,1 0 19 16,-1 1-17-16,1-1-1 0,-2 0 2 0,3 1 7 15,-2 2-8-15,2-3 3 0,-1 2-2 0,2 0-40 16,-2 1 38-16,2 1 0 0,0 0-10 0,0 1 9 16,-3 1 0-16,1-1-41 0,2 2 40 0,-5 1-3 15,0 0 2-15,-1 0-24 0,0 0 22 0,0 4-5 16,-5 3 4-16,5-1-22 16,0 1 20-16,-4 1 0 0,2-1 0 0,4-1 8 15,-3 2-8-15,2-2-3 0,-1 2 29 0,3-3-26 16,1 2 0-16,-3-1 0 0,3-1 24 0,4 1 3 15,-2 1-24-15,0 1 40 0,-2 0-38 0,2-2 5 16,0 4-3-16,0 1-17 0,-5 1 18 0,4-1 3 16,-1 0-2-16,2 1-34 0,-2-1 1 0,-1 0 27 15,1 2 2-15,-2-1-24 0,7-1 23 16,-5 0-8-16,1 2 2 0,-1 1-1 0,-1 0 4 16,-2 1 41-16,3 2-41 0,-6 2-4 15,0 2 4-15,0-1 26 0,-1 3 0 0,-1-2-18 16,0 1-5-16,3 1 40 0,-1-3-36 0,4 1 4 15,-4-1 20-15,3-1-21 0,-3 0 0 0,4-2 3 16,-1 2-2-16,0-2 2 0,2-1-2 0,-2 1-3 16,3 1 3-16,2-4 0 0,-1 1 0 0,4 2-41 15,0 0 40-15,0-2-1 0,-1 6 1 16,2-6-42-16,-2 6 2 0,1-2 33 16,-2 3 36-16,4-1-35 0,-3 2 1 0,2-5 7 0,-4 8-7 15,2-5-3-15,3 1 2 0,-2-1 41 16,3-2-40-16,0-1 1 0,1-1 4 0,2 3 22 15,0-6 0-15,0 1-17 0,3-1-5 0,1-3 22 16,1-2-13-16,-1-2-5 0,3 1-17 0,-2-2 16 16,2 0 0-16,1-3-30 0,0 1 3 0,1-2 0 15,-1 1 23-15,-1-1-36 0,1 0 32 0,1 2 2 16,-1-2-8-16,-1 2-81 0,-3-1 34 0,3 1 24 16,-1-1-16-16,1 2-190 0,2-2 97 0,1 1 56 15,0 2-406-15,0 2 230 16,3 2 107-16,14 3-358 0</inkml:trace>
  <inkml:trace contextRef="#ctx0" brushRef="#br0" timeOffset="70932.7">2884 8099 471 0,'0'-9'0'0,"0"2"0"0,-2 1 0 0,1-1 0 0,-4-3 0 0,1 1 0 0,0-3 0 0,-1-1 116 0,1 4-34 0,-1-4-29 16,-4 2 1-16,4-1 33 0,-2 3-27 0,-2-1 8 15,-1 5 5-15,-2-1-8 0,-1 2-33 0,-3 3 30 16,1 1-29-16,-3 0 8 0,-6 8-8 0,2 10 2 16,-2 3-2-16,-5 7 0 15,4 2 0-15,1-2 19 0,-6 12-19 0,8-5 0 16,1 3 0-16,4-1 65 0,7-4-32 0,0 4 7 15,3-2 46-15,7 1-44 0,0-2-20 0,0-4 34 16,3-2-28-16,11-5 8 0,2 3-36 0,3-5 17 16,3-2-17-16,3-3 0 0,0-1 0 0,-2-5-16 15,6 1 15-15,-2-4 1 0,-2-3-49 16,-6-2 24-16,3-2 0 0,-1 0-84 0,-3 0 40 16,-1-2 31-16,-4-9 2 0,-2 0-199 15,0-2 93-15,-3-3 55 0,-3 4 9 0,-1-1-261 16,-2-3 127-16,1 4 73 0,-3-1 36 0,2 3-116 15,-2-5 81-15,0 5 36 0,0-1-321 0</inkml:trace>
  <inkml:trace contextRef="#ctx0" brushRef="#br0" timeOffset="71308.09">2765 8314 567 0,'-14'0'0'0,"3"-4"0"0,1 0 0 0,-2-2 0 0,5 2 0 0,-1 1 269 0,5 0-118 0,1 0-51 15,0 1-38-15,2 0 233 0,0 1-132 0,2-1-64 16,8-1-34-16,4 2 73 0,2-1-56 0,3 2-25 16,-1 0-3-16,2 0 0 0,1 0-21 0,-2 0-28 15,3 0 28-15,-4 3 0 0,1 0 0 0,-2-1-63 16,-4-1 31-16,-2-1 9 0,-2 0 22 0,-2 0-59 16,-2 0 30-16,-2 0 0 15,-2 0-10-15,1 0 71 0,-2 0-5 0,0 0-58 16,0 0 119-16,0-1-50 0,-2-1-20 31,-1-2 104-31,0 2-60 0,-2 0-31 0,2 1 1 0,1-1-1 0,1 0 8 0,-2 2-38 0,3 0-1 0,-2 0-37 16,2 0 38-16,0 0 0 0,0 2 7 0,0 9-90 15,0 4 41-15,0 4 21 0,-1 5-11 0,-1 1-13 16,-1 2 47-16,1 5-48 16,-1-1 0-16,1 1 12 0,-2 0 17 0,2-3-134 15,2-3 63-15,0 6 20 0,0-9 0 0,0 2-277 16,0-3 146-16,0-3 61 0,0 0 33 0,5-2-439 15,1-2 238-15,7-1 121 0,-2 2-490 0</inkml:trace>
  <inkml:trace contextRef="#ctx0" brushRef="#br0" timeOffset="71467.66">3419 8933 1409 0,'-6'-1'0'0,"6"-1"0"0,-2 2 0 0,-3-3 0 0,-1 2 0 0,0-1 0 0,1 0 570 0,2 0-269 0,-2 0-134 0,5-1-438 16,0 1 152-16,0 2 84 0</inkml:trace>
  <inkml:trace contextRef="#ctx0" brushRef="#br0" timeOffset="72932.28">2324 13791 674 0,'-8'-2'0'0,"5"-1"0"0,-1 1 0 0,0 0 0 0,0-1 0 0,3 1 0 0,-1 0 94 16,0 2-30-16,2-2-1 0,0 2 223 0,0 0-131 16,0 0-61-16,0 0-31 0,2 0 92 0,3 7-61 15,5 1-23-15,1-1-7 16,-2 3 40-16,2-2-35 0,-1 1 0 0,-2-5-36 16,0 0 8-16,-2 2-9 0,-1-3-21 0,-3-2 21 15,1-1 1-15,0 3 0 0,-3-3-50 0,0 0 21 16,0 0-1-16,0 0 30 0,0-3-32 0,0-4 9 15,0 0 23-15,-3-1-83 0,0-1 34 16,-2 1 10-16,2 1-25 0,-1-1 22 0,3 2-4 16,-4 3 18-16,3 1 22 0,1 0-20 0,-1 0 0 15,2 0 1-15,-2 2 22 0,2 0-1 0,-1 0-21 16,1 0-7-16,0 0-20 16,-3 0 26-16,3 0 1 0,0 0-110 0,-2 4 52 15,2-2 25-15,0 0-135 0,0 0 69 0,-1-2 42 16,1 1 8-16,0-1-225 0,0 0 114 0,0 0 60 15,0 2 21-15,0 2-154 0,0 1 97 0</inkml:trace>
  <inkml:trace contextRef="#ctx0" brushRef="#br0" timeOffset="74465.5">2800 13887 328 0,'-5'0'0'0,"-1"0"0"0,0 0 0 0,-1 0 0 0,2-1 0 0,-1-1 266 15,-6 0-120-15,5 0-57 0,-1 2-28 0,-2 0 115 16,0 0-72-16,1 7-27 0,-2 11-8 0,2 7 75 16,-1 8-55-16,2 5 43 0,3 2-50 0,1-1-16 15,1 11-9-15,3-7 122 0,0-9-73 0,0 3-37 16,3-5 1-16,6-7 4 0,6 0-41 0,-1-6-1 15,0-4 1-15,4-2-167 0,1-3 84 0,0-2 49 16,-3-5 13-16,3 0-387 0,-2-3 197 0,-1 0 65 16,0 0-216-16,-2-10 103 0,4-7 100 15</inkml:trace>
  <inkml:trace contextRef="#ctx0" brushRef="#br0" timeOffset="74697.92">2878 14066 862 0,'-2'-3'0'0,"2"0"0"0,0 1 0 0,0 1 0 0,0-2 0 0,6 3 0 0,6 0 0 0,1 0 323 0,1 3-137 0,2 6-80 0,-4 2-37 0,3 1 98 15,-1 2-67-15,-3 1-54 16,-3 3-5-16,-3-1-8 0,-3 4-1 0,-2 5-12 16,0-2 13-16,-5 0-1 0,-7-4 9 0,-7 3-31 15,2-4 0-15,-2 0 23 0,3-8 0 0,-3 2-92 16,0-1 54-16,3-5-2 0,-1-2-238 0,5-3 113 15,3 0 68-15,-1-2-310 0,4 0 168 0,4-4 79 16,2-10 48-16,0-9-133 0,10 1 89 0</inkml:trace>
  <inkml:trace contextRef="#ctx0" brushRef="#br0" timeOffset="75091.64">3041 13887 1014 0,'0'0'0'0,"0"0"0"0,0 10 0 0,-5 5 0 0,-5 7 0 0,1 1 0 0,3 6 0 0,-1 1 420 0,2 6-185 0,3 2-106 16,2 8-47-16,0-13 156 0,0 5-103 0,0-2-51 16,5-9-14-16,9 4-37 15,-4-11 0-15,7-2-197 0,1-6 99 0,2-3 49 16,-1-4 32-16,-3-5-144 0,3 0 80 0,-3-5 41 16,-2-10 9-16,1-5-329 0,-6-1 101 0,-3-6 105 15,-1 9-20-15,-3-5 53 0,-2 5 27 0,0 5-7 16,0-1 142-16,0 5-53 0,0 4-27 0,-5 2 255 15,0 2-141-15,2 1-78 0,0 0-3 0,0 7 130 16,3 8-46-16,0 1-53 0,0-1 31 0,0-1 111 16,1-1-87-16,5 2-41 15,1-6 1-15,2 0-62 0,0-4 0 0,0-1-121 16,0-2 68-16,-2-2 37 0,1 0 0 0,-4 0-152 16,1-2 76-16,-5-9 55 0,0-3-12 0,0 1-24 15,0 2 1-15,-5-2 26 0,-7 0-29 0,1 1 63 16,-3 1-54-16,1 1 27 15,0 2-30-15,-1 0 123 0,4 5-44 0,-1 0 6 16,3 2-14-16,3-2-30 0,2 3 23 0,3 0-254 0,0 0 115 0,0 3 51 16,8 4 32-16,13 2-337 0,1-2 176 0,-1 1 90 15</inkml:trace>
  <inkml:trace contextRef="#ctx0" brushRef="#br0" timeOffset="75242.25">3461 14184 635 0,'0'6'0'0,"0"1"0"0,0 4 0 0,-2 1 0 0,-3 1 217 0,2 0-97 0,-2 0-43 16,2 1 325-16,-2 0-185 0,2 0-92 16,-2-4 48-16,1 5-73 0,0-1-35 0,1-1 1 15,0 0-228-15,0-3 97 0,1 0 57 0,-1-5 17 0,0 1-494 16,3-5 256-16,0-1 128 0</inkml:trace>
  <inkml:trace contextRef="#ctx0" brushRef="#br0" timeOffset="75400.82">3456 13947 1645 0,'0'0'0'0,"0"4"0"0,0 0 0 0,3 0 0 0,-1 0 0 0,-1-1 0 0,1 3 0 0,2-3 0 0,1 2 214 16,1 3-82-16,-1-1-54 0,5-1-22 0,1 1-367 15,-2 0 173-15,4-3 85 0,-3-1 51 0</inkml:trace>
  <inkml:trace contextRef="#ctx0" brushRef="#br0" timeOffset="75598.3">3675 13791 944 0,'3'-2'0'0,"3"1"0"0,-1 1 0 0,-3 0 0 0,1 7 0 0,-3 11 114 0,0 5-41 15,0 2 1-15,-5 5 279 0,-6 5-152 0,-2 9-88 16,2-2-40-16,-1 3 79 0,-1-1-59 0,0 3-31 15,0-5 9-15,-1 11-110 0,-2-9 36 0,2-2 0 16,0-1-230-16,1-11 134 0,4-2 73 0,-1-4-193 16,5-8 126-16,2-5 20 0,3-3 46 15,0-6-480-15,0-2 229 0</inkml:trace>
  <inkml:trace contextRef="#ctx0" brushRef="#br0" timeOffset="75834.75">3732 14128 934 0,'2'-3'0'0,"2"2"0"0,2 1 0 0,-4 1 0 0,0 10 0 0,-2 4 0 0,3-1 0 0,-3 1 349 0,5-1-159 0,3-3-78 0,4 0-40 0,-5-6 54 15,9 1-51-15,-2-3-162 16,-1-3 60-16,1 0 30 0,-1 0 0 0,-2-4-81 16,-2-7 52-16,-3-4 29 0,-2-1 1 0,-3 0-182 15,-1-1 105-15,0 2-5 0,-3 1 44 0,-8 1-96 16,-5 2 54-16,2 4-9 0,-2 5 156 0,0-3-66 15,-1 4-15-15,4 1 101 0,-3 0-58 16,5 0-21-16,3 1 0 0,2 6-55 16,-1-2 32-16,6-3 41 0,1 3-34 0,0-3-303 0</inkml:trace>
  <inkml:trace contextRef="#ctx0" brushRef="#br0" timeOffset="76018.61">3883 13732 872 0,'5'-10'0'0,"4"3"0"0,2 1 0 0,-1 2 0 0,4 2 0 0,2 0 0 0,3 2 646 0,4 2-311 0,-1 13 88 16,1 6-24-16,-4 5-184 0,4 10-90 15,-9 2 61-15,-3 10-81 0,0 1-36 16,-6 3 0-16,-2 1-166 0,-3 2 65 0,0 0 40 16,-11-1-8-16,-4-4-378 0,-5-1 205 0,-3-3 103 15,0-3 52-15,1-8-827 0</inkml:trace>
  <inkml:trace contextRef="#ctx0" brushRef="#br0" timeOffset="77669.45">1578 9540 915 0,'-5'-6'0'0,"2"3"0"0,-2 0 0 0,3 0 0 0,-1 0 0 0,1 0 0 0,-2 2 0 0,1-2 0 0,3 1 0 0,0 1 0 0,0 1 73 0,0-2 0 15,0 2 11-15,0 0-25 0,0 0 8 0,0 0-34 16,0 0 32-16,0 9-32 0,0 0 0 0,0-3-1 16,0 2 40-16,0-1-8 0,0 1-31 0,0-2 1 15,0-3-1-15,3 1 0 0,0-2-65 16,0-2 28-16,0 0 0 0,2 0 36 0,-2 0-141 15,0-8 66-15,-1-3 28 0,0-4-5 0,1-1-67 16,-3 2 46-16,0 1 7 0,0 3 0 0,0-1 29 16,0 4-4-16,-7 1-18 15,3 2 77-15,-1 3-35 0,0 1 0 0,-4 0 114 16,7 0-64-16,-4 9-23 0,4 2 0 0,0-4 35 16,1 3-30-16,1-3 4 0,0 1-6 0,0-3-110 15,0 1 43-15,0-3 12 0,3 0 36 0,5 0-345 16,1-3 161-16,1 0-169 0,-2 0 154 0</inkml:trace>
  <inkml:trace contextRef="#ctx0" brushRef="#br0" timeOffset="78122.25">1811 8882 866 0,'-2'-5'0'0,"-3"3"0"0,-2-1 0 0,2 2 0 0,-2-1 0 0,-1 2 0 0,1 0 0 0,-3 0 0 0,5 0 0 0,-1 8 206 16,1 3-87-16,2 3-43 0,-3 2 105 0,6 8-74 15,0-5-29-15,0 12 71 0,0-4-58 0,0 1-29 16,3-1 0-16,6-2-24 16,3-5 3-16,2-1-8 0,-2 0 0 0,3-4-107 15,1-2 54-15,1-4 26 0,-1-1 9 0,1-3-284 16,-2-2 121-16,2-3 84 0,-4 0-465 0,0 0 250 0</inkml:trace>
  <inkml:trace contextRef="#ctx0" brushRef="#br0" timeOffset="78363.6">1852 8888 933 0,'0'-7'0'0,"0"3"0"0,0-4 0 0,5 0 0 0,4-4 0 0,3 1 0 0,5 1 211 0,-1 4-89 0,4 1-36 0,0 3-31 16,7 2 179-16,-2 0-100 0,-3 2-73 0,-1 9 0 15,-4 3-20-15,1 1-8 0,-7 3-88 0,-1 7 43 0,-7-1 23 16,-3 2 0-16,0-4-59 0,-3 9 36 15,-10-8 23-15,-3-1-1 16,-2-3-35-16,-4-4-16 0,2-2 33 0,-5-2-42 0,7-3-76 16,-1-3 40-16,-1-3-164 0,8-2 104 0,1 0 52 15,3 0 26-15,4-9-253 0,4-11 144 16,0-5 72-16</inkml:trace>
  <inkml:trace contextRef="#ctx0" brushRef="#br0" timeOffset="78534.14">2098 8685 619 0,'2'-9'0'0,"-2"5"0"0,0 3 0 0,-3 1 0 0,-9 0 0 0,2 9 323 16,-2 6-149-16,1 8-71 0,2-1-35 0,1 6 251 15,0 2-143-15,6 0-64 0,-1 0-43 0,3 0 76 16,0-3-56-16,3-5-91 0,7-1 35 0,4-3 8 16,2-2-8-16,4-3-252 0,0-4 126 0,7-4 63 15,-8 0 32-15,6-3-433 0,-4-2 222 0,-1 0 53 16,1 0 74-16</inkml:trace>
  <inkml:trace contextRef="#ctx0" brushRef="#br0" timeOffset="78718.7">2289 8897 834 0,'-5'0'0'0,"3"0"0"0,1 0 0 0,-1 0 0 16,1 0 0-16,1 0 0 0,0 0 0 0,0 0 205 0,1 0-86 0,2 3 183 0,6 4-134 0,-2 1-68 0,-2-1-25 0,3 4-8 15,0 0-35-15,-6 3 1 0,4 0 0 16,-5 2-200-16,1-1 108 0,-2 0 42 0,0 0-161 0,0 2-126 16,0 0 166-16,-6-2-205 15,1 0 162-15</inkml:trace>
  <inkml:trace contextRef="#ctx0" brushRef="#br0" timeOffset="79030.39">2397 8804 1306 0,'-2'0'0'0,"2"0"0"0,0 0 0 0,0 0 0 0,0 0 0 0,0 0 0 0,0 0 0 0,5 0 143 0,3 0-55 15,3 0-19-15,2 0 208 0,-2 0-122 0,1 0-61 16,1 0-31-16,1 0 8 0,-4 0-30 0,3 7-8 16,-2-1-231-16,-3-1 115 0,-2 3 58 0,1-2-458 15,2 1 262-15,-4 1 120 0,1-2 1 0,-3-1-243 16</inkml:trace>
  <inkml:trace contextRef="#ctx0" brushRef="#br0" timeOffset="79208.89">2627 8680 770 0,'2'0'0'0,"-2"0"0"0,0 5 0 0,0 5 0 15,0 3 0-15,0 4 0 0,-7 3 0 0,4 3 405 0,-3 7-190 0,1 4-91 0,-4 0 185 0,0 10-138 16,5-11-70-16,-4 5-45 0,0-1-23 15,2-1 0-15,2-5 0 0,1 2-303 0,0-6 151 0,0-4 85 16,1-1 29-16,-3-2-216 16,3-6 126-16,0-4 65 0,2-5-35 0</inkml:trace>
  <inkml:trace contextRef="#ctx0" brushRef="#br0" timeOffset="79394.42">2708 8794 1227 0,'19'-7'0'0,"-5"3"0"0,2 2 0 0,-2 2 0 0,1 0 0 0,1 4 275 0,-2 9-122 16,3 6-59-16,-5 0 276 0,2 6-169 0,-5 1-75 15,-1 5-52-15,-3 3 21 0,-4 0-32 0,-1 1 1 16,0 1-31-16,-4-4-85 0,-7 1 39 0,-2-2 22 16,-4-3-288-16,-4 1 156 0,0-5 77 0,-3 0-526 15,-3 0 244-15,4 1 162 0</inkml:trace>
  <inkml:trace contextRef="#ctx0" brushRef="#br0" timeOffset="80680.92">1619 9566 381 0,'-3'0'0'0,"3"0"0"0,-3 0 0 0,3-2 0 0,0 1 0 0,-2-1 0 0,2-2 0 0,0 0 33 0,0 0 0 0,0 0-1 15,0 2 9-15,0 1 25 0,0-1-34 0,0 0 2 16,0 1-1-16,0 1 0 0,0 0 8 0,0 0 5 16,0 0-13-16,0 0 0 0,0 0 0 0,0 0 25 15,0 0-17-15,0 0-8 0,0 0-1 0,0 0 12 16,0 0-12-16,0 0 1 16,0 0 13-16,0 0-13 0,0 0-1 0,0 0-25 15,0 0 0-15,0 0 26 0,0 0 8 0,0 0-33 16,0 0-2-16,0 0 25 0,0 0-7 0,0 0-29 15,0 0 36-15,0 0-5 0,0 0-7 0,0 0-13 16,0 0 12-16,0 0 5 0,0 0-21 0,0 0 19 16,0 0-2-16,0 0-24 0,0 0-2 0,0 0 26 15,0 0 3-15,0 0-40 0,0 0-3 0,0 0 36 16,0 0-6-16,0 0 1 0,0 0 2 16,0 0-1-16,0 0-5 0,0 0-1 15,0 0 1-15,0 0 3 0,0 0 32 0,0 0-32 16,0 0 1-16,0 0-28 0,0 0 0 0,0 0 27 15,0-5 5-15,0-5-432 0</inkml:trace>
  <inkml:trace contextRef="#ctx0" brushRef="#br0" timeOffset="86614.73">2371 13809 348 0,'0'0'0'0,"0"1"0"0,0 2 0 0,0-1 0 0,-1-1 0 0,1 1 0 0,-2 0 0 0,-1 0 0 0,3-2 65 0,-2 1-35 0,2 2 9 16,0-2-6-16,0-1-1 0,0 2 0 0,0-1-40 15,0-1 38-15,0 0 8 0,0 0-8 0,0 0-23 16,0 0 21-16,0 0 1 0,0 0-1 0,0 0-2 16,0 0 2-16,0 0-5 15,-1 0 3-15,1 0 6 0,-2 0-6 0,0 0 9 16,1 0-8-16,-2 0 0 0,1 0-1 0,1-1-13 16,-4-1 14-16,3 1 7 0,1-2-8 0,-1 2-23 15,-1-1-1-15,0 0 21 0,1 2 2 0,2-2-34 16,-3 1-6-16,1-1 31 0,1-1 4 0,-5 2-41 15,6-3-1-15,-5 1 25 0,3-1 10 0,-1 1-6 16,1 2 5-16,-2-4 14 0,0 4-15 0,3-3-3 16,-3 2 2-16,-1-1 34 15,5-1-33-15,-5 0 0 0,1-2 0 0,1 2-2 16,0-1 4-16,-2-3 2 0,2 3-2 0,0-1-30 16,-3-1 30-16,3-1 3 0,-1 1-3 0,-1-1-8 15,1 1 7-15,0-1-5 0,0 1 4 0,-2 1-1 16,1-2 0-16,2 2 16 0,-2-1-16 0,-2-1 0 15,4 1-1-15,-3-1 19 0,0-1-17 0,1-2 3 16,0 2-3-16,0-4-31 0,0-1 32 16,-2 1 3-16,2 0-19 0,0 0 13 15,-1-2 2-15,1 0-26 0,0 2 24 0,-1-2 0 16,-1 2-1-16,3-3-17 0,-3 3 15 0,2-1-3 16,-2-2 5-16,0-1-9 0,1 3 6 0,-2-4-1 15,2 4 1-15,-2-3-20 0,1-1 21 0,-1 2-3 16,2-1 1-16,-3 0-1 0,1 0 1 0,1-1 9 15,-5 0-9-15,5 2 0 0,-2-1 0 0,0-2 25 16,-1 0 0-16,2 2-23 0,1-4 0 0,-5 3 20 16,5-3-19-16,-2 0 3 0,2 1-2 15,0 0-22-15,-1-1 24 0,1-3-36 16,-1 3 33-16,2 3 1 0,-2-2-1 0,3 1-14 16,-3 0 15-16,3 0-6 0,-2 1 4 0,0 1 1 15,1-2-3-15,-1 2-4 0,1 0 4 0,0 0 18 16,-2 0-19-16,0 0 2 15,3-3-2-15,-4 2-5 0,4 0 8 0,0-1 0 0,-3 1-22 0,2-1 21 16,0 2-1-16,-1-1-24 0,2-2 25 0,-1 2-3 16,3 1 1-16,-2-1-10 0,-1 0 9 0,3 0-3 15,-1 3 2-15,0-3-8 16,-1 1 7-16,1 0-2 0,1 2 2 0,-4-1 0 16,5-1 0-16,-4 2-1 0,2-2 2 0,1 0-1 15,-3-1 0-15,2 2-8 0,-1-1 7 0,0-1 1 16,0 0-1-16,2 0-14 0,-2 0 15 0,3 0-2 15,-4 1 0-15,0-1-1 0,3 1 0 0,-1-1 1 16,-1 3 1-16,1-1 25 0,2 1-26 0,-3-3 0 16,1 4 35-16,1-3-33 15,-2 2 2-15,2-2 27 0,-1 0-25 0,1 1-2 16,-2-2 5-16,2-1-10 0,0 1 10 0,-3-1-2 16,6 0 5-16,-5 0-29 0,2 0 24 0,0 1-1 15,-2-1 1-15,1 1-39 0,3 0 34 0,-2 2-1 16,-3-2 1-16,4 0 1 0,-3 1-3 0,2 0 25 15,1-3-23-15,-1 3 0 0,-2-3 0 16,2 0 6-16,1-1-5 0,-3-1 0 0,3 1 2 16,-1 0-23-16,0 1 23 0,1-3-1 15,-1 1 2-15,1 1-36 0,-1 0-1 0,1 2 32 16,1 2-4-16,-1-3-24 0,0 1-7 0,1 1 49 16,1 1-22-16,-3-2 3 0,0 0-6 0,3 2 32 15,-3 0-28-15,1 0-1 0,0 2 2 0,1 0 17 16,-1 0-13-16,1 2-3 0,-4-2 7 0,3-1-8 15,0 2 8-15,1-1-4 0,-1-2-39 0,1 0 38 16,-2 0 0-16,0-1 1 0,3-2-3 0,0 1 0 16,-2-1-1-16,2 1 11 0,0-1-10 0,-3 1-1 15,3 0-1-15,-2 1 2 16,1-1 0-16,-1 2-1 0,2-2 3 16,-2 0 4-16,-1 1-3 0,0-2-11 0,1-2 10 0,-1 4-1 15,1 1 1-15,1-2 0 0,1 0-1 0,-3 2 0 16,3 0-2-16,0 0 25 0,0 2-23 0,0-2-1 15,0 2 3-15,0-2 19 0,0 2-19 0,0-1 0 16,0-1 8-16,0 0-8 0,0-1 3 16,0 3 8-16,0 1-8 0,0-4-1 15,0 3 2-15,0 1-14 0,0 0 12 0,0 0 1 16,0-2 0-16,0 2-27 0,0-1 25 0,0-1 0 16,0 1-1-16,0 0 3 0,0 1-3 0,0-1 0 15,0 1-1-15,0 3 7 0,0-5-8 0,0 5 16 16,0 3-14-16,0-5 1 15,0 4-1-15,0 0 27 0,0 0-25 0,0-1 0 0,0 1 2 16,0-4 3-16,0 1-3 0,0 0 2 0,0-5-3 16,0 3-2-16,3-1 3 0,-2 3 0 15,1-2 1-15,0-1-4 0,-1 6 3 0,1-2-6 16,1-1 6-16,-3 5 0 0,0-3-1 0,2 1-5 16,-2 1 5-16,1-1-1 15,-1 2 1-15,0-1 12 0,2-1-12 0,-2 1 0 0,0 1 0 0,2-3 8 16,-1 1-8-16,-1 1 1 0,2-1 10 0,1 0-10 15,-1-1 1-15,-2 1-3 0,6-1 2 0,-5 0 2 16,2 2-1-16,4 0-24 0,-4-1-1 16,0 0 23-1,1 1-32-15,-1 0 30 0,3 0 0 0,-5 1-4 0,3 1 4 0,-3-1 6 16,1 0-7-16,1 1-4 0,-1-1 29 0,-1 1-27 16,1-2 1-16,-2 2 30 0,2-1-28 0,-1-1 1 15,-1 3-2-15,2 1 37 0,-2-1-34 0,0 1 6 16,3 2-4-16,-3 0 5 0,0 0-3 0,0 2 1 15,0 0-1-15,0 0 6 0,0 0-7 0,0 0 3 16,0 0-1-16,0 0 21 0,0 0 0 0,0 0-20 16,0 0 8-16,0 0-7 0,0 0 0 15,0 0-5-15,0-2 5 0,0 0 3 16,2 1-2-16,2-5-21 0,-3 2 22 0,1 0-1 16,0 1 0-16,-2-1-35 0,0 2 32 0,1 0-1 15,-1 0 2-15,0 0-32 0,0 2 29 0,0 0-15 16,0-2 13-16,0 2-1 0,0 0 1 0,2 0-3 15,1-2 2-15,-1 0 0 0,-1-3 0 0,1 1-1 16,0-1 1-16,-1-2-4 0,4 4 4 16,-3-3-22-16,-2 3 22 0,3 1-2 0,0 0 1 15,-2 1-25-15,-1-1 23 0,2 2 4 16,-2 0-4-16,0 0-1 0,0 0 0 0,0 0 33 16,0 0-32-16,0 0-1 0,0 0 1 0,0 0 54 15,0 0-23-15,0 0 0 0,0 0-27 0,0 0 71 16,0 0-32-16,0 0-6 0,0 0 12 0,0 0-8 15,0 0 11-15,0 0-31 0,0 0-38 0,0 0 9 16,0 0 34-16,0 0-43 0,0 0-2 0,0 0 38 16,0 0-6-16,0 0-198 15,0 0 85-15,0 0 51 0,0-3 7 0,0-2-308 16,3-3 151-16</inkml:trace>
  <inkml:trace contextRef="#ctx0" brushRef="#br0" timeOffset="87688.22">1528 11279 365 0,'0'-4'0'0,"-2"2"0"0,2-2 0 0,-5 1 0 0,3-1 0 0,2 2 0 0,-5-1 0 0,4 0 68 0,-1 2-35 0,2-1 8 0,-2 2 41 15,1 0-25-15,1 0 0 0,-2 0-24 0,2 0 59 16,-5 0-22-16,5 0-8 0,-3 2-29 0,1 9 51 15,-2 0-26-15,1 4 20 0,0 2-14 0,1 7-8 16,-1 3-24-16,0 1 52 16,1 4-25-16,-3 4 7 0,3 2-33 0,-1-1 12 15,2 1-12-15,-5-3 0 0,6-1 0 0,0-6-29 16,-2 6-8-16,2-12 37 0,0 1-60 0,0-4 30 16,0-5 0-16,0-2-7 0,0-3-7 0,0-1 18 15,0-4 17-15,0-3-90 0,0 1 40 0,0-2 10 16,0 0-3-16,0 0-76 0,0-2 48 0,0-11 13 15,0-8 1-15,0-5-243 0,0-2 130 16,2-2 47-16,4-2-175 0,0 1 121 0,1-2 60 16,-3 2-27-16,3 2 48 0,-1 2 0 15,-1-2 39-15,-2 1 19 0,2 2-19 0,-4 3-8 16,1-1 41-16,0 1 79 0,-2 2-63 0,0 3-25 16,0 2 1-16,0 5 205 0,0 0-110 0,0 3-19 15,0 3-43-15,0 3 313 0,0 0-159 0,0 0 96 16,0 2-125-16,1 0-59 0,6 0-28 15,3 6 84-15,2 3-56 0,2 2-22 0,0 2-7 0,2 3 114 16,0-2-72-16,4 4-36 0,0 0 1 16,-3-3 32-16,5 4-39 0,-1-2 1 15,-7-2-30-15,4 0-9 0,1-2 9 0,-6 0-18 16,-1 1-7-16,-1-6 25 0,-4 1 0 0,2-2-22 16,-6-2 1-16,2-1 29 0,-3-2-8 0,-1 0-56 15,-1-2 27-15,0 0-4 16,0 0 1-16,0 0 49 0,-8 0-16 0,-1 0-14 0,-1-2-10 0,1-4-310 15,-2 1 152-15,3 1 66 0,1 1-695 0</inkml:trace>
  <inkml:trace contextRef="#ctx0" brushRef="#br0" timeOffset="89132.37">8834 9657 639 0,'-6'-2'0'0,"0"-4"0"16,3 4 0-16,-1-2 0 0,0 3 0 0,2-1 0 0,0-1 0 0,1 2 204 0,1-1-86 0,-2 2-42 0,2 0 64 0,0 0-58 15,0 9-25-15,0 8 56 0,3 4-41 0,1 1 1 16,2 1-32-16,-1 6 21 16,1-2 1-16,0 2-30 0,-1 0 0 0,-1-1 52 15,1-6-18-15,2 7-8 0,-3-8-26 0,1 0 14 16,2-3-15-16,-1-2 1 0,-1-5-31 0,3 0 31 16,-2-5-1-16,1-3-25 0,0-3 0 0,5 0 25 15,-3-1 9-15,6-17-27 0,-1-8 11 0,5-8 6 16,-3-3-23-16,2-2-40 0,-1 5 26 0,-1-11-5 15,-3 11 20-15,1-2-110 0,-5 2 49 0,1 6 30 16,-4 5-26-16,1-1 24 0,-4 4-14 16,1 1 36-16,-2 3 30 0,-2 5 0 15,0 1-46-15,0 2 158 0,0 4-69 0,0 1-34 16,0 0-12-16,0 2 82 0,0 1-36 0,0 0-28 16,0 0 12-16,-2 13 46 0,-2 1-30 0,2 5 7 15,1 2-17-15,-4 5-1 0,3 0-27 0,2 2 29 16,-2 1 17-16,2-3-16 0,0 4-7 0,0-1-11 15,0-3-12-15,0-6 0 16,0 5-1-16,4-4-21 0,4-2-8 0,0-1 30 16,-1-1-1-16,3-4-148 0,1 0 70 0,-4-3 46 15,7-1-330-15,-2-4 167 0,1-1 57 0,1-2-417 16,0-2 245-16,6 0 115 0,-1 0 69 0,-1-6-464 16,3-2 263-16,0-4 131 0</inkml:trace>
  <inkml:trace contextRef="#ctx0" brushRef="#br0" timeOffset="89355.85">9489 9437 1019 0,'-11'-6'0'0,"-1"4"0"0,3 2 0 0,-3 0 0 0,-2 8 0 0,-1 11 0 0,3 3 0 0,0 8 441 15,1 4-197-15,1 2-109 0,1-1 207 0,3 5-155 0,2-3-77 16,4-1-39-16,0-2 102 0,0-5-74 0,4 0-33 15,9-4 0-15,2-1-67 0,2-4 1 0,2-2 41 16,4-2-249-16,0-3 121 16,2-4 59-16,0-3-475 0,1-4 261 0,-3-2 68 15,7 0 85-15,-5-2-492 0,-2-11 274 0</inkml:trace>
  <inkml:trace contextRef="#ctx0" brushRef="#br0" timeOffset="89611.17">9675 9542 1620 0,'-7'-2'0'0,"5"-1"0"0,0-2 0 0,2 1 0 0,0-5 0 0,0 2 0 0,6 0 0 0,6-1 0 0,4 4 159 0,2 1-64 0,1 3 123 16,0 0 18-16,1 15-106 0,0 2-49 0,-3 3 21 16,-3 2-35-16,-1 3 0 0,-2-1-26 0,-3 6-80 15,-4-1 36-15,-2 2 0 0,-2-1 36 0,-4 0-143 16,-10-1 79-16,-2-3 29 0,-5-4-135 0,-1-1 55 15,-2-2 50-15,-3-4-120 0,0-2 71 16,-4-3 3-16,1-3 30 0,2-1-207 16,8-5 111-16,-1-1 56 0,8 0 19 0,2-1-205 15,6-12 120-15,5-4 61 0,0-6 30 0,13-1-267 16</inkml:trace>
  <inkml:trace contextRef="#ctx0" brushRef="#br0" timeOffset="89813.63">9933 9392 911 0,'2'-13'0'0,"0"6"0"0,-2 4 0 0,0-1 0 0,0 2 0 0,-14 2 264 0,3 0-116 0,-1 12 133 16,-1 6-116-16,1 8-71 15,0 3-30-15,3 4 298 0,1-1-164 0,5 4-83 16,1 0-33-16,2 0 109 0,0 0-80 0,0-3-39 16,8 1 0-16,2-4-134 0,6-2 55 0,2-2 16 15,1-3-348-15,2-2 186 0,1-5 93 0,1-2-484 16,-4-7 234-16,-1 1 149 0,1-4 30 0,-2-4-150 15,0 0 124-15,-4 0 54 0,2-2 39 0</inkml:trace>
  <inkml:trace contextRef="#ctx0" brushRef="#br0" timeOffset="89989.27">10205 9715 915 0,'3'-2'0'0,"4"2"0"0,-4 0 0 0,1 0 0 0,-2 0 0 0,1 0 0 0,-1 9 0 0,0 2 0 0,0 2 345 16,0 4-160-16,-2 2-76 0,0 6-39 0,-2 1 250 15,-7 1-144-15,-2 0-64 0,-3 4 79 0,0-4-80 16,-2 3-39-16,0-3-66 16,0-4 27-16,5-6 8 0,-3-1-8 0,7-6-287 15,0-3 144-15,1-4 71 0,5-3 36 0,1 0-564 16,0-10 220-16</inkml:trace>
  <inkml:trace contextRef="#ctx0" brushRef="#br0" timeOffset="90178.76">10308 9558 1557 0,'0'0'0'0,"2"0"0"0,0 0 0 0,2 0 0 0,-2 0 0 0,1 0 0 0,3 0 70 0,2 0 427 0,3 5-232 16,0 4-11-16,1 2-115 0,0 2-53 0,4 2-26 0,-3 2-1 16,-1 0-172-16,4 1 81 0,-2 6 28 0,0-10 0 15,-1 5-539-15,1-2 288 0,0-2 143 0,2-4-596 16,-4-5 275-16</inkml:trace>
  <inkml:trace contextRef="#ctx0" brushRef="#br0" timeOffset="90376.24">10678 9399 1211 0,'-1'-6'0'0,"-1"5"0"0,0-1 0 0,-1 0 0 0,1 2 0 0,-1 2 275 0,1 15-121 0,-2 7 123 16,-1 5-114-16,-4 10-69 0,-3 2-31 0,1 6 262 0,-5 6-147 0,2-3-72 15,-3 4-28-15,2 1-9 16,-2 0 27-16,2-3-31 0,0 0-208 0,-2-3 88 16,3-5 53-16,-4 6 12 0,3-8 1 0,4-9-410 15,-3-1 215-15,5-7-171 0,4-8 138 16,1-3 37-16,0-5 77 0,4-9-423 0,0 0 248 16</inkml:trace>
  <inkml:trace contextRef="#ctx0" brushRef="#br0" timeOffset="90591.66">10750 9320 1406 0,'7'-10'0'0,"7"6"0"0,2 1 0 0,1 3 0 0,0 0 0 0,2 4 0 0,2 11 411 0,-1 7-190 0,-1 5-94 16,0 3-47-16,-4 8 200 0,2 5-128 0,-6 0-60 15,-4 2 21-15,-1 0-40 0,-5 2 0 0,-1-8-33 0,0 12-25 16,-5-10 17-16,-6 1 1 0,-4-5 0 15,-2-4-173-15,-4-2 94 16,-2 0 36-16,-2-8 21 0,0-2-406 0,4-6 208 16,3-5 50-16,6-6-453 0,3-4 283 0,2 0 137 0,7-10-176 15</inkml:trace>
  <inkml:trace contextRef="#ctx0" brushRef="#br0" timeOffset="90743.26">11167 9540 1228 0,'20'0'0'0,"6"3"0"0,-1-1 0 0,-4-2 0 0,-3 0 0 0,3 0 0 0,2 0 0 0,-1 0 411 0,6 0-193 0,-2 0-93 0,1 0-124 15,-1 0 32-15,-6 0 0 0,3 0 7 0,-2 0-481 0,-3 6 237 16,-4 6 118-16,-5 3-575 0</inkml:trace>
  <inkml:trace contextRef="#ctx0" brushRef="#br0" timeOffset="90906.82">11231 9883 1184 0,'-19'4'0'0,"8"-1"0"0,2 4 0 0,8-5 0 0,1-2 0 0,0 0 0 0,1 0 57 0,15 0 525 0,9 0-278 16,3 0-136-16,4 0 377 0,3-2-257 0,1 0-127 0,1 2-265 16,0 0 65-16,-2 0 35 0,-3 0 1 15,-2 0 36-15,-3 0-855 16,0 2 436-16</inkml:trace>
  <inkml:trace contextRef="#ctx0" brushRef="#br0" timeOffset="105029.05">12256 9360 630 0,'2'0'0'0,"0"0"0"0,-2 0 0 0,0 0 0 0,0 0 0 0,0 0 0 0,0 0 0 0,0 0 0 0,0-4 167 0,0 0-67 0,1-2-34 16,1-1 0-16,0 1 2 0,0-1-27 0,-2-1-8 16,0 0-1-16,2-2 1 0,-2 0-1 0,0 0-17 15,0 1 26-15,0 0-8 0,0 0 0 0,0-1-36 16,0 1 36-16,0 1 0 0,0 1 8 0,0 0-34 15,-2-1 1-15,-2 1 7 0,-1 3-20 0,-1 0 28 16,-1-2 9-16,1 2-3 0,-2 2-5 0,1 1-3 16,0-1 2-16,-3 0 21 0,1 1-14 0,1 1-7 15,-1 0 0-15,-1 0-34 16,1 0 34-16,2 0 1 0,-3 0 5 0,1 0 1 16,1 1-8-16,1 3 2 0,-1-3 27 0,1 5 2 15,1-2-23-15,-1 2 21 0,-1-2 0 0,2 5-23 16,-1-2-1-16,3 1 32 0,-1 1-23 0,-2 4 1 15,2-1-7-15,-1 1 31 0,3 4 0 0,-1-2-29 16,1 2 9-16,1 2 19 0,-2 1-1 0,2 3-26 16,-2 2 0-16,2 0 46 0,0-2-16 15,-2 6 20-15,3-2-26 0,-1-1 1 16,0 3-26-16,0-5 31 0,0 6-9 0,2-4-21 16,0 0 0-16,0 0 24 0,0 1 1 0,0-5-17 15,0 7-9-15,0-5-7 0,0 3 8 0,0-1 0 16,0 0 0-16,0-1-33 0,2 5 33 0,0 0-1 15,0 2-31-15,0 1 0 0,-2 1 31 0,1 0-19 16,-1 0 16-16,2-2-13 0,0 0 11 0,0-1-20 16,0-2 16-16,-1-5-1 15,2 5 0-15,-3-4-9 0,2-4 8 0,-2 4 150 16,0-3-171-16,0 1 0 0,0-1 0 0,0-2 0 16,0 7 0-16,-5-4 0 0,2-3 0 0,-1 3 0 15,-1-3 0-15,-1 1 0 0,1 0 0 0,-2-2 0 16,0-2 0-16,2-4 0 0,-1 0 0 0,1-6 0 15,-2 3 0-15,0-4 0 0,0-1 0 0,-1 0 0 16,1-3 0-16,-5 1 0 0,3-3 0 0,-3 0 0 16,1 0 0-16,2 0 0 15,-4 0-208-15,2-3 168 0,0-2-8 0,-1-4-55 16,1-3 36-16,2-1 19 0,1-2 4 0,0-3-262 16,1-10 137-16,5 3 68 0,2-7 34 0,0-3-439 15,4-10 240-15,12 3-494 0,5 0 363 0</inkml:trace>
  <inkml:trace contextRef="#ctx0" brushRef="#br0" timeOffset="106772.32">12506 10258 869 0,'-8'0'0'0,"3"0"0"0,1 0 0 0,-2 0 0 0,-1 0 0 0,1 0 0 0,-1 0 0 0,-1 0 0 0,0 0 125 0,3 0-38 16,-2 0-31-16,1 0 92 0,-2 6-57 0,1 3-29 15,1 1-1-15,-1 4 54 0,-1 4-45 0,-1 5 0 16,-1 0 48-16,3 1-42 0,1 4-22 0,0-3 8 15,-1 6 10-15,3 0-1 0,3-5-39 0,-1 0 51 16,2-5-25-16,0 3 7 16,0-3-32-16,0-2-34 0,5-2 1 0,4-3 32 15,3-1 1-15,1 2-116 0,1-5 53 0,2 3 32 16,3-2-349-16,1-2 164 0,1 1 95 0,0-2-214 16,-3-3 143-16,3 0 35 0,-3-4 45 0,0-1-296 15,-1 0 171-15</inkml:trace>
  <inkml:trace contextRef="#ctx0" brushRef="#br0" timeOffset="107030.93">12548 10454 1586 0,'-9'-5'0'0,"4"3"0"0,-1 1 0 0,3-2 0 0,1 2 0 0,2-1 0 0,0 0 0 0,2 0 0 0,12 0 176 15,2 0-63-15,4 2 33 0,1 0-57 0,0 0-28 16,3 2 0-16,-5 7-54 0,2 5 8 0,-5-2 18 15,0 2 0-15,-6 3-68 0,0-2 34 0,-4 3-1 16,-4 1 43-16,-2 0-70 0,0 0 30 0,0-1 1 16,-12-1-19-16,1 1 39 15,-6-6-27-15,-2 0-9 0,-2-3-10 0,1-2 34 16,0-3-3-16,-3 0-73 0,2-4 39 0,3 0-3 16,-2 0 39-16,2-2-310 0,3-4 133 0,2-3 77 15,5 0 11-15,0-1-336 0,7-2 192 0,1-2 96 16</inkml:trace>
  <inkml:trace contextRef="#ctx0" brushRef="#br0" timeOffset="107490.92">12789 10283 964 0,'2'0'0'0,"0"0"0"0,0 0 0 0,-2 6 0 0,0 2 0 0,-6 3 0 0,-3 2 231 15,-2 4-92-15,-3 6-57 0,5 3-24 0,-3 0 221 16,3 7-123-16,2-1-61 0,0 3-23 0,3-4 129 15,2 1-84-15,2-3-42 0,0-6 13 0,0-1-28 16,4-4 9-16,5-3-144 16,4-2 53-16,2-5 28 0,0-4-1 15,0-2-177-15,2-2 98 0,-2 0 53 0,0-4 18 16,-1-9-129-16,-4-4 35 0,2 2 50 0,-4-2-34 0,-1-3-138 16,-2 1 83-16,-1-2 51 0,0 2-6 0,-3 3 20 15,2 0 9-15,-3 6 136 0,0 0-54 0,0 4-26 16,0 3 0-16,0 0 201 0,0 2-98 0,0 1-62 15,0 8-6-15,0 10 98 0,0 2-36 0,0 1-43 16,0-1 26-16,0 3 167 0,0-2-104 16,2-2-52-16,5-4-18 0,4-4 9 15,1 0-44-15,1-2 1 0,0-7-127 0,0 1 64 16,-2-3 31-16,1 0-163 0,-1-4 82 0,-2-10 53 16,-1-1-2-16,-2 1-143 0,-3-3 66 0,-1-2 47 15,-2 0-10-15,0 0 17 0,0 1-15 0,-3 0 0 16,-7 3 97-16,-1-1-40 0,-2 3 9 0,-1 3 60 15,0 3-41-15,-2 2-24 0,2 2 22 16,-2 3 57-16,0 0-41 0,2 0-7 16,1 5 0-16,6 5-66 0,-1 1 0 0,4-4 53 15,2 8-9-15,2-5-132 0,0 1 63 0,2-3 25 16,14 2-451-16,-4-5 221 0</inkml:trace>
  <inkml:trace contextRef="#ctx0" brushRef="#br0" timeOffset="107681.14">13237 10567 803 0,'0'4'0'0,"0"1"0"0,0 1 0 0,0 2 0 0,0-1 0 0,0 3 486 16,-2 1-226-16,0 2-105 0,-2 0-66 0,0 0 237 16,-2 3-146-16,3 0-74 0,-3-1-12 0,1 2-35 15,-4-2 0-15,2 0-26 0,-2 1-239 0,0-4 120 16,-1 0 67-16,-1-2-380 0,2 0 215 0,-3-4 109 15,5-2 54-15,-1-4-665 0</inkml:trace>
  <inkml:trace contextRef="#ctx0" brushRef="#br0" timeOffset="107997.29">13329 10349 1662 0,'-4'0'0'0,"2"0"0"15,2 0 0-15,0 0 0 0,0 0 0 0,0 4 0 0,0 4 0 0,0 1 0 0,6 0 530 0,3 0-249 0,2 3-125 16,2-1 81-16,2 3-106 0,0-3-50 0,0 2-81 16,0 0 0-16,-2-2 32 0,-1 2 9 0,-1-1-351 15,-2-2 171-15,-1 2 85 0,-4-4 44 0,0 1-546 16,-1-3 213-16,-1-3 168 0,0 0-3 0</inkml:trace>
  <inkml:trace contextRef="#ctx0" brushRef="#br0" timeOffset="108194.79">13582 10225 1515 0,'2'0'0'0,"0"0"0"0,-1 0 0 0,-1 6 0 0,0 7 0 0,0 0 0 0,0 6 282 0,-7 2-117 16,-4 8-70-16,-2 3 143 0,-4 10-102 0,0 1-52 16,-2 2-26-16,-1 6 210 0,-3 2-121 0,-4 7-58 15,3-4-27-15,-2-2-34 0,4-9 5 0,-1-3 8 16,-4 5-277-16,11-18 135 0,2-4 67 0,7-10-486 15,1-1 248-15,5-7 149 0,1-3-12 0,0-4-292 16,5 0 197-16</inkml:trace>
  <inkml:trace contextRef="#ctx0" brushRef="#br0" timeOffset="108465.07">13629 10608 1673 0,'4'0'0'0,"1"0"0"0,-1 11 0 0,-2 5 0 0,-2-1 0 0,2 2 0 0,0 2 0 0,1-2 0 0,4-2 255 0,4-1-111 0,1-3-1 16,2 1-55-16,1-5-20 0,-2-1-8 0,2-4-260 15,-4-2 117-15,2 0 58 0,-3 0 28 0,-1-10-105 16,-3-3 63-16,-2-4 35 0,-3-1-204 0,-1-1 115 16,0-1 0-16,0 1 49 0,-11-2-65 0,-2 2 38 15,-2 2 17-15,0 2 203 0,-2 4-91 0,-2 2-54 16,0 3-14-16,3 3 243 0,-2 2-106 0,2 1-66 15,0 0 2-15,6 8 22 0,-1 3-1 0,6-3-29 16,3 0 12-16,2 4-162 16,0-3 64-16,2-2 41 0,12 0-574 0,4-4 283 15</inkml:trace>
  <inkml:trace contextRef="#ctx0" brushRef="#br0" timeOffset="108672.52">13954 10283 1306 0,'11'0'0'0,"4"0"0"0,0 0 0 0,2 0 0 0,-2 0 0 0,4 6 0 0,-2 6 571 0,1 2-270 0,2 3-134 15,-2 4-67-15,-1 2 116 0,-4 3-84 0,0 4-53 16,-5 4 157-16,-3 5-101 0,-5 2-51 0,0 3-80 16,-7-5 37-16,-12 12-9 0,-1-8 1 15,-5 2-256-15,-1-3 128 0,-4-1 64 16,-2-3 40-16,-4-2-757 0,1-1 374 0,-1-2 112 15</inkml:trace>
  <inkml:trace contextRef="#ctx0" brushRef="#br0" timeOffset="109413.6">12665 9118 1208 0,'-5'-4'0'0,"1"2"0"0,-1 0 0 0,-1 0 0 0,0 0 0 0,-3 1 0 0,1 1 0 0,-4 0 0 0,3 0 0 0,-2 0 161 0,0 9-55 0,0 4 140 15,-2 7-106-15,1 4-54 0,1 1-27 0,2 7 69 16,-3 2-39-16,3 7-32 16,0-1 0-16,2-5 184 0,4 3-104 0,1-2-52 15,2-1-18-15,0-3 99 0,0-4-66 0,5-1-34 16,7-5-58-16,3-1 0 0,-1-4 33 0,2-2-304 16,3-4 148-16,-1 0 74 0,3-4 37 0,-1-3-204 15,-2-4 81-15,1 0 70 0,0 0-38 16,-1-1-567-16,-2-11 315 0</inkml:trace>
  <inkml:trace contextRef="#ctx0" brushRef="#br0" timeOffset="109650.84">12711 9292 1105 0,'0'-5'0'0,"0"3"0"0,-2-1 0 0,2 1 0 0,0 2 0 0,0 0 0 0,4 0 259 15,8 0-105-15,6 0 307 0,0 5-215 0,3 4-106 16,2 3-54-16,-3 0 107 0,-3 3-73 0,4 4-47 15,-7 0 0-15,-3-2-60 0,-1 3 20 0,-4 3 0 16,-4 0 8-16,-2 4-72 16,0-3 32-16,-13-1 0 0,-3-2-59 0,-5 0 46 15,3-6 30-15,-10 2-137 0,3-8 55 0,-1-1 43 16,1-3-19-16,5-3-260 0,-1-2 120 0,5 0 83 16,4 0 14-16,5 0-327 0,3-7 188 0,4-6 95 15,2-4 39-15,14-6-185 0</inkml:trace>
  <inkml:trace contextRef="#ctx0" brushRef="#br0" timeOffset="109848.12">13045 9189 1550 0,'0'-6'0'0,"0"4"0"0,-3 2 0 0,-11 0 0 0,1 0 0 0,-2 2 0 0,0 11 0 0,-2 4 291 0,6 2-130 0,-1 6-64 0,3 3 292 15,2 1-182-15,1 5-87 0,6 2-44 0,0-2 133 16,0 0-88-16,2-3-36 0,7-1-30 15,4-1 1-15,6-5-24 0,0-3 1 16,3-6-221-16,-1-2 119 0,5-4 46 0,-5-2-472 16,1-4 265-16,1-3 69 0,-4 0 86 0,1 0-674 15,-3-4 362-15</inkml:trace>
  <inkml:trace contextRef="#ctx0" brushRef="#br0" timeOffset="110025.15">13338 9418 1188 0,'3'0'0'0,"3"0"0"0,-3 0 0 0,0 6 0 0,-1 5 0 0,0 0 276 16,-2 4-121-16,0 0-62 0,0 4 215 0,0 1-129 15,-7 5-78-15,-2-2 264 0,-2-1-166 0,0 3-83 16,-2-4-41-16,2-3-143 0,-3 1 46 0,3-2 27 16,0-7 1-16,3 1-409 0,-1-6 217 0,4-1 118 15,1-4-608-15,2 0 293 0</inkml:trace>
  <inkml:trace contextRef="#ctx0" brushRef="#br0" timeOffset="110209.18">13467 9278 2172 0,'2'0'0'0,"0"0"0"0,2 0 0 0,0 1 0 0,-2 0 0 0,3 4 0 0,4 0 0 0,-1 0 0 0,2 1 0 0,1 3 564 0,2-2-257 0,0 2-142 0,-2 1-141 0,3 2 9 15,-3 0-1-15,-2 3-578 0,1-2 297 16,-1 2 137-16,-2 0 73 0,-1 0-336 16,2-2 204-16,-3 1 102 0</inkml:trace>
  <inkml:trace contextRef="#ctx0" brushRef="#br0" timeOffset="110397.67">13764 9253 601 0,'0'-4'0'0,"0"2"0"0,0 0 0 0,0 2 0 0,0 0 0 0,0 0 0 0,-2 6 509 16,2 5-230-16,-3 5-127 0,-3 3 359 0,-2 6-238 16,1 3-121-16,-4 6 200 0,-1 3-152 0,-3 7-87 15,0-4-40-15,-3 0-61 0,-1 2 21 0,-4-1-1 16,5-6 9-16,-9 9-160 0,10-14 75 0,0 0 39 16,7-9-1-16,1-1-513 0,6-9 283 0,1 1 131 15,0-6-795-15</inkml:trace>
  <inkml:trace contextRef="#ctx0" brushRef="#br0" timeOffset="110602.13">13906 9222 1557 0,'9'-9'0'16,"3"8"0"-16,6-1 0 0,-2 2 0 0,0 0 0 0,2 3 0 0,-1 10 0 0,0 4 335 0,3 8-155 0,-2 1-74 0,-2 4 301 0,0 4-187 15,-4 3-94-15,-4 1-39 0,-2 1 190 0,-4-1-122 16,-2 1-61-16,0-3-29 16,-8-2 1-16,-7 2-25 0,-4-3-8 0,-6 1-625 15,-4-1 312-15,-3 0 157 0</inkml:trace>
  <inkml:trace contextRef="#ctx0" brushRef="#br0" timeOffset="114668.68">14589 9531 962 0,'0'-12'0'0,"-8"8"0"0,6 2 0 0,0 1 0 0,0 1 0 0,2 0 0 0,0 0 228 0,0 0-98 0,0 0-48 16,0 0-25-16,0 7 145 0,4 8-77 0,4 6-50 16,1 3-21-16,-1 4 112 0,-1 7-67 0,-1 8-32 15,-2-4 0-15,-2 13-7 0,0-3-27 0,-2 4-34 16,0 1 1-16,0 3 32 0,0-3 9 0,0-3-164 16,0-5 77-16,0-10 40 0,0-2-1 15,0-7-255-15,0-3 108 0,0-7 77 16,0-8-327-16,0 0 186 0,0-9 92 0,0 0-278 0</inkml:trace>
  <inkml:trace contextRef="#ctx0" brushRef="#br0" timeOffset="114915.16">14568 9561 1316 0,'0'-14'0'0,"0"5"0"0,0 5 0 0,2-1 0 0,0-2 0 0,7-2 0 0,4 2 0 0,4 0 428 16,6 3-197-16,1 2-99 0,5-1-50 0,-5 3 90 15,8 3-73-15,-6 12-33 0,0 5-1 0,-3 1 20 16,-2 4-26-16,-5 1 8 0,-2 2-100 0,-7 2 33 16,-3 2 1-16,-4 0-6 0,0 0 38 0,-6-2 8 15,-11 0-9-15,-1-1 34 0,-5-7-33 0,-2-2 0 16,-1-4-4-16,4-5-29 0,-6-4-3 0,5-3 27 16,2-2-199-16,1-2 94 0,3 0 46 15,6 0 27-15,2 0-494 0,4-4 241 0,3-2 98 16,2-1-413-16,2 0 272 0</inkml:trace>
  <inkml:trace contextRef="#ctx0" brushRef="#br0" timeOffset="115408.64">15230 9906 983 0,'0'-11'0'0,"2"3"0"0,-2-1 0 0,0-2 0 0,0-2 0 0,0-1 0 0,0 2 197 0,0-4-74 0,-5-1-50 0,1 3 158 16,-1-2-100-16,-1 1-49 0,-1 4-16 0,-1-2 31 15,-1 5-32-15,0 1 0 0,-3 3-49 0,-1 4 17 16,-2 0 8-16,-4 11-21 0,0 11 13 0,-3 9 0 16,0 5 0-16,2 3 51 0,6-2-18 0,-5 14-7 15,6-7-27-15,7-9 122 16,2 3-60-16,4-3-31 0,0-10 8 0,0 1-1 15,6-3 0-15,7-7-37 0,0-4-34 0,4-4 1 16,2-5 41-16,-1-3-173 0,5 0 82 0,-2-15 42 16,-3-6 20-16,2-7-299 0,-2-8 152 0,1-6 40 15,-4-4 48-15,0-3-318 0,-1 0 166 0,-5-4 83 16,0-4 34-16,-2-11-124 0,-3 1 87 0,0-7 44 16,0-2-58-16,0 2 50 0,-1 12 18 0,-1 0 54 15,2 10 0-15,-2 16-22 16,-1 10 1-16,-1 9 246 0,0 4-131 0,0 5-54 15,0 6-31-15,0 2 448 0,0 21-225 0,-1 5-62 16,-5 10-69-16,2 12 287 0,-1 13-171 0,1 0-87 16,0 5-43-16,2 2 211 0,0-10-119 0,0 16-71 15,2-13 42-15,0-8-53 0,0 4-26 0,0-5-59 16,0-7 9-16,0 6 23 0,6-13 0 0,2-2-410 16,1-6 205-16,-2-9 103 0,3-3 58 15,-2-7-771-15,1-6 380 0,5-5 159 16,-5 0-496-16</inkml:trace>
  <inkml:trace contextRef="#ctx0" brushRef="#br0" timeOffset="115623.73">15411 9726 1439 0,'2'-6'0'0,"4"4"0"0,0 1 0 0,-1 1 0 0,2 0 0 16,5 0 307-16,1 0-137 0,4 9-68 0,0 4 160 0,4 3-118 0,-3 4-56 15,1 0-28-15,-3 4 189 16,-2 1-108-16,-3-1-46 0,1 7-35 0,-7-2 5 15,-1-2-32-15,-4 1 0 0,0 0-64 0,-4 3 41 16,-8-5-9-16,-4-2 32 0,-3-3-176 0,-1-2 89 16,-5-5 43-16,3-2-126 0,-7-3 31 0,6-3 58 15,0-3-29-15,2-3-391 0,3 0 218 0,2 0 100 16,9-11 63-16,5-8-372 0,2-6 213 16</inkml:trace>
  <inkml:trace contextRef="#ctx0" brushRef="#br0" timeOffset="115832.17">15768 9587 1562 0,'4'-11'0'0,"-2"5"0"0,-2 0 0 0,0 3 0 0,0 0 0 0,-11 3 0 0,-3 0 282 0,-4 8-125 0,2 11-61 0,0 7 327 16,-1 8-199-16,4 6-95 0,1-1-49 0,7 4 88 16,3 1-68-16,2-7-25 0,0 10-8 0,2-8 77 15,9-5-55-15,6 2-28 16,2-4-94-16,1-5 41 0,3-4-8 0,-2-2-343 15,-3-5 188-15,3-4 93 0,-2-4 48 0,-1-4-614 16,-2-1 265-16,-2-3 167 0,2 0 69 0,-2-4-221 16,0-9 157-16</inkml:trace>
  <inkml:trace contextRef="#ctx0" brushRef="#br0" timeOffset="116017.67">15941 9779 2339 0,'0'-3'0'0,"0"2"0"0,0 1 0 0,2-2 0 0,4-2 0 15,3 0 0-15,5 2 0 0,2-1 0 0,7 1 0 0,1-1 0 0,0 2 0 0,9-1 0 0,-4 0 360 0,-1 0-163 0,0 0-83 0,-1 0-313 0,-3 2 123 0,-1 0 51 16,-1 0 29-16,-3 0-195 0,-1 0 113 0,-7 0 55 16,-2 0-606-16,-4 0 228 0,0 0 186 15,-3 0 78-15</inkml:trace>
  <inkml:trace contextRef="#ctx0" brushRef="#br0" timeOffset="116201.19">16159 9460 1542 0,'-10'-4'0'16,"5"2"0"-16,1 0 0 0,0 0 0 0,3 2 0 0,-1 6 0 0,2 9 0 0,0 9 0 0,0 3 472 0,0 2-211 0,2 5-118 0,-1 9-56 0,1-2 232 15,0 1-143-15,0 1-72 16,-2-5-58-16,0 13-13 0,0-7-1 0,0 3 1 15,0 0-303-15,-4-2 152 0,1-5 83 0,-1 1-578 16,0-5 323-16,4-4 91 0,0-8 104 0</inkml:trace>
  <inkml:trace contextRef="#ctx0" brushRef="#br0" timeOffset="116559.25">16670 9634 756 0,'0'-4'0'0,"0"0"0"0,0 2 0 0,-2 2 0 0,2 0 0 0,-4 6 421 0,2 13-195 0,0 3-96 15,1 10-49-15,-1 4 302 0,2 7-179 0,0-1-86 16,0 1-42-16,2 0 95 0,7-2-69 16,1-5-26-16,4 0-22 0,2-4 0 15,0-6-21-15,3-8-24 0,-2-4 0 0,2-4 32 16,1-9-8-16,5-1-120 0,-3-3 61 0,-1-17 29 15,1-6 0-15,1-6-101 0,-2-7 57 0,-5 2 0 16,-2-5 27-16,-5 0-97 0,-4-2 54 0,-1-3 2 16,-2-6 12-16,-2-1-12 0,0-10 37 0,-2 4-16 15,-9-2-2-15,0 9 2 0,-4-3 12 0,-1 9 29 16,0 15-28-16,-5 1 6 0,3 17-5 16,-5 5 56-16,-3 9-24 0,1 0 2 0,3 18-74 15,-4 14 23-15,3 1 1 0,5-1 18 16,-1 15-185-16,1-5 89 0,5 3 43 0,1 2-354 15,0-2 195-15,5-6 91 0,-3 9 57 0</inkml:trace>
  <inkml:trace contextRef="#ctx0" brushRef="#br0" timeOffset="116792.83">16358 10201 947 0,'0'0'0'0,"0"-2"0"0,0-9 0 0,5-10 0 0,7-3 0 0,5-4 0 0,5-6 306 15,7 2-138-15,-1 4-59 0,11-8 94 0,-2 8-85 16,2 3-43-16,-2 6 23 0,-5 9-33 0,4 4 9 16,-5 4-41-16,-2 2-11 0,-3 2 11 0,-4 16-1 15,-3 3 1-15,0 5 62 0,-4 2-35 0,0 1-1 16,0-1 105-16,0 0-66 0,-2-5-24 0,6 3-9 16,1-7-6-16,1-2 0 0,3-4-26 15,3-5-248-15,-4-8 133 0,9 0 53 16,1 0 30-16,-4-6-751 0,4-9 354 0,-1-5 190 0</inkml:trace>
  <inkml:trace contextRef="#ctx0" brushRef="#br0" timeOffset="117193.93">17535 9260 1814 0,'-4'-11'0'0,"4"9"0"0,0 2 0 0,0 0 0 0,0 0 0 0,0 4 0 0,4 11 0 0,2 9 531 16,0 4-249-16,3 14-124 0,-4-5-55 0,3 18 88 16,-2-4-80-16,-1 1-38 0,-1 0-1 0,-2-1 49 15,0-8-37-15,1 8-29 0,1-15-98 0,-2 0 38 16,1-4 0-16,0-8-131 0,-1-3 93 0,0-9 33 16,0-2 22-16,-2-4-172 0,0-4 67 0,0-2 56 15,0 0-28-15,0-2-74 16,-6-9 37-16,-4-6 38 0,1-6-3 0,-2 1-11 15,-3-5 15-15,0-3 8 0,-3 0-94 0,0 1 58 16,-2 4 29-16,-2 4 0 0,3 9-39 0,-5 1 38 16,0 9 0-16,-1 2 205 0,0 0-88 0,1 18-43 15,4 6-30-15,1 4 375 0,4 4-187 0,5 0-69 16,4 2-55-16,1 1 233 0,4-1-85 16,0 2-57-16,2-4 216 0,10-4-159 0,2-4 41 0,4-1-234 15,0-9 0-15,6 1 0 16,0-7 0-16,2-8-285 0,3 0 175 0,1-4 79 15,2-15 28-15,1-8-877 0,-4-2 436 0,1-4 147 16,-4-3 131-16,-5 3-299 0</inkml:trace>
  <inkml:trace contextRef="#ctx0" brushRef="#br0" timeOffset="117334.57">17757 9578 1677 0,'4'-12'0'0,"-2"3"0"0,1 5 0 0,-1 2 0 0,0 2 0 0,0 0 0 0,1 0 0 0,-1 6 0 0,4 3 668 0,4 4-322 0,-3 2-156 16,2 4 135-16,5 2-145 0,-5-4-74 0,2 3 98 15,1-1-89-15,-1 1-42 0,0-4 138 0,0-2-862 16,0-2 411-16,3-1 144 0,1-1 61 0,-2-2-837 16,2-5 448-16</inkml:trace>
  <inkml:trace contextRef="#ctx0" brushRef="#br0" timeOffset="117584.8">18144 9399 1869 0,'0'-15'0'0,"-2"9"0"0,0-1 0 0,-2 3 0 0,-3 2 0 0,-1 2 0 0,-3 0 237 0,-2 17-102 0,-2 13-51 0,-5 10 467 0,0 14-258 0,1 1-123 15,-5 15-72-15,2 5 247 0,-8 11-32 0,2-2-313 16,-6 8 0-16,-2 9 0 0,-4 1 0 16,3 0 0-16,-1-7 0 0,7-5 0 15,0-5 0-15,9-13 0 0,-1 2 0 0,5-10 0 16,0-12 0-16,6-3 0 0,0-12-212 0,3-10 148 15,1-2 37-15,3-10-413 0,-2-6 203 0,6-3 103 16,-1-4 50-16,0-2-381 0,2 0 220 0,0-2 106 16,0-9-532-16</inkml:trace>
  <inkml:trace contextRef="#ctx0" brushRef="#br0" timeOffset="117794.23">18292 10421 2488 0,'0'5'0'0,"0"12"0"0,7 0 0 0,-1-8 0 0,-1-3 0 0,-2 2 224 15,-1-1-87-15,0-1-56 0,0-2-25 0,-2-3 342 16,0-1-182-16,0 0-92 0,0 0-216 0,0 0-395 15</inkml:trace>
  <inkml:trace contextRef="#ctx0" brushRef="#br0" timeOffset="128117.43">20022 9344 932 0,'0'-8'0'0,"0"4"0"0,-2 1 0 0,2 2 0 0,-2 1 0 0,2 0 0 0,-2 0 244 0,1 0-106 0,-1 0-44 15,0 12-35-15,2 2 164 0,0-1-95 0,0 4-47 16,0 0 19-16,0 1-26 0,2 2-8 0,1-2-33 15,3 1-50-15,-1-2 24 16,4 0 1-16,-4 1-103 0,-1-4 60 0,-1-1 34 16,-1-2 0-16,-2-1-249 0,0-3 136 0,0-1 25 15,0-2 46-15,-2-4-352 0,-3 0 181 0,-2 0 91 16,0-8-220-16,2-9 147 0</inkml:trace>
  <inkml:trace contextRef="#ctx0" brushRef="#br0" timeOffset="128428.64">19985 9243 850 0,'0'-9'0'0,"0"3"0"0,0 2 0 0,0 2 0 0,1 1 0 0,3-1 0 0,5 2 164 0,3 0-65 0,4 0-34 0,3 0 294 15,6 0-167-15,-5 0-80 0,3 0-39 0,5 0 111 16,-7 0-75-16,1 0-31 0,1 0-7 0,-2 0-73 16,0 0 34-16,-5 0 1 0,1 0-58 0,-6 2 36 15,2-1-7-15,-5-1 29 0,0 2-33 0,-3 0 1 16,-3-2 32-16,0 2 24 0,0-2-24 0,-2 0-31 15,0 0 25-15,0 0 71 0,0 4-37 16,0 2-2-16,0-1-35 0,0 3 132 16,0 1-62-16,1 2-30 0,1 0 11 0,0 2-4 15,1 3-17-15,-1-1-21 0,-1 2-68 0,1 0 34 16,2 4 8-16,-2 1-53 0,0 3 39 0,-1-1 0 16,1 2 40-16,0 1-293 0,-2-3 117 0,0 4 73 15,0-7-3-15,0 1-364 0,0-1 203 0,0-5 100 16,0-6-331-16,0 0 221 0,0-5 105 0,0-4 54 15,0-1-307-15</inkml:trace>
  <inkml:trace contextRef="#ctx0" brushRef="#br0" timeOffset="128609.64">20107 9424 1093 0,'-8'0'0'0,"2"0"0"15,2 1 0-15,2-1 0 0,2 0 0 0,0 3 0 0,0-2 0 0,2 1 0 0,10 0 382 0,6 0-175 0,2-2-87 0,2 2 80 0,-2-2-87 16,3 0-40-16,-2 0-211 16,-3 0 86-16,1 2 42 0,-6-2 30 0,1 1-462 15,-5 3 236-15,-4 0 117 0,1 4 60 0</inkml:trace>
  <inkml:trace contextRef="#ctx0" brushRef="#br0" timeOffset="128771.8">20067 9605 1650 0,'0'2'0'0,"0"2"0"0,0-2 0 0,0 0 0 0,0 2 0 0,0-2 0 0,10-2 0 16,2 1 0-16,4-1 229 0,2 0-99 0,-1 0-40 0,3 0-24 0,-4 2 0 0,-1 2-34 16,0-2 1-16,-4 4-439 0,1-2 216 0,-5 1 111 15,0 3 56-15</inkml:trace>
  <inkml:trace contextRef="#ctx0" brushRef="#br0" timeOffset="128974.26">19956 9797 1803 0,'-5'4'0'0,"3"2"0"0,2-5 0 0,0 2 0 0,0-3 0 0,13 0 0 0,8 0 0 0,5 0 0 0,2 0 404 16,4 0-190-16,0-3-90 0,0 0-46 0,0-1 34 15,-2 2-40-15,-8 0 8 0,2 2-196 16,-1 0 75-16,-4 0 36 0,-4 0 1 16,-6 2-407-16,1 4 231 0,-4 0 102 0,-3 1-633 15,-1 0 343-15,-2-1 151 0</inkml:trace>
  <inkml:trace contextRef="#ctx0" brushRef="#br0" timeOffset="129241.06">20180 9793 457 0,'-6'2'0'0,"1"4"0"0,1 4 0 0,2-2 0 0,0 4 0 0,1-3 316 0,1 7-145 0,0-1-70 16,0 1-33-16,0 2 113 16,0-2-73-16,1 1-30 0,3-2-75 0,0 2 1 15,-3-2 28-15,3-5-299 0,-2 1 150 0,-2-4 84 16,0-1 28-16,0-2-299 0,0-4 151 0,0 0 77 16,0 0 37-16,0-2-79 0,0-4 47 0,0-2 14 15,0 1 1-15,0 0 301 0,0-1-140 0,7 2-76 16,3-1 183-16,3 3-92 0,1 0-69 15,2 1 364-15,0 0-182 16,2 2-105-16,-1 1-47 0,-2 0 36 0,2 0-42 0,-4 0-21 16,-3 0 8-16,-1 1-196 0,-4 3 83 0,-1 1 42 15,-2 0 20-15,-2 1-412 0,0-3 225 0,-4 3 53 16,-7 0-431-16,-4-1 252 0</inkml:trace>
  <inkml:trace contextRef="#ctx0" brushRef="#br0" timeOffset="129390.66">20018 9921 1198 0,'0'0'0'0,"-2"0"0"0,2 10 0 0,-3 2 0 0,-1 3 0 0,-1 1 0 0,0 4 0 0,0-1 0 0,-1 4 0 0,1 3 267 16,-1-2-117-16,3-4-59 0,-2 2-29 0,1-4-166 16,3-4 77-16,1 1 26 0,-2-6-482 0,2-3 254 15</inkml:trace>
  <inkml:trace contextRef="#ctx0" brushRef="#br0" timeOffset="129538.27">19985 10032 1270 0,'5'0'0'0,"6"8"0"0,3 9 0 0,-2 1 0 0,4 3 0 0,2 0 322 0,5-1-149 16,1 1-69-16,5-3 190 0,1 2-130 0,0-6-66 16,2 1-24-16,0-1 196 0,1-3-119 0,-1-3-59 15,-2 1-29-15,2-5-437 0,-5-2 212 0,5-1 93 16,-4-1-799-16</inkml:trace>
  <inkml:trace contextRef="#ctx0" brushRef="#br0" timeOffset="129816.52">20615 9655 2307 0,'2'-21'0'0,"8"9"0"0,10 9 0 0,3-3 0 0,-4 0 0 0,1 1 0 0,1 3 0 0,0 0 0 0,2 2 0 0,-1 0 252 0,-1 0-109 0,-2 8-21 16,1 5-48-16,-3 2 0 0,-4 2-42 0,-4 1-118 15,-3 3 59-15,-4 4 38 0,-2 0-8 0,-3 2-4 16,-15 1 1-16,-3 1 32 0,-2-1 1 0,-4-2-24 16,-3-1-9-16,-2-3 33 0,-3-5-142 0,-7 2 60 15,4-6 8-15,5-4-213 0,-5-2 115 0,5-4 62 16,8-3 23-16,4 0-291 0,6 0 156 0,7-3 70 15,8-9 47-15,0-8-162 16,10 2 100-16,15-4 51 0</inkml:trace>
  <inkml:trace contextRef="#ctx0" brushRef="#br0" timeOffset="130006.02">20985 9467 1828 0,'0'-7'0'0,"0"1"0"0,0 4 0 0,-5 2 0 0,-6 0 0 0,2 2 0 0,-3 12 0 0,1 11 322 0,-1 1-145 16,5 8-72-16,-1 2 325 0,1 1-199 0,4 0-91 16,3 3-57-16,0-3-19 0,0-2 1 0,1-3-32 15,10-2 0-15,2-7-125 0,6 2 58 0,2-5 34 16,-3-4-514-16,1-5 274 0,2 0 136 0,-2-5-769 16,2 0 424-16</inkml:trace>
  <inkml:trace contextRef="#ctx0" brushRef="#br0" timeOffset="130164.1">21266 9744 1774 0,'2'0'0'0,"3"0"0"0,-3 0 0 0,0 0 0 0,-2 0 0 0,0 4 0 0,0 6 0 0,-2 3 258 16,-7 5-112-16,-7 4-57 0,2 2-22 0,-4 1 0 15,6-5-26-15,-6 8-362 0,7-8 177 0,0-3 89 16,3-1 43-16</inkml:trace>
  <inkml:trace contextRef="#ctx0" brushRef="#br0" timeOffset="130363.57">21434 9534 2226 0,'0'0'0'0,"2"0"0"0,6 0 0 0,0 0 0 0,-1 3 0 0,2 2 0 0,0 2 0 0,3 1 0 0,-1 1 467 0,0 3-209 0,1 0-117 16,-3 3-54-16,0-1-220 0,-1 3 83 0,-2 0 42 15,-1-2 28-15,-1 2-623 0,1-4 318 0,2 0 159 16,-2-2-682-16</inkml:trace>
  <inkml:trace contextRef="#ctx0" brushRef="#br0" timeOffset="130560.57">21752 9350 1746 0,'0'-11'0'0,"0"5"0"0,0 1 0 0,1 3 0 0,3 0 0 0,-1 2 0 0,-1 9 0 0,-2 14 0 0,0 5 734 16,-2 13-351-16,-14 6-167 0,-7 12 309 0,0 3-263 16,-5 2-33-16,-2 7-229 0,-1 2 0 0,-4 6 0 15,-5 11 0-15,1-5 0 0,1 0 0 0,1-3 0 16,4-14 0-16,8-3-543 15,-7 5 305-15,11-20 135 0,-2-1 68 0</inkml:trace>
  <inkml:trace contextRef="#ctx0" brushRef="#br0" timeOffset="131409.69">22327 9212 947 0,'0'-2'0'0,"0"2"0"0,0 0 0 0,0 0 0 0,0 0 0 0,-2 3 0 0,-2 5 122 0,1 3-45 0,-4 2-14 0,0 0 33 15,-2 4-31-15,0 0-1 0,-7 5-31 0,3 0-76 16,-2-4 46-16,-5 6-9 0,1-7-58 0,-2 0 45 16,4-4 24-16,-4-1 6 0,2-3-10 0,3-3 22 15,0-4 1-15,5 0-33 0,2-2 140 0,-1 0-70 16,5 0-24-16,3 0 223 15,0 0-115-15,2 0-51 0,0 0-31 0,0 7 88 16,0 4-63-16,0 4-28 0,2 8 1 0,2 2 46 16,-3 2-37-16,3 3 8 0,-1 4-57 0,-1 0 12 15,-2-1-1-15,0 4-85 0,0-4 43 0,0-1 30 16,0-1-9-16,0-9-216 0,0 2 117 0,0-5 30 16,0-6 38-16,0-1-454 0,0-7 228 0,0-3 83 15,0-2-314-15,0-2 222 0,0-15 112 0,0-9 46 16</inkml:trace>
  <inkml:trace contextRef="#ctx0" brushRef="#br0" timeOffset="131696.24">21990 9471 669 0,'2'-11'0'0,"0"3"0"0,3 4 0 0,4 2 0 0,0 0 0 0,4 2 335 0,2 0-151 0,3 0-76 0,7 0 103 16,-1 6-89-16,-1 0-37 0,6 3-30 0,-6-2 152 15,0-1-87-15,2-1-43 16,-4 1-23-16,0-5 31 0,-1 2-30 0,-6-1 0 0,-2 0-3 15,-3-2-19-15,-2 0 0 0,-5 2 8 16,1-2 48-16,-1 0-28 0,-2 0 0 0,0 0 71 16,0 0-50-16,0 4-16 0,-2-2-9 0,-4 3 139 15,0 3-81-15,1 2-41 0,1 2-1 0,0 3 19 16,3 2-33-16,1 4-1 0,0 5-112 0,0-2 43 16,0 2 22-16,0 3 8 0,0-1-232 0,1 1 123 15,5 0 62-15,-1-2-200 0,-1 1 82 16,1-7 74-16,0 2-27 0,-1-3-401 15,-3-4 234-15,1-4 117 0,0-1 49 0,0-4-351 16,-2-3 209-16,0-2 104 0,0-2-288 0</inkml:trace>
  <inkml:trace contextRef="#ctx0" brushRef="#br0" timeOffset="131841.84">22091 9692 1380 0,'-9'-2'0'0,"4"0"0"0,1 1 0 0,2 1 0 0,2 0 0 0,0 0 0 0,2-2 0 0,9 2 0 0,5-3 162 0,2 3-69 16,1 0-31-16,1 0-7 0,1 0-1 0,0 0-21 16,-5 0 8-16,2 3-360 0,-4 6 177 0</inkml:trace>
  <inkml:trace contextRef="#ctx0" brushRef="#br0" timeOffset="131989.44">22155 9890 1320 0,'-11'0'0'0,"6"0"0"0,-1 0 0 0,3 0 0 0,0 0 0 0,1 0 0 0,2-1 0 0,0-3 0 0,7-3 154 0,4-3-64 0,3 3-29 0,3-2-253 15,1 0 113-15,0-3 55 0,3 3 37 0,2-5-232 16,-1 3 126-16</inkml:trace>
  <inkml:trace contextRef="#ctx0" brushRef="#br0" timeOffset="132466.63">22631 9260 1115 0,'5'-9'0'0,"-3"5"0"0,-2 2 0 0,0 2 0 0,0 0 0 0,-11 12 0 0,-2 0 0 0,-4 6 0 0,-4 2 159 0,5-1-63 16,-3-2-32-16,1-4 60 0,2 2-46 0,1-2-14 16,4-4-8-16,3-3 6 0,0-1-29 0,6-2-1 15,0-2 36-15,2-1 8 0,0 0-44 0,12 0 1 16,3 0-31-16,2 0 31 15,1-4-1-15,3 1-37 0,0-3 14 0,-1 3 1 16,1 1 22-16,0 0-75 0,-2 0 36 0,0 2 13 16,-3 0-5-16,0 0-23 0,-2 0-1 0,-2 6 24 15,-1 1 44-15,-4 2-9 0,0 2-26 0,-2 3-9 16,-3 3 194-16,0 1-83 0,-2 7-46 0,0-5 221 16,0 10-131-16,0 1-61 0,0 1-32 0,0 2 96 15,0-2-63-15,0 3-23 0,0-2-9 16,0 2-63-16,2-3 0 0,-1-4 32 0,3 0-69 15,0-4 42-15,-2 1-7 0,-1-1 34 16,-1-3-155-16,0-3 78 0,0-3 38 0,0-1-194 16,-7-3 102-16,-4-3 15 0,-3-5 38 0,-2-1-156 15,-3-2 86-15,-1 0 25 0,-5-2 34 0,1-7-200 16,-3-6 111-16,3-4 57 0,-3-3-146 0,5-7 93 16,-2-6 57-16,11 5 27 0,-1-2-53 0,3 2 38 15,6 7 1-15,-2 1 72 16,7 5-12-16,0 6-1 0,0 1-21 0,0 5 269 15,2-1-134-15,7 5-76 0,3 1-25 0,4 0 242 16,0 0-127-16,2 0-17 0,0 0-48 0,3 0-100 16,2 5 34-16,3 0 42 0,-2 1-379 0</inkml:trace>
  <inkml:trace contextRef="#ctx0" brushRef="#br0" timeOffset="133140.09">23084 9285 1728 0,'-21'-10'0'0,"16"10"0"0,3 0 0 0,2 0 0 0,0 0 0 0,0 0 0 0,0-3 0 0,7 3 139 0,11 0-53 0,3 0-26 0,6 0-91 15,1 0 41-15,0 0-9 0,-1 8 32 0,-4 2-266 16,-4 1 133-16,-1 5 66 15,-7-1-171-15,-4 5 110 0,-3 6 58 0,-4-3 7 16,0 5-1-16,-6-1-36 0,-7 0 0 0,-2 0 182 16,2 0-86-16,-2-6-31 0,4-1 0 0,2-2 455 15,-2-1-194-15,6 0-124 0,1-4 2 0,4 1 170 16,0-2-137-16,0 0-69 0,6 2 63 0,6 1-70 16,-3-1-30-16,4 2-113 15,0 2 41-15,-2 0 0 0,1 1 49 0,-3 2-110 16,-2 0 50-16,-1-1 26 0,-2-1 0 0,-3 2-183 15,-1-3 66-15,0-1 61 0,-1-2-32 0,-9-4-91 16,1-1 39-16,-4-4 52 0,0-2-21 0,-3-3 39 16,0-1 0-16,-1 0 30 0,2-1-143 0,-2-13 72 15,2-1 27-15,-2-6-69 0,6-2 56 0,-3-4 29 16,5-1 0-16,2 3-147 0,1 5 80 0,1-1 51 16,-1 4 23-16,2 5 52 15,0 1-31-15,1 4 0 0,-1 2 243 0,0 1-118 16,1 2-62-16,1 2-31 0,2 0 349 0,0 0-183 15,0 0-39-15,0-2 27 0,13 0-48 0,9-5-37 16,5-5 1-16,3-1-78 0,9-6 16 0,-2 5 1 16,-5-1 25-16,4-1-254 0,-2 1 126 0,-8 6 73 15,-1 1-261-15,-3 3 144 0,-9 3 24 0,-1 2 13 16,-5 0 22-16,-5 0 16 0,-2 6 8 0,0 3 186 16,-12 6-82-16,-6-1-40 0,-3 4 0 0,3-5 74 15,-8 4-37-15,6-6-36 0,-1 0 25 16,5 1 290-16,0-5-118 0,7-1-86 15,4-3 144-15,-1 0-115 0,5-2-59 0,1 1-28 16,0-2 75-16,7 0-44 0,7 0-34 0,4 0-21 16,1 0-5-16,-1 0-1 0,3 0 1 0,-1 0-168 15,-1 0 80-15,0 0 44 0,-4 0 21 0,1 0-149 16,-7 0 68-16,-2 0 57 16,-2 0-551-16,-3 0 271 0,1 4 110 0,-3 1 75 15,-3 3-388-15</inkml:trace>
  <inkml:trace contextRef="#ctx0" brushRef="#br0" timeOffset="133441.28">22941 9578 755 0,'-7'5'0'0,"0"8"0"0,5 4 0 0,1 6 0 0,1 1 0 0,0 4 165 0,0 4-67 0,0 6-24 15,1-3 275-15,6 5-158 0,-4-2-79 16,-1-1-40-16,0 0 38 0,-2-1-31 15,0-4-7-15,0-5-42 0,-7-7 3 0,-3-2 0 16,1-2-1-16,1-7 151 0,3-4-80 0,-2 2-35 16,4-5 0-16,-1-2 207 0,4 0-113 0,0 0-69 15,0 0 90-15,6 0-75 0,13 0-37 0,5 0 160 16,3-2-92-16,7 2 67 0,1 0-206 0,8 0 0 16,-1 0 0-16,-1 0 0 0,-4 0 0 0,11 0 0 15,-6 0-212-15,-1 0 204 16,1 0-1-16,-8 0-573 0,3 0 299 0,-3 2 84 15,0-1-315-15,-4 2 240 0,-7-1 121 0,0-1 60 16,-3 1-555-16</inkml:trace>
  <inkml:trace contextRef="#ctx0" brushRef="#br0" timeOffset="133606.84">23675 9688 1813 0,'2'-19'0'0,"0"5"0"0,0 2 0 0,0 5 0 0,0 2 0 0,-1 4 0 0,1 1 0 0,4 1 0 0,0 15 576 15,3 5-271-15,-3 5-137 0,-1 2-67 0,1 4 139 16,-2 2-96-16,-2 0-59 0,0 0-363 0,0-3 155 16,1 1 78-16,-1-6-285 0,0-3 189 0,-1-2 83 15,1-3 46-15,0-6-774 0,0-1 388 0</inkml:trace>
  <inkml:trace contextRef="#ctx0" brushRef="#br0" timeOffset="133773.91">23910 9301 1774 0,'3'-9'0'0,"7"5"0"0,-1 3 0 0,-1-1 0 0,0 2 0 0,-3 0 0 0,3 0 274 0,-1 2-121 0,3 3-52 16,1 6 59-16,-2-1-63 0,1 1-33 0,-1 2-234 16,0 2 101-16,0-2 59 0,1 1 17 0,0 0-806 15,-1 0 388-15</inkml:trace>
  <inkml:trace contextRef="#ctx0" brushRef="#br0" timeOffset="134049.76">24261 9303 544 0,'6'-11'0'0,"-1"4"0"0,-3 1 0 0,0 2 0 0,-2 0 0 0,0 4 0 0,-5 0 406 16,-16 1-190-16,-3 15-92 0,-10 6 206 0,-4 1-149 16,0 4-74-16,5-3-12 0,-10 5-35 0,5 0 1 15,-2-3-29-15,5-1-31 16,3-6 0-16,2-2 40 0,7-6-8 0,5-4-105 15,6-3 52-15,3-4 27 0,4 0-1 0,1 0 83 16,4 0-33-16,0-6 1 0,7-5 81 0,13-1-53 16,3 0-35-16,5 1 79 0,6 1-53 0,1 3-21 15,4 3-1-15,-2 0-110 0,1 4 45 0,-1 0 30 16,-2 0-9-16,-3 2-79 0,1 5 50 0,-7 0 27 16,-5 0-335-16,1-1 173 0,-3-3 51 0,-4-3 52 15,-4 0-348-15,-1 0 183 0,-4 0 91 0,-5 0-175 16,1-6 137-16,-2-5 65 15,0 0 33-15,-5-2-263 0</inkml:trace>
  <inkml:trace contextRef="#ctx0" brushRef="#br0" timeOffset="134241.56">24115 9118 509 0,'-8'0'0'15,"3"0"0"-15,3 4 0 0,-1 8 0 0,3-3 265 0,0 5-116 0,0 3-58 0,0 3-21 0,0 8 470 16,5 1-254-16,0 2-127 15,-1 4 305-15,-2 0-216 0,-2 3-99 0,0 7-62 16,0-6 69-16,0 2-61 0,-4-7-32 0,-3 6-326 16,-3-5 156-16,3-1 66 0,-1-4 37 0,1-3-527 15,1-7 282-15,-2 0 141 0,3-8 40 0,1 0-384 16,1-9 209-16</inkml:trace>
  <inkml:trace contextRef="#ctx0" brushRef="#br0" timeOffset="134498.87">24030 9467 760 0,'-4'0'0'0,"-1"1"0"0,-2 13 0 0,-2-1 0 0,-2 4 0 0,-1 2 0 0,-2 1 480 0,1 1-224 15,1-4-111-15,1 1 174 0,2-1-135 0,-1 1-80 16,7-7-35-16,-1-1-195 0,2-4 79 0,2-3 40 16,0 0 8-16,4-3-186 0,11 0 109 0,3-12 55 15,3 0-387-15,2-3 209 16,-3 3 108-16,7-2-153 0,-8 4 105 0,4 0 54 15,-1 5 26-15,-2-1 246 0,0 5-119 0,-2-1-45 16,-1 2-29-16,0 0 324 0,-2 0-175 0,-2 0-41 16,1 2 89-16,-4 3 5 0,0 1-81 15,-2-1-41-15,-1-1-84 0,-3 4 22 0,-1-3 7 0,-1 1-428 16,-2-1 221-16,0 3 111 0,0 2 54 0</inkml:trace>
  <inkml:trace contextRef="#ctx0" brushRef="#br0" timeOffset="134740.22">24044 9671 1672 0,'-12'7'0'0,"6"0"0"0,1 0 0 0,1 1 0 0,1-1 0 0,1 4 0 0,2-1 0 0,0 2 0 16,0 2 250-16,0 1-108 0,0-2-55 0,0 2 157 0,0 0-98 16,2 1-60-16,-1-4 1 0,3 4-27 0,0-4 0 15,1 0-27-15,1 1 9 16,2-1-9-16,2-2-1 0,2 0 1 0,3-1-86 15,0-3 43-15,2-1 30 0,-1 1-9 0,2-2-241 16,-4-2 132-16,0-1 26 0,-3-1-439 0,1 0 211 16,-5 0 139-16,0 0-143 0,-3 0 136 0,-2 0 67 15,0 0 34-15,-2 0-282 0,0 0 163 0,0-3 76 16,-4-7 39-16</inkml:trace>
  <inkml:trace contextRef="#ctx0" brushRef="#br0" timeOffset="135371.81">24182 9755 1016 0,'0'-11'0'0,"0"2"0"0,0 6 0 0,0 0 0 0,0 2 0 0,-2 1 0 0,-3 1 0 0,-2 13 0 0,-2 1 423 0,-2 8-196 0,-1-5-88 16,-4 8-58-16,0-1 245 0,-2 1-147 0,-3 1-73 15,1-2-93-15,-2-4 28 0,-3 0-8 0,0-2-239 16,2-4 119-16,-2-2 60 0,4-4 30 0,1-5-124 16,5-2 72-16,0-2 41 15,5 0 16-15,3-4-268 0,5-13 67 0,2-1 79 16,2-11-48-16,10-1 64 0,9-5 33 0,4-1 0 15,5 1 65-15,2-4-41 0,5 0 8 0,1 0 17 16,2-1 17-16,6-3-1 0,0 4-33 0,-7 5 26 16,4-6 8-16,-1 6-34 0,-3-3 1 0,-2 6 177 15,-3 2-68-15,-6 5-50 0,1 1 6 0,-5 3 229 16,-6 3-106-16,-1 4-70 0,-5 1 194 0,-2 5-128 16,-7 5-60-16,1 0 68 0,-4 0-64 0,0 2-31 15,-5 6 7-15,-11 13 2 16,-2 0-1-16,-3 3-40 0,-2 4 0 0,3-1-2 15,1 0 10-15,0 0-9 0,8-6 1 0,2 0 22 16,5-8-1-16,-1 0-21 0,5-3-32 0,0-2 32 16,0-3-1-16,9-3-67 0,3 0 34 0,6 0 0 15,0-1 31-15,1-7-124 0,-3 1 50 0,2 2 32 16,-4 2 6-16,2 2-33 16,-7 1 16-16,5 0-3 0,-7 8-2 0,-3 8 69 15,-3 1-21-15,-1 6-23 0,0 4 216 0,-7 3-104 16,-7-1-45-16,0 2 172 0,-3 1-95 0,0 0-54 15,0 0-18-15,-1-4-59 0,-1 0 169 0,-2-2-179 16,2-3 0-16,0-1 0 0,3-6 0 0,-3-2 0 16,-1-1-387-16,4-7 264 0,-1-2 55 0,0-4 47 15,2 0-506-15,2 0 254 0,1-10 105 0,1-8-48 16,0-7 92-16,6 3 45 0,0-2 15 0,2-7 105 16,3 11-37-16,0-3 0 15,0 4-36-15,0 2 145 0,2 10-81 0,8-2-28 16,2 7 458-16,6 1-244 0,5 1-61 0,2 3-82 15,5 10 431-15,7 4-256 0,0 1-34 0,2 3-216 16,0 4 0-16,0-1 0 0,-2-1 0 0,6 6 0 16,-6-2 0-16,-1-3 0 0,0-1 0 0,-2-1-524 15,-2-6 303-15,-2 4 96 0,-3-1-512 0,-1-2 274 16,-5 10 165-16,-3 8 83 0</inkml:trace>
  <inkml:trace contextRef="#ctx0" brushRef="#br0" timeOffset="135501.47">25116 10144 1659 0,'4'-5'0'0,"3"1"0"0,2 1 0 0,-3-3 0 0,-5 1 0 0,1-1 826 0,1-2-397 0,-1-1-198 16,-2-1-99-16,2-3-162 0,-2 1 27 0,0 4 0 16</inkml:trace>
  <inkml:trace contextRef="#ctx0" brushRef="#br0" timeOffset="139614.29">26654 9356 518 0,'0'-12'0'0,"0"4"0"0,0 1 0 0,0 2 0 0,0 1 0 0,0 2 0 0,0 1 0 15,0-2 133-15,0 2-50 0,0 1-26 0,0 0 113 0,0 0-73 16,0 5-32-16,0 6 84 16,0 4-58-16,0 6-29 0,-2 2 8 0,-2 8 75 15,2 0-56-15,-1 4-29 0,-1 8 1 0,0-8 39 16,1 12-38-16,1-6 0 0,0 0-29 0,0-7 47 15,2 3-24-15,0-1 9 0,0-6-85 0,2-2 27 16,5-7-1-16,3 0 27 0,-1-5-206 0,2-2 111 16,0-7 43-16,3-1-398 0,-4-3 206 0,3-3 68 15,1 0 63-15,-1 0-345 16,-1-7 201-16,-3-2 95 0</inkml:trace>
  <inkml:trace contextRef="#ctx0" brushRef="#br0" timeOffset="140062.1">26788 9506 1064 0,'1'-3'0'16,"3"0"0"-16,2 2 0 0,1-1 0 0,3 0 0 0,1 0 0 0,3-1 0 0,-1 3 0 0,3 0 272 0,3 0-120 0,0 0-60 0,-1 0-29 0,-1-1 49 16,2 1-43-16,-4-2 0 15,-1 0-50-15,-1 0 14 0,-4 1 0 0,-1 0 8 16,1-4-7-16,-5 3-1 0,-3 0 0 0,1 2 22 15,0-1 0-15,-2 1-14 0,0 0-8 0,0 0 33 16,0 7 0-16,0 5-33 0,0 6-1 0,-4 2 83 16,-4 5-45-16,2 1 0 0,0 2-76 0,-2 1 0 15,1 0 39-15,-3 1 8 0,3 1-61 16,-3-2 27-16,-1 0-1 0,-2 1-161 16,-2-1 89-16,2-5 38 0,-5 2 22 0,1-6-320 15,3-4 158-15,-1-2 49 0,0-4 49 0,3-6-283 16,1-3 164-16,3-1 78 0,-1 0-225 0,6-9 152 15,3-9 75-15,0-7 30 0,0-7-82 0,0 1 63 16,0-4 33-16,0 3-45 0,0 10 110 0,1-3 0 16,1 6 0-16,-2 4-76 0,2 5 76 0,0 4 0 15,0 2 0-15,0 1 299 0,-1 3-182 0,6 0-75 16,2 0 440-16,5 7-200 16,-1 4-123-16,6 5-42 0,2-2 112 0,1 3-98 15,2 0-49-15,-2 2 131 0,2 0-82 0,1-3-54 16,-2 4-21-16,-3-5-227 0,-4-2 103 0,4-1 49 15,-3-2 35-15,-2-1-488 0,-2-3 252 0,1-4 126 16</inkml:trace>
  <inkml:trace contextRef="#ctx0" brushRef="#br0" timeOffset="140233.65">27191 9503 984 0,'2'-4'0'0,"9"0"0"0,6 2 0 0,3-2 0 0,-2 0 0 0,4 1 0 0,0-1 0 0,1 2 301 16,-1 0-134-16,2 0-68 0,-5 1-24 0,1 1-86 16,-1 0 22-16,-2 0 0 0,-4 0-311 0,-3 0 166 15,0 0 92-15,-3 0 33 0,-5 0-455 0</inkml:trace>
  <inkml:trace contextRef="#ctx0" brushRef="#br0" timeOffset="140559.29">27329 9158 916 0,'0'-11'0'0,"0"6"0"0,0 1 0 0,0 3 0 0,0-2 0 0,0 3 0 0,0 0 0 0,0 11 0 0,0 12 343 0,4 3-156 0,1 8-77 16,0 10 220-16,3 8-141 16,-3 12-82-16,1 0-37 0,0 3 55 0,-2 3-46 15,-1-4-23-15,0-11-42 0,0 4-7 0,-1-3 25 16,0-5 1-16,-2-2-52 0,0-6 26 0,0-9 8 15,0 0 17-15,0-7-158 0,-4-5 78 0,-3-6 41 16,-2-6-200-16,-2-6 106 0,0-4 16 0,-3 0 39 16,-2-16-134-16,1-2 76 0,0-5 25 0,-2-5-68 15,-1-2 61-15,1-9 26 16,0 1 1-16,5 5-53 0,-1 0 40 0,5 7-9 16,1 2 48-16,0 3 35 0,5 10 0 0,-2-1-35 15,4 7 215-15,0-1-115 0,0 4-46 0,1 0-27 16,11 2 84-16,5 0-48 0,6 0 1 0,-3 0-271 15,10-2 125-15,-2 2 52 0,3 0 28 0</inkml:trace>
  <inkml:trace contextRef="#ctx0" brushRef="#br0" timeOffset="140898.91">27827 9129 1402 0,'0'-7'0'0,"9"6"0"0,-2 1 0 0,0 0 0 0,0 0 0 0,-5 0 0 0,3 6 0 16,-2 1 0-16,1 4 77 0,-2 4-23 0,-2 1 1 0,0 2-290 0,0 1 123 0,-7 2 64 15,-2 3 28-15,-3-2-343 16,1-1 165-16,-5 0 83 0,0-3-9 0,0 0 38 16,0-4 30-16,-1 0 1 0,4-5 45 0,-3-3 1 15,4 0-24-15,4-5 229 0,-2 1-110 0,5-2-59 16,1 0-30-16,2 0 461 0,2 0-233 0,0 0-66 15,0 0-73-15,11-3 270 0,5-3-161 0,9 0-81 16,-5 3 79-16,8-3-85 0,-2 1-37 0,2 2 0 16,-1-4 8-16,-5 5-23 0,1-2 9 0,-3 0-211 15,0 3 89-15,-6-1 45 0,-5 0 22 0,0 2-410 16,-2 0 224-16,-3 0 52 16,-3 0 70-16,-1 5-510 0,0 5 267 0,-5 0 131 15,-7-1-68-15</inkml:trace>
  <inkml:trace contextRef="#ctx0" brushRef="#br0" timeOffset="141067.46">27726 9404 857 0,'-16'0'0'15,"2"0"0"-15,4 3 0 0,2 0 0 0,3 5 0 0,0 2 0 0,3 2 147 0,2 4-57 0,0 2-29 0,0 8 130 0,0 2-80 16,0 1-30-16,0 4 221 16,-4 3-134-16,-3 1-68 0,-2 1-34 0,-3-2-12 15,2-2 7-15,0 0-28 0,-2-4 0 0,1-2-211 16,4-8 105-16,-2 0 53 0,4-8-385 0,0-2 209 15,3-4 113-15,2-6-5 0,0 0-220 0,2-10 89 16,7-12 84-16</inkml:trace>
  <inkml:trace contextRef="#ctx0" brushRef="#br0" timeOffset="141217.21">27713 9630 1244 0,'4'-2'0'0,"2"2"0"0,0 0 0 0,0 0 0 0,2 0 0 0,-3 3 0 0,5 3 0 0,-3 2 226 0,3 0-97 16,0-1-48-16,-4 2 242 0,3 0-137 0,-4-2-81 15,3 2-36-15,-3-2-160 0,-1 2 62 0,1-4 39 16,0-2-440-16,-1 1 231 0,-1-2 116 0,3-2 58 16,-1 0-528-16,-2 0 215 0,2-6 119 0</inkml:trace>
  <inkml:trace contextRef="#ctx0" brushRef="#br0" timeOffset="141342.37">27902 9583 1065 0,'3'0'0'0,"-1"0"0"0,0 0 0 0,-1 0 0 0,1 0 0 0,0 2 0 0,-1 2 0 0,3 3 132 0,-4 3-50 0,3-3-24 0,-1 4 96 16,0-1-64-16,0 1-29 0,1-1 0 0,1-3-330 16,0 0 151-16,2 2 84 0,0-8-535 0</inkml:trace>
  <inkml:trace contextRef="#ctx0" brushRef="#br0" timeOffset="141588.25">28082 9593 928 0,'4'-6'0'0,"6"2"0"0,-1 2 0 16,-1 2 0-16,-3 0 0 0,0 0 0 0,-2 4 0 0,-1 7 0 0,-2 3 304 0,0 4-128 0,-10 7-75 0,-5 0-8 0,-3-2-30 0,-3 5 1 16,0-2-32-16,-4 0-24 0,0-2-8 0,-1-1 32 15,-2-5 1-15,-1 1-143 16,-1-6 71-16,7-2 45 0,-7-3-93 0,8-2 60 16,2-4-2-16,0-2 26 0,11 0 71 0,0 0-28 15,4 0-47-15,1 0 339 0,4 0-154 0,0-2-79 16,2-2-25-16,13 0 104 0,7-1-76 0,5 2-35 15,3-1 0-15,3 3 106 0,5-1-69 0,-1 2-28 16,-2 0-117-16,4 0 37 0,-4 0 0 0,-1 5 37 16,-2 3-597-16,-1 2 307 0</inkml:trace>
  <inkml:trace contextRef="#ctx0" brushRef="#br0" timeOffset="141999.29">28482 9171 1267 0,'0'-24'0'0,"0"15"0"0,0 8 0 0,0 1 0 0,4 0 0 0,6 1 0 0,-1 3 211 0,-1 3-80 0,2 1-54 16,-2-1 53-16,5 5-49 0,-2-1-24 0,-1 2-1 16,-3 0-63-16,0 2 15 0,-1 0 0 0,-3 0-350 15,1-2 187-15,1-2 94 16,-2-1 55-16,2-2-513 0,0-2 261 0,2-5 27 16</inkml:trace>
  <inkml:trace contextRef="#ctx0" brushRef="#br0" timeOffset="142259.6">28733 9163 924 0,'8'-14'0'0,"-2"8"0"16,3 1 0-16,-2 1 0 0,-1 2 0 0,-3 1 0 0,-1 1 0 0,0 0 0 0,-2 3 277 0,0 12-126 0,-2 2-59 15,-13 4 55-15,-3 2-57 0,-2 1-28 0,-7 2 7 16,0-1-79-16,-1 0 22 0,-1-6-1 0,2 2-139 16,-1-2 80-16,-1-4 49 0,1-2-9 0,5-6-101 15,2-1 71-15,0-3-2 0,6-3 31 0,3 0-41 16,3 0-5-16,3 0 21 0,5 0 236 0,1 0-109 15,0-1-49-15,3-3-23 0,15-1 109 0,5 1-59 16,4 0-30-16,5 1 167 0,1-1-88 0,6 2-36 16,-2 0-29-16,1 2 6 0,1 0-28 0,-4 0-1 15,-3 0 1-15,-7 0-224 16,-2 0 108-16,-1 0 58 0,-5 4-530 0,-4 3 275 16,-6 2 98-16,-5 3 77 0,-2 1-210 0</inkml:trace>
  <inkml:trace contextRef="#ctx0" brushRef="#br0" timeOffset="142434.13">28401 9617 1298 0,'-7'5'0'0,"7"-1"0"0,0 1 0 0,5-5 0 0,12 0 0 0,10 0 0 0,-1 0 0 0,10 0 0 0,1-1 0 0,0-3 380 0,1-1-178 0,-2-1-84 15,0 1-44-15,-4 2-21 0,-6 1 0 0,-4-1-12 16,-1 1-393-16,-5 2 193 0,-4 0 95 0,-4 0-185 15,0 0 141-15,-6 0 78 0,-2 0-30 0</inkml:trace>
  <inkml:trace contextRef="#ctx0" brushRef="#br0" timeOffset="142602.72">28615 9429 1427 0,'-2'-1'0'0,"2"1"0"0,0 3 0 0,0 10 0 0,0 4 0 0,0 3 0 0,-3 5 0 0,-2 3 0 0,-3 2 0 0,-2 2 210 15,-7 3-80-15,-5 6-53 0,0-2 42 0,1-4-43 16,-1-5-21-16,-2 1-275 0,1-3 135 0,3-2 55 16,5-9 31-16,2-2-195 15,6-5 113-15,2-5 57 0,5-5 37 0</inkml:trace>
  <inkml:trace contextRef="#ctx0" brushRef="#br0" timeOffset="142739.34">28505 9720 889 0,'7'-2'0'0,"2"2"0"0,1 0 0 0,4 11 0 0,-3-1 0 0,5 3 0 0,-1 0 241 0,3 4-104 0,0 0-52 16,4 2 333-16,-1-2-193 0,-3-2-88 0,5 3-56 16,-2-1-73-16,-3-3 25 0,0-3-1 0,1-2-483 15,2 0 250-15,-1-6 113 16,-1-2 60-16,1-1-579 0</inkml:trace>
  <inkml:trace contextRef="#ctx0" brushRef="#br0" timeOffset="142923.84">29272 9024 1883 0,'0'-6'0'0,"0"6"0"0,0 1 0 0,0 13 0 0,-4 1 0 0,-12 4 0 0,-7 6 0 0,-3 1 0 0,-8 7 276 0,-1 1-122 0,3-2-60 0,-1 0-6 15,9-6-28-15,-4 5 9 0,4-5-36 0,5-2-165 16,2-1 82-16,4-5 41 0,6-2-600 0,5-5 318 15</inkml:trace>
  <inkml:trace contextRef="#ctx0" brushRef="#br0" timeOffset="143175.18">29134 9226 1191 0,'8'-4'0'0,"4"3"0"0,-5 1 0 16,1 0 0-16,-1 0 0 0,-2 5 0 0,-3 5 0 0,-2-1 0 0,0 6 172 0,-2 3-70 0,-8-1-34 0,-5 5-11 0,0-2 0 0,0-3-16 15,-4 7-8-15,1-7-130 0,1-2 65 0,-2 0 33 16,3-3-44-16,-1-3 47 0,6-1-9 0,2-2 38 16,-1-5-46-16,5 1-12 0,0 0 23 15,3-2 169-15,2 0-78 0,0 0-55 16,0 0 1-16,7 0 150 0,7 0-79 0,0-2-17 16,2-1-32-16,5-1-55 0,-2 2-1 0,1-2 32 15,-2 2-148-15,1 0 82 0,-3 0 29 0,-2 2 0 16,1 0-506-16,-5 0 225 0,0 0 141 0,-2 0-397 15</inkml:trace>
  <inkml:trace contextRef="#ctx0" brushRef="#br0" timeOffset="143414.54">29258 9375 767 0,'5'-10'0'0,"-2"5"0"0,-1 3 0 0,-1 0 0 0,2 0 0 0,-3 2 0 0,0 0 0 0,0 11 158 0,-7 6-62 0,-6 2-32 0,-3 4 120 15,0-1-67-15,-8 3-47 0,5-1 1 0,-2 0-36 16,-2-1-3-16,1-2 1 0,5-5-32 0,-5 1-8 15,9-3 40-15,-4-5 0 0,11-6-27 0,-1 3 1 16,1-4 34-16,5-2 25 0,1 0 0 0,0 0-33 16,0 0-34-16,10-2 116 15,7-4-33-15,0-1-29 0,2-1 1 0,3 3 19 16,-1-1-40-16,5-1-1 0,-8 3-153 0,4 0 73 16,-3 1 40-16,-1-1-156 0,1 2 88 0,-6 0 49 15,4 0 6-15,-6 2-472 0,-1 0 204 0,-1 0 129 16,2-2 63-16,-6 0-264 0</inkml:trace>
  <inkml:trace contextRef="#ctx0" brushRef="#br0" timeOffset="143548.21">29385 9446 812 0,'0'-9'0'0,"0"1"0"0,0 4 0 0,0 3 0 0,0-2 0 0,0 1 0 0,2 2 0 0,-1 0 317 0,4 0-134 0,1 10-79 16,2 1 137-16,0 1-104 0,-3 1-52 0,1 3-26 15,0 0-80-15,-2-1 24 0,0 1-1 0,-3-2-392 16,0 1 211-16,-1 0 107 0,0-2 60 0,0 4-242 15</inkml:trace>
  <inkml:trace contextRef="#ctx0" brushRef="#br0" timeOffset="143839.41">29177 9642 391 0,'-5'0'0'0,"-3"3"0"0,4 7 0 0,2 0 0 0,-3 4 236 15,-1 2-93-15,5 4-59 0,-1 2-26 0,2 2 347 16,0 3-186-16,0-1-93 0,0-3 185 0,0 7-143 15,0-7-68-15,0-1-33 0,0 0 4 0,0-1-31 16,0-4-7-16,0-4-123 0,-3-4 61 16,-4-1 31-16,2-3 0 0,-1-1-76 15,-3-4 50-15,-1 0 28 0,0 0-255 0,0-3 135 16,-2-7 8-16,2-3 53 0,-2-2-151 0,-1-6 86 16,-1 1 44-16,4-3 21 0,-1 0-12 0,-1 5 26 15,1-1 9-15,-1 4 93 0,2 3-46 0,-3 5-24 16,0 3-1-16,0 4 99 0,2 0-53 0,-5 0-34 15,5 10 16-15,-3 1 221 0,3 3-91 0,4-3-68 16,2 3-17-16,1 0-39 0,4 1 40 0,0-4-557 16,9 0 251-16,9-2 126 0</inkml:trace>
  <inkml:trace contextRef="#ctx0" brushRef="#br0" timeOffset="143982.06">29335 9784 1628 0,'15'13'0'0,"4"4"0"0,-5 0 0 0,-4-2 0 0,4-1 0 0,-2 0 0 0,0-1 0 0,-1 1 663 0,2-2-319 0,-2 3-156 0,0-5 34 0,-4-3-94 0,2 1-48 0,-4-3-16 15,-1-1-337-15,-3-2 152 0,0 2 78 0,2 0-833 16</inkml:trace>
  <inkml:trace contextRef="#ctx0" brushRef="#br0" timeOffset="149402.5">30063 9329 807 0,'-2'0'0'0,"-1"0"0"0,3 0 0 0,-2 0 0 0,2 0 0 0,-3 0 0 0,3 3 0 0,0-2 0 0,-1 2 124 0,1 1-46 0,0 4-14 16,0 2 89-16,0-1-60 16,0 3-30-16,0 1-7 0,0-1 9 0,0 3-32 15,0 1 0-15,0-3-38 0,0 2 38 0,0-2 0 16,0-4-91-16,0 1 41 0,0-2 25 0,0-3 0 16,0-1-233-16,0-3 123 0,1 1 30 0,2-2 39 15,-1 0-231-15,-2-5 121 0,0-10 27 0,0-2-19 16,0-4 42-16,0-3 35 15,0-2-1-15,-2 0 42 0,-2-1-16 0,-1 1 0 16,0 5 65-16,1 1-28 0,1 2 0 0,-1 7-37 16,1 0 227-16,3 6-112 0,0 1-36 0,0 0 4 15,0 2 270-15,0 2-124 0,11 0-86 0,8 0 66 16,0 0-63-16,-1 4-45 0,2 3 1 0,-2 1-12 16,2 1 1-16,-2 2-25 0,-2 3-21 0,-2-2-8 15,-5 4 28-15,-4-1 1 0,-3 1-98 0,-2 1 49 16,0 3 33-16,-10 0-9 0,-5-2-92 0,-3 2 33 15,-3-2 35-15,-1-1-6 16,6-6 2-16,-4-1-3 0,2-2 23 0,2-3 121 16,7-3-58-16,-1-2-30 0,4 0 2 0,1 0 63 15,2 0-42-15,3-2-3 0,0-7 49 0,0-3-24 16,10 1-14-16,4-2-9 0,0 2-188 0,2-1 85 16,-2 3 41-16,0 3-434 0,-1 2 223 0,1 2 87 15,-4 2 62-15,0 5-436 0</inkml:trace>
  <inkml:trace contextRef="#ctx0" brushRef="#br0" timeOffset="149662.79">29707 9893 888 0,'3'0'0'0,"-1"0"0"0,1 0 0 0,0 2 0 0,-1 0 0 0,1 2 0 0,-1 1 0 0,-2 2 347 16,0 3-161-16,0 3-76 0,-7 0-39 0,-1 5 5 16,-4-2-21-16,-1 1 7 0,-1 2-253 0,4-4 111 15,1-2 57-15,2-3 28 0,-2-1-173 0,6-4 109 16,-1-1 42-16</inkml:trace>
  <inkml:trace contextRef="#ctx0" brushRef="#br0" timeOffset="149895.41">30452 9112 991 0,'3'-13'0'0,"0"13"0"0,-3 0 0 0,0 4 0 0,0 3 0 0,0 2 0 0,-8 4 124 0,-4 4-45 16,0 2-24-16,-5 3 231 0,1 5-130 0,-3 3-62 15,-2 5-31-15,2-6 4 0,-6 8-1 0,7-6-25 16,-5 0-133-16,0-1 63 0,2 1 30 0,3-2 1 16,-1-4-317-16,6-5 181 0,1 1 57 0,5-4-226 15,2-7 101-15</inkml:trace>
  <inkml:trace contextRef="#ctx0" brushRef="#br0" timeOffset="150071.25">30379 9361 1113 0,'11'-1'0'0,"-2"1"0"0,-2 3 0 0,0 13 0 0,-3 2 0 0,-4 9 0 0,0 3 0 0,0 5 0 0,0 1 465 16,-4 3-207-16,-5 7-118 0,1-7 93 0,-1 0-100 15,-4 1-50-15,5-5-25 0,-2 3-143 16,0 0 55-16,3-3 32 0,-1-3-367 15,3-2 199-15,2-9 99 0,-3 0 58 0,6-9-252 16,0-2 84-16,0-8 92 0,0-2-79 0</inkml:trace>
  <inkml:trace contextRef="#ctx0" brushRef="#br0" timeOffset="150363.21">30672 9092 1339 0,'7'-7'0'0,"-1"7"0"0,4 0 0 0,-7 2 0 0,-2 6 0 0,-1 2 0 0,0 3 0 0,0 1 0 0,-3 5 173 0,-9 6-71 16,2-7-26-16,-9 9-276 0,6-5 117 0,0 1 57 15,-1-4 30-15,2-1-212 0,-2-1 118 0,-1-1 52 16,1-6-316-16,1 0 167 0,-1-5 82 0,6-1 42 16,-2-2-40-16,4-2 39 0,0 0 0 0,3 0 31 15,1 0 211-15,0 0-106 0,2 0-60 0,0 0 364 16,0 0-180-16,2 0-108 0,10 0-1 0,1-2 197 15,5 0-130-15,-1 0-60 16,5 1 166-16,-1-1-114 0,-2 0-56 0,0 0-21 16,-1 2-15-16,-1 0 0 0,0 0-21 0,-4 0-359 15,0 0 179-15,-2 0 98 0,0 0 37 0,-3 7-597 16,2 3 303-16</inkml:trace>
  <inkml:trace contextRef="#ctx0" brushRef="#br0" timeOffset="150522.78">30533 9542 889 0,'-10'0'0'0,"2"3"0"0,3 1 0 0,4-4 0 0,-1 2 0 0,2-2 0 0,0 0 0 0,3 0 107 15,7 0-38-15,9 0 9 0,-5 0 165 0,4 0-105 16,0 0-52-16,-3-2-53 0,1 2 0 0,2 0 8 16,-4 0-8-16,0 0-419 0,-1 0 209 15,-5 4 105-15</inkml:trace>
  <inkml:trace contextRef="#ctx0" brushRef="#br0" timeOffset="150679.16">30503 9707 589 0,'-2'0'0'0,"2"4"0"0,0-4 0 0,2 0 0 0,9 0 128 0,0 0-48 0,3 0-23 0,0-1 7 16,2-2 252-16,0-1-141 0,3 2-72 0,-3-1 4 15,2 0-37-15,-4 2 8 0,2-1-45 0,-3 0-289 16,-3 2 144-16,0 0 73 0,-2 0 35 0,-5 0-421 15,1 0 214-15</inkml:trace>
  <inkml:trace contextRef="#ctx0" brushRef="#br0" timeOffset="150953.99">30590 9472 744 0,'5'-1'0'0,"4"1"0"0,-1 0 0 0,2 10 0 0,1 2 0 0,-5 7 0 0,-1 3 0 0,0 2 100 0,-4 8-38 0,1-1 1 0,-2 1 25 16,0 0-28-16,-3 1 1 0,-8 1-20 0,-3-4-98 16,2 0 45-16,-5-5 22 0,7-5-96 0,-4-3 60 15,0-2 37-15,1-3-8 0,0-3-2 0,7-6-15 16,-1 2-1-16,1-5 110 0,4 1-56 0,1-1-3 16,1 0-55-16,0 0 296 0,0 0-126 0,5 0-52 15,9 0-11-15,5 0 41 0,6 0-49 16,-2-1-23-16,2-2-75 0,4 1 25 15,-4 1 8-15,5-1 18 0,-4 0-292 0,2 2 146 16,-1 0 73-16,-3 0 36 0,2 0-300 0,0 0 152 16</inkml:trace>
  <inkml:trace contextRef="#ctx0" brushRef="#br0" timeOffset="151131.51">31017 9663 1173 0,'16'-8'0'0,"2"4"0"0,5 4 0 0,-2 0 0 0,-2-2 0 0,3 0 0 0,-3 0 109 0,0 2-43 0,3 0 1 0,0 0 37 16,-2 0-36-16,2 0 1 0,-3 0-28 0,-1 0-341 16,0 0 167-16</inkml:trace>
  <inkml:trace contextRef="#ctx0" brushRef="#br0" timeOffset="151367.87">31620 9239 1054 0,'16'-18'0'0,"2"12"0"0,1 6 0 0,0 0 0 0,-2 0 0 0,-4 6 0 0,0 5 335 0,4 2-151 0,-4 6-75 16,1 7 309-16,-1 4-184 15,-2 10-105-15,-5 1-48 0,-3 2 156 0,-1 3-102 16,-2 4-52-16,0-7-2 16,-11 10-8-16,-3-7-40 0,-2 0-1 0,-5-1-35 0,-1-4 0 0,1-7 44 15,-8 8-9-15,1-4-334 0,-2-5 168 0,-2 0 83 16,2-2-658-16,6-5 339 0</inkml:trace>
  <inkml:trace contextRef="#ctx0" brushRef="#br0" timeOffset="181978.02">8939 11262 832 0,'-9'2'0'0,"1"2"0"0,5-1 0 0,1-1 0 0,-1 0 0 0,3-2 0 0,0 0 0 0,0 0 0 0,0 1 209 0,0-1-89 0,0 3-43 0,11-3-23 15,3 0 87-15,5 0-58 0,5 0-25 16,0 0 146-16,4 0-86 0,1 0-42 0,-5 0 98 16,8 0-75-16,-4 0-33 0,-1 6 0 0,1 3 8 15,-1-2-20-15,-4 1 7 0,6 0-28 0,-5-1-90 16,-5-3 45-16,1 1 22 0,-1-1-81 0,-8-3 59 15,3 2 19-15,-5-3 0 0,-2 0-269 0,-5 0 107 16,0 0 80-16,1 0-340 0,-3 0 195 0,0 0 94 16,0 0 47-16,-11 0-245 15,-1 0 146-15,0 0 65 0,-4 0 44 0</inkml:trace>
  <inkml:trace contextRef="#ctx0" brushRef="#br0" timeOffset="182153.24">9187 11354 702 0,'-6'6'0'0,"2"1"0"0,1 2 0 0,1-1 0 0,-2 4 0 0,3 2 0 0,1 4 296 0,0 2-132 0,0 4-66 16,0 3-32-16,0 3 284 0,0 0-163 0,3 2-77 16,1 0 74-16,-1 4-76 0,1-3-38 15,0 3 65-15,-1-2-56 0,1 0-22 16,-1-4-1-16,0 1-151 0,1-2 64 0,-2-6 40 16,2-3-8-16,-3-2-343 0,1-6 187 0,0-5 94 15,-2-1 47-15,0-6-634 0,0 0 312 0</inkml:trace>
  <inkml:trace contextRef="#ctx0" brushRef="#br0" timeOffset="182315.77">9225 11607 1251 0,'5'3'0'0,"1"1"0"0,1 2 0 0,-1 0 0 0,-1 2 0 0,3-1 0 0,-2 1 0 15,1 2 468-15,2 0-209 0,1 0-117 0,1 2-55 0,-2-4 9 16,3 3-32-16,-1-1 0 0,1-2-426 0,-3-1 192 15,0-3 102-15,0 0 50 0,2-4-594 0,2 0 301 16</inkml:trace>
  <inkml:trace contextRef="#ctx0" brushRef="#br0" timeOffset="183081.66">9565 11200 1116 0,'7'-2'0'0,"0"2"0"0,1 0 0 0,0 0 0 0,-3 0 0 0,1 0 0 0,1 7 0 0,-1 5 273 0,0 1-120 16,-2 4-182-16,-3 5 31 0,1 3 0 15,-2 3 39-15,0 2-358 0,0 2 164 0,0 0 81 16,-5-2 41-16,-2 0-124 0,2-5 71 0,-1-3 38 16,1-3 0-16,0-6-43 0,1-1 14 0,-1-3 22 15,2-6-9-15,1 1 200 0,2-2-85 0,-2-2 292 16,2 0-175-16,0 0-94 0,0 0-18 0,0 1 188 15,2 6-89-15,5-1-62 0,3 6-31 0,-1 3 57 16,0 3-35-16,3 9-31 0,-3 0 0 16,-1 1 13-16,-3 0 0 0,1 2-35 15,-5-4 8-15,0 5-33 0,1-8 1 0,-2-3 24 16,0 0-41-16,0-5 20 0,0-5 8 0,0-3-102 16,0-3 53-16,0-2 29 0,0-2-2 0,0 0-104 15,0-17 37-15,2-12 38 0,5-8-3 0,2-4-417 16,0-6 191-16,1-4 106 0,1-3 65 0,1 3-334 15,-1 3 196-15,0 2 97 0,-1 11-32 0,-1-2 77 16,-1 8 85-16,0 5 174 0,-5 3-98 16,3 8-55-16,-4 3-26 0,1 2 563 15,-1 5-292-15,2-1-149 0,1 0-26 0,5 2 307 16,1 0-142-16,7-1-104 0,0-1 306 0,3 0-213 16,3 1-105-16,1-1-55 0,-1 2 58 0,-2 0-47 15,9 0-36-15,-7 1-344 0,-4-4 159 0,1 4 79 16,-4-1 39-16,-4 0-555 0,1 0 293 0,-5 0 151 15,-4 1 9-15,-1 1-309 0,-2 0 167 16,-2 0 100-16,0 0-238 0,-9 0 177 0,-5 0 90 16,1 0 45-16,-1 0-37 0,-2 0 33 15,2 0 81-15,0 0 145 0,5 0-86 0,-2 0-45 16,1 0-24-16,5 0 424 0,1 1-219 0,1 7-114 16,3 1-32-16,0 6 428 0,0 1-203 0,0 8-112 15,1 2-69-15,5 2 122 0,1 4-91 0,1 0-46 16,-1 2 191-16,-1-4-110 0,-1 4-67 0,1-5-156 15,-1 4 48-15,2-5 24 0,-2 0 1 0,-1-6-413 16,-3-1 215-16,1-7 110 0,0-5 56 0,0-4-523 16,0-5 262-16,-2 0 93 15,0-5 84-15,0-10-57 0,0-3 66 0,0-1 33 16,0 1-30-16,0 1 23 0,0 2 8 0,0 4 263 16,0 0-116-16,0-2-57 0,2 3-30 0,4 2 333 15,1-1-177-15,2 2-53 0,2 1-59 0,-1 0 293 16,-2 5-151-16,1-3-66 15,1 2-40-15,-3 2-22 0,0 0 1 0,-1 0-23 16,-3 0-237-16,-1 0 115 0,1 0 61 0,-3 6-506 0,0 1 276 0,0-1 88 16</inkml:trace>
  <inkml:trace contextRef="#ctx0" brushRef="#br0" timeOffset="183364.42">9895 11568 522 0,'-6'4'0'0,"3"3"0"0,3 5 0 0,0-1 0 0,0 1 0 0,0 0 393 0,0 5-172 0,0-1-98 16,0 1 158-16,0 3-124 0,0-1-63 0,0 1-42 16,0 1-11-16,0-1-8 15,0 0-1-15,0-4-125 0,0-2 62 0,-2 1 32 16,-6-9 9-16,-3 4-65 0,2-6 44 0,-1-1 21 16,-1-2 1-16,1-1 63 0,5 0-13 0,0 0-66 15,1 0 0-15,1 0 267 0,3 0-119 0,0 0-58 16,3 0 107-16,8 0-84 0,12 0-38 0,0-1 127 15,7-2-83-15,0-1-40 0,7 2 8 0,-2 1-10 16,1-1-39-16,-1-1 0 0,1 0 0 16,0 1-289-16,0 1 153 0,0-1 63 15,-5-2-651-15,1 2 318 0,-2 0 184 0,-1 1 29 16</inkml:trace>
  <inkml:trace contextRef="#ctx0" brushRef="#br0" timeOffset="184097.49">10875 11299 1086 0,'-2'-3'0'0,"-1"1"0"0,3 0 0 0,-2 0 0 0,0 2 0 0,-1 0 0 0,-1 0 171 0,-1 0-61 0,2 4-42 0,1 11 61 15,-2 7-48-15,1 7-24 0,1 3 0 0,-2 4 99 16,2 7-66-16,0 0-29 0,2 0 94 0,0-1-61 15,0 2-31-15,0-5 8 0,0-1 53 16,4 0-46-16,5-4-22 0,0-6 4 0,1-5-27 16,1-2 8-16,0-7-9 0,1-3-53 15,1-6 26-15,1-3 0 0,-2-2 28 0,4-2-41 16,-2-18 16-16,2-5 0 0,-2-6-172 0,2-9 93 16,-5 5 24-16,5-14-210 0,-2 2 106 15,-1-1 69-15,0 2 7 0,-2 2-68 0,1 3 46 0,-3 2 37 16,0 0 0-16,-3 5 57 0,-1 6 1 0,0 7-31 15,-1 6-8-15,-3 2 63 0,1 5-28 16,0 3 0-16,-2 3 219 0,0 0-121 16,0 2-42-16,0 0 300 0,0 13-166 0,0 4-85 15,0 0-2-15,0 3 197 0,0 3-123 0,-2 4-73 16,2-1-32-16,0 4 157 0,-2-3-95 0,2 5-48 16,0 3-15-16,0 1 193 0,-1 1-258 0,1 1 0 15,0 4 0-15,0-2 0 0,0-4 0 0,0 2 0 16,0-2 0-16,0-4 0 0,3-7 0 0,3-4 0 31,1-2 0-31,1-4 0 0,-2-6 0 0,1-3-505 0,-2-4 279 0,4-2 72 16,0 0 61-16,-2-4-557 0,2-9 309 0,1-1 154 15,-1 1-249-15,2-1 202 0</inkml:trace>
  <inkml:trace contextRef="#ctx0" brushRef="#br0" timeOffset="184392.72">11362 11692 1353 0,'-7'-6'0'0,"3"2"0"0,1 4 0 0,0-3 0 0,1 0 0 0,0 3 0 0,2-1 0 0,0-1 0 0,0 0 420 16,7 0-193-16,5 1-97 0,1-1 120 0,2 2-108 16,0 0-47-16,2 0-35 0,-2 3-48 0,2 7 21 15,-2 2 0-15,-2 0-62 0,0 2 39 0,-4 2-8 16,0 1 31-16,-4 2-68 0,-3 2 34 0,-2 1 8 15,0 3 26-15,0-3-58 0,-11 1 28 0,-3-2-19 16,0-1-1-16,-2-6 5 0,-2 2 22 0,-1-3-16 16,-2-5-16-16,3 0 1 15,-3-7 27-15,3-1-180 0,4 0 85 0,1 0 38 16,3 0 23-16,1-4-301 0,3-1 150 0,6-3 57 16,0-1 48-16,0-1-316 0,4 0 179 0,11 2 89 15</inkml:trace>
  <inkml:trace contextRef="#ctx0" brushRef="#br0" timeOffset="184620.11">11723 11653 556 0,'2'-13'0'0,"-2"5"0"0,0 1 0 0,0 1 0 0,-2 1 186 0,-12 2-80 0,1 3-37 0,-2 0 0 0,0 6 271 15,-2 11-154-15,2 2-68 0,-2 4-47 0,3 4 215 16,2 2-127-16,4 1-63 0,5-2 207 0,3-2-126 15,0 5-77-15,0-4 137 0,11 0-101 0,4-5-52 16,3 1-26-16,2-7 0 16,4 4-26-16,1-4 1 0,1-2 0 0,0 0-195 15,0-2 98-15,-3-3 56 0,7 1 17 0,-4-3-665 16,-1 0 284-16</inkml:trace>
  <inkml:trace contextRef="#ctx0" brushRef="#br0" timeOffset="185690.44">12104 11420 1593 0,'-11'0'0'0,"1"0"0"0,6 0 0 0,4 2 0 0,0-2 0 0,0 0 0 0,0 0 0 0,7 0 0 0,9 0 0 0,3 0 124 0,1 0-45 0,1 0 66 16,2 0-56-16,1 0-28 0,-2-2 8 0,3 0-18 15,-4 0-18-15,-1 0-1 16,-1 2 1-16,-3 0-183 0,-2 0 99 0,1 0 38 0,-5 0 23 0,-3 0-407 15,-1 0 160-15,-3 0 124 0,-1 6-473 0</inkml:trace>
  <inkml:trace contextRef="#ctx0" brushRef="#br0" timeOffset="185855">12141 11596 712 0,'-2'11'0'0,"2"-1"0"0,0-1 0 0,0-3 0 0,2 0 0 0,10-4 0 0,1-1 502 0,4-1-234 0,3 0-118 15,3 0-58-15,3 0 277 16,-6 0-159-16,9 0-94 0,-8 0-62 0,1 0-21 16,-2 0 0-16,0 0-410 0,-1 0 213 0,-3 3 95 15,1 0 50-15,0 1-599 0,-2-2 311 0</inkml:trace>
  <inkml:trace contextRef="#ctx0" brushRef="#br0" timeOffset="186131.26">12793 11246 1504 0,'0'-12'0'0,"0"8"0"0,0 2 0 0,0 2 0 0,0 0 0 0,0 0 0 0,0 0 244 0,-2 0-106 0,0 14-53 0,0 6 309 16,0 4-181-16,1 7-81 0,1 2-55 0,-2 10 104 15,2-1-74-15,0 4-37 0,0 2 100 0,0 2-60 16,0 1-43-16,0 4 1 0,0 3-37 0,0-2 2 15,0 0 0-15,0-1-151 0,0-6 72 16,2-10 39-16,-1 1 0 0,3-7-255 16,0-3 136-16,0-7 36 0,-2 0 49 0,0-6-410 15,0-8 209-15,-2 0 105 0,0-5 52 0,0-2-161 16,0-2 111-16,-8 0 52 0,0-10-335 0,-1-11 193 16,-2-7 96-16</inkml:trace>
  <inkml:trace contextRef="#ctx0" brushRef="#br0" timeOffset="186374.64">12690 11276 1590 0,'7'-14'0'0,"3"3"0"0,5 2 0 0,0-3 0 0,3 1 0 0,5-1 0 0,0 7 0 0,7-3 0 0,2 7 457 0,2-1-211 0,-1 2-107 16,1 0-53-16,0 7 91 0,-2 9-76 0,-4 5-34 15,-2 2 15-15,-3 2-25 0,-5-1 1 0,-4-2-81 16,-1 9 24-16,-8-3 0 0,-3-2 31 15,-2 3-60-15,-2-4 30 0,-14 0 8 16,-5-1 23-16,-7-1-34 0,-2-4 1 0,-4-4 0 16,-2-4-87-16,1-3 41 0,-4-7 25 0,6-1 4 15,3 0-87-15,10 0 47 0,-3 0 27 0,10 0-314 16,1-5 162-16,9-2 62 0,3-5 45 0,0 4-530 16</inkml:trace>
  <inkml:trace contextRef="#ctx0" brushRef="#br0" timeOffset="187475.51">14476 11228 521 0,'0'-9'0'0,"0"4"0"0,0 1 0 0,-2-1 0 0,0 2 0 0,-1-1 0 0,-5 0 129 0,2 3-48 15,-1-1-16-15,-1 0 140 0,1 2-86 0,-3 0-43 16,-1 0-22-16,0 4 127 0,-1 7-66 0,1 4-45 16,-2 6 46-16,0 3-41 0,2 6-21 0,-3 9 0 15,4-3 161-15,-1 13-96 0,2-2-42 0,2 0 126 16,5-2-85-16,2-9-43 0,0 5-13 15,0-2 42-15,11-2-35 0,5-4-1 16,4-5-35-16,1-2-85 0,3-1 51 0,3-3 13 16,1-1-338-16,4-2 180 0,-2-4 89 0,0 1 31 15,2-1-325-15,0-1 128 0</inkml:trace>
  <inkml:trace contextRef="#ctx0" brushRef="#br0" timeOffset="189233.18">15057 11268 720 0,'0'-4'0'16,"-2"2"0"-16,2 0 0 0,0 0 0 0,-2 1 0 0,0-3 0 0,2 2 0 0,-2-1 106 0,2 2-38 0,-2 0 1 15,2-2-36-15,0 3 132 0,0-1-58 0,0 1-41 16,0 0 0-16,0 0 50 0,0 0-42 0,0 0-21 16,0 6 61-16,0 14-46 0,0 4 1 0,-1 6 74 15,-4 6-55-15,1 5-28 0,1-5 9 0,-1 3 12 16,2 1-24-16,2-3 0 0,0-2-24 0,0-2 58 16,0-8-21-16,2 0-9 0,5-3-33 0,5-6 5 15,1-3 0-15,3-5 0 0,-2-3-57 0,5-5 25 16,-2 0-1-16,5-5-88 0,-2-14 56 15,-2-4 31-15,1-3 5 0,-3-4-207 16,0-4 91-16,-3-1 57 0,0-9 6 0,-4 3-60 16,-1 2 20-16,-1-12 36 0,-1 8-14 0,0 1-47 15,-3 9 41-15,-1-1-1 0,-2 11 93 0,0 1-22 16,0 9 0-16,0 3-30 0,0 5 226 0,0 2-112 16,-2 3-50-16,-3 3 246 0,-2 19-122 0,-2 5-75 15,4 6-4-15,-2 9 108 16,5-9-55-16,0 9-53 0,2-3-21 0,0-3 160 15,0 0-92-15,0-4-44 0,2-6 22 0,5 4-38 16,2-4 1-16,-2-6-299 0,2 4 134 0,0-9 67 16,2 1 41-16,-1-3-527 0,-1-4 243 0,-2-5 141 15,5 1 25-15,-3-5-261 0,2 0 162 0,3 0 93 16</inkml:trace>
  <inkml:trace contextRef="#ctx0" brushRef="#br0" timeOffset="189431.63">15453 11489 1838 0,'0'4'0'0,"0"-1"0"0,2 5 0 0,0 0 0 0,1-3 0 0,1 1 0 0,3 3 0 0,0-1 0 0,2 1 329 0,2 3-148 0,-1-1-74 0,1 2 239 16,-1-2-160-16,2 3-77 0,-3-1-38 0,-1 0-13 15,1-2-26-15,-3-1 9 16,0 1-311-16,-1-3 151 0,1 1 76 0,-1-3-630 0,0-1 353 15,0-2 142-15,1-1 96 0</inkml:trace>
  <inkml:trace contextRef="#ctx0" brushRef="#br0" timeOffset="189642.07">15725 11416 1492 0,'2'-6'0'0,"0"5"0"0,-2-1 0 0,0 0 0 0,0 2 0 0,0 0 0 0,0 0 0 0,0 0 0 0,0 4 493 15,0 13-230-15,0 5-108 0,-5 8 152 0,-7 9-138 16,-1 5-68-16,-3 0 93 0,0 5-18 0,1 0-64 16,-2 2-43-16,2-2-99 0,2 2 31 0,-3-2 0 15,4-3 32-15,3-8-341 0,-3 0 166 0,4-4 88 16,3-10 43-16,3-3-559 0,0-5 284 0,2-4 55 16,0-5-133-16,0-5 166 0,4-2 82 0</inkml:trace>
  <inkml:trace contextRef="#ctx0" brushRef="#br0" timeOffset="189810.14">15967 11429 1536 0,'6'-3'0'0,"5"0"0"0,0 3 0 0,1-1 0 0,-1-1 0 0,0 0 0 0,1 0 0 0,0 0 513 0,4 0-232 0,0 0-129 0,0 1-79 0,0 1 0 16,0 0-40-16,-3 0-1 15,-2 0-220-15,2 0 107 0,-4 5 56 0,1 4-746 0</inkml:trace>
  <inkml:trace contextRef="#ctx0" brushRef="#br0" timeOffset="189951.34">16011 11668 804 0,'-16'14'0'0,"3"0"0"0,8-1 0 0,0-7 0 0,0-3 0 0,5-1 0 0,-2-2 499 0,2 0-233 0,2 0-116 16,10 0-59-16,4-2 284 15,3-6-163-15,6-6-94 0,-2 3-193 0,2-3 54 16,0 2 27-16,-1 0-679 0,-3 5 360 0,5-3 170 16</inkml:trace>
  <inkml:trace contextRef="#ctx0" brushRef="#br0" timeOffset="190249.11">16478 11322 1992 0,'0'4'0'0,"0"7"0"0,0 4 0 0,0 2 0 0,0 7 0 0,-5 3 0 0,-1 2 0 0,1 2 0 0,5 3 0 0,0-1 263 0,0-2-116 0,0-5-48 15,7 4 61-15,6-7-63 0,1-7-33 0,4 2-54 16,1-8-1-16,-1-4 32 0,3-3-8 0,0-3-159 16,-1 0 79-16,3-7 40 0,-4-10-182 0,-3 0 119 15,2-8 40-15,-6 0 30 0,2-1-218 16,-5-5 104-16,-3 1 4 0,-1-3 44 0,-3-5 1 15,-2-5 33-15,0 1-1 0,0-1-39 16,-2 2-1-16,-5 7 32 0,-4 1 9 0,-3 4 5 16,3 9-6-16,-3 2 0 0,-2 7 35 0,-1 8-65 15,1 3 30-15,-4 0 0 0,6 18-174 0,-2 5 88 16,4 3 42-16,-1 5-278 0,-1 2 165 0</inkml:trace>
  <inkml:trace contextRef="#ctx0" brushRef="#br0" timeOffset="190481.01">16257 11776 920 0,'-8'0'0'0,"2"0"0"0,6 0 0 0,0-3 0 0,0-14 0 0,10-6 243 0,10-1-105 0,10-3-52 16,0-2-27-16,2 2 308 0,12-5-171 0,-7 6-82 16,2 5 21-16,-7 6-52 0,5 4-25 0,-10 7 9 15,5 2-97-15,-4 2 31 0,-3 0 0 0,-2 14 3 16,-2 1 0-16,-3 0 37 15,1 5-8-15,-4-1 107 0,0-2-53 0,0 0-27 16,0 2 41-16,2-6-26 0,2-1-9 0,2 3-33 16,1-8-30-16,0-4 30 0,3-3-1 0,-5 0-424 15,8 0 205-15,-2-2 103 0,1-5 54 0</inkml:trace>
  <inkml:trace contextRef="#ctx0" brushRef="#br0" timeOffset="191204.79">17391 11194 1518 0,'0'0'0'0,"0"2"0"0,0 2 0 0,0 0 0 0,5-1 0 0,1 0 0 0,1 1 0 0,3-4 0 0,1 5 147 0,-2 1-57 16,5-3-29-16,-5 1 170 0,4 2-103 0,0 2-48 15,0-3-23-15,-1 2-134 0,-1-1 54 0,-2-2 37 16,1-1-9-16,-3 1-398 0,2-3 213 0,1 2 106 16</inkml:trace>
  <inkml:trace contextRef="#ctx0" brushRef="#br0" timeOffset="191502">17710 11103 930 0,'5'0'0'0,"1"5"0"0,2 6 0 0,-4 0 0 0,-3 1 0 0,-1 1 0 0,0 2 0 0,-1 1 252 16,-9 8-114-16,-1-4-53 0,-4 3-25 0,-2 0-29 16,0 2 10-16,-4-2-8 0,0 0-164 0,0-5 82 15,0-3 41-15,-4-2 0 0,0-3-109 0,-3-3 71 16,2-3 40-16,6-4-78 0,-5 0 19 0,4 0 35 16,3 0-24-16,2-2 247 0,5-5-115 0,4 1-43 15,1-1-17-15,2 1 184 16,4-1-84-16,0-1-56 0,6 2 12 0,15 1 257 15,3 1-149-15,8 0-75 0,5 0 109 0,11 3-96 16,-7-2-43-16,2 2 41 0,-5 1-43 0,-1 0-21 16,-1 0 8-16,-1 0-197 0,-3 4 84 0,-5 1 41 15,-5 1 22-15,-2 0-216 0,0-3 126 0,-5 2 47 16,-6-2 31-16,-1 1-727 0,-3-3 325 0,-3-1 184 16</inkml:trace>
  <inkml:trace contextRef="#ctx0" brushRef="#br0" timeOffset="191697.99">17595 11008 686 0,'0'-9'0'0,"0"6"0"0,0 0 0 0,0 3 0 0,2 0 0 0,0 4 326 16,2 11-147-16,0 8-73 0,3 4-37 0,-1 8 253 16,-1-1-137-16,0 11-80 0,2-2-36 0,-2 2 56 15,-1-4-46-15,0-5-24 16,-1 3-74-16,1-3 21 0,0-3 1 0,-2-2-284 15,0-7 157-15,2-2 79 0,-2-4 46 0,-1-5-539 16,-1-3 267-16,0-5 67 0,0-5 88 0</inkml:trace>
  <inkml:trace contextRef="#ctx0" brushRef="#br0" timeOffset="191832.2">17579 11386 855 0,'-6'-11'0'0,"0"7"0"0,4 0 0 0,-4 4 0 0,1 0 0 0,-4 0 0 0,1 9 0 0,-1 7 295 16,-2 2-135-16,-1 5-64 0,-1-1 106 0,0 3-85 15,0 1-42-15,2-6-12 0,-1 1-93 0,1-1 31 16,5-9 0-16,3-3-306 0,1 0 169 0,2-6 92 16,0-2 35-16</inkml:trace>
  <inkml:trace contextRef="#ctx0" brushRef="#br0" timeOffset="191981.8">17633 11379 1166 0,'11'0'0'0,"8"7"0"0,-2 3 0 0,0 1 0 0,-2-4 0 0,-2 2 0 0,2 3 0 0,-1-3 0 0,0 2 486 0,-1-1-231 0,2-1-110 16,-4 0-57-16,3 0 97 0,-5-2-76 0,0-2-30 16,1 1-364-16,-2-2 158 0,-3-1 81 0,0 1-244 15,-1-1 161-15,-2-1 90 0,-2 4 31 0</inkml:trace>
  <inkml:trace contextRef="#ctx0" brushRef="#br0" timeOffset="192159.31">17556 11604 1832 0,'-7'1'0'15,"3"4"0"-15,4 0 0 0,0-3 0 0,0 1 0 0,2 2 0 0,10-4 0 0,6 3 0 0,5 0 0 0,4-4 245 0,-3 0-107 0,-1 0-44 0,7 0 83 0,-3 0-72 16,-7 0-36-16,1 0-139 0,-2 0 51 0,-3 2 35 16,-2 0-9-16,-5 0-424 0,0-1 225 0,-3 1 113 15,-5-1 55-15,2 4-642 16,-3-3 275-16</inkml:trace>
  <inkml:trace contextRef="#ctx0" brushRef="#br0" timeOffset="192314.43">17674 11499 864 0,'0'-3'0'0,"0"3"0"0,0 0 0 0,0 3 0 0,0 10 0 0,0-1 0 0,0 4 0 0,0 1 338 0,-2 2-153 0,-1 7-75 0,-5-2 79 15,-2 3-70-15,0 2-47 16,-4-2-1-16,1 1-94 0,-1-3 27 0,4-7 0 15,-1 1 37-15,1-6-355 0,4-3 174 0,-1-6 86 16,3 2-484-16</inkml:trace>
  <inkml:trace contextRef="#ctx0" brushRef="#br0" timeOffset="192466.03">17635 11679 1060 0,'11'0'0'0,"2"3"0"0,0 11 0 0,-3-1 0 0,-1 0 0 0,3 2 0 0,-2 2 0 0,4 0 582 0,-1-2-274 0,0 2-138 0,0-4 155 15,0 3-138-15,1-4-82 0,-2 1-35 0,2-3-307 16,-1 1 134-16,0-3 69 0,0-3 41 0,2-3-294 16,-1-1 160-16,-2-1 80 0,2 0-657 0</inkml:trace>
  <inkml:trace contextRef="#ctx0" brushRef="#br0" timeOffset="192658.51">18144 11078 1065 0,'3'-11'0'0,"3"5"0"0,-2 2 0 0,-2 2 0 0,-2 2 0 0,0 0 488 0,0 15-228 0,-14 4-105 15,0 7-66-15,-7 5 123 0,-2 4-90 0,-2 3-45 16,0 5 68-16,4-7-48 0,-9 10-36 0,7-8 0 16,1-8-287-16,1 2 130 15,0-2 64-15,7-8-522 0,0-3 284 0,7-8 145 16,3-3 72-16</inkml:trace>
  <inkml:trace contextRef="#ctx0" brushRef="#br0" timeOffset="192824.07">18094 11276 1476 0,'0'3'0'0,"0"7"0"0,0 5 0 0,0 5 0 0,0 4 0 0,-3 4 0 0,-3 5 0 0,-1 1 183 0,2 3-79 0,-3-2-36 0,2-1 196 16,2 2-116-16,1-4-57 0,1-6-206 15,2 6 70-15,0-9 39 0,0-3-1 0,0-3-432 16,0-5 233-16,0-5 123 0,0-1 52 0</inkml:trace>
  <inkml:trace contextRef="#ctx0" brushRef="#br0" timeOffset="193132.24">18200 11365 1495 0,'4'6'0'0,"-1"7"0"0,1 0 0 0,-4 4 0 0,0 2 0 0,0 3 0 0,0 1 0 0,0 5 230 0,0-2-99 16,0-5-49-16,0 4 98 0,0-5-73 0,0-3-29 15,0-2-8-15,2-5-171 0,4-1 67 0,2-5 34 16,-1-3-242-16,4-1 133 0,1 0 71 0,-1-11-96 16,0-9 82-16,2-1 4 0,-4-2 39 0,5-7-340 15,-3 4 159-15,-2-1 73 16,1 7 42-16,-1 1 12 0,-2 5 22 0,-1 2 9 15,0 4-1-15,-2 3 215 0,0 3-107 0,-1 2-54 16,-1 0 347-16,0 10-188 0,-2 5-95 0,0 1-6 16,0 3 290-16,0-1-169 0,0 0-75 0,0 0-25 15,0-1-34-15,0-2 0 0,0-1-34 0,0-1-195 16,0-4 106-16,0-2 41 0,0-1 25 0,0-2-584 16,0 0 303-16</inkml:trace>
  <inkml:trace contextRef="#ctx0" brushRef="#br0" timeOffset="193325.25">18598 11181 1149 0,'6'-7'0'0,"1"5"0"0,3 2 0 0,-4 0 0 0,-3 7 0 0,1 8 0 0,0 8 316 0,-3 6-142 0,-1 4-70 16,0 8-36-16,0 1 373 0,-3-4-197 0,-6 14-109 15,-3-5-51-15,-1-2 107 16,0 4-79-16,-2-4-39 0,0-7-212 0,-6 9 82 15,2-6 45-15,1-9-455 0,-3-2 250 0,5-7 125 16,2-7 71-16,5-7-656 0,-1-1 299 0</inkml:trace>
  <inkml:trace contextRef="#ctx0" brushRef="#br0" timeOffset="193486.81">18609 11567 2236 0,'4'1'0'0,"2"7"0"0,-2 1 0 0,1-3 0 0,-1 5 0 0,2 1 0 0,3-1 0 0,1 2 0 0,-1 2 356 0,2-2-162 0,2 3-81 16,-2-4-79-16,1 1 7 0,1-2-9 0,-2 0-618 15,1-1 309-15,-5-5 155 0,0-1 78 0,3 1-366 16</inkml:trace>
  <inkml:trace contextRef="#ctx0" brushRef="#br0" timeOffset="193686.08">18947 11046 1381 0,'20'-2'0'0,"2"2"0"0,4 5 0 0,-2 11 0 0,-1 2 0 0,2 10 0 0,-5 8 512 0,1 8-239 0,-2 5-121 16,-6 3-59-16,-4 4 329 0,-3 3-198 15,-4 10-96-15,-2-9-48 0,-8 2-10 16,-9-1 0-16,-2-6-29 0,-5 9-212 0,0-7 102 15,1-10 51-15,-5 1-574 0,-2-4 313 0,-2-6 164 16</inkml:trace>
  <inkml:trace contextRef="#ctx0" brushRef="#br0" timeOffset="-205875.55">6234 12453 1056 0,'0'-2'0'0,"0"2"0"0,0 0 0 0,-2 0 0 0,2 0 0 0,-2 0 0 0,2 0 0 0,-2 0 0 0,2 0 107 0,0 8-37 0,0 2-1 0,0 4-50 16,0 1 14-16,0 2 8 16,0 1-9-16,0 2-67 0,0 0 34 0,0 4 0 15,-5-1 34-15,-1 0-27 0,-3 0-8 0,-1 1 35 16,1-6-86-16,0 1 41 0,0-4-5 0,-1-6 75 16,2 2-60-16,-3-4 14 0,5 0-16 0,-3-6 172 15,6 1-77-15,-1-2-26 0,2 0-5 0,2 0 112 16,-2 0-70-16,2 0-34 0,0 0-1 0,0 0-66 15,0 0 32-15,2 0-1 0,7 0-132 0,0-2 66 16,3-3 34-16,-1-1-201 16,1 2 109-16,1-1 40 0,-1-1 35 0,-1 1-395 15,-1 1 195-15,1 0 62 0,-2 0 65 0,0 2-234 16,0-2 145-16,-1 3 73 0,-2-5 37 0</inkml:trace>
  <inkml:trace contextRef="#ctx0" brushRef="#br0" timeOffset="-205615.47">6290 12604 659 0,'0'-3'0'0,"0"2"0"0,0-2 0 0,3 2 0 0,-2 1 0 0,5 0 0 0,-2 0 0 0,4 0 267 16,-3 0-118-16,3 7-57 0,-1 2 60 0,-1 3-60 15,-2 1-21-15,-3 2-25 0,1 4-14 0,-2 1 1 16,0 1 0-16,0 2-152 0,-7-1 84 0,-6 3 30 16,0-1 0-16,-5-1-100 0,2-1 68 0,-4-4 25 15,4-2-43-15,-3-3 9 0,3 0 25 0,0-4-25 16,3-1 85-16,1-4-37 0,5-2-21 0,1 1 227 15,1-3-105-15,3 0-40 16,1 0-29-16,1 0 214 0,0 0-101 0,0 0-55 16,8 0-30-16,5-4-51 0,-3-3 1 0,5 1 20 15,1 0-125-15,0 1 59 0,1 3 34 0,1 0-1 16,-4 1-139-16,4 1 71 0,-4 0 55 0,-1 0-572 16,0 8 281-16</inkml:trace>
  <inkml:trace contextRef="#ctx0" brushRef="#br0" timeOffset="-205453.35">6191 13176 1247 0,'-2'7'0'0,"1"3"0"0,1-5 0 0,0-1 0 0,0-3 0 0,0-1 0 0,1 0 0 0,12 0 0 0,4-1 275 16,4-11-121-16,-3 4-60 0,4-8-166 0,-3 5 52 15,-1-3 35-15,1 1-191 0,-3 0 104 0,1 2 53 16,-4 2 25-16,-1-2-536 0</inkml:trace>
  <inkml:trace contextRef="#ctx0" brushRef="#br0" timeOffset="-205258.79">6538 12451 1723 0,'2'-13'0'0,"0"4"0"0,1 1 0 0,-3 2 0 0,0 2 0 0,0 3 0 0,0-1 0 0,0 2 285 15,0 0-129-15,0 2 20 0,-3 13-72 0,-6 11-35 0,0 8-1 0,0-3-73 16,-7 13 15-16,5-4-1 16,-3 0 24-16,4 0-282 0,-1-6 140 0,-1 3 80 15,2-3 26-15,-1-4-441 0,5-7 164 0,4-4 138 16,2-10-393-16</inkml:trace>
  <inkml:trace contextRef="#ctx0" brushRef="#br0" timeOffset="-205080.76">6486 12590 1822 0,'0'0'0'0,"0"0"0"0,2 0 0 0,0 0 0 0,4 0 0 0,1 0 0 0,6 0 0 0,4 1 367 15,3 1-171-15,-1 2-82 0,7 3-41 0,-1 1 310 16,0 2-175-16,-4 0-79 0,4 2-131 0,1 1 1 16,-10-4 34-16,4 5-1 0,-2-1-422 0,-2-2 220 15,-2 0 97-15,-4 1-543 0,-4-4 281 0,0 3 173 16,-4 0-29-16,1-3-405 0</inkml:trace>
  <inkml:trace contextRef="#ctx0" brushRef="#br0" timeOffset="-204905.59">6538 12877 1498 0,'-9'8'0'0,"3"-3"0"0,-2 1 0 0,3-4 0 0,1-2 0 0,3 0 0 0,-1 0 0 0,2 0 293 0,0 0-130 0,3 0 30 15,9 0-79-15,3-2-42 0,0-2 10 0,3 1-296 16,1-1 124-16,-2 2 61 16,1-1 31-16,-4 3-499 0,-2 0 273 0,1 0 124 15</inkml:trace>
  <inkml:trace contextRef="#ctx0" brushRef="#br0" timeOffset="-204620.85">6572 13090 1133 0,'-9'5'0'0,"2"3"0"0,1-1 0 0,1-2 0 0,-2-1 0 0,5-2 0 0,-1 0 0 0,1-2 193 0,2 0-80 0,0 2-32 0,0-2 1 15,0 2-24-15,5-2 0 0,5 0-26 0,2 0-81 16,1 0 49-16,2-2 12 0,1 0 0 0,2-3-46 16,-2 2 33-16,3 0-71 0,0 1 61 0,-1 2 12 15,-2 0 0-15,-2 0-39 0,-2 2 23 0,-4 5-18 16,-1 2-1-16,-4 3 143 0,0 2-54 0,-3-2-24 15,0 4 0-15,-12-3 149 16,-3 1-76-16,-3 0-26 0,-2-2-27 0,-4-2-21 16,2-3 2-16,1-2 1 0,-1-4-70 0,3-1 31 15,0 0 0-15,6 0-295 0,1-4 158 0,3-9 65 16,7-4 47-16,2-5-480 0,0-1 239 0,9-2 119 16</inkml:trace>
  <inkml:trace contextRef="#ctx0" brushRef="#br0" timeOffset="-204342.59">6956 12789 960 0,'0'0'0'0,"0"-4"0"0,0 2 0 0,-4 1 0 0,0-4 0 0,4 2 0 0,0-2 252 0,0 2-101 0,2-1-64 0,13 3 193 15,2-1-124-15,1 2-62 0,7 0-30 0,-3 0 93 16,2 7-66-16,-3 4-29 0,0 5 0 0,0-1-29 15,-3 4-1-15,-7-1 9 0,1 6 5 0,-4 3-13 16,-7 1 0-16,-1 1 24 16,0 0-25-16,-2 1 9 0,-11 1-8 0,-4-3 27 15,-4-2-28-15,-4-4 1 0,1-5 0 0,-7-2-90 16,1-1 41-16,0-7 19 0,0-3-363 0,5-4 176 16,4 0 95-16,3 0 29 0,6-11-454 0,6-6 241 15,3-6 120-15,3-2-148 0,9-4 134 0</inkml:trace>
  <inkml:trace contextRef="#ctx0" brushRef="#br0" timeOffset="-204141.13">7328 12701 1009 0,'3'-8'0'0,"-1"5"0"0,-2 0 0 0,0 1 0 0,-4 2 0 0,-10 0 0 0,-2 0 0 0,-1 6 498 0,-3 11-236 0,3 3-115 15,0 5 249-15,2 5-181 0,3 2-92 0,4 4-36 16,3-2 110-16,5 1-82 0,0-1-41 0,2 0-71 15,15-2 0-15,2-2 38 16,1-5-9-16,5 0-121 0,3-6 61 0,-1-2 30 16,-3-3 8-16,8-3-372 0,-4-4 168 0,-2-3 107 15,-2-4-576-15,-1 0 315 0,0 0 149 0</inkml:trace>
  <inkml:trace contextRef="#ctx0" brushRef="#br0" timeOffset="-203971.58">7540 12618 2202 0,'0'0'0'0,"0"0"0"0,0 0 0 0,4 0 0 0,1-4 0 0,2 1 0 0,5-4 0 0,1 3 0 0,2 0 0 0,0 1 0 0,2 1 139 16,-1 1-53-16,0 1-27 0,3 0-243 0,-4 0 108 16,1 0 63-16,-2 1-523 0,-3 4 278 0,-2-1 140 15,-1 0 68-15,-2 1-494 0</inkml:trace>
  <inkml:trace contextRef="#ctx0" brushRef="#br0" timeOffset="-203723.77">7588 12418 983 0,'-4'-3'0'0,"4"2"0"0,0 1 0 0,0 0 0 0,3 3 0 0,6 16 0 0,0 5 0 0,6 14 222 0,-7 3-95 0,1 10-47 15,-2 11 254-15,-5-2-150 0,1-10-68 0,-2 9 21 16,-1-1-52-16,0-4-26 0,0-4 0 0,0-4 24 15,0-10-17-15,0-4-8 16,0-11-26-16,0-3 31 0,0-6-30 0,0-6 0 16,0-3 8-16,0-3-38 0,0 0 0 0,2-21 30 15,2-7-31-15,6-5 9 0,0-9 21 0,1 2 1 16,1 0-326-16,-1-4 138 0,1 2 83 0,-1 4-522 16,6-8 284-16,-6 3 139 0,2 3 69 0,1-5-389 15,-3 4 229-15</inkml:trace>
  <inkml:trace contextRef="#ctx0" brushRef="#br0" timeOffset="-203587.4">7861 12374 1012 0,'1'-10'0'0,"1"5"0"0,0 3 0 0,-2 0 0 0,0 0 0 0,0 2 0 0,0 0 0 0,0 0 428 15,0 6-198-15,2 1-90 0,1 1-58 0,-2 3 173 16,3 0-111-16,2 1-56 0,-1 1-128 0,3-5 45 16,1 1-8-16,0-4-449 0,2-4 242 0,1-1 122 15,-1 0 60-15,5-3-536 0,-2-13 281 0,-1-5 59 16</inkml:trace>
  <inkml:trace contextRef="#ctx0" brushRef="#br0" timeOffset="-203095.38">8052 12300 639 0,'6'-10'0'0,"0"2"0"0,-1 3 0 0,-1 0 0 0,-1 4 0 0,-2-1 0 0,0-1 168 0,-1 3-67 15,0 0-35-15,0 0 233 0,0 14-138 0,-9 0-64 16,-2 7-32-16,-4 2 72 0,0 1-53 0,1-3-17 16,-7 7-8-16,2-3-139 0,-2-1 57 0,1-1 28 15,-1-5-105-15,5-4 74 0,-2-1 26 0,4-2-11 16,1-2 22-16,4-3-11 15,1 2 30-15,3-3 42 0,1 1-30 0,2 0-51 16,2-1 14-16,0 4 144 0,0 1-68 0,2-1-19 16,2 4-4-16,3-1-4 0,1 1 0 0,-1-1-13 15,2 4-214-15,-5-4 114 0,4 1 41 0,-2-6 28 16,-1 0-188-16,1-2 84 0,0-2 54 0,-3-3-432 16,3 0 225-16,-1 0 98 0,-4-10 58 15,1-4-173-15,-2-3 107 0,0-5 66 16,0-1 29-16,0-2-40 0,-3 1 34 0,-5-1 1 15,3 7 67-15,0-3 68 0,-1 2-48 0,3 4-27 16,3 3 344-16,0 3-186 0,0 0-88 0,0 4 193 16,3-2-78-16,10 0-83 0,4 3-42 0,2 1 258 15,1-1-130-15,3 2-79 0,5 1-34 0,-1-2 101 16,-2 3-69-16,-5 0-33 0,2-1-25 0,1 1-10 16,-4 0 1-16,-2 0 5 0,-5 0-5 0,0 0 0 15,-3 0 8-15,-3 0 1 0,0 0-9 16,-3 0-1-16,2 0 1 0,-4 5 79 15,1 3-31-15,-2 1-9 0,0 1-39 0,0 2 121 16,0 2-61-16,0 1-30 0,0-1-38 0,0 3 8 16,0 1 0-16,0 0-245 0,0 1 123 0,0 1 60 15,0 0 40-15,0-4-496 0,0 3 226 0,0-5 127 16,0 3 25-16,0-4-187 0,0-2 122 0,-8 0 74 16,1-2 32-16,-1-5-315 0,-1 0 174 0,-4-4 87 15,2 0-173-15,-6-7 133 0</inkml:trace>
  <inkml:trace contextRef="#ctx0" brushRef="#br0" timeOffset="-202946.78">8014 12515 1302 0,'-7'-15'0'0,"4"5"0"0,1 0 0 0,1 3 0 0,1 3 0 0,0 2 0 0,0 1 0 0,0 1 0 0,0 0 220 0,1 0-93 0,6 0 106 16,2 3 20-16,-2 7-110 0,0 1-47 0,0 4-55 16,-1 0-8-16,-5 4-1 0,3 1 1 0,-2-2-172 15,1-2 95-15,-3 0 34 16,0-1 21-16,0-4-501 0,0 0 260 0,-3-4 131 15,-8-1-583-15</inkml:trace>
  <inkml:trace contextRef="#ctx0" brushRef="#br0" timeOffset="-202809.15">7919 12600 1105 0,'-6'-7'0'0,"2"5"0"0,1 2 0 0,1 0 0 0,1 0 0 0,-1 0 0 0,2 0 0 0,0 0 192 16,0 0-80-16,0 0 228 0,0 5-154 0,5-1-69 15,4 0-46-15,0 3-159 0,1-2 60 0,1 1 31 16,2-3 0-16,-1-3-479 15,5 3 250-15,1-3 130 0,-3 0 64 0</inkml:trace>
  <inkml:trace contextRef="#ctx0" brushRef="#br0" timeOffset="-202587.75">8182 12509 783 0,'2'0'0'0,"-2"0"0"0,0 2 0 0,-2 7 0 0,-12 0 0 0,-4 6 0 0,-1 3 167 0,0-1-67 0,-3 1-25 15,-2 3 66-15,-1-2-54 0,2-1-27 0,0-1-31 16,-2-2 4-16,2-5 8 15,0 1-9-15,2-4-21 0,1-1 0 0,5-5 22 16,7 2 0-16,-1-3 107 0,5 0-57 0,1 0-25 16,3 0-1-16,0 0 40 0,4 0-32 0,10 0 7 15,4-3-17-15,3 2 0 16,2-1-22-16,2 2-22 0,0 0 0 0,-1 0 30 0,4 0-8 0,-4 0-188 16,-3 0 95-16,2 3 46 0,-5 2 23 0,-1 0-475 15,-2-2 230-15,-4 0 80 0,-5 1 68 0,1-2-436 16</inkml:trace>
  <inkml:trace contextRef="#ctx0" brushRef="#br0" timeOffset="-202405.23">7933 12883 1018 0,'-2'9'0'0,"2"4"0"0,0 0 0 0,0-1 0 0,0-1 0 0,0 3 0 0,0 2 246 0,0-4-110 0,3 6-52 0,1-3 281 0,0-1-166 0,-1 4-84 16,1-4-32-16,0 2-43 15,-3-3-7-15,2-1-1 0,-3-3 1 0,0-2-327 16,0-1 172-16,0-3 73 0,0-3-450 0,0 0 258 16,0 0 131-16,0-7-7 0,0-8-215 0</inkml:trace>
  <inkml:trace contextRef="#ctx0" brushRef="#br0" timeOffset="-202153.9">7936 12877 1091 0,'0'-10'0'0,"0"2"0"0,2 3 0 0,4 1 0 0,2-3 0 0,3 3 0 0,0 0 140 0,2 1-58 15,4 1-25-15,1 1 288 0,-1-1-157 0,2 0-77 16,-1 0-31-16,-2 2 113 0,-1 0-80 0,-2 0-40 16,-2 0 0-16,-1 0-32 0,-2 0 0 0,-1 0-8 15,-3 0-37-15,-3 0 37 0,1 0 0 0,0 0 15 16,-2 0-7-16,0 0-8 0,0 0-1 0,0 0 92 16,0 7-45-16,0 6-24 0,3 1 9 0,-1 2-8 15,4 3-1-15,0 1-22 0,2 7 0 0,1-4-164 16,-4-3 90-16,5 7 33 15,-3-7-384-15,-1 1 199 0,-1 1 82 0,-1-3-380 16,1-2 222-16,-4 0 122 0,1-4 57 0,-2-3-149 16,0-1 103-16,0-1 52 0,-8-5 17 0,1-2-278 15</inkml:trace>
  <inkml:trace contextRef="#ctx0" brushRef="#br0" timeOffset="-202005.3">8002 13012 1556 0,'-12'-8'0'0,"5"5"0"0,1 2 0 0,3-3 0 0,1 1 0 0,-2 1 0 0,4 1 0 0,0-1 0 0,0 0 255 16,4-2-115-16,7 2-54 0,4-1 153 0,1 1-103 16,-2 0-51-16,4 2-279 0,-1 0 110 0,-2 0 58 15,3 0 30-15,-3 4-603 0,-4 5 315 0,0 1 163 16,-3 3 72-16</inkml:trace>
  <inkml:trace contextRef="#ctx0" brushRef="#br0" timeOffset="-201869.94">8032 13172 889 0,'-14'6'0'0,"10"-1"0"0,-3 1 0 0,4-2 0 0,0-4 0 0,3 2 176 0,-3-2-72 0,3 0-36 16,0 0 1-16,7 0 299 0,6 0-172 0,6 0-81 15,1 0 43-15,3-2-62 0,-2-1-32 0,2-2-433 16,0-2 197-16,2-2 102 0,-4 2 51 0,6-1-602 16</inkml:trace>
  <inkml:trace contextRef="#ctx0" brushRef="#br0" timeOffset="-201671.52">8468 12400 1655 0,'0'-9'0'0,"0"7"0"0,0 0 0 0,0 0 0 0,0 2 0 0,0 0 0 0,0 0 0 0,0 0 326 16,0 9-147-16,0 5-65 0,0 1 228 0,0 1-155 15,0 4-77-15,0 0-266 0,0 1 94 16,0-3 56-16,1-3 15 0,3-5-509 15,0 0 267-15,-1-3 132 0,1-5 76 0,2-2-347 16,-2 0 186-16,-2-6-27 0,-2-11-273 0</inkml:trace>
  <inkml:trace contextRef="#ctx0" brushRef="#br0" timeOffset="-201413.22">8422 12224 741 0,'-6'-23'0'0,"4"4"0"0,2 6 0 0,0-3 0 0,0 6 0 0,1 0 0 0,12 5 0 0,4-1 182 0,2 2-67 0,7 2 160 16,-4 1-121-16,5 0-61 15,-1 1-30-15,2 0 94 0,-3 0-55 0,5 0-38 16,-10-3 0-16,5 3 37 0,-4 0-35 0,-2 0 1 16,-6 0 60-16,-1 0-51 0,-2 0-22 0,-2 0 1 15,-3 0 23-15,-1 3-22 0,-3 1 8 0,1 4 107 16,-2 1-69-16,0 4-34 0,0 1-1 0,0 1 74 16,0 1-47-16,0 3-34 0,0 4 0 0,2 1-92 15,6 1 33-15,-6 1-1 0,5-4 41 16,1 8-309-16,-3-5 150 0,3-1 75 15,-2-3-220-15,1 1 105 0,-3-1 82 0,-1-2-474 16,-1-2 258-16,0-4 130 0,-2-2 65 0,0-2-370 16,0-3 210-16</inkml:trace>
  <inkml:trace contextRef="#ctx0" brushRef="#br0" timeOffset="-201242.67">8525 12332 1051 0,'-11'-2'0'0,"9"1"0"0,1-1 0 0,-1 2 0 0,2-2 0 0,0 2 0 0,0-3 420 16,5 2-194-16,9-1-96 0,5 0 245 0,-3 2-162 16,5-2-95-16,-1 2-6 0,3 0-39 0,-2 0-1 15,-1 0-39-15,-1 0-292 0,-1 0 141 0,-4 0 76 16,0 7 37-16,-5 1-548 0,-2 2 293 0,-3 0 125 16</inkml:trace>
  <inkml:trace contextRef="#ctx0" brushRef="#br0" timeOffset="-201092.07">8603 12450 1416 0,'-4'0'0'0,"4"1"0"0,0-1 0 0,0 0 0 0,0 0 0 0,0 0 0 0,2 0 0 0,3 0 249 0,9 0-113 0,-3-1 106 16,4-2-105-16,0 0-52 0,0 2-26 0,0 1 42 16,0 0-38-16,-2 0 0 0,1 0-31 0,-5 0-489 15,2 4 245-15,-4 3 130 0</inkml:trace>
  <inkml:trace contextRef="#ctx0" brushRef="#br0" timeOffset="-200880.63">8390 12590 1205 0,'-14'3'0'0,"9"1"0"0,2 0 0 0,3-1 0 0,0-3 0 0,6 0 0 0,13 0 311 16,6 0-143-16,6 0-67 0,2 0-35 0,10-1 353 15,-5-5-194-15,0 2-87 0,11 2-7 0,-8 1-48 16,-6-1-26-16,2 2 1 0,-5 0-315 0,-7 0 154 16,2 0 63-16,-5 8-442 0,-1-1 257 0,-8 1 129 15,-4-1 27-15,-2 3-310 0,-4-3 119 16</inkml:trace>
  <inkml:trace contextRef="#ctx0" brushRef="#br0" timeOffset="-200723.05">8530 12761 1564 0,'0'8'0'0,"0"5"0"0,0-1 0 0,0 0 0 0,0-3 0 0,0 5 0 0,0-4 0 0,0 3 0 0,0 2 255 0,0-2-111 0,1 1-56 16,5 1 19-16,-3-4-37 0,1 1 8 0,3-2-492 16,-4 1 223-16,1-6 112 0,-2-1 56 0,-1-4-294 15</inkml:trace>
  <inkml:trace contextRef="#ctx0" brushRef="#br0" timeOffset="-200477.35">8494 12759 912 0,'2'-2'0'0,"5"0"0"0,4 0 0 0,5 0 0 0,-2-1 0 0,5-1 128 0,4 0-48 0,3 2-24 0,-2-1 327 0,11 2-180 16,-8-1-85-16,1 2 114 0,1 0-100 0,-3 0-50 15,-5 0-16-15,-1 0-77 0,-1 2 22 0,-3-1 0 16,-7 4 22-16,1-1-46 15,-4 0 31-15,-1-1-8 0,-2 3 9 0,-3-1 14 16,0 5 0-16,0 0-1 0,0-2 102 0,0 4-55 16,0 1-23-16,0 1 47 0,0 0-35 0,0 1-1 15,0 2-26-15,0 0-216 0,0 0 104 0,2 0 51 16,2-2 27-16,0-1-507 0,-1-2 249 0,-1 1 102 16,0-3-231-16,0-3 172 0,-2 0 88 0,0 0 44 15</inkml:trace>
  <inkml:trace contextRef="#ctx0" brushRef="#br0" timeOffset="-200305.81">8565 12922 1070 0,'-5'-6'0'0,"3"2"0"16,2 1 0-16,0-1 0 0,0-1 0 0,2-1 0 0,6 1 423 0,6-1-196 0,3 0-96 0,7-2-50 0,-1 5 257 15,4-4-156-15,-2 5-75 0,2-1-145 16,-6 1 35-16,1 1 0 0,0 1 44 15,-5 0-233-15,1 0 112 0,-5 0 57 0,-4 6-582 16,-1 3 319-16</inkml:trace>
  <inkml:trace contextRef="#ctx0" brushRef="#br0" timeOffset="-200155.22">8652 12996 1011 0,'-4'0'0'0,"4"1"0"0,0-1 0 0,0 0 0 0,0 0 0 0,2 0 0 0,5 0 364 15,7 0-170-15,-1 0-81 0,1 0 147 0,3-1-114 16,1-2-57-16,-2 3-20 0,0 0-340 0,-2 0 152 16,-1 0 76-16,-3 0-273 0,-1 4 174 0</inkml:trace>
  <inkml:trace contextRef="#ctx0" brushRef="#br0" timeOffset="-199989.66">8590 13125 1662 0,'-2'2'0'0,"2"-1"0"0,0-1 0 0,0 0 0 0,2 0 0 0,7 0 0 0,3 0 0 0,2 0 0 0,5 0 0 0,-2 0 203 0,4 0-78 0,-2 0-50 15,2 0-81-15,-1 0 0 0,-4 0 39 0,2 0-425 16,-8 0 221-16,2 0 98 0,-3 5 52 0,1 2-247 16,-7 3 146-16</inkml:trace>
  <inkml:trace contextRef="#ctx0" brushRef="#br0" timeOffset="-199685.47">8712 12866 1180 0,'0'-21'0'0,"0"10"0"0,0 2 0 16,0 1 0-16,0 5 0 0,0 0 0 0,0 3 0 0,5 0 0 0,1 6 175 0,-1 9-71 0,3 5 109 0,-4 3-82 0,0 9-54 15,-2 2-21-15,-1 2-23 16,-1 1 0-16,0 1 0 0,0-3 8 0,0 1-217 15,-1-2 105-15,-7-1 51 0,-2-4-246 0,-1-1 149 16,0-7 43-16,-6 3 45 0,2-11-192 0,0-2 99 16,0-1 16-16,3-6 213 0,0-1-79 0,1-2-25 15,1-1-1-15,4 0 351 0,3 0-178 0,1 0-95 16,2 0-20-16,0 0 203 0,0 0-75 0,7 0-80 16,10 0 219-16,5 0-147 0,-1 0-66 15,11 0-44-15,-2 0 137 0,0 0-87 16,4 0-44-16,0 0-205 0,-2 0 89 0,-2 0 33 15,-2 0-1-15,0 3-653 0,-1-1 347 0,0 2 173 16</inkml:trace>
  <inkml:trace contextRef="#ctx0" brushRef="#br0" timeOffset="-198722.89">9493 12693 845 0,'-11'0'0'0,"5"0"0"0,3 0 0 0,-2 0 0 0,2 0 0 0,-3 0 0 0,2 0 0 0,1 0 0 0,-3 0 212 16,3 0-90-16,-2 0-44 0,0 0 47 0,1 4-47 16,-3 5-14-16,-2 2-25 0,-1 4-6 0,-5 4 0 15,1-1 0-15,-4 2-37 0,-1 2 9 0,-1 1 28 16,-1 0 0-16,-4-1-24 0,3 0 24 0,0-1-1 16,4-6 9-16,-1 2 26 0,5-2-43 15,3-4 7-15,2-1 35 0,2-3 0 16,4-3-27-16,3-2 30 0,0-1-36 0,0 4 0 15,1-3 0-15,8 1-37 0,5-1 9 0,4 2 28 16,2 0 0-16,6 1 22 0,0 1 1 0,1 2-23 16,0 1 15-16,3 1-16 0,0 3 1 0,2-1 0 15,-2 4-27-15,0-4 0 0,0 1 30 0,-1-1-53 16,-3-2 21-16,-5-5 0 0,2 1 25 16,-5-5-97-16,-4 2 44 0,-3-3 20 15,-6 0-6-15,1 0-18 0,-5 0 8 0,-1-6 1 16,0-7 142-16,-12-6-58 0,-1-4-30 0,-4-2-1 15,-1-4-32-15,0-1 11 0,-3-4 17 0,-2-7-171 16,3 3 79-16,-1-2 36 0,5 2 6 0,-1 6-102 16,1 1 56-16,2 3 34 0,3 9 1 0,-1 1-129 15,4 7 49-15,2 3 35 0,2 3 2 0,2 1 20 16,0 3 1-16,2 1 20 0,0 0-40 0,2 0-9 16,7 8 49-16,5 2-262 15,7 3 132-15,0-2 64 0,6 0 34 0</inkml:trace>
  <inkml:trace contextRef="#ctx0" brushRef="#br0" timeOffset="-198478.54">9705 12727 1543 0,'3'1'0'0,"0"1"0"0,7-2 0 0,-1 0 0 0,2 0 0 0,4 0 0 0,2 0 0 0,5 0 0 0,3 0 0 0,0 5 285 0,1 6-118 0,0 2-71 0,-4 2-17 16,1 1-23-16,-3 3 0 15,-4 4-23-15,-9-3-47 0,0 11 19 0,-4-5 0 16,-3 4 28-16,-5 0-27 0,-9 1 26 0,-7-3 9 16,-1-1-64-16,-4 0 28 0,-5-6 0 0,4-3-4 15,-2-5-116-15,3-3 49 0,-5-3 36 0,11-4-262 16,-1-3 140-16,7 0 57 0,2-6 38 0,8-9-337 16,4-6 185-16,0-4 88 0,11-1 44 15</inkml:trace>
  <inkml:trace contextRef="#ctx0" brushRef="#br0" timeOffset="-198289.05">10171 12618 1549 0,'0'0'0'0,"0"0"0"0,-9 0 0 0,-9 2 0 0,4 6 0 0,-9 7 0 0,7 1 0 0,-5 9 297 0,3 3-136 0,2 4-64 0,2 1 376 0,7 1-220 0,5 0-110 15,2-2-47-15,0-2 89 16,7-3-77-16,9 1-37 0,2-7-1 0,3 0-197 15,0-5 88-15,7 2 31 0,-1-2-171 0,1-5 106 16,-1 1 53-16,2-4-274 0,-8 0-223 0,3-1 169 16,-1-3 166-16</inkml:trace>
  <inkml:trace contextRef="#ctx0" brushRef="#br0" timeOffset="-198133.47">10565 12975 1057 0,'18'-6'0'0,"-4"2"0"0,2 1 0 0,-3 3 0 0,-6 0 0 0,1 0 0 0,-4 0 0 0,-2 11 598 0,-2 2-274 0,0 4-150 16,-4 5 353-16,-12 5-248 0,-3 0-123 0,1 4-144 15,-1-3 7-15,-1 2 14 0,1-3 0 0,1 1-819 16</inkml:trace>
  <inkml:trace contextRef="#ctx0" brushRef="#br0" timeOffset="-193598.64">11450 12554 511 0,'-1'-6'0'16,"-1"5"0"-16,0-2 0 0,0 0 0 0,-1 1 0 0,0 0 207 0,1 0-79 0,2 2-51 0,-2-2 224 0,2 2-265 16,0 0-3-16,0 2 85 0,-2 16-26 0,2 8-58 0,0 4-1 0,0 11 31 15,0 2 0 1,0 4-32-16,0-5 9 0,4 10 53 0,1-6-31 16,5 0 1-16,-2-10 10 15,3 2-41-15,-1-10 8 0,2 2-8 0,2-11-31 16,1-5 0-16,2-5 30 0,1-5 1 0,3-4-37 0,2-1 15 15,-3-18-1-15,-1-10 23 0,4-9-243 0,-7 1 244 16,3-11-7-16,-4-1-14 0,-1-4-84 0,-3-1 32 16,-2-8 26-16,-1 9-3 0,-1-15-147 0,-1 7 75 15,-3 9 38-15,-1 4 0 0,0 10 2 16,0 6 2-16,-2 6-3 0,0 11 17 0,0 3 199 16,0 5-96-16,0 6-48 0,-4 1-31 0,-3 14 289 15,0 13-139-15,-2 10-47 0,4 5 74 0,-1 6-74 16,1 1 7-16,5 4 121 0,0-2-95 0,0-2 74 15,0-3-85-15,5-1-42 16,3-10-40-16,4 6-20 0,-2-6 17 0,4-4 1 0,-3-3-240 16,2-5 207-16,-1-5 7 0,0-1 26 0,-1-3-147 15,1-4 73-15,-4-2 37 0,1-5-4 16,-3 1-446-16,0-4 200 0,-1 0 118 0,-1 0 19 16,1 0-464-16,1-7 274 0,0-3 129 15,1-2 77-15,-1-2-373 0</inkml:trace>
  <inkml:trace contextRef="#ctx0" brushRef="#br0" timeOffset="-193403.17">11946 12821 799 0,'-2'-7'0'0,"2"2"0"0,0 2 0 0,0-1 0 0,0-2 0 0,2 3 425 15,7-3-195-15,5 4-99 0,0 0-49 0,4 2 247 16,0 0-140-16,1 0-82 0,-1 10-37 0,0 1 96 16,1 8-66-16,-5-1-34 0,-5 3 9 0,2 6-53 15,-6-2 11-15,-3 2 0 0,-2-1-1 0,0-2-74 16,-4-3 46-16,-8 0-9 0,0-4 38 0,-5-2-143 15,-2-3 71-15,-2-4 36 0,3 0-308 16,-1-4 133-16,4-1 90 0,3-3 3 0,1 0-346 16,6 0 199-16,0 0 92 0,5 0-117 15,0-5 112-15,12-8 56 0</inkml:trace>
  <inkml:trace contextRef="#ctx0" brushRef="#br0" timeOffset="-193194.94">12272 12757 1517 0,'0'-2'0'0,"-1"2"0"0,-10 0 0 0,-4 0 0 0,-4 4 0 0,0 6 0 16,-3 8 164-16,5-1-65 0,4 2-25 0,-5 8 287 0,8 0-164 0,-1 5-82 0,8 1 184 15,3 4-133-15,0-4-59 0,0 0 2 16,5-3-38-16,9-2-1 0,2-3-37 16,5-2-65-16,-1-6 40 0,4 2-7 0,0-8 31 0,0-1-374 15,-3-4 187-15,2-2 93 0,-1-4 56 0,-1 0-641 16,-2 0 313-16,-1-6 123 0,3-8 89 0,-2-2-460 15</inkml:trace>
  <inkml:trace contextRef="#ctx0" brushRef="#br0" timeOffset="-193033.86">12585 12637 1878 0,'-2'6'0'0,"2"-1"0"0,0 0 0 0,0-3 0 0,0 2 0 0,0-1 0 0,2 0 80 0,7-2 174 15,2 4-110-15,3-4-48 0,0 4-21 16,4-4-22-16,-2 3 1 16,-1-2-576-16,0 1 277 0,-5 0-1291 0,1 0 1458 0</inkml:trace>
  <inkml:trace contextRef="#ctx0" brushRef="#br0" timeOffset="-192874.03">12539 12960 553 0,'-11'2'112'0,"4"5"-56"0,3-5 888 15,0-2-859-15,4 0-30 0,0 0 0 0,8-2 614 16,14-5-607-16,3-7-29 0,5-1 8 0,0 0-8 0,2 2 1 16,0 0-1-16,-1 4 0 0,0 1 0 15,-5 5-464-15,4-3 227 0,-3 4 119 16,-1 0-663-16,-6-1-565 16</inkml:trace>
  <inkml:trace contextRef="#ctx0" brushRef="#br0" timeOffset="-192645.64">13165 12088 1831 0,'-11'-5'0'0,"3"-1"0"0,5 4 0 0,3 2 0 0,-2 0 0 0,2 0 0 0,0 10 0 0,0 10 517 0,0 7-242 0,0 6-122 0,0 11-59 0,0-7 190 16,0 18-130-16,0-3-61 0,0 3-30 0,0 10-17 15,0-3-13-15,0-6 8 0,0 14-9 0,0-6 1 0,0-10-253 16,0 5 126-16,0-3-228 0,0-11 186 16,0-2-664-16,0-5 392 15,2-13 168-15,5-5 104 0,6-10-497 0</inkml:trace>
  <inkml:trace contextRef="#ctx0" brushRef="#br0" timeOffset="-192470.09">13313 12665 1295 0,'2'-3'0'0,"0"3"0"0,0 0 0 0,0 0 0 0,0 0 33 0,0 3-1 0,0 4 584 0,0 6-284 0,-1 3-153 0,1 5 164 16,0 3-155-16,0-1-190 15,0 4-155-15,0-2 151 0,-2 6 16 0,1-4-1 0,1-6-230 16,0 1 127-16,0-3 63 0,0-7 41 0,-1-3-638 16,2-2 327-16,-1-5 164 0,2-2-13 15,-2-4-450-15</inkml:trace>
  <inkml:trace contextRef="#ctx0" brushRef="#br0" timeOffset="-192035.75">13391 12265 1469 0,'5'-4'0'0,"4"4"0"0,3 0 0 0,-5 1 0 0,1 11 0 0,-3 5 0 0,0 2 436 16,0 9-206-16,1-2-99 0,-3 6-49 0,-1 2 31 15,2 2-40-15,-3 5 7 0,1 6-199 0,0-1 76 0,0 4-566 16,-2 1 632-16,0 1 10 0,0-1 8 15,0-4-175-15,0-15 83 0,0-6 42 16,0-3-14-16,0-13-78 0,0-1 81 0,0-6 2 16,6-3-48-16,2-12 34 0,1-12 83 15,0-5-41-15,3-3-30 0,-3 0 9 0,5 0 24 16,-4 0-22-16,1 3 6 0,1 5 169 16,-1 6 405-16,2 0-512 15,1 7-15-15,-4 3 1 0,2 7 219 0,-1 1-201 0,0 0 8 0,1 13-39 0,-5 9 1 0,-1 6 36 16,-3 5-37-16,1-2 1 0,-2 4 8 15,0-4-43-15,1-3 1 0,-2-7 33 0,1-1 1 16,0-8-151 0,-2-4 83-16,2-3 30 0,3-5 0 15,1 0-260-15,1-21 139 0,1-5 35 0,3-4-92 0,0-2 61 0,1-1 47 16,1 2 109-16,0 3-33 0,0 7-9 0,3-5 85 16,0 13-55-16,0 1-28 0,0 7 1 0,-3 3 275 15,2 2-136-15,-2 0-71 0,1 19 172 16,-5 4-107-16,-2 4-34 0,-1 2-30 0,0 3-130 15,-2 0 46-15,-3-1 26 0,3 0 0 0,-2-3 27 0,0-2 0 0,-1-5-558 16,1 1 270-16,-2-1 112 0,0 2-685 16,0-1 397-16</inkml:trace>
  <inkml:trace contextRef="#ctx0" brushRef="#br0" timeOffset="-191473.97">13150 13240 975 0,'-16'-5'0'0,"6"5"0"0,2 0 0 0,1 0 0 0,-3 0 0 0,3 5 283 16,-1 6-125-16,-1 2-62 0,-1 2-24 0,-1 7 4 16,-1-1-22-16,1 2 0 0,-1 1 2 0,-2 0-48 15,1-3 34-15,-4 3-10 0,4-9 1 0,-2 1 238 16,0-5-222-16,1-1-16 15,5-5 8-15,0 0-8 0,4-5 220 0,1 0-109 16,1 0-56-16,3 0-28 0,0 0 122 0,0 0-79 0,12 0-36 16,9 0 1-16,1 0 67 0,5 0-52 15,-3 0-16-15,10 0-13 0,-4 0 0 0,0 0-253 16,-2 0 226-16,-1 0 6 0,-5 0 8 0,0 0-178 16,1 0 86-16,-7 0 41 0,-4 0 22 15,-1 0-131 1,-5 0 55-16,-2 0 36 0,-2 0-4 0,-2-3 50 0,0-4-25 0,-8-3-55 0,-5-1 38 0,-4-7 1 0,1 0 36 15,-2-3 0-15,0-5-42 16,1 0-105-16,2-2-59 0,0 1 176 16,4 2-12-16,3 5-1 0,0 1 3 0,4 7 171 15,3-2-81-15,1 5-43 0,0-1-22 0,1 4 93 16,13 5-54-16,3-1-34 0,5 2 4 0,1 0 198 16,4 0-100-16,3 3-27 0,3 9-32 0,1 0 38 0,-2 4-15 15,0 1-36-15,-4 0-67 0,-2-1 34 16,-4 4-16-16,-4-4 66 0,-4 2-17 15,-2 2-1-15,-6-1 33 0,-5-1-40 16,-1 3 5-16,0-3-14 0,-11 3 9 0,-6-3-31 0,-2 0 27 16,-3-3-21-16,-2 1 18 0,1-8 169 15,-5 4-187-15,1-4 0 0,7-4 0 0,-1-3-599 0,4-1 295 16,8 0-433-16,0-1 357 0,9-11 173 0,0-3-837 16,1-4 953-16,14-1 30 0,6-3-9 15,4-3-145-15</inkml:trace>
  <inkml:trace contextRef="#ctx0" brushRef="#br0" timeOffset="-191294.75">13565 13165 1048 0,'10'-14'0'0,"-5"7"0"0,1 1 0 0,-5 2 0 0,1 0 0 0,-2 2 890 15,0 2-824-15,-9 2-1 16,-2 16-32-16,-1 3 214 0,1 8-99 16,1 3-62-16,1 3-26 0,6 1-1 0,1-3 232 0,2 1-129 0,0-9-32 15,5 5-78-15,9-5-434 16,4-5 206-16,3-4 178 0,-2-5 9 0,7 0 21 0,-5-5-1208 15,2-6 1178-15,-1 0 1 0,-2 0-14 16,0 0-387-16,-4-10 171 0,1-1 98 0</inkml:trace>
  <inkml:trace contextRef="#ctx0" brushRef="#br0" timeOffset="-191133.17">13715 13280 1774 0,'-11'5'0'0,"4"-4"0"0,3 5 0 0,1-4 0 0,3 0 0 0,0 0 0 0,0-2 0 0,1 0 0 0,10 0 880 0,2 0-813 0,3 0-34 0,-4 0 8 0,6 0-9 0,-2 0-374 16,1 0 187-16,0 0 94 16,-2 0 46-16,0 0-585 0,-2 0 312 15,0 0 161-15,1 0 80 0,-3 0 39 0</inkml:trace>
  <inkml:trace contextRef="#ctx0" brushRef="#br0" timeOffset="-190907.78">13918 13161 485 0,'-7'-6'79'15,"2"2"-40"-15,0 3 0 0,1-1-39 0,2 0 219 0,1 2-86 16,-1 0-53-16,2 0 474 0,0 0 467 16,5 0-948-16,9 4-19 0,2 3 7 0,7 2-28 0,-2 3-48 15,1-1 25-15,1 0-1 16,-2-2 24-16,-1 1-146 0,-1 0 69 16,-2-2 38-16,-2 2 0 0,-4 1 39 0,-7-1-69 0,0 2 43 15,-4 2-63-15,0-1 39 0,-12 2-62 16,-6 4 84-16,-3-5 0 0,2 0-29 0,-9 3 18 0,2-3-116 15,0-2 53-15,3-1 25 0,4-4 0 0,2 0-341 16,8-4 181-16,-1 0 85 0,8-3 43 0,2 0 22 0,0 0-422 16,14-3 226-16,6-8-72 0</inkml:trace>
  <inkml:trace contextRef="#ctx0" brushRef="#br0" timeOffset="-190649.47">14279 13221 1562 0,'0'11'0'16,"0"4"0"-16,0 0 0 0,-2 1 0 0,-4-2 74 0,2 3-41 0,1 4 0 0,3-3 299 0,0 2-149 0,1-2-75 16,10-3-30-16,3-2-8 0,2-1-57 15,0-3 20-15,3-6-1 0,1-3 1 0,1 0-195 16,2-8 93-16,-5-10-61 16,-1-5 81-16,-4-1-385 0,-3-4 458 0,-6 3 17 0,-2-7-52 0,-2 3 29 15,0 1-113-15,-14 0 39 0,-4 1-11 16,-1 0-8-16,-4 7 42 0,-3 5 120 0,0 4-60 15,-2 7-30-15,-1 4 0 0,5 0 101 16,-4 9-46-16,11 5-36 0,2 2-126 0,4 4 49 0,5-2-189 16,6 1 117-16,0 0 61 0,2 5 29 0</inkml:trace>
  <inkml:trace contextRef="#ctx0" brushRef="#br0" timeOffset="-189727.8">14635 12914 1111 0,'0'-7'0'0,"-1"1"0"0,-1 5 0 0,0-1 0 0,2 0 0 0,-2 0 0 0,2 2 0 0,0 0 0 0,-2 0 277 0,2 0-123 0,0 0-60 16,0 0-22-16,0 0 157 0,0 0-98 0,2 0-49 15,5 0-25-15,4 0 1 0,-1 0 176 0,3 0-105 16,3 0-48-16,2 0-24 0,3 0 169 0,5 0-97 15,3 0-40-15,1 0 23 0,3-2-40 16,7-1 1-16,0-6-40 0,2 2-1 0,-2 0 67 16,14-5 7-16,-4 5-37 0,0-1 0 0,1 1 151 15,-1 2-220-15,4 1 0 0,1-1 0 0,4 4 0 16,4-1 0-16,-3 1 0 0,2-2 0 0,-1 3 0 16,10-2 0-16,-8 1 0 0,-6-1 0 0,10-2 0 0,-16-2 0 15,6 0 0-15,-4-1 0 0,-7 0 0 0,-3-1 0 16,-5 2 0-16,-2 1 0 0,-2 1 0 0,-4 1-220 15,-9 1 167-15,-1 0 12 0,-3 0 0 16,-4-2 75-16,-1-1-25 0,-5 4-25 16,0-3-2-16,-3-1 28 15,-1-1 1-15,-1 1-28 0,0-3-4 0,0 2-41 16,-2-3 23-16,0 0 9 0,0 0 18 0,-2 1 12 0,-3 0-460 16,-1-1 214-16,-1 1 107 0,0 5 53 0,-3 1-689 15,-1 0 371-15</inkml:trace>
  <inkml:trace contextRef="#ctx0" brushRef="#br0" timeOffset="-188923.78">15437 13115 618 0,'-5'-9'0'0,"1"3"0"0,3 3 0 0,-3-1 0 0,2-2 0 0,-2 3 0 0,0-2 0 0,2 4 117 0,-2 0-43 15,3-1-12-15,-1 2 99 0,0 0-65 0,-2 0-36 16,1 0 0-16,-3 10-27 0,-4 5 8 0,-1 6-53 16,-3 4 23-16,-4 1-1 0,-1 4 23 15,-1 0-49-15,-5 2 32 0,3-2-8 0,-3-2 25 0,1-3 56 16,2-3-29-16,4-7-7 0,2-2-15 0,-1-1 59 16,4-5-33-16,6-1-8 0,-2-5-29 0,6 2 7 0,1-3 164 15,2 0-87-15,0 0 18 0,5 0-48 0,11 0 160 16,8-3-202-16,4 0 2 15,5-3-8-15,-1 1-55 0,3 1 45 0,1-1 10 0,-1 2 0 16,1-1-21-16,-3 2-9 0,1 0 30 16,-4 1 0-16,0 1-89 15,-7 0 45-15,0 0 30 0,-5 0-17 0,-2 0-79 16,-7 0 37-16,1 0 27 0,-7 0 3 0,-1 0-4 0,0 0-18 16,-2 0 247-16,0 0-207 0,-2-2-4 15,-8-4-27-15,-3-5 28 0,-6-4 4 16,3-2-2-16,-7-4-104 0,0 1 51 0,0-3 31 15,-2 1-2-15,0-2 34 0,1-1-172 0,1 2 74 0,3 1 39 0,4 5 8 0,2 0-31 16,0 2 13-16,7 4 1 16,1 1-6-16,3 5 123 15,1 0-65-15,2 3 8 0,0-2 76 0,2 2 131 16,9-1-228-16,2 3-2 0,2 0 10 0,2 0-7 16,0 0 75-16,0 0-30 0,-1 0-3 0,2 0 1 0,-4 3 73 15,2 0-45-15,0 2-11 0,0-3-1 16,-2 3 94-16,4-4-55 0,-2 1-19 0,3 2-8 0,2-2 10 15,6 0-37-15,-2 3 0 0,3-2 0 0,0 2-24 16,1 2-8 0,-3 3 32-16,-1 1-1 0,-5 3-92 0,-3 1-42 0,-1 2 71 15,-5 1 20-15,-4 3-1 0,-5 1-8 16,-2 3 0-16,0-1 32 0,-6-4-18 0,-11 5 34 16,-1-4 1-16,-3 0-33 0,-4-4 3 0,0-1-34 15,-4-2 34-15,1-3 5 0,2-2-4 0,-1-2-214 16,6-3 102-16,1 0 51 0,7-4 23 15,0 0-437-15,4 0 222 0,4 0 109 0,5 0 56 0,0 0-483 16,7-3 261-16,13-4 142 0,4-1 68 0</inkml:trace>
  <inkml:trace contextRef="#ctx0" brushRef="#br0" timeOffset="-188717.33">16080 13078 1250 0,'2'-17'0'0,"0"2"0"0,-2-1 0 0,0 2 0 0,0 1 0 0,-6 6 0 0,-3 1 0 0,-3 2 95 16,-1 4 237-16,1 0-154 0,-6 7-72 0,-1 14-37 0,-1 11 222 16,-1 1-129-16,7 0-57 0,-2 5-40 15,3-3 302-15,7 1-167 0,6-3-84 0,0-2-42 16,6-5 9-16,13-5-29 0,5-2 0 16,4-5-21-16,4-2-165 0,4-5 83 15,3-5 49-15,5-2 12 0,-5 0-700 0,0 0 360 16,5-7 161-16,-3-1-971 0</inkml:trace>
  <inkml:trace contextRef="#ctx0" brushRef="#br0" timeOffset="-182745.87">15000 12211 582 0,'0'0'0'0,"-2"0"0"0,2 0 0 0,-2 0 0 0,2 0 0 0,-1 0 332 0,1 0-150 0,-2 0-74 16,2-2-38-16,0 0 155 0,0 2-100 15,-2 0-46-15,2-2-23 0,0 2 70 0,0 0-46 16,0 0-16-16,0 0 22 0,0 0-26 15,-2 0 0-15,0 0-28 0,0 0 25 16,-2 0 7-16,0 0-31 0,-1 4 0 0,1-1 27 16,-3 3 1-16,1 2-5 0,-2-1 7 0,-1 3-59 15,0-1 21-15,-1 1 8 0,-1 5 0 0,-2-1-77 16,0 5 73-16,-2 3 4 0,-2 1-1 0,0 4-66 16,2-1 60-16,-3 0 4 0,0 0 1 0,4-1-6 15,-4-3-4-15,6-5 3 0,-4 0-16 0,5-2 60 16,1-6-21-16,1-1-5 0,0-2-24 0,3-3 84 15,0-1-35-15,2 0 0 0,1-2-21 0,1 0 20 16,2 0 0-16,0 0-33 0,0 0 0 0,0 0-26 16,0 0-8-16,0 0 34 0,0 0-1 0,0 0-32 15,2 0-1 1,11 0 42-16,4 0-8 0,2 0-48 0,1 0 11 16,6-2-8-16,1 0-11 0,-4 0-73 0,7-1 108 0,-4 1 0 15,1 2-7-15,-2 0-126 16,-4 0 119-16,2 0 7 0,-3 4-5 0,-1 1-40 15,-2 2 39-15,-2-1 0 0,-4-2-2 0,-1-1 9 16,-5 0-11-16,1-1 1 0,-4 0-19 0,-1-2 103 0,1 0-42 16,-2 0-22-16,0 0 1 0,0-7-21 0,-3-7 198 15,-5-1-92-15,-1-7 91 0,-1-2-193 0,-1-5 0 16,0-4 0-16,-1 2-269 0,0-5 184 16,0 2-30-16,-1-2 64 0,2 3 25 15,-1 2-1-15,0 5-62 0,2 5 40 0,-1 5 5 16,0 1-4-16,3 5 1 0,-2 5 67 0,3-1-20 15,2 4-33-15,1 1 0 0,2-1 34 0,0 2-11 16,2 0 0-16,0 0-5 0,0 0-226 0,0 0 106 16,6 0 48-16,3 0-65 0,0 0 60 15,1 0-292-15,3 2 176 0,0-1 88 0,0 1-431 16,0 2 263-16,2 0 128 0,2-1 64 0</inkml:trace>
  <inkml:trace contextRef="#ctx0" brushRef="#br0" timeOffset="-182474.56">15188 12342 1443 0,'0'4'0'0,"0"1"0"0,0-5 0 0,0 2 0 0,0-2 727 16,5 0-626-16,5 0-38 0,3 0 0 0,4 0 84 16,0 4-57-16,2 1-21 0,-1 3-7 0,5 5-30 0,-4 0 41 15,-4 2-1-15,0 3-39 0,-4 3 8 0,-2-2-76 16,-2 2 34-16,-6 4-25 0,-1 1 29 0,0-5 0 0,-1-1-14 15,-13 1 34-15,-1-4 10 0,-6 2 0 0,4-6 0 16,-7-3-216-16,5-1 102 16,-4-7 31-16,0 2 27 15,0-4-168-15,2 0 90 0,2 0 35 0,4 0 24 0,6-4-325 0,-1-3 168 16,6 0 82-16,4-4-258 0,0 0 171 0,2-2-587 16,14-4 740-16,4 1 18 0,1 0 0 0</inkml:trace>
  <inkml:trace contextRef="#ctx0" brushRef="#br0" timeOffset="-182284.1">15524 12385 1177 0,'5'-8'0'0,"1"3"0"0,-3 1 0 0,-1-2 0 0,-2 3 0 0,0-1 0 0,0 0 0 0,-9 3 314 16,-2-1-141-16,0 2-70 0,-2 0-36 0,-2 0 100 16,0 13-60-16,-2 8-41 0,2 1 1 0,2 4 47 15,1 1-40-15,3 1 0 0,5-4-33 0,4 6 58 16,0-7-33-16,0-1 1 0,6-2-35 0,11 1-85 15,-2-7 50-15,8 0 15 0,-1-2-1 0,2-4 22 0,2-1-430 16,1-5 196-16,-4 0 88 0,7-2-281 0,-4 0-411 16,2-2 386-16</inkml:trace>
  <inkml:trace contextRef="#ctx0" brushRef="#br0" timeOffset="-181725.84">15887 12207 1399 0,'-6'-4'0'0,"4"-1"0"0,-4 4 0 0,2 0 0 0,1-2 0 0,-1 1 114 0,0 2-32 0,1 0 184 16,-1 0-117-16,2 0-57 0,1 14-31 15,-1 3 83-15,2 5-47 0,-3 6-37 0,1 1 1 16,2 0 30-16,0 3-29 0,0 0 0 16,0-1-21-16,0-2 41 0,0-3-25 0,5-2 1 15,2-2-25-15,0-4-1 0,2 0 12 0,1-7-11 16,1-2-1-16,0-5 1 0,3-2-43 0,1-2 21 15,0 0 8-15,1-15-75 0,2-5-395 16,-2-5 444-16,1-5 23 0,-2-4-15 0,1-1-410 16,-2-7 385-16,2 3 9 0,-5 0-24 0,-1 2-39 15,1 2 19-15,-2-1-8 0,-2 4 34 0,-2 4 0 0,-2 7 54 16,1 0-28-16,-2 9 1 0,-1 0-35 0,-1 6 251 16,0 3-122-16,0 1-60 0,0 2 357 15,0 0-176-15,0 0-100 0,0 13 190 0,-5 2-133 16,3 4 253-16,-1 2-155 0,1 0-264 15,-1 3 0-15,3 4 0 0,0-1 0 16,0 0 0-16,0 4 0 0,0-2 0 0,3 2 0 0,0 1 0 16,1-3 0-16,1 1 0 0,1-2 0 15,-1-5 0-15,4 1 0 0,-2-5 0 0,0-1 0 16,2-6 0-16,1-2 0 0,-2-5 0 0,2-1-621 16,2-4 299-16,-1 0 148 0,2-2-349 0,1-5-663 15</inkml:trace>
  <inkml:trace contextRef="#ctx0" brushRef="#br0" timeOffset="-179958.16">17165 13168 1165 0,'0'0'0'0,"0"0"0"0,0 0 0 0,0 0 0 0,0 0 0 0,0 0 0 0,0 0 0 0,0 0 0 0,0 0 103 0,0 0-34 0,0 1 40 0,0 4-37 15,0-1-1-15,0-3-30 0,0 3-84 16,-4-2 37-16,-1-2 1 0</inkml:trace>
  <inkml:trace contextRef="#ctx0" brushRef="#br0" timeOffset="-176728.83">18857 12368 479 0,'0'-7'0'0,"0"1"0"0,0 2 0 0,0 3 0 0,-2-3 0 0,1 0 0 0,-5-2 33 0,2 5 119 16,1-4-59-16,-1 4-31 0,1-1 1 0,0 0 113 16,1-1-76-16,0 2-33 0,0 1 69 0,2-2-52 15,0 2-25-15,-2 0 8 0,1 0-5 0,-1 0-30 16,-2 8 2-16,1 5-1 0,-5 4 0 16,0 3 8-16,-3 7-9 0,-3 3 0 0,-2 2 0 15,-3 6-29-15,1-1 0 0,-1-5 38 0,-4 11-8 16,3-7-1-16,1-1-22 0,2-5-6 0,-2 3 26 0,0-4-30 15,1-2 27 1,2-3-9-16,2-7 7 0,0 0 0 0,1-4-2 0,4-4 1 0,-3-3 51 16,5 0-25-16,1-4 0 0,3-1 53 15,1-1-36-15,0 0 14 0,2 0-49 0,0 0-39 16,0 0 40-16,0 0-1 16,9-1-25-16,6-7 34 0,4-1-9 0,2-1 1 0,1 3-6 15,2-1 6-15,1 2 0 0,0 4-38 0,5-1 15 16,-2 1-5-16,2 2-29 0,-2 0 22 0,1 0 1 15,-6 2 20-15,5 5-25 0,-5-2-3 16,-2 2 25-16,-1 0-5 0,-2-1 32 16,-8-2-26-16,6 2-7 0,-9-3 3 0,1-1-1 0,-5 0 26 0,1-2 0 15,-2 0-24-15,0 0 103 0,-2 0-48 16,0-2-18-16,0-12-1 16,-4 0 31-16,-2-7-11 0,-3-3-9 0,2-3-28 0,-3 1-99 0,3-4 50 15,-2-2 24-15,0-1-164 0,-2 0 83 0,2 2 46 16,2-3-66-16,-3 3 51 0,3 7 8 0,-1-2-71 15,1 5 34-15,1 5 27 16,0 0-11-16,3 7 54 0,-1 0-48 0,2 3 17 16,2 3-25-16,-2 0 25 0,2 2-1 0,0-1 0 0,0-1-205 15,0 2 107-15,2-1 49 0,7 0-152 16,3 0 100-16,-3 0 51 0,2 2 17 16,5 0-417-16,-2 0 225 0,2 8 113 0,0 2-262 15</inkml:trace>
  <inkml:trace contextRef="#ctx0" brushRef="#br0" timeOffset="-176470.53">19109 12591 1425 0,'0'6'0'0,"0"-2"0"0,2-1 0 0,0 2 0 0,0-3 0 0,2-1 0 0,1 1 0 0,4 0 212 0,1 2-90 0,1 1 266 0,2 3-345 0,-1-1-10 15,1 5 8-15,-1 1 10 0,-2 0-18 0,1 3 0 0,-2 2 0 16,-4 0-21-16,-1 3 29 0,-2 0-8 15,-2 0 0-15,0 0 34 0,-4-3-34 0,-10 4 0 16,3-7 23-16,-6 2-23 16,1-2 0-16,-7-2 0 0,0-3 0 0,1-1-130 0,3-3 70 15,-4 0 25-15,3-3-157 0,1 0-119 16,4-3 131-16,4 0 73 0,3 0-194 0,3 0 125 16,5 0 30-16,0-6 40 0,2-6-315 15,12-5 177-15,7-1 81 0</inkml:trace>
  <inkml:trace contextRef="#ctx0" brushRef="#br0" timeOffset="-176270.06">19347 12635 1314 0,'2'-6'0'0,"-2"2"0"0,0 1 0 0,0 1 0 0,-2 0 0 0,-5 0 0 0,0 2 250 0,-3 0-113 0,1 0-53 0,0 8 223 16,1 5-137-16,0 3-69 0,1 4 57 15,1 8-67-15,3-4-29 0,3 1 15 16,0 1-21-16,0-2-1 0,2-3-14 0,10 5-160 15,4-4 76-15,2-2 38 0,3-2-391 16,-4-5 215-16,3 0 115 0,1-4 45 0,0-3-534 16,-2 0 263-16,0-6 125 0,-3 0-589 15,1 0 660-15,-2 0 36 0</inkml:trace>
  <inkml:trace contextRef="#ctx0" brushRef="#br0" timeOffset="-175715.99">19637 12351 847 0,'0'-9'0'0,"0"5"0"0,0 1 0 0,0 0 0 0,0 1 0 0,-1 1 0 0,-1-1 357 0,-3 2-162 16,3 0 234-16,0 0-388 0,1 8-8 15,-1 7 8-15,0 5-8 0,0 6 59 0,2 4-30 0,-2 4 0 16,2 2 50-16,0 1-31 0,0 3-9 0,0-2-39 0,0-1 68 16,4 0-34-16,3-1 9 0,5-6-64 15,-1-2 0-15,2-3 20 0,-1-6 1 0,2-4-78 16,2-3 48-16,0-5-9 15,1-7-23-15,0 0 31 0,0 0 1 0,2-14 29 0,-6-2-211 16,6-9 94-16,-6-1 47 0,1-2-181 16,-2-5 103-16,-1 2 34 0,-1-5 4 0,-1-5-95 15,1-1 71-15,-3-1 34 0,1-4 0 0,-1 2-50 16,-1 6 34-16,-1-4 29 0,-1 5 52 16,1 8-30-16,-4 7 0 0,-1 10 202 0,0 1-109 15,0 6-43-15,0 2-24 0,0 4 353 0,0 0-166 16,-1 10-95-16,-4 10-14 0,3 6 278 0,0 5-159 0,2 2-78 15,0 10 124 1,0-2-102-16,0-5-43 0,0 13-33 0,4-7 21 16,4-2-23-16,-1 2 0 0,-1-6-75 0,1 1 33 15,1-3-7-15,0-2 26 0,-1-2-293 0,0-9 147 0,2 1 72 16,-2-5-423-16,-2-6 235 0,2-3 89 0,1-2 65 0,0-5-461 16,-1-1 252-16,4 0 117 15,-1-10-719-15,-1-4 794 0,2-9 30 0</inkml:trace>
  <inkml:trace contextRef="#ctx0" brushRef="#br0" timeOffset="-175548.44">20211 12359 1077 0,'6'-6'0'0,"2"3"0"0,3-4 0 0,0 0 0 0,3 0 0 0,-2-1 0 0,8 2 531 16,-1 1-249-16,3-1-116 0,4 2 207 15,-5 1-169-15,2 0-86 0,-1 3-43 0,0 0-128 16,-1 0 39-16,-2 0 23 0,-2 7-537 15,-1 1 280-15,-2 0 140 0,-5 0 79 0,0 2 27 16,-2 1-779-16</inkml:trace>
  <inkml:trace contextRef="#ctx0" brushRef="#br0" timeOffset="-175381.88">20268 12579 1733 0,'-13'5'0'0,"5"1"0"0,4 0 0 0,4-1 0 0,0-2 0 0,0 2 0 0,4 0 335 0,10-1-151 0,8 0 525 16,0 2-331-16,7-1-176 0,-1-1-85 0,0-1-42 0,0 1 69 0,-1 0 74 16,-4-2-218-16,0 0 0 0,0-2-590 15,-2 0 327-15,-1 0 148 0,-3 0-427 16,-4 0 295-16</inkml:trace>
  <inkml:trace contextRef="#ctx0" brushRef="#br0" timeOffset="-172978.87">20981 12239 733 0,'-7'-7'0'0,"0"-1"0"0,0 2 0 0,2 2 0 0,0-1 0 0,1 1 0 0,2-3 0 0,0 6 75 0,2 0-21 0,0-2 8 0,0 3 84 15,0 0-57-15,0 0-28 0,0 14 0 0,2 7 72 16,2 4-42-16,-1 8-33 0,1 8-1 0,2 2 73 16,-4 2-49-16,2 4 0 0,-2-9-15 0,1 10-9 0,-1-16-25 15,4 3 19-15,-1-7-18 16,2-7 0-16,0 0 8 0,0-7-13 15,2-3 5-15,3-5 0 0,1-2 0 0,1-6-44 16,-2 0 30-16,7-4-9 0,-2-15-63 0,0-8 36 16,3-6 22-16,-1-4-20 0,-3 3 44 0,2-13-185 15,-4 4 82-15,-2-3 28 0,1 2-101 0,1-2 59 16,-5 9 30-16,0 0 13 0,-1 0 0 0,-2 13-3 16,-4 2 20-16,-1 8 73 0,1 3-34 0,-2 6-10 0,0 3 236 15,0 2-122-15,0 0-64 16,0 9-22-16,-5 14 2 0,-1 2 182 0,1 4-97 15,-2 3 79-15,4 2-81 0,1 0-33 0,2-2-7 16,0-2-41-16,0-2 4 0,0-2-4 16,5-5-1-16,6-1-100 0,-2-1 46 0,2-3 27 15,-1-4-266-15,1 0 137 0,-2-1 76 0,-1-3 15 16,3-3-428-16,-4-2 199 0,4 2 117 0,1-3 46 16,-1-2 33-16,2 0-361 0,0 0 202 0,5 0-50 15</inkml:trace>
  <inkml:trace contextRef="#ctx0" brushRef="#br0" timeOffset="-172716.53">21686 12148 966 0,'-5'-5'0'0,"-3"3"0"0,0 0 0 0,-1 2 0 0,-4 0 0 0,1 0 0 0,1 4 327 16,2 6-138-16,-3 2-83 0,3 3 163 0,-2 8-118 15,1 0-59-15,3 4-30 0,2 4 83 16,1 0-59-16,2 2-28 0,2-2 112 0,0 1-69 0,0-2-34 16,2-5 8-16,9 5-67 0,1-6 0 15,0-1 25-15,-1-4 0 0,3-2-235 0,1 0 126 16,-2-2 50-16,0-4-376 0,1-1 211 0,-1-5 75 16,-1-2 61-16,2-3-24 0,-1 0-211 0,0 0 126 0,-2-5-261 15,0-6 197-15,1-2 97 0</inkml:trace>
  <inkml:trace contextRef="#ctx0" brushRef="#br0" timeOffset="-172456.67">21780 12330 1601 0,'-6'-8'0'0,"5"5"0"0,-3 1 0 0,4 0 0 0,0-1 0 0,0 1 0 0,2 1 0 0,9-2 0 0,4 3 221 0,2 0-95 16,2 0-38-16,0 6 105 0,3 7-80 0,-3 4-41 0,-3 2-8 15,0 5-1-15,-5-4-22 0,1 11-8 16,-7-3-1-16,-1 0-33 0,-3 0 0 0,-1 0-25 16,0-3 38-16,-7 5-9 0,-5-5 30 0,-4-3-83 15,-1-3 42-15,-3-4 20 0,2-5-224 16,-5 0 109-16,3-4 42 0,-1-2 31 0,0-3-4 0,3-1-155 16,1 0 62-16,4 0 55 0,1-1-286 0,7-9 162 0,3-3 82 15,2-6 41-15,2 0-264 16,13-9 157-16</inkml:trace>
  <inkml:trace contextRef="#ctx0" brushRef="#br0" timeOffset="-172274.04">22051 12228 1097 0,'7'-9'0'0,"-4"6"0"0,-1 3 0 0,-2 0 0 0,0 3 0 0,-5 11 0 0,-10 6 138 16,5-1-45-16,-3 10 303 0,4-1-182 0,-1 2-90 15,1 0 195-15,6 2-143 0,3-6-64 0,0 6-43 16,0-4 62-16,5-2-49 15,9-3-24-15,4-2-87 0,3-5 39 0,7 0-8 16,-1-5 30-16,1-3-412 0,-3-4 207 0,4-4 103 0,-7 0 59 16,1 0-578-16,0 0 247 0,-5-3 162 15,1-4 38-15,-2-1-318 0</inkml:trace>
  <inkml:trace contextRef="#ctx0" brushRef="#br0" timeOffset="-172080.56">22298 12372 562 0,'-7'0'118'0,"3"0"-59"0,1 0-30 0,3 0 0 0,0 0 256 16,0 0-127-16,2 0-62 0,12 2 407 15,5 0-235-15,1-1-110 0,5 4-66 0,0-4 98 16,-3 3-78-16,0-2-40 0,1 0 1 0,0 0-299 16,-2 1 126-16,-3-1-410 0,-2-2 271 0,-2 2 136 0,-5 0 68 15,3-2-275-15,-6 0 158 16,-1 0-5-16,-1 0 67 0</inkml:trace>
  <inkml:trace contextRef="#ctx0" brushRef="#br0" timeOffset="-171902.04">22460 12165 1574 0,'-6'0'0'0,"3"0"0"0,-1 8 0 0,2 3 0 0,0 2 0 0,0 4 0 0,2 6 0 0,0-1 275 0,0 10-126 0,0-1-58 16,0 8-29-16,0 4 205 15,-1-4-117-15,-1-2-51 0,-1 9-216 0,3-10 75 0,-2 3 38 16,2-1-187-16,0-5 113 16,0-1 63-16,0-8 20 0,0-1-512 0,0-6 269 0,5-6 56 15,6-5-399-15</inkml:trace>
  <inkml:trace contextRef="#ctx0" brushRef="#br0" timeOffset="-171343.53">22778 12269 978 0,'2'-12'0'0,"-2"7"0"0,0 0 0 0,0 4 0 0,0-1 222 0,0 2-95 0,-10 0-47 0,0 0 151 15,0 13-90-15,-8 8-59 0,2 2-4 0,-5 3-23 0,0 6 0 16,-4 3-22-16,7-4 8 0,-3-2-64 16,3 2 28-16,1-5-19 0,6-8 23 0,-1 1 0 15,6-7 32-15,1-1-8 16,3-5 11-16,0-1-11 0,2-3 0 0,0 0 26 15,0-2-3-15,6 0-29 0,5 0-9 0,2 0 50 0,2 0-1 16,2 0-34-16,1 0 25 0,1 0-29 16,2 0 4-16,-1 0-52 0,1 0 26 0,-1 2-1 0,-2 3 35 15,-1 2-8-15,-2-3-84 0,-2 1 39 16,0 0 14-16,-6-3-75 0,2 0 43 0,-2 0 20 16,-5 0-1-16,0-2-7 0,-1 0 15 15,-1 0 6-15,0-6 38 0,0-7-1 0,0-2-45 16,-5-4 5-16,-2-3-27 0,-2-3 1 15,0-1 30-15,0-4-2 0,-1 0-117 0,-1-4 55 16,2 2 29-16,-3 2-84 0,3 5 44 0,0 3 30 16,0 3-15-16,1 4 38 0,4 5-33 0,0 1 27 15,3 4 249-15,1 2-119 0,0-1-65 0,1 0-30 16,15-1-5-16,6 4 170 0,4-1-66 0,6 0-51 0,2 0 30 16,1 1-31-16,6 1 1 0,-4 0-82 15,0 3 37 1,-3 7-8-16,-2 3 27 0,-2 2-40 0,-5 2 15 0,-8 0 8 15,1 6-14-15,-4-3 53 0,-7 4-59 0,-5-1 22 0,0-3 57 16,-2 2-22-16,-6 4-8 0,-9-3 33 0,-2-2-25 16,-5-2 1-16,-1-2-13 0,3-4-86 15,-10 3 37-15,1-7 1 0,1 2 48 0,0-4-9 0,1-1-414 16,8-1 197-16,3-3-462 16,5 1 306-16,3-3 155 0,6 0 76 0,2 0-219 0,2 0 140 15,15 0 82-15,11-3 37 0</inkml:trace>
  <inkml:trace contextRef="#ctx0" brushRef="#br0" timeOffset="-171144.06">23327 12190 1390 0,'0'-15'0'0,"-2"7"0"0,-5 3 0 0,-9 3 0 0,0 2 0 0,-2 0 0 0,-5 5 0 0,2 12 477 0,0 6-222 0,3 5-103 15,-1 4-63-15,6 4 244 16,3-1-150-16,5 1-75 0,5 0 10 0,0-3-34 15,2-1-30-15,11-4 0 0,5-3-21 0,5-3-91 16,0-3 46-16,0-4-367 0,5 0 202 0,-2-5 105 0,-5-5-643 16,1-1 359-16,3-2 121 15,-5-2 75-15,3 0-416 0</inkml:trace>
  <inkml:trace contextRef="#ctx0" brushRef="#br0" timeOffset="-170967.53">23585 12522 1555 0,'0'2'0'0,"2"0"0"0,0 1 0 0,-2 1 0 0,0 2 0 0,0 2 0 0,0 4 69 0,0 2 229 16,-7 3-132-16,-4 2-58 0,-1 5 247 15,-1 0-161-15,-2 1-81 0,0 1-39 0,-1-2-1 0,4-3-139 16,-6 3 46-16,7-5-414 0,-4-1 233 16,4-3 117-16,2-5-561 0,2-2 339 0,4-4 111 15,1-3 95-15,2-1-30 0</inkml:trace>
  <inkml:trace contextRef="#ctx0" brushRef="#br0" timeOffset="-170791">23711 12321 1835 0,'4'-7'0'0,"1"3"0"0,5 3 0 0,-4 1 0 0,-1 0 0 0,0 0 0 0,3 0 0 0,0 0 0 0,1 6 505 16,2 4-235-16,1 3-119 0,-1 0-115 0,0 4-3 15,1 0 0-15,-3 2-1 0,2 0-575 0,1-3 288 16,-3 4 152-16,2-4 64 0,-1-1-280 0,2-1 176 16</inkml:trace>
  <inkml:trace contextRef="#ctx0" brushRef="#br0" timeOffset="-170541.67">24085 12197 1923 0,'0'-9'0'0,"-2"1"0"0,2 3 0 0,-2 3 0 0,0 0 0 0,2 0 0 0,-2 0 0 0,1 2 178 0,-1 6-73 0,-7 14 301 16,0 9-186-16,-3 10-94 0,-4 6-39 0,-4 17 169 0,-3-1-111 15,0 6-57-15,-3 2-27 0,-2 3 20 16,-2-1-16-16,0 0-8 0,0 0-24 0,-1-7-88 0,6-1 44 16,4-12 30-16,0-2-217 0,5-7 115 15,4-7 57-15,3-6 30 0,0-6 0 0,2-2-219 16,2-8 59-16,1-3-113 15,2-6 108-15,0-1 64 0,2-3 32 0,-1 0-103 16,1 0 72-16,0-3 32 0,0-6-500 0,0-2 265 0</inkml:trace>
  <inkml:trace contextRef="#ctx0" brushRef="#br0" timeOffset="-169606.75">24364 12077 790 0,'-1'-10'0'0,"-2"4"0"0,3 5 0 0,0 0 0 0,0-1 0 0,10-1 81 0,4 3-17 0,4 0-7 0,6 0-24 0,-1 5 232 0,2 7-116 15,-2 5-58-15,0 2 142 0,-2 7-104 16,-3 3-48-16,-2 5 72 0,-5 7-60 15,-5-1-30-15,-6-2 34 0,0 13-36 0,-3 0 0 0,-9-1-28 16,-7 1-1-16,-3 0 4 0,-1-4 5 0,-2-2-8 16,1-3-59-16,4-13 29 0,-3 0 1 15,0-7-178-15,7-9 109 0,-2-1 43 0,4-9 2 16,2 0-403-16,3-3 187 16,2 0 110-16,7-12-362 0,0-3 232 0,1-6 112 15,18-1 55-15</inkml:trace>
  <inkml:trace contextRef="#ctx0" brushRef="#br0" timeOffset="-169433.18">24672 12408 1369 0,'9'-6'0'0,"2"4"0"16,0 2 0-16,2 0 0 0,0 0 0 0,0 0 0 0,6 2 182 0,4 4-75 0,1-3-37 0,2 1 0 0,-3-2 374 16,10-2-209-1,-5 1-102-15,-1-1-50 0,-1 0 74 0,-6 0-62 0,7 0-309 16,-4 0 120-16,-2 0 63 0,-3-1 32 0,-3-2-588 15,-2-1 310-15,-1 2 163 0,-3-1 43 16,0 3-359-16</inkml:trace>
  <inkml:trace contextRef="#ctx0" brushRef="#br0" timeOffset="-169042.7">25360 12139 1074 0,'0'2'0'0,"0"7"0"0,0 5 0 0,0 2 0 0,0 7 0 0,0 2 0 0,-2 2 53 0,-2 8 305 0,2 0-167 16,0 2-79-16,1 9 66 0,1-7-73 0,0-6-36 15,0 3 9-15,1-5-47 0,9-5 2 0,1-8-73 16,2 2 36-16,1-7 0 0,2-5 45 0,0-5-8 16,-2-3-141-16,5 0 70 0,0-6 36 0,0-12 0 15,0-3-162-15,-3-7 87 16,4-2-100-16,-2-10 83 0,0 1 23 0,2-3 25 15,-5-7-17-15,6 1-13 0,-3-1 18 0,-1 0-21 16,-1 6 23-16,-4 9-1 0,-4 9 16 0,-1-1 163 16,-3 15-77-16,-1 1-39 0,0 4 0 0,-3 6-39 0,0 0 347 15,0 21-160-15,-4 2 231 0,-2 7-180 0,2 6-75 16,-1 5-48-16,5-6 145 16,-2 12-101-16,2-6-47 0,0-6-23 15,2 3 13-15,5-3-37 0,7-3 9 0,-1-3-8 16,0-4-179-16,2-4 89 0,-3-4 45 0,6-2-415 15,-3-4 231-15,-2-1 110 0,1-2 14 0,0-3-536 16,1-3 288-16,0-2 144 0,0 0 63 0,6 0-303 0,-3-9 192 16</inkml:trace>
  <inkml:trace contextRef="#ctx0" brushRef="#br0" timeOffset="-168835.75">26239 11987 2107 0,'0'2'0'0,"-7"5"0"0,-4 7 0 0,-2 1 0 0,0 3 0 0,-5 8 0 0,-1 9 0 0,3 2 0 0,0 4 0 0,5 3 297 15,6-8-124-15,1 12 64 0,4-5-102 0,0-9-51 16,2 4-26-16,9-6-255 0,2-2 123 16,4-6 49-16,2-3-182 0,-3-10 119 0,8 0 61 15,0-6-535-15,-5-5 267 0,8 0 153 0,-2-5-13 16,-1-8-430-16</inkml:trace>
  <inkml:trace contextRef="#ctx0" brushRef="#br0" timeOffset="-168585.41">26354 12249 1179 0,'-12'-10'0'0,"5"4"0"0,3 1 0 0,2 1 0 0,2-2 0 0,0-1 0 0,2 1 0 0,15-1 474 0,5 2-220 0,5 3-111 16,-1 1 250-1,2 1-180-15,-5 0-82 0,6 3-53 0,-3 9-23 16,-4 2 87-16,2 2-55 0,-4 1-25 0,-4-3 7 15,-1 4-36-15,-2-1 0 0,-6 1-1 0,-3-1-32 16,-2 2 0-16,-2 0 41 0,-6 3-8 0,-10-3-25 16,-7 0 0-16,-1 0-72 0,-3-3 48 0,-3 0 33 15,0-3-8-15,-2-4-275 0,0-4 137 0,0-1 54 16,4-4 37-16,8 0 0 0,1 0-183 0,4-9 79 16,7-6 57-16,6-2-370 0,2-7 211 15,5-2 97-15,19-1-398 0,6-3 255 0,5 2 129 16,1 0 65-16</inkml:trace>
  <inkml:trace contextRef="#ctx0" brushRef="#br0" timeOffset="-168393.92">26780 12067 930 0,'6'-6'0'0,"-1"5"0"0,-1 0 0 0,-2 1 0 0,-2 0 0 0,-4 5 0 0,-14 8 73 0,-3 6 308 0,-1 1-173 0,0 7-88 16,-1 1 377-16,0 2-231 15,4 2-109-15,2 0 158 0,5-3-141 0,4 4-71 16,7-5-35-16,1-1-14 0,1-5 7 0,16 3-28 15,3-4-199-15,5-7 99 0,4-1 50 0,1-3 25 0,0-5-489 16,2-1 252-16,-2-4 130 0,-1 0 65 0,1 0-730 16,-4 0 366-16,-4 0 174 0,3 0 100 0,-5-2-315 15,-2-5 220-15,-1-3 109 0</inkml:trace>
  <inkml:trace contextRef="#ctx0" brushRef="#br0" timeOffset="-168228.36">27094 12393 1164 0,'0'-10'0'0,"0"4"0"0,0 5 0 0,0-1 0 0,0 0 0 0,0 2 0 0,0 0 163 0,-2 2-65 0,2 9-32 0,-2 4-1 16,-5 2-24-16,1 5-8 0,-4 1 426 0,0 3-213 16,-1-2-107-16,-1 1-53 0,-1-3-102 0,0-4 21 15,3 1-1-15,0-6 29 0,3-4-356 0,1-2 178 16,1 0 97-16,3-7-542 0,2 0 266 0,0 0 160 16,0-8 3-16,9-16-271 15,2-7 212-15</inkml:trace>
  <inkml:trace contextRef="#ctx0" brushRef="#br0" timeOffset="-168068.79">27214 12173 1108 0,'0'0'0'0,"4"2"0"0,5 5 0 0,0-1 0 0,3 2 0 0,-3 1 200 0,1 0-83 16,4 1 333-16,-1-1-212 0,3 2-103 0,-3 0-51 0,2-1-26 0,0-1 11 16,-3 1-28-1,4-3-8-15,-1-1 0 0,-2-1-487 0,2 2 243 0,-2-4-452 16,-2 0 345-16,5 3 165 0,-10-2 86 0,1-4-293 15,-1 0 174-15</inkml:trace>
  <inkml:trace contextRef="#ctx0" brushRef="#br0" timeOffset="-167889.89">27586 12109 552 0,'0'-8'0'0,"0"1"0"0,0 5 0 0,0 0 0 0,0 2 0 0,0 0 363 0,0 8-166 0,-5 9-73 15,-4 9 160-15,-7 8-126 0,-1 2-63 0,-6 5 312 0,-1 7-187 16,-2 0-86-16,-1 0 52 0,1 6-76 15,-6 3-39-15,4-4 0 0,3-9-219 16,-5 9 99-16,2-4 36 0,0-2 23 16,4-4 0-16,5-9-461 0,1-2 241 0,7-9 130 0,2-4 52 0,7-11-379 15,2-4 193-15,0-4-394 0</inkml:trace>
  <inkml:trace contextRef="#ctx0" brushRef="#br0" timeOffset="-167689.66">27715 12049 1680 0,'25'-8'0'0,"7"8"0"0,3 0 0 0,-2 12 0 0,2 8 0 0,-1 6 0 0,-3 7 0 0,-2 4 327 15,-5 5-147-15,-6 2-74 0,-4 7-28 0,-7 2 234 16,-3-1-139-16,-3 4-71 0,-1-1-34 16,-6 0 15-16,-12 0-16 0,-9-7-168 15,-3-1 67-15,-7-2 33 0,0-3 1 16,-5-6-452-16,6-6 239 0,6-6 123 0,1-4 61 15,12-5 31-15,4 0-880 0,6-9 414 0</inkml:trace>
  <inkml:trace contextRef="#ctx0" brushRef="#br0" timeOffset="-167559.31">28126 13125 1294 0,'0'0'0'0,"0"0"0"0,0 0 0 0,0 0 0 0,0 0 159 15,0 0-64-15,-1 0-288 0,-6 0 90 0</inkml:trace>
  <inkml:trace contextRef="#ctx0" brushRef="#br0" timeOffset="-165281.78">3756 9390 568 0,'0'-2'0'0,"0"0"0"16,0 0 0-16,0 0 0 0,0 1 0 0,0-1 0 0,0 1 0 0,0-2 131 0,0 0-50 0,0 2-23 0,0-1 52 0,0 2-39 15,0 0 9-15,0 0-47 0,0 0 18 0,0 0-19 16,0 0 1-16,0 0 4 0,0 0 4 0,1 0-8 15,-1 3 49-15,0 4-25 0,2-2 0 0,-2 1-24 16,1-1 8-16,-1 1 34 0,2-3-21 0,0 1 0 0,1-2-4 16,-1 0-17-16,-1-2 8 0,1 1-9 15,0-1 1-15,0 0-27 0,3 0-1 0,-3-1 28 16,1-4-54-16,0-5 23 16,-1 1 0-16,-1 2 25 0,1-3-89 0,-2 2 43 0,0 3 13 15,0 1-21-15,0 0 1 0,0 2 20 0,0 0 13 16,0 2 65-16,-2 0-30 0,1 0-4 0,-1 0 3 15,-1 6 3-15,0 2-30 0,1 3 9 0,2-1 17 16,0-3-12-16,0 2-8 0,0-2-20 16,0-3 22-16,0 1 9 0,0-2-1 0,0-1-75 15,0-2 33-15,0 0-8 0,0 0 38 0,0 0-65 16,2 0 30-16,1 0-13 16,-2-6 37-16,1 1-30 0,0-1 0 0,-1 2 16 15,1 0-3-15,-2 3-1 0,0-1 9 0,0 0-13 16,2 2 27-16,-2 0-18 0,0 0 1 0,0 0-23 15,0 0 23-15,0 0 2 0,0 0-1 0,0 5 53 16,0 1-25-16,0 2 1 0,0-3-27 0,0 1 49 16,0-3-22-16,-2 4 6 0,2-4-26 0,0-1 31 15,0 0-28-15,0 0-31 0,0 0 32 0,0-1 11 16,0-1-9-16,0 0-67 0,0 0 32 16,2 0-3-16,1 0 34 0,-2 0-43 15,1-1 1-15,1-5 30 0,-3 1 2 0,0-2-6 16,0 2 3-16,0-1 38 0,0 3 1 0,-3-1-38 15,1 0 0-15,-2 2 2 0,2-2 22 0,0 1 7 0,1-1-18 16,1 0-1-16,0 1-4 0,0-1 9 16,0 0-8-16,0 0-38 15,0 0-1-15,0 2 13 0,0 1 18 0,0-1 3 0,0 2 2 16,0 0 47-16,0 0-23 0,0 0-4 0,-2 0-21 16,0 0-4-16,1 3 30 0,-2 3 0 15,1-1 50-15,2 2-32 0,0-4 1 0,0 3-24 16,0-4-9-16,0 1 19 0,0-3-14 0,0 2-37 15,0-2-1-15,0 0 42 0,2 0-2 0,4-2-47 16,-1-3 20-16,1-2-5 0,0-3 26 0,-2 0-11 0,2 1-30 16,-4 1 12-16,-1 1-1 0,1-1-40 0,-1 5 28 15,-1-1-15-15,0 2 42 0,0 0-12 0,0 2 1 16,0 0 3-16,0 0 43 16,-3 4-1-16,-3 6-39 0,1-2-2 0,2 4 48 15,-2-1-21-15,4-2 7 0,-2 3 14 16,1-4 1-16,2-1-30 0,0-3-8 0,0 0 6 15,0-3 7-15,0-1-6 0,0 0-114 0,0 0 55 0,0 0 25 16,0 0-1-16,0-1-199 0,0-5 105 0,0-2 53 16,2 3 10-16,2 3-519 0</inkml:trace>
  <inkml:trace contextRef="#ctx0" brushRef="#br0" timeOffset="-162889.58">3573 8581 819 0,'-2'-2'0'0,"-2"-1"0"0,2 2 0 0,2-2 0 0,-3 0 0 0,0 1 0 0,-2-2 0 0,4 2 0 0,-4 1 105 0,3-3-28 0,1 2-9 0,-3 0 22 15,0 1-29-15,2-2-1 0,-3 1-27 0,2 1 53 16,-3 1-30-16,-1 0-1 0,3 0-22 16,-6 0 20-16,2 6 1 0,0 4-13 15,-1 8 22-15,0 4 0 0,2-1-30 0,-1 9 86 16,0-2-43-16,3 4-14 0,2 0-7 0,-2 0 26 16,5-1-23-16,0-2-1 0,0-1-25 0,0-5 67 15,1 0-37-15,6-3 0 0,3-2-29 0,1-1-35 16,0-1 35-16,2-4-47 0,1 0 19 0,-1-1 0 15,1-1 28-15,-1-1-138 0,0-2 62 0,-1-1 43 16,1 0-9-16,-4-3-277 0,1 0 128 16,-1-2 76-16,1 1 13 0,-1-2-151 0,1 0 83 15,-4 0 52-15,7 0 26 0,-5-2-322 16,1-5 170-16</inkml:trace>
  <inkml:trace contextRef="#ctx0" brushRef="#br0" timeOffset="-162418.41">3719 9317 635 0,'0'-4'0'0,"0"2"0"0,0 1 0 0,0-2 0 0,0 2 0 0,0 1 0 0,0 0 32 0,0 0 184 0,0 0-91 0,0 0-16 16,0 0-30-16,0 0-8 0,2 4-38 15,-2 3-1-15,3 0 30 0,-2-2 0 16,1 2-21-16,0-3-31 0,-1 0 0 0,3-2 22 0,-1 0-59 16,-2-2 30-16,0 0 8 0,4 0 21 0,-3 0-87 15,0 0 34-15,1 0 24 0,-3-2-5 0,0 0-22 16,0 1 10-16,0-2 1 0,0 3 32 15,0 0-12-15,0 0-7 0,0 0 6 0,-3 3-8 0,1 4-58 16,2-1 28-16,0 1 1 0,0-1-369 16</inkml:trace>
  <inkml:trace contextRef="#ctx0" brushRef="#br0" timeOffset="-162055.45">3713 8689 936 0,'0'-9'0'0,"0"3"0"0,-3 4 0 0,3 1 0 0,-2-1 0 0,2 0 145 16,0 0-60-16,0 2-26 0,0-2 0 0,11 2 155 0,0 0-91 0,5 0-37 16,-2 6 43-16,4 5-48 15,-4 2-24-15,2 0-54 0,-3 3 0 0,-4 0 38 16,1 3-8-16,-5-2-56 0,-2 2 28 16,-2-2 0-16,-1-1 28 0,0 1-27 0,-1-2-7 0,-11 2 34 15,-2-4-113-15,0-1 36 0,-2-2 31 0,2-5-275 16,-2-3 143-16,5-2 54 0,-3 0 41 0,4 0 1 0,4-4-329 15,4-7 164-15,2-4 95 16,0-6-217-16,2-3 167 0</inkml:trace>
  <inkml:trace contextRef="#ctx0" brushRef="#br0" timeOffset="-161867.95">4024 8503 885 0,'0'0'0'0,"0"0"0"0,-8 1 0 0,-5 8 0 0,-1 0 0 0,-3 2 134 16,-2 4-56-16,1 4-22 0,1 4 0 0,4 1 281 15,0 1-152-15,7-3-68 0,-1 9 164 0,7-8-124 16,0-1-74-16,0-1-25 0,2 2 0 0,5-4-17 16,10 0-8-16,1-4 0 15,2 0-198-15,4-6 99 0,-5-1 57 0,3-3-440 16,-1-4 226-16,2-1 124 0,-3 0-296 0,-1 0 187 16,0 0 56-16</inkml:trace>
  <inkml:trace contextRef="#ctx0" brushRef="#br0" timeOffset="-161692.41">4052 8667 1137 0,'-10'-4'0'0,"6"2"0"0,1 1 0 16,1 1 0-16,2 0 0 0,0-3 0 0,5 2 0 0,11-3 215 0,5 0-90 0,3-2 202 0,-2 3-147 0,3-1-74 0,-2 0-152 16,-1 2 35-16,0 0 22 0,-1 0 0 0,-1 2-356 15,1 0 189-15,-8 0 103 0,4 0 39 16,-9 0 23-16,2 0-214 0,-3 0 83 0,-5 0-390 15,3 0 222-15</inkml:trace>
  <inkml:trace contextRef="#ctx0" brushRef="#br0" timeOffset="-161529.83">4192 8490 583 0,'-9'-3'0'0,"2"3"0"0,0 0 0 0,0 0 0 0,2 0 0 0,1 3 0 0,2 8 312 15,2 1-139-15,0 2-71 0,0 4-26 0,0 0 174 16,0 7-108-16,0 1-55 0,0 2-14 0,0 1 0 15,0 3-32-15,0-1-258 0,0-1 125 0,0 0 62 0,0 0 32 16,0-1-201-16,2-7 124 16,4-2 50-16,4-4 29 0,2-7 0 0</inkml:trace>
  <inkml:trace contextRef="#ctx0" brushRef="#br0" timeOffset="-161005.62">4456 8494 799 0,'4'0'0'0,"-3"0"0"0,2 2 0 0,-3 1 0 0,0 2 0 0,-4 6 55 0,-8 0-22 0,1 5 237 15,-2 3-118-15,-1 1-52 0,-2 3 1 0,0 4-35 0,2-2 1 16,0-1-64-16,1-1 1 0,0-6 37 0,0 1-35 16,2-3 0-16,2-4 27 0,1-1 36 15,3-5 0-15,2-1-28 0,0-2-9 0,1 0 1 16,2-2 26-16,0 0-26 0,2 0 0 0,9 0 8 0,6 0 15 15,-1 0 1-15,5 0-24 0,1 0-22 16,-1 0 21-16,4 0 9 16,-1 0-79-16,-1 0 35 0,-3 0 0 0,-1 0-77 15,-2 3 52-15,-4 0 26 0,0-2-154 16,-3 1 158-16,-2-2 7 0,-4 0-11 0,-1 0 7 0,-1 0-19 16,-2 0 56-16,0-3-10 0,0-7-36 0,-4-3-16 0,-7-3 33 15,2 2-25-15,-2-5 5 0,-5-2-23 16,3-2 0-16,0 3 31 0,-1-2-55 0,5 3 24 15,0-2 1-15,2 2 64 0,1 3-20 16,2 1-1-16,4-1-20 0,0 7 128 0,0-1-61 16,2 1-31-16,9 4 0 0,6-1-33 0,2 3 60 15,1-2-15-15,5 4-2 16,2 1 14-16,-3 0 0 0,1 0-7 0,-2 6-86 0,-2 4 44 16,2 8-6-16,-7-6-54 0,3 9 38 0,-6-4-3 0,-1 8 4 15,-7-5 33-15,-2 7-5 0,-3-1-13 16,0 3 8-16,-6-3 29 0,-8 0-30 15,-1-2-8-15,-4-2 5 0,1-2-6 0,-1-4 5 0,-4-3 3 16,7-3-163-16,-5-1 77 0,2-3 40 0,5-6-337 16,4 0 176-1,3 0 80-15,5-2-362 0,2-14 231 0,3-4 109 0,16-2 56 16,10-10 28-16</inkml:trace>
  <inkml:trace contextRef="#ctx0" brushRef="#br0" timeOffset="-160809.15">4980 8331 928 0,'3'-10'0'0,"-3"4"0"0,0 3 0 0,-8-3 0 0,-6 2 0 0,-3 2 64 0,-4 2-31 0,-1 2 187 0,1 14-94 15,1 3-38-15,0 4 240 0,2 7-148 0,3 2-73 0,5 6 101 16,1-2-88-16,6 1-35 0,3-3 15 16,0-2-34-16,9-2 0 0,9-5-126 15,4-3 46-15,3-1 31 0,2-6-584 0,0-2 553 0,0-1 24 16,2-4 0-16,-4-4 23 0,0 0-34 15,4-4-258-15,-9 0 83 0,0 0 81 16,2 0-475-16,-2 0 269 0</inkml:trace>
  <inkml:trace contextRef="#ctx0" brushRef="#br0" timeOffset="-160606.5">5258 8667 919 0,'0'0'0'0,"0"0"0"0,0 0 0 0,0 0 0 0,0 0 239 0,0 4-104 0,3 2 160 16,-3 6-136-16,3-1-62 0,-3 4-33 16,0 2 0-16,0 2 200 0,0 2-108 15,0 3-65-15,-3-1-30 0,-6-4-98 0,1 1 35 16,1-1 0-16,-1-2-357 0,0-4 192 0,-1-2 99 16,4-3-579-16,0-2 331 0,2-3 119 0</inkml:trace>
  <inkml:trace contextRef="#ctx0" brushRef="#br0" timeOffset="-160390.08">5464 8428 1666 0,'-2'-2'0'0,"-2"-3"0"0,4 3 0 0,0 0 0 0,0 2 0 0,0 0 0 0,0 0 0 0,0 0 248 0,3 0-108 0,3 5-45 0,3 5 140 0,0-3-102 15,5 5-49-15,0-1-4 0,2-1-24 0,0 3 9 0,1-1-33 16,1 1-161-16,-2-1 81 0,-2-1 41 16,0-1-1-16,-1 1 49 0,-2 0-409 15,-3-1 200-15,0 1 101 0,-1-2-701 16,-4 0 368-16</inkml:trace>
  <inkml:trace contextRef="#ctx0" brushRef="#br0" timeOffset="-160170.66">5734 8324 1478 0,'0'-9'0'0,"0"6"0"0,0 1 0 0,0 0 0 0,0 0 0 0,0 2 0 0,0 0 184 0,0 0-76 0,0 12-37 16,0 7 376-16,0 7-211 0,-7 6-102 16,3 9-51-16,-3 0-24 0,-3 6 202 0,3 1-105 15,-4 2-66-15,-3 4-28 0,-2 7-20 0,-3-4-9 0,-2 2-1 0,2-8-215 16,-7 16 104-16,8-20 56 0,1 0-391 15,3-9 224-15,3-3 104 0,6-10-267 16,-1-3 131-16,3-7 100 0,3-3-281 0,0-7-126 0</inkml:trace>
  <inkml:trace contextRef="#ctx0" brushRef="#br0" timeOffset="-159963.22">5858 8195 1591 0,'14'-7'0'0,"10"5"0"0,3 2 0 0,0 6 0 0,-4 14 0 0,3 7 0 0,-5 14 285 15,1 4-126-15,-3 7-63 0,-6 13 338 0,-4-4-200 16,-4-6-93-16,-2 14 5 0,-3-14-57 0,0 3-28 16,0-4-868-16,-13-5 827 0,2-7 21 15,-6 3-8-15,2-14 0 0,-3 3-1 0,0-2-880 16</inkml:trace>
  <inkml:trace contextRef="#ctx0" brushRef="#br0" timeOffset="-152426.39">6835 13925 572 0,'0'0'0'0,"0"0"0"0,-1 0 0 0,-1 0 0 0,1 0 0 0,-4 0 0 0,3 0 28 0,-2 0 168 0,1 0-82 16,0 0-41-16,3 0 1 0,-1 0 46 15,1 0-48-15,0 0 0 0,0 0-73 0,0 0 0 16,0 0 34-16,0-2-17 0,0 2-7 0,0 0 23 0,0-2 25 16,0 2-1-16,-4 0-23 0,0 0 8 15,-1 0-38-15,-2 2 30 0,-2 5 0 16,0 3-4-16,0 1 15 0,-1 4-11 15,-1-1-3-15,-2 6-17 0,1-4 16 16,0 8 3-16,-2-1-2 0,1-3-13 0,-2 8 14 16,0-3 2-16,0 0-40 0,-1 4-3 0,-2-3 44 0,2 1-14 0,-2-2-18 15,4-3-2-15,-4-1 22 0,6-3 32 16,-6-2-28-16,6-2-8 0,-2-1 2 16,3-6-5-16,0 1 60 0,3-4-26 0,-1 2 6 0,2-5-28 15,1 1 47-15,1-2-20 0,2 1 0 16,0-1-1-16,3 0-13 15,-3 0-7-15,3 0 0 0,0 0-42 0,0 0 21 0,3 0 1 16,4 3-69-16,6-1 37 0,3 0 23 0,2 2-48 16,7-2 32-16,-1 2-10 0,1-1 43 0,4 1-40 15,4-1 0-15,-6 3 19 0,3 0-7 16,0 1 4-16,-4-2 6 0,3 1-10 0,-4 2-2 0,-5-5 8 16,3 4 1-16,-5-4 6 0,-5 1-4 15,1-3 9-15,-5-1-8 0,-1 0-8 16,-5 0 71-16,0 0-30 0,-2 0 1 0,-1-3 113 15,0-9-68-15,0-2-29 0,-6-3 5 0,-3-6-29 16,2 5 0-16,-4-11 13 0,2 1-97 0,-3-2 46 0,3-3 0 16,-3 4 51-16,3-1-4 0,0-1-136 15,-2 5 59-15,4 6 26 0,-2-3-56 16,1 3 32-16,1 6 4 0,1 1 0 0,1 6 31 16,1-3-17-16,0 4 11 0,3 1 15 0,-2 2-19 0,1 1 2 0,2 0-38 15,0 0-1-15,0 0 40 16,0 0 5-16,0 1-262 0,0 1 125 0,2 0 52 15,4 0 33-15,3 0-1 0,3 0-382 16,2 3 195-16,1 3 110 0,10 1-371 0</inkml:trace>
  <inkml:trace contextRef="#ctx0" brushRef="#br0" timeOffset="-152165.55">7030 14187 655 0,'-7'0'0'0,"4"3"0"0,1-3 0 0,0 0 0 0,1 0 201 0,1 0-84 0,0 0 258 16,0 0-174-16,8 0-85 0,8 0-41 0,-2 1 140 16,2 8-92-16,0 2-36 0,5 4-7 0,-5 3-24 15,1 3 0-15,-4 4-23 0,-1-1 0 0,-2 1 8 16,-5 4-16-16,-1 0 8 0,-4-1-1 16,0-3-18-16,0 1 19 0,-9-6 8 0,-4 0-67 15,-6 0 29-15,2-8 1 0,-2-1 28 16,-4-4-1-16,0 0-150 0,2-6 51 0,0-1 42 0,1 0-291 15,2 0 154-15,6 0-277 16,3 0 195-16,4-5 111 0,3-8 50 0,2 0-324 0,6-6 187 0,14-2 94 16</inkml:trace>
  <inkml:trace contextRef="#ctx0" brushRef="#br0" timeOffset="-151968.52">7308 14208 863 0,'2'-3'0'0,"-2"0"0"0,0 2 0 0,-4 1 0 0,-6 0 0 0,-4 1 0 0,1 10 0 0,-1 2 375 0,0 0-175 16,1 3-84-16,3 4-41 0,1 0 197 0,2 3-119 16,3-1-52-16,4 1 49 0,0-3-58 0,0 1-30 15,0 0-96-15,7-3 33 0,6-1 9 0,3-1 24 16,0-3-272-16,1-2 136 0,4-4 68 0,-1 1 35 16,0-5-183-16,0-3 39 15,0 0 77-15,2 0-41 0,-3 0-356 0,-1-9 207 16</inkml:trace>
  <inkml:trace contextRef="#ctx0" brushRef="#br0" timeOffset="-151506.75">7568 14008 1461 0,'-4'0'0'0,"0"0"0"0,0 0 0 0,1 0 0 0,-3 0 0 0,3 1 0 0,-1 6 0 0,0 3 278 0,2 7-127 16,2 3-59-16,-1 1-30 0,1 6 64 0,0 1-47 0,0 4-15 16,0-1-8-16,0 3-17 0,1-2-7 15,5-3 1-15,3-3 0 0,-2-4-39 0,7-1 16 16,-1-1-1-16,0-6 24 16,0-2-35-16,4-3 0 0,-2-4 43 0,0-3-8 0,2-2-141 15,0 0 45-15,0-3 41 0,0-14-139 0,-4 0 81 16,2-9 22-16,-2 0-74 0,-1-3 49 15,-3-1 31-15,-2-2 1 0,-1 0-26 0,-1 0 39 16,3 0 5-16,-6 2 0 0,2-1 31 0,-2 6 0 16,-1 4-39-16,1 1 129 0,0 3-58 0,-2 6-24 0,0 2 235 15,0 4-116-15,0 2-66 0,0 2 203 16,0 1-120-16,0 0-44 16,0 0-34-16,0 7 83 0,0 4-49 0,0 6-37 15,0-1 0-15,0 4-28 0,0 7 39 0,2-1 0 16,1-4-31-16,1 11-8 0,3-5 28 0,-1 1 1 15,-2-1-29-15,2-1-57 0,-1-4 37 0,5 5-8 0,-4-7-180 16,1 0 103-16,3-3 53 0,-2-2-364 16,1-3 192-16,-2-2 75 0,0-4-1007 0,3 1 1079 0,-2-4 11 15,1-4-8-15,4 0 8 0,-4 0-245 0</inkml:trace>
  <inkml:trace contextRef="#ctx0" brushRef="#br0" timeOffset="-150565.78">8274 14125 1067 0,'-6'0'0'0,"3"0"0"0,0-1 0 0,3 1 0 0,-1 0 0 0,1 0 0 0,0 0 0 0,0-2 353 0,0 2-160 16,0 0-80-16,4-2 236 16,5 2-161-16,2-2-79 0,2 2-37 0,3 0 126 0,-2-2-82 15,5 2-33-15,0-1-30 0,0-1 5 0,2 0-25 16,1 2 0-16,-5-2-59 0,1 0 37 0,-3 0-7 16,3 0 28-16,-5-3-268 0,0 2 135 0,-4-2 66 15,2 2 43-15,-2-1-430 0,-2-2 182 16,-2 5 115-16,1-4-400 15,-5 4 246-15,1-1 115 0,0 2 69 0,0 0-308 0</inkml:trace>
  <inkml:trace contextRef="#ctx0" brushRef="#br0" timeOffset="-150363.08">8315 14348 1829 0,'-6'3'0'0,"0"3"0"0,1-4 0 0,3 2 0 0,2-2 0 0,0-1 0 0,0 3 348 0,10-2-158 0,6 2-78 0,4-3 433 16,3-1-247-16,5 0-137 0,-1 0-64 0,3 0 60 16,-2 0-61-16,-1 0-32 0,-6 0-237 15,4 0 99-15,-6 0 53 0,-1 0 27 0,-2 0-221 16,-3 0 124-16,-5 0 70 0,1 0 23 16,-2 0-747-16,-2 0 375 0,-3 0 75 0</inkml:trace>
  <inkml:trace contextRef="#ctx0" brushRef="#br0" timeOffset="-143467.85">9629 13951 529 0,'0'0'0'0,"0"0"0"15,1 0 0-15,1-1 0 0,0-2 0 0,0-2 0 0,-2-1 0 0,2-1 0 0,0-1 137 0,-2 0-52 0,0 0 35 0,0 0-47 0,0-2-1 16,0 0-39-16,0-3 23 0,0 2-23 0,0 1 8 16,0-4-9-16,-2 1 9 15,-2-1-9-15,-1 1 1 0,-2 1 0 0,0-1-20 0,0 0 20 16,-2 1 0-16,-1 0-30 0,0 3 29 16,-1 2 1-16,1-1 15 0,-2 3-18 0,1-1 2 0,-3 4-8 15,1 1 44-15,0-2-37 0,2 3 3 0,-2 0-5 16,-1 0 55-16,3 4-26 0,0 2 1 0,0 1-27 15,0 3 50-15,1-1-8 0,0 2-41 0,1 3 29 16,-1 0 1-16,5 4-22 16,-2 0-8-16,1 3 23 0,2 7-24 0,4 1 1 15,0 0 40-15,0 6 8 0,0 0-48 0,0 7 0 16,0 2 30-16,6 1 0 0,1 2-30 0,2 2 8 16,1 2 51-16,1-1-30 0,0-1 1 0,-1 0-10 15,-1-1-20-15,-1-2 8 0,0 8-8 0,-4-7-36 16,-1 2-1-16,-1 0 37 0,0 2-64 0,-2-9 39 15,0 11-7-15,0-6 32 0,-2-7-43 0,-5-4 7 16,-5 2-1-16,-1-7 0 0,-2-4-62 16,0-4 28-16,-1-9 22 0,-2-1-113 0,1-5 62 15,-1-5 20-15,-1-1-195 0,3-2 103 16,2 0 56-16,1-2 15 0,3-6-263 0,2-1 140 16,5-6 84-16,3 3 37 0,0-4-165 0,0 1 101 15,13 0 51-15,6 6 17 0,5-2-343 0</inkml:trace>
  <inkml:trace contextRef="#ctx0" brushRef="#br0" timeOffset="-143216.99">9765 14642 956 0,'0'-9'0'0,"0"5"0"0,0 1 0 0,-2-2 0 0,-5 4 0 0,0-1 0 0,-1 2 0 0,0 0 236 0,3 0-101 0,-1 3-52 0,3 10-16 15,-2 7 24-15,3 3-28 0,1 7-1 0,1-3 57 16,0 4-42-16,0-5-15 0,0 6-7 0,0-4 42 16,3-2-32-16,4-6 0 15,0 3-55-15,0-2-8 0,2-3 31 0,1 2 0 16,1-6-184-16,0 2 92 0,1-5 54 0,-1 0 14 16,4-4-189-16,-4-1 97 0,5-2 50 0,-1-4-441 15,0 0 202-15,0 0 124 0,-3-8-226 0</inkml:trace>
  <inkml:trace contextRef="#ctx0" brushRef="#br0" timeOffset="-142991.08">9905 14806 1175 0,'0'-8'0'0,"0"3"0"0,0 1 0 0,0-2 0 0,2 2 0 0,3-2 0 0,4 1 0 0,3 2 0 0,1 1 177 16,3-1-72-16,1 3-36 0,1 0 126 0,0 0-81 15,-1 12-33-15,-4 2-7 0,1 4-17 0,-5 1 0 16,-2 1-25-16,-3 3-29 0,-2 0 38 0,-2 4-8 15,0 0 0-15,-6-2-40 0,-8-4-1 16,-2 1 41-16,2-6-55 0,-6 1 23 16,1-3 0-16,-1-4 32 0,1-3-185 0,1-4 83 15,0 0 26-15,4-3 24 0,0 0-281 0,9 0 142 16,-3-5 53-16,7-8-117 0,1-2 86 0,0-4 56 16,11-1 24-16,8-5-268 0</inkml:trace>
  <inkml:trace contextRef="#ctx0" brushRef="#br0" timeOffset="-142561.25">10185 14654 624 0,'1'-10'0'0,"1"6"0"0,-2 3 0 0,0 1 0 0,-3 0 0 0,-6 9 0 0,2 8 325 0,-4 5-150 0,2 5-71 0,1 4-36 16,-1 10 245-16,1-2-140 0,6-3-62 0,-4 3-44 16,6-2 140-16,0-3-87 0,0-1-44 0,0-11-33 15,7-2-2-15,3-1-8 0,6-8-85 0,0-1 43 16,2-7 20-16,2-3 9 0,-1 0-226 0,5-3 120 15,-5-15 59-15,-2-2 30 0,-1-2-294 0,-2 1 95 16,-1-9 90-16,-1 6-3 16,-5 3-31-16,-2-2 54 0,1 4 27 0,-4 7 64 0,0 2-14 0,-1 2-1 15,1 6 70-15,-2 1-47 16,0 1-23-16,0 0-8 0,0 9 247 0,0 8-100 16,0 6-70-16,0-3 6 0,0 2 205 15,0 1-86-15,0-3-80 0,3 3-36 0,1-4 25 0,5-4-29 16,-2-2-1-16,3-6-75 0,3 2 18 0,-4-8 0 15,1-1-131-15,1 0 79 0,-2 0 40 0,-2-5 7 16,0-11-47-16,-4-1 12 0,-1 0 26 0,0 0-25 16,-2-5-69-16,0 2 24 15,0-1 35-15,-9 0-15 0,-1 1 34 0,-1-4-16 16,0 6 16-16,-1 3 18 0,-1 3 5 0,1 1-18 16,2 6 34-16,0 4 7 0,-1 1-39 0,3 0 7 15,-1 0-33-15,6 9 6 0,1 4 23 0,2-1 6 16,0 2-178-16,0 1 71 0,3-3 49 0,10 3 10 15,3-4-266-15,0-2 145 0,1-2 72 0</inkml:trace>
  <inkml:trace contextRef="#ctx0" brushRef="#br0" timeOffset="-142397.66">10665 14928 926 0,'3'2'0'0,"2"-1"0"0,-3 2 0 0,0-1 0 0,-2-1 0 0,0 1 0 0,0 2 171 16,0 1-68-16,0 1-28 0,0 3 186 0,0 0-114 15,-2 3-57-15,-5 1-28 16,0 2 18-16,0-1-7 0,-2 0-221 0,0-2 91 16,2-1 44-16,0-1 23 0,3-2 9 0,1-3-422 0,1-4 218 0,2-1-393 15</inkml:trace>
  <inkml:trace contextRef="#ctx0" brushRef="#br0" timeOffset="-142221.65">10712 14742 1537 0,'2'0'0'0,"0"0"0"0,1 0 0 0,1 0 0 0,2 0 0 0,0 0 0 0,1 3 179 0,2 2-65 0,2 2-44 15,1 1 241-15,-1 0-138 0,1 2-71 0,-1 1-159 16,2 2 53-16,-2 0 14 0,0 3 0 16,0-1 23-16,-1 0-459 0,1-2 229 15,-2-4 123-15,1 3 50 0,0-8-629 0,-1-3 318 0</inkml:trace>
  <inkml:trace contextRef="#ctx0" brushRef="#br0" timeOffset="-142037.33">11040 14559 461 0,'5'0'67'0,"-3"10"-34"0,-2 7 0 0,0 4 190 16,-7 3-95-16,-6 3-47 0,-3 5-25 0,-1 3 9 15,-4 6 297-15,1 0-164 0,-3 0-83 16,2 3 161-16,-2 0-122 0,5-8-52 0,-7 16-95 0,3-10-1 15,2 0 27-15,4-8 0 0,2-2 0 0,3-9-362 16,4-4 178-16,4-9-455 0,3-3 311 0,0-2 118 16,3-5-174-16</inkml:trace>
  <inkml:trace contextRef="#ctx0" brushRef="#br0" timeOffset="-141784.28">11073 14928 1406 0,'6'2'0'0,"1"5"0"0,-2 4 0 0,-3-1 0 0,0 3 0 0,-2 0 0 0,2-2 0 0,0 3 303 0,4-3-135 0,3-2-68 0,0 0-33 16,3-3-40-16,1-2 6 0,1-2-1 15,0-2-267-15,-1 0 133 0,0-2 68 16,-2-12 41-16,-2 0-8 0,-2-5-93 0,-3 0 64 16,-3-1 31-16,-1 1-233 0,0 2 116 0,-3 0-14 0,-9 0 73 15,1 4 16-15,-3 0 8 16,-2 3 0-16,0 2 132 0,2 3-61 0,-2 3-36 0,2 2 0 0,1 0 65 15,3 4-29-15,4 3-32 0,1 3-125 16,5-1 55-16,0 1-136 16,0-2 93-16,4-1 50 0,8-3 20 0,4-4-3 0</inkml:trace>
  <inkml:trace contextRef="#ctx0" brushRef="#br0" timeOffset="-141615.52">11362 14676 1399 0,'9'-10'0'0,"5"5"0"0,-5 3 0 16,2 1 0-16,1 1 0 0,-1 0 0 0,1 0 0 0,6 8 0 0,-3 7 72 0,2 2 304 0,-2 1-172 0,0 6-85 0,-3 2 50 16,0 2-67-16,-5 6-139 15,-3 2 31-15,-4 0 0 0,0 7 39 0,-2-11 0 0,-12 9-1 0,-5-9-130 16,-8 6 61-16,-3-8-400 0,-2-2 233 16,2-7 49-16,-2 0-482 0</inkml:trace>
  <inkml:trace contextRef="#ctx0" brushRef="#br0" timeOffset="-140927.25">9843 13533 325 0,'-7'-4'0'0,"0"1"0"0,2 3 0 0,-3 0 0 0,-2 0 0 0,3 0 286 0,-4 0-127 0,2 7-63 16,1 1-24-16,0 6 106 0,3 1-73 0,0 4-36 15,1 7 0-15,1-1 30 0,3 5-25 0,0 0-8 16,0 0-34-16,0 1 39 0,0 2-1 0,7-5-42 16,-2-2 13-16,6 2-9 0,-1-3 1 0,-1-7 0 15,4 2-72-15,1-4 36 0,-2-3 9 16,6-4-215-16,-2 0 117 0,1-4 38 0,0-5 36 15,0 0-362-15,-1 0 177 0,0 0 62 0,-3-4-179 0,0-6 144 16</inkml:trace>
  <inkml:trace contextRef="#ctx0" brushRef="#br0" timeOffset="-140685.89">9912 13733 634 0,'-7'-6'0'0,"2"3"0"0,2 1 0 0,1-2 0 0,2 1 156 0,0-3-65 16,0-2-30-16,5 5 1 0,9 0 60 0,0 0-44 15,2 1-15-15,0 2 175 0,2 0-102 0,-1 8 75 16,-2 5-89 0,-3 3-45-16,2 2-13 0,-5 2-9 0,-2 4 61 0,-2 2-42 15,-3-1-20-15,-2-2 7 0,0 7-38 0,0-4 9 0,-10-3 1 16,-3 0-33-16,2-5-1 0,-4-1 42 16,-3-2-162-16,2-4 77 0,-2-3 39 0,2-2-1 15,-1-5 39-15,2-1-363 0,0 0 165 0,4 0 51 0,2-1-301 16,5-13 191-16,4 0 96 0,0-5-241 15,2-4 173-15,14 0 81 0,0-3-263 16</inkml:trace>
  <inkml:trace contextRef="#ctx0" brushRef="#br0" timeOffset="-140479.43">10179 13575 296 0,'0'-7'0'0,"0"4"0"0,0 1 584 0,-3 0-550 15,-8 2-1-15,0 0 8 0,0 7-8 0,0 8 134 16,2 4-67-16,-2 3-34 15,4 4 237-15,2 3-126 0,3 1-77 0,2 1 109 0,0 0-88 16,0-1-44-16,2-2-22 0,7-6-20 0,5 7-3 16,2-8 1-16,2-3 0 0,1-1 0 0,2-3-186 15,-2-5 101-15,6 2 39 0,-9-4-138 16,4-1 92-16,-4-2 45 0,1 0-430 0,-6-4 182 16,5 0 80-16,-7 0-234 0,0 0 192 0,1-5 95 0</inkml:trace>
  <inkml:trace contextRef="#ctx0" brushRef="#br0" timeOffset="-140310.89">10305 13739 440 0,'-2'0'0'0,"2"0"0"0,0 0 0 0,0 0 0 0,0 1 0 0,0 4 330 0,2 1-149 16,9-4-74-16,3 5-37 0,4-6 227 0,1 3-124 16,-1-1-74-16,1-2 21 0,-1 1-44 0,3 0-21 15,-2 0-103-15,-2-2 36 0,0 2 22 0,0-2-344 16,-4 2 183-16,-4-1 92 15,0 1-413-15,0 0 238 0,-2 0 88 0,-2 0 66 0</inkml:trace>
  <inkml:trace contextRef="#ctx0" brushRef="#br0" timeOffset="-140130.72">10447 13544 812 0,'0'0'0'0,"0"0"0"0,0 7 0 0,0 5 0 0,0 2 188 16,0 9-77-16,0 1-40 0,0 4 9 0,0 5 222 15,-2 0-135-15,-2 2-67 0,3 3 23 16,-3 0-45-16,2 2-118 16,0-4 32-16,-1 3 0 0,3-6 41 0,0 2 0 0,0-6 0 0,0-6-382 15,0-3 188-15,0-3 96 0,0-7-457 16,5-5 226-16</inkml:trace>
  <inkml:trace contextRef="#ctx0" brushRef="#br0" timeOffset="-139597.12">10769 13665 1026 0,'2'-3'0'0,"-1"1"0"0,1 0 0 0,-2 2 0 0,0 0 0 0,-3 4 0 0,-9 7 107 0,3 2-36 16,-2 4-1-16,-3 6-37 0,1-4 87 0,-2 5-48 16,2 1-43-16,-1-3 4 0,1 1 0 0,3-5-61 15,-4 1 69-15,5-4-8 0,3-4 0 0,-1-1-1 16,2-4 1-16,4-3 33 0,-1-1-33 0,2-2 10 15,0 0-10-15,0 0-2 0,8 0 31 16,7 0 3-16,2-2-34 0,1-1-2 16,1 0 1-16,4 0 22 0,-1 1-20 0,1 0-19 15,0-1-15-15,-2 2 0 0,2 1 35 0,-4 0-73 16,-1 0 34-16,-4 0 4 0,-3 0 30 0,-2 0-8 16,-2 0 6-16,-4 0-67 0,-1 0 30 0,0-2-60 15,-2-2 39-15,0-3 4 0,-9 0-6 0,-5-1-6 16,0-4 37-16,-4 1-12 0,2-2 10 0,-7-4-42 0,6 1 0 15,0-3 34 1,0-1-26-16,8 3-6 0,-2-2 31 0,5 2 25 16,0 2 0-16,6 5-27 0,0-1 2 0,0 2 141 0,0 1-66 15,9 0-33-15,5 4 1 0,5-1 67 16,3 3-45-16,-1 0-7 0,7 2 41 0,-1 0-26 16,1 4 0-16,-3 5-9 0,0 5-21 0,-2-3 17 0,3 6-13 15,-5-2 0 1,-3 1-28-16,-2 0-1 0,-3-1 29 0,-4 2-17 0,-1-3-8 0,-4 2 14 0,-4-3-5 15,0-1 6-15,0 2 2 16,-9-3 1-16,-5-2-1 0,-4 3-37 16,0-4 35-16,-5 1-5 0,-1-1-171 0,4-1 83 15,-3-2 40-15,2 3-169 0,5-4-113 0,2-3 137 16,5 2 78-16,5-3-173 0,4 0 123 0,0-3 58 16,6-5-308-16,15-8 183 0,0-2 90 0,4-5-175 15</inkml:trace>
  <inkml:trace contextRef="#ctx0" brushRef="#br0" timeOffset="-139433.56">11176 13575 245 0,'5'-18'0'0,"-1"2"0"16,-2 5 0-16,-2 0 178 0,0 4-65 0,0 1-44 0,-4 4 308 15,-5 2-172-15,0 0-86 0,1 8 239 16,-1 13-155-16,-2 5-89 0,3 4-41 0,2 2 134 16,3 1-88-16,1-1-43 0,2-3-13 0,0 4-153 15,2-4 61-15,8-4 31 16,4-1-162-16,1-4 97 0,0-3 55 0,3-3-480 0,0 0 261 0,3-4 101 0,-3-6 73 15,-1 1-37 1</inkml:trace>
  <inkml:trace contextRef="#ctx0" brushRef="#br0" timeOffset="-139260.02">11482 13747 424 0,'2'-8'0'0,"0"6"0"0,0 0 0 0,0 0 0 0,-1 1 368 0,-1 1-167 0,0 0-85 16,0 0-33-16,0 7-29 0,-3 6 272 0,-3 4-147 15,-3 2 13-15,1 0-80 0,-1 3-31 0,0 0-103 16,-1 0 28-16,1-4 0 16,1 1 26-16,1-4 1 0,1-4 8 0,0 0-344 15,2-1 167-15,1-4 85 0,3-4-506 0,0-2 278 16</inkml:trace>
  <inkml:trace contextRef="#ctx0" brushRef="#br0" timeOffset="-139084.49">11559 13555 1320 0,'3'-2'0'0,"4"2"0"0,0 0 0 0,-1 0 0 0,-1 0 0 0,2 0 0 0,2 0 181 0,0 4-74 0,0 4-38 16,3-1 9-16,0 3 258 0,2 1-152 0,-3 2-76 0,0 0-139 16,1 0 40-16,-3 0-433 15,0 0 229-15,-1 0 113 0,1-4 58 0,0 1-554 0,-1-4 284 0,2-1 145 16</inkml:trace>
  <inkml:trace contextRef="#ctx0" brushRef="#br0" timeOffset="-138892.99">11875 13461 1022 0,'2'-4'0'0,"-2"2"0"0,0 0 0 15,0 2 0-15,0 0 0 0,0 2 0 0,0 12 140 0,-4 2-53 0,-4 9-27 0,-1 1 0 0,-4 6 297 0,-1 4-154 16,-5 7-89-16,3-4 146 0,-3 5-114 0,-1-3-56 0,-3 3-100 15,4-9 29-15,-5 12-8 0,1-8-314 16,2-3 167-16,5-4 85 16,-1-2 41-16,6-10 30 0,-1 2-208 0,8-9 110 0,-1-4 28 15,3-2-542-15,2-7 266 0</inkml:trace>
  <inkml:trace contextRef="#ctx0" brushRef="#br0" timeOffset="-138686.75">11907 13427 1154 0,'13'-15'0'0,"2"5"0"0,-2 5 0 0,1-1 0 0,0 4 257 0,1 2-112 16,2 0-57-16,-1 7 165 0,5 11 46 0,-1 6-134 0,-6 6-65 0,2 2 96 16,-4 8-81-16,-4-5-33 0,0 11-29 0,-6-3 140 15,-2 0-80-15,0 1-40 0,0-4-107 0,-9-4 41 0,-7 8-8 16,-1-7 34-16,-7 1 0 0,-2-4-487 15,1-2 251-15,-9 1 114 0,2-1-854 16</inkml:trace>
  <inkml:trace contextRef="#ctx0" brushRef="#br0" timeOffset="-137251.52">12260 14334 647 0,'-9'0'0'0,"3"5"0"0,0-4 0 0,2 3 0 0,0-4 0 0,3 1 0 0,-1-1 0 0,2 0 216 0,-2 0-96 15,2 0-44-15,0 0 93 0,2 0-69 16,7 0-33-16,6 0 94 0,5 0-68 0,3 0-31 0,5 0 1 16,1 0 146-16,3 0-89 0,-1 0-35 0,1 0-30 15,2 0 94-15,-4 0-58 0,0 3-29 0,0 2-10 16,-7-1-11-1,4-1-8-15,-7 3 0 0,0 0-36 0,-2-1 1 0,-9 1 35 16,0 0-52-16,-4-2 22 0,0-3 0 0,-3 2 29 16,0-3-34-16,-2 0-2 0,0 0 7 0,-6 0-23 15,-4 0-52-15,-1-6 30 0,-1-2 25 0,7 1-554 16,-1-3 265-16,5 3 129 0,1-4 72 0</inkml:trace>
  <inkml:trace contextRef="#ctx0" brushRef="#br0" timeOffset="-136676.72">13477 13923 490 0,'0'-5'0'0,"0"-3"0"0,0 0 0 0,0-1 0 0,0-2 0 0,0-2 0 0,-4-3 94 0,2 2-30 16,-2-2-1-16,0 2 37 0,1 0-38 15,-1-1 0-15,-1 4-29 0,1 2 35 0,-2 1 0 0,-2 1-27 16,1 2-8-16,-2 2 41 0,-3 1-21 16,1 2 1-16,-1 0 28 0,-2 0-17 0,-1 10-8 0,0 1-24 15,0 1 41-15,-2 2-21 0,2 1 1 0,0 3-13 16,2-3 94-16,-1 3-51 0,3-2-25 0,-1 4 104 16,5-3-65-16,2 3-24 0,-1 1-9 0,3 3 66 15,3 3-50-15,0-1-23 0,0 5 65 0,0 2-37 16,0 2-31-16,3 11 0 15,5-3 4-15,-1 2 0 0,5 4-27 0,-3 0 9 16,0 1-8-16,3-2-1 0,-5 1 1 0,2-1-30 16,-3-3-1-16,-2-6 39 0,0 8-8 0,-2-9-26 15,-2-1 1-15,0-2 24 0,0-1-38 0,-2-3 6 16,-8-3 13-16,-1-3 11 0,-4-3-90 0,2-5 38 16,-2-2 22-16,-2-2-101 0,-2-2 50 0,2-4 32 15,0-3 6-15,1 0-366 0,0-4 181 0,5 0 65 16,-2 0-339-16,3 0 223 15,5 0 110-15,1 0 57 0,2 0-305 0,2-2 172 16,0-6 98-16,13 1 45 0</inkml:trace>
  <inkml:trace contextRef="#ctx0" brushRef="#br0" timeOffset="-136426.33">13663 14608 1174 0,'0'-3'0'0,"0"2"0"0,-6 1 0 0,-7 0 0 0,0 0 0 0,-2 0 0 0,2 0 0 0,-1 1 0 0,3 7 335 0,0 0-154 0,1 4-75 0,1 3-36 15,0 7 165-15,3 3-102 0,2 1-41 0,0 4-34 16,3 1 67-16,1-1-46 0,0-1-23 0,0-1 4 16,1-5 8-16,7 5-36 0,4-9-81 0,-1 0 41 15,4-2 20-15,0-5 0 0,0 2-237 16,0-4 125-16,0-3 54 0,0-1 38 15,0-3-473-15,0 1 231 0,0-4 70 0,-2 0-282 16,0 0 215-16,1 0 106 0,-2-5 55 0</inkml:trace>
  <inkml:trace contextRef="#ctx0" brushRef="#br0" timeOffset="-136062.72">13753 14750 358 0,'-10'-6'0'0,"3"2"0"0,2 2 0 0,1 1 0 0,-2-2 0 0,4 1 444 0,0 1-209 16,0 1-102-16,2 0-50 0,0 0 253 0,0 0-152 16,0 0-67-16,0-2-47 0,0 0 85 0,0 2-61 15,0 0-31-15,0 0 12 0,2-2-13 0,-2 2-9 16,2 0-1-16,0 0-19 0,-2 0 0 0,2 0 0 16,0-2-2-16,2 2 2 0,-1 0 0 0,3 0 0 15,1-2-39-15,1 2 9 16,1 0 30-16,2 0 0 0,1 0-56 0,1 0 26 15,-2 2 2-15,3 6-47 0,-2-1 28 0,0 0-10 16,-3 5 5-16,2-1 34 0,-3 0-15 0,0 4-1 16,-5 3-6-16,1-2 7 0,-2 4 7 0,0 1-8 15,-2 2-24-15,0 0-3 0,-4 3 31 0,-5-4-85 16,-3-1 40-16,-1 2 15 0,-4-4 0 0,2-3-133 16,-4 3 73-16,-1-4 27 0,1-2-65 0,-4 0 37 15,1-6 28-15,3 0-18 16,-2-2-108-16,5-5 76 0,0 0 39 0,9 0 0 15,0 0-206-15,7-5 114 0,0-9 70 0,2-2-243 16</inkml:trace>
  <inkml:trace contextRef="#ctx0" brushRef="#br0" timeOffset="-135578.97">14021 14710 914 0,'2'-13'0'0,"-2"6"0"0,0 0 0 0,0 1 0 0,-4 4 0 0,-7 0 0 0,2-1 0 0,-4 3 286 0,2 0-126 16,1 6-64-16,-1 8-32 0,0 4 67 0,-1 6-41 16,3 4-33-16,0 6 113 0,2 0-68 0,-2 4-35 15,4-2 0-15,1-1 32 0,2-1-37 0,1-1 0 16,1-4-37-16,0-7 8 0,0-1 0 0,5-2 8 16,4-3-130-16,3-4 60 0,-1-2 31 15,2-5 1-15,0-1-82 0,0-4 57 16,3 0 23-16,-2 0-326 0,2-5 160 15,-2-9 48-15,0-1 51 0,0-2-211 0,0-1 126 0,-3 0 59 16,-2 0-40-16,1-1 49 0,-2 2 17 0,-1 2 9 16,-4 0 92-16,1 6-33 0,-2-1-1 0,0 6-34 15,-2 0 102-15,0 3-48 0,0-1-26 0,3 2 293 16,-3 0-155-16,0 13-39 0,0 4 221 0,1 1-121 16,1 7-82-16,4-6-33 0,-1 3 63 0,4-1-54 15,3-2-20-15,-1-3-8 0,4-2-71 16,0-6 21-16,1-3 1 0,-2-1 21 15,3-4-153-15,-2 0 72 0,-2-2 41 0,-1-11-65 16,-1-3 53-16,-4 0 10 0,-1-1-18 0,-2-2-89 16,-2 0 27-16,-2 0 40 0,0 3-2 0,-2-2 32 15,-8 2-30-15,-1 1 24 0,-4 0 35 0,0 4-34 16,0-1 4-16,0 7-3 0,-2 1-37 0,4 2 6 16,0 2 43-16,1 0-66 0,5 9 29 0,3 1 0 15,4 1 14-15,0 4-202 0,0-2 102 0,9 2 51 16,12 0-291-16</inkml:trace>
  <inkml:trace contextRef="#ctx0" brushRef="#br0" timeOffset="-135407.48">14598 14952 641 0,'2'6'0'0,"0"1"0"0,0 0 0 0,-2 1 0 0,0-1 0 0,0 1 363 0,-4 2-169 0,-2-1-81 0,-1 3 160 16,-1 0-120-16,1 4-61 0,-1-2-21 0,-1 4-34 15,1-3-5-15,1 0 1 16,-1 0-240-16,1-2 120 0,1-6 68 0,2 0 21 16,1-2-484-16,3-5 247 0,0 0 123 0</inkml:trace>
  <inkml:trace contextRef="#ctx0" brushRef="#br0" timeOffset="-135241.92">14604 14772 1415 0,'7'0'0'0,"5"0"0"0,-1 0 0 0,1 0 0 0,-3 0 0 0,2 5 0 0,2 4 0 0,-2-1 250 16,6 2-109-16,-4 1-55 0,2 0 172 0,0 1-105 15,0 1-64-15,-1 2-28 0,-4 0-329 0,2 0 150 16,-4-2 76-16,-1-2 45 0,0 3-569 16,1-7 299-16,-2-2 149 0</inkml:trace>
  <inkml:trace contextRef="#ctx0" brushRef="#br0" timeOffset="-135059.84">14887 14702 870 0,'0'-11'0'0,"2"6"0"0,1 0 0 0,-3 1 0 0,0 3 0 0,0 1 0 0,0 0 0 0,0 14 403 0,0 7-185 0,-10 6-92 16,-3 8 113-16,-1-1-95 0,-4 14-59 0,-1-3-27 16,1-1 134-16,-3 1-80 0,0 0-39 0,2-6 7 15,-5 7-120-15,3-8 36 16,4-6 0-16,-2 2-281 0,4-8 159 0,6-7 88 15,5-6 31-15,2-5-549 0,2-3 275 0,0-5 66 16,2 0-134-16</inkml:trace>
  <inkml:trace contextRef="#ctx0" brushRef="#br0" timeOffset="-134819.3">14902 15021 935 0,'8'-1'0'0,"-3"1"0"0,2 0 0 0,-4 0 0 0,-1 6 0 0,2 5 0 0,-2 2 221 0,1 0-94 0,3 0-39 0,3 0-32 15,1-1 273-15,1-2-148 0,2-5-75 0,2 2-12 16,2-7-22-16,-2 0-9 0,2 0-30 0,-2-2-180 16,0-11 90-16,-4-2 45 0,-2-2-160 0,-3-1 98 15,-3-2 53-15,-2 3 28 0,-1 1-82 0,-1 0-8 16,-11 4 45-16,-1-2-62 0,-4 3 54 0,0 2-21 16,0 3-1-16,-2 3 118 0,1 0-49 0,2 3-12 15,1 0 0-15,6 0 10 0,-1 0 1 0,5 3 3 16,5 2-308-16,0-1 144 15,0 1 66-15,14-2 33 0</inkml:trace>
  <inkml:trace contextRef="#ctx0" brushRef="#br0" timeOffset="-134636.79">15276 14675 1033 0,'11'-6'0'0,"8"3"0"0,-1 2 0 0,-4 1 0 0,2 0 0 0,-4 0 259 0,3 11-113 0,-1 3-56 0,2 0 384 16,0 3-212-1,0 6-119-15,-4 1-55 0,-3 2 111 0,-2 6-82 0,-5 3-43 16,-2 0-127-16,0 8 38 0,-13-5 24 0,-6-1 1 16,-3 1-312-16,-4-3 167 0,-1-6 92 0,-10 5 34 15,1-8-214-15,-2-2 73 0,-1-5 83 0,7-5-569 16</inkml:trace>
  <inkml:trace contextRef="#ctx0" brushRef="#br0" timeOffset="-134160.95">13832 13809 574 0,'-9'-7'0'0,"1"2"0"0,2 2 0 0,0-2 0 0,1 2 0 0,-2 1 0 0,1 0 234 0,-4 2-101 0,3 0-50 0,-2 4 208 16,-1 11-133-16,1 7-63 0,0 5 91 0,1 5-76 16,0 1-39-16,3 3 8 0,5-1 108 0,0-7-77 15,0-8-39-15,1 4 0 0,9-5-62 0,3-1 8 16,2-6 15-16,2-3-212 15,2-1 107-15,-1-4 52 0,3-4 28 0,0 0-467 16,-1 0 208-16,3-8 130 0,-5-3-246 0,0-2 167 16,-3-4 76-16,-4 2 51 0</inkml:trace>
  <inkml:trace contextRef="#ctx0" brushRef="#br0" timeOffset="-133943.52">13931 13873 811 0,'-5'-5'0'0,"3"1"0"0,0 3 0 0,2 1 0 0,0-2 0 0,0 0 0 0,7-2 142 0,9-1-54 15,4 1-28-15,4 1 0 0,-3 0 246 0,2 2-141 16,1 1-66-16,2 0-33 0,-3 9 108 0,-7 2-71 16,0 5-27-16,-2 0 7 0,-7 5-24 0,-4 3-1 15,-3 0-55-15,0 3 1 0,-9 0 37 0,-8-1-9 16,-4-2-39-16,-1-4 0 0,-2-3 39 0,-3-2 1 16,4-6-194-16,-7 3 64 0,6-6 59 0,6-3-7 15,-3-1-298-15,4-2 137 16,7 0 85-16,3-3-239 0,7-10 164 0,0-6 81 15,5-3 41-15,14 1-245 0</inkml:trace>
  <inkml:trace contextRef="#ctx0" brushRef="#br0" timeOffset="-133758.02">14249 13709 1271 0,'9'-9'0'0,"-3"5"0"0,-5 3 0 0,-1 1 0 0,0 0 0 0,-9 10 0 0,-8 9 0 0,4 2 0 0,-2 5 214 0,2 4-90 0,0 2-46 0,3 3 144 0,3-5-99 16,5 2-45-16,2-2-23 15,0-2 243-15,9-2-133 0,5-6-58 0,11 3-90 16,-4-4 15-16,6-5 1 0,1-3 0 0,0-3-400 16,-1-2 208-16,5-5 92 0,-4-1-526 0,0 0 262 15,-4 0 164-15,-1 0 3 16,-2-1-164-16</inkml:trace>
  <inkml:trace contextRef="#ctx0" brushRef="#br0" timeOffset="-133593.78">14617 13939 755 0,'4'-5'0'0,"1"4"0"0,-1 1 0 0,-2 0 0 0,1 0 0 0,-1 0 0 0,0 3 0 0,-2 8 253 0,0 5-102 16,0 1-64-16,0 9 246 0,-7-2-151 0,-2 4-74 15,-5 1-38-15,1-1 92 0,-2 0-68 0,0-2-31 16,-2 0-150-16,2-3 60 0,3-5 30 0,0-6 8 16,3-1-388-16,3-2 205 0,3-7 103 15,3-2 50-15,0 0-265 0,5-11 79 0</inkml:trace>
  <inkml:trace contextRef="#ctx0" brushRef="#br0" timeOffset="-133426.22">14735 13818 1186 0,'6'0'0'16,"-2"2"0"-16,3 1 0 0,-3 1 0 0,-1-1 0 0,3 3 0 0,-2-3 295 0,2 2-135 0,3 2-63 15,4 1 379-15,-1 2-221 0,-1 1-111 0,0 0-48 16,0 3-25-16,2 2-39 0,-1 2 1 0,-3-4 0 15,2-1-222-15,1 1 119 0,1 1 47 0,-2-4-626 16,2-1 341-16,0-1 171 0</inkml:trace>
  <inkml:trace contextRef="#ctx0" brushRef="#br0" timeOffset="-133243.91">15108 13701 1142 0,'1'-9'0'0,"1"3"0"0,0 0 0 0,0 5 0 0,0-1 0 0,-2 2 0 0,0 2 0 0,0 15 222 15,-6 5-86-15,-8 7-56 0,-2 8 381 0,-3 1-214 16,0 3-107-16,1-2-54 0,0-2 178 0,-2 7-120 16,1-5-55-16,5-4-63 0,-2-1 7 0,1 0-1 15,4-7-331-15,0 0 161 0,2-9 86 0,2-4 42 16,4-5-554-16,3-3 295 0,0-6 63 16,1 0 102-16</inkml:trace>
  <inkml:trace contextRef="#ctx0" brushRef="#br0" timeOffset="-133058.91">15152 13747 1305 0,'15'-14'0'0,"4"7"0"0,6 3 0 0,-3-2 0 0,-3 5 0 0,7 1 0 0,-3 0 270 0,3 1-123 0,-2 16-57 0,0 6 412 16,-3 3-235-16,-1 5-117 0,-6 4 115 0,-3 8-121 16,-4-4-55-16,-6 5-29 0,-1-3 132 0,0 1-80 15,-12-4-32-15,-6 4-7 16,-1-6-203-16,-2-8 82 0,-3 1 40 0,-4-4-629 15,0-3 343-15,-2-4 159 16,3-3 84-16</inkml:trace>
  <inkml:trace contextRef="#ctx0" brushRef="#br0" timeOffset="-101044.2">16074 13915 520 0,'-7'0'0'0,"2"3"0"0,2-2 0 0,1-1 0 0,2 0 0 0,0 2 0 0,0 0 251 0,0 0-109 0,2-1-55 0,10 2 196 15,1-2-130-15,2-1-59 0,1 3 115 0,5-3-89 16,-1 1-43-16,0-1-14 0,1 2 12 0,0-2-21 16,0 3 0-16,0-2-22 0,0 3-33 0,-1-1 42 15,1 0-8-15,-3 2 0 0,-4-1-125 0,-3 0 62 16,1-1 32-16,-5 1-277 0,-3 0 146 0,-2 1 37 15,0 2 50-15,-2-2-406 0,0 2 208 16,-11 4 96-16,0-1-193 0,-3 1 153 16</inkml:trace>
  <inkml:trace contextRef="#ctx0" brushRef="#br0" timeOffset="-100886.59">16156 14191 541 0,'-14'10'0'0,"5"0"0"0,3-3 0 0,3-1 0 0,0-1 356 0,3-1-161 0,0-1-82 16,0 1-39-16,14 0 334 0,5 0-191 0,4-4-93 0,6 4-45 15,3-3 153-15,1 1-99 16,1-2-42-16,-4 2 160 0,0 2-109 0,-7 0-54 16,2 0-28-16,-3 2-139 0,-3-1 64 0,-2 1 20 15,-3-1-480-15,0 2 255 0,-3 0 126 0,-4-1 63 16</inkml:trace>
  <inkml:trace contextRef="#ctx0" brushRef="#br0" timeOffset="-99774.86">17291 13815 779 0,'0'0'0'0,"0"1"0"0,0-1 0 0,4 0 0 0,-2 0 0 0,2 0 0 0,-3-3 0 0,3-8 0 0,0-2 112 0,-1 1-40 0,1-5 1 0,0-3 45 15,-3-1-43-15,2 2-13 0,-1-4-8 16,-2-4 17-16,0 3-38 0,0 0 0 0,0-1 0 16,-5 7 30-16,-2-5-30 0,-2 5 0 0,-2 0 2 15,-3 2 9-15,2 3-12 0,-4 3 9 0,0 0 18 16,-1 7-27-16,0 1 1 0,-4 2 28 0,2 0 0 16,3 4-20-16,-2 4-8 0,2 6 21 0,0 1 0 15,2 2-21-15,0 0-1 0,5 0 53 16,2 2-31-16,1 1 1 0,2 5 9 0,2 2 1 0,2-2-33 15,0 6 9-15,0 3 19 16,8 8-1-16,-1 2-26 0,2 4 55 0,2 4-28 16,-1 6 9-16,1 9-36 0,-2-2 39 0,2 1 0 15,-4-1-39-15,-2-1 0 0,1-10 26 0,-4 6-26 16,2-4 0-16,-2-3-24 0,-2-4 0 16,0 0 23-16,0-12-55 0,0 12 24 0,-5-12 0 0,-4-1 31 15,0-2-105-15,-5-6 41 0,4-8 32 0,-3 1-7 16,-3-7-212-16,2-4 99 15,-4-3 58-15,4-6 13 0,-2-1-162 0,4 0 78 16,-2 0 53-16,5-5-328 0,4-7 188 0,1-3 93 16,4-2-309-16,0-3 206 0,2-4 98 0,12-2 50 15</inkml:trace>
  <inkml:trace contextRef="#ctx0" brushRef="#br0" timeOffset="-99566.42">17469 14336 923 0,'0'-5'0'0,"0"3"0"0,0 2 0 0,-13 0 0 0,0 0 0 0,0 10 0 0,0 2 220 0,0 3-93 0,4 2-48 0,-3 8 198 15,4 1-122-15,5 3-53 0,1 2-39 0,2 3 94 16,0 0-62-16,2-1-31 0,3-1-10 0,9 0 9 16,-1-1-30-16,2-5 0 0,1 0-137 0,4-3 68 15,-2-2 35-15,-1-9 8 0,0 2-353 16,2-6 185-16,-4-3 48 0,-2-5-195 0,-2 0 102 15,1-2 81-15</inkml:trace>
  <inkml:trace contextRef="#ctx0" brushRef="#br0" timeOffset="-99351.99">17531 14500 893 0,'0'0'0'0,"0"1"0"0,0 1 0 0,4 0 0 0,4-2 0 0,3 0 0 0,4 0 372 0,4 2-161 0,0 4-93 0,1 1-43 16,-1 5 180-16,4 2-112 15,-7 2-55-15,0 1-50 0,-2 1-5 0,-2 1-1 16,-5 4 1-16,-3-3-75 0,-2 8 37 0,-2-7 8 16,-2 8-90-16,-9-9 59 0,-4 0 31 0,-2-6 0 15,-2-1-123-15,-4-3 77 0,0-4-22 0,2-3 36 16,0-3-190-16,0 0 99 0,4 0 22 0,4-8 27 16,5-9-183-16,5-4 111 0,3-2 56 0,2-6-244 15,8-5 141-15</inkml:trace>
  <inkml:trace contextRef="#ctx0" brushRef="#br0" timeOffset="-98935.6">17759 14391 1279 0,'6'0'0'0,"-3"0"0"0,-1 0 0 0,-2 9 0 0,0 6 0 0,-7 6 0 0,-3 1 0 0,1 4 144 16,-1 3-56-16,3 3-28 0,-1 2 221 0,2 1-128 16,5-1-60-16,1 4-30 0,0-8 28 0,0 2-28 15,1-8 7-15,11-2-37 0,3-2-115 0,2-8 57 16,3-4 29-16,1-8-259 0,2 0 153 15,1-2 62-15,-3-16-145 0,-2-7 48 16,-3-1 69-16,0-5 34 0,-5 1-260 0,-2 3 135 16,-3 4 63-16,-2 0 32 0,-2 7 36 0,-1 4-5 15,-1 4-8-15,0 2 239 0,0 5-116 0,0 1-57 16,0 1-29-16,-3 16 313 0,1 0-163 0,0 8-35 16,2-1 176-16,0 1-121 0,0-4-67 0,0 3-33 15,6-4 9-15,5-3-9 0,0 0-34 0,2-5 1 16,0-4-49-16,1-6 25 15,-4 1 8-15,4-3 15 0,-3 0-175 0,0-9 87 16,-3-8 45-16,-2-3-82 0,-3-2-15 0,-1-2 28 16,-2-1 42-16,0-1-66 0,-2 2 45 0,-7 1-3 15,-1 2 11-15,-3 5 0 0,2-2 20 0,-2 8-15 16,-2-1 117-16,2 9-46 0,2-1-32 0,-5 3 9 16,5 0 111-16,0 4-49 0,1 8-35 0,3-2-5 15,3 2 1-15,1 3-8 0,3-2-219 0,0-1 99 16,0-2 49-16,9 2 24 15,5-2-195-15,2-3 94 0,5-2 55 0,2 0 0 16</inkml:trace>
  <inkml:trace contextRef="#ctx0" brushRef="#br0" timeOffset="-98776.02">18269 14631 1199 0,'6'0'0'0,"2"5"0"0,-2 1 0 0,-3 0 0 0,-1 1 0 16,-2 3 0-16,0 1 0 0,0 0 226 0,0 4-97 0,0 2-48 0,-4 1 248 0,-3 0-152 0,-3 3-72 15,1-3-32-15,0 2-40 16,-3-3 0-16,1-1 8 0,-2-2-348 0,1-6 169 16,1 2 86-16,2-6 42 0,1-4-241 0,1 0 150 15</inkml:trace>
  <inkml:trace contextRef="#ctx0" brushRef="#br0" timeOffset="-98605.48">18301 14455 1540 0,'9'0'0'0,"-2"3"0"0,2 2 0 0,-2-4 0 0,-1 3 0 0,0-1 0 0,-1 3 0 0,-1 0 0 0,3 2 469 0,1 4-217 0,0 1-102 15,-1 3-56-15,0-2-30 0,4 4 0 0,-4-2-32 16,2 1-445-16,-2-1 230 0,3-3 104 0,-2-3 56 16,1 0-294-16,-2-4 169 0,3-6 85 0</inkml:trace>
  <inkml:trace contextRef="#ctx0" brushRef="#br0" timeOffset="-98418.98">18577 14325 1327 0,'2'-2'0'0,"2"0"0"0,-2 2 0 0,0 0 0 0,-2 0 0 0,0 11 0 0,0 7 0 0,0 5 0 0,-10 5 384 0,-2 11-176 16,-4 2-87-16,-2 2-45 0,-1 4 131 0,-2 3-92 15,-1 4-41-15,-1-2-95 0,0 0 27 0,-1 1-1 16,2-4 36-16,-1-6-150 0,4-11 71 15,4-1 35-15,6-11-399 0,3-7 218 16,2-4 64-16,4-4 65 0,0-5-539 0,2 0 280 16</inkml:trace>
  <inkml:trace contextRef="#ctx0" brushRef="#br0" timeOffset="-98174.89">18565 14740 529 0,'7'-3'0'0,"0"3"0"0,1 0 0 0,-2 5 0 0,-4 7 0 0,1 0 460 0,-1 4-218 15,4-1-104-15,-1-2-53 0,3 0 226 0,1-2-139 16,2-4-61-16,3-1-31 0,1-2-24 0,0-4 0 16,0 0-23-16,0 0-145 0,-2-12 80 0,-2-4 29 15,-1-3-219-15,-5-2 127 0,-3 1 65 0,-2-1 31 16,0-2-174-16,0 2 90 16,-13-2-20-16,0 7 62 0,-2 1-16 0,0 2 0 15,-3 3 11-15,0 5 168 0,-1 2-78 0,3 3-37 0,-2 0 61 0,4 3-43 16,2 7-3-16,3 0 3 0,5 2-45 15,4 1 0-15,0-1 55 0,0-4-29 16,9-6-417-16,10-2 192 0</inkml:trace>
  <inkml:trace contextRef="#ctx0" brushRef="#br0" timeOffset="-98008.8">18846 14432 958 0,'13'-7'0'0,"1"4"0"0,2 3 0 0,1 0 0 16,-2 0 0-16,2 12 0 0,0 4 0 0,-2 3 418 0,3 3-185 0,0 3-104 0,-3 4 161 0,-4-1-128 0,0 4-65 15,-4 2-6-15,-6 2-21 16,-1-3-9-16,0 3-28 0,-6-3-96 0,-9-3 48 16,-7-3 24-16,-5 0 8 0,-8-2-252 0,-3-7 134 15,-3-2 67-15,-3-5-472 0,-4-1 249 0,-3-7 55 16,2-3 90-16</inkml:trace>
  <inkml:trace contextRef="#ctx0" brushRef="#br0" timeOffset="-97651.52">17599 13391 654 0,'0'-12'0'0,"-4"2"0"0,-3 2 0 0,1 2 0 0,-1 3 0 0,-1 2 138 16,0-2-56-16,-2 3-25 0,-2 0 108 0,3 4-66 16,-1 12-33-16,3 2 8 0,-3 6-9 0,6 4 1 15,3 3-33-15,1 2 72 0,0-1-36 0,0 0 8 16,5-2-44-16,7-2 34 0,3-2 0 0,0-1-34 15,0-5-127-15,4 0 59 16,-5-8 34-16,5 1 0 0,0-1-318 0,-2-6 153 16,-4-3 95-16,4 0 11 0,-8-3-178 0,1 0 75 15,-4-4 70-15</inkml:trace>
  <inkml:trace contextRef="#ctx0" brushRef="#br0" timeOffset="-97435.08">17671 13482 833 0,'1'-10'0'0,"3"6"0"0,3-2 0 0,1 5 0 0,4 1 0 0,-3 0 0 0,4 0 0 0,2 1 0 0,2 9 0 0,0 2 265 0,4 4-116 0,-7-4-58 16,3 6 113-16,-4 2-90 0,1 0-40 0,-5-1-1 15,-4 4-5-15,-3-1-36 0,-2 1 9 0,0 3-8 16,-5-4-52-16,-10-1 26 0,-2-2 0 0,-4-3 25 16,1-4-60-16,-6 1 27 0,5-8-1 0,-2 1-232 15,3-6 95-15,1 0 75 16,4 0-314-16,1-8 179 0,7-8 70 0,3-6 49 15,4-7-195-15,0-3 121 0</inkml:trace>
  <inkml:trace contextRef="#ctx0" brushRef="#br0" timeOffset="-97278.5">17877 13332 970 0,'8'-12'0'0,"1"6"0"0,-5 3 0 0,-1 1 0 0,-3 2 0 0,0 0 0 0,0 3 0 0,-5 15 0 0,-4 3 359 0,1 3-163 15,-2 3-81-15,3 4 63 0,3-6-64 0,1 10-45 16,3-7 0-16,0-8 48 0,0 9-43 0,9-6-20 15,4-7-88-15,6 4 29 0,4-6 0 16,-2 0 37-16,-3-6-308 0,3 2 154 16,0-5 86-16,0 1 30 0,0-2-566 0,-1-2 277 15</inkml:trace>
  <inkml:trace contextRef="#ctx0" brushRef="#br0" timeOffset="-97104.97">18179 13568 750 0,'4'0'0'0,"2"0"0"0,0 0 0 0,-5 6 0 0,1 3 0 0,0 6 132 0,-2 2-41 16,0 2 320-16,0 5-189 0,-2 1-94 0,-5 1-48 15,-3 0 74-15,3-3-52 0,-4 3-39 0,1-8 0 16,2 2-278-16,1-3 123 0,4-8 63 0,1 0-467 16,0-5 257-16,2-4 131 0</inkml:trace>
  <inkml:trace contextRef="#ctx0" brushRef="#br0" timeOffset="-96953.38">18228 13426 963 0,'4'0'0'0,"5"0"0"0,3 3 0 0,-3-3 0 0,0 1 0 0,-1 2 147 16,3-3-57-16,-2 2-29 0,-1 0 373 0,4 1-192 16,-1 5-109-16,0-3-50 0,0 4-12 0,-2 1-38 15,0 2-1-15,2-3-428 16,-2 2 211-16,-2-3 108 0,1 3 55 0,1-1-577 0</inkml:trace>
  <inkml:trace contextRef="#ctx0" brushRef="#br0" timeOffset="-96777.84">18549 13275 885 0,'2'0'0'0,"3"8"0"0,-4 3 0 0,1 0 0 0,-2 6 0 0,0 2 247 0,-2 5-111 0,-10 4-52 0,0 5-26 16,-6 6 345-16,0-2-185 15,3-1-85-15,-6 8 50 0,4-7-75 0,2-4-37 16,-2 1-1-16,2-2-307 0,2-7 143 0,-1 0 59 16,7-7-481-16,2-7 273 0,-1-1 139 0,4-7 43 15</inkml:trace>
  <inkml:trace contextRef="#ctx0" brushRef="#br0" timeOffset="-96602.31">18680 13114 1407 0,'25'0'0'0,"5"4"0"0,-4 19 0 0,-3 1 0 0,-2 9 0 0,-4 4 0 0,-2 6 0 0,-6 1 0 0,-1 2 429 15,-5-5-189-15,-1 11-108 0,-2-7 141 0,0 0-120 16,-4-3-60-16,-5-6-30 0,-2-1-270 0,-4-7 117 16,-4-2 61-16,-1-7 30 0,-3-3-249 0,0 0 141 15</inkml:trace>
  <inkml:trace contextRef="#ctx0" brushRef="#br0" timeOffset="-95851.27">19181 13947 1013 0,'-25'0'0'0,"4"4"0"0,7 0 0 0,2 0 0 0,3 2 0 0,5-5 0 0,2 3 0 0,2-2 0 0,0 1 0 0,17-1 242 0,9 0-105 0,12-2-52 0,3 0-26 16,6-2 212-16,4-3-124 0,0-4-57 0,-3 3 19 16,-2 0-38-16,-11 2 0 0,3 1-30 0,-3-1-107 15,-7 3 50-15,-5 1 24 16,-4 0-113-16,-6 0 69 0,-2 0 42 0,-6 0-7 0,-2 0-436 0,-3 0 178 16,0 0 127-16,-2-3-14 0,-10-3-238 0,-6-5 180 15</inkml:trace>
  <inkml:trace contextRef="#ctx0" brushRef="#br0" timeOffset="-95686.71">19441 13589 856 0,'0'-2'0'0,"0"2"0"0,2 0 0 0,-2 2 0 0,0 11 0 0,0 8 0 0,0 6 0 0,0 3 333 0,0 12-151 0,0 4-74 16,0 1 103-16,0 1-89 0,0 2-37 15,0 2-29-15,0-2-57 0,0-1 0 16,0 0 34-16,0-3-1 0,0-3-248 0,2 7 120 15,3-15 65-15,-2-3-399 0,3-11 225 0,1-4 61 16</inkml:trace>
  <inkml:trace contextRef="#ctx0" brushRef="#br0" timeOffset="-95260">20086 13616 791 0,'1'-25'0'0,"1"6"0"0,5-2 0 0,-5-4 0 0,1 3 0 0,-1-4 0 0,0 1 0 0,0-1 0 0,-2 0 55 0,0 0-23 0,0 3 209 0,0-2-96 16,0 5-61-16,-6 3-25 0,-2 2-3 0,-1 4-23 16,-4 1-1-16,-1 7 9 0,2-1 10 0,-4 4-18 15,0 0 0-15,0 0 43 0,-6 13-22 16,7 2 9-16,-6 4-30 0,5 1 108 15,2 0-53-15,-1 6-28 0,4-2 102 0,1 4-57 16,3 3-40-16,2 2 0 0,1 9 66 0,2-5-50 16,2 6-24-16,0-4 8 0,0 13-3 0,0-4-1 15,4 1-29-15,1 1 40 0,2 4-1 0,-1-2-30 16,2 3-43-16,-2 8-1 0,-1-5 36 0,-1-5 0 16,-1 3-68-16,-1-1 43 0,0-5-9 15,-2-1 33-15,0-4-80 0,0-3 36 0,-4-9 3 16,-5 3 5-16,-2-4-39 0,-4-4 26 15,0-1-6-15,-2-7-156 0,2-3 75 0,-2-2 45 16,-2-5-275-16,1-3 151 0,2-5 76 0,2-2 36 16,5 0-270-16,-2 0 146 0,4 0 85 0,4-4 39 15,3-5-274-15,0-3 157 0,0 1 77 0,10-2 31 16</inkml:trace>
  <inkml:trace contextRef="#ctx0" brushRef="#br0" timeOffset="-95026.49">20229 14302 545 0,'2'-11'0'0,"-2"6"0"0,0 1 0 0,0-1 0 0,-10 3 0 0,-1 0 397 0,-6 2-187 16,4 0-88-16,0 3-45 0,-1 16 207 0,1 4-126 16,1 4-54-16,2 5-40 0,0 5 125 0,5-3-79 15,1 5-38-15,4-4 34 16,0-4-29-16,0 2-8 0,6-5-7 0,5-2-1 15,2-1-28-15,0-4-1 0,3-6-206 0,0 0 100 16,0-4 53-16,0-1 27 0,-1-7-468 0,0-1 237 16,1-2 69-16,-2 0 76 0,2-4-476 0,-4-11 261 15</inkml:trace>
  <inkml:trace contextRef="#ctx0" brushRef="#br0" timeOffset="-94814.06">20312 14415 1068 0,'2'0'0'0,"3"0"0"0,4 0 0 0,2-3 0 0,3 1 0 0,-2 0 0 0,6 0 0 0,-4 2 205 0,4 0-85 0,-2 6-44 16,0 4 171-16,-4 6-112 0,0 2-50 0,-3 2-27 15,-1 0 26-15,-5 0-25 0,-3 3 8 0,0 3-80 16,0-4 23-16,-11 2 1 0,-3-2 21 0,-2-3-71 16,-1-2 44-16,-5 0-9 0,1-5 37 0,-2 0-87 15,5-6 43-15,-5-1-22 16,2-1-308-16,5-4 140 0,0 0 93 0,7 0 11 15,6-9-251-15,3-10 157 0,1-5 71 0</inkml:trace>
  <inkml:trace contextRef="#ctx0" brushRef="#br0" timeOffset="-94644.52">20550 14286 1162 0,'3'-9'0'0,"2"8"0"0,-5 1 0 0,0 0 0 0,0 4 0 0,-8 11 0 0,-7 6 0 0,1 3 0 0,0 4 467 16,-2 2-221-16,5 3-107 0,2-1 179 0,4-1-144 15,2 0-70-15,3-5-27 0,0 3-15 0,5-5 0 16,9-7-29-16,5 1 0 0,3-3-214 0,5-6 115 16,-3-2 45-16,3-2 27 0,-1-5-492 0,-3 0 254 15,4 0 131-15</inkml:trace>
  <inkml:trace contextRef="#ctx0" brushRef="#br0" timeOffset="-94475.96">20781 14477 1125 0,'2'2'0'0,"0"0"0"0,-1 1 0 0,1 2 0 0,-2 2 0 0,0 2 0 0,0 4 0 0,0 3 362 0,-3 2-164 0,-3 4-83 0,-4 4-41 15,3-2 71-15,-2-2-48 0,0 7-37 0,-1-11 1 16,1 3-112-16,-1-4 42 0,0-3 20 0,5-4-324 16,-1-2 168-16,3-5 89 0,1-3-481 15,0 0 226-15</inkml:trace>
  <inkml:trace contextRef="#ctx0" brushRef="#br0" timeOffset="-94304.42">20859 14368 849 0,'7'4'0'0,"0"0"0"0,-1 1 0 0,-1 1 0 0,0 0 0 0,1-1 555 0,0 5-265 0,2-3-129 0,1 3-64 15,3 1 133-15,-1-2-99 0,-1 2-40 0,2 1 6 16,-1-1-32-16,0-1 0 0,1-2-32 0,-3 0-377 15,-2-2 197-15,3-1 86 0,-2 1-605 0,-1-3 332 16,0-3 166-16</inkml:trace>
  <inkml:trace contextRef="#ctx0" brushRef="#br0" timeOffset="-94116.92">21147 14280 738 0,'2'-7'0'0,"0"4"0"0,-2 2 0 0,0 0 0 0,0 1 0 0,0 0 143 0,0 5-55 15,0 12-19-15,-7 7 412 0,-5 4-224 0,-3 9-112 16,-2 3 261-16,1 4-187 0,-5 0-85 0,1 2-54 16,0 1-4-16,-1-1-21 0,2 1 0 0,-1-3-22 15,3-8-244-15,-4 10 119 0,8-17 62 0,1 2-203 16,3-13 134-16,6-2 65 0,-1-7 42 0,4-3-674 16,0-6 278-16</inkml:trace>
  <inkml:trace contextRef="#ctx0" brushRef="#br0" timeOffset="-93918.46">21196 14353 1188 0,'19'-13'0'16,"-1"2"0"-16,7 3 0 0,1 1 0 0,-5 3 0 0,2 2 0 0,0 2 0 0,-7 0 0 0,4 13 341 0,-1 10-158 0,-8 1-75 0,-3 5 118 0,-4 6-96 15,-4 9-49-15,0-9-15 0,-9 12 3 16,-10-5 0-16,0-6-36 0,0-6-61 0,-3 1 38 15,-1-7-7-15,0-3 30 0,-1-8-315 0,-2-3 157 16,1-7 79-16,-3-3 48 0,0 0-676 0,-1-2 325 16</inkml:trace>
  <inkml:trace contextRef="#ctx0" brushRef="#br0" timeOffset="-93350.23">20394 13140 468 0,'-8'-7'0'0,"3"1"0"0,-5 4 0 0,3 2 0 0,-2 0 0 0,-4 0 0 0,-1 3 142 0,3 10-58 15,-4 8-26-15,4 2 127 0,-1 6-76 0,3 4-38 16,1 3 8-16,3 7 101 0,1-4-73 0,4-4-38 16,0 2 75-16,0-2-56 0,4-3-19 0,7 0-8 15,0-5-33-15,3-3 5 0,0-3-1 0,2-6 1 16,-2-1-110-16,2-1 51 16,-2-5 29-16,2-1-294 0,-4-4 160 0,2-3 47 15,-3 0-412-15,0-3 210 0</inkml:trace>
  <inkml:trace contextRef="#ctx0" brushRef="#br0" timeOffset="-93122.8">20411 13285 456 0,'0'5'0'0,"0"1"0"0,2 1 0 0,7-3 0 0,2 0 0 0,3-3 148 0,2 3-57 0,1 0-30 0,4 2 224 0,-4 1-117 15,2 1-73-15,-1 2-30 0,-2 0 74 16,-4 2-53-16,-2 1-26 0,-2 2 6 0,-7 2-63 15,-1 3 29-15,0 3 1 0,-11 0-43 0,-8 1 21 16,-2-2 8-16,-5 1 14 0,0-2-96 0,0-4 48 16,-2-2 24-16,1-5 0 0,4-3-96 0,-1-4 50 15,2-3-3-15,5 0-214 0,2 0 103 0,5-3 64 16,6-11-277-16,4-2 166 0,0-9 82 0</inkml:trace>
  <inkml:trace contextRef="#ctx0" brushRef="#br0" timeOffset="-92941.18">20673 13134 770 0,'2'0'0'0,"-2"0"0"0,0 14 0 0,-11 6 0 0,-8 1 0 0,-1 5 0 0,-4 10 0 0,3-1 387 0,8-3-178 0,1 4-88 0,3-1 134 16,7-2-115-16,2-2-54 0,0 0-26 0,7-5 176 16,11-2-102-16,-4-3-43 15,11 1-112-15,-2-4 27 0,1-4 0 0,3-2 27 16,-4-3-342-16,-2-5 178 0,4-1 79 0,-2-3 42 15,-3 0-551-15,-1 0 278 0,-3-3 61 0</inkml:trace>
  <inkml:trace contextRef="#ctx0" brushRef="#br0" timeOffset="-92767.64">20732 13343 1282 0,'0'8'0'0,"0"-4"0"0,3 5 0 0,3-5 0 0,4-3 0 0,3 1 0 0,4-2 0 0,1 0 0 16,9 0 0-16,-3 0 252 0,-3 0-101 0,8 0-63 0,-9 0-28 0,4 0-161 0,-3 0 67 16,-1 0 34-16,-8 0-379 0,1 0 201 15,-3 0 103-15,-3 0 52 0,-1 0-237 0</inkml:trace>
  <inkml:trace contextRef="#ctx0" brushRef="#br0" timeOffset="-92585.13">20918 13151 447 0,'-9'0'0'0,"1"0"0"0,2 0 0 0,2 3 0 0,-1 4 0 0,1 1 0 0,2 8 404 0,2-1-189 0,0 6-91 0,0 5-46 15,0 2 231-15,0 2-139 0,0 2-60 0,0 0-12 16,0 4-32-16,0-3-1 0,-1 4-32 0,-1-2-278 16,0-1 147-16,0-4 61 15,2-2-157-15,0-7 113 0,0-3 57 0,0-7 28 16,0-1-508-16,7-10 198 0</inkml:trace>
  <inkml:trace contextRef="#ctx0" brushRef="#br0" timeOffset="-92079.97">21144 13243 983 0,'2'-2'0'0,"-1"1"0"0,-1 1 0 0,0 0 0 0,0 0 0 0,0 3 0 0,-6 8 0 0,-5 7 0 0,0 0 202 16,-4 1-77-16,-2 6-50 0,0 2-2 0,1 0 0 15,-2-1-40-15,-1 0-1 0,4-5-2 0,-2 3 3 16,4-7 0-16,4-1 0 0,1-8 23 0,3 2-23 16,3-5 8-16,0 1 13 0,2-3-21 0,0 0-1 15,2-1-1-15,8-2 2 0,4 0 8 0,6 0-8 16,-2 0-39-16,3 0 0 0,2 0 39 16,-2 0-1-16,2 0-49 0,0 0 17 15,-3 0 0-15,-3 0 17 0,1 0-149 0,-7 0 62 16,-1 0 43-16,-1 0-101 0,-4 0 62 0,-3 0 17 15,0-2 20-15,-2-7 46 0,0-1-35 0,-4 1-21 16,-8-4 75-16,0 1-28 0,-4-8 0 0,1 2-27 16,-2-4 21-16,3 0-9 0,-2 0-4 0,5-1 16 15,4 4-34-15,0-1 33 0,2 2-9 0,5 2 36 16,0 1 1-16,0 2-32 0,3 1-2 16,10 3 97-16,4-1-47 0,3 4-23 15,6 1 64-15,-5 4-36 0,6 1-21 0,-7 0 19 16,8 3-72-16,-5 10 48 0,-2 2-7 0,-3 5 18 15,-1 1-43-15,-6 0 18 0,0 2 11 0,1 1-42 16,-8-4 1-16,-1 3 27 0,-1 2 7 0,-2-5 48 16,0 5-26-16,-13-5-11 0,-2-1 33 0,-2-2-22 15,-3-2 1-15,-1-3-13 0,-6-2-85 0,2 0 41 16,0-6 0-16,4-2 47 0,-2-2-158 0,7 0 73 16,2 0 28-16,7-4-378 15,3-9 194-15,4-2 71 0,0-8 58 0,11-1-330 16,10 2 194-16,7-11 92 0</inkml:trace>
  <inkml:trace contextRef="#ctx0" brushRef="#br0" timeOffset="-91916.4">21465 13182 1072 0,'5'-8'0'0,"0"6"0"0,-1-1 0 0,-1 2 0 0,-1 1 0 0,-2 0 0 16,-2 0 0-16,-8 4 211 0,-1 11-90 0,-3 1-35 0,0 10 300 0,3-3-176 15,-1 4-89-15,5 3-44 0,3-2 155 0,4-4-91 16,0 8-58-16,0-5-50 0,7-4 0 0,9-1-1 15,0-2-231-15,1-5 124 0,5 0 49 0,-3-4 30 16,4-1-514-16,-3-2 271 0,3-5 69 0,-2 0 91 16,-1-3-576-16</inkml:trace>
  <inkml:trace contextRef="#ctx0" brushRef="#br0" timeOffset="-91727.03">21711 13433 720 0,'-4'0'0'0,"2"0"0"0,0 0 0 0,0 0 0 0,2 0 0 0,-1 0 0 0,1 2 300 0,0 7-138 0,0 2-64 0,0 5 256 16,-5 3-160-16,1 3-81 0,-1-1 59 0,-4 7-74 16,2-4-33-16,-3 0 0 0,0-4-72 0,1 1-1 15,-3-1 49-15,3-4-8 16,-2-1-269-16,1-1 135 0,1-5 66 0,4-1-420 16,-1-5 213-16,3-3 127 0,1 0-10 0,2 0-367 15</inkml:trace>
  <inkml:trace contextRef="#ctx0" brushRef="#br0" timeOffset="-91480.82">21822 13286 649 0,'-5'0'0'0,"2"-1"0"0,-1-1 0 0,-2-1 0 0,1 2 0 0,1 1 505 0,1 0-236 0,1-1-118 16,2 1 111-16,0 0-114 0,0 0-49 0,4 0-38 16,6 5 43-16,5 2-36 0,1 1 0 0,1-1-35 15,-1 0-112-15,0 3 52 16,-2 0 30-16,2-3-310 0,-5 2 169 0,0-2 86 0,-3 2-425 0,-1-4 201 16,-1 1 130-16,-3-1 22 15,1-3-127-15</inkml:trace>
  <inkml:trace contextRef="#ctx0" brushRef="#br0" timeOffset="-91268.39">22112 13084 869 0,'2'-5'0'0,"-2"4"0"0,0 1 0 0,0 0 0 0,0 0 0 0,0 7 0 0,0 8 0 0,-5 6 380 0,-4 4-174 0,-1 5-78 15,-3 8 90-15,-1-1 19 16,2 4-103-16,-1 0-50 0,-1 1 27 0,1-5-31 15,-4 9-8-15,2-4-39 0,0-2-35 0,4-6 0 16,2-2 35-16,-1-8-66 0,3 0-122 0,-1-5 94 16,3-3 46-16,-2-7 25 0,4-2-411 0,1-5 146 15,0-2-335-15,2 0 279 0</inkml:trace>
  <inkml:trace contextRef="#ctx0" brushRef="#br0" timeOffset="-91073.79">22206 13012 1375 0,'8'-11'0'0,"4"6"0"0,2 5 0 0,3 0 0 0,-2 0 0 0,2 7 0 0,-2 7 0 0,4 9 237 0,-3 3-102 0,2 8-51 0,-2 4 324 16,-2 2-188-16,-7-4-85 0,-1 10 161 0,-5-5-132 16,-1 1-65-16,0-1-33 15,-5-2-30-15,-6-5 5 0,-10 6-8 0,3-11 0 16,-5 4-454-16,-3-5 227 0,-3-1 114 0,-3-4 64 15,-5 2-367-15</inkml:trace>
  <inkml:trace contextRef="#ctx0" brushRef="#br0" timeOffset="-89715.31">22495 14089 836 0,'0'0'0'0,"-3"0"0"0,-1 0 0 0,4 0 0 0,-2-2 0 0,2 2 0 0,0 0 0 0,0 0 264 0,2 0-115 15,13 0-58-15,4 0-21 0,5 0 210 0,3 0-124 16,1 0-61-16,2 0 26 0,0 0-44 0,-5 2-14 16,7 0-9-16,-7 5-16 0,-4-2-5 0,0 1 0 15,-3 0-77-15,-4-1 47 16,-1 0-8-16,-5 0 38 0,-3-2-227 0,-1 0 113 16,-2-2 59-16,0-1 30 0,-2 0-447 0,0 0 212 15,0 0 62-15,0 0-235 0,0 0 185 0,0-1 82 16</inkml:trace>
  <inkml:trace contextRef="#ctx0" brushRef="#br0" timeOffset="-89314.26">23324 13715 747 0,'13'-29'0'0,"-5"5"0"0,-1-3 0 0,-2 1 0 0,0-6 0 0,-1 2 0 0,-3-2 167 0,1 4-68 0,0 2-33 0,-2 5 71 15,0 1-52-15,0 1-18 0,0 6-9 0,0 4 40 16,-4 1-32-16,-4 2-1 0,-1 5 16 0,2-2-15 16,-2 3-9-16,-3 0-24 0,1 8 115 0,0 5-58 15,-1 2-28-15,3 4 8 16,-2 3 108-16,3 2-72 0,1 1-37 0,1 0 0 16,1 4 106-16,1 0-63 0,-1 1-44 0,4 4 102 15,1-3-69-15,-2 5-34 0,2 0 0 0,0 4 13 16,0 3-8-16,0 0-39 0,0 2 81 0,2 0-40 15,-1 0-1-15,1-2-32 0,1 12 123 0,-1-6-164 16,0 0 0-16,-1 0 0 0,1-5 0 0,0-5 0 16,-2 11 0-16,0-14 0 0,0 0 0 15,0 0 0-15,0-2 0 0,0-4 0 0,-7-1 0 16,-1-5 0-16,-3-1 0 0,0-5 0 16,-5-1 0-16,2-3 0 0,-4-1-480 0,-1-6 288 15,-1-2 83-15,1-1-325 0,-1-4 192 0,3 0 109 16,1 0 50-16,3-4-415 0,4-4 232 0,4-5 117 15,5 5-151-15,0-7 138 0,2 0 65 0</inkml:trace>
  <inkml:trace contextRef="#ctx0" brushRef="#br0" timeOffset="-89064.39">23679 14269 1591 0,'-7'-12'0'0,"0"7"0"16,2 1 0-16,-2 4 0 0,-1 0 0 0,-2 0 0 0,3 0 0 0,-2 7 227 0,2 7-97 0,-3 8-48 0,2 3 98 0,1 4-74 15,2 3-28-15,1 3-8 0,2 0 158 0,2-1-97 16,0-2-50-16,0 0 12 16,0-8-22-16,9 7-8 0,4-7-31 0,-1-4-137 15,1-3 69-15,2-1 35 16,-2-2-367-16,0-7 197 0,2 2 102 0,-4-8 12 0,-1-1-551 0,1 0 280 15,-2 0 139-15,1-4 83 0,-1-5-174 0</inkml:trace>
  <inkml:trace contextRef="#ctx0" brushRef="#br0" timeOffset="-88840.99">23746 14393 1244 0,'4'-10'0'0,"5"4"0"0,1 1 0 0,0-1 0 0,5 0 0 0,-2 5 0 0,1-1 0 0,4 2 0 0,1 0 396 0,-3 8-181 0,3 4-84 15,-1 5 70-15,-2 3-84 0,-5 0-42 0,-1 2-22 16,-5 5-46-16,-3-5 34 0,-2 7-8 0,0-1-1 16,-5-3-29-16,-9 2-1 0,0-2 30 0,-4-5-83 15,-5 4 37-15,2-3 24 0,-4-6 0 0,0 0-179 16,1-5 61-16,4-3 61 0,-3-1-266 16,4-5 145-16,4-1 49 0,6 0 43 15,1 0-247-15,8-10 137 0,0-9 81 0,5-2 36 16</inkml:trace>
  <inkml:trace contextRef="#ctx0" brushRef="#br0" timeOffset="-88432.09">24044 14305 1322 0,'1'0'0'0,"1"0"0"0,-2 13 0 0,0 0 0 0,-7 4 0 0,-5 3 0 0,1 6 162 0,-1 2-65 0,3 2-33 0,0 2 412 15,2 0-222-15,2 0-103 0,5-1 87 0,0-2-102 16,0-3-52-16,3-2-26 0,4-6-148 0,6 1 69 15,3-4 23-15,-2-6 0 0,5-3-281 0,-2-6 155 16,2 0 79-16,-2 0 47 0,1-14-216 0,-4 0 117 16,-3-7-62-16,0 0-168 0,-6 2 147 0,2-1 66 15,-4 4 72-15,-1-2 10 0,-2 7-1 0,0 2 0 16,0 0 232-16,0 8-124 16,-7 0-50-16,-1 1-29 0,-1 0 346 0,1 11-177 15,3 4-39-15,0 1 114 0,3 2-99 0,2-2-54 16,0 1-27-16,5 0-30 0,6-2 11 0,2-1-8 15,2-6-146-15,3-2 73 0,2-2 36 0,-1-4 1 16,-1 0-214-16,1-4 120 0,-3-9 25 0,0-2 45 16,-5-2-223-16,-3 0 115 0,-2 1 10 0,-5-2 117 15,-1 0 0-15,0 1-25 0,0 0 1 0,-12 0 60 16,0 3-39-16,-4 2 9 16,2 2 136-16,-4 4-82 0,0 3-17 0,-1 0-28 15,1 3 111-15,0 0-59 0,6 0 0 0,-2 5-24 16,9 0-172-16,-1 5 74 0,4-1 47 0,2 1-441 15,0-1 209-15,9 0 115 0,9-1 30 0,2-2-173 16</inkml:trace>
  <inkml:trace contextRef="#ctx0" brushRef="#br0" timeOffset="-88246.57">24446 14573 1209 0,'5'0'0'0,"2"0"0"0,0-2 0 0,0 0 0 0,-2 2 0 0,-1 0 0 0,0 0 0 0,-3 0 0 0,1 0 0 0,0 10 333 0,-2 1-151 16,0 3-66-16,0 0-46 0,-2 2 125 0,-9 5-81 16,1-3-41-16,-2 0-89 0,-1 1 32 0,-3-2-8 15,4-4 24-15,-2 1-103 0,7-10 52 0,-1 3 25 16,5-6-450-16,1-1 185 16,2 0 136-16</inkml:trace>
  <inkml:trace contextRef="#ctx0" brushRef="#br0" timeOffset="-88087.96">24618 14366 1306 0,'0'0'0'0,"0"4"0"0,0-1 0 0,0 0 0 0,0 0 0 0,0 1 0 0,1 0 0 0,6 2 487 0,4 1-231 0,-2 1-111 16,5 2-81-16,-3-3 0 0,-1 2-31 0,2 0 8 15,-2 0-219-15,3-1 106 0,0 0 52 0,-2 0 27 16,3-1-677-16</inkml:trace>
  <inkml:trace contextRef="#ctx0" brushRef="#br0" timeOffset="-87883.44">24908 14240 1539 0,'5'-4'0'0,"0"1"0"0,-1 0 0 0,0 3 0 0,-3 0 0 0,-1 3 0 0,0 10 0 0,0 4 0 0,-3 7 225 16,-12 5-97-16,-2 5-39 0,-8 7 189 0,2 2-123 15,-12 10-61-15,4-4-31 0,-7 1 31 0,6-5-22 16,-8 11-9-16,9-14-129 0,-5 1 49 0,4-3 25 16,10-13 0-16,4-2-348 0,3-3 182 0,7-12 95 15,2-1-549-15,6-5 257 16,0-4 166-16</inkml:trace>
  <inkml:trace contextRef="#ctx0" brushRef="#br0" timeOffset="-87630.38">24900 14626 1528 0,'2'5'0'0,"0"10"0"0,0 2 0 0,-2 1 0 0,0 2 0 0,0-2 0 0,0 3 0 0,0-1 0 0,3-1 0 0,8-1 192 0,1-5-79 16,3-3-43-16,1-2 1 0,1-4-30 0,3-4-8 15,-2 0-168-15,-3 0 84 0,0-12 42 0,-1-2 21 16,-5-6-131-16,-4 2 71 0,-1 0 39 0,-4-1 1 15,0 2-57-15,0 0 36 0,-13 1-54 0,0 1 114 16,-4 4-43-16,-2 2-6 0,1 3-28 0,-2 2 212 16,-1 2-78-16,3 2-46 0,4 0-10 0,5 0-1 15,4 0 12-15,1 0-26 0,4 5-386 16,0 0 185-16,2-1 87 0</inkml:trace>
  <inkml:trace contextRef="#ctx0" brushRef="#br0" timeOffset="-87431.06">25251 14326 1450 0,'4'0'0'0,"3"0"0"0,9 0 0 0,3 0 0 0,3 3 0 0,4 4 0 0,-5 5 0 0,4 5 0 0,-2 1 339 0,-4 7-153 16,-2 1-77-16,-4 3-38 0,-3 2 133 0,-5 3-90 15,-3 2-41-15,-2 1-63 0,-7 4 22 0,-10-1 1 16,-6-6 8-16,-7 5-96 0,-3-5 44 0,-4-3 22 15,1 0-290-15,-1-5 156 0,2-7 86 0,-8 1 31 16,9-10-713-16</inkml:trace>
  <inkml:trace contextRef="#ctx0" brushRef="#br0" timeOffset="-86979.76">23819 13121 745 0,'0'-17'0'0,"0"6"0"0,0 2 0 0,0 3 0 0,-3 3 0 0,-3 3 0 0,-3 0 0 0,0 3 140 0,-4 19-45 0,3 8-35 0,-2 12-1 16,1 1 217-16,2 4-122 0,4 2-60 0,3-9-23 16,2 2 174-16,0-2-106 15,2-4-53-15,10-5 13 0,6-2-34 0,-1-5 9 16,5-3-247-16,3-6 103 0,-2-4 51 0,4-5 26 16,-1-4-413-16,-3-2 215 0,5 0 106 0,-1-12 2 15,-4-2-270-15</inkml:trace>
  <inkml:trace contextRef="#ctx0" brushRef="#br0" timeOffset="-86748.38">23994 13251 836 0,'0'0'0'0,"4"1"0"0,10-1 0 0,0 0 0 0,5 0 0 0,1 0 0 0,5 2 217 0,5 2-96 0,-3 3-44 0,-1 3 197 15,0 0-120-15,-7 1-61 0,0 4 36 0,-5 0-53 16,-4 2-21-16,-4 1 0 0,-6 3-44 0,0 4 0 15,-11-3 30-15,-10 2-8 0,-5-1-41 0,-5 1 41 16,-2-6-1-16,-1-2-113 0,0-3 65 0,1-1 21 16,-1-6-293-16,2-3 149 0,4-3 73 0,7 0 4 15,2 0-325-15,6-5 181 16,6-8 86-16,7-4 44 0,0-6-229 0,11 0 136 16</inkml:trace>
  <inkml:trace contextRef="#ctx0" brushRef="#br0" timeOffset="-86579.83">24308 13151 861 0,'8'-1'0'0,"-2"1"0"0,-5 0 0 0,-1 1 0 0,0 13 0 0,-7 0 0 0,-8 5 197 0,0 4-82 0,-2 6-42 0,2-1 366 15,1 1-195-15,4 1-110 16,1-2 106-16,7-2-104 0,2 1-52 0,0-2-25 16,5-6-104-16,11 4 35 0,5-4 22 0,1-4-1 15,5-1-332-15,1-6 176 0,2-2 98 0,0-2 35 16,-2-4-587-16,2 0 293 0,-3 0 89 0</inkml:trace>
  <inkml:trace contextRef="#ctx0" brushRef="#br0" timeOffset="-86389.82">24592 13453 804 0,'2'-5'0'0,"2"3"0"0,-1 0 0 0,-1 1 0 0,2 1 0 0,-2 0 0 0,-1 1 378 0,1 10-172 16,-2 3-87-16,0 4-43 0,-3 5 265 0,-8-3-146 15,-3 9-85-15,1-5-17 0,-2 2-30 0,2-3 0 16,-3-1-30-16,6-5-61 0,-1 1 27 0,-1-7 0 16,6-4 33-16,1-1-377 15,1-4 189-15,2-2 103 0,2 0-594 0,0-8 317 16</inkml:trace>
  <inkml:trace contextRef="#ctx0" brushRef="#br0" timeOffset="-86220.28">24674 13296 858 0,'2'0'0'0,"0"0"0"0,0 2 0 0,1 1 0 0,4 3 0 0,0-1 0 0,6 3 649 0,2 2-308 0,2 1-154 15,2 0 305-15,4 2-234 0,-3 1-113 16,-2-2-24-16,2 2-44 0,-2-1-23 0,-1-2 9 16,-2 0-383-16,1-3 176 0,-4-1 89 0,0-1 44 15,-3-2-625-15,0 0 342 0,3-2 159 0</inkml:trace>
  <inkml:trace contextRef="#ctx0" brushRef="#br0" timeOffset="-86040.76">25074 13241 1780 0,'4'0'0'0,"-1"0"0"0,2 0 0 0,-3 0 0 0,-2 4 0 0,0 5 0 0,-5 6 0 0,-7 5 0 0,-3 3 297 15,-4 4-132-15,-2 2-58 0,-1 3 109 0,-6 3-91 16,3-2-47-16,1-1-22 0,-1-2 40 0,-3 8-35 15,4-6-1-15,3-3-366 0,2 0 169 0,3-2 85 16,4-7 50-16,4-1-619 16,3-3 327-16,5-5 75 0</inkml:trace>
  <inkml:trace contextRef="#ctx0" brushRef="#br0" timeOffset="-85851.47">25230 13182 1890 0,'19'-3'0'0,"6"2"0"0,7 1 0 0,0 11 0 0,0 8 0 0,-2 5 0 0,-6 6 0 0,3 11 0 0,-5 4 287 0,-3 4-127 0,-10 4-56 0,-6 1 259 15,-3 5-166-15,-1 4-81 16,-15-14-47-16,-4 6-36 0,-9-6 8 0,-4-1-9 16,-2-6-468-16,-3-3 234 0,0-7 118 0,1-2 58 15,2-5-350-15</inkml:trace>
  <inkml:trace contextRef="#ctx0" brushRef="#br0" timeOffset="-85020.49">17475 13593 679 0,'-15'-16'0'0,"4"7"0"0,3 4 0 0,4-1 0 0,-1 2 0 0,1-2 110 0,2 5-39 0,1-4 1 15,-1 4 135-15,2-1-88 0,0 2-34 0,0 0-31 16,0 0 105-16,12 0-64 0,8 13-31 0,6 8 72 16,0 5-43-16,10 13-34 15,5 10-1-15,-4 5 74 0,5 7-50 0,8 14-25 16,-4-5 35-16,12 20-34 0,-4-1 1 0,3 6-27 16,-3-1 61-16,-1 2-30 0,1-3 7 0,1-1-37 15,-6 0-11-15,-1-2 11 0,-4-5 0 0,-7-17-1 16,-3-9-74-16,5 10 33 0,-11-26 21 0,-1 0-102 15,-4-11 59-15,-5-4 30 0,-3-9-39 0,-2-6 9 16,-5-6 20-16,-2-3-15 16,-3-2-99-16,-1-2 60 0,0 0 11 0,-2 0 6 15,0-6-283-15,0-4 148 0,0 0 76 0</inkml:trace>
  <inkml:trace contextRef="#ctx0" brushRef="#br0" timeOffset="-84286.81">23502 13519 830 0,'-9'-4'0'0,"2"1"0"0,2 1 0 0,3 2 0 0,2 0 0 0,0 0 0 0,0 0 0 0,0 0 225 0,0 2-96 16,0 9-40-16,7 2 65 0,6 1-60 0,4 6-31 15,3 5 0-15,8 6 118 0,2 7-66 0,9 9-45 16,0 6 109-16,0 3-73 0,2 8-36 0,5-1-1 16,-2 5 65-16,4 0-55 0,-5 0-23 0,6-3 0 15,-3-4-69-15,0 1 23 0,-7-12 8 0,10 6-100 16,-8-7 57-16,-9-7 29 0,2 1 0 0,-4-6-64 15,-7-5 49-15,-3-4 17 0,-5-7-258 16,0-4 126-16,-3-4 32 0,-2-6 42 0,0-1-297 0,-2-2 162 16,3-4 78-16</inkml:trace>
  <inkml:trace contextRef="#ctx0" brushRef="#br0" timeOffset="-82962.69">26076 13747 458 0,'0'-4'0'0,"-2"-7"0"0,0 5 0 0,-1 2 0 0,3 1 0 0,-2 2 0 0,2-1 86 0,0 1-18 0,0-3-8 0,0 2 1 16,2-2 0-16,9 0-28 0,1 1 47 0,4-3-15 15,-2 3-9-15,4-1-23 0,-2-1 26 0,0 4-26 16,0-1 0-16,-1 0 8 0,0 0-43 0,2 0 0 16,-2 1 35-16,-1-1-129 0,-2 2 64 0,-1 0 29 15,2 0-142-15,-5 0-94 0,2 7 120 0,-8 7 60 16</inkml:trace>
  <inkml:trace contextRef="#ctx0" brushRef="#br0" timeOffset="-82802.11">26111 14047 989 0,'0'-4'0'0,"0"2"0"0,0 1 0 0,2 1 0 0,4 0 0 0,1 0 0 0,3 0 0 0,0-2 0 0,3 0 228 16,5 0-97-16,0 0-41 0,1 0-33 0,2 1-114 15,1-2 45-15,-1 3 22 0,1 0-167 16,2 0 103-16,-4 6 40 0</inkml:trace>
  <inkml:trace contextRef="#ctx0" brushRef="#br0" timeOffset="-82428.11">27067 13377 355 0,'0'-38'0'0,"0"4"0"0,0 8 0 0,0 1 0 0,-1 6 122 0,-8 5-45 16,-3 1-14-16,1 5 115 0,-5 6-73 0,0 2-36 16,-3 0 0-16,1 10 110 0,2 5-65 0,-4 5-45 15,7-1 0-15,0 4 111 0,4 1-74 0,1 0-36 16,3-2 127-16,0 9-87 0,1-3-38 0,-1 6-1 15,5 2 42-15,-1 6-40 0,1-3 8 0,0 10-48 16,0 1 102-16,0-1-51 16,0 3-26-16,0 5 18 0,0-2-13 0,0 4-9 15,1 6-21-15,-1-2-51 0,0 1 26 0,0-2-1 16,0-8-84-16,-6 3 50 0,-4-5 31 0,1-4-1 16,-3-2-110-16,1-10 48 0,-4-3 41 15,0-3-12-15,-2-5-69 0,1-6 27 0,-2-4 32 0,-1-4-227 16,3-3 111-16,-4-3 57 0,6-3 34 0,-1-2-259 15,6 0 146-15,1 0 72 0,6 0-303 16,2-10 193-16,2 0 91 0</inkml:trace>
  <inkml:trace contextRef="#ctx0" brushRef="#br0" timeOffset="-82186.73">27224 14115 1451 0,'0'-17'0'0,"0"14"0"0,0-5 0 0,-4 4 0 0,-8 1 0 0,1 3 0 0,-2 0 0 0,-1 15 0 0,0 8 0 0,-2 4 149 15,5 2-58-15,0 5-29 0,1 2 153 0,5-3-83 16,3 1-54-16,2-1 41 0,0-4-43 0,0-1-22 16,0-3 0-16,7-4-30 0,3 0 9 0,1-5-1 15,0 1 1-15,3-5-168 0,-3-1 85 0,-2-3 49 16,5-3-374-16,-3-3 197 0,1-2 58 0,-2 0 62 15,1 0-450-15,0 0 229 0,-1-5 128 0</inkml:trace>
  <inkml:trace contextRef="#ctx0" brushRef="#br0" timeOffset="-81959.83">27289 14265 1044 0,'3'-10'0'0,"4"1"0"0,4 2 0 0,-2-3 0 0,5 1 0 0,-2 4 0 0,3-2 0 0,2 4 119 0,1 3-43 0,-4 0-22 0,1 0 224 15,0 6-123-15,-4 4-53 0,-1 5 17 0,-3 4-43 16,-4 1-22-16,0 0 1 16,-3 3-23-16,0-1 9 0,-11 3-8 0,-4-3-26 15,0-1 0-15,-4-3 26 0,2-1 0 0,-1-5-120 16,0 1 56-16,0-4 32 0,-1-2 3 0,2-1-148 16,2-2 56-16,5-2 52 0,2-1-399 0,2-1 205 15,6 0 77-15,0-1 61 0,6-8-233 0,7-5 137 16</inkml:trace>
  <inkml:trace contextRef="#ctx0" brushRef="#br0" timeOffset="-81780.3">27618 14120 1300 0,'2'-7'0'0,"-2"5"0"0,0 0 0 0,-4 2 0 0,-6 2 0 0,-2 11 0 0,-1 4 0 0,1 6 0 0,1-1 201 0,2 5-85 15,-1 0-41-15,3 1 97 0,6-5-61 0,1 2-43 16,0-1 59-16,0-4-47 0,4-1-24 0,5 0 1 15,5-3-136-15,-2-4 52 16,2-2 29-16,1-1 1 0,-3-2-279 0,4-1 154 16,-6-1 85-16,4-4-567 0,-1-1 289 0,-4 0 123 15</inkml:trace>
  <inkml:trace contextRef="#ctx0" brushRef="#br0" timeOffset="-81608.97">27837 14344 981 0,'6'0'0'0,"-2"0"0"0,1 0 0 0,0 0 0 0,-4 1 0 0,0 5 0 0,-1 3 0 0,0 3 0 0,-2 3 0 0,-10 4 322 0,-3 3-149 0,0 0-70 0,-3 4 84 15,-1-5-77-15,6 2-39 0,-1-6 9 0,1 2-173 16,3-4 63-16,1-2 32 0,3-4-1 0,3 2-375 16,-2-4 212-16,5-2 93 0</inkml:trace>
  <inkml:trace contextRef="#ctx0" brushRef="#br0" timeOffset="-81443.9">27929 14273 1141 0,'2'-3'0'0,"2"3"0"0,5 0 0 0,1 0 0 0,0 0 0 0,-2 3 0 0,1 1 0 0,2 5 349 0,-2 0-157 0,3 0-80 15,0 1-76-15,-3-1 5 0,3 2-8 0,-2 0-1 16,0-1-406-16,0-2 203 0,-1-1 102 0,-1-1 59 15,-2-1-320-15</inkml:trace>
  <inkml:trace contextRef="#ctx0" brushRef="#br0" timeOffset="-81253.41">28223 14143 1148 0,'4'-6'0'15,"-4"2"0"-15,0 4 0 0,0 0 0 0,0 8 0 0,0 10 0 0,-5 5 0 0,-7 6 0 0,-1 8 0 0,-1-5 383 0,-8 11-179 0,7-6-86 16,-5 1 72-16,2 2-79 0,1-2-39 0,-1-5 8 16,4 1-181-16,-2 2 67 0,0-4 34 0,5-3-1 15,-1-3-129-15,2-6 89 0,4-2 33 0,2-6-434 16,1-1 172-16,3-6 135 0</inkml:trace>
  <inkml:trace contextRef="#ctx0" brushRef="#br0" timeOffset="-81054.94">28279 14224 1302 0,'15'-17'0'0,"3"5"0"0,2 8 0 0,2 3 0 0,-4-2 0 0,3 3 0 0,-1 8 0 0,-4 8 0 0,3 9 354 0,-6 2-161 16,1 1-80-16,-6 4 113 0,-2 2-88 0,-2 2-57 16,-4-1-24-16,0 1 12 0,0 0 1 0,-8-4-37 15,-2 0 8-15,-9-4-65 0,2-2 29 0,-2-4 0 16,-4-3-281-16,-2-2 154 0,-2-2 86 0,3-4 30 15,-5 1-578-15,1-7 283 16,0-1 97-16</inkml:trace>
  <inkml:trace contextRef="#ctx0" brushRef="#br0" timeOffset="-80568.19">27324 12969 785 0,'2'-15'0'0,"-2"3"0"0,0 4 0 0,0 4 0 0,0-2 0 0,-2 4 0 0,-6 0 0 0,-2 2 0 0,-2 4 0 0,-2 14 162 0,-2 9-64 16,0 8-33-16,2 6 159 0,3-2-96 0,4-5-39 15,2 3 40-15,5-2-48 0,0-1-24 0,0-4 0 16,5-4 35-16,6-3-21 0,8 1-9 0,-1-3-29 16,1-4-88-16,2-2 44 0,-2-4 22 0,1 0-237 15,2-1 125-15,-4-4 67 0,1-2 33 0,-3-4-437 16,1 0 212-16,-2 0 53 0,-3 0-195 0,-5 0 168 15</inkml:trace>
  <inkml:trace contextRef="#ctx0" brushRef="#br0" timeOffset="-80339.13">27397 13168 647 0,'3'-9'0'0,"-1"4"0"0,7-3 0 0,1 0 0 0,4 0 0 0,3 1 0 0,1 3 0 0,1 3 265 0,2 1-116 16,0 0-58-16,-2 0 150 0,0 12-108 0,-4 2-50 15,-2 3-26-15,-4 4 6 0,-4-1 1 0,-2 1-24 16,-3 6-59-16,0-5 25 16,-7 2 1-16,-7 0 25 0,-5-1-63 0,-1-2 40 15,-2-1-8-15,0-4 31 0,4-6-60 0,-5 2 19 16,2-7 0-16,5-2-204 0,0-3 108 0,5 0 31 16,2 0 34-16,1 0-226 0,6-10 119 0,2-5 37 15,2-8-165-15,12-1 122 16,5-4 59-16</inkml:trace>
  <inkml:trace contextRef="#ctx0" brushRef="#br0" timeOffset="-80171.42">27669 13057 911 0,'4'-3'0'0,"-4"3"0"0,0 0 0 0,0 1 0 0,0 10 0 0,-12 7 0 0,-1 2 0 0,2 1 371 0,-2 8-173 0,3-5-83 0,0 1-41 16,3 4 209-16,3-3-125 0,4-5-55 0,0 3-11 15,0-3-30-15,1-4 0 0,16 0-30 0,1-2-102 16,1-4 60-16,6-2 17 0,0-2-284 0,0-5 155 15,0 1 77-15,1-3 39 0,-5 0-523 16,1 0 260-16,-3 0 71 0,-3 0 83 16</inkml:trace>
  <inkml:trace contextRef="#ctx0" brushRef="#br0" timeOffset="-79993.33">27837 13190 769 0,'-5'0'0'0,"3"0"0"0,2 0 0 0,0 0 0 0,0 0 0 0,7 0 0 0,9-1 0 0,4-3 382 16,3-2-167-16,5 3-95 0,-1-1 227 0,-2 0-156 16,1 2-80-16,-5 1-39 0,2 1-101 0,-3 0 26 15,-1 0 1-15,-5 0 34 0,-1 1-398 0,-7 5 199 16,2 0 108-16,-3 3-463 0,-1 2 223 0,-4-1 148 16</inkml:trace>
  <inkml:trace contextRef="#ctx0" brushRef="#br0" timeOffset="-79817.49">27988 13033 944 0,'-4'-8'0'0,"1"7"0"0,3-1 0 0,-4 0 0 0,3 2 0 0,-3 0 0 0,1 10 0 0,1 10 389 0,-1 5-182 0,2 0-87 0,-1 5-44 16,0 5 117-16,1-4-73 0,-1 5-47 0,-3-3-194 15,5 0 77-15,-6 1 38 0,6-5 0 0,0-2-111 16,0 3 70-16,0-10 40 0,0 3-429 15,0-4 229-15,0-4 46 0</inkml:trace>
  <inkml:trace contextRef="#ctx0" brushRef="#br0" timeOffset="-79322.3">28305 13082 1264 0,'4'-5'0'0,"-3"3"0"0,1 2 0 0,-2 0 0 0,0 0 0 0,-3 10 0 0,-9 8 0 0,-3 0 0 0,2 1 220 16,-9 7-98-16,2-2-45 0,0 1 2 0,1 0-23 16,1-3-1-16,4-4-14 0,0 2-33 0,2-6 24 15,0-2 1-15,7-4 0 0,2 1 2 0,1-1 5 16,2-4-7-16,0 2 10 0,0 1-10 0,9-4 0 16,9 1-1-16,0-2 41 0,7 1-8 0,1-1-32 15,0 0-1-15,1 0-16 0,-2 0 16 0,-2-1 9 16,0-1-125-16,0 0 57 0,-3 0 29 15,-3 0-8-15,-1 0-159 0,-4-3 78 16,1-4 47-16,-8 1 3 0,0-3-86 0,-1-3 39 16,-4 1 35-16,0-3-31 0,-9 1 31 0,-4-1-5 15,-4-3-11-15,3-2 15 0,-4 0 17 0,4 1-8 16,-7-6 14-16,5 4-5 0,4 3-1 0,0-1 1 16,4 0 67-16,3 6-36 0,3-3 7 0,2 5-28 15,0-1 203-15,2 6-88 0,11-1-56 16,4 1 124-16,4 4-77 0,6 1-22 15,2 0 51-15,3 0-35 0,1 12-19 0,2-2-1 16,0 7-2-16,-3 2-23 0,-3 4 0 0,-6 0 0 16,-1 3-57-16,-5 2 25 0,-2 0-1 0,-7 0-11 15,-3 0 41-15,-3-1-15 0,-2-3 18 0,-2 4 43 16,-8-12-24-16,-5 4-7 0,-1-5-32 0,-3-4 13 16,-5-2 8-16,5-4-7 0,-4 1-83 0,0-5 43 15,3-1-1-15,1 0 54 0,8 0-413 0,-1-1 175 16,7-14 99-16,5 2-470 0,0-4 268 0,8-5 135 15</inkml:trace>
  <inkml:trace contextRef="#ctx0" brushRef="#br0" timeOffset="-79142.78">28794 13011 1127 0,'0'-11'0'0,"0"4"0"0,0 2 0 0,-1 0 0 0,-11 4 0 0,-2 1 0 0,0 0 267 0,-2 11-109 0,0 10-67 16,5 2 216-16,3 2-138 0,4 6-68 0,4 1-34 15,0 4 42-15,0-2-43 16,1 0 1-16,9-3-176 0,5-1 71 0,0-4 35 16,-1-3 9-16,2 3-327 0,-2-3 177 0,-1-6 88 15,4-2-550-15,-5-2 292 0,1-3 109 0</inkml:trace>
  <inkml:trace contextRef="#ctx0" brushRef="#br0" timeOffset="-78984.2">28974 13322 729 0,'1'-11'0'0,"3"5"0"0,0 2 0 0,0 1 0 0,-3 1 0 0,1 2 0 0,0 0 274 0,-2 0-121 0,0 4-61 0,0 7-21 16,0 4-8-16,-4 0-30 0,-6 5 0 0,-1 1 208 15,-3 2-104-15,3-5-44 0,-5 7-34 0,6-5-101 16,-5-3 37-16,5 2 1 0,-1-4-289 0,6-4 171 16,-2-1 73-16,7-3 41 0,0-4-583 0</inkml:trace>
  <inkml:trace contextRef="#ctx0" brushRef="#br0" timeOffset="-78805.69">29013 13183 1327 0,'0'0'0'0,"0"2"0"0,0 2 0 0,10-3 0 0,7-1 0 0,2 0 0 0,-1 3 224 0,3-1-88 16,-1 1-56-16,1 2 102 0,-4 4-74 0,-1-2-38 15,-2 3-118-15,-4 1 48 0,0 0-7 0,-1-2 40 16,-4 0-412-16,-2 1 206 0,0-3 103 15,0 1 60-15,1-2-471 0,-1-3 246 16</inkml:trace>
  <inkml:trace contextRef="#ctx0" brushRef="#br0" timeOffset="-78641.13">29325 13140 1154 0,'1'-13'0'0,"1"7"0"0,0 0 0 0,-2 5 0 0,0-1 0 0,0 0 0 0,0 2 0 0,-2 4 0 0,-8 9 188 0,2 8-70 0,-6 5-46 0,0 2 142 16,-2 4-90-16,0 2-46 0,-1-1 162 0,-1 0-95 15,-2 4-60-15,-1 2-26 16,3-5-129-16,-4 2 52 0,2-1 25 0,5-6 9 16,-2-1-305-16,6-7 161 0,2-2 81 0,2-8-468 15,4-2 220-15,3-6 71 0,0-3 100 0</inkml:trace>
  <inkml:trace contextRef="#ctx0" brushRef="#br0" timeOffset="-78448.63">29363 13033 1086 0,'22'0'0'0,"3"5"0"0,-1 12 0 0,-3 0 0 0,1 6 0 0,-3 1 0 0,-4 7 0 0,0 4 0 0,-2 7 377 0,-8-4-173 16,-3 2-85-16,-2 2 117 0,0-7-93 0,-2 3-60 16,-11-1-25-16,-3-1-124 0,-1-4 50 0,-4-2 24 15,-1-3-115-15,-1-3 66 0,-3 0 36 0,-1 0 1 16,-2 1-434-16,0-3 177 15,-1-7 139-15</inkml:trace>
  <inkml:trace contextRef="#ctx0" brushRef="#br0" timeOffset="-66591.63">1616 9528 184 0,'-3'0'0'0,"-2"-3"0"0,2 0 0 0,-1 3 0 0,1-3 0 0,-3 2 0 0,2-2 0 0,-3 3 101 0,7-2-28 0,-5 1-8 16,3 1-34-16,2-2 23 0,-1 0-1 0,1 2-20 16,0-2-6-16,0 2 6 0,0-1 0 0,0-1-29 15,0-1 0-15,0 3 28 0,0-1 8 0,0 1 0 16,0 0-9-16,0 0 1 0,0-2-1 0,0 2 34 15,0 0 7-15,0 0-42 0,0 0 1 0,0 0 33 16,0 0 0-16,0 0-32 0,0-2 48 0,0 2-47 16,0 0 0-16,0-2 6 0,0 2-6 0,0 0 0 15,0 0 8-15,0 0 16 0,0 0-24 16,0 0-1-16,0 0 1 0,0 0 4 16,0 0 4-16,0 0-8 0,0 0 0 0,0 0-31 15,0 0 30-15,0 0 1 0,0 0-33 0,0 0 10 16,0 0 0-16,0 0-8 0,1 0 26 0,1 0-6 15,0 0 11-15,1 0-4 0,-3 0-5 0,3 0-7 16,0 0 6-16,-2 0 16 0,1 0-10 0,0 0-8 16,-2 0 1-16,1 0 2 0,1 0-1 0,-2 0 4 15,3 0-32-15,-3 0 30 16,2 0-1-16,-2 0-24 0,1 0 23 0,1 0-2 16,1 0 8-16,2 0-32 0,-3 0 1 0,1 0 15 15,1 0 6-15,-1 0-17 0,-1 0 14 0,0 0-4 16,2 0 4-16,-2 0 4 0,0 0-4 0,-1 0 32 15,1 0-32-15,0 0 0 0,-2 2 0 0,3-2-26 16,-3 0 26-16,0 0 5 0,3 2-3 0,0-2-32 16,-2 0 30-16,1 0-1 0,1 0 1 0,-3 0-29 15,5 0 24-15,-3 0 3 0,1 0-7 0,0 2-24 16,2-2 27-16,-3 1-8 16,3-1 5-16,-1 3 1 0,-1-1-2 0,0-2-8 15,0 1 9-15,1-1 3 0,-1 0-3 0,2 0 1 16,1 0 0-16,-2 0-1 0,0 0-1 0,2 0 9 15,-1 0-8-15,0 0 0 0,2 0 1 0,-3 0 1 16,2 0-1-16,1 0 1 0,-1 0-2 0,-1 0-9 16,1 0 9-16,-1 0 0 15,-1 0 6-15,1 2-4 0,2 0-2 0,-1-2 0 16,0 2 0-16,-4-2 0 0,4 1 0 0,-1-1-19 16,0 0 17-16,1 0 2 0,-1 0-2 0,0 0-2 15,1 0 2-15,-1 0 2 0,0 0-8 0,2 0 6 16,-2 0-1-16,3 0 18 0,-3 0-17 0,3 0 1 15,0 0-1-15,0 0-10 16,-2 0 10-16,1 0 1 0,2 2 0 0,-1-2-12 0,-2 0 12 0,1 3-1 16,0-3 0-16,0 1-25 0,1-1 22 0,-3 3-5 15,4-3 5-15,-4 3 0 16,3 1-1-16,-3-2 23 0,3-1-2 0,-1 1-18 16,0 2-2-16,1-4 38 0,0 2-34 0,1 0-2 15,1-2 5-15,-2 0 7 0,3 0-6 0,0 0-3 16,-5 0 7-16,7 0 3 0,-5 0-5 15,1 0 0-15,4 0-15 0,-5-2 12 0,2 2 2 16,-2-2-25-16,4 2 24 0,-4-1-2 0,2 1-2 0,-1-3-4 16,1 3 4-16,1-2 2 15,-2 1-2-15,2-1 4 0,1 1-5 0,-1-2 1 16,0 0-2-16,-1 3 7 0,2-4-3 0,1 1 8 16,1 0-9-16,-1 1 0 0,2-2 1 0,-3 3 12 15,-1-1-10-15,3-1-2 0,-3 2 0 0,3 1 13 16,-2-2-12-16,1 2-1 0,-3 0 11 0,3 0-10 15,0 0 1-15,0 0 7 0,-2 0-6 0,0 0-1 16,-2 0 3-16,3 0 5 0,0 0-7 0,-4 0 0 16,3 0 1-16,-1 0-1 0,-1 0-16 0,1 0 16 15,-3 2-16-15,0-1 14 0,1-1 0 16,0 3 1-16,0-1-11 0,0-2 10 0,0 1-1 16,0 1 1-16,-1-2 1 0,5 2-1 0,-6-2-1 15,6 2-1-15,-3-2 21 16,2 0-20-16,0 0 4 0,-3 0-4 0,3 0 4 0,1 1-3 15,-3-1-19-15,0 2 18 0,1-2 2 0,-1 3-1 16,-1-3-2-16,2 1 1 16,-1 2 1-16,-1-3-1 0,0 0-3 0,-1 3 3 15,2-3 0-15,0 3-7 0,-2-3 6 0,1 0 1 0,0 0-12 16,0 0 5-16,-2 0 7 0,1 0-2 16,2 0 0-16,0 0-20 0,1 0 20 0,-2 0-1 15,0 0 1-15,3 0-3 0,1 0 2 0,-5 0-2 16,3 0 20-16,1 0-19 15,-2 0 1-15,2 0 3 0,2 0-3 0,-5 0 0 0,5 0 0 0,-1-3-14 16,-2 0 15-16,1 3 0 0,-2-3 0 0,4 2-25 16,-3 1 24-16,-1-3 0 0,1 1-21 0,-2 2 19 15,0 0 0-15,1-1 23 16,-1 1-23-16,2 0-1 0,-3 0 0 0,3 0 170 16,-4 0-172-16,3 0 0 0,3 0 0 0,-4 0 0 0,2 0 0 15,-1 0 0-15,2 0 0 0,-1 0 0 0,-1 0 0 16,2 0 0-16,-1-2 0 0,1 2 0 0,0 0 0 15,-1 0 0-15,1 0 0 0,-2 0 0 16,3-2 0-16,-3 2 0 0,2-2 0 0,-1 2 0 16,-1 0 0-16,0-1 0 0,0 1 0 0,0 0 0 0,-1 0 0 15,0-2 0-15,0 2 0 16,-1 0 0-16,2 0 0 0,-1 0 0 0,0 0 0 16,-1 0 0-16,3 0 0 0,-4 0 0 15,4-3 0-15,1 3 0 0,-1-1 0 0,-1-1 0 0,2 0 0 16,-1-3 0-16,-1 2 0 0,1-1 0 15,-1 2 0-15,1-1 0 0,-3-1 0 16,0 2 0-16,3 1 0 0,-2-2 0 0,-1 2 0 0,0-1 0 16,1 0 0-16,0 0 0 0,-1 1 0 0,0-2 0 0,1 3 0 15,-3 0 0-15,1 0 0 16,0-1 0-16,1 1 0 0,-1 0 0 0,-3 0 0 16,4 0 0-16,-1 0 0 0,-3 0 0 0,2 0 0 15,0 0 0-15,-1 0 0 0,0 0 0 0,2 0 0 16,-2 0 0-16,3 0 0 0,-5 0 0 0,2 0 0 15,0 0 0-15,-1 0 0 0,2 0 0 0,-2 0 0 16,0 0 0-16,-2 0 0 0,1 0 0 0,-2 0 0 16,0 0 0-16,0 0 0 15,2 0 0-15,-2 0 0 0,0 0 0 0,0 0 0 16,0 0 0-16,0 0 0 0,0 0 0 0,0 0-300 16,-5 0 217-16,-6 0 30 0,0 1-715 0,-2 3 367 15,0 3 184-15,0 1-320 0,3-1 252 0</inkml:trace>
  <inkml:trace contextRef="#ctx0" brushRef="#br0" timeOffset="-65700.98">2641 9266 549 0,'-9'0'0'0,"4"0"0"0,0 0 0 0,0 0 0 0,1 0 0 0,-1 0 0 0,1 0 0 0,-1 0 103 15,5 0-36-15,-2 0 9 0,-1-2-43 0,3 2 128 16,0 0-64-16,0 0 49 0,0-2-56 0,0 2-21 16,0 0-8-16,0 0 3 15,0 0 0-15,0 0-31 0,0 0-1 0,0 0 81 16,0 0-44-16,0 0-1 0,0 0-35 0,3 0 87 16,-1 0-43-16,-2 0-15 0,4 0-7 0,-1 0 13 15,0 0 1-15,1 0 21 0,0 4-29 0,0-2 9 16,2 1-37-16,-1 1 24 0,-1 0 0 0,1 2-24 15,2-3 0-15,-3 3 35 0,3 0-35 0,0 0 0 16,-2 1 0-16,3-2-5 0,-1 1 5 16,3-1 8-16,2 3-8 0,-2-5-11 15,2 3 11-15,1-2 23 0,1 2-23 0,-1-2 8 16,1-1-9-16,2 1 25 0,-2 1-24 0,2 1 0 16,-1-2-1-16,3 2 7 0,0-2-6 0,-1 1-1 15,1 1 1-15,3-1-21 0,-1-1 0 0,-1 2 29 16,-1-3-8-16,1 1-25 0,-2-1 25 0,-1 0-8 15,-1 1-41-15,-3 0 23 0,-1-1-6 0,-1 1-15 16,-1 0-1-16,-4 0 27 0,0-1 7 0,-2 0 24 16,-1 0-26-16,1-1-4 0,-2-2 3 0,-1 2 34 15,0-2 124-15,0 1-174 16,0-1 0-16,0 3 0 0,0-2 0 0,0 3 0 16,0 1 0-16,0-3 0 0,0 4 0 0,-1 0 0 15,-2-1 0-15,1 1 0 0,-1-2 0 0,1 1 0 16,0 2 0-16,1-1 0 0,1-3 0 0,-3 3 0 15,1-3 0-15,2 2 0 0,0-1 0 0,0 2 0 16,-3-3 0-16,1 3 0 0,1 0 0 0,-2 0 0 16,0-1 0-16,-2 4 0 15,0-1 0-15,-1 4 0 0,1-5 0 0,-4 6 0 16,0-1 0-16,-2 1 0 0,-1 1 0 0,-1-1 0 16,-4 3 0-16,-4-1 0 0,0-2 0 0,1 0 0 15,-3 0-219-15,3-4-372 0,-2-1 271 0,4 2 148 16,2-5 69-16,5-1-348 0,4 3 209 0</inkml:trace>
  <inkml:trace contextRef="#ctx0" brushRef="#br0" timeOffset="-64513.43">5937 15777 434 0,'-17'0'0'0,"4"0"0"0,2 0 0 0,5 0 0 0,4 0 0 0,-1 0 330 16,3 0-148-16,0 0-75 0,0 0 243 0,3 0-162 0,9 0-78 16,11-5-38-16,4-2 246 0,3-1-143 15,2 3-63-15,3-3 25 0,1 5-53 0,-3-1-25 16,-1 3 0-16,0-1 4 0,-2 0 8 0,-2 2-38 15,-6 0 0-15,3 0-87 0,-6 0 43 0,-3 0 22 0,-4 0-253 16,-1 0 133-16,-4 0 71 16,-2 0-479-16,-4 0 256 0,-1 0 85 15,0 0 79-15,-1 0-378 0,-11 0 222 0,1 0 109 0</inkml:trace>
  <inkml:trace contextRef="#ctx0" brushRef="#br0" timeOffset="-64343.89">6034 15747 1304 0,'-2'9'0'0,"2"4"0"0,0 0 0 0,0 0 0 0,0 1 0 0,0 1 0 0,0 0 0 0,0 9 0 0,5 2 0 0,0-1 363 0,-3 3-165 0,2 0-83 0,1 0 22 16,-2-1-44-16,2 2-34 0,-4-8 0 16,3-1-292-16,-3 2 133 0,1-7 67 0,0-6-167 0,1-1 112 15,-1-5 61-15,5-3 30 0,1-2-574 0</inkml:trace>
  <inkml:trace contextRef="#ctx0" brushRef="#br0" timeOffset="-64121.48">6196 15708 1482 0,'2'0'0'0,"4"0"0"0,-2 3 0 0,-2 8 0 0,0 4 0 0,1 5 0 0,-1 7 0 0,2 5 293 0,3 11-134 15,-5-1 277-15,2 3-201 0,2 4-101 0,0-1-51 16,-1 3 77-16,2 2-68 0,1-3-29 15,0 2-1-15,-1-7-53 0,2 1-1 0,-3-9 33 0,2 3-8 16,-2-5-337-16,-1-3 168 16,-3-7 84-16,1-4-366 0,-1-6 224 0,-2-2 22 15,0-8 82-15,0 0-319 0,-2-5 188 16,-8 0 94-16,0-8-224 0,-3-15 163 0,0-3 78 16,-3-10 39-16</inkml:trace>
  <inkml:trace contextRef="#ctx0" brushRef="#br0" timeOffset="-63979.58">6078 15955 484 0,'0'-11'79'0,"0"5"-40"16,-2 2 0-16,0 3 346 16,2-2-176-16,0 2-80 0,-3 1-52 0,3 0 135 15,0 0-89-15,0 0-46 0,3 0 37 16,3 0-32-16,6 0-9 0,0 4-40 0,-4 1-361 16,4 5 180-16,0-2 91 0,-2 3 52 0,-1-2-594 0,2-1 298 15</inkml:trace>
  <inkml:trace contextRef="#ctx0" brushRef="#br0" timeOffset="-63841.95">6133 16087 717 0,'-6'3'0'0,"2"2"0"0,-1 0 0 0,-1-1 0 0,0-3 0 0,1-1 308 0,1 0-138 16,3 0-60-16,1 0 65 0,0 0-70 0,0 0-37 0,0-1-115 16,5-3 40-16,3-2 8 0,1 2 32 15,0-2 0-15,0 5-462 0,3-2 231 16</inkml:trace>
  <inkml:trace contextRef="#ctx0" brushRef="#br0" timeOffset="-63681.38">6104 16276 816 0,'-10'14'0'0,"4"-5"0"0,1-1 0 0,0 0 0 0,1-3 0 0,1-3 289 16,3-2-128-16,0 0-64 0,0 0-24 0,3-10-176 0,15-3 68 15,-1-5 34-15,3-1 0 0,4-5 42 0,-1 1-208 16,2-4 100-16,2 1 50 0,-4 1-457 15,0 1 227-15,-4 4 107 0</inkml:trace>
  <inkml:trace contextRef="#ctx0" brushRef="#br0" timeOffset="-63416.5">6382 16002 829 0,'10'-13'0'0,"3"1"0"0,-1 3 0 0,-1 2 0 0,2 0 0 0,0 1 0 0,2 2 120 0,2 0-48 0,0 0 1 0,0 2 161 0,1 2-100 16,2 0-51-16,-4 0-17 0,1 4 39 0,-1 7-36 0,-5 3 0 15,-4 3-36-15,-2 1-1 0,-2 3-49 16,-3 3 20-16,0 0 0 0,-10-3-146 15,-3-2 88-15,-4-1 44 0,1-6 30 0,-3 0-297 16,-3-4 119-16,2-2 83 0,0-4-125 16,-2-2 90-16,2 0 0 0,1-2 44 15,2-11-1-15,4-3 35 0,2 1 1 0,3-3-45 0,4 4 14 16,1-1 299-16,3 5-134 0,0 0-67 16,0 5-34-16,3 1 0 0,6 4 369 0,5 0-187 15,1 2-67-15,6 12 136 0,0 2-97 0,-1 3-61 0,3 2-22 0,-1 1 191 16,1 3-116-16,1-3-56 0,3 1-30 15,-3-3-111-15,1-2 49 16,2-1 13-16,-3-5-554 0,1-2 288 0,0-4 143 16,-1-5-299-16,-1-1-181 0</inkml:trace>
  <inkml:trace contextRef="#ctx0" brushRef="#br0" timeOffset="-63249.95">6841 15762 1657 0,'0'-10'0'0,"7"7"0"0,7-2 0 0,-1 2 0 0,2-1 0 0,1-1 0 0,4 1 229 0,-2 0-102 0,6 0-47 0,1 3-188 15,0-3 70-15,-4 2 35 0,0 0-488 16,1-1 249-16,-3 3 124 0,-5 0 64 0,-3 0-429 16,3 0 226-16</inkml:trace>
  <inkml:trace contextRef="#ctx0" brushRef="#br0" timeOffset="-62699.42">7090 15459 563 0,'0'-9'0'0,"0"3"0"0,0 1 0 0,0 4 0 0,0 1 0 0,0 0 0 0,-3 0 362 16,1 16-164-16,-3 2-83 0,-4 3 95 16,-3 2-89-16,0 5-50 0,-5 2-8 0,2-2-31 15,-2 1 1-15,-3-4 0 0,1 1-11 0,4-7 19 0,0 2-9 0,2-2 94 16,2-6-46-16,5 2-24 0,3-2 47 15,1 3-27-15,2 1-8 0,0-1-35 0,0 3 157 16,2 4-79-16,5 1-39 16,-1 1 83-16,1 4-66 0,0 3-27 0,-2 0-169 15,-2 2 127-15,2-3 13 0,-5-4 8 0,2 7-645 16,0-12 620-16,0 1 17 0,0-4 0 16,-2-6-239-16,0-4 96 0,0-2 59 0,0-4-11 0,0-3-399 15,0 0 214-15,0-3 107 16,0-7 45-16,-4-7 36 0,-3-4-313 0,-2-5 169 0,0-5 86 15,-5-5-122-15,3 3 109 0,-3-2 61 16,5 0 69-16,-2 8 0 0,1 6 0 0,3-2 0 0,3 10 205 16,1-2-125-16,2 5-56 0,1 2 192 15,0 2-125-15,4 0-61 0,9 2-25 0,5 1 429 16,1-1-170-16,5 0-115 16,0 2 118-16,-1 1-108 0,7-3-68 0,-4 3-29 0,-5 1 12 0,1 0-21 15,1 0 1-15,-5 0-46 0,-1 0-8 16,-2 0 32-16,-3 1 4 0,-3 4-4 0,-2-1 1 0,0 0 8 15,-4 0-8-15,1 1 77 0,-2 2-38 16,-2 3-1-16,0 3-38 0,0-2 8 0,0 6 125 16,0-2-67-16,0 5-33 0,2-2 36 15,-1 7-35-15,3-5 8 16,4 6-167-16,-1-1 62 0,1 0 32 0,1-1-130 0,0 0 81 16,-1-3 47-16,0 0-7 0,0-2-439 0,-4-2 222 0,0-2 72 0,0-4-366 15,-2 0 235-15,-2-4 129 0,0-1-272 16,0-2 197-16,0-4 98 0,-8 0 49 0</inkml:trace>
  <inkml:trace contextRef="#ctx0" brushRef="#br0" timeOffset="-62541.33">6938 15990 1326 0,'-9'-3'0'0,"3"-1"0"0,3 2 0 0,-1 2 0 0,4-1 0 0,0-2 0 0,0 2 214 0,2-1-82 0,11 0 63 16,3 0-80-16,0 2-42 0,1 0 1 0,1 0-76 15,2 0 9-15,-2 0 26 0,-1 4-1 0,-1 2 1 0,-2 1-477 16,-1 1 238-16,-5-1 127 16,3 4-561-16</inkml:trace>
  <inkml:trace contextRef="#ctx0" brushRef="#br0" timeOffset="-62401.6">7018 16105 963 0,'-16'0'0'0,"7"0"0"0,2 0 0 0,-1 0 0 0,4 0 0 0,1 0 0 0,0 0 0 0,3 0 277 15,0 0-126-15,0 0-59 0,10 0-34 0,0 0-1 0,2-1-24 16,-2-2-118-16,5 3 54 16,-1 0 32-16,-3 0 0 0,2 0 32 0,-4 0 0 0,2 0-469 15</inkml:trace>
  <inkml:trace contextRef="#ctx0" brushRef="#br0" timeOffset="-62265.87">7040 16183 951 0,'-10'0'0'0,"3"1"0"0,2-1 0 0,-1 2 0 0,1-2 0 0,2 0 0 0,3 0 208 0,0 0-87 0,0 0 25 16,3 0-49-16,6 0-36 16,0 0 0-16,2 0-28 0,0 0-211 0,-3 2 106 15,1 4-180-15,-1-1 134 0,0 5 72 0,-3-1 34 0</inkml:trace>
  <inkml:trace contextRef="#ctx0" brushRef="#br0" timeOffset="-62085.45">6832 16364 841 0,'-23'3'0'0,"7"-3"0"0,5 0 0 0,1 0 0 0,4 0 0 0,2 0 0 0,4 0 58 0,0 0 326 0,15 0-176 0,10 0 280 15,7 0-219-15,9-3-123 0,2-2-56 0,2 0 92 16,2 0-74-16,2 0-38 0,-7 1 8 0,9-2-351 16,-2 1 153-16,-13 1 76 0,3 1-236 0,0-1 156 0,-6 0 87 15,-2 2 30-15,-6-3 1 0,-2 4-642 16,0-3 261-16</inkml:trace>
  <inkml:trace contextRef="#ctx0" brushRef="#br0" timeOffset="-61720.69">7478 15548 1151 0,'5'-4'0'0,"2"2"0"0,-2 2 0 0,-2 0 0 0,0 0 0 15,-3 8 154-15,0 5-64 0,0 7-29 0,-9 4 45 0,0 5-37 0,-3 1 1 0,-2-1-29 16,1 4-15-16,2-5 6 16,-1-2 1-16,5-7-26 0,2-1 0 0,2-8 34 0,1 0-42 15,2-1 1-15,0-3 33 0,2-6-1 16,12 0 1-16,-1 0-81 0,4 0 29 0,2-4 25 0,2-7-107 16,-2 3 58-16,-2-4 12 0,1 4 3 15,-4-2-150-15,0 3 85 0,-5 3 29 0,-2 0 26 0,1 0-19 16,-8 2-6-1,0 2 238-15,0 0-97 0,0 8-55 0,-9 5 143 0,-4 4 111 16,-1-1-126-16,1 4-73 0,0 0-35 16,1-3 11-16,3-1 260 0,2-1-141 0,5-4-62 0,0 0 3 15,2-1-41-15,0-3 1 0,2-1-133 16,9-3 46-16,2 1 31 0,3-4-8 0,0 0 23 0,1 0-346 16,2 0 173-16,-4 0 86 0,2 0-629 15,0 0 334-15,-4 0-355 0,2 0 336 0</inkml:trace>
  <inkml:trace contextRef="#ctx0" brushRef="#br0" timeOffset="-61564.1">7568 16211 1050 0,'-15'11'0'0,"4"-2"0"0,3 0 0 0,0 0 0 0,3-6 0 0,1 2 0 0,4-3 72 0,0 1 368 0,2-3-208 15,7 0 87-15,7 0-144 0,0 0-71 0,5-3-35 16,-1-7 8-16,5-6-383 0,-5 0 170 0,3-4 84 15,-2 1-610-15,1-2 342 0</inkml:trace>
  <inkml:trace contextRef="#ctx0" brushRef="#br0" timeOffset="-61401.54">7758 15833 942 0,'-8'0'0'0,"2"0"0"0,3 1 0 0,3-1 0 0,0 0 91 0,0 0-34 0,1-1 1 0,12-7-25 15,1 1 322-15,1 0-160 0,0 0-73 0,2-3-113 16,-3 2 0-16,3 4 24 0,-4-1-478 16,-2 3 238-16,-2-1 126 0,0 3 52 15,-3 0-543-15</inkml:trace>
  <inkml:trace contextRef="#ctx0" brushRef="#br0" timeOffset="-61253.94">7804 15951 565 0,'-11'12'0'0,"6"-5"0"0,-1 3 0 0,3-7 0 0,1 1 0 0,2-1 281 15,0-3-124-15,0 0-62 0,9 0-31 0,4 0 84 0,0 0-61 0,0-1-28 16,3-7-58-16,-4 3 0 16,1-4 31-16,-1-2-334 0,-1 1 159 0,-4-2 84 15,1 3 42-15,-3-1-363 0,-2-1 181 16,-2 0 85-16,-1-2 50 0</inkml:trace>
  <inkml:trace contextRef="#ctx0" brushRef="#br0" timeOffset="-60961.72">7833 15499 1190 0,'-4'-10'0'0,"-2"5"0"0,3 3 0 0,1 2 0 0,-2 13 0 0,2 14 0 0,2 2 0 0,0 11 0 0,0 12 204 0,0 10-86 15,4 2-42-15,5 4 143 0,0 4-93 0,1-7-38 16,1 13 200-16,2-10-128 0,-1-15-63 0,3 1-33 0,0-8-54 16,1-12 8-16,2 0 15 0,-2-7 0 15,-2-5-1-15,0-8-209 0,-1-5 104 0,-5-3-217 16,-1-6 157-16,2 0 83 0,-6-4-16 0,-1-14 39 15,-2-7-202-15,0 4 92 0,0-8 52 16,-4-2 26-16,-7 2 0 0,0 0 26 16,-3 5 60-16,5 5-38 0,-6-1 9 0,1 7 130 15,-2 6-81-15,-1 4-39 0,1 3-17 0,-2 0 158 16,-3 5-63-16,1 11-46 0,-1 2 6 0,2 1-77 16,1 0 17-16,4-6 32 0,0 2-157 0,3 0 76 0,5-8 42 15,0-1-1-15,4-2-461 0,2-4 223 0</inkml:trace>
  <inkml:trace contextRef="#ctx0" brushRef="#br0" timeOffset="-60818.1">7842 15605 803 0,'8'0'0'0,"2"0"0"0,1 0 0 0,0 0 0 0,-4 5 0 0,0 1 459 0,1 4-213 0,0 0-75 0,-1-1-69 0,0 4-34 0,1-1 8 0,2 0-534 16,0 0 240-16,6 1 121 15,4-4 60-15</inkml:trace>
  <inkml:trace contextRef="#ctx0" brushRef="#br0" timeOffset="-60556.12">8443 15550 1285 0,'0'0'0'0,"0"0"0"0,-6 0 0 0,-11 0 0 0,-1 0 0 0,-8 0 0 0,1 0 0 0,0 1 0 0,3 6 171 0,-4 5-69 0,8-5 187 16,-3 5-128-16,2 3-64 0,5 1-32 16,3 3 74-16,2 4-57 0,5 2-25 0,4 1 1 15,0 2 93-15,0 6-60 0,4 3-20 0,7 7 47 16,1 1-42-16,-1 2-22 0,0 2 0 0,-1-1-117 16,-1-5 56-16,-2 12 16 0,1-8 0 0,-5 0-263 15,3-5 143-15,-6-7-388 0,2-1 243 0,-2-8 99 16,2-3 67-16,-2-9 9 0,0-3-151 0,0-8 99 0,0-3 42 15,0 0 33-15,0-20-313 16,2-8 169-16</inkml:trace>
  <inkml:trace contextRef="#ctx0" brushRef="#br0" timeOffset="-60430.72">8227 15949 1358 0,'-7'-19'0'0,"1"8"0"0,4 1 0 0,2 3 0 0,0-1 0 0,0 3 0 0,2 0 0 0,5-1 0 0,4 1 364 0,3-1-158 0,1 2-90 0,0-2 39 16,2 5-62-16,-1-1-30 15,-1 2 1-15,1 0-519 0,-1 0 240 0,1 0 124 16,-4 5-654-16</inkml:trace>
  <inkml:trace contextRef="#ctx0" brushRef="#br0" timeOffset="-60272.15">8310 16075 729 0,'-9'0'0'0,"4"0"0"0,2 0 0 0,1 0 0 0,2 0 0 0,0 0 466 0,0-2-221 0,0-3-106 0,7-3-53 16,5-1 163-16,0 1-109 0,-1 1-365 16,1-3 124-16,1 6 67 0,0-3 34 0,-5 3-637 15,-1 3 313-15,2 1 153 0</inkml:trace>
  <inkml:trace contextRef="#ctx0" brushRef="#br0" timeOffset="-60118.56">8155 16269 836 0,'-8'5'0'0,"3"2"0"0,5-1 0 0,0-2 0 0,0-1 222 0,0 0-99 16,2-1-45-16,9-2-23 0,3 0 316 0,3 0-170 15,3 0-75-15,5-8-41 0,-3-4-153 0,5-8 50 16,-3-1-511-16,0 0 272 0,1-8 140 0,-1 1 64 16,5-6-458-16</inkml:trace>
  <inkml:trace contextRef="#ctx0" brushRef="#br0" timeOffset="-59572.02">8551 15564 1016 0,'1'-9'0'0,"5"5"0"0,-3 3 0 0,-1 1 0 0,0 0 0 0,-2 1 0 0,0 11 232 0,0 2-104 0,-7 4-47 0,-4 3-25 16,-1 6 211-16,2-2-118 0,-1-6-49 16,2 2-48-16,2-5-19 0,1-6 0 0,1-3-1 0,2-4-76 15,-1-3 34-15,4 0 22 0,0-5-1 0,0-15-101 16,2-5 61-1,10-1 40-15,1-3-101 0,0 3 32 0,2 0 35 16,-1 7-18-16,2-1 16 0,-2 5-13 0,-2 4 2 16,-2 5-3-16,3 6 123 0,-4 0-46 0,-1 0-25 15,-5 13 5-15,-1 4 190 0,0 7-91 0,-2 1 99 16,0 0-85-16,0 2-49 0,0-6-13 0,0 4-76 16,0-3 40-16,0-3-1 0,0-3 1 0,0-1-245 15,0-5 130-15,0 1 54 0,0-3 30 16,0 2-454-16,0-3 193 0,0 1 122 15,0 0-163-15,0 2 137 0,0-1 65 0,0 2 137 16,0-1-36-16,0 3 0 0,0-4-44 0,0 6 371 16,0-1-181-16,0-2-91 0,0 2-45 0,3 1 219 15,2 0-78-15,2 0-79 0,3 0 52 0,1 0 272 16,-3 2-183-16,1-1-46 0,-2 4-60 0,-2 2-43 16,-2-1 0-16,-1 5-88 0,-2-7 27 0,0 4-1 15,-3-4 36-15,-11 4-131 0,-4-4 62 0,-3 0 30 16,-4-3 0-16,1-4-114 0,3-1 60 0,-12-1-55 15,4-8 34-15,1-2 37 16,0 0-15-16,1-4 20 0,1-15-133 0,1 0 72 0,7-9 14 16,5 1 23-16,5 0-7 0,5 5 1 15,3-1 20-15,0 4 193 0,0 1-92 0,11 8-47 16,5 0 276-16,3 6-150 0,6 3-66 0,5 1 85 16,1 1-59-16,0 10-43 0,9 9 12 0,-5-1-9 15,0-1 8-15,5 6-35 0,-3-1 1 0,5-3-625 16,-6-1 311-16,5-1 154 0,-2-5 70 0</inkml:trace>
  <inkml:trace contextRef="#ctx0" brushRef="#br0" timeOffset="-59436.38">9493 16422 2857 0,'0'1'0'0,"0"-1"0"0,5 0 0 0,-3 0 0 0,1 0 0 0,-3 0 0 0,0 0 0 0,0 0 187 15,0-16-77-15,-7-8-914 0,4-3 418 16,3-4 210-16</inkml:trace>
  <inkml:trace contextRef="#ctx0" brushRef="#br0" timeOffset="-58442.36">9558 15656 1033 0,'-7'0'0'0,"2"-5"0"0,1 3 0 0,4 0 0 0,-1 0 0 0,1 0 0 0,0 2 0 0,0 0 0 0,0 0 165 0,8 0-66 16,5 0-25-16,4 0 221 0,3 6-131 0,0 5-66 15,2-1 108-15,-3 1-86 0,-2 2-36 0,2 1-29 16,-1 0-11-16,0 0-11 0,-4-1 0 0,-2 0-1 16,-3-5-27-16,0 4-9 0,-4-6 36 0,0 1-203 15,-3-1 101-15,0-2 52 0,0 0-210 16,-2-2-154-16,0-1 141 0,0-1 109 15,2 0-296-15,-1 0 197 0,5-1 91 0</inkml:trace>
  <inkml:trace contextRef="#ctx0" brushRef="#br0" timeOffset="-58171.05">10006 15365 874 0,'2'-5'0'0,"0"1"0"0,-1 2 0 0,-1 0 0 0,0 2 0 0,0 0 0 0,0 0 407 0,0 0-191 0,0 2-91 0,0 9 100 15,-3 6-96-15,-2 5-40 0,-3 7 195 16,2 4-126-16,-5 9-63 0,1 1-31 0,-5 5 121 16,0 4-68-16,-2 12-47 0,-4-2 1 0,3 4 15 15,-3 5-26-15,1-1-1 0,1 5-18 0,-2-6 19 16,4-3 1-16,2-15-54 0,0 3 0 0,4-7 26 16,1-12 8-16,3 1-139 0,2-8 65 0,0-7 33 15,1-4 0-15,3-6-349 0,-1-1 179 0,2-8 57 16,0 1 55-16,-1-3-396 0,1 0 211 15,-3 0-251-15,3 0 223 0,0-4 123 0,0-5 58 16,4-7 28-16,9-2-134 0,2-3 82 0</inkml:trace>
  <inkml:trace contextRef="#ctx0" brushRef="#br0" timeOffset="-57943.66">10206 15668 952 0,'2'-10'0'0,"1"6"0"0,-3 1 0 0,0 1 0 0,0 0 0 0,0 2 20 0,0 0 576 0,2 0-282 0,5 0-15 16,2 11 14-16,0 4-145 0,3 7-67 0,-3 3 63 15,-2 4-66-15,3 0-32 0,-6 5 8 0,2 0-70 16,-3 0 29-16,-1 1 0 0,0-1 0 0,0 1-184 16,-2-2 100-16,0-3 38 0,0-7-351 0,0 0 198 0,0-9 100 15,0-4-14-15,-4-5-468 0,2-2 262 0,0-3 127 16,1-3 63-16,-1-14-361 15,2-8 212-15</inkml:trace>
  <inkml:trace contextRef="#ctx0" brushRef="#br0" timeOffset="-57610.89">10220 15360 1298 0,'0'-8'0'0,"0"3"0"0,6 2 0 0,4-2 0 0,8 0 0 0,4-1 0 0,0-2 276 0,8 3-125 0,4-1-59 16,3 2 220-16,4 1-139 15,-6 1-71-15,4 2-14 0,7 0-31 0,-10 0-1 16,3 0-23-16,-1 2-78 0,-4 1 39 0,-6 1 8 16,6 2 31-16,-8-1-73 0,-6 1 36 0,-1 0 1 15,-2-1 36-15,-5 1-28 0,-5-2 21 0,0 1 5 16,-3-1-55-16,-2 0 98 0,-1 1-31 0,-1 2-29 16,0 3 217-16,0 1-102 0,0 3-39 0,0 1-30 0,-1 2 101 15,-1 7-55-15,-2 4-42 0,4 3 1 16,0 2 7-16,0 9-1 0,0-1-38 15,0-2-25-15,0 12-18 0,2-7 22 16,3 2-80-16,4 1 51 0,-2 0 25 0,-2-10 8 16,1 7-316-16,2-7 158 0,-2 0 45 0,-3-9 51 15,-1-3-399-15,0-2 199 0,-2-4 110 0,0-5 52 0,0-2-294 16,-7-3 172-16,-4-1 87 0,2-4-296 0,-5-4 196 16,-2 0 92-16,0 0-120 0</inkml:trace>
  <inkml:trace contextRef="#ctx0" brushRef="#br0" timeOffset="-57419.86">10380 15566 963 0,'-11'-5'0'0,"2"-5"0"0,4 5 0 0,3-1 0 0,2 0 0 0,0-1 0 0,0-1 464 0,4-2-216 0,11 5-99 0,8 0-62 16,-1-1 190-16,2 2-122 0,5 3-62 15,-5-1-128-15,6 2 29 0,-1 0 0 16,-6 0 39-16,-2 2 0 0,0 5-437 15,-3 2 226-15,-2 0 102 0,-5 1 54 0,-4-2-226 16,0 1 84-16,-4 1-387 0,-1-3 251 0,-2-1 138 16</inkml:trace>
  <inkml:trace contextRef="#ctx0" brushRef="#br0" timeOffset="-56991.38">10541 15378 376 0,'-9'-10'0'0,"1"4"0"0,3 2 0 0,-1 2 0 0,2 2 0 0,-2 0 297 0,5 12-132 0,-1 2-66 15,2 8 131-15,0 1-103 0,0 5-47 0,0 3-24 16,0-1-15-16,0 4-8 0,0-2 8 0,0-1-8 16,0-1-49-16,-2-1 24 0,-2-3 0 0,3-5 25 0,-3-3-89 15,-1 1 40-15,0-6 25 0,-1 0-81 16,3-5 49-16,-3 1-5 0,1-3 46 0,0-2-26 16,3 2 13-16,-1-3-29 0,-1 1 23 0,0-1 154 15,3 1-70-15,-1 0-30 0,2 0-21 16,0-3 111-16,0 4-58 0,0-4-13 15,0-1-21-15,0 2-18 0,2-2-1 0,1 0-72 16,3 0 36-16,4-2 0 0,-1-4 45 0,0-1-197 16,1 0 90-16,-1 2 30 0,-2 1 29 0,1 0-107 15,0 2 57-15,-3-1 5 0,1 2 22 0,-2 1 73 16,-1 0-29-16,-1 0 67 0,0 1-49 0,-2 5-22 16,0 1-1-16,0 1 208 15,0-1-105-15,0 2-34 0,-4-2-28 0,-1 0 69 16,-1 1-43-16,3-1-21 0,-4-3-1 0,4 1-95 15,-1 0 33-15,0-4 0 0,1 3 41 0,1-2-165 16,0-2 81-16,0 0 32 0,0 1-54 0,2-1 22 16,0 0 30-16,0 0-38 0,0 0 26 0,0 0-12 15,0 0 4-15,6-1-13 0,1-3 36 0,2-1-13 16,-1 1 10-16,3 0-239 0,-2 1 118 0,5 2 53 16,-7-3 27-16,6 4-406 0</inkml:trace>
  <inkml:trace contextRef="#ctx0" brushRef="#br0" timeOffset="-56774.96">10411 16033 743 0,'-12'3'0'0,"2"0"0"0,2-1 0 0,1-2 0 0,2 0 0 0,3 0 0 0,0 0 668 0,2 0-322 0,0 0-156 0,15 0-79 16,6 0 339-16,5-2-208 0,4-4 74 0,4-1-146 15,1 3-69-15,1-3-33 0,1 3-68 0,0 0 33 16,0 2 8-16,-1 1-8 0,-3-1-409 0,-1 2 204 16,0 0 103-16,-2 0 50 0,-3 0-748 0,-4 0 287 15</inkml:trace>
  <inkml:trace contextRef="#ctx0" brushRef="#br0" timeOffset="-56570.48">11263 15300 1165 0,'-16'-12'0'0,"12"11"0"0,3 1 0 0,1 0 0 0,0 0 0 0,0 0 0 0,0 0 552 0,0 0-260 16,1 0-130-16,5 0 78 0,2 0-72 0,-1 0-60 0,3 0-320 15,-1 6 122-15,-1-2 62 0,-4 6 30 16,-1 2-667-16,-1-3 330 0,-2 7 166 0,0 0 83 15</inkml:trace>
  <inkml:trace contextRef="#ctx0" brushRef="#br0" timeOffset="-56440.82">11157 15501 607 0,'-11'7'0'0,"4"7"0"0,-2-3 0 0,4 0 0 0,-2 0 417 16,3 0-193-16,0-1-95 0,4-2-41 15,0 3 155-15,0-2-105 0,0-1-53 0,2-1 21 0,4-1-37 16,1-2 8-16,3-4-491 15,1 0 223-15,0 0 112 0,1-9 56 0,-1-1-600 0</inkml:trace>
  <inkml:trace contextRef="#ctx0" brushRef="#br0" timeOffset="-55881.6">11162 15443 962 0,'-11'-10'0'0,"8"4"0"0,-3 1 0 0,3 2 0 0,3 2 0 0,0-3 0 0,0 2 272 0,11-1-111 0,13-1-69 15,1 0-29-15,5-2 174 0,2 3-102 16,0-1-52-16,1 2-16 0,1 0-71 15,0 2 37-15,0 0 0 0,-4 0-1 0,-2 0-60 16,-5 0 39-16,-1 0-194 0,-5 0 107 0,-4 4 55 16,-3 0 27-16,-5 2-234 0,-3 1 92 0,-2 2 29 15,-2 3 48-15,-15 0-75 0,-1 5 51 0,-7 0 25 16,-1 0-8-16,-5 2 80 0,1 2-23 0,2-2 0 16,0-3 29-16,8-3-34 0,-1 1 8 0,4-3 223 15,6-3-118-15,2-3-37 16,3-1-37-16,1-3 310 0,5 2-159 0,0-3-47 15,5 0-48-15,8 0 30 0,1 0-38 0,6 0 7 16,-1-3-47-16,1-1-38 0,1 0 0 0,-2-3 37 16,-1 2-68-16,-1 0 43 0,-4 2-9 0,-3 2 35 15,1-1-370-15,-5 0 149 0,-1 2 101 0,-3 0-457 16,0 0 260-16,-2 2 125 0,0 8 64 16,0-4-174-16,-8 2 119 0,1-2 50 0,-2-2 38 0,-1-1-28 15,1 0 34-15,-2-3 56 16,1 0 98-16,1 0-79 0,0 0-21 0,-1 0 0 15,2 0 116-15,5 0-73 0,-3 0-37 0,3 0 333 16,-1 3-173-16,2 4-26 0,-1 3-64 0,3 1 192 16,-2 2-117-16,2 2-49 0,-1 2-39 0,-3-2 30 15,0 4-30-15,-1-2 0 0,-2-1-109 0,-2 2 48 16,2-4-8-16,2-6 41 0,-3-1-49 0,1-1 25 16,1-4-1-16,2 0-3 0,2-2 28 0,0 0-24 15,2 0 19-15,0 0 142 16,0 0-71-16,2-2-41 0,10-1-5 0,1-3 120 15,1-1-69-15,6 1-36 0,-1 0-4 0,-1 1 9 16,3 1-40-16,-2-2-1 0,-3 2-34 0,0 2 1 16,-7 1 33-16,2-1-284 0,-6-1 138 0,0 1 73 15,-3 2 37-15,0 0-611 0,-2 0 298 0,0 0 102 16,-10 0 96-16</inkml:trace>
  <inkml:trace contextRef="#ctx0" brushRef="#br0" timeOffset="-55591.36">11189 15707 1273 0,'-6'6'0'0,"4"1"0"0,2 5 0 0,0-3 0 0,0 4 0 0,0 2 0 0,0 0 0 0,0 5 203 0,0 1-85 0,-3 2-35 0,-1 5 49 16,-1-2-49-16,-3 1-26 0,0-2 1 0,1-7-204 16,0 0 97-16,-3-3 37 15,4-5 23-15,1-2-419 0,-1-6 219 0,3-2-158 16,-3 0-13-16,2-6 173 0,0-9 50 0,2-5 29 15,2 4 54-15,0-3 54 0,0 4 0 0,-2 4 0 16,2 2 0-16,-2 2 0 0,2 2 0 0,0 4 286 16,0 1-174-16,2 0-68 0,12 5-38 0,4 12 620 15,5 2-261-15,2 3 433 0,5 3-375 0,5 3-199 16,-1-2-96-16,1-2 184 0,1-4-140 0,4-2-69 16,-4-4-27-16,10-4-514 15,-4-5 235-15,-6-2 118 0,1-3 59 0,0 0-372 16,-1 0 224-16,-2-3 99 0</inkml:trace>
  <inkml:trace contextRef="#ctx0" brushRef="#br0" timeOffset="-55286.59">11916 15737 1910 0,'-2'-9'0'0,"2"1"0"0,0 1 0 0,9 1 0 0,5-1 0 0,2 5 0 0,9-2 0 0,5 3 290 0,4 1-129 0,0 0 109 15,3 7-119-15,1 6-50 0,3 6-39 0,-13-1-50 16,4 4 0-16,-5 4 21 0,-5 0-1 0,-9-2-69 16,0 6 30-16,-9-2 1 0,-4-1 39 0,0-1-35 15,-13-2 0-15,-10-2-67 0,-3-1 47 16,-6 0 27-16,-7-1-39 0,1-7-137 15,-4 1 67-15,9-3 48 0,-7-3 5 0,9-4-265 16,8-4 137-16,3 0 73 0,8 0 37 0,5-2-398 16,7-9 222-16,1-5 105 0</inkml:trace>
  <inkml:trace contextRef="#ctx0" brushRef="#br0" timeOffset="-55096.1">12701 15527 1588 0,'0'-11'0'0,"-8"7"0"0,-6 1 0 0,-11 2 0 0,-5 1 0 0,-5 8 0 0,1 16 380 0,4 4-165 16,-6 11-96-16,8 8 605 0,7-1-346 0,6 3-173 15,9 1-86-15,6 1 248 0,0 0-367 0,10-3 0 16,8 1 0-16,7-6 0 16,5-5 0-16,-2-9 0 0,11 3 0 15,2-15 0-15,3-5 0 0,-1-8-749 0,1-2 407 0,0 11 174 0</inkml:trace>
  <inkml:trace contextRef="#ctx0" brushRef="#br0" timeOffset="-54432.94">13233 15344 1462 0,'0'-5'0'0,"0"3"0"16,0 1 0-16,0 1 0 0,0 0 0 0,0 0 0 0,0 7 0 0,2 8 0 0,0 9 0 0,-1 3 207 0,1 3-87 0,-2 7 150 0,0 9-123 0,0-2-57 0,-9 3-28 16,-3 2 7-16,1-3-1 15,-1-5-27-15,0 8-8 0,1-9-103 0,3-5 51 16,0 1 26-16,1-1 0 0,3-11-303 0,1-2 161 15,1-7 83-15,0-5-534 0,2-6 283 0,0-4 108 16,2-4-253-16</inkml:trace>
  <inkml:trace contextRef="#ctx0" brushRef="#br0" timeOffset="-54289.32">13246 15770 827 0,'1'-1'0'0,"1"0"0"0,-2 1 0 0,2 0 0 0,-2 0 0 0,0 0 0 0,2 0 307 0,0 1-138 0,0 2-67 16,0 3 175-16,2 0-121 0,0 1-54 0,1 1-39 15,1 2-62-15,3-3-1 0,-3-1 33 0,1-1-1 16,1-1-349-16,1-2 170 0,3-2 90 0,-3 0-425 16,0-2 252-16</inkml:trace>
  <inkml:trace contextRef="#ctx0" brushRef="#br0" timeOffset="-54108.82">13541 15380 844 0,'9'-2'0'0,"0"2"0"0,-3 14 0 0,-2 10 0 0,-2 4 0 0,-2 12 0 0,0 1 413 0,-4 6-182 16,-7 4-103-16,-6 1-48 0,0 2 245 0,-1 1-147 16,0 0-72-16,-1-3-29 0,1-3 9 0,1-2-27 15,0-4 0-15,4-9-26 0,-4-3-187 0,5-6 101 16,1-5 40-16,2-10-439 0,3-3 243 16,0-4 120-16,5-3-530 0,1-6 285 15</inkml:trace>
  <inkml:trace contextRef="#ctx0" brushRef="#br0" timeOffset="-53965.68">13421 15861 910 0,'7'-9'0'0,"4"1"0"0,1 3 0 0,-1 4 0 0,0 1 0 0,0 0 0 0,0 6 252 0,3 7-114 0,2 4-53 15,2 0 356-15,-2 1-205 0,5 3-101 0,-2 3-43 16,1-1 103-16,1 4-81 16,2-2-41-16,-1-5-137 0,1 1 49 15,0-8 32-15,5 2-534 0,-2-8 275 0,1-1 138 16,2-4 68-16</inkml:trace>
  <inkml:trace contextRef="#ctx0" brushRef="#br0" timeOffset="-53678.84">14119 15658 2052 0,'-6'-11'0'0,"-3"3"0"0,7 2 0 0,1 5 0 0,1-2 0 0,0-1 0 0,0-2 0 0,1 2 0 0,12 1 0 0,10 1 249 16,5 2-111-16,2 0-54 0,2 0 76 0,0 2-63 16,0 9-33-16,-2 5 9 0,-4 3-120 0,-3 4 40 15,-6 1 0-15,-4 7-28 0,-7 1 42 16,-4 4-8-16,-2 4 34 0,-2 0-40 0,-14-1 40 16,-4-1 0-16,1-6-30 15,-6 1-5-15,-3-5-5 0,0-2 0 0,-2-5-26 0,3-5 22 16,2-5-5-16,0-5 24 0,4-3-317 0,5-3 151 15,4-3 69-15,7-11-458 0,5-6 249 16,0-10 137-16,13-1-170 0</inkml:trace>
  <inkml:trace contextRef="#ctx0" brushRef="#br0" timeOffset="-53487.79">14585 15561 1185 0,'2'-7'0'0,"0"3"0"0,-2 0 0 0,0 2 0 0,-10 0 0 0,-3 2 0 0,-6 0 0 0,1 19 643 0,-5 9-306 16,6 2-143-16,-3 15-85 0,6 2 543 0,5 4-310 0,7 3-154 0,2 2 51 16,0-5-33-16,9-2-206 0,12-4 0 15,4-8 0-15,1-4 0 0,2-12 0 0,6-1 0 0,-2-8 0 16,2-7 0-16,0-5 0 16,-3 0-703-16,-2-2 384 0,-5-4 147 0</inkml:trace>
  <inkml:trace contextRef="#ctx0" brushRef="#br0" timeOffset="-52866.32">14913 15497 1056 0,'-16'0'0'0,"8"0"0"0,6 0 0 0,2 0 0 0,0 0 0 0,0 0 0 0,8 0 0 0,5 0 330 0,6 0-149 0,8-2-74 16,-4-4 164-16,5-1-119 0,1 0-52 0,-1-2-37 16,0 4-74-16,-9 2 21 0,3 0 1 0,-3 2 22 15,-6-1-311-15,1 2 151 16,-5 0 80-16,-2 0-453 0,-5 0 231 0,0 6 134 0,-2 1 0 16,0 3-126-16</inkml:trace>
  <inkml:trace contextRef="#ctx0" brushRef="#br0" timeOffset="-52621.96">15071 15481 377 0,'-2'0'0'0,"2"0"0"0,0 0 0 0,0 5 0 0,0 4 97 0,0 3-34 0,0 0 0 0,0 3 111 0,0 5-71 15,0-2-27-15,0 2-8 0,-9 1 41 0,0-1-38 16,-3 1-1-16,-1-2-37 16,0-3 23-16,-2-1-23 0,1-4 0 0,-2-2-1 15,2-4 34-15,0 0 0 0,5-3-25 0,0-1 60 16,4-1-34-16,1 0 0 0,3 0 184 15,-1 0-109-15,2 0-47 0,2 0-34 0,11 0 46 0,4 0-36 16,7-1-1-16,1-3-37 0,-5 1-30 0,10 2 30 16,-2 1 0-16,-1 0-1 0,-1 0-334 15,-5 0 167-15,3 0-455 0,-3 0 294 16,0 0 114-16,-5-2 82 0,0-2-187 0,-5-2 126 16,-1-3 57-16</inkml:trace>
  <inkml:trace contextRef="#ctx0" brushRef="#br0" timeOffset="-52480.34">15248 15550 690 0,'-6'-2'0'0,"3"2"0"0,-1 0 0 0,1 0 0 0,-2 9 146 0,1 6-57 0,4 0-19 0,0 2-9 16,0 2 267-16,0-1-147 0,2 1-74 0,6 0-29 15,1 0 125-15,1-1-85 16,1 2-351-16,-2-4 133 0,1 0 66 0,-3-4 42 16,-1-2-518-16,0 1 271 0,-4 0 136 0</inkml:trace>
  <inkml:trace contextRef="#ctx0" brushRef="#br0" timeOffset="-52318.77">15009 15934 1296 0,'-16'0'0'0,"4"2"0"0,3 0 0 0,3-2 0 16,3 0 0-16,3 0 0 0,0 0 0 0,1 0 120 0,12 0-44 0,8-5-21 16,0-3 8-16,6-3 137 0,-2 3-83 0,3-1-43 0,-3 1-223 15,-2 3 91-15,0-3 53 0,-5 5 15 16,-1-2-430-16,-6 4 226 0,0-1 114 0,-3 2-383 15,-6 0 182-15,-2 0 128 0</inkml:trace>
  <inkml:trace contextRef="#ctx0" brushRef="#br0" timeOffset="-52149.66">15152 15784 846 0,'-7'-4'0'0,"1"4"0"0,0 0 0 0,1 2 0 0,-1 11 0 0,1 7 0 0,1 2 0 0,2 4 97 15,2 2-33-15,0 3 1 0,0 1 232 0,0-3-136 16,0-1-65-16,2-1-31 0,3-11 58 0,6 3-45 15,3-5-14-15,-1-7-190 0,4-3 79 0,0-4 40 16,2-3-347-16,-1-12 193 0,-1-6 105 0,1-8 41 0,-2 0-399 16,-1-5 201-16,0 0 62 15,-2-5 60-15,-1 1 18 0</inkml:trace>
  <inkml:trace contextRef="#ctx0" brushRef="#br0" timeOffset="-52042.95">15389 15641 872 0,'6'-15'0'0,"-1"8"0"0,-1 1 0 0,-1 3 0 0,3 3 0 0,-2 0 0 0,0 0 0 0,0 9 246 0,-1 4-107 0,3 0-45 15,-4 4-34-15,1 0 14 0,4-1-1 0,-4 2-40 16,5-2-194-16,-3-4 105 0,2 1 40 0,2-7 25 16</inkml:trace>
  <inkml:trace contextRef="#ctx0" brushRef="#br0" timeOffset="-51811.44">15588 15254 1571 0,'0'-7'0'0,"0"7"0"16,2 9 0-16,-1 14 0 0,1 9 0 0,-2 11 0 0,2 7 0 0,-2 4 0 0,0 10 493 0,0-14-230 0,2 10-115 0,-2-3 63 0,3 1-81 15,-1-4-53-15,-2-1-22 0,0-6 54 0,0-10-38 16,0 1-1-16,0-10-104 16,-5 1 29-16,-2-8 0 0,-4-2 38 0,-3-4-193 15,1-5 97-15,-4-4 56 0,2-5 16 0,-2-1-358 16,4 0 178-16,1-5 34 0,0-12-201 0,6-7 142 15,3-9 86-15,3-4-412 0,0-6 244 0</inkml:trace>
  <inkml:trace contextRef="#ctx0" brushRef="#br0" timeOffset="-51605.25">15823 15465 1481 0,'20'-2'0'0,"3"2"0"0,1 0 0 0,1 0 0 0,-5 2 0 0,5 9 0 0,-4 2 0 0,-2 6 0 0,1 2 461 0,-3 1-215 0,-2 6-98 0,-3 0-62 15,-5 4 119-15,-4 2-85 0,-3-2-44 0,0 0-67 16,0-1-7-16,-12-1 31 0,-7-3-63 16,-4 2 31-16,-4-3 1 0,-3-4 39 0,0-1-231 15,-2-6 112-15,4-4 55 0,4-5 28 16,2-5-400-16,1-1 192 0,8-1 38 16,3-12 69-16,8-11-298 0,2-7 181 0,5-4 90 15,9 1-307-15</inkml:trace>
  <inkml:trace contextRef="#ctx0" brushRef="#br0" timeOffset="-51422.74">16179 15354 1443 0,'7'-5'0'0,"-5"0"0"0,-2 4 0 0,0 1 0 0,-5 4 0 0,-10 12 0 16,1 7 282-16,-2 3-125 0,-1 6-54 0,2 10 245 0,4-3-158 16,5 2-78-16,6-7-40 0,0 4 391 15,0-3-207-15,14-3-116 0,2-3-53 0,7-7 13 16,0-1-33-16,3-4 0 0,4-5-342 0,0-3 151 15,2-5 78-15,-2-1-671 0,-3-3 375 0,-5 0 188 16,0 0 23-16,-3-7-369 0,-2-3 234 0</inkml:trace>
  <inkml:trace contextRef="#ctx0" brushRef="#br0" timeOffset="-51249.21">16360 15455 780 0,'0'0'0'0,"0"0"0"0,0 0 0 0,0 0 0 0,7 0 0 0,7 0 0 0,5 0 534 0,3 0-250 0,0 0-126 0,3 0 215 16,5 3-174-16,-3-2-84 0,1 1-254 16,-1-2 86-16,-6 2 51 0,4-2 14 0,-2 0-506 15,-7 0 263-15,-2 0 133 16,-5 0 64-16,-2 0-317 0,-5 0 174 0</inkml:trace>
  <inkml:trace contextRef="#ctx0" brushRef="#br0" timeOffset="-51071.68">16535 15215 1259 0,'-2'-2'0'0,"0"2"0"0,2 0 0 0,-2 13 0 0,2 6 0 0,-2 7 0 0,1 7 153 0,-1 7-59 15,2 4 411-15,-5 1-236 0,3-2-110 16,-1 12-67-16,-3-4 129 0,3-2-94 16,-1-3-47-16,-1-3-23 0,0-6-79 15,1 4 24-15,2-8 0 0,2-7 30 0,0-5-460 16,0-8 230-16,0-2 124 0,9-7-232 0,3-4-178 15,1 0 143-15</inkml:trace>
  <inkml:trace contextRef="#ctx0" brushRef="#br0" timeOffset="-50573.77">16938 15380 1199 0,'2'-3'0'0,"0"3"0"0,-2 0 0 0,0 7 0 0,-9 14 0 0,-10 3 0 0,1 6 429 0,-7 10-203 0,2-5-96 0,0 1-49 15,3-4 114-15,-2 2-81 0,1-2-33 0,1 0 87 16,-1-6-67-16,3-3-34 0,6-4 53 16,-1-5-44-16,5-2-14 0,2-5-7 0,2-2 36 15,3-2-30-15,-1-3 1 0,2 2-29 0,0-2-35 16,11 0 13-16,4 0 0 16,7 0 22-16,1 0 44 0,0 0-13 0,5-2-9 15,0-1-162-15,2 2 70 0,0 0 34 0,-1-4-216 16,-6 1 109-16,4-1 38 0,-5 1 38 0,-1-2-176 15,-5-2 94-15,0 1 26 0,-9 2 24 0,-1-5 16 16,-5 1 17-16,-1-3 0 0,0-1 1 0,-3 1 76 16,-10-5-46-16,-6-2 8 0,0-2-4 0,-1-1 1 15,-1-1-36-15,-2-2 88 0,5 6-44 0,-5-5 6 16,9 6-1-16,0 3 114 16,5 0-65-16,4 5-19 0,3 0-20 0,2 3 202 15,0 0-103-15,5 1-41 0,15-1-28 0,7 5 35 16,3-1-21-16,3 2-8 0,4 1-58 0,2 0 0 15,-4 0 28-15,1 6-137 0,-3 7 76 0,-2 1 28 16,-3 6-1-16,-5 1-134 0,-5 1 78 0,-3 3 15 16,-9-2 30-16,-1 7-25 0,-5-1 1 15,0-1-5-15,-7-3 30 0,-9 2 76 0,-2-2-40 16,-5-4 23-16,-3-3-28 0,0 0 9 16,-5-4-35-16,4-1-26 0,1-5 1 0,-4-3 57 15,11 0-20-15,-1-5-287 0,9 0 136 0,4 0 62 16,6-5 32-16,1-11-499 0,8-5 260 0,21-8 128 15,1 0 66-15</inkml:trace>
  <inkml:trace contextRef="#ctx0" brushRef="#br0" timeOffset="-50388.15">17605 15220 922 0,'4'-21'0'0,"-3"4"0"0,-1 6 0 0,0 1 0 0,-13 4 0 0,-9 5 0 0,-4 1 487 0,-5 4-227 0,0 20 161 0,6 0-186 16,-7 17-105-16,2 14-49 0,11 1 396 0,6 4-222 15,9-5-103-15,4 5-64 16,0-2 107-16,4-4-81 0,12-5-40 0,9-6 130 0,0-8-484 16,10 2 218-16,1-9 47 0,0-8-627 0,-6-3 338 15,2-4 168-15,-5-6 92 0,8 0-496 16</inkml:trace>
  <inkml:trace contextRef="#ctx0" brushRef="#br0" timeOffset="-50248">17947 15894 2085 0,'9'3'0'0,"4"2"0"0,-3-3 0 0,-5 0 0 0,-1-2 0 0,-1 0 0 0,-1 0 0 0,2 0 0 0,-2 0 763 0,2 0-369 16,-2 0-181-16,0-2-526 0,0-11 173 16,0 2 86-16</inkml:trace>
  <inkml:trace contextRef="#ctx0" brushRef="#br0" timeOffset="-45891.69">19517 15239 515 0,'0'-7'0'0,"0"3"0"0,0 1 0 0,0 1 0 0,0-2 0 0,0-2 0 0,0 3 236 15,0-1-101-15,0-2-51 0,2 3 128 0,0 1-89 16,-2-1-37-16,1 2-31 0,-1 1 58 0,0 0-40 16,0 0 0-16,0 0-40 0,0 0 48 0,0 9-48 15,-3 7-1-15,-9 6 50 0,1 4-25 0,-4-1 0 16,-2 8-30-16,-4 5 6 0,1-3-1 0,-1 3 1 15,-2-3-37-15,2 1 37 0,0-4 8 0,-2 0-8 16,2-1-19-16,3-7 18 16,2-8 1-16,3-1 0 0,2-5-4 0,1-2 3 15,3-5-10-15,3-1 31 0,1-2-4 0,3 0-20 16,0 0 9-16,0 0 15 0,0 0 5 0,3 0-26 16,12-4-107-16,2-1 52 0,6 1 33 0,5 2-6 15,1 0-43-15,0 2 30 0,5 0-9 0,0 0 37 16,0 4-37-16,0 4 32 0,1-1-17 0,-3 1-9 15,0-1-9-15,-4 0 27 0,-5-3-35 16,-3 2 31-16,-1-2-6 0,-8-3 6 16,1 2-17-16,-7-3 17 0,-1 0 6 0,-2 0-5 15,-2-4 120-15,0-11-58 0,-6-6-28 0,-5-2 0 16,0-4 95-16,-2-3-59 0,-3-5-18 0,0-6-58 16,0 4 9-16,0-3 22 0,1 5 26 0,-4-11-196 15,4 9 84-15,0 4 41 0,2 0-66 0,0 4 49 16,1 11 17-16,1 0-3 0,2 3-52 0,-1 4 34 15,4 3-13-15,1 3 1 0,1 2-2 0,2 2-11 16,2 1 37-16,0 0-158 0,0 0 74 16,0 0 38-16,8 4-7 0,4 4-326 15,4 2 186-15,1 0 93 0,5 1-204 0</inkml:trace>
  <inkml:trace contextRef="#ctx0" brushRef="#br0" timeOffset="-45654.36">19753 15380 677 0,'5'4'0'0,"2"0"0"0,0 0 0 0,2-3 0 0,3 1 0 0,3 2 0 0,2 1 451 0,1 2-209 15,5 1-105-15,0 4 160 0,0 3-132 0,-5-2-58 16,5 6-41-16,-7 0 51 0,-4 0-43 0,-3 1-20 16,-4 2-33-16,-3-1 20 0,-2 4-8 0,-2-3 0 15,-12 1 19-15,-5-4-20 0,-4 0 1 0,-3-2 8 16,0-5-32-16,0-2 0 0,-3-2 24 0,3-3-173 15,3-5 84-15,1 0 28 0,5 0 22 0,6 0-368 16,1 0 183-16,6-7 68 0,4-5-380 16,0 0 227-16,14-2 117 0,4 1 68 15</inkml:trace>
  <inkml:trace contextRef="#ctx0" brushRef="#br0" timeOffset="-45462.93">20123 15431 1794 0,'6'-9'0'0,"-4"5"0"0,0 0 0 0,-2 2 0 0,0 1 0 0,-5 1 0 0,-9 0 0 0,3 13 0 0,-5 6 0 0,6 3 273 0,-4 4-112 0,3 2-68 0,4 3 202 15,3 1-131-15,4-1-66 0,0-1-96 0,0 0 39 16,4-2-8-16,10-1 0 0,5-5-347 0,2-2 173 16,1-4 87-16,-1-4 52 0,7-5-231 0,-5-3 133 15,-1-4 67-15,1 0-642 0,0-3 312 0,-2-9 170 16</inkml:trace>
  <inkml:trace contextRef="#ctx0" brushRef="#br0" timeOffset="-45069.74">20390 15313 1160 0,'-2'-9'0'0,"0"2"0"0,1 5 0 0,-1 1 0 0,-2 1 0 0,2 6 0 0,-1 10 0 0,3 9 485 0,-3 3-225 0,3 7-106 0,0 7-65 16,0 0 156-16,0 1-106 0,0-2-53 0,3 0 292 15,6-7-164-15,2 0-95 0,1-4 1 0,0-9-43 16,3-3-23-16,0-5 1 16,0-4-141-16,0-6 56 0,3-3 31 0,-2 0 0 15,5-13-166-15,-4-8 98 0,0-4 59 0,-1-3 16 16,0-2-330-16,-2-3 160 0,0-5 24 0,-3-5-58 16,-2 7 73-16,1-13 49 0,-4 2 20 0,-1 3-88 15,0-1 55-15,-3 9 27 0,0-2 55 0,0 8 8 16,-2 10-36-16,0 4 0 0,0 3 350 0,0 6-175 15,0 5-96-15,0 2-35 0,-2 0 464 0,-2 13-229 16,3 13-72-16,1 5 28 0,0 4-76 16,0 12-51-16,0-2 150 0,1 2-32 15,8 0-193-15,-2 0 0 0,0-8 0 0,2 2 0 16,1-4 0-16,0 1 0 0,-3-10 0 0,2 1-170 16,-3-8 340-16,2-3-170 0,-3 0-709 0,0-9 437 15,1 0 82-15,-1-4-197 0,-2-2 169 0,3-2 97 16,-3-1-395-16,3 0 242 15,-3 0 120-15,6-9 61 0</inkml:trace>
  <inkml:trace contextRef="#ctx0" brushRef="#br0" timeOffset="-44878.17">20976 15401 1715 0,'0'0'0'0,"2"0"0"0,3 0 0 0,5 0 0 0,-1 0 0 0,6 0 0 0,1 3 0 0,5 0 670 0,4 2-318 0,0-1-160 0,3-1 82 16,0 0-120-16,-3 1-53 0,5-3-104 16,-9-1 36-16,1 0 0 0,-1 0-1 15,-5 0-488-15,-4 0 252 0,-1 0 115 0,-4 0-673 16,-1 0 387-16,-4 4 195 0</inkml:trace>
  <inkml:trace contextRef="#ctx0" brushRef="#br0" timeOffset="-44719.36">21085 15636 1481 0,'-8'9'0'0,"3"0"0"0,5 1 0 0,0-2 0 0,0-3 0 0,5-1 338 15,13 2-153-15,4-5-68 0,7 5 266 0,1-2-176 16,0-2-86-16,2 2-45 0,0-3 387 0,-9 2-206 16,2 0-117-16,-1-1-53 0,-3-2-282 0,-4 0 114 15,-2 0 57-15,-4 0-840 0,0 0 444 0</inkml:trace>
  <inkml:trace contextRef="#ctx0" brushRef="#br0" timeOffset="-34425.18">22199 15163 561 0,'0'-8'0'0,"0"3"0"0,0 0 0 0,-2 2 0 0,2-2 0 0,0-1 0 0,0-2 0 0,0 1 56 0,0-1 7 0,0 1 11 0,0-1-41 15,0-2 0-15,2 2-1 0,0-2-1 0,2 0 10 16,-3 3-8-16,1-3-1 0,0 1-34 0,0 0 34 15,0 0 1-15,-1-1-4 0,-1 1 4 0,0-1 0 16,0 0-1-16,0 1-23 0,0 0 20 0,0-1 2 16,-1 2-25-16,-3-2 17 0,0 0 4 0,-1 3 1 15,-1 0-10-15,1-1 14 0,-3 1-6 0,2 1 0 16,-1-2 13-16,0 3-13 0,-2-1 0 0,2 2 4 16,0 1 31-16,0-1 1 15,-2 0-33-15,2 2 24 0,0 0 0 0,1 0-8 16,1 2 8-16,-2 0-21 0,2 0 1 0,1 0 0 15,-1 0 5-15,1 0 3 0,1 6-9 0,-4 2 1 16,4-1-13-16,-1 0 13 0,-1 3 0 0,1-1 19 16,-2 0-19-16,3 3-1 0,-2-1 1 0,0 0 24 15,1 2-24-15,0 1 8 0,1-1 11 0,-1 2-19 16,2 0-1-16,-1 0 1 0,-2 0 40 16,3 0-32-16,0 2-8 0,1 1 0 0,-1-2 40 15,2 0-40-15,-2 4-1 0,2-2 30 16,0 2-29-16,0 1-1 0,0 0 1 0,0 2-26 15,0-1 8-15,0 4 18 0,0-3-39 0,0-2-2 16,0 3 41-16,0-1-8 0,2 0-29 0,0-2 24 16,-1 3 6-16,1-2-15 0,0 1-10 0,-2-2-12 15,0 3 35-15,0-2-1 0,0 0-5 0,0 1-6 16,0 0 4-16,0-1 10 0,0 1-5 16,0-2-2-16,0 1-2 0,0 1 2 15,0-5 0-15,0 5 0 0,0-4 4 0,0 2-4 16,0-2 0-16,-2 4 0 0,-1-2 10 0,-1 2-10 15,0-1 4-15,-1-1 11 0,-1-1-15 0,-2 0 0 16,3 0 0-16,-3-2-8 0,1-2 14 0,-3-2-4 16,3 1-13-16,-2-5 12 0,1 1-1 0,-2-4 1 15,3-1-24-15,-2 0 22 0,2-2 0 0,-3-2 156 16,1 0-174-16,1-2 0 0,-2 0 0 0,3 0 0 16,-2 0 0-16,0 0 0 15,1-4 0-15,-3-6-212 0,3 3 178 0,0-7 19 16,1 2-218-16,1-4 105 0,1-3 59 0,1-1 16 15,2-3-392-15,2 1 211 0,0 0 100 0,0-1 51 16,0 1-251-16,4 1 150 0</inkml:trace>
  <inkml:trace contextRef="#ctx0" brushRef="#br0" timeOffset="-32722.62">22226 15857 103 0,'-2'-1'0'0,"0"-1"0"0,-1 0 0 16,1 0 0-16,-1 0 0 0,1 2 149 0,-2-2-58 0,2 0-30 0,1 1 9 0,1 1 2 0,-2 0-1 15,2 0-38-15,0 0 28 0,0-4-28 0,0 4 7 16,0 0-7-16,0 0 25 0,0 0-25 0,0 0 0 16,0 0 5-16,0 0 3 15,0 0-9-15,0 0 1 0,0 0 23 0,0-1 0 16,0 1-23-16,0 0 8 0,0 0 11 0,0 0-20 15,0 0 1-15,0 0 3 0,0 0-4 0,0 0 9 16,0 0-8-16,0 0-16 0,0 0 16 0,0 0 0 16,0 0-13-16,0-1 13 0,0 1-1 0,0-3 1 15,0 3-27-15,2-1 26 0,-1-1 1 0,1 0-3 16,2 0-9-16,1 0 8 16,2 1-2-16,-2-4-17 0,1 4 23 0,1-1-5 15,0 1-1-15,3-2-34 0,1 2-1 0,0 1 33 16,-1 0-22-16,3 0-6 0,-1 0 19 0,-1 4 4 15,1 0-9-15,-2 4 8 0,0-2-1 0,0 0-1 16,-1 3 11-16,-2-1-11 0,0-1-1 0,-1 2-9 16,-3-5 15-16,2 1-5 0,-3 1 2 0,1-2-15 15,-1-1 15-15,0 2-1 16,0-2-20-16,0 1-4 0,-2-1 19 0,2 3 3 0,-2 1 1 0,0 1-3 16,0 0 0-16,0 2-1 15,0-2-14-15,0 4 13 0,0 1-1 0,0 1-41 16,0 1 43-16,-2-2-2 0,-2 2-1 0,-1-1-25 15,-4 1 24-15,2-5 0 0,0 0-31 0,-4 1-2 16,1-4 26-16,-3 1 4 0,1-2-48 0,-2-3 22 16,1 1-9-16,-3-1 28 0,2-3-37 0,0 0-1 15,0 0 28-15,0 0-69 16,5 0 29-16,-2 0 2 0,1 0-43 0,3-1 38 16,3-1 9-16,0-2 1 0,2 1-248 0,2-3 133 15,0-2 64-15,6 1 31 0,8-1-337 0</inkml:trace>
  <inkml:trace contextRef="#ctx0" brushRef="#br0" timeOffset="-32451.22">22565 15834 789 0,'2'-15'0'0,"0"2"0"0,-2 5 0 0,0-2 0 0,0-3 0 0,-4 3 0 0,-1 2 0 0,-3 1 106 0,-1 4-36 0,0-1 0 0,-2 2-37 15,1 2 68-15,-1 0-26 0,-1 3-7 0,1 9 24 16,0 4-29-16,-3 7-1 0,5 0-29 0,2 2 102 16,-1 6-56-16,4-1-23 0,4 2 0 0,0 0 80 15,0-2-53-15,0-5-16 0,5 4 24 0,9-6-29 16,2-4-1-16,4-5-28 0,-1 0-36 0,1-4 44 16,6-2-8-16,-1-3-1 15,-4 0-205-15,3-3 103 0,-4 0 51 0,1 0-470 16,-2-2 244-16,0 0 83 0,-3 0 74 0</inkml:trace>
  <inkml:trace contextRef="#ctx0" brushRef="#br0" timeOffset="-31880.1">22346 15102 755 0,'-8'-7'0'0,"2"-1"0"0,1 2 0 0,-1-2 0 0,3-2 0 0,-4 1 0 0,3-1 0 0,4-1 0 0,0-1 100 15,0 3-25-15,0-2-8 0,2-1 24 0,10 2-29 16,-1-1 0-16,5 1-29 0,-2 3 38 0,2 0-8 16,-2 4-30-16,4 1 0 0,-4 2 39 0,0 0-39 15,0 2 8-15,-3 9-2 0,1 5-7 0,-3 2 1 16,0 5-17-16,-4 1 16 16,-3 1 9-16,0 6-8 0,-2 1-3 0,0 1 2 15,-4-1 1-15,-6-3 0 0,3-3-25 0,-6 2-8 16,3-9 26-16,-1 0 5 0,-3-4-67 0,2-3 30 15,-3-7-2-15,-2-1-32 0,1-4 24 0,2 0 0 16,-4 0-63-16,5-7-61 0,1-6 57 0,2 1 41 16,1-2-221-16,3 4 118 0,4-4 40 0,2 2 37 15,0-2-146-15,0 3 95 16,9-2 43-16,9-3-180 0</inkml:trace>
  <inkml:trace contextRef="#ctx0" brushRef="#br0" timeOffset="-31656.7">22633 14913 698 0,'-4'-6'0'0,"-8"4"0"16,1 1 0-16,-3-1 0 0,0 2 0 0,0 0 0 0,0 0 276 0,3 9-122 0,-1 4-61 0,5 4-21 16,1 1 110-16,3 7-75 0,3 0-37 0,0 0 0 15,0 2 8-15,5-5-15 0,9 8-8 0,-1-5-52 16,1-2-1-16,4-2 31 0,1-1-55 0,-1-6 35 15,5 3-8-15,-6-5 28 0,1 1-240 0,1-5 120 16,0-1 21-16,-4-3 4 0,1-2-318 0,-2-2 180 16,-1 0 51-16,1 0-199 0</inkml:trace>
  <inkml:trace contextRef="#ctx0" brushRef="#br0" timeOffset="-31478.17">22757 15005 1006 0,'-6'0'0'0,"1"2"0"0,2-2 0 0,1 2 0 0,2-2 0 0,0 0 0 0,2 0 182 0,10 0-79 0,3 0-35 16,4 0 87-16,0 0-61 0,-1 0-31 0,1 0 9 15,1 0-10-15,1 0 0 0,-2 0-29 0,-2 0 0 16,-2 2-237-16,-4 1 126 16,3 1 52-16,-5-1-354 0,-4 2 206 0,1-2 45 15,-1 1-332-15</inkml:trace>
  <inkml:trace contextRef="#ctx0" brushRef="#br0" timeOffset="-31266.23">22881 14843 857 0,'-8'0'0'0,"3"0"0"0,0 0 0 0,4 0 0 0,-1 4 0 0,2 5 0 0,0 4 214 0,0 4-95 0,0 4-43 0,0 3 193 16,0 4-119-16,0 2-58 0,0 2-30 0,0 2-7 15,0-2-23-15,-2 0 1 0,0-1-207 0,0-2 103 16,0-4 60-16,1 4 18 0,1-8-152 16,0 0 89-16,0-3 45 0,0-7-403 0,0-2 201 0,0-3 37 15,3-6 74-15,8 0-161 0</inkml:trace>
  <inkml:trace contextRef="#ctx0" brushRef="#br0" timeOffset="-30705.2">23150 14958 786 0,'3'0'0'0,"1"0"0"0,-2 0 0 0,0 0 0 0,-1 0 0 0,-1 0 0 0,0 1 141 0,0 5-53 0,-5 4-28 0,-4 1 0 16,-5 7 122-16,1-1-79 16,-2 4-34-16,0 2-10 0,-2-1-27 0,1 0 1 15,2-4 8-15,-1-1-73 0,0 0 33 0,0-4-1 16,3-1 41-16,3-3-9 0,2-4 9 0,2-1-8 15,1-1 52-15,2-3-27 0,-1 0-20 0,3 0-10 16,0 0 57-16,0 0-31 0,5 0 10 0,6 0-54 16,3 0 23-16,4-1 0 0,1-3 8 0,1 2-39 15,3 1 31-15,-2 1-1 16,0 0-41-16,0 0 20 0,0 0 9 0,-1 3 13 16,0 2-116-16,-3 1 54 0,-3-3 13 0,-1 4 0 15,-3-5-31-15,-1-1 27 0,-5 1 2 0,0-2-40 16,-3 3 21-16,1-3-1 0,-2 0 7 0,0 0 85 15,-3-8-35-15,-5-3 1 0,-3-2 6 0,0-3-32 16,-2-1 4-16,-3-4-2 0,2 1-42 0,-2-1 21 16,4 0 9-16,1 4 14 0,-3-1-40 15,3 1 0-15,4 4 38 0,-2 4-11 16,6 0-1-16,-1 1 5 0,4 2 121 0,0 2-58 16,0 1-34-16,12 1 0 0,4 0 33 0,4-1-25 15,8 2 16-15,-1 1-37 0,3 0 28 0,3 0 1 16,-4 1-1-16,4 7-12 0,-6 1-37 0,2 3 1 15,-3-1 35-15,-3 3-26 0,-7-2-6 0,2 4 30 16,-6-2-28-16,-2 4 40 0,-4-2-32 0,-4 3 10 16,-2-2 53-16,0 0-23 0,-8-1-1 15,-5 2-27-15,-4-3 60 0,-6-3-26 16,1 3 9-16,3-8-30 0,-9 2-92 0,4-5 43 16,-1-1 8-16,5-1-92 0,-1 0 59 0,5-2 34 15,4 0 4-15,3 0-382 0,5 0 165 0,4-2 102 16,0-3-281-16,7-1 179 0,13-3 104 0</inkml:trace>
  <inkml:trace contextRef="#ctx0" brushRef="#br0" timeOffset="-30487.79">23715 14984 1113 0,'1'-13'0'0,"-1"4"0"0,0-5 0 0,0 3 0 0,-3 2 0 0,-6-1 0 0,-5 7 207 0,1 1-79 0,-2 2 97 0,0 0-97 15,-6 11-47-15,3 11-24 0,0 7 171 0,-1 8-101 16,7-5-48-16,3 6-22 0,5-4 73 0,4 1-49 16,0 0-15-16,7-5-9 0,11-1 81 0,5-5-52 15,2 0-27-15,3-6-66 16,0-6 8-16,3 1 31 0,-3-6-159 0,0-6 80 16,-3-1 40-16,4 0 0 0,-6 0-748 0</inkml:trace>
  <inkml:trace contextRef="#ctx0" brushRef="#br0" timeOffset="-20891">24189 15215 778 0,'-9'-2'0'0,"2"-5"0"0,2 3 0 0,3 2 0 0,-2 1 0 0,1-3 0 0,0 0 0 0,1 2 63 0,2-1-31 0,-2 0 1 16,2 2 0-16,0 1 170 0,0 0-76 0,0 0-52 15,0 0 115-15,4 4-79 16,2 10-39-16,3 6 0 0,-3 3 75 0,1 7-62 16,-2 2-26-16,2 4 114 0,-4 0-71 0,-1 1-34 15,0 3 8-15,0-3-9 0,-2 3 1 0,0 3-36 16,0-2-74-16,0-2 37 0,-4-4 8 0,-1 5 30 15,1 0-89-15,-2-4 44 0,4-3 22 0,0-8-249 16,0-4 134-16,2-8 24 0,0-6 45 0,0-4-354 16,0-3 180-16,0-3 84 15,2-23 38-15,0-2-273 0,3-7 165 0,2-10 81 0</inkml:trace>
  <inkml:trace contextRef="#ctx0" brushRef="#br0" timeOffset="-20649.63">24150 15197 890 0,'-5'-14'0'0,"3"7"0"0,2 1 0 0,0 1 0 0,0-3 0 0,7 1 0 0,11 1 363 0,6 0-165 0,0 2-82 0,1 3 96 0,-1 1-82 0,6 0-52 15,-3 4-23-15,-3 7 127 16,-2 4-75-16,-3 1-37 0,-6 2 9 0,-1 1-69 16,-3 4 1-16,-5 2 22 0,-3 0-30 0,-1 1-1 15,0-4 39-15,-12 4-8 0,-7-1-23 0,2-4 22 16,-6-1 1-16,-1-3-27 0,1-4 33 0,-7 1-7 15,6-6-47-15,-2-5-111 0,4-1 62 0,2-2 38 16,3 0 17-16,2 0-344 0,6 0 156 0,3-4 91 16,6-6 19-16,0-1-341 0,4 0 189 0,19-5 108 15</inkml:trace>
  <inkml:trace contextRef="#ctx0" brushRef="#br0" timeOffset="-20373.29">24804 15215 1381 0,'-8'-11'0'0,"1"4"0"0,-2 1 0 0,-5 1 0 0,2-2 0 0,-2 4 0 0,-1 1 0 0,-2 2 0 0,2 0 196 0,-2 0-81 0,1 8-41 0,-2 7 183 15,0 4-116-15,1 4-55 0,4 4-26 0,3 2 69 16,1 4-48-16,5-1-16 0,4 1-8 0,0 0 92 15,0-1-58-15,4-1-29 0,9-4-55 0,-1-1 34 16,6 0-9-16,1-3 1 0,-2-2-234 0,1-2 117 16,2-3 59-16,-4-3-384 0,3-1 181 0,-3-3 116 15,2-3 7-15,-1-4-186 16,-4-2 129-16,0 0 56 0,0 0 41 0,-2-2-314 16</inkml:trace>
  <inkml:trace contextRef="#ctx0" brushRef="#br0" timeOffset="-20125.97">24812 15332 1004 0,'-7'-10'0'0,"6"4"0"0,1 1 0 0,0-1 0 0,0 1 0 0,1 0 0 0,11 3 0 0,5-2 377 0,2 4-172 0,2 0-86 16,1 0 156-16,0 0-126 0,-1 11-58 16,2 2-29-16,-5 4 8 0,-2 2 1 0,-5 0-30 15,0 5-9-15,-4-2-27 0,-2 2 28 0,-3 1 0 16,-2 0-28-16,0-5 9 0,-12 5 19 0,-1-3 0 15,-5-1-34-15,-1-5 34 0,-1-1 8 0,-4-2-143 16,0-2 64-16,-1-4 15 0,4-4 20 0,-1-1-295 16,0-2 146-16,3 0 60 0,1 0 41 15,9-4-220-15,6-9 120 0,3-1 55 16,0-7-299-16,10-4 186 0,15-5 87 0</inkml:trace>
  <inkml:trace contextRef="#ctx0" brushRef="#br0" timeOffset="-19920.51">25161 15215 1333 0,'4'-5'0'0,"-1"2"0"0,-1 2 0 0,-2-1 0 0,0 0 0 0,0 2 0 0,-5 0 0 0,-5 0 229 0,0 5-98 0,1 11-49 0,-2 4 216 16,2 1-124-16,-3 8-75 0,5 0-33 0,3 1 105 16,1 2-69-16,3 0-34 0,0-5 0 0,0 5-7 15,5-5-28-15,8-2 0 0,3-2-78 0,0-3 38 16,-1-3 9-16,4-4-253 0,0 0 141 0,0-6 72 15,-1-1 35-15,-1-1-535 0,2-5 253 0,-2 0 98 16,-3 0 76-16,4 0-324 0,-4 0 201 16</inkml:trace>
  <inkml:trace contextRef="#ctx0" brushRef="#br0" timeOffset="-19742">25487 15508 768 0,'5'4'0'0,"0"0"0"0,2 7 0 0,-1-4 0 0,-2 3 0 0,-2 3 171 0,0 2-70 0,0 0-25 0,-2 3 325 16,0 2-184-16,0 0-92 0,-6 1-46 0,-4 1 137 16,1-3-96-16,-3 2-44 0,2-5-21 0,-3 2-119 15,1-5 48-15,1-2 33 0,-1-2-337 0,5-3 177 16,0-3 88-16,3-3 44 16,2 0-222-16,2-5 76 0</inkml:trace>
  <inkml:trace contextRef="#ctx0" brushRef="#br0" timeOffset="-19543">25636 15352 1827 0,'0'0'0'0,"0"0"0"0,4 0 0 0,2 2 0 0,-3 2 0 0,3 3 0 0,1 0 0 0,1 1 277 15,1 4-121-15,1 0-62 0,5-2 60 0,-2 2-53 16,0-1-38-16,2-1-95 0,-2 4 33 0,1-2-1 15,0-3 33-15,0 0-431 0,-3 1 212 0,2-3 109 16,-2-2 55-16,0-2-596 0,3-3 208 0</inkml:trace>
  <inkml:trace contextRef="#ctx0" brushRef="#br0" timeOffset="-19350">25974 15295 537 0,'-2'-6'0'0,"0"5"0"0,2 1 0 0,0 0 0 0,0 0 0 0,-2 0 464 0,1 12-207 0,-3 3-116 0,-2 7 324 16,-3 4-216-16,-1 4-108 0,-4 11-55 0,-2-7 117 16,-2 11-89-16,1-1-41 15,-3-1 0-15,0 0 19 0,1 1-30 0,3-7 8 16,-5 7-219-16,5-11 91 0,4-3 45 0,3-5-416 16,1-3 239-16,4-3 107 0,0-9 49 0,2 2-606 15,2-6 293-15,0-6 157 0</inkml:trace>
  <inkml:trace contextRef="#ctx0" brushRef="#br0" timeOffset="-19136.51">26012 15166 860 0,'11'-11'0'0,"4"7"0"0,1 4 0 0,4 0 0 0,-5 0 0 0,4 6 583 0,-3 5-279 16,5 7-136-16,-2 6 383 0,-2 4-260 0,2 2-129 15,-5 2-56-15,-2 5 142 0,-3 6-108 0,-5-1-53 16,-2 1-27-16,-2 0-46 16,0-7 27-16,-11 11-9 0,-6-6-246 0,-2 0 124 0,-5-1 61 0,-3-3 31 15,0-3-624-15,-6 6 323 16,3-7 89-16</inkml:trace>
  <inkml:trace contextRef="#ctx0" brushRef="#br0" timeOffset="-16987.63">26687 14979 483 0,'0'-11'0'0,"1"1"0"0,1 0 0 0,0 1 0 0,0 1 0 0,0 1 0 0,1-1 0 0,-2 3 0 0,2 1 0 0,-1 2 108 0,0 1-29 0,-1 1-9 16,3 0-37-16,0 0 65 0,2 5-32 0,-1 6 8 16,3 5 64-16,-3 2-52 15,1 7-27-15,-3 3 40 0,2 2-33 0,-3 4 8 16,0 6-42-16,-2 3 81 0,0 0-40 0,0 5 0 16,0 4-40-16,0 3 41 0,-4 2-7 0,-1-5-34 15,4-4-1-15,1-11-35 0,0-1 36 0,0-13 8 16,0 4-35-16,0-5 26 0,0-8 1 0,1-3 0 15,2-6-27-15,-1-1 8 0,-2-4 14 0,0 0-36 16,0 0 9-16,0-1 0 0,0-11 7 16,0-3 52-16,-5-6-9 0,-2-3-29 15,2-2-138-15,-3 0 66 0,1-3 29 0,-3-1 4 16,-2 1-159-16,4 1 87 0,-4 3 30 0,1 7 26 16,-2-2-71-16,-2 4 37 0,0 4 10 0,-3 5 80 15,2 5-31-15,-3 2-1 0,-3 0-37 0,7 15 97 16,-5 7-39-16,4 5-21 0,1 0 23 0,4 3 226 15,1 1-103-15,5-5-68 0,5 0 203 0,0-1-122 16,0-2-48-16,5-3-35 0,9-1-1 16,2-6 7-16,1 0-40 0,3-5-174 15,7-1 87-15,-2-5 43 0,-4-1 22 0,1-1-143 16,0 0 74-16,0 0 44 0,2-3-538 0,0-8 266 16,-4 1 92-16,0-1 72 0,4-4-343 0</inkml:trace>
  <inkml:trace contextRef="#ctx0" brushRef="#br0" timeOffset="-16748.77">26910 15268 1007 0,'3'-12'0'0,"3"7"0"0,3-1 0 0,3 2 0 0,-1 2 0 0,3 1 0 0,2 1 418 0,1 0-193 0,5 11-96 16,-5 4-40-16,3 5 150 0,-2 3-103 0,-3 4-52 15,-4 2 2-15,0 3-26 0,-5 0 7 0,-2 2-34 16,-2-2-52-16,-2-2 26 0,0-2 0 0,-8 0-56 15,-3-7 48-15,-6 4 14 0,-2-9-1 0,-2-1-107 16,-1-3 64-16,-2-3 2 0,0-5 31 16,-3-1-273-16,0-3 131 0,3 0 40 15,4 0 42-15,-1-2-145 0,4-1 77 0,5-3 51 16,5-1-241-16,3-3 142 0,4-3 70 0,0-1 36 16</inkml:trace>
  <inkml:trace contextRef="#ctx0" brushRef="#br0" timeOffset="-16529.35">27356 15183 989 0,'2'-12'0'0,"-2"6"0"16,0-1 0-16,0 3 0 0,-13-2 0 0,-3 2 0 0,2 0 402 0,-5 2-185 0,1 2-92 0,-1 0 85 0,-4 7 4 16,5 6-82-16,-6 8-54 0,5 2 41 0,5 7-43 15,2 0-22-15,3 5 91 0,4 2-48 0,5-2-36 16,0 1-1-16,2-3 69 0,13 2-48 0,5-7-24 15,8-2 8-15,6-2-66 0,2-3-1 0,4-6 35 16,-2-2 0-16,-3-1-395 0,3-1 206 0,-2-1 81 16,1 4-339-16,-2 3 166 15</inkml:trace>
  <inkml:trace contextRef="#ctx0" brushRef="#br0" timeOffset="-4064.86">5992 16612 605 0,'0'-2'0'0,"0"1"0"0,0-1 0 0,0 2 0 0,0 0 0 0,0 0 0 0,0 0 33 16,0-2 94-16,0 2-52 0,0 0 118 16,0 0-81-16,0 0-39 0,0 0-1 0,0 0 31 15,0 0-39-15,0 0 0 0,0 0-31 0,0 0 32 16,0 0-32-16,-1 0 8 0,-5 0 27 0,-4 10-35 0,-3 5-35 16,-2 6 0-16,-2 0 35 0,4-2 8 0,-8 3-214 15,8-4 99-15,-4 0 52 0,1 0 9 0,3-4-352 16,-1-2 164-16,1-3 96 0,1-2 22 0,3 1-223 15,3-5 136-15,-1 2 69 0</inkml:trace>
  <inkml:trace contextRef="#ctx0" brushRef="#br0" timeOffset="-3881.36">5718 16917 388 0,'-8'7'31'0,"4"4"-1"0,2 1 404 16,-1-5-363-16,1-1 0 0,0-3-38 0,1-1 448 15,1 1-427-15,0-3 0 0,1 1-21 0,11-1 135 16,8 0-68-16,1-1-25 0,7-7-9 0,0-1-33 0,-2-1 86 15,2 1-43-15,0 3-21 0,-4 0-96 16,4 3 32-16,-8 1 22 0,2 0-1 0,-3 2 21 0,-2 0-302 16,-3 0 160-16,-4 2 66 0,1 2-478 0,-6 0 225 15,-1-1 139 1,-3-2 27-16,-1-1-271 0</inkml:trace>
  <inkml:trace contextRef="#ctx0" brushRef="#br0" timeOffset="-3692.86">5878 16746 330 0,'-10'3'0'0,"5"3"0"0,0 6 0 0,5 1 0 0,0-2 423 16,0 4-195-16,0 2-90 0,0 5-56 0,2 3 144 15,8 1-96-15,-2 2 149 0,-1 2-123 0,2 2-91 16,1 2-35-16,-2 0 3 0,0-1 0 16,-2 3-456-16,0-1 430 0,0-2 33 0,-2-2-7 0,-3-1-741 15,1-3 724-15,0-4 16 0,-2-5-39 0,0-5-192 16,0-1 54-16,-2-9 60 0,-3-3 3 15</inkml:trace>
  <inkml:trace contextRef="#ctx0" brushRef="#br0" timeOffset="-3551.76">5858 16976 1256 0,'0'12'0'0,"-3"1"0"0,-2 4 0 0,-3 0 0 0,-3 6 0 0,-1-1 0 0,1 3 0 0,1-3 187 16,-3 9-81-16,4-8-37 0,2-2 0 0,-1 1-36 0,2-3-217 15,5-4 117-15,0-3 46 0,1-3 27 0,0-5-463 16,0-2 17-16</inkml:trace>
  <inkml:trace contextRef="#ctx0" brushRef="#br0" timeOffset="-3386.11">5940 17022 623 0,'3'0'0'0,"4"0"0"0,3 5 0 0,-1 5 0 0,-3 1 0 0,1-1 0 0,2 2 511 15,-1 2-35-15,-2 0-214 0,1 1-118 0,1 1-334 16,-2 1 183-16,2-2 1 0,-3-2 39 0,3 0-912 16,-2-4 849-16,-1 1 27 0,0-5 0 0,1-3 25 0,1 0-307 15</inkml:trace>
  <inkml:trace contextRef="#ctx0" brushRef="#br0" timeOffset="-3023.88">6129 16761 875 0,'4'1'0'0,"2"5"0"0,0 1 0 0,-3 4 0 0,2-1 0 0,-4 0 358 16,0 1-166-16,-1 2-80 0,0-2-40 0,3 3 12 15,-3-3-25-15,1-2 7 0,-1 1-33 0,2-5-360 16,-2-1 180 0,0-2 90-16,0-2 44 0,0 0-333 0,0 0 59 15,-6-6 142-15,-1-5 71 0,-5-2 35 0,2-2-32 16,-4-6-9-16,-1-2 48 0,2 2-1 0,3 2 177 15,3-2-89-15,2 4-52 0,4 3-13 0,1 3 283 16,0-2-153-16,1 6-53 0,11-1-44 0,6 4 236 16,6-1-122-16,2 3-33 0,0 0-35 0,2 2 16 15,1 0-25-15,-4 9 7 0,2 5-29 16,-5 0-5-16,-8-1-166 0,3 3 163 16,-5-1 3-16,-7 0 8 0,-2 0-46 15,-3 2-1-15,0-4 39 0,-7 2 0 0,-8-3 67 16,-1 1-62-16,-2-5-8 0,-4 0-17 0,3 0 12 0,0-4 45 15,4-1-22-15,6-1 1 0,-3-2-25 0,7 0 18 16,1 0-15-16,3 0 15 0,1 0-13 16,0 0 33-16,0 0-175 0,3 0 71 0,4 0 36 0,5 0-1895 15,-1 0 1765-15</inkml:trace>
  <inkml:trace contextRef="#ctx0" brushRef="#br0" timeOffset="-2844.36">6191 17059 1360 0,'0'8'0'0,"-3"1"0"0,-3 2 0 0,2 0 0 0,-2 1 183 0,2 1-74 0,2 2-39 0,2 2 238 15,0 2-138-15,0-2-60 0,0 1-279 16,0-1 101-16,2-2 50 0,2 2 26 0,2-9-1 16,0 1-557-16,-1-3 284 0,2-2 145 15,-1-4 72-15</inkml:trace>
  <inkml:trace contextRef="#ctx0" brushRef="#br0" timeOffset="-2707.73">6336 17080 1869 0,'6'0'0'0,"-1"0"0"0,3 4 0 0,-5 2 0 16,1 4 0-16,0 2 60 0,0 1-1 0,-1 2-27 0,3 0 1 0,-3 2 8 0,1 2 83 16,2-2-45-16,-2-1-24 0,2 0 1 0,-1-1-1266 15,2-6 1197-15,-1 1 19 0,2-5 0 16,-1-3-1009-16,2-2 950 0</inkml:trace>
  <inkml:trace contextRef="#ctx0" brushRef="#br0" timeOffset="-2525.22">6586 16672 1817 0,'7'-3'0'0,"2"1"0"0,-3 2 0 0,1 0 0 0,-6 12 63 0,1 2-8 0,-2 8-22 0,0 3 146 16,-8 4-77-16,-4 4-35 0,0-1 9 0,-2 0-80 15,3-2 0-15,0-2 37 0,3-7-1 0,2-3-482 16,3-7 250-16,1-1 112 0,2-8 61 16,0-2-674-16</inkml:trace>
  <inkml:trace contextRef="#ctx0" brushRef="#br0" timeOffset="-2390.58">6717 16573 751 0,'11'0'0'15,"8"0"0"-15,-4 7 0 0,0 4 0 0,-2 5 542 0,1-1-258 0,0 0-126 0,-1 2-63 0,0 1 129 0,-1-3-164 16,1 2 9-16,-2 1-36 0,2-4-1 0,-3-1-549 16,2 0 274-16,-3-3 138 0,-4-1 77 15,2 1-641-15</inkml:trace>
  <inkml:trace contextRef="#ctx0" brushRef="#br0" timeOffset="-2064.84">6670 16935 618 0,'0'0'0'0,"0"0"0"0,0 0 471 16,2 0-388-16,9 0-29 0,2 0-1 0,4 0 352 16,2 0-339-16,5 0-33 0,-3 0 8 0,9 0-8 15,-3 8 28-15,-3 3 1 0,3 5-29 16,-6 2-1-16,-3-1 9 0,2 7-54 16,-6 1 22-16,-4 3-14 0,-1 0 0 0,-8 3-81 15,1 0 106-15,-2 1 13 0,0-5 0 0,0-6-464 16,-8-3 411-16,-1-3 37 0,0-8-25 0,-5-1 15 0,3-6-341 15,-2 0 155-15,2-10-34 16,-4-14 90-16,1-3 37 0,0-4 31 16,-2-8-1-16,5 7-79 0,0-1 51 0,0 3 25 0,3 12-7 0,-1-1 33 0,1 9 221 15,2 3-111 1,-2 4 336-16,-2 3-222 0,2 0 499 16,-1 7-568-16,-2 14-98 0,0 1-5 0,-4 4 57 15,1 6-22-15,-2 4 8 0,-4 6-29 0,6-12 0 16,-4 5-199-16,5-5 100 0,-4-3 49 0,8-10 33 0,2-2-480 15,5-5 249-15,2-5 123 0</inkml:trace>
  <inkml:trace contextRef="#ctx0" brushRef="#br0" timeOffset="-1896.26">7190 16875 2117 0,'0'5'0'0,"3"9"0"0,2-2 0 0,-2 5 0 0,-3 0 0 0,0-2 0 0,0 3 0 0,0-3 169 0,-3-4-59 0,1-1-342 0,0-3 133 0,2-1 65 0,0-3-642 16,0-3 324-16,0 0 156 0,0 0 87 15</inkml:trace>
  <inkml:trace contextRef="#ctx0" brushRef="#br0" timeOffset="-1612.33">7131 16744 1469 0,'-3'-11'0'0,"3"3"0"0,3 3 0 0,9-3 0 0,8 0 0 0,4 3 0 0,3-1 0 0,5 4 122 0,1 1 159 16,0-2-233-16,-3 3-16 0,0 0 1 16,-2 6-61-16,-1 5 31 0,-4 0-1 0,-7 3 39 15,0-2-289-15,-6 3 141 16,-4 1 69-16,-3 3-214 0,-3-1 133 0,0 2 72 16,-18 2 30-16,-5-1-34 0,2-3 24 0,-6-3-53 0,0 0 24 15,3-5-9-15,-8 1 274 0,4-5 55 0,9-1-145 16,-1-3-68-16,4-1-36 0,7-1 389 15,3 0-195-15,1 0-69 0,5 0-54 0,0 0-27 0,5 0 0 16,10-3 8-16,10-4-34 0,0 2-1 0,2-2-82 16,0 0 41-16,0 4 21 0,-5 0 8 15,2 0-340-15,-5 1 177 0,-1 2 88 0,-7 0 42 16,0 0-524-16,-6 0 217 0,-1 0-8 16,-3 0 148-16,-1 2 74 0,0 0-177 0,-9-2 125 0</inkml:trace>
  <inkml:trace contextRef="#ctx0" brushRef="#br0" timeOffset="-1436.29">7280 16411 1262 0,'5'-1'0'0,"0"1"0"0,4 5 0 0,0 16 0 0,-2 7 0 0,1 7 562 0,-5 14-269 0,2 13-130 16,-3 2-65-16,1 2 252 0,-3 1-158 15,0-6-72-15,0 14-47 0,0-6-1 0,0 1-207 0,-5 2 83 16,-2-4 43-16,3-11 29 0,-1-1-231 0,2-18 122 15,3-8 60-15,0-11 32 0,0-5-571 0,0-8 245 16,3-6 166-16</inkml:trace>
  <inkml:trace contextRef="#ctx0" brushRef="#br0" timeOffset="-1262.62">7607 16570 2042 0,'9'-7'0'0,"1"6"0"0,0-1 0 0,-5 2 0 0,-2 0 0 0,-3 10 86 0,0 11-27 0,-8 8 0 0,-8 7 39 0,3-1-24 16,-6 9-9-16,5-11-32 0,-2 5-236 16,3-3 117-16,1-1 60 0,1-3 37 0,4 0-634 15,5-8 318-15,2-10 159 0,0-4 78 0</inkml:trace>
  <inkml:trace contextRef="#ctx0" brushRef="#br0" timeOffset="-1128.98">7593 16813 988 0,'3'-2'0'0,"3"2"0"0,-1 0 0 0,-1 6 0 0,-1 7 0 0,-2 2 0 0,-1 8 439 0,0-1-196 16,0 8-108-16,0 4-52 0,0 0 87 16,-1 0-69-16,-4 0-34 0,0-6 8 0,2 4-382 0,0-10 170 15,1-1 84-15,2-8-238 0,0-4 162 0,0-4-493 16,0-5 304-16</inkml:trace>
  <inkml:trace contextRef="#ctx0" brushRef="#br0" timeOffset="-996.33">7602 16830 928 0,'12'-23'0'0,"0"7"0"0,8 2 0 0,-2 4 0 0,5-2 0 0,-3 5 0 0,4-1 0 0,3 3 142 16,1-1 83-16,-2 2-88 0,-4 2-57 0,4 1-404 15,-3-1 344-15,-2 2 13 0,-1 0-1 0,-2 0-464 16,-3 0 225-16,-4 0 116 0,-2 0 58 0</inkml:trace>
  <inkml:trace contextRef="#ctx0" brushRef="#br0" timeOffset="-530.59">7938 16475 723 0,'2'-5'0'0,"0"3"0"0,0 0 0 0,-1 2 0 0,-1 2 157 16,0 9-62-16,0 4-32 0,0 4 1 0,-1 2 121 15,-7 3-68 1,-2 6-46-16,-1-1 0 0,0-2 47 16,-1 1-42-16,0-1-22 0,3-4 8 15,-5 3 71-15,4-2-51 0,-3 0-24 0,4 3-1 16,2-3 115-16,1 1-62 0,0 4-43 0,4-3 1 15,1 5-7-15,-2-1 1 0,3 0-30 0,0 2 9 16,0-2-119-16,0 0 56 0,0-2 27 0,0-1-336 0,0-6 181 16,0-3-156-16,3-7-38 0,-2 0 142 0,1-6-407 15,4-2 544-15,-4-3 1 0,0 0 23 16,0-10 8-16,0-6-95 0,-2-6 48 16,0-3 23-16,0-3 1 0,-6-3 37 0,-2 1-14 15,0-1 0-15,-2 0 1 0,2 3 83 0,2 7-49 16,1 0-14-16,1 4 0 0,2 5 289 0,2-3-154 15,0 5-60-15,0 3-51 0,7 0 388 16,7 1-118-16,1 2-125 0,2 0-63 0,1 1-18 16,3 0-14-16,0 2-7 0,-1 1-23 0,-1-2 1 0,2 2-90 15,-4 0 46-15,-4 0 29 0,2 0-8 16,-6 0-36-16,2 0 28 16,-5 0 1-16,1 0 30 0,-6 0 8 0,2 8 80 0,-1 1-47 15,-2 4-30-15,0 2-23 0,0 4 220 0,0 1-96 0,0 5-60 0,0-4-11 16,2 8 0-16,1-7-42 0,0 4-239 15,3-8 127-15,1 5-433 0,-2-2 264 0,4-2 122 16,-6-1-184-16,2-3-67 0,-4-4 164 0,1 1 95 16,-2-3-400-16</inkml:trace>
  <inkml:trace contextRef="#ctx0" brushRef="#br0" timeOffset="-106.08">7812 17030 882 0,'-9'-8'0'0,"4"2"0"0,0 0 0 0,5 4 0 0,0-4 0 0,0 3 0 0,2-1 234 16,12 1-101-16,-2-1 1 0,3 2-51 0,0 0-17 0,0 0-32 16,-1 2-2-16,-3 0 1 0,-1 0 0 0,-1 0-200 15,-4 4 108 1,-1 2 42-16,-1-1 24 0,-3 3-127 0,0 2 73 16,0-2 38-16,-5-1-15 0,-3 4-20 0,0-5 5 15,-1 1 0-15,2 1 31 0,0-1 43 0,3 0-32 16,1 1-25-16,0-2-19 0,3-1 219 0,0 2-82 15,0-1-50-15,0 2 8 0,3-1 89 0,2 1-40 16,1-1-38-16,1 1-3 0,0 0 9 16,1-1-105-16,-3-1 34 0,-1-1 0 0,-2-2-78 15,0 2 85-15,0-2 30 0,-2 1-16 0,0 0-32 16,-4 3-9-16,-5-1 39 0,-5 1-19 0,2 1-62 16,-6 2 26-16,-3-2 1 0,0 2 22 0,-4 1-27 15,0-5 31-15,5 0 1 0,-2 1-7 0,0-1 7 0,3-3 83 16,3 1-40-16,5-2-2 0,1-1 218 0,5-1-117 15,1 3 55-15,4-3-75 0,0 2-43 16,3 2 71-16,9-1-47 0,11 1-35 16,5-2 0-16,9-1-34 0,3-1 7 15,3 0 0-15,-6 0 8 0,11 0-8 0,-11 0-338 16,2 0 168-16,1 0 86 0,-2 0 41 0,-3 0-626 16,3 0 286-16,-1 0 164 0,-1 0 50 0</inkml:trace>
  <inkml:trace contextRef="#ctx0" brushRef="#br0" timeOffset="70.45">8511 16526 698 0,'-12'-20'185'0,"7"10"-93"0,5 8-45 0,0 1 477 16,0-2-245-16,0 1-124 0,0 2 171 15,0 0-309-15,0 0 24 0,0 0-8 0,0 0-786 16,0 0 765-16,2 2 21 0,0 9 0 0,1 2-367 15,-1 3 167-15,0 1 85 0,-2 4 42 0,0 1-480 16</inkml:trace>
  <inkml:trace contextRef="#ctx0" brushRef="#br0" timeOffset="589.07">8407 16710 637 0,'-14'8'0'0,"2"1"0"0,-1 0 0 0,2 1 0 0,1-1 346 0,3-2-156 0,0-1-79 0,2 0-39 0,1-3 85 15,3 1-66-15,1 1-30 0,-1-4 1 0,1-1 6 16,0 0-35-16,0 0 8 0,0 0-8 0,0 0-250 15,0 0 125 1,-3 0-148-16,1-6 129 0,0-3 70 0,1-4 26 0,1 0-45 0,0-4 6 16,0 3 21-16,0-1 102 15,0 5-74-15,5-4-31 0,6 3 285 16,4 3-132-16,5 1-66 0,3 1 104 16,3 3-71-16,1 0-19 0,0 2-22 0,-1 1-53 0,-6 0 21 15,1 4 1-15,0 5 29 0,-7 3-208 0,2-2 100 16,-5 2 49-16,-5-3-61 0,-3 0 43 0,0 1 31 15,-3-2-17-15,0 1 0 0,-8-2-17 0,-7 1 29 16,-2-1-39-16,-3 1 26 0,-7-2 104 0,3 1-48 16,-1-2-31-16,1 1 1 0,5 1 149 15,3-2-79-15,4-2-21 0,3 0 88 0,4-2-48 16,3 1-35-16,2 0 5 0,0-1-54 0,9 1 5 16,5-2 19-16,5 2 1 0,-2 0-169 0,1 0 78 15,-1 2 48-15,1 0 6 0,-5 2-225 0,-2-4 98 16,-2 4 64-16,-1 1-104 0,-5 0 64 15,-1 0 21-15,-2 3 27 0,0-1 125 0,-4 0-49 16,-6 1-25-16,-3 0 216 16,-3 1-108-16,5-1-61 0,-6 0-16 0,4 0 122 15,2-3-50-15,3-1-45 0,1-1 22 0,3-1 114 0,2 0-76 16,2-1-38-16,0 2-89 0,2-4 33 16,7 3-8-16,2-2 25 0,5 0-98 0,-4 2 49 0,4-3 32 15,-1 1-162-15,-2 0 72 0,-4 0 46 0,2-1-3 0,-2 2-59 16,-2 1 17-16,-4-3 33 0,-1 1-19 0,0 1-138 15,-2 0 73-15,0 1 45 0,0-1-179 16,-7 1 117-16,-2-3 54 0,-3 2-235 16,0-3 144-16</inkml:trace>
  <inkml:trace contextRef="#ctx0" brushRef="#br0" timeOffset="848.37">8347 16901 805 0,'-9'5'0'0,"4"6"0"0,-4-1 0 0,4 3 0 0,0-2 0 0,0 1 0 0,-3 4 288 0,2 2-128 15,-2 1-63-15,-1 6 122 0,-3-3-92 16,6-3-40-16,-6 1-31 0,0-2-46 0,5 0 0 16,-2-5 23-16,3-5-265 0,3 0 141 0,-2-5 57 15,5-1 34-15,0-2-323 0,0 0 173 16,0-2 87-16,0-1-2 0,6-6-220 0,0 0 110 16,1 4 71-16,2 1 36 15,-1 2 171-15,2 1-76 0,-1 1-25 0,4 0 166 0,-4 0-101 16,6 7-49-16,2 0-26 0,4 1 437 0,6 1-217 0,0-2-54 15,5-1 180-15,1-1-152 16,2 0-77-16,-3-1-189 0,0-3 52 0,0 1-756 16,0-2 698-16,-4 0 60 0,0 0 30 0,-4 0-879 15,4 0 782-15,-3-5 37 0</inkml:trace>
  <inkml:trace contextRef="#ctx0" brushRef="#br0" timeOffset="1016.92">8800 16697 1762 0,'0'-6'0'0,"0"1"0"0,0 1 0 0,7-4 0 0,5 3 0 0,3-1 0 0,1 2 0 0,2 1 0 0,4 1 225 0,-3-2-96 0,3 2-48 0,1-1-61 16,4 2 13-16,-7 0-1 0,1 1-592 16,-5 0 290-16,-2 0 145 0,-3 0-317 0</inkml:trace>
  <inkml:trace contextRef="#ctx0" brushRef="#br0" timeOffset="1165.52">8817 16896 1072 0,'-13'3'0'0,"7"-3"0"16,6 2 0-16,0-2 0 0,0 0 0 0,0 0 0 0,2 0 87 0,7-2-18 0,7-5-9 0,-3 3 135 0,-1-1-81 16,4-1-41-16,-2 1-215 0,4-2 95 0,-4 0 36 15,0 1-471-15,-7 3 242 0,2 1 120 0,0 0 60 0,-4-2-245 16</inkml:trace>
  <inkml:trace contextRef="#ctx0" brushRef="#br0" timeOffset="1664.76">8938 16702 615 0,'-7'0'0'0,"2"4"0"0,4 10 0 0,-2 7 0 0,2 6 0 0,-3 7 337 0,1 8-153 0,1 2-75 0,-1 1 130 16,-1 3-104-16,2-9-42 0,-1 10 156 15,3-16-108-15,0 5-54 0,0-6-171 16,0-9 59-16,0-7 37 0,0-3-8 0,0-6-255 15,3-7 143-15,6 0 70 0,1-16-632 0,1-12 683 16,5-13 9-16,-2-5-365 0,-1 0 295 0,3-9-12 0,-4-1 19 16,6-12-16-16,-4 10 0 0,2 9 24 15,-2 1 0-15,0 12 177 0,-2 6-97 16,1 3-36-16,-2 10-22 0,-2 12 1 0,-1 1 373 0,-1 4-189 16,-1 1-69-16,-3 15-59 15,-1 4 341-15,-2 9-178 0,0-3-88 16,0 3-29-16,0-5-21 0,-2 7-9 0,0-10-140 0,1 1 56 0,-1-6 27 0,0-5 0 15,0-3-279-15,0-5 149 0,0-1 80 16,1-2 38-16,-1 0-313 0,-3-8 155 0,4-7 16 16,-3-3-2-16,2-8 60 0,0-2 28 0,0-4 55 15,1-4 0-15,1-2-33 0,0-9 9 16,0 5-1-16,0 6 85 0,1 0-42 16,9 4-22-16,-1 10 86 0,4 0-49 0,5 4-16 15,-2 4 220-15,7 4-101 0,0 4-63 16,-2 0-2-16,6 5 115 0,-1-2-63 0,-1 3-41 0,-1 0-21 15,-4 0 0-15,3 0 48 0,-2 5-38 16,-4 0 0-16,0 1 16 0,-8-3-24 0,3 4 46 16,-5-2-26-16,-1 2-8 0,-4 4-34 0,-1 5-1 0,1 0 1 0,-2 3 179 15,0 5-82 1,0 5 29-16,0-3-63 0,0 4-32 0,0-1-239 16,0-1 104-16,0-1 60 0,0 3-979 0,0-10 986 0,0 4 0 15,0-6 3-15,0 0 16 0,0-8-37 0,0-1-366 16,0-2 164-16</inkml:trace>
  <inkml:trace contextRef="#ctx0" brushRef="#br0" timeOffset="1843.29">9208 16602 1743 0,'-4'0'0'0,"4"0"0"0,0 0 0 0,0 0 0 0,7 0 0 0,4 0 0 0,5 0 0 0,3 3 263 0,1-1-115 0,6 1 116 0,-1-1-116 0,-1 3-57 0,-2-4-21 15,4-1-406-15,-4 0 184 16,-3 0 93-16,-3 0 46 0,-2 0-282 0,-5 0 172 16,-2-1 74-16,-1-1 41 0</inkml:trace>
  <inkml:trace contextRef="#ctx0" brushRef="#br0" timeOffset="1988.99">9254 16699 1583 0,'3'0'0'0,"-1"1"0"0,7-1 0 0,-2 0 0 0,0 0 0 0,5 0 0 0,-3 0 0 0,5 0 231 0,0 0-99 16,-3 2-41-16,7-2-4 0,-4 2-27 0,-1-2 0 0,0 0-28 0,-5 0 1 15,2 0-544-15,-3 0 267 16,-1 3-265-16</inkml:trace>
  <inkml:trace contextRef="#ctx0" brushRef="#br0" timeOffset="2164.43">9195 16870 1104 0,'3'2'0'0,"-3"-2"0"0,8 1 0 0,1-1 0 0,1 0 0 0,1 0 0 0,0 0 338 15,4 0-152-15,0 0 95 0,2 0-128 16,-2 0-60-16,2 0-30 0,-2-1 0 0,-2-1-327 16,-2 0 157-16,0-1 66 0,-3 0-218 0,-2-1 146 0,-3 3 73 15,-1-1 36-15,-2-1-473 0,0 0 241 16</inkml:trace>
  <inkml:trace contextRef="#ctx0" brushRef="#br0" timeOffset="2437.79">9259 16460 1025 0,'1'0'0'0,"9"0"0"0,-3 8 0 0,0 12 0 0,0 5 0 0,-4 5 215 0,3 3-91 15,-3 9-46-15,-1-6 124 0,0 3-90 0,0 1-39 0,-2-4-194 16,0 2 77-16,0-4 38 0,0-2 8 0,-4-1-143 15,-5-2 87-15,-3-4 43 16,1-2-252-16,-2-9 135 0,0 1 68 0,-1-2 33 16,-1-6 30-16,3 1-61 0,1 1 35 0,3-5-48 15,-2 3 30-15,3-2 420 0,4 1-201 16,1-1 399-16,2 3-279 0,0 1-113 0,5-2-68 16,13 5 112-16,5-4-98 0,7-1-50 0,4-1 144 15,1-2-97-15,7-1-39 0,-4-1-32 0,1-2-346 16,-2 0 160-16,0 0 82 0,-2 0 39 0,-1 0-707 15,-2-2 369-15,-2 2 119 0</inkml:trace>
  <inkml:trace contextRef="#ctx0" brushRef="#br0" timeOffset="2590.39">9985 17208 2140 0,'0'0'0'0,"0"0"0"0,7 3 0 0,5 5 0 0,-3-3 0 0,-7-3 195 16,0 1-85-16,-2-3-39 0,0 0-835 0</inkml:trace>
  <inkml:trace contextRef="#ctx0" brushRef="#br0" timeOffset="5349.88">10421 16575 261 0,'-4'-6'-34'0,"-2"5"1"0,3-2 33 0,1 1 0 16,-2 1 0-16,1-1 215 0,-1 0-92 0,1-1-45 15,1 2 128-15,2-1-91 0,0 0-41 0,0 0 41 16,0-3-41-16,5-4-21 0,8 2 8 0,0 0 62 16,4 0-45-16,-1-1-23 0,5 2 82 15,0 3-52-15,-1 1-18 0,3 1 22 0,0 1-28 0,0 0 0 0,3 0-28 16,-6 0-24-1,3 1 32-15,-2 3-8 0,-1-3 0 0,-1 4-43 16,-3-5 21-16,0 1-10 0,-5-1 7 0,-1 0 25 0,-1 0 0 16,-4 0-1-16,-1 0-30 0,-2 0-1 15,0 0 15-15,-2 0 8 0,0 0 72 0,0 0-35 16,0 0-7-16,0 0-31 0,0 0 118 0,0 1-59 0,0 6-24 16,0 4-1-16,0 5-52 0,0-1 0 0,0 5 36 15,0 2-35-15,0 5 0 0,0 0 27 0,0 1 0 16,0-1-124-16,0 0 65 0,2 5 25 0,-1-2-297 15,2-2 151-15,-1-2 50 0,-2-5 46 16,0 1-344-16,0-1 185 0,0-4-208 16,0-2 192-16,-5-8 97 0,0 1 48 0,-2-5 16 15,1-3-157-15</inkml:trace>
  <inkml:trace contextRef="#ctx0" brushRef="#br0" timeOffset="5529.4">10472 16715 1118 0,'-4'0'0'0,"0"0"0"0,2 0 0 0,-1 3 0 0,3-3 0 0,0 0 0 0,0 0 241 0,0 0-105 0,13 0-51 0,6 0 243 15,-3 0-151-15,5 0-73 0,0 0-35 0,1 0-33 16,1 0 5-16,-1 0-9 0,-2 0-379 0,0 2 189 16,-1 3 96-16,-5 1-196 0,-5-1 154 0,3 7 64 15,-6 1 36-15,-3 1-598 0</inkml:trace>
  <inkml:trace contextRef="#ctx0" brushRef="#br0" timeOffset="5690.96">10511 17033 794 0,'-13'4'0'0,"8"-3"0"0,-1 4 0 0,3-5 0 0,1 0 0 0,2 0 0 0,0 0 273 0,0 0-119 0,9 0-61 16,5-2-31-16,4-2 168 0,0-3-91 0,1 2-57 15,2 2-25-15,1-1-114 0,1 2 44 0,-2 1 23 16,0-2-403-16,2 1 209 0,0 2 108 0,0 0-189 15</inkml:trace>
  <inkml:trace contextRef="#ctx0" brushRef="#br0" timeOffset="6129.8">11114 16586 570 0,'0'-10'122'0,"-4"7"-62"15,-3 0-29-15,-3 3-1 0,-3 0 341 16,1 0-161-16,2 13-93 0,0 5-42 0,5 6 89 16,-1 5-66-16,2 4-32 0,2 7 8 0,2 2 88 15,0 0-64-15,0-1-33 0,0-7 1 0,6 4-6 16,4-4 9-16,2-4-36 0,2-3-6 0,4-4 6 16,0-2 0-16,0-4-1 0,1-6-36 0,4-1 14 15,-3-2 0-15,3-7-54 0,3-1 38 0,-5 0 9 16,3-8 0-16,-3-8-55 0,0-4 21 0,-3-5 23 15,-1-2-7-15,-4-1-160 0,1 0 71 16,-4-2 49-16,-2-2-110 0,-2 0 71 16,-4-3 17-16,0 1 17 0,-2-2-4 0,-2-6 31 15,-12 3 0-15,0-2 6 0,-4 2-6 0,2 7-8 16,-5 0 9-16,0 6 39 0,-2 6-40 0,5 9 0 16,-5 4 1-16,0 5 117 0,0 2-39 0,0 0-36 15,2 15 165-15,1 4-91 0,3 2-32 0,-2 3-27 16,6 2 127-16,2 1-69 0,1 1-15 0,6-2 8 15,4-4-14-15,0-3 8 16,0 0-37-16,9 0-26 0,7-4 0 0,1-3 26 16,1 0-1-16,3-3-108 0,2-3 43 0,-1 1 31 15,4-6-314-15,-1-1 160 0,0 0 58 0,-4 0-448 16,4 0 260-16,2 0 127 16</inkml:trace>
  <inkml:trace contextRef="#ctx0" brushRef="#br0" timeOffset="6382.63">11923 16504 1062 0,'-14'-10'0'0,"2"6"0"0,1 2 0 15,-5 0 0-15,2 2 0 0,-2 0 0 0,-2 4 0 0,-5 12 337 0,2 8-152 0,0 8-76 0,0 2 145 0,4 5-111 0,4-5-47 16,0 12-35-16,9-12 133 0,4 8-80 0,0-4-41 15,4-5 0-15,10-1 22 16,6-2-35-16,4-3-1 0,2-5-3 0,4-1-1 16,0-6-14-16,0-2-159 15,0-2 75-15,-2-6 38 0,0 0 0 0,-5-5-342 0,2 0 169 0,-3 0 60 16,-1 0 62-16,-4-5-522 0,-4-3 272 0,-4 3 137 16,-1-2 60-16</inkml:trace>
  <inkml:trace contextRef="#ctx0" brushRef="#br0" timeOffset="6544.2">11828 16767 1232 0,'-8'0'0'0,"5"1"0"0,3 0 0 0,0-1 0 0,0 0 0 0,7 0 0 0,6 0 0 0,4 0 0 0,4 0 355 16,-3 0-154-16,5 0-87 0,0 0-41 0,2 3-109 15,0 0 35-15,1 2-1 0,-3-2-496 0,5 0 261 16,-8 1 135-16</inkml:trace>
  <inkml:trace contextRef="#ctx0" brushRef="#br0" timeOffset="6753.02">12311 16397 600 0,'0'-13'0'0,"0"10"0"0,1 2 0 0,7-4 0 0,3 4 0 0,2-4 544 15,2 4-255-15,2 0-129 0,1-2-55 0,5 1 201 16,0 1-137-16,0-1-68 0,0 2-106 0,0 0 0 16,0 0 46-16,-2 0-153 0,-3 0 73 0,-2 0 35 15,-7 0 1-15,2 0-349 0,-5 0 188 0,-4 0 98 16,-2 9 50-16,0 0-538 0,-5 4 261 0,-5-2 122 16</inkml:trace>
  <inkml:trace contextRef="#ctx0" brushRef="#br0" timeOffset="7047.24">12325 16361 693 0,'-13'-5'0'0,"2"4"0"0,5 0 0 0,2 1 0 0,3 0 0 0,-1 0 0 0,2 0 129 0,0 8-48 0,0 7 153 15,5 6-101-15,1 3-42 0,2 5-33 0,-3 4 70 16,-3 9-48-16,0 0-23 0,0-1 0 0,-2-6-35 16,0 7 11-1,-6-5 0-15,-4 1-1 0,-2-4 8 0,1-6-8 0,-1-6 9 0,1 1 17 0,0-5 13 16,1-3 0-16,5-5-38 0,-1-1 182 15,1-3-83-15,3-2-54 0,0-2 121 0,2 1-84 16,0 2-41-16,0 0-20 0,9-2 28 16,2 4-9-16,6-1-40 0,0 2 0 0,4-3 41 15,0 2-42-15,0-2 9 0,2-1-145 0,-2 0 68 16,0-1 34-16,-3 1 1 0,0 0-350 0,-2 0 190 16,0-1 48-16,-5 1-489 0,-1 2 284 15,2-3 143-15,-3 2 71 16,1 0-209-16,0-3 145 0,1-2 67 0</inkml:trace>
  <inkml:trace contextRef="#ctx0" brushRef="#br0" timeOffset="7375.36">12690 16687 1121 0,'0'-7'0'0,"0"1"0"0,0 4 0 0,-2 2 0 0,-2-3 0 0,1 1 0 0,-3 2 0 0,-2 0 0 0,2 5 329 0,3 10-152 0,-4 8-72 0,3 2 169 16,0 2-120-16,2 4-61 0,2-7-22 0,0 10 19 15,0-8-28-15,6-5-1 16,7 0-28-16,2-5 3 0,2-3 5 0,0-3-8 16,3-3 0-16,1-4-54 0,5-3 27 0,-3 0 0 15,-1-14-98-15,1-5 58 0,0-1 34 32,-3-7-185-32,1 1 80 0,-4 0 56 0,-4 3-117 0,0-9 78 0,-5 6 21 0,-3 0 3 15,-3-3 21-15,-2 1 12 0,0 0-18 0,-9-1 16 0,-7 0 50 16,-4 1-25-16,-1 2 0 0,-3 3-24 15,-1 4 85-15,-1 6-30 0,-2 6-24 0,0 5 165 16,0 2-78-16,1 0-47 0,6 4-41 16,-1 7 15-16,3 4-385 15,4 0 316-15,4-1 27 0,2 6 0 0,2-2 23 0,6 1-196 0,1 2 91 0,0-1 46 16,4 3-451-16</inkml:trace>
  <inkml:trace contextRef="#ctx0" brushRef="#br0" timeOffset="7713.85">13176 16860 1199 0,'0'0'0'0,"0"0"0"0,0 0 0 0,0-2 0 0,2 1 0 0,0 1 0 0,4 0 224 0,-3 0-87 0,3 0-56 0,-2 0 135 16,2 1-92-16,-4 9-45 0,-2 2-24 0,0 6 37 15,0 1-33-15,-8 4-1 0,-5-3-178 0,0 1 77 16,-3-3 38-16,2-1 8 0,-4-3-54 0,0-1 42 15,1-2 21-15,-1-6-314 16,6-2 158-16,1-3 27 0,-1 0 58 0,6-6-320 16,6-12 174-16,0-4 86 0</inkml:trace>
  <inkml:trace contextRef="#ctx0" brushRef="#br0" timeOffset="7916.73">13471 16473 1733 0,'10'-7'0'0,"-1"1"0"0,4 4 0 0,-3 0 0 0,-5 2 0 0,1 0 0 0,-3 8 0 0,-1 8 0 0,0 9 267 16,0 4-117-16,-2 5 111 0,3 7-114 0,-3-7-50 15,1 5-35-15,1 1 68 0,0-3-49 0,0-1-24 16,-2-2 0-16,0-8-219 0,2-1 94 0,-2-4 50 16,1-7 25-16,-1-5-352 0,0-3 188 0,2-3 104 15,-2-3-598-15,0 0 309 0,0-14 154 0,2-9 78 16,0-5-137-16</inkml:trace>
  <inkml:trace contextRef="#ctx0" brushRef="#br0" timeOffset="8326.29">13565 16299 1276 0,'2'-9'0'0,"4"3"0"15,3 2 0-15,0 3 0 0,3-2 0 0,-1 1 0 0,4 2 0 0,4 0 0 0,2 0 0 0,5 0 298 0,-2 2-133 0,2 2-66 0,1 2 112 0,-1-1-89 16,-1-2-36-16,3 3-31 15,-8-2 4-15,3-1 1 0,-4 2-28 0,-3-3 83 16,-4-1-33-16,-1 2-9 0,-4-1-40 0,-3-2 24 16,-2 2 1-16,-1-2-25 0,-1 0 8 0,0 1 109 15,0 1-59-15,0 2-29 0,-7 0 0 0,2-3 136 16,-1 1-74-16,3 0-50 0,-1 0 62 0,0-1 107 16,2 2-243-16,0 1 0 0,2 2 0 0,0 4 0 31,0 6 0-31,0 1 0 0,0 8 0 0,2 0 0 0,0 7 0 0,2 2 0 15,2 8 0-15,-3-1 0 0,1 1 0 16,1 0 0-16,-1-4 0 0,2 3 0 0,0-2 0 16,1-1 0-16,-2-4 0 0,1-3 0 0,-1-2 0 15,0 1 0-15,-3-8 0 0,0-2 0 0,-1-2 0 16,-1-5-176-16,0-3 134 0,0-2 21 0,-3 0-10 16,-9-4 29-16,-3 2-85 0,-6-5 37 0,-1 3 6 15,-7-2-173-15,-6 0 86 0,-1-2 51 0,3 0-287 16,1 0 168-16,7-2 74 15,1-4 51-15,3-2-463 0,4 0 252 16,10 4 126-16,0 1 63 0,7-1-274 0</inkml:trace>
  <inkml:trace contextRef="#ctx0" brushRef="#br0" timeOffset="8478.89">14481 17108 2166 0,'-1'0'0'0,"1"0"0"0,0 10 0 0,0-3 0 0,0 1 0 0,0-3 0 0,-11-2 3 15,-1-3 1-15,1 0 28 0</inkml:trace>
  <inkml:trace contextRef="#ctx0" brushRef="#br0" timeOffset="10362.31">15503 16401 596 0,'0'-6'0'0,"0"1"0"0,0 5 0 0,0-3 0 0,0 0 0 0,0 2 63 0,0-1-8 0,0 1-22 0,0 1 150 16,0 0-75-16,0 0-38 0,0 0 9 0,0 0 25 16,0 0-36-16,0 0 1 0,0 0-36 0,0 0 36 15,0 0-28-15,0 0-8 0,0 0 50 0,0 0-25 16,0 0 1-16,0 0-27 0,0 3 11 0,-5 11-10 16,-3 0 0-16,-4 8 35 0,-2 1-35 0,-1 4-1 15,-2-1 9-15,-2 5-29 16,2-2-1-16,-2 1 22 0,3 0-24 0,0-8 9 15,0 7 15-15,6-9 0 0,1 0-18 0,0-5 10 16,5-4 4-16,0-2-1 0,3-3-14 0,-2-2 8 16,3-2 4-16,0-1-39 0,0-1 37 0,0 0 3 15,3 0-2-15,4 0-22 0,6 0 19 0,0 0-1 16,2 0 1-16,4 0 57 0,-1 0-31 0,5 0 1 16,2 0 13-16,-1 0-1 0,0 0-32 0,-1 0 12 15,5 0-69-15,-3 0 28 16,-4 0 5-16,0 1-44 0,-1 2 33 0,1-3 7 15,-7 2 22-15,-3-2-116 0,-1 1 43 0,-4-1 30 16,-3 0 0-16,-1 0-15 0,0 0 5 0,-2 0 0 16,0 0 233-16,-7-7-99 0,-3-5-51 0,-1-4-57 15,-2-2 20-15,1-5-5 0,-1-4 19 0,1-1-82 16,-2-4 44-16,1 0 6 0,1-1 47 0,-1 0-232 16,3 2 95-16,-4 3 49 0,5 9 12 0,0-2-87 15,-3 7 34-15,4 3 33 16,1 2 85-16,-1 3-29 0,4 5-31 0,1-1 108 15,1-1-46-15,0 2-28 0,2 1 13 0,0 0 1 16,0 0-8-16,0 0-23 0,0 0 31 0,0 0-228 16,2 0 108-16,1 0 46 0,5 0 7 0,0 1-375 15,1 7 199-15,2-1 93 0,5 4-391 16</inkml:trace>
  <inkml:trace contextRef="#ctx0" brushRef="#br0" timeOffset="10631.66">15757 16565 1191 0,'0'-2'0'0,"0"1"0"0,2-1 0 0,0 2 0 0,3 0 0 0,3 0 0 0,4 0 0 0,0 0 0 0,3 0 313 0,2 0-140 0,2 2-70 16,0 5 103-16,0 3-86 0,-1 1-36 0,-1 1-30 15,-2 4 1-15,-3 3-22 16,-5 1 0-16,-3 5 2 0,-4-5 6 0,0 7-8 15,0-1 0-15,-15-1 9 0,0-4-9 0,-5 1-1 16,2-8-27-16,-8 6-8 0,3-7 36 0,-1-4-1 16,0-2-168-16,3-3 79 0,1-2 32 0,1-2-317 15,3 0 158-15,7 0 88 0,2 0 24 0,3-6-354 16,4-3 188-16,0-2 107 0,11-3 49 0,3 3-306 16</inkml:trace>
  <inkml:trace contextRef="#ctx0" brushRef="#br0" timeOffset="10856.97">16092 16597 1227 0,'0'-11'0'0,"0"4"0"0,0-3 0 0,0 3 0 0,-5 0 0 0,-2 2 0 0,0 3 0 0,-2 1 195 0,-3 1-81 0,3 3-40 0,-7 16 171 0,5 6-97 0,-3 5-62 15,2 2-27-15,1 3 154 16,4 3-90-16,0-2-45 0,5 0-14 0,2-6 148 15,0 1-90-15,14-5-44 0,2-1-22 0,7-3-23 16,0-3 8-16,3-3-209 0,3-2 101 0,-4-3 50 16,2-1 25-16,-6-6-526 0,3 2 273 0,-2-5 84 15,1 1 83-15,-6 0-663 0</inkml:trace>
  <inkml:trace contextRef="#ctx0" brushRef="#br0" timeOffset="11306.65">16335 16419 1323 0,'-4'-9'0'0,"1"3"0"0,1 4 0 0,2 1 0 0,-2 1 0 0,2 0 0 0,0 1 0 0,0 14 120 0,0 12-44 0,0 1-22 0,0 4 220 16,0 4-125-16,6 8-58 0,1-4-29 0,1-7 127 16,1 3-78-16,4-2-31 0,1-2 39 0,0-5-43 15,2-6-22-15,0-4 0 0,1-1-102 0,1-7 48 16,0-6-7-16,1-3-37 0,1 0 39 0,1-8 0 16,-2-13 38-16,1-4-203 0,-2-4 96 0,-2-4 13 15,0-9 39-15,-4 4-240 16,-2-6 122-16,-2 5 20 0,1-14 49 0,-4 6-67 15,2 3 52-15,-2 8 27 0,-1-1 74 0,-2 10-32 16,1-2 7-16,-1 10 99 0,-2 10-62 0,2-1-29 16,-2 5-1-16,0 4 455 0,0 1-197 0,0 6-125 15,0 16-62-15,0 6 344 0,0 8-189 0,0-1-87 16,2 11 153-16,3 0-128 0,3-1-64 0,1 3 123 16,2-4-220-16,1-5 0 0,3 7 0 0,-2-12-237 15,2 2 151-15,1-7 60 16,-2-2 29-16,0-6-320 0,0-5 172 0,2-1 88 15,-2-4-6-15,1 1-961 0</inkml:trace>
  <inkml:trace contextRef="#ctx0" brushRef="#br0" timeOffset="12851.94">14559 16498 548 0,'0'-12'0'0,"0"3"0"0,0 2 0 0,0-3 0 0,0 2 0 0,0 0 0 0,0-3 0 0,-2 3 68 16,-2 0-1-16,0 1 0 16,-2-1-34-16,1 1 0 0,-1 2 0 0,-3-2-26 15,-1 5 0-15,-1 1 33 0,-2 1-7 0,-2 0-38 16,2 0 38-16,-4 10 0 0,3 1 3 0,0 3 5 15,1 1-8-15,1 2 0 0,3 2 23 0,2-1 0 16,3 2-33-16,2-4 13 0,2-2 32 0,0 2 0 16,0-3-35-16,4-1-28 0,7-1 0 0,0-1 36 15,4-1-8-15,0-2-30 0,2 3 1 0,-2-3 28 16,0 2-76-16,0-2 42 0,-3 4 5 0,-3-2-1 16,-2 2-29-16,-3 3 22 15,-1-2-19-15,-3 1 93 0,0 5-30 0,-3-3 0 16,-8-1-33-16,0-1 53 0,-3 2-20 0,0-4 11 15,0-3-31-15,-1 0-27 0,2-5 40 0,0 0-11 16,0-3-159-16,5 0 81 0,-1 0 35 0,3-3-1 16,3-6-368-16,3-4 189 0,0 1 72 0,2-5-269 15,9 2 187-15</inkml:trace>
  <inkml:trace contextRef="#ctx0" brushRef="#br0" timeOffset="12978.6">14538 16650 775 0,'9'0'0'0,"3"0"0"0,1 0 0 0,-1 0 0 0,-2 1 0 0,-2 4 0 0,4 1 0 0,-3 1 111 0,-2 0-39 0,-2 1-1 0,3-1 67 16,-2 1-44-16,0-1-35 0,-1 0 0 0,1 0-133 16,-3-2 54-16,4-1 26 0,-2-2-141 0,1-2 80 15,-1 0 44-15</inkml:trace>
  <inkml:trace contextRef="#ctx0" brushRef="#br0" timeOffset="13178.07">14705 16410 1099 0,'4'-3'0'0,"-2"1"0"0,2 2 0 0,-1-1 0 0,1 1 0 0,3-2 0 0,2 1 0 0,1-2 335 16,3 2-152-16,5-3-74 0,-4 1-26 0,5-3-29 0,-1 3 0 0,-2-1-21 16,1 2-102-16,-2 1 51 15,-4 1 33-15,1 0-338 0,-3 0 177 0,-2 0 88 16,-2 0 45-16,-2 1-416 0,-1 4 206 0,0-2 43 15,0 1 74-15</inkml:trace>
  <inkml:trace contextRef="#ctx0" brushRef="#br0" timeOffset="13374.23">14910 16175 675 0,'-4'-5'0'0,"2"4"0"0,-3 1 0 0,1 6 0 0,-2 9 0 0,0 6 0 0,1 5 0 0,-1 9 284 0,1 7-125 0,0 3-63 16,-4 6 89-16,4 1-76 0,-1 5-29 0,3-1 114 15,3-2-80-15,0-1-41 0,0-8 0 0,0-10 7 16,2 4-16-16,8-10-8 0,4-4-23 0,-3-8-60 16,5-3 30-16,-2-4-1 0,2-7 39 0,-2-1-271 15,1-2 132-15,0-2 65 0,-2-9-497 0,1-7 225 16,-2 0 109-16,-1 2-113 0</inkml:trace>
  <inkml:trace contextRef="#ctx0" brushRef="#br0" timeOffset="13505.87">15049 16718 976 0,'0'4'0'0,"0"1"0"0,-2 1 0 0,2-1 0 0,-1-2 0 0,1 2 0 0,0-2 0 0,0 3 76 0,0-2-44 0,0 2 1 15,0-2 0-15,0 2 387 0,3 0-193 0,5 0-89 16,-1-2-454-16,5 0 175 0,0 2 86 0</inkml:trace>
  <inkml:trace contextRef="#ctx0" brushRef="#br0" timeOffset="13993.3">17064 16456 1612 0,'3'-4'0'0,"1"3"0"0,6 1 0 0,-3 0 0 0,2 0 0 0,0 0 0 0,3 0 0 0,-1 0 260 0,7 0-114 16,0 4-49-16,6-1 254 0,1-1-159 0,3-2-79 15,4 0-41-15,0 0 58 0,0 0-41 0,-2 0-32 16,0 0 0-16,-2 0-51 0,-8 0-1 0,5-2 28 16,-4 0-191-16,-6 1 92 0,-2 1 49 0,-4 0 25 15,-1 0 0-15,-4 0 25 0,-2 0 8 0,-2 0-1214 16,0 0 570-16</inkml:trace>
  <inkml:trace contextRef="#ctx0" brushRef="#br0" timeOffset="14206.73">17177 16762 2492 0,'-10'7'0'0,"4"4"0"0,1-4 0 0,3-1 0 0,0-3 0 0,2-1 0 0,0 1 0 0,2-3 0 0,11 1 0 0,4-1 411 0,6 0-190 0,-1 0-86 0,6 0 300 15,0 0-218-15,2 0-33 0,-3 0-184 0,-1 0 0 16,-3 0 0-16,0 0 0 0,2 0 0 0,-4 0 0 15,0 0 0-15,-8 0 0 0,0-1-269 0,-3 1 167 16,-5-3 67-16,-1 3-826 0,-2-2 420 0,-1 2 164 16</inkml:trace>
  <inkml:trace contextRef="#ctx0" brushRef="#br0" timeOffset="21129.12">1297 16367 594 0,'0'0'0'0,"0"0"0"0,0 0 0 0,0 0 0 0,0 0 0 0,0 0 0 0,0 0 0 0,0 0 0 0,0 0 80 0,0 0-24 0,0 0 0 15,0 0-23-15,0 0 61 0,0 0-34 0,0 0-1 16,0 0-26-16,0 0 29 0,0 0-29 0,0 0 8 15,0 0 15-15,0 0-23 0,0 0 0 0,0 0 26 16,0 0-26-16,0 0 8 0,0 0-8 0,0 0 2 16,0 0-2-16,0 0 0 15,0 0-1-15,-2 0 8 0,2 1-8 0,0 0 1 16,0 2 0-16,0-1-30 0,0-1 0 0,0 1 38 16,0 1-65-16,0 0 26 0,0 1-10 0,0-1 0 15,0 2-6-15,0 1 40 0,0-3-16 0,0 3-6 16,0-1 9-16,0 2 3 0,0 0-5 0,0 0 15 15,2 1-17-15,-1-1 5 0,1 2 4 0,1 3 2 16,-3-4 0-16,5 6-6 0,-2-2 13 16,-2 4-11-16,1-4 1 0,-1 4-31 15,-1 2 34-15,0-3-5 0,0 1 1 0,0 3-23 16,0-2 21-16,0-1 0 0,0 0 1 0,0-1-20 16,0 0 15-16,0-6 2 0,0 0 17 0,0-1-17 15,0-4 0-15,0 0 16 0,0-4-16 0,0 0 0 16,0 0-1-16,0 0 48 0,0 0-18 0,0 0 2 15,-1 0-27-15,1 0 42 0,0 0-16 0,0 0-1 16,0 0-6-16,-2 0-20 0,2 0 10 0,0 0 4 16,0 0-3-16,0 0-16 15,0 0 23-15,0 0-1 0,0 0-54 0,0 0 22 16,0 0 0-16,0 0 19 0,3 0 5 0,4 0-12 16,-1 0 6-16,1-2 36 0,2 0-36 0,1 0-2 15,-2 0 6-15,2 1 34 0,2-1-35 16,1 0 23-16,-3-1-22 0,3 3 6 0,0-2 2 15,0 2 20-15,0-1 1 0,-1 1-18 0,3 0-5 0,0 0 42 16,0 0-32 0,2 0-10-16,1 0 30 0,2-2 2 0,-1-1-27 15,2 3-13-15,-1-1 21 0,1-1-8 16,6 0-1-16,-3-1 1 0,0-2-7 0,3 4 7 0,-7-1 8 16,9 1-9-16,-3-2-24 0,-3 3 0 0,3 0 24 15,-4 0-22-15,-1 0 28 0,9 0 132 0,-7 0-170 16,3 0 0-16,-1 0 0 0,-1 3 0 0,-3-3 0 0,7 0 0 15,-1 0 0-15,-1 0 0 16,2 0 0-16,-4 0 0 0,8 0 0 0,-2-3 0 0,0-2 0 16,2 2 0-16,-1-2 0 15,-3 3 0-15,5 2 0 0,-3-3 0 16,-4 3 0-16,4 0 0 0,-5 0 0 0,0-2 0 0,4 2 0 16,-4-2 0-16,2 0 0 0,-1-2 0 0,-2 1 0 15,1-2 0-15,5-2 0 0,-4 1 0 0,2-2 0 16,-4 2 0-16,2-1 0 15,-4 2 0-15,6 0 0 0,-4 0 0 16,1 2 0-16,-1 0 0 0,-3 1 0 0,3-1 0 0,-1 2 0 0,-3 1 0 16,3-2 0-16,-4 2 0 0,1 0 0 0,0-2 0 15,-4 0 0-15,1 1 0 16,-4-2 0-16,3 2 0 0,-3-3 0 0,-4 2 0 0,2-2 0 16,-1 0 0-16,-2 2 0 0,-2 1 0 0,-1-1 0 0,-2 0 0 15,0-1 0-15,1 2 0 0,-1-1 0 16,-2 0 0-16,0 0 0 0,-1 2 0 0,4-1 0 15,-4 1 0-15,0-2 0 0,0 0 0 0,0 0 0 16,0 1 0-16,0-2 0 0,0 0 0 0,-4 3-285 16,-1-2 136-16,-2 0 67 0,-1 2 20 15,-1 0-538-15,1 0 284 16,1 0 141-16,1 0 72 0,1 0-640 0,3-3 347 0</inkml:trace>
  <inkml:trace contextRef="#ctx0" brushRef="#br0" timeOffset="21343.56">3215 16031 1740 0,'0'-8'0'0,"4"4"0"0,-3 2 0 0,1-2 0 0,-2 2 0 0,0 1 0 0,0 1 0 0,0 0 0 0,0 7 0 0,2 7 237 0,1 9-102 0,-3 2-51 0,2 1 237 16,1 3-144-16,0 5-64 15,0-1 7-15,-1 3-44 0,4 0-22 0,-1-3 1 0,1 1-135 16,0-2 65-16,1 0 19 0,-1-3-408 16,0 0 219-16,-2-1-632 0,-1-1 404 0,0-3 151 0</inkml:trace>
  <inkml:trace contextRef="#ctx0" brushRef="#br0" timeOffset="21865.16">984 17116 864 0,'-12'-8'0'0,"5"2"0"0,2 1 0 0,3 1 0 0,1 1 0 0,1-2 0 0,0 0 134 15,1-1-50-15,9 1-26 0,6 1 78 0,0 2-52 16,1 1 17-16,2 1-38 0,2 0-1 0,-2 5-29 16,0 6 29-16,-3 6 0 0,-1 1-21 0,-3 4 8 15,-1 2-12-15,-6-2-4 0,-1 3-1 0,-4-1 1 16,0-3 8-16,-1 5 28 0,-12-1-36 15,-1-3 0-15,-4-1-1 0,1-1-37 0,-2-4 46 0,0-2-8 0,-2-1-154 16,2-5 75-16,-1-1 31 0,5-5-288 16,4-2 145-16,-2 0 79 15,7 0-303-15,1 0 174 0,5-2 88 0,0-6 43 0,5-2-143 16,15-5 98-16</inkml:trace>
  <inkml:trace contextRef="#ctx0" brushRef="#br0" timeOffset="22080.58">1312 17065 1334 0,'0'-6'0'0,"0"5"0"0,-14-1 0 0,1 2 0 0,-2 0 0 0,-2 0 0 0,2 9 0 0,2 2 169 0,5 4-60 0,-3 2-43 0,5 2 1 0,1 1-34 0,5 1 165 16,0 2-83-16,0-1-10 15,6 2-40-15,6 0 0 0,6-4-32 0,1-2-34 0,-1 2 1 0,4-7 41 16,2 2-222-16,3-2 108 15,-3-4 52-15,6 1-444 0,-3-4 240 0,3-3 90 0,0-1 68 16,2-2-22-16,3 0 36 0</inkml:trace>
  <inkml:trace contextRef="#ctx0" brushRef="#br0" timeOffset="22508.74">2852 16896 1369 0,'-15'0'0'0,"8"-2"0"0,4 0 0 0,3 0 0 0,0-2 0 0,0 1 0 0,6-1 0 0,6 2 0 0,6 0 161 0,5 0-56 0,5 1 11 0,1 1-42 15,1 0-20-15,-4 1-73 0,5 9 26 0,-9 1 9 0,5 4 17 16,-9 0-44-16,-4 4 22 0,-3-1 0 15,-5 5 22 1,-4 1 46-16,-2 1-46 0,0 1 0 0,-16-1 0 0,-1-3 61 16,-7 3-31-16,-1-5-16 0,-2 1-19 0,-5-2-4 15,2-4 7-15,0-2-268 0,6-6 135 16,1 1 60-16,4-6 31 0,8-2-479 0,4 0 239 0,5-2 107 16,2-12-214-16,9-8 166 0</inkml:trace>
  <inkml:trace contextRef="#ctx0" brushRef="#br0" timeOffset="22704.98">3246 16795 1417 0,'0'1'0'0,"0"4"0"0,0 5 0 0,-9 2 0 0,-4 2 0 0,-5 7 0 0,4 4 0 0,0 1 264 0,3 2-116 0,6 4 237 16,3-7-168-16,2 6-96 0,0-5-13 15,2 1-81-15,9-5 6 0,5-2-1 0,0-3 9 0,3-3-8 16,0 0-257-16,1-7 128 15,1-1-146-15,0-4 138 0,-2-2 76 0,0 0 26 16,-5 0-576-16,2-2 237 0,-3-4 159 0,0-7-308 16</inkml:trace>
  <inkml:trace contextRef="#ctx0" brushRef="#br0" timeOffset="22863.58">3354 16961 1165 0,'-8'-1'0'0,"5"-1"0"0,-2 2 0 0,5 0 0 0,0 0 0 0,0 0 0 0,6 0 152 0,9 0-59 0,2 0-31 0,3 0 243 0,0 0-136 15,2 0-60-15,1 0-53 0,2 0-1 0,2-3-22 0,-5 2-175 16,-1-1 87 0,-2 1 52-16,0 1-454 0,-5 0 246 0,-2 0 121 0,-3 0 62 15,-1 0 10-15,-5 0-47 0,-1 0-442 16</inkml:trace>
  <inkml:trace contextRef="#ctx0" brushRef="#br0" timeOffset="23031.96">3530 16755 847 0,'-12'-9'0'0,"7"3"0"0,0 2 0 0,-1 3 0 0,2-1 217 0,0 2-92 16,2 0-38-16,1 5-31 0,1 12 0 0,0 5 272 0,0 7-148 15,-3 1 90-15,3 6-111 0,-2 1-67 0,0 2-30 16,2 1-67-16,0-3 0 0,0 1 38 0,0-1-347 16,0-4 169-16,0-1 89 0,2-10-441 15,6-1 265-15,0-5 99 0,0-6 76 0,0-3-414 0,6-7 219 16</inkml:trace>
  <inkml:trace contextRef="#ctx0" brushRef="#br0" timeOffset="23517.75">3781 16796 620 0,'8'0'60'16,"-5"0"9"-16,-1 0-36 0,-2 10-1 0,0 3 226 0,-8 8-112 0,-6 4-57 15,-1 0-20-15,-3 4-8 0,0 0 63 16,-1 2-46-16,1-2-22 0,1-2 95 0,2-4-50 15,1 1-39-15,3-6 43 16,2 0-36-16,4-7 1 0,0-2-38 0,5-1 88 0,0-5-48 16,0 2 0-16,0-1-40 0,8-4 1 15,3 0-1-15,4 0 9 0,2 0-29 0,1 0-1 16,0 0 22-16,1-3-125 0,-1 2 62 0,1-2 40 16,0 1-186-16,-3 0 98 0,-2 1 36 0,-1-1-48 15,-2-1-14-15,0 2 47 0,-3-1 7 0,-3-1 9 16,-2-3 14-16,-1 0 0 0,-2-4-16 15,0-1 2-15,0-1 6 0,-8-6 96 16,-1 2-48-16,-5-7-22 0,5 2 26 0,-8-3-8 0,4 1 0 16,2 5 39-16,-1-2-22 0,3 4-1 15,2 4 170-15,1-1-87 0,2 4-49 0,4 2 98 16,0 2-62-16,0-2-34 0,4 4 1 16,9 0-3-16,6 2-57 0,5-1 0 0,1 2 31 15,1 0 0-15,-1 0-27 0,5 8-7 0,-2 3 33 0,-2 4 1 0,-4 1-139 16,1 2 62-16,-6 0 44 0,0 5-85 15,-4 1 48-15,-5 2 4 0,-3-4 63 16,-5 6-40-16,0-6 8 0,-3 4 67 16,-8-1-32-16,-5-5 0 0,-3-1-33 0,1-2 21 15,-1-3-16-15,-1-2 14 0,2-3-12 0,-3-1-162 16,7-4 80-16,5-4 43 0,1 0 2 0,4 0-513 16,4 0 257-16,0-12-386 0,9-6 320 15,13-3 160-15</inkml:trace>
  <inkml:trace contextRef="#ctx0" brushRef="#br0" timeOffset="23697.58">4251 16751 1778 0,'-11'0'0'0,"2"0"0"0,-3 4 0 0,-2 9 0 0,-5 9 0 0,2 3 171 0,-1 11-69 0,5 1-34 0,4 7-1 15,6-8 516-15,3 4-279 16,0 3-135-16,8-3-69 0,15-4-33 0,3-5 63 0,1-8-40 15,11 4-33-15,-2-9 1 0,-4-8-590 0,14-1 283 0,-9-7 141 16,4-2-913-16</inkml:trace>
  <inkml:trace contextRef="#ctx0" brushRef="#br0" timeOffset="28168.62">2206 16594 286 0,'0'0'0'0,"0"0"0"0,0 0 0 0,0 0 0 0,-2 0 0 0,1 0 33 0,-2 0 26 0,3 0-26 16,0 2 44-16,0-2-13 0,-1 0-9 0,1 1-22 0,0-1 37 15,0 0 0-15,0 0-37 0,0 0 84 16,0 0-46-16,-2 0 0 0,-1 0-39 0,1 0 77 0,0 0-38 16,1 0 8-16,-1 0-47 0,1 0 38 0,-1 0 0 15,-3 5-37-15,5 5 22 0,-5 3 9 0,5 5-31 16,-1-2-1-16,1 1 33 15,0 0-33-15,0 0 1 0,0-2 8 0,0-2-38 16,1-2 0-16,4-1 29 0,2-2-50 0,-3-6 25 16,3 3 8-16,-1-4 13 0,-1-1-37 0,1 0 0 0,-3 0 18 15,1-7-44-15,-1-6 25 0,2-4-17 0,-5 1 40 16,3-2-63-16,0-2 28 16,-3-1-1-16,0-1-29 0,0 1 23 0,0-2-1 0,0 5 18 15,0-1 23-15,0 4-17 0,-6 4-7 0,4 3-1 16,-4 2 130-16,2 5-60 0,-2 1-28 15,1 0-1-15,-1 1 11 0,0 13-12 16,1 4-1-16,2 3 0 0,-2 2 29 0,3-1-8 16,2 1-34-16,0-2 15 0,0-3-5 0,0 1 13 15,2-5-66-15,3-2 27 0,-1-2 5 0,5-4 15 16,-2-1-58-16,1-3 23 0,-3-2 0 0,3 0 4 16,-3 0-1-16,1-10 12 0,-3-3 8 0,2-5-34 15,-4 2 30-15,1-3-9 0,-2 1 9 0,0-3-4 16,0 3 1-16,0 0-3 0,0 1 19 15,-3 6-17-15,-4 0 0 0,3 1 2 0,-2 5 32 16,-1 2-30-16,2 0-2 0,-3 3 5 16,3 0-4-16,0 8 22 0,-2 7-20 0,4 4 15 15,-2 3-14-15,2-1 3 0,1 1-2 0,2-1 24 16,0 0-22-16,0-3 1 0,0-2 23 0,2-5-21 16,3-2-2-16,1-1 2 0,2-5-12 0,1 0 11 15,-1-3 0-15,-1 0 2 16,4-3-44-16,-5-12 41 0,0 1 0 0,-1-6-32 15,-3 0 1-15,3 0 27 0,-5-1 1 0,0 0-30 16,0 2-1-16,0 2 21 0,0 3 5 0,-7 7 25 0,2-1 1 16,-3 5-32-16,1 1 127 0,-3 2-57 0,2 0-29 15,0 4 9-15,1 10 71 0,-2 1-42 0,5 1-27 16,-1 0 26-16,3-1-23 0,2-1 13 16,0 1-59-16,0-2 3 0,0-1 29 15,5-5 0-15,5 1-1 0,4-1-319 0,0-3 150 16,5-1-713-16,6-3 408 0</inkml:trace>
  <inkml:trace contextRef="#ctx0" brushRef="#br0" timeOffset="32085.44">18133 16286 643 0,'0'0'0'0,"-2"-2"0"0,0-1 0 0,0 2 0 0,0 0 0 0,2-2 0 0,-2 1 0 0,2 2 0 0,0 0 199 0,0 0-84 0,0 0-32 16,0 0 86-16,0 0-68 0,0 0-34 0,0 7 0 16,4 11 27-16,2 3-23 0,-3 7-8 0,1 1-30 15,-2 13 154-15,0-1-77 0,-2 5-39 0,0 6 108 16,0 0-78-16,0 5-34 16,0-1 0-16,0 1-7 0,0-3 7 0,0-3-34 15,0-4-1-15,0-11-73 0,0 4 36 0,0-10 1 16,0-3-162-16,0-5 96 0,0-3 51 0,0-9-149 15,0-6 92-15,0 1 11 0,0-5 36 0,0-2-392 16,1-19 195-16,3-7 96 0,1-9 49 0,2-3-330 16,-3-6 180-16</inkml:trace>
  <inkml:trace contextRef="#ctx0" brushRef="#br0" timeOffset="32321.87">18121 16346 1195 0,'-2'-19'0'0,"2"2"0"0,0 4 0 0,0 0 0 0,6 1 0 0,9-3 0 0,4 3 0 0,5 1 0 0,4 4 353 0,4 2-164 16,-2 1-78-16,4 4 48 0,-2 0-63 0,-1 9-31 16,1 8 8-16,-9 6 20 0,0 1-30 0,-7 3 1 15,-6 3-31-15,-4 2 37 0,-6-1-29 16,0 3-8-16,-7 1 0 0,-14 4 33 0,0-6 1 0,-1-6-34 16,-6-1-28-16,-1-4-8 15,1-5 36-15,0-5-212 0,0-5 96 0,1-5 55 16,7-2 19-16,-1 0-204 0,2 0 91 0,4-2 62 15,6-4 0-15,3-1-396 0,2 2 203 0,4 1 114 16,0-2 54-16,7 1-315 0</inkml:trace>
  <inkml:trace contextRef="#ctx0" brushRef="#br0" timeOffset="32587.62">18848 16413 1025 0,'0'-15'0'0,"0"4"0"0,-2 4 0 0,-5 1 0 15,-1-1 0-15,0 2 0 0,1 2 0 0,-4 0 176 0,-2 3-72 0,2 0-28 0,-5 12 221 0,2 10-140 16,-2 11-58-16,1 2 198 0,0 8-131 0,6-1-59 16,0 9-41-16,3-4 159 0,6-12-95 15,0 7-49-15,0-6-25 0,11-4 25 16,4-3-9-16,6-4-39 0,0 0-35 0,3-7-64 15,0-2 50-15,-1-2 32 0,7-3-387 0,-5-5 202 16,1-3 101-16,-1-1-628 0,-2-2 311 0,-2 0 168 16,7 0 97-16</inkml:trace>
  <inkml:trace contextRef="#ctx0" brushRef="#br0" timeOffset="32915.86">19023 16622 790 0,'-15'-5'0'16,"2"-2"0"-16,3 4 0 0,1-2 0 0,0 2 0 0,3-2 0 0,2 1 0 0,4-2 283 0,0-2-125 0,0 2-63 0,6 1-31 0,7 0 131 16,6 0-85-16,-1 2-39 15,5 1 36-15,-2 2-37 0,2 0 1 0,-3 0-30 16,1 8 63-16,-3 4-35 0,-3 4-1 0,0 0 31 15,-5 4-34-15,-3 1 9 0,-3 1-41 0,-2 4 41 16,-2-2-20-16,0 1 0 0,-8 0-22 0,-4-4 41 16,-8 6-40-16,-1-4 0 0,-1-2-35 0,-4-3 0 15,3-5 43-15,-3 3-8 0,0-7-217 0,6-2 94 16,-1-1 59-16,0-5-388 0,8-1 201 16,-1 0 76-16,5 0 60 0,4 0-307 15,5-4 178-15,0-8 89 0,0-1 36 0,18-8-296 16</inkml:trace>
  <inkml:trace contextRef="#ctx0" brushRef="#br0" timeOffset="33128.28">19391 16483 1093 0,'0'-6'0'0,"-3"2"0"0,-6 3 0 0,-2-1 0 0,-4 2 0 0,-1 0 233 0,0 2-100 15,0 10-50-15,-4 9 270 0,6 1-151 0,-2 5-89 16,6 5-40-16,0 2 164 0,4 2-102 0,2-1-51 15,4 1-18-15,0-2 80 0,0 0-56 0,10-5-29 16,5-1-51-16,2-1 22 0,3-5 9 0,3 0-8 16,2-4-88-16,-1-4 44 0,0-1 22 0,1-5-363 15,-4-2 200-15,0-2 47 0,0-2 62 0,-1-2-639 16,-2 0 325-16,3 0 163 16,-2-2 71-16</inkml:trace>
  <inkml:trace contextRef="#ctx0" brushRef="#br0" timeOffset="33333.74">19616 16693 1515 0,'0'0'0'0,"0"1"0"0,0-1 0 0,0 5 0 0,6-4 0 0,8 3 150 0,2-2-59 0,8 2-28 0,3-4 364 15,1 0-196-15,4 0-92 0,2 0-56 0,-1 0 16 16,1 0-33-16,0 0 0 0,-2 0-297 0,-6-3 140 15,1 2 58-15,-4-3 32 0,-5 2-421 0,-6 2 227 16,-3 0 114-16,-4 0-294 16,-3 0 185-16,0 0 8 0</inkml:trace>
  <inkml:trace contextRef="#ctx0" brushRef="#br0" timeOffset="33510.43">19883 16456 1800 0,'-6'-7'0'0,"0"3"0"0,3 3 0 0,1-2 0 0,2 3 0 0,0 0 0 0,0 14 0 0,0 10 317 0,0 6-146 0,2 11-70 16,0 0 303-16,-2 5-186 0,1 1-93 0,-1-6-137 15,0 11 18-15,0-4 0 0,0 0 26 0,0-2-229 16,0-2 114-16,0-5 66 0,0 9 21 16,0-5-717-16</inkml:trace>
  <inkml:trace contextRef="#ctx0" brushRef="#br0" timeOffset="34215.57">20332 16490 980 0,'-2'-11'0'0,"0"5"0"0,0 3 0 0,0-1 0 0,1 0 0 0,-1 2 0 0,-4 0 0 0,0 2 0 0,0 2 138 0,-4 17-52 0,0 6-27 16,-3 5 151-16,-2 9-89 0,1-3-36 0,0 11-30 15,0-3 149-15,3-3-86 0,6-5-43 0,1 4 118 16,2-5-72-16,2-2-49 0,0-5 1 0,9-4-8 16,8-6-1-16,4-3-31 0,2-6-23 0,7-6-8 15,0-3 31-15,2 0-1 0,0-9-109 0,5-13 55 16,-9 3 36-16,8-9-213 0,-12 3 112 16,3-3 25-16,-4-3 38 0,-5 2-158 15,-3-3 79-15,-4 0 17 0,-4-4 30 0,-3-5-33 16,-4 1 28-16,0-2 0 0,0 1 33 0,-7-6-5 15,-6 14 0-15,-6-1 1 0,-2 5 39 0,-3 9 1 16,2 7-49-16,-9 6 164 0,1 4-75 0,-2 3-23 16,1 5-24-16,1 11 208 0,-1 3-104 0,5 4-36 15,1 2-31-15,7-2 168 16,4 4-89-16,9-7-24 0,3 5-34 0,2 1 72 16,0-3-50-16,11-2-23 0,8-3 11 0,4 0 8 15,4-3-44-15,1-3-85 0,4-2 42 0,0-5 22 16,-2-1-1-16,2-4-404 0,-2 0 205 0,0 0 79 15,-5 0 62-15,-2 0-548 0,0 0 282 0,0 0 132 16,-3-2-253-16,1 0 201 0,0-3 100 0,-3 0 51 16,5-3-77-16,-7-1 55 0</inkml:trace>
  <inkml:trace contextRef="#ctx0" brushRef="#br0" timeOffset="34761.33">20903 16537 488 0,'13'-18'0'0,"-1"3"0"0,-5 5 0 0,0-1 0 0,-1 3 0 0,-4 3 178 0,-1 3-72 0,-1 0-37 16,0 0 151-16,0 2-85 0,-1 0-56 0,-12 13 309 15,-3 4-177-15,-2 6-90 0,-3 1-43 0,-2 5 230 16,2 3-142-16,-2-1-66 0,0 1-34 0,0-4-8 16,1 2 0-16,3-4-17 0,-2-3-42 0,5-2 1 15,0-7 33-15,4-1-1 0,2-3 1 0,2-3 8 16,1-3-9-16,5 0 33 16,0-4-1-16,0 0-31 0,2 0-1 0,0 0 86 15,0 0-48-15,2 0 1 0,11 0-38 0,3 0 22 16,3 0 0-16,1 0-14 0,6 0-8 0,2 0-18 15,1 0 17-15,-1 0 1 0,2 0-105 0,-4 0 61 16,6 0 17-16,-3 0-68 0,-4 0 46 0,-4 0 7 16,2 0 0-16,-5 0-163 0,-2-1 70 15,-6-2 49-15,1 2 2 0,-6-2-19 0,-1 3 26 0,-3-1-17 16,-1-4 126-16,0-2-45 16,-1-2-8-16,-10-2-39 0,-1-3 42 0,-5-4-34 15,0 0 16-15,-2-5-47 0,1-1 17 0,-3-1 20 16,-2 0 26-16,3-2-163 0,1 4 67 0,4 4 34 15,0 0 9-15,2 2 52 0,6 6-59 0,-2-3 20 16,6 7 224-16,3 0-108 16,0 0-58-16,0 2-25 0,3 2 180 0,15-1-93 0,5 3-23 15,2-2-31-15,5 3 76 0,5 0-44 0,0 0 9 0,1 3-76 16,7 5 0-16,-6 2 28 16,-2 1 1-16,-2 4-111 0,-2 0 63 0,-6 2 20 15,0 2-5-15,-4 2-104 0,-7 0 40 0,-4-1 36 16,-6 2-8-16,-2 0-1 0,-2 4 14 0,-4-6 82 15,-13 1-36-15,-3-5 0 0,1-2-31 0,-12 1 35 16,1-4 12-16,-2-4-39 0,1-1 23 0,-1-2-76 16,5-2 36-16,-5-2-1 0,13 0-275 0,-1 0 142 15,8 0 62-15,1-5 37 0,6 3-454 16,5-4 240-16,0 0 117 0,2 2-435 16,14 2 275-16,9-2 138 0,3 1 61 0</inkml:trace>
  <inkml:trace contextRef="#ctx0" brushRef="#br0" timeOffset="34969.97">21539 16569 884 0,'7'-15'0'0,"-6"6"0"0,1-2 0 0,-2-3 0 0,-2 3 0 0,-11 3 0 0,0 3 225 16,-4 2-88-16,0 0-57 0,-5 3 360 0,-1 3-203 16,1 10-102-16,-3 11-52 0,1 1 223 0,4 6-141 15,4 1-67-15,2 0 35 0,5 0-51 0,8-7-16 16,1 9-8-16,0-6 7 0,5-2 0 0,10-2-32 15,4-3 0-15,0-3-27 0,7-1-7 0,-4-2 33 16,5-6-313-16,1 1 156 0,-2-4 79 0,-1-2 4 16,5 0-782-16,0-3 395 0,-7 8 199 0</inkml:trace>
  <inkml:trace contextRef="#ctx0" brushRef="#br0" timeOffset="35798.5">21917 16906 1527 0,'0'-12'0'0,"2"8"0"0,6 2 0 0,-1 0 0 0,-2 1 0 0,-3 1 0 0,1 0 0 0,-1 0 286 0,-2 0-127 0,0 0-62 15,0 7 118-15,-16 7-83 0,-7 10-54 0,-7 4-22 16,0 4-383-16,-3 1 181 0,1 3 88 0</inkml:trace>
  <inkml:trace contextRef="#ctx0" brushRef="#br0" timeOffset="44520.88">22203 16456 376 0,'0'-4'0'0,"-2"3"0"0,2-3 0 0,-2 2 0 0,0 1 0 0,-1-2 0 0,1 2 61 0,2-1-7 0,-2 2-21 16,-1 0 0-16,3 0 61 0,-2-2-30 0,2 2 8 15,0 0-39-15,0 0 61 0,0 0-30 0,0 0-1 16,0 0 18-16,0 0-16 0,0 0-8 0,0 0-25 16,0 2 56-16,2 4-28 0,5 2 1 0,-2 0 15 15,4 2-8-15,0 0-36 0,1 3 1 0,1-1 41 16,0 3-20-16,-1-1 8 0,1 2-30 15,0 3 0-15,1-2 1 0,-3 2 0 16,0-2-43-16,1-1 17 0,-1 0 0 0,-1-1-76 16,-2-4 47-16,-1-1 26 0,1-1 4 0,-2-2-70 15,-1-1 25-15,-1-5 25 0,0 1-9 0,0 1-186 16,-1-3 78-16,-1 0 60 0,2 0 1 0,0 0-214 16,1-3 124-16,2-6 63 0,-1 0-202 0,3-4 137 15</inkml:trace>
  <inkml:trace contextRef="#ctx0" brushRef="#br0" timeOffset="44831.05">22532 16397 818 0,'2'-7'0'0,"-1"0"0"0,1 5 0 0,0 1 0 0,-2-2 0 0,0 3 0 0,0-2 0 0,0 2 142 0,0 0-46 0,0 0-36 15,0 0 0-15,0 0 84 0,-2 6-55 0,-1 6-29 16,-4 0 47-16,0 6-41 0,-2 4 0 0,-2 1-33 15,-3 7 46-15,0 6-23 16,-2-5 9-16,-2 14-6 0,-3-4 0 0,0 5-26 16,-2-2 0-16,-1 6-10 0,2-5 18 0,-1-1-8 15,0 0-1-15,5-5-48 0,2-8 24 0,4 2 0 16,3-9-44-16,-3 1 20 0,6-4 21 0,1-5-95 16,1-4 45-16,0-2 29 0,3-5 3 0,1-4-54 15,-2 2 34-15,2-3-1 0,0 0 13 0,0 0 39 16,0 0-32-16,-2 0-1 15,2 0 5-15,0-3-31 0,0-1-1 0,0-2 31 16,0-2-364-16,2-2 170 0,5 2 86 0,4 0-301 16</inkml:trace>
  <inkml:trace contextRef="#ctx0" brushRef="#br0" timeOffset="45133.37">22734 16472 761 0,'2'-10'0'0,"1"4"0"0,6 5 0 0,-2-2 0 0,0 3 0 0,2 0 0 0,1 0 263 0,3 3-120 0,1 4-54 15,-1 4-29-15,1 0 217 0,2 4-122 0,-2 5-53 16,4 2 49-16,-4 2-59 0,0 2-30 0,-5 1 96 15,1 0-63-15,-5 0-23 16,-1 5-8-16,-2-1 50 0,-2-1-41 0,0 0 0 16,-11-1-40-16,-3-1 40 0,-2 3-9 0,-3-5-31 15,-2 0 0-15,-1-3-171 0,-1 0 86 0,0-7 50 16,-3 3-186-16,1-5 95 0,2-1 61 0,0 3-11 16,5-5-647-16</inkml:trace>
  <inkml:trace contextRef="#ctx0" brushRef="#br0" timeOffset="46329.28">23451 16475 553 0,'3'-9'0'0,"1"1"0"0,-3 2 0 0,1 3 0 0,0-1 0 0,0-1 0 0,0 3 0 0,0 0 0 0,-2-1 33 0,0 1 0 0,1 2 0 0,-1 0 106 15,0 0-53-15,0 0-19 0,0 0-7 0,0 0 131 16,0 0-79-16,0 0-40 0,-9 10-13 0,-3 9 9 16,-4 5-35-16,-3 3-1 0,-1 3-23 0,-5 5-1 15,2-1 25-15,2-6-32 16,-2 6 32-16,0-7 0 0,2-3-1 0,3-3 37 0,4-6-36 15,0-2 5-15,3-4-6 0,4 1 43 16,0-5-22-16,5-3 1 0,0 1 4 0,2-3-17 16,0 0-8-16,0 0 0 0,2 0-22 0,11 0 0 15,4 0 30-15,1 0-2 0,3 0-6 0,6 0 0 16,-1 0-1-16,3 1-25 0,-3-1 8 0,6 2 17 16,-2 0 1-16,-3 1-82 0,0 1 37 15,-1 0 12-15,-5-2 5 0,0 2-66 0,-3-2 38 16,-6 3 12-16,-3-4-5 0,-2 2-8 15,-3-3 34-15,-2 0-26 0,-2 0 54 0,0 0-45 16,0 0 8-16,-6-11 145 0,-3-3-65 0,-4-5-33 16,2-4 0-16,-2-3-68 0,-1-3 0 0,0-4 51 15,0-3-7-15,1 0-145 0,-2-1 68 0,2 7 34 16,-1-1-35-16,2 5 25 0,-1 7 3 0,1 2 6 16,-1 1 17-16,3 7-29 0,3 2 23 15,1 2 103-15,1 0-53 0,3 4-27 0,0-1 0 0,2 2 44 16,0 0-28-16,0 0-1 15,4 0-217-15,11 0 99 0,2 0 45 0,2 0 10 16,1 5-201-16,7 1 103 0,-5 0 56 0,8 4-568 16</inkml:trace>
  <inkml:trace contextRef="#ctx0" brushRef="#br0" timeOffset="46566.65">23762 16447 718 0,'9'-7'0'0,"2"0"0"0,3 3 0 0,-2-2 0 0,4 2 0 0,0 0 0 0,2 2 474 16,0 2-221-16,3 0-110 0,0 9 117 0,-1 5-117 16,-3 2-56-16,-2 5-27 0,-3 5 14 0,-7 2 0 15,-1 0-33-15,-4 3-41 0,0 1 0 0,-2-2 32 16,-9 1 1-16,-5-6-31 0,-3 2 8 0,-2-4 22 16,-4-3 1-16,-2-3-60 0,-1-4 30 0,4-4 8 15,-8-2-232-15,5-3 115 0,7-4 38 16,-1 0 35-16,3 0-291 0,6-1 143 15,3-9 61-15,5-2-109 0,4-2 98 0,2-4 49 16,16 0 24-16</inkml:trace>
  <inkml:trace contextRef="#ctx0" brushRef="#br0" timeOffset="46766.11">24209 16384 1749 0,'1'-10'0'0,"1"5"0"0,-2 4 0 0,0 0 0 0,-6-2 0 0,-4 3 0 0,-6 0 0 0,2 11 0 0,-4 7 0 0,2 4 208 0,-1 4-88 0,2 6-43 16,1 0 116-16,5 6-72 0,4-1-49 0,0 8 30 16,5-11-36-16,0 1 1 0,3 2-34 0,8-6 30 15,5 0-9-15,5-4-21 0,4-2-1 0,0-4-218 16,3-2 110-16,-6-6 62 0,6 0-558 16,-2-5 287-16,-5-3 94 0,8-2 88 0</inkml:trace>
  <inkml:trace contextRef="#ctx0" brushRef="#br0" timeOffset="46934.66">24688 16947 2001 0,'0'0'0'0,"0"0"0"0,0 0 0 0,0 0 0 0,0 0 0 0,0 0 0 0,0 0 0 0,0 0 0 0,0 0 464 0,0 0-216 0,0 0-100 15,0 0 188-15,0-6-152 0,0-3-75 0,0-3-39 16,0 5-419-16,-2-1 199 15,-1 4 87-15,3 1-933 0,0-3 515 0</inkml:trace>
  <inkml:trace contextRef="#ctx0" brushRef="#br0" timeOffset="49857.12">11146 17538 513 0,'0'-6'0'0,"0"1"0"0,0 1 0 0,0 0 0 0,0 3 0 0,0-4 0 0,0 2 0 0,0 1 130 0,-2 0-41 0,2 1-32 15,0-1 35-15,0-1-30 16,0 3 0-16,0 0 33 0,0 0-23 0,0 0-8 15,0 0-31-15,0 3-38 0,0 7 38 0,0 12-1 16,0-2 9-16,0 12 50 0,0 7-29 0,0 3 0 16,-2 5-29-16,1 4 40 0,-1-1-32 0,2 1-8 15,0-5 0-15,0-8 0 0,3-2-1 0,8-4-39 16,1-10 8-16,3-3 31 0,-1-3 1 0,4-8-65 16,1-5 32-16,-3-3-11 0,3 0 48 0,1-17-110 15,-2-4 46-15,-3-6 11 16,0-2-102-16,-3-5 54 0,0-2 33 0,-1-9 4 15,-2 2-68-15,1 0 36 0,-2-3 22 0,-1 2-25 16,-2 4 17-16,0-2-13 0,-3 8 35 0,0 3 30 16,-2 11 1-16,0 4-46 0,0 5 3 0,0 3 198 15,0 5-91-15,-6 3-37 0,0 0 87 0,0 8 10 16,1 10-62-16,1 6-13 16,1 2 106-16,1 5-56 0,2 2-38 0,0 4 25 0,0 0-22 0,0 1-9 15,2 0-30-15,3-2 39 16,2-1-1-16,2-3-38 0,1-9 8 0,1 6-49 15,-3-8 20-15,2-3 0 0,-3-3-124 0,2-2 72 16,-3-6 45-16,0-1-8 0,-1-2-357 0,1-4 167 16,-1 0 96-16,1 0-215 0,2-2 132 0,-2-7 74 15,1-4 36-15,0-2-321 0</inkml:trace>
  <inkml:trace contextRef="#ctx0" brushRef="#br0" timeOffset="50056.58">11553 17810 761 0,'4'-2'0'0,"1"-1"0"0,4 3 0 0,-2 0 0 0,2 0 0 0,1 0 123 0,3 0-46 0,-2 5-13 16,4 5-9-16,2 1 215 0,-2 2-118 0,3 4-60 16,0 0-30-16,-7 0 90 0,2 7-64 0,-5-1-28 15,-3 1-16-15,-3 1-11 0,-2 0-1 0,0 0 1 16,-9 4-1-16,-6-3 1 0,-2-4 0 0,-2-2-63 16,-1 0 32-16,1-5 7 0,-4-4 24 0,3-3-251 15,1-7 91-15,2-1 71 16,3 0-344-16,5 0 183 0,2-5 72 0,7-9 55 15,0-1-215-15,2-6 136 0</inkml:trace>
  <inkml:trace contextRef="#ctx0" brushRef="#br0" timeOffset="50256.25">11849 17847 1198 0,'0'-6'0'0,"0"1"0"0,0 4 0 0,-9 1 0 0,-5 0 0 0,1 0 0 0,-2 6 0 0,2 2 385 16,1 8-176-16,1 2-80 0,0 3-52 0,3 2 71 15,4 1-58-15,2 1-28 0,2 1 80 0,0-6-47 16,6 7-35-16,8-6 0 0,2 1-83 0,5-4 28 16,0 0-1-16,1-5-217 0,4 0 118 0,-1-4 64 15,-1 5 32-15,-5-14-432 0,2 3 186 0,0-3 118 16,-3 0 2-16,-1 0-152 0,-2-1 123 16</inkml:trace>
  <inkml:trace contextRef="#ctx0" brushRef="#br0" timeOffset="50402.89">12141 17761 1635 0,'10'-3'0'0,"5"1"0"0,-3 0 0 0,2 1 0 0,1 1 0 0,0-2 0 0,0 2 0 0,4-2 0 0,0 2 209 0,-1-3-89 0,1 3-43 0,-2-1-149 16,0 1 60-16,-2 0 19 0,-5 0-1 0,1 0-516 15,-2 0 271-15</inkml:trace>
  <inkml:trace contextRef="#ctx0" brushRef="#br0" timeOffset="50557.99">12151 18026 1542 0,'0'4'0'0,"0"3"0"0,0-3 0 0,0 0 0 0,4-4 0 0,9 0 0 0,2 0 0 0,5 0 0 0,7-2 0 0,-1-6 483 0,0 1-225 0,1 1-112 0,-1 0-166 16,-4 3 34-16,3 1-7 0,-2 0 25 0,-3 2-748 15,1 11 374-15</inkml:trace>
  <inkml:trace contextRef="#ctx0" brushRef="#br0" timeOffset="51209.75">12979 17159 1108 0,'-8'-18'0'0,"5"12"0"0,1 4 0 0,0 0 0 0,0 2 0 0,0 0 0 0,2 6 0 0,0 18 0 0,0 6 271 0,0 9-123 0,0 1-58 0,0 9 120 16,2-1-88-16,2 5-45 0,0 1-14 16,-1 12 10-16,-1-4 0 0,0 2-40 15,0 0 0-15,-1-2-29 0,2-12 8 0,-1 3 20 16,2-6-125-16,-2-9 63 0,-1-3 31 0,1-5 0 15,0-9-235-15,0-8 126 0,0-2 24 0,-1-7-365 16,1-4 194-16,0 0 112 0,4-15 46 0,0-13-87 16,3-8 75-16</inkml:trace>
  <inkml:trace contextRef="#ctx0" brushRef="#br0" timeOffset="51383.28">13093 17664 456 0,'4'-8'0'0,"0"5"0"0,2 3 0 0,0 0 0 0,-3 3 198 16,3 9-82-16,-3 5-42 0,1 3-20 0,1 5 273 15,0-2-139-15,1 4-82 0,-3 1 171 0,1-5-123 16,-1 4-60-16,1-7-31 0,2 0-48 0,-2-1-9 16,2-4 27-16,-5-5-295 0,3-1 148 0,-2-5 73 15,0-1 45-15,0-2-381 0,-2-1 170 0,0-1 108 16,1-13-10-16,-1-3-115 16,2-7 76-16</inkml:trace>
  <inkml:trace contextRef="#ctx0" brushRef="#br0" timeOffset="51788.75">13221 17431 910 0,'2'0'0'0,"1"0"0"0,6 5 0 0,-4 11 0 0,1 1 0 0,-3 2 0 0,5 5 0 0,-2 4 0 0,-2 4 255 0,1 4-112 0,-1 5-54 0,-1 0 18 16,-1 0-37-16,2-3 8 0,-2 1-45 0,-1 1-82 16,2-8 41-16,-3-8 0 0,0-1 41 15,2-12-96-15,0-2 44 0,-2-3 26 16,0-4-46-16,0-2 21 0,2-2 23 0,0-11-37 15,1-4-20-15,3-3 2 0,-1-1 24 0,3 2 54 16,1 0-35-16,1 1-7 0,0 2 6 0,2 5 69 16,-1 2-31-16,3 6 10 0,-3 1-39 0,0 2 90 15,1 0-42-15,-3 3-10 0,0 12 40 0,-3 2-21 16,-2 10 0-16,0-7 69 0,-3 5-51 0,-1-6-18 16,0 2 0-16,0-2-62 15,0-7 1-15,0-3 44 0,0-3-8 0,0-3-101 16,0-3 50-16,2 0 26 0,2-8 0 0,1-12-124 15,5-4 65 1,1-1 19-16,-2 1-58 0,5 0 28 0,1-1 31 0,-3 9-18 0,2-1 4 0,1 4 0 16,0 7-1-16,-2 1 120 0,2 5-47 0,-2 0-29 15,1 11 5-15,0 9 180 0,-2 2-92 0,-3 4-34 16,-1 1-28-16,-3-3 147 0,3 7-79 0,-4-8-16 16,1-1-86-16,1-2 16 0,-2-4 21 15,-3-4 9-15,3-3-466 0,-2-1 213 16,-2-4 112-16,2 0-601 0</inkml:trace>
  <inkml:trace contextRef="#ctx0" brushRef="#br0" timeOffset="52475.91">12991 18199 469 0,'-12'-1'0'0,"3"-2"0"0,3 3 0 0,-1 0 0 0,1 0 0 0,-2 0 226 0,3 0-96 0,-3 0-49 0,1 4 29 15,1 2-31-15,0-1-8 0,-1 5-38 0,1 4-21 16,-1 0 20-16,-1 1 1 0,1 4 8 0,-2 0-61 15,-2-1 27-15,1 1-1 0,-1-2 18 0,-3-1 8 16,3-2 9-16,-2-1-8 0,0-1 57 0,2-3-28 16,-1-4-15-16,3 1 29 0,0-1 4 0,3 0-48 15,2-4 7-15,0 2 86 0,4-3-46 16,0 0-23-16,0 1 8 0,0 3-13 0,10-2-18 0,5 2 0 16,2-3-27-16,3 2-1 15,1-2 36-15,2-1-8 0,3 0-78 0,-2 0 38 16,2 0 1-16,-7 0-22 0,4 0 20 0,-3 0-7 15,-1 0-6-15,-6 0-66 0,-1 0 30 0,-3-1 30 16,-4-2-7-16,-1 2-9 0,-2-1 11 0,-2-3-1 16,0-3 93-16,0-2-34 0,-4 1-9 0,-5-6-28 15,-2 3 60-15,-2-3-26 0,0-1 10 0,-3-7-25 16,4 6 7-16,-4-8-12 16,7 5 25-16,-4-8-106 0,1 5 46 0,5 4 0 15,2 1 43-15,1 1-79 0,2 7 28 0,2-1 0 16,0 5 12-16,0 1 118 0,0 1-59 0,6 2-19 15,5 0 111-15,4 2-60 0,1 0-26 0,4 0 49 16,6 0-31-16,-2 0 0 0,2 0-12 0,2 2-49 16,1 4 55-16,-5-1-15 0,8 5 27 15,-5-3-104-15,-3 3 38 0,-2 1 0 16,-1 6-31-16,-8-2 33 0,0 2-4 0,-2 3 1 16,-5-2 55-16,-4-1 0 0,-2 5-45 0,0-2 79 15,-6-1-36-15,-8 3 0 0,-4-6-24 0,0 1 21 16,-3-4-12-16,2-2-5 0,-1-1 18 0,-1-3-146 15,0 1 66-15,1-5 28 0,1 0-356 0,1-2 180 16,4 0 76-16,5-1 50 0,-1 0-412 0,6 0 218 16,4 0 109-16,0-5-285 0,2-7 202 0,17-4 96 15</inkml:trace>
  <inkml:trace contextRef="#ctx0" brushRef="#br0" timeOffset="52656.49">13362 18156 1068 0,'2'-5'0'0,"0"3"0"0,-2 2 0 0,0 0 0 0,-4 0 0 0,-5 12 0 0,-4 7 0 0,3-1 214 0,1 8-90 0,1-2-46 16,1 1 226-16,3-3-128 0,2 2-76 0,2 1-33 15,0-3 85-15,0 0-60 0,4-4-30 0,7-2-125 16,3-3 43-16,2 0 27 16,1-6-1-16,0-2-331 0,2-1 179 0,-2-4 98 15,0 0 36-15,0 0-249 0,-3 0 72 0,4-3 93 16</inkml:trace>
  <inkml:trace contextRef="#ctx0" brushRef="#br0" timeOffset="52823.04">13462 18285 1448 0,'0'-2'0'0,"0"1"0"0,1 1 0 0,1 0 0 0,2 0 0 0,2 0 0 0,5 0 0 0,4 0 0 0,2 0 212 0,2 0-89 0,1 0-45 0,1 0 25 16,0 0-27-16,1 0-8 0,-1 0-35 0,-2 0-307 15,-2 0 154-15,-2 0 76 0,-4 0-189 0,-2 0 128 16,1 0 69-16,-2 0-542 0</inkml:trace>
  <inkml:trace contextRef="#ctx0" brushRef="#br0" timeOffset="53065.4">13674 18152 1084 0,'-7'-6'0'0,"3"3"0"0,-1-2 0 0,4 4 0 0,1 1 0 0,0 0 0 0,1 0 0 0,13 4 0 0,4 6 168 0,3 2-69 15,0 2-32-15,4 2 172 0,1 1-95 0,0 0-59 16,0 3-27-16,-1-4 59 0,0 1-42 0,-11-6-21 16,3 4 5-16,-6-4-26 0,-3 2-1 0,-4-1 1 15,-4-1 25-15,0 2 0 0,-2-1-17 0,-13 1 100 16,-4 0-55-16,-1-2-26 0,-3 1 0 16,0-1-48-16,5-1 7 0,-5-3 14 15,2 2 0-15,3-2-204 0,2-1 102 0,4 0 51 16,4-2-428-16,0-3 210 0,5 1 117 0,3-2-227 15,0 0 157-15,0 0 78 0,9 0 31 0,8-6-369 16</inkml:trace>
  <inkml:trace contextRef="#ctx0" brushRef="#br0" timeOffset="53345.68">13995 18273 1360 0,'4'0'0'0,"2"0"0"0,-3 0 0 0,1 1 0 0,-2 8 0 0,3 5 0 0,1-1 0 0,2 3 0 0,3-2 229 0,2 2-98 16,2 0-49-16,2-3-13 0,2 0 0 0,0-5-28 16,-1 3-9-16,1-7-47 0,-2-3 24 0,0-1-1 15,-1 0 25-15,-6-3-135 0,0-10 63 0,-3-5 36 16,-3 2 0-16,-2-3-94 0,-2 1 61 0,0-1-16 16,-8 0 0-16,-5 0 23 15,-4-1-7-15,-1 3-1 0,0 5 131 0,-2 1-53 16,-2 5-23-16,-5 4 83 0,4 2-40 0,2 0-29 15,0 6 8-15,5 5 78 0,1 7-34 0,5-3-30 16,1 1 11-16,6 1-101 0,3 0 40 0,0 0 8 16,0-2-451-16,3-2 223 0,11 1 97 0</inkml:trace>
  <inkml:trace contextRef="#ctx0" brushRef="#br0" timeOffset="57459.61">14697 17488 398 0,'0'-14'0'0,"0"3"0"0,0 2 0 0,-1-2 0 0,1 4 0 0,-2 0 82 15,2 0-25-15,-2 2 0 0,2 3 81 0,0-1-44 16,0 1-35-16,0 2 54 0,0 0-40 0,4 5 0 16,5 5-40-16,1 8 87 15,-1 9-48-15,0 3 0 0,-1 2-39 0,1 11 100 16,-5-2-50-16,1 7-17 0,-3 5 5 0,2 9 1 16,-1 0-40-16,-2 0-22 0,1 1 23 0,0-10 8 15,0 2-9-15,0-5-73 0,1-13 36 0,1 5 1 16,0-11 36-16,-1-5-140 0,3-6 45 0,-2-7 42 15,-2-2 22-15,0-7-251 0,0-2 123 0,-2-2 32 16,2 0-253-16,-2-13 158 0,0-13 78 0,0 0-117 16</inkml:trace>
  <inkml:trace contextRef="#ctx0" brushRef="#br0" timeOffset="57711.94">14692 17452 867 0,'4'-21'0'0,"-1"6"0"0,7 4 0 0,1 4 0 0,2-1 0 0,2 3 0 16,5-1 0-16,0 3 305 0,8 3-140 0,0 0-66 0,0 3-33 0,1 8 153 16,-1 2-93-16,-2 4-39 15,0 4-20-15,-3 0-1 0,-2 1-33 0,-5 2 0 16,-4-1-43-16,-8 1 29 0,-3 5-7 0,-1-1 0 16,-5 2 21-16,-14-2 0 0,-2-1 0 0,-5-1-20 15,-2-3-7-15,0-6 27 0,-2-1-115 0,0-7 52 16,1-2 12-16,7-4 4 0,-3-2-185 0,5-1 100 15,1 0 41-15,10 0 27 0,-3 0-322 0,6-1 153 16,4-4 83-16,2 2-92 0,0-2 88 0,12 2 44 16</inkml:trace>
  <inkml:trace contextRef="#ctx0" brushRef="#br0" timeOffset="58097.07">15490 17529 1126 0,'-11'-10'0'0,"-1"7"0"0,3 0 0 0,-1 3 0 0,-2 0 0 0,-1 0 0 0,-3 5 0 0,2 4 0 0,-2 10 0 0,4-3 238 0,-6 9-107 0,5 1-49 0,3 4 91 16,-4 10-70-16,7-3-36 0,-1 1 9 0,2 9 4 15,2-5-23-15,2-7-1 0,2 2-23 0,0 2 75 16,0-6-29-16,6-4-8 0,9-1-65 0,-2-6 0 15,6 0 27-15,2-5-174 0,-3-2 95 0,9-1 36 16,-1-3 21-16,-1-4-400 0,1 0 179 16,3 2 106-16,-8-4 14 0,8-2-457 15,-5 7 257-15</inkml:trace>
  <inkml:trace contextRef="#ctx0" brushRef="#br0" timeOffset="58659.55">15627 17816 1082 0,'-7'-13'0'0,"3"3"0"0,2 4 0 0,2-1 0 0,0 0 0 0,0-3 0 0,2 0 0 0,7-2 0 0,12 2 127 16,0 2-47-16,1 2-15 0,6 1 33 0,0 5-32 15,-1 0-1-15,-1 11-1 0,-1 4 8 0,-2 8-39 16,-5 4 0-16,-1 1-22 0,-4 0 0 0,-4 2 21 15,-2 0-15-15,-6 1-10 0,-1-1 26 0,0-1 0 16,-8-1 32-16,-8 1 1 0,-3-3-25 0,-3-1-9 16,-5-1 28-16,-1-5-1 0,-2 1-26 15,-2-6-32-15,2-3 7 0,0-6 25 16,3-2 0-16,7-3-155 0,0 0 74 0,2-3 36 16,5-8-289-16,7-1 152 0,4-6 59 0,2 2 42 15,0 1-392-15,16-4 204 0,2 5 93 0,7 0-117 16</inkml:trace>
  <inkml:trace contextRef="#ctx0" brushRef="#br0" timeOffset="58881.54">16076 17668 1048 0,'-7'-10'0'0,"-7"7"0"0,0 1 0 0,-4 2 0 0,0 0 0 0,-1 5 0 0,-4 7 0 0,9 6 0 0,-5 6 318 16,6 2-143-16,1 3-71 0,5 3 133 0,3 0-102 15,2 2-43-15,2-1-33 0,0 0 24 0,2-1-25 16,12-2 0-16,0-4-64 0,4 0 9 16,2-3 30-16,1-3 0 0,1 0-206 15,0-5 104-15,1 0 50 0,-4-2 34 0,3-6-385 16,-1 0 142-16,0-5 110 0,-1-2-329 0,-1 0 206 16,-1 0 97-16</inkml:trace>
  <inkml:trace contextRef="#ctx0" brushRef="#br0" timeOffset="59171.85">16262 17874 1156 0,'-11'-5'0'0,"8"3"0"0,-2 0 0 0,3 2 0 0,2 0 0 0,0 0 0 0,0-2 254 0,7 2-110 0,11-2-56 15,6 1 257-15,5-5-148 0,1 0-86 0,2-1 23 16,1 1-51-16,1 0-25 0,-4 0 0 0,-3 3-199 16,5 1 82-16,-10 0 46 0,2 1 23 0,-3 1-168 15,-4 0 95-15,-4 0 56 0,-2 3-515 0,-1 5 264 16,-6 1 52-16,-3 0 93 0,-1 3-331 0</inkml:trace>
  <inkml:trace contextRef="#ctx0" brushRef="#br0" timeOffset="59372.31">16494 17510 754 0,'0'3'0'0,"0"9"0"0,2 4 0 0,-2 2 0 0,0 3 0 0,0 1 413 0,0 6-191 0,0 4-86 15,0 3-56-15,0 6 120 0,0 1-85 0,0 1-40 16,0 3 83-16,0-4-55 0,0 12-39 16,0-6-272-16,0 1 121 0,-2-2 60 15,-1-4 29-15,3-9-446 0,0 1 230 0,0-6 117 16,0-8 59-16,3-7-431 0,0-2 210 0</inkml:trace>
  <inkml:trace contextRef="#ctx0" brushRef="#br0" timeOffset="59780.38">16824 17801 1309 0,'-2'-6'0'0,"-2"4"0"0,0 2 0 0,-3 0 0 0,-1 12 0 0,1 9 0 0,1 1 0 0,1 4 0 0,1 4 318 15,4 3-134-15,0-2-80 0,0 1 26 0,0 0-48 16,4 0-25-16,7-4 0 0,2-5-48 0,4 0-9 15,0-2 33-15,-1-7-79 0,4-1 40 0,1-6-1 16,-1-2 48-16,1-4-129 0,0-1 60 16,-4 0 31-16,2-9-1 0,-2-9-158 15,-3 2 83-15,0-9 4 0,-2 2-14 0,-3-4 23 16,0-1 21-16,-3-3-20 0,-2 2 21 0,-2-5 4 16,0-2 10-16,-2 1-32 0,0-6 0 0,0 6 23 15,-8-3-3-15,-3 5 36 0,-2 1-29 0,-3 6 2 16,2 9-2-16,-3 2 95 0,-3 7-51 0,1 7-13 15,-6 1 174-15,2 1-88 0,3 17-47 0,-2 0-14 16,6 0 183-16,-2 11-99 16,4-2-47-16,5-1 70 0,4 0-51 0,5-5-21 15,0 2 9-15,0 0 18 0,5-3-28 0,12-1-1 16,2-3-27-16,3-3-87 0,1-4 51 0,7 0 14 16,-3-4-381-16,0-3 197 0,1-2 98 0,-5 0 29 15,1 0-568-15,-1 0 291 0,-3 0 144 0</inkml:trace>
  <inkml:trace contextRef="#ctx0" brushRef="#br0" timeOffset="60395.36">17558 17692 1604 0,'0'-13'0'0,"0"8"0"0,0 1 0 0,0 4 0 0,0 0 0 0,0 0 0 0,-4 0 0 0,-3 0 193 0,-2 9-71 0,-1 6-49 0,-5 6 35 16,-1 1-37-16,-2 7-1 0,-5 6-37 0,6-1 38 15,-8 7-38-15,4-1 0 0,-4-1-72 0,0-1 36 16,3-3 0-16,2-4 43 0,-1-3-28 0,0 0 20 16,4-8 1-16,5-3 71 0,0-2-35 0,6-5 7 15,1-3-59-15,1-3 78 0,4-2-34 0,-2-2 1 16,2 2-26-16,2-2 68 0,13 0-39 0,4 0-1 15,4 0-4-15,2 0 0 0,3 0-28 0,-3-2 9 16,9 0-110-16,-4 0 51 0,0 0 25 16,2 1-190-16,-2-2 97 0,-4 3 62 15,4 0-1-15,-3-1-109 0,-7-1 43 0,1-1 44 16,-2 2-20-16,-8-3-130 0,0 0 75 0,-5-2 44 16,0 1 72-16,-5-3-27 0,1-3 0 0,-2-1-8 15,0-3 132-15,-2-1-62 16,-9-7-30-16,0 3 42 0,-4-5-25 0,0-3-5 0,0 0 2 0,0-2-82 15,0 0 38-15,-1 0-1 0,6 6 43 16,-2-4-10-16,4 10 1 0,3-3-8 0,1 3 185 16,4 5-90-16,0 2-47 0,0-3-21 15,9 3 221-15,7 2-112 0,8 0-43 0,2 3 17 16,4 2-27-16,2 2-8 0,0 2-37 0,2 0-74 16,-3 4 37-16,2 7 1 0,-1 7 45 0,-2 0-63 15,-2 0 27-15,-4 5 0 0,-1 0-49 0,-2-1 36 16,-10-1-4-16,0 7-21 0,-7-3 11 0,-4 0 1 15,0-2-1-15,-6 4 103 0,-10-3-41 0,-5-2 0 16,-2 1-36-16,-3-4 11 16,-4 0-4-16,-8 0 10 0,4-4-5 0,-7-1-225 15,9-4 105-15,-3-2 52 0,5-3-139 0,9-1 81 16,3-4 46-16,4 0 4 0,7 0-400 0,5 0 214 16,2-2 106-16,3-9-430 0,22-4 260 0,-5 0 143 15</inkml:trace>
  <inkml:trace contextRef="#ctx0" brushRef="#br0" timeOffset="60592.83">18213 17636 976 0,'2'-23'0'0,"-1"11"0"0,-1 2 0 0,0 3 0 0,-5 1 0 0,-10 3 0 0,-6 3 387 0,-1 5-177 0,-4 13-88 16,-2 8-45-16,2 5 174 0,5 0-100 0,-6 13-64 15,11-1 227-15,0 0-141 0,7-1-70 0,5-9-42 16,4 3 8-16,0-3-36 0,2-5 0 0,15-1-186 15,4-7 93-15,5-6 46 0,2-1 32 16,4-6-438-16,2-2 226 0,0-5 60 16,-2 0-597-16,-2 0 349 0,-8 0 167 0</inkml:trace>
  <inkml:trace contextRef="#ctx0" brushRef="#br0" timeOffset="60732.46">18519 18028 1037 0,'12'0'0'0,"1"7"0"0,-1-5 0 0,-3 1 0 0,-4 0 0 0,1 2 0 0,-3 0 218 0,-1 2-93 16,0 3-46-16,-2 7 288 0,-4 1-167 16,-10 3-75-16,-6 2-51 0,-1 0-199 15,2 0 79-15,-4 2 39 0,-2 2-642 0</inkml:trace>
  <inkml:trace contextRef="#ctx0" brushRef="#br0" timeOffset="61315.14">18807 17753 998 0,'-6'-15'0'0,"2"8"0"0,2 6 0 0,2-2 0 0,0 2 0 0,0 1 0 0,0 0 146 0,2 0-57 15,8 7-28-15,3 6 155 0,2 0-84 0,5 7-54 16,0-4-22-16,1 4 265 0,-2 0-145 0,2 1-71 16,-4-5 78-16,6 4-79 0,-8-2-36 0,2-1 0 15,-4 1-128-15,-2 0 46 0,-2-3 32 0,0 0-372 16,-4 0 194-16,-1-3 96 0,-3 3 48 0,1-7-664 15,0 2 281-15,-2-3 187 0</inkml:trace>
  <inkml:trace contextRef="#ctx0" brushRef="#br0" timeOffset="61550.55">19205 17661 767 0,'4'-18'0'15,"-2"11"0"-15,0 1 0 0,-1 5 0 0,1 1 0 0,-2 0 0 0,0 5 499 0,0 14-226 0,-3 13-124 0,-13 10 338 16,-2 5-227-16,-7 15-114 0,-1 0-56 0,1-2 122 16,-5 17-94-16,0-8-42 0,2 0-22 0,-2 0-26 15,2-3 5-15,4-11 8 0,-3 1-79 0,1-7 35 16,3-8 1-16,5-12-153 0,-1-2 94 0,6-8 55 16,3-7 15-16,3-3-340 0,3-6 167 0,0-1 34 15,4-2 57-15,0 0-393 0,0-4 220 0,8-12 107 16,11-2 53-16,-5-3-486 0</inkml:trace>
  <inkml:trace contextRef="#ctx0" brushRef="#br0" timeOffset="61828.36">19545 17572 1398 0,'2'-17'0'0,"4"11"0"0,4 4 0 0,4 1 0 0,-1-1 0 0,1-1 0 0,0 3 141 0,4 0-55 0,1 6-26 15,4 9 403-15,-2 7-207 0,-3 3-116 0,3 9 309 16,-6 6-209-16,-5 4-103 0,-4 6-52 0,-6 4 196 16,0 10-128-16,-11-6 53 0,-7 2-206 0,-1-3 0 15,-1-9 0-15,-5 6 0 0,-3-5 0 0,-2-3 0 16,-4-3 0-16,1-6 0 0,-3-5-203 0,4-5 149 15,-8-1 39-15,10-9-685 0,-2-2 343 0,6-3 116 16,8-4 105-16,-3 4-644 0</inkml:trace>
  <inkml:trace contextRef="#ctx0" brushRef="#br0" timeOffset="67466.68">20431 17761 1467 0,'0'-8'0'0,"0"4"0"0,0 1 0 0,0 2 0 0,2-1 0 0,6 0 0 0,-1-1 0 0,4 2 0 0,5 0 0 0,0 1 188 0,5 0-81 0,0-3 8 0,4 3-41 16,-5-2-21-16,3 2 1 0,-1-1-56 15,0 1 13-15,-3 0 0 0,1-3 22 0,-4 3-215 16,-1 0 107-16,-4 0 63 0,0 0 18 0,-1 0-448 16,-4 0 181-16,-4 3 127 0</inkml:trace>
  <inkml:trace contextRef="#ctx0" brushRef="#br0" timeOffset="67635.23">20473 18035 1315 0,'-5'-3'0'0,"0"1"0"0,5 0 0 0,0 2 0 0,0 0 0 0,0 0 0 0,5-2 0 0,7 0 420 0,6 0-194 0,0-1-88 15,3-3 141-15,2 1-123 0,-3-1-62 0,1 2-31 16,0 0-268-16,-1 1 127 0,-1 0 51 0,-1 2-629 16,3 1 342-16</inkml:trace>
  <inkml:trace contextRef="#ctx0" brushRef="#br0" timeOffset="68134.87">21307 17512 1197 0,'-2'-14'0'0,"0"8"0"0,0 6 0 0,1 0 0 0,1 0 0 0,-2 5 0 0,-1 8 0 0,3 4 0 0,0 9 347 0,0 2-149 0,0 3-86 15,0 2 76-15,3 5-78 0,0 5-38 0,3-8 8 16,-1 12 77-16,-1-6-62 0,0 1-31 0,-1-1-58 16,-1-7 0-16,1 6 35 0,-3-5-8 0,0 0-302 15,0-2 151-15,0-4 76 0,-7-2 37 0,2-6-508 16,-2-2 254-16,1-10 66 0,-2 1-105 0,3-8 132 16,-6-2 67-16</inkml:trace>
  <inkml:trace contextRef="#ctx0" brushRef="#br0" timeOffset="68368.88">21213 17594 850 0,'2'-24'0'0,"3"9"0"0,6 1 0 0,5 5 0 0,3-3 0 0,5 4 0 0,2 2 492 0,8 5-222 16,1-1-123-16,9 2 248 0,-7 3-182 0,2 11-90 16,0 6-45-16,-7 2 1 15,3 7-46-15,-10-5 0 0,-1 4-175 0,-7 3 88 16,-4-1 43-16,-10 2 30 0,-3-1-59 0,0 3 36 15,-12-4 0-15,-9 0-56 0,-6-3 46 0,-3-4-32 16,-2-3 28-16,-2-4-99 0,1-4 54 0,-1-5-3 16,2-5 22-16,6 0-157 0,1-2 89 0,7 0 37 15,6 0-257-15,5 0 149 0,7-7 75 16,0-5 30-16,12-2-161 0</inkml:trace>
  <inkml:trace contextRef="#ctx0" brushRef="#br0" timeOffset="68552.38">21932 17572 1791 0,'2'-5'0'0,"-2"4"0"0,0 1 0 0,-9 1 0 0,-9 16 0 0,2 0 0 0,-5 8 0 16,-2 11 0-16,9-2 0 0,-4 11 479 0,7-1-223 0,6-3-112 0,5 2 39 0,0-4-76 16,2-3-28-16,12 1-9 0,6-5-326 15,1-2 144-15,0-4 73 0,4-5-204 0,-4-3 146 16,7-6 61-16,-1-4 35 0,-7-5-727 15,1-3 300-15</inkml:trace>
  <inkml:trace contextRef="#ctx0" brushRef="#br0" timeOffset="68785.85">22063 17753 1536 0,'2'-23'0'0,"3"10"0"0,2 0 0 0,4 3 0 0,1-1 0 0,0 4 0 0,6 1 0 0,-2 4 0 0,5 2 242 16,2 0-96-16,-1 0-61 0,1 11 131 0,-4 4-91 15,-3 6-47-15,0 0-23 0,-5 1 8 0,-4 8-30 16,-4-2-1-16,-3 3-110 0,0 0 55 0,-12 1 28 16,-7 0 8-16,-1-2-51 0,-7-2 36 0,-1-2 0 15,-2-1-76-15,-8 0 51 16,8-9-12-16,-3 1 23 0,1-3-217 0,7-9 111 0,4-3 36 16,5-2-238-16,8 0 138 0,2-4 80 0,6-9 37 0,2-10-153 15,17 2 95-15,1-3 47 16,5 1 15-16</inkml:trace>
  <inkml:trace contextRef="#ctx0" brushRef="#br0" timeOffset="68951.39">22362 17697 279 0,'9'-20'0'0,"-2"7"0"0,-4 4 0 0,-1 3 0 0,-2 2 0 0,0 2 0 0,-3 2 531 16,-9 0-249-16,1 10-125 0,-2 5-62 0,-1 5 355 16,2 7-213-16,0 3-102 0,3 2 260 0,3 3-182 15,4 1-89-15,2-1-25 16,0-1-37-16,0-2 0 0,11-1-29 0,5-5-328 15,2-2 164-15,5-3 90 0,3-3 33 0,1-4-269 16,-2-5 156-16,1-4 76 0,1 0 14 0</inkml:trace>
  <inkml:trace contextRef="#ctx0" brushRef="#br0" timeOffset="69130.92">22714 17935 1551 0,'2'-4'0'0,"0"2"0"0,-1 0 0 0,-1 2 0 0,0 0 0 0,0 0 0 0,0 0 0 0,0 5 245 0,-3 7-106 16,-4 4-53-16,-2 5 195 0,-2 0-124 0,1 1-54 16,-2 7-39-16,-1-3-1 0,-1-1-30 0,1-1 0 15,-2-1-239-15,4-2 127 0,2-3 52 0,1-3 30 16,4-8-456-16,0 1 226 0,4-7 127 0,0-1-592 16</inkml:trace>
  <inkml:trace contextRef="#ctx0" brushRef="#br0" timeOffset="69305.45">22845 17753 1266 0,'6'-8'0'0,"-1"6"0"0,2 0 0 0,2-1 0 0,0 3 0 0,-2 0 637 0,5 0-302 0,1 5-151 0,-1 5 154 0,4 0-145 16,-2 1-84-16,2 3-38 0,0-1 12 0,0 2-25 15,-3-2 0-15,0 0-529 16,0 1 248-16,-1-3 128 0,1-2 63 0,-1-2-829 15,-2 0 415-15</inkml:trace>
  <inkml:trace contextRef="#ctx0" brushRef="#br0" timeOffset="69480.98">23240 17622 1101 0,'7'-3'0'0,"-1"3"0"0,-3 0 0 0,-1 11 0 0,-2 6 0 0,0 10 311 16,-11 3-139-16,-6 9-70 0,-1 5 192 0,-5 0-131 15,0 3-57-15,-3 4 124 0,0 0-67 0,-7 6-65 16,3-4-32-16,1 0-156 0,-1-6 69 0,0 0 24 16,3-8-1-16,10-11-415 0,6-6 223 0,4-8 111 15,-1-1-554-15,6-6 254 0</inkml:trace>
  <inkml:trace contextRef="#ctx0" brushRef="#br0" timeOffset="69706.23">23422 17399 1340 0,'15'-12'0'0,"7"12"0"0,5 1 0 0,3 12 0 0,-3 1 0 0,0 2 0 0,-3 7 331 16,-3 5-149-16,-1 9-74 0,-2 2 246 0,-6 11-165 16,-2 0-78-16,-6 4 23 15,-2 11-51-15,-2-6-25 0,-4-5 8 0,-13 14-87 16,-1-11 27-16,-5-8 0 0,-2 0 27 0,-5-4-217 15,4-11 117-15,-10 1 45 0,4-8 28 0,2-8-488 16,-3-4 189-16,4-5 143 0,3 0-507 0,-6-8 317 16</inkml:trace>
  <inkml:trace contextRef="#ctx0" brushRef="#br0" timeOffset="69870.8">23911 18406 2341 0,'2'-14'0'0,"5"13"0"0,13 1 0 0,-7 0 0 0,-2 0 0 0,-5 1 0 0,-4 1 0 0,-1-2 81 0,1 0-24 0,-2 0-752 16,0 3 364-16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29:04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7917 6335 997 0,'-4'-4'0'0,"3"0"0"0,-1 2 0 0,-2-2 0 0,2 0 0 0,1 3 0 0,-1-1 0 0,-1-1 126 0,3 3-47 0,0-1 24 16,0 1-36-16,0 0 9 0,0 0-43 0,0 7-31 15,0 9 0-15,3 4 30 0,0 6 1 0,2 2 36 16,-1 12-9-16,0 1-27 0,1 3 0 0,-3 1 25 16,2-1-25-16,-1 0 34 0,0 8-8 0,1-7-27 15,0-1 1-15,-2-9 6 0,3 5-6 16,-1-7 8-16,0 0-8 0,-1-12 28 15,3 2 1-15,-4-4-29 0,0-5-1 0,0-5 54 0,0-2-31 16,-1-3 0-16,1-4 15 0,-2 2-37 16,0-2-1-16,0 0 51 0,0 0-30 0,0-2 1 15,-3-7-21-15,-5-6-181 0,0-1 90 0,2-2 54 16,-2-1 14-16,0-1-118 0,-2 1 52 0,1 2 38 16,-2 0-5-16,0 4-191 0,-1 2 79 0,0 3 61 15,-4 2-11-15,2 4 28 0,-4 2-11 0,1 0 27 16,1 0 90-16,0 11-41 0,1 5 0 0,0-1 133 15,4 2-82-15,2 2-38 0,2 1 2 0,-2 0 88 16,8 4-34-16,0-2-37 16,1 0 19-16,0-1 155 0,0 0-74 0,4-2-53 15,8 0-27-15,-1-5 27 0,3-1-18 0,2-1-70 16,1-3 0-16,1-3 34 0,2-3-1 0,-4-1-161 16,3-2 88-16,-1 0 34 0,-2 0-1 0,0 0-272 15,-4-2 129-15,1-1 77 0,-1-7 4 0,0 3-168 16,-4-4 76-16,4 1 65 0,1-2 32 0,-2-2-362 15,4 0 190-15,-1-2-271 0</inkml:trace>
  <inkml:trace contextRef="#ctx0" brushRef="#br0" timeOffset="379.97">8190 6751 1234 0,'0'-5'0'0,"0"2"0"0,0 1 0 0,-2 1 0 0,-4 1 0 0,0 0 0 0,0 0 0 0,4 9 371 0,-1 6-169 0,3 4-85 15,0 4-34-15,0 3 145 16,0 2-98-16,0 2-49 0,5 2-24 0,7-2 24 16,-1 1-17-16,2-4-56 0,2-1 25 0,3-3 0 15,-4-6 0-15,4-2-116 0,-2-2 67 0,1-3 20 16,-2-4 0-16,2-2-142 0,-6-4 85 0,2 0 6 16,-1 0 38-16,-1-10-167 0,-1-9 83 0,-3-4 13 15,0-3-23-15,-3-4 17 0,-1-2 19 0,-2-4-57 16,0-1 45-16,1-2 23 0,0 1 0 0,-2 4-3 15,0 7-9-15,0 3 35 16,0 6 1-16,0 8 154 0,0 3-78 0,0 3-46 16,0 2 8-16,0 2 271 0,0 6-146 0,0 14-50 15,-4 3 84-15,4 2-44 0,0 4-54 16,0 3 205-16,0 0-120 0,0 0-59 0,4-3-30 0,6 2 108 16,1-5-73-16,0-1-33 0,3-1 1 0,-3-7-86 15,2 2 27-15,2-1 7 0,-1-2 19 0,-2-3-303 16,1-2 152-16,-1-4 75 0,0 1-591 0,-1-3 281 15,3-5 169-15,-1 0-230 16,3 0 190-16</inkml:trace>
  <inkml:trace contextRef="#ctx0" brushRef="#br0" timeOffset="527.1">8760 6720 1264 0,'0'0'0'0,"3"0"0"0,-1 0 0 0,-1 0 0 0,1 0 0 0,2 0 0 0,3 0 0 0,4 0 500 0,1 0-233 0,-1 0-109 15,4 1-67-15,0 3-54 16,1 0-4-16,-2 1 0 0,3 1-209 0,-4 2-185 16,1-3 192-16,0 3-631 0</inkml:trace>
  <inkml:trace contextRef="#ctx0" brushRef="#br0" timeOffset="674.7">8827 6961 824 0,'-10'4'0'0,"4"-1"0"0,2 0 0 0,3-2 0 0,1-1 0 0,0 0 0 0,0 0 486 0,9 0-223 0,6 0-107 16,3 0-65-16,2 0 72 0,-1 0-65 0,1 0-32 15,1 0-419-15,-3 0 202 0,3 0 88 0,0 6-630 16</inkml:trace>
  <inkml:trace contextRef="#ctx0" brushRef="#br0" timeOffset="881.15">9195 6688 1018 0,'3'0'0'0,"-3"0"0"0,4 0 0 0,0 0 0 0,-1 3 0 0,1 10 0 0,0 6 662 16,-1 6-315-16,4 2-157 0,-4 4-70 0,1 2 243 16,0 5-165-16,-3-1-137 0,1 3-29 0,0 3 1 15,1-7 8-15,-2 11-369 0,-1-7 181 0,0-7 90 16,0 3 44-16,0-4-232 0,0-8 147 15,0-4 61-15,-1-7-39 0,-4-5-585 16,2-6 313-16</inkml:trace>
  <inkml:trace contextRef="#ctx0" brushRef="#br0" timeOffset="1085.58">9123 6731 1886 0,'2'-23'0'0,"3"6"0"0,7 2 0 0,-1 0 0 0,4 0 0 0,0 2 0 0,2 1 0 0,1 5 0 0,3 2 266 0,2 3-117 0,-3-1-49 0,1 3 75 15,2 5-72-15,-7 11-34 16,2 4-1-16,-6 0-106 0,-1 1 44 0,-2 7-9 16,-4-2 36-16,-2 0-65 0,-3 0 32 0,0-1 0 15,-3-1-154-15,-10 5 90 0,-2-5 48 0,0-4-277 16,0-5 114-16,-2 1 86 0,-2-5-13 0,3-2-266 16,-1-3 170-16,1-6 85 0,8 0 42 0,-2 0-335 15</inkml:trace>
  <inkml:trace contextRef="#ctx0" brushRef="#br0" timeOffset="1556.41">9803 6486 1131 0,'1'-11'0'0,"1"4"0"0,-2-2 0 0,0-1 0 0,0 2 0 0,0 2 0 0,-2 5 0 0,-1-1 548 0,1 1-257 0,-2 1-130 16,3 0-63-16,-1 4 213 0,0 15-142 0,0 6-69 16,0 5-33-16,2 4 54 0,0 9-44 0,0-6-13 15,0 12-9-15,0-4-5 0,0 2-17 0,0 0 0 16,2-2-41-16,0-7 9 0,3 9 31 15,-3-13-121-15,2 0 60 0,-1-5 31 16,1-6 0-16,-1-2-93 0,0-7 52 0,-3-2 4 16,0-5 22-16,0-2-22 0,0-4 0 0,-3-1 7 15,-7 0 46-15,1-7-6 0,-2-11-20 0,-3-2-61 16,1-4 30-16,0-4-2 0,-2-5 31 0,0-1-261 16,0 4 123-16,-2 2 58 0,4 10 31 0,-4 1-103 15,-2 7 69-15,2 9 30 0,-1 1-1 0,-3 1 203 16,2 17-86-16,2 6-51 0,2 0 316 15,4 4-171-15,5 2-88 0,3 1-23 16,3-2 183-16,0-2-68 0,3 3-71 0,8-5 138 16,7-2-93-16,1-4-46 0,5-2-15 0,2-3-303 15,4-5 135-15,0-4 69 0,4-3 33 0,-2-2-852 16,-4-2 426-16</inkml:trace>
  <inkml:trace contextRef="#ctx0" brushRef="#br0" timeOffset="1760.87">9960 6789 2072 0,'2'-7'0'0,"1"4"0"0,1 1 0 0,1 0 0 0,0 0 0 0,5 2 0 0,5 0 0 0,0 0 347 15,4 2-157-15,2 12 51 0,-3 1-104 0,1 2-52 16,-4 1-18-16,4 5 12 0,-6 1-24 0,1-1 1 16,-7 2-23-16,-4-2-156 0,-1 3 86 0,-2 3 31 15,-2-1-248-15,-12-1 143 0,-4-1 72 0,-5-2-344 16,2-3 150-16,-6-2 110 0,-1-6 53 15,2-1-171-15,3-8 105 0,4-1 51 16,0-3 18-16,7-6-378 0</inkml:trace>
  <inkml:trace contextRef="#ctx0" brushRef="#br0" timeOffset="1939.66">10282 6568 1384 0,'2'0'0'0,"-2"0"0"0,0 10 0 0,-7 9 0 0,-9 2 0 0,1 6 0 0,-4 7 0 0,8-2 629 0,1 5-299 0,5-2-148 16,3 0 256-16,2 0-206 0,4-2-100 0,11-1-148 16,5-2 24-16,3 0 0 0,3-5 33 0,1-1-215 15,1-3 104-15,0-2 51 0,3-6 26 0,-10-4-667 16,6-3 331-16,-4-2 179 16</inkml:trace>
  <inkml:trace contextRef="#ctx0" brushRef="#br0" timeOffset="2084.8">10470 6847 1369 0,'0'0'0'0,"2"0"0"0,1 0 0 0,3-2 0 0,4 0 0 0,1 0 0 0,3 0 0 0,4 1 393 0,3-2-179 0,-1 2-83 16,8 1-53-16,-2 0-158 0,1 0 56 0,-3 0 29 16,-4 0 0-16,3 0-213 0,-2 4 116 0,0-1 63 15</inkml:trace>
  <inkml:trace contextRef="#ctx0" brushRef="#br0" timeOffset="2259.85">10650 6568 1555 0,'-7'3'0'0,"2"3"0"0,2 7 0 0,1 0 0 0,-2 2 0 0,2 7 0 0,2 5 0 0,0 2 529 0,0 6-248 0,0 0-124 0,0 2-62 0,0 1 23 16,0 9-46-16,0-1-1 15,0 0-334-15,2 3 148 0,0 2 74 0,3-10-666 16,6 10 367-16</inkml:trace>
  <inkml:trace contextRef="#ctx0" brushRef="#br0" timeOffset="2567.03">11088 6679 1575 0,'-4'3'0'0,"-3"11"0"0,0 15 0 0,2 2 0 0,-2 2 0 0,1 2 0 0,1 5 219 16,1 2-85-16,4 12-54 0,0-10 366 0,0-2-206 15,5-8-104-15,10 0 4 0,4-5-46 0,2-6-34 16,-1-6-1-16,5-7-195 0,-2-7 84 0,3-3 42 16,-4-6 30-16,2-14-203 0,-1-14 109 0,-5-6 53 15,-2 0 26-15,-7-7-170 0,-2 3 92 0,-4-12-61 16,-1 3-75-16,-2-3 82 15,-2-8 46-15,-8 4 2 0,-3 7 15 0,-2 1 8 16,0 7 23-16,-2 15 73 0,-1 4-37 0,-1 15 1 16,-4 5-45-16,-1 6 225 0,0 11-105 0,-3 19-30 15,6 4-87-15,5 5 21 0,2-2 10 0,-1 17-132 16,5-4 67-16,1 3 43 0,4 3-1 0,-2 10-553 16</inkml:trace>
  <inkml:trace contextRef="#ctx0" brushRef="#br0" timeOffset="2782.45">10864 7247 1024 0,'-12'0'0'0,"3"-9"0"0,4-5 0 0,1-4 0 0,1-6 0 0,3 1 0 0,0-3 407 15,9-1-187-15,14 1-94 0,3 2-38 0,8-5 283 16,-4 12-168-16,5 3-86 0,-1 4 19 0,0 7-52 16,-1 3-17-16,-2 0-69 0,-5 5 35 0,-1 11 0 15,-4 5 0-15,-1 5-71 16,-3-1 43-16,-3 1-7 0,2 1 34 0,-1-3-69 15,0-3 34-15,-2-5 1 0,4 0-6 0,1-5-123 16,5-4 44-16,0-5 46 0,2-2-384 0,5-2 178 16,7-18 101-16,-3-2-470 0,3-7 291 0,-3-7 146 15</inkml:trace>
  <inkml:trace contextRef="#ctx0" brushRef="#br0" timeOffset="3115.26">11805 6486 1353 0,'0'-7'0'0,"0"3"0"0,-2 2 0 0,-2 2 0 0,1 0 0 0,-1 8 295 0,0 11-135 0,4 4-63 16,0 8-33-16,0 8 528 0,2 1-280 0,0-3-132 16,5 13-77-16,1-8 201 0,-2 3-136 0,0 2-68 15,-5-2-107-15,1-5 8 0,0 9 32 0,0-8-225 16,-2-6 113-16,0-3 56 0,0-1 27 0,0-12-252 16,0-4 137-16,0-4 71 0,-4-4-30 0,-1-4-108 15,-4-3 15-15,2 0 59 0,-2-10 32 16,2-13-71-16,-3-2 54 0,1-6 29 0,-2-9-90 0,1 7 51 15,1-3 37-15,-2 3-26 16,-1 10 28-16,-1 2-1 0,-1 4 28 0,0 8 296 16,-2 5-144-16,2 4-76 0,-1 0-38 0,0 11 237 15,2 10-104-15,3 5-80 0,4 4 14 0,5 4 435 16,1 0-237-16,0 1-119 0,3-1-59 0,11-2 148 16,0-4 21-16,6-5-261 0,1-4 0 15,4-6-179-15,2-4 180 0,-3-7-652 16,6-2 338-16,-2-2 173 0,1-11 86 0,-3-7-512 15,4-11 208-15</inkml:trace>
  <inkml:trace contextRef="#ctx0" brushRef="#br0" timeOffset="3246.91">12038 6753 1807 0,'0'-2'0'0,"0"2"0"0,2 0 0 0,2 0 0 0,-1 6 0 0,5 3 0 0,2 2 0 0,-1 1 413 0,2 3-189 0,2-1-97 15,0 6 245-15,1-4-174 0,-2 3-83 0,2 0-465 16,-1 0 192-16,-2-3 95 0,3-4 56 0,-4 1-809 15,1-4 424-15</inkml:trace>
  <inkml:trace contextRef="#ctx0" brushRef="#br0" timeOffset="3384.54">12449 6546 1496 0,'2'0'0'0,"-2"10"0"0,0 12 0 0,-9 14 0 0,-16 15 0 0,-5 13 459 0,-13 24-213 0,-4 4-107 0,-5 15 663 15,-16 26-389-15,-5 3-191 0,-17 25-272 16,5 4 41-16,-1 18 21 0</inkml:trace>
  <inkml:trace contextRef="#ctx0" brushRef="#br0" timeOffset="5072.78">14628 6638 521 0,'0'-5'0'0,"0"-1"0"0,0 0 0 0,0 2 0 0,0-1 0 0,0 3 60 16,0 1 0-16,0 1 83 0,0-2-60 0,0 2-25 15,0 0 0-15,0 0 57 0,0 0-41 0,0 0-13 16,0 3-7-16,0 10 38 0,0 4-30 0,0 8 1 16,0 3 49-16,0 4-31 15,0 11-9-15,0 0-39 0,0 2 33 0,0 0 0 16,0 1-33-16,0-10 19 0,0 1-20 0,4-1 1 16,3-7 0-16,3-4-22 0,-3-4 0 0,3-5 30 15,1-4-8-15,0-5-53 0,2-5 27 0,1-2-1 16,-2 0 31-16,4-15-82 0,-1-9 23 0,0-9-92 15,0-4 57-15,-2-2 34 0,-4 2 8 0,4-14-80 16,-3 5 36-16,-2-1 28 0,1 0-2 16,-2 3-120-16,-1 7 48 0,2-2 43 15,-5 7-1-15,-1 9 42 0,0-1-12 0,0 11 1 16,-2 4 165-16,0 3-77 0,0 4-44 0,0 1-22 16,0 1 276-16,0 9-135 0,0 10-43 0,-4 9 64 15,0 0-38-15,3 4-45 0,-1 4 7 0,2-1 116 16,0 1-72-16,0 0-47 0,2-1-1 0,3-1 69 15,4-2-54-15,1-2-28 0,-1-5 9 0,2 2 3 16,-3-6-38-16,2 0-1 0,-1-3-122 0,-2-4 61 16,1-3 39-16,-1-1-290 15,-3-5 141-15,2-1 81 0,-3-2 11 0,1 0-197 16,0-2 77-16,0 0 77 0,2 0-24 0,-1-4-335 16,2-3 208-16,5-1 104 0</inkml:trace>
  <inkml:trace contextRef="#ctx0" brushRef="#br0" timeOffset="5802.79">15111 6907 515 0,'-6'-1'0'0,"0"-4"0"0,4 1 0 0,-3 1 0 0,1-1 0 0,1-1 0 0,-1-1 197 0,1 0-82 0,3-2-33 0,0 3-29 16,0 1 71-16,0-1-46 0,0-1 88 0,7 2-67 15,2 2-25-15,5 1-8 16,-2-2 17-16,1 3-26 0,3 0 1 0,-4 0-26 16,2 0 41-16,-1 8-8 0,-1 3-32 0,-3 0 0 15,0 1 7-15,-2 1 1 0,1 0-8 0,-4 2-12 16,0 1 11-16,-3-2 1 0,1 3-28 16,-2-2 36-16,0 1-9 0,0 0 1 0,-3-3-36 15,-6 2-1-15,-2-2 25 0,-1-1 17 0,-2-3-80 16,-1 1 33-16,0-3 9 0,-1-2 1 0,-4 0-77 15,2-2 47-15,-1-1 12 0,0-2-149 16,3 0 75-16,-2 0 44 0,5 0-90 0,4 0 57 16,1 0 18-16,3 0 21 0,3-2-189 15,2-3 99-15,0-1 49 0,3-2 17 0,15 1-265 16,6-3 149-16</inkml:trace>
  <inkml:trace contextRef="#ctx0" brushRef="#br0" timeOffset="6094.01">15449 6813 565 0,'0'-7'0'0,"0"1"0"0,0 1 0 0,-1-2 0 0,1 1 0 0,-5-1 117 0,1 3-42 0,2-1-21 16,-3 3 8-16,1 0 52 0,-3 1-41 0,-1 1 1 15,-1 0-42-15,0 0 24 0,-2 0 8 0,-5 9-32 16,3 3 48-16,-2 1-24 0,0 2 0 0,-2 3 89 15,6 1-47-15,-1 2-37 0,3-1-1 0,2 1 40 16,0 2-33-16,4-3-1 0,1 0-25 0,2 1 111 16,0-4-59-16,0 0-30 15,8-2 0-15,5-1 7 0,1-3 8 0,2-4-45 16,1 1-74-16,2-1 37 0,0-3 0 0,-1-1-197 16,1 0 112-16,0-1 62 0,-1-1 16 0,2 1-245 15,-2-2 98-15,1 0 78 0,-2 0-17 0,3 0-470 0</inkml:trace>
  <inkml:trace contextRef="#ctx0" brushRef="#br0" timeOffset="6318.41">15704 6627 1302 0,'-9'-2'0'0,"8"0"0"0,1 2 0 0,0 0 0 0,3 0 0 0,4 0 0 0,4 0 0 0,1 0 292 16,3 0-133-16,0 0-64 0,4 0 115 0,0-2-89 15,2 2-44-15,-5-1-19 0,1 1-115 0,0 0 46 16,-2 0 21-16,-2 0-371 0,-4 0 196 0,1 0 107 16,-4 0 42-16,-1 0-581 0</inkml:trace>
  <inkml:trace contextRef="#ctx0" brushRef="#br0" timeOffset="6476.99">15703 6828 1511 0,'-6'0'0'0,"6"0"0"0,0 0 0 0,0 0 0 0,4 0 0 0,7 0 0 0,1-2 0 0,0 0 0 0,6-1 242 0,2-1-105 15,4-2-52-15,-3 2-82 0,-1 1 30 0,1 2 8 0,0-2-9 0,-1 3-550 16,1 0 274-16</inkml:trace>
  <inkml:trace contextRef="#ctx0" brushRef="#br0" timeOffset="6728.31">16257 6445 1451 0,'-16'-23'0'0,"11"12"0"0,3 10 0 0,2-2 0 0,0 3 0 0,0 0 0 0,0 0 449 0,0 10-208 16,0 11-104-16,0 3-44 0,2 14 282 0,0 5-172 16,1 4-93-16,2 1-34 0,0 3 38 0,-3-7-32 15,2 12-8-15,-1-7-157 0,-1-1 58 16,0 1 29-16,0-1-327 0,0-6 186 0,-2 7 81 16,0-11 45-16,0-4-485 0,0-10 247 0,0-4 39 15,0-8 81-15,0-5-257 0,-4-7 176 0,-1 0 89 16,-1-14-78-16,2-17 83 0</inkml:trace>
  <inkml:trace contextRef="#ctx0" brushRef="#br0" timeOffset="6934.77">16204 6318 1225 0,'0'-19'0'0,"3"6"0"0,11 3 0 0,1 0 0 0,6 0 0 0,3 4 103 0,3 3-36 15,2 2 1-15,1 1 368 0,0 1-194 0,-4 13-108 0,1 5-51 0,-2 3 122 16,-4 5-86-16,-3 1-43 0,-5 0-14 0,-2 2-70 15,-3 0 20-15,-5 2 0 0,-3 0-47 16,0 0 34-16,-5-1 8 0,-10 0-23 16,-6-3 24-16,0-1 0 0,-2-6 25 0,-2-1-214 15,-1-4 98-15,-3-2 6 0,-1-3 41 0,2 2-459 16,2-4 231-16,9 0 108 0,7 2 65 0</inkml:trace>
  <inkml:trace contextRef="#ctx0" brushRef="#br0" timeOffset="7086.68">16820 6957 1655 0,'-6'0'0'0,"6"0"0"0,0 3 0 0,-3 0 0 0,-4 1 0 0,-7 6 0 0,-1 3 455 0,0 0-216 0,0 0-103 16,0 0-51-16,2 2-33 0,-3 0-19 0,4 6 8 15,1 5-8-15</inkml:trace>
  <inkml:trace contextRef="#ctx0" brushRef="#br0" timeOffset="7968.7">17846 6421 771 0,'0'-14'0'0,"0"7"0"0,-1 4 0 0,1 1 0 0,0 2 0 0,0 0 0 0,0 9 57 15,0 11-1-15,0 12-23 0,0 9 184 0,0 5-84 16,0 1-54-16,-2 3 114 0,-2 1-80 0,2-2-41 15,1-4 1-15,1-9-3 0,0-1-9 0,0-5-28 16,0-7-1-16,5-4 8 0,7-4-7 16,-1-6 8-16,4-5-40 0,2-4 0 15,2 0 32-15,1-15-94 0,3-10 47 0,-1-5 31 16,5-7-7-16,-5-1-198 0,-1-2 101 0,-2 2 29 16,-3-4 32-16,-2 9-162 0,-1-4 88 0,-4 6 21 15,-3 6 28-15,0 5 11 0,-4 7 7 0,-1 3-8 16,1 4 73-16,-2 5-33 0,0 1 1 0,0 13 156 15,-7 11-89-15,-1 2-37 0,2 5-23 16,3 2 272-16,3 3-134 0,0-3-39 16,0 2-43-16,1-2 146 0,9-2-92 0,1-2-42 15,2-3-22-15,1-1 10 0,-5-6 0 0,4 1-22 16,0-1-138-16,-4-2 64 0,3-4 34 0,-4 0-166 16,-1-1 99-16,-2-5 57 0,1 1 17 0,-2-5-654 15,2 0 313-15,-1-3 121 0,3 0 89 0</inkml:trace>
  <inkml:trace contextRef="#ctx0" brushRef="#br0" timeOffset="8117.42">18311 6826 1175 0,'2'-2'0'0,"0"2"0"0,0 0 0 0,0 0 0 0,-1 0 0 0,3 0 0 0,2 0 0 0,1 0 0 0,5 0 439 16,-3 7-204-16,3-3-92 0,0 2 55 0,1 2-83 15,1 2-41-15,0-4-378 0,-2 2 169 0,-1 0 92 16,2-1 33-16,-1 1-244 0,1-3 143 0,-2 1 72 15,2-2 35-15</inkml:trace>
  <inkml:trace contextRef="#ctx0" brushRef="#br0" timeOffset="8294.94">18607 6689 948 0,'0'-10'0'0,"0"5"0"0,0 1 0 0,0 2 0 0,0 1 0 0,0 1 0 0,-1 1 0 0,-3 19 0 0,-1 3 404 0,-5 7-177 0,-5 12-101 16,-4 3 260-16,-3 4-177 0,-1 3-88 0,-5 9 61 15,5-11-67-15,1 5-45 0,-1-3 1 16,4-3-74-16,5-6 0 0,0-8 36 16,3-1 8-16,4-9-329 0,1-2 161 0,4-8 79 15,2-5 41-15,0-3-543 0,0-5 206 0,11-2 166 0</inkml:trace>
  <inkml:trace contextRef="#ctx0" brushRef="#br0" timeOffset="8458.52">18797 6614 1414 0,'0'-7'0'0,"2"0"0"0,8 6 0 0,1-1 0 0,0 1 0 0,1-4 0 0,0 4 0 0,2-1 295 16,-1 0-130-16,1 2-67 0,-2 0-32 0,6 0 36 16,-2 0-27-16,-1 0-8 0,2 7-425 0,-2 0 194 15,0 5 99-15</inkml:trace>
  <inkml:trace contextRef="#ctx0" brushRef="#br0" timeOffset="8620.2">18848 6847 923 0,'-4'4'0'0,"3"1"0"0,-1-2 0 0,2-2 0 0,0-1 0 0,2 0 571 0,7 0-269 0,6-4-135 15,3 1 70-15,2-3-95 0,1 2-58 0,-1 0-255 16,1 3 102-16,0-3 51 0,0 2 25 0,0 1-663 15,2 1 327-15,4 0 164 0</inkml:trace>
  <inkml:trace contextRef="#ctx0" brushRef="#br0" timeOffset="8955.32">19413 6522 1771 0,'-2'-13'0'0,"-3"4"0"0,3 9 0 0,0-3 0 0,0 3 0 0,-1 0 0 0,-1 12 0 0,-1 5 0 0,0 7 0 0,0 6 203 0,-1 2-86 0,4 6-41 0,0 0 100 15,2 7-71-15,0-12-28 0,2 5-9 0,11-3-49 16,3-2 14-16,2-6 0 0,3-4-1 0,0-4-70 16,5-4 32-16,1-6-1 0,0-6-40 0,-1-3 40 15,3 0 0-15,-1-12-140 0,-2-8 81 0,-1-3 6 16,-5-4 34-16,-1-3-113 0,-3-2 63 0,-4-4 3 15,-3-9 28-15,0 1-17 16,-8-5 1-16,1-5 19 0,-2-10 9 0,0 13-69 16,-3-2 39-16,-11 10-1 0,1 14 32 0,-6 0-1 15,-4 10 1-15,3 10 134 0,-8 5-63 0,3 4-31 16,1 4 0-16,-1 14-48 0,3 8 17 0,3 7 3 16,0 8-2-16,6 2-335 0,2 4 162 0,3 2 81 15</inkml:trace>
  <inkml:trace contextRef="#ctx0" brushRef="#br0" timeOffset="9186.7">19190 7065 1279 0,'-21'-7'0'0,"14"-5"0"0,3-5 0 16,4-9 0-16,0-2 0 0,5-4 0 0,18-5 252 0,4 3-109 0,5-3-56 0,5 0-27 0,7 3 262 0,-2 4-136 15,3 6-82-15,-3 3-35 0,-6 10 26 0,-1 5-31 16,-3 4-1-16,-6 2-125 0,5 8 43 15,-5 13 25-15,-4 3 1 16,1 4-54-16,-2 3 40 0,0 0 8 0,-1-1-2 16,-1 0-1-16,4-4 30 0,-2 2 4 0,2-8-142 0,4 0 33 15,-1-3 38-15,2-4-4 0,2-3-230 0,-1-3 126 16,-2-3 53-16,-4-4-452 0,7 2 261 0</inkml:trace>
  <inkml:trace contextRef="#ctx0" brushRef="#br0" timeOffset="9312.68">20367 7048 1377 0,'4'4'0'0,"4"-3"0"0,-2-1 0 0,-3 0 0 0,-1 0 0 0,0-2 0 0,-2-7 156 0,0 0-62 0,0-4-30 16,0 2 193-16,0 1-104 0,0 2-65 0</inkml:trace>
  <inkml:trace contextRef="#ctx0" brushRef="#br0" timeOffset="11195.22">8020 7867 716 0,'0'-6'0'0,"0"4"0"0,0 0 0 0,0 1 0 0,0-1 0 0,0 0 0 0,0 2 183 0,8 0-67 16,7 0-45-16,2 0-1 0,8 0 67 0,-2 5-53 15,4 5-25-15,1 3 8 0,0 0-7 0,1 3 1 16,-5 4-29-16,-3-2 1 0,-3 5-21 0,-5-3 29 16,1 9-8-16,-9-1-21 0,-3 2-1 15,-2 2 22-15,0 2-25 0,-8 1 8 0,-12 3 17 16,5-8 0-16,-9 1-9 0,-3-4 6 0,3-2-15 16,-5-7 18-16,1-5 2 0,3-3-10 0,-5-6 1 15,1-4-6-15,3 0 9 0,5-2 4 0,-3-12 1 16,7 2-7-16,1-7 3 0,6 0-2 0,2-2 8 15,8 1-1-15,0-5-8 16,2 1 1-16,17 1-41 0,5-1 0 0,10-1 37 16,-4 6 7-16,12-1-182 0,-3 5 83 0,-7 4 35 15,5 1-139-15,-1 5 75 0,-2-1 48 0,-3 4-340 16,-1-2 178-16,-3 3 89 0,-4-3 45 0,-3 0-149 16,-2-2 88-16,-4 3 57 0,-5-3 24 0,-1 0 0 15,-3-3 25-15,0 1-1 0,-3 2-8 0,-2 0 227 16,0 0-109-16,0 3-55 15,0 2 366-15,0-1-184 0,0 0-116 0,0 2 196 16,0 0-132-16,-2 17-26 0,-1 7-46 0,3 5 133 16,0 1-81-16,0 4-54 0,0-1-23 0,6 0 94 15,7 0-59-15,3-3-20 0,0-3-8 0,6-5-63 16,-3-3-1-16,0-7 35 0,4-5-105 0,0-4 60 16,2-3 18-16,-4 0-41 0,0-13 34 0,-3-8 0 15,0-3 34-15,-4-6-135 0,-2 0 57 16,-4-5-2-16,-3-1 26 0,-1-8-53 0,-3 3 32 0,-1 3-2 15,0-10 3-15,0 3-12 16,-9 2 1-16,0 11 29 0,-3-2-49 0,1 11 18 16,-1 1 6-16,-2 8 34 0,1 7-11 0,-2 6-4 15,0 1 3-15,0 4-79 0,1 20 41 0,0 2 11 16,2 3 1-16,3 4-246 0,1 2 133 0,4 1 58 16,4 9 41-16</inkml:trace>
  <inkml:trace contextRef="#ctx0" brushRef="#br0" timeOffset="11437.81">8363 8370 1325 0,'-19'0'0'0,"5"0"0"0,3-2 0 0,4-9 0 0,1-4 0 0,6-3 0 0,0-10 0 0,11 4 175 0,14-6-71 0,5 0-35 0,0 6 45 16,11-7-45-16,-4 9 0 0,-5 7-36 0,3 2 75 15,0 5-37-15,-5 6 7 0,2 2-45 0,-5 0-2 16,-4 12 1-16,2 5 1 0,-4 3 78 0,-3 3-31 15,0 1-9-15,-2 1 37 16,-1-1-37-16,3-1-1 0,0-3-37 0,-1-3-24 16,5 2-8-16,-1-6 32 0,2-4-1 0,2-1-205 15,-2-2 102-15,-2-6 60 0,2 0 18 0,-3 0-582 16,-3 0 253-16,-1 0 152 0,-3-3-419 0,-5 2 270 16</inkml:trace>
  <inkml:trace contextRef="#ctx0" brushRef="#br0" timeOffset="11726.12">8001 8529 1597 0,'-14'0'0'0,"8"0"0"0,4 0 0 0,0 0 0 0,2 0 0 0,2 3 0 0,20-2 0 0,7 4 523 0,12-1-245 0,5-1-123 16,6-2-61-16,11 1 121 0,-8-2-84 0,16 0-53 16,-1 0-22-16,-6-2 148 0,0-2-86 0,-2-5-43 15,-9 2-60-15,1 0-8 0,-3-1 26 0,-8 0-311 16,-7 4 156-16,-4-1 77 0,-9 3 47 0,0-2-366 16,-5 3 148-16,-8-4 111 0,0 4-22 0,-7-1-268 15,-1 0 172-15,-2 2 100 0,0 0 45 0,-5 0-152 16,-8 0 99-16</inkml:trace>
  <inkml:trace contextRef="#ctx0" brushRef="#br0" timeOffset="12051.68">8155 8783 823 0,'-5'-7'0'0,"5"5"0"0,0-2 0 0,5 0 0 0,9-2 0 0,3 0 367 0,3 5-159 0,6-1-92 15,2 2-42-15,-3 0 43 16,2 12-42-16,-1 4-13 0,-1 3 11 0,-3 5-40 16,-3 3 0-16,-5 1-69 0,-4-1 34 0,-4 1 9 15,-4 3 25-15,-2-1-65 0,-4-2 33 0,-10 1 0 16,-4-3 33-16,-5-3-33 16,1-4 26-16,-5-3-45 0,2-3 36 0,-4-5 25 0,1-5-28 0,3-3-3 15,-6 0 8-15,4 0-1 0,3-9-3 0,2-3-18 16,6-4 20-16,5 0 12 0,1-4-10 15,6 2 28-15,4 1 0 0,0-2-26 16,1 2-1-16,10 0 35 0,8-1-6 0,0 2-29 16,2 3 1-16,1 2-87 0,4-1 43 0,-1 5 26 15,5 0-166-15,-2 4 83 0,3 0 44 0,-2 0-614 16,4 3 308-16</inkml:trace>
  <inkml:trace contextRef="#ctx0" brushRef="#br0" timeOffset="12263.26">8586 8871 1374 0,'7'0'0'0,"6"0"0"0,-1 0 0 0,1-3 0 0,0-1 0 0,4 1 0 0,1 0 0 0,-3 3 0 0,6 0 374 15,0 0-175-15,-2 4-83 0,-2 5 45 0,-3 5-65 16,0 1-31-16,-5 2 8 0,-3 1-90 0,-4 1 26 16,-2 6-1-16,0-3-7 0,-15 1 0 0,-1-5 40 15,-7 3-8-15,-2-4-108 0,-1-2 54 0,-2-2 27 16,-4-2 0-16,7-1-270 0,-7-2 135 0,9-5 29 15,3-3 49-15,7 0-362 16,4 0 190-16,4-2 87 0,5-9-275 0,3-10 189 0</inkml:trace>
  <inkml:trace contextRef="#ctx0" brushRef="#br0" timeOffset="12434.8">8868 8804 1165 0,'3'-2'0'0,"-1"2"0"0,-2 0 0 0,0 9 0 0,-9 6 0 0,-3 4 285 0,-1 7-131 0,4 3-60 15,-2-2 164-15,3 4-113 0,3 1-57 16,5-8-19-16,0 9 245 0,0-8-141 0,5-2-70 16,11-4-35-16,4-1-9 0,-1-5-19 0,11 2-7 15,0-4-235-15,2-3 117 0,3-2 59 0,3-2-592 16,-3-4 317-16,2 0 160 0,-2 0 4 0</inkml:trace>
  <inkml:trace contextRef="#ctx0" brushRef="#br0" timeOffset="12629.79">9506 8407 1685 0,'-6'-12'0'0,"6"10"0"0,0-1 0 0,6 0 0 0,2-1 0 0,-1-2 259 0,5 4-117 0,-1-1-55 0,2-1 127 0,2 0-91 0,2 0-45 16,2 2-14-16,3 1-5 0,-3 1 0 0,2 0-26 15,-2 0 0-15,0 0-497 16,-5 6 257-16,-1 3 116 0</inkml:trace>
  <inkml:trace contextRef="#ctx0" brushRef="#br0" timeOffset="12771.41">9465 8781 1421 0,'0'-2'0'0,"0"2"0"0,6 0 0 0,5-1 0 0,2-1 0 0,4 0 591 0,1-2-279 0,6 0-131 16,0 1-78-16,4-2 109 0,0 4-89 0,0-2-45 16,2 2-422-16,0 1 196 0</inkml:trace>
  <inkml:trace contextRef="#ctx0" brushRef="#br0" timeOffset="15407.09">10348 8233 619 0,'0'-9'0'0,"0"1"0"0,0 4 0 0,0-1 0 0,0-1 0 0,0 0 0 0,0 1 0 0,0-3 0 0,0 1 83 0,0-1-25 0,0 0 0 0,1 1 64 16,1 1-45-16,2 3-14 0,-2-1 66 15,0 1-47-15,-1 2-26 0,4 1 1 0,-3 0 35 16,0 15-22-16,-1 6-7 0,-1 5-31 0,0 4 122 16,0 12-60-16,0-3-31 0,0-4 8 0,0 12 38 15,2-13-39-15,0 4 1 16,0-3-27-16,3-5-11 0,3-3 8 0,2 1-35 15,-3-7 1-15,2-3 26 0,3-2-1 0,1-3-62 16,-1-6 39-16,0-1-7 0,3-4 30 0,-1-2-77 16,-2 0 36-16,4-4 2 0,-2-13 5 0,4-7-41 15,-6-1 27-15,4-3 2 0,-1-4-12 0,-3-4 8 16,4 1 1-16,-2-8-60 0,-2 3 37 0,-1 1 13 16,-2-1 0-16,-1 5-26 0,0-3 3 0,-3 2 30 15,-1 6 6-15,-2 6 24 16,-1 2-26-16,-1 2-12 0,0 8 11 0,0 1 153 15,0 3-73-15,0 5-33 0,0 0 94 0,0 1-51 16,0 2-35-16,-3 0 164 0,-1 10-89 0,1 10-22 16,-3 3-30-16,4 2 47 0,0 6-42 0,1 2 0 15,1 0-33-15,0 1 68 0,0-1-34 0,1 4 8 16,5-4-42-16,1 1 53 0,0-2-26 0,4-4-1 16,-2 0-62-16,-2-7 9 15,5-1 26-15,-3-2-53 0,2-4 27 0,-1 0-1 16,-1-5 28-16,-2-2-219 0,1-3 102 0,-2 0 33 15,1-3 35-15,-3 2-416 0,1-3 207 0,-1 0 58 16,1 1 66-16,2-1-357 0,0 2 213 0,0 0 106 16,2 0-391-16,2 0 241 0,1 0 132 0</inkml:trace>
  <inkml:trace contextRef="#ctx0" brushRef="#br0" timeOffset="15631.03">10946 8458 884 0,'0'0'0'0,"0"0"0"0,0 0 0 0,-1-1 0 0,-3-2 0 0,4 2 0 0,-2 1 0 0,0-2 490 16,2 2-228-16,0 0-107 0,0 0-65 0,2 0 204 15,10 3-131-15,-3 5-65 0,2 1 149 0,1 2-98 16,-1 1-63-16,0 1-15 0,1 2-39 0,-2 1 1 16,0-3 0-16,-2 1-79 0,1 2 36 0,-2-2 21 15,2-2 0-15,0-1-338 16,-2-2 180-16,-2-1 99 0,1-4-30 0,0-1-572 15,0-3 309-15,1 0 153 0,0 0-288 0,0-3 226 16</inkml:trace>
  <inkml:trace contextRef="#ctx0" brushRef="#br0" timeOffset="15847.45">11221 8363 1047 0,'1'-6'0'0,"-1"2"0"0,0 2 0 0,0 0 0 0,0 0 0 0,0 2 0 0,0 0 225 0,0 0-96 0,-3 6-40 0,-3 7 294 16,1 4-175-16,-4 7-88 15,-1 5-44-15,-3 7 127 0,-1-1-77 0,-4 14-51 16,1-1-21-16,0 2 179 0,-2 0-100 0,1 4-50 16,1-1 13-16,-2 0-36 0,2-2 1 0,2-5-145 15,-2-2 59-15,5-9 29 0,0-1 8 0,1-3-224 16,3-9 122-16,-2-2 61 0,5-3 31 0,1-5-211 16,1-5 58-16,1-1 75 0,0-5-37 0,2 2-334 15,0-3 207-15,0 0 103 16,2-3-344-16,11-4 228 0</inkml:trace>
  <inkml:trace contextRef="#ctx0" brushRef="#br0" timeOffset="16154.07">11356 8565 840 0,'-11'-9'0'0,"2"4"0"0,1-1 0 0,1 3 0 0,-1-6 0 0,2 3 288 15,3 1-127-15,3-2-65 0,0-1 447 0,0-3-259 16,12 2-125-16,8-1-64 0,2 2 141 0,-2-1-93 16,9 3-60-16,-7 5-33 0,3-1-17 0,-4 2 0 15,-3 0-1-15,0 9-64 16,-6 3 29-16,0 8-1 0,-6 3 37 0,-5 1-51 16,-1 4 26-16,0 0 8 0,-7-1-28 0,-8 3-6 15,-3-2-1-15,-2-4 1 0,-4-1 69 0,3-8-19 16,-5 1-24-16,2-4-69 0,3-4 34 0,-2-3 4 15,3-3 32-15,2-2-362 0,4 0 173 0,4 0 76 16,3 0 45-16,3-4-442 0,4-5 234 0,0-3 109 16,11-1-166-16,12 3 145 0</inkml:trace>
  <inkml:trace contextRef="#ctx0" brushRef="#br0" timeOffset="16373.48">11725 8434 827 0,'9'-15'0'16,"-4"2"0"-16,-1 0 0 0,-2-1 0 0,-2 1 0 0,0 1 0 0,0 4 425 0,-6 0-197 0,-1 2-97 0,0 3-49 0,-5 1 337 16,1 2-198-16,-5 0-94 0,0 19 168 0,-1 7-131 15,-3 9-66-15,-3 5-24 0,2 3 86 0,3 5-64 16,0-2-31-16,7-1 203 0,6-7-117 0,5 1-51 16,0-3 64-16,5-4-164 15,15-4 0-15,5-6 0 0,7-3 0 0,2-4 0 16,11-5 0-16,-6-7 0 0,-5-2 0 0,5 2-496 15,-2-1 279-15,-3 2 81 0,-1-3-875 0,1 5 490 0</inkml:trace>
  <inkml:trace contextRef="#ctx0" brushRef="#br0" timeOffset="23394.05">13651 7803 1018 0,'0'-11'0'0,"0"5"0"0,0 2 0 0,0 0 0 0,2 1 0 0,3 2 0 0,4-2 0 0,0 1 0 0,2 2 0 0,2 0 124 16,2 0-46-16,2 2 71 0,3 4-50 0,1 5-37 15,2 0 0-15,0 2-7 0,-3 2-22 0,-1 2 0 16,-4 2 8-16,2 3-30 0,-8 5 22 0,-1 0 0 15,-6 2-1-15,-2 4-25 0,0 2 34 0,-14 6-9 16,-4-3-12-16,-3-3 12 0,-2 1 1 0,2-8-31 16,-4 2-1-16,0-5 29 15,1-4-15-15,-1-7 3 0,2-6 2 0,2-5 5 16,-4-3 3-16,4 0-30 0,3 0-2 0,0-11 27 16,6-3-43-16,4-4 0 0,2-3 36 0,6 3-39 15,0-3 15-15,2-3 0 0,13 5 14 0,2 2-40 16,0 1 21-16,8 0-3 0,-1 0 14 0,0 4-131 15,1 1 59-15,-1 1 35 0,-1 2 7 0,5-1-149 16,-2 2 80-16,0 2 41 0,-1 1-380 0,1 2 204 16</inkml:trace>
  <inkml:trace contextRef="#ctx0" brushRef="#br0" timeOffset="23598.5">14102 7829 1369 0,'0'-2'0'0,"2"2"0"0,0 0 0 0,0 0 0 0,0 0 0 0,-1 11 0 0,1 7 0 0,2 3 0 0,-2 3 393 0,2 2-180 0,-2-4-83 16,0 12-52-16,0-4 124 0,0 0-84 0,-1 1-43 15,1-1-21-15,0-7-37 16,0 7-9-16,0-5-199 0,0-3 111 0,-1 1 57 16,-1-4 27-16,0-3-376 0,0-6 198 0,0 0 46 15,0-7 70-15,0-1-445 0,-1-2 234 0,-5-2 110 16,1-11 68-16</inkml:trace>
  <inkml:trace contextRef="#ctx0" brushRef="#br0" timeOffset="23788.99">14033 7778 528 0,'6'-21'0'0,"1"7"0"0,4 0 0 0,2 2 0 0,2-1 0 0,4 3 337 0,2 2-156 0,1 4-74 16,-1 3 102-16,4-1-80 0,-3 2-52 0,0 0-23 15,-3 11 169-15,-2 2-95 0,-2 3-48 0,-2 0 0 16,-3 3-8-16,-4 1-39 0,-5-2-1 0,1 4-89 15,-2 2 45-15,-2-3 30 0,-13 3-7 0,0-1-205 16,-2-4 114-16,2-4 56 0,-4-1 29 0,1 0-435 16,1-5 209-16,0-1 55 15,2-3-96-15,2 0 114 0</inkml:trace>
  <inkml:trace contextRef="#ctx0" brushRef="#br0" timeOffset="24042.32">13421 8390 1153 0,'-14'3'0'0,"9"2"0"0,5 1 0 0,0-3 0 0,0 1 0 0,9 0 0 0,13-4 0 0,16 0 426 0,4 0-197 0,8 0-98 15,14-9-49-15,-1-4 215 0,-8-1-124 0,23-5-74 16,-9 5-33-16,-2-1 56 0,-12 4-45 0,3-1-22 15,-5 3-43-15,-5 3-9 0,-10 5 30 0,-2-1-255 16,-4 2 127-16,-10 0 64 0,-3 0 40 16,-2 5-175-16,-7 0 53 0,-1 1 65 15,-6 0-39-15,-1 0-471 0,-2 0 254 0,0 1 140 0</inkml:trace>
  <inkml:trace contextRef="#ctx0" brushRef="#br0" timeOffset="24357.47">13695 8561 1081 0,'-10'0'0'0,"4"0"0"0,6 0 0 0,0 0 0 0,0 0 0 0,6 0 0 0,8 0 0 0,2 0 200 16,5 0-83-16,0 4-43 0,1 7-20 0,-1 5 147 16,-4 0-76-16,1 7-50 0,-2 2-21 0,-3-1 25 15,-6 4-23-15,-1 1-61 0,-4 0 9 0,-2 1 29 16,0 0-1-16,-12 1-55 0,-4-1 28 0,-3-4-1 15,-2 0 37-15,-1-5-65 16,-3-5 22-16,-1-2 0 0,-1-7-11 0,-1-1 6 0,3-6-1 16,0 0-4-16,0-2-6 0,8-7-7 15,3-7-7-15,0 1 36 0,5-3-27 0,5-1 25 16,4-1-5-16,0 1 15 0,4-2-13 0,9 3 0 16,6 0-1-16,-2 5-40 0,3 0 19 0,6 1 0 15,-3 3 20-15,0 4-122 0,5-1 55 0,-4 2 30 16,2 2-204-16,1 2-104 0,-1 0 158 0</inkml:trace>
  <inkml:trace contextRef="#ctx0" brushRef="#br0" timeOffset="24636.76">14044 8595 1425 0,'-2'0'0'0,"2"0"0"0,0 0 0 0,0 4 0 0,0 0 0 0,6 0 0 0,3-3 0 0,1 3 460 16,3 2-218-16,0-3-104 0,0 5 56 0,0-2-81 15,0-1-40-15,0 3 8 0,-1 0-38 0,-1-1-10 16,-2 2-1-16,-1 1-301 0,0-5 151 0,-3 5 84 15,2-3 29-15,-1-1-563 0,0-1 295 0,0 0 69 16,3-4 99-16,0-1-472 0</inkml:trace>
  <inkml:trace contextRef="#ctx0" brushRef="#br0" timeOffset="24889.24">14359 8393 1468 0,'0'-7'0'0,"0"4"0"0,0 1 0 0,0 0 0 0,0 0 0 0,0 2 0 0,0 0 0 0,-2 4 113 0,1 13-40 0,-3 6 373 16,-1 5-199-16,-3 10-111 0,-2 2-52 0,-2 8 245 16,1 4-148-16,-9 10-74 0,7-9-29 15,-5 15 35-15,2-7-41 0,3 1-94 16,1-9 27-16,-4 3 0 0,3-1 36 0,0-7-9 0,2-3-86 16,-1-9 42-16,1 2 23 0,2-7 0 0,-1-6-151 15,-1 3 57-15,4-9-214 0,-1-4 119 0,0 0 81 16,3-5 1-16,-1-4-192 0,1 0 132 0,-1-4 61 15,3 1 31-15,0-2-319 0,1-1 174 16,2 0 80-16,0 0 53 0</inkml:trace>
  <inkml:trace contextRef="#ctx0" brushRef="#br0" timeOffset="25177.66">14830 8462 1697 0,'-7'-9'0'0,"5"7"0"0,2 0 0 0,0 2 0 0,0-2 0 15,0 2 0-15,2 0 0 0,6 0 371 0,2 0-170 0,2 0-84 16,4 0-42-16,0-2 54 0,1 2-52 0,0 0-22 0,0 0 0 16,1 0-119-16,-4 0 48 0,3 0 33 15,-4 0-8-15,0 0-401 0,-1 0 213 0,-3 2-230 16,-2 8-210-16</inkml:trace>
  <inkml:trace contextRef="#ctx0" brushRef="#br0" timeOffset="25339.23">14853 8687 1582 0,'-14'2'0'0,"6"1"0"0,2-2 0 0,1-1 0 0,1 0 0 0,2 0 0 0,2 0 0 0,0 0 615 15,4 0-296-15,9-1-143 0,7-6-71 0,1 2-37 0,4-3 218 16,-5 3-118-16,8-2 17 0,-1 3-76 0,-3 0-39 16,1 0 1-16,1 2-576 0,-6 2 277 0,7 0 126 15,-6 0 68-15</inkml:trace>
  <inkml:trace contextRef="#ctx0" brushRef="#br0" timeOffset="26821.95">15848 8174 932 0,'0'-7'0'0,"0"3"0"0,0 2 0 0,0 0 0 0,0 0 0 0,-2 2 0 0,2 0 0 0,-3 0 0 0,1 10 0 0,0 11 117 16,0 3-43-16,1 8 158 0,-3 11-100 0,-1 2-49 16,1 4-17-16,-1 4 140 0,0 0-86 0,1-1-44 15,2-3-22-15,2-4 55 0,0-9-30 0,0-1-8 16,6-5-38-16,8-6 71 0,-2-4-36 0,4-8 1 15,-2-2-67-15,6-6-8 0,-1-4 38 16,4 0-65-16,-2-15 33 0,4-10 0 0,-2-5 41 16,0-9-206-16,0 1 83 0,-2-5 53 15,-4-2-2-15,0-2-225 0,-3-4 102 0,-2-1 71 16,-1-1 4-16,-3-1-27 0,0-1 33 0,-3 8-1 16,-1 11 33-16,-2-2 8 0,0 19 1 0,-2 3 174 15,0 5-87-15,0 7-44 0,0 4-30 0,-10 0 343 16,-1 23-167-16,0 4-83 0,-3 15-7 0,3 1 315 15,0 5-162-15,4 1-98 0,0-1-45 0,6 0 79 16,1-5-62-16,0-8-31 16,0 0 98-16,1-1-68 0,11-5-30 0,-3-3-193 15,4-3 81-15,-1-6 49 0,1-1-8 0,-1-3-480 16,2-3 260-16,-1-2 91 0,2-7 78 0,0-1-763 16,0 0 398-16,3 0 196 0</inkml:trace>
  <inkml:trace contextRef="#ctx0" brushRef="#br0" timeOffset="27045.35">16287 8475 1298 0,'-6'-4'0'0,"3"3"0"0,0 0 0 0,3-2 0 0,0 3 0 0,0-2 0 0,3 0 0 0,9 2 290 0,3 0-128 16,1 0-65-16,0 2 238 0,1 6-151 0,-1 7-67 16,0-1-47-16,-2 4 38 0,-3 2-38 0,-2 1 0 15,-4 1-38-15,-3 0-98 0,-2 5 45 0,0-4 27 16,-2-1-170-16,-10-1 99 0,-1-4 49 0,-3 0 32 15,-3-4-100-15,1-3 14 0,-3-1 44 0,0-4-330 16,3-3 165-16,0-2 52 16,6 0 56-16,3 0-197 0,2-2 123 0,4-9 63 15,3-4 30-15,1 0-286 0,15-8 162 0</inkml:trace>
  <inkml:trace contextRef="#ctx0" brushRef="#br0" timeOffset="27210.91">16482 8442 1504 0,'5'-6'0'0,"-1"4"0"0,-1 0 0 0,-3 2 0 0,0 0 0 0,-9 0 0 0,-1 13 0 0,-6 6 291 0,5 2-129 0,0-2 391 16,-1 12-264-16,3-3-128 0,6 2-65 0,1-3 112 15,2-5-88-15,0 1-35 0,5-1-30 0,8-3 10 16,4-4-32-16,6 1 0 0,-1-8 0 0,-1 0-384 16,2-4 187-16,0-3 99 0,-2-1-632 0,0 0 333 15,0 0 100-15,-3-1-537 0</inkml:trace>
  <inkml:trace contextRef="#ctx0" brushRef="#br0" timeOffset="27371.48">16712 8499 1272 0,'-2'0'0'0,"0"0"0"0,2 0 0 0,0 0 0 0,0 0 0 0,0 2 0 0,0 1 0 0,5 6 598 0,4 0-282 0,1 1-142 15,0 1-63-15,1 0 159 0,-2 0-118 0,1 3-60 16,-1-3-421-16,0 0 181 0,0-4 98 0,5 3-702 15,-2-3 388-15,2 3 194 0</inkml:trace>
  <inkml:trace contextRef="#ctx0" brushRef="#br0" timeOffset="27582.12">17035 8390 750 0,'2'-7'0'0,"0"5"0"0,0 0 0 0,0 2 0 0,-2 0 0 15,-2 17 0-15,-13 9 598 0,-2 9-283 0,-5 5-141 0,-6 14 386 0,-2 2-264 16,-3 8-123-16,-4 3 203 0,5 6-171 16,-2-2-87-16,3 1-42 0,1-2-142 15,3-12 57-15,-5 9 17 0,10-19 0 0,0 4-411 16,1-7 217-16,8-11 110 0,1-1 62 0,8-8-293 16,1-3 136-16,3-5 96 0,0-2-765 15</inkml:trace>
  <inkml:trace contextRef="#ctx0" brushRef="#br0" timeOffset="27765.77">17289 9071 2126 0,'-6'-3'0'0,"6"3"0"0,0 0 0 0,0 0 0 0,0 0 0 0,-2 0 0 0,-1 4 0 0,1 1 0 0,0-2-56 0,0-1 41 0,2-1 23 0</inkml:trace>
  <inkml:trace contextRef="#ctx0" brushRef="#br0" timeOffset="33925.18">8457 9769 560 0,'-10'-14'0'0,"6"5"0"0,0 6 0 0,2-3 0 0,2 2 0 0,-1 0 0 0,-1 3 207 0,2-1-92 0,0 0-40 15,0 2 152-15,0 0-96 0,0 0-50 0,0 0-16 16,0 4 12-16,0 11-23 0,2 5 1 0,1 5 19 16,1 1-20-16,2 6 8 0,-3 4-30 15,3 10 61-15,-1-4-30 0,-2 3 0 0,-1-2-22 0,1 10-12 16,2-2 4-16,-4-3 0 15,2 0-68-15,1 2 34 0,-1-11 8 0,0 2-158 16,-1-4 82-16,0-4 47 0,0-11 9 0,0 2-228 16,-2-11 104-16,0-4 65 0,0-7 6 0,0-2-97 15,0-5 49-15,0-22 41 0,0-11-9 0,0-15-243 16</inkml:trace>
  <inkml:trace contextRef="#ctx0" brushRef="#br0" timeOffset="34129.5">8437 9728 728 0,'0'-8'0'0,"0"5"0"0,0 3 0 0,0-2 0 0,0 2 0 0,4-2 0 0,7 0 461 0,6-2-215 16,4 3-98-16,6-2 215 0,-4 1-165 0,5 2-83 15,-5 0-41-15,0 10 50 0,-5 3-38 0,5 6-30 16,-12-2-1-16,3 7-68 0,-7 3 23 0,-5 1 0 16,-2 1 31-16,0 6-43 0,-13-2 0 0,-6 1 35 15,0 0-177-15,-1-6 88 16,3-9 53-16,-2-1-398 0,-2-5 198 0,4-3 97 15,3-3 3-15,3 0-363 0,1-5 209 0,4 5 116 16,2-5 54-16</inkml:trace>
  <inkml:trace contextRef="#ctx0" brushRef="#br0" timeOffset="34306.35">8847 10201 1793 0,'1'7'0'0,"1"3"0"0,-2 0 0 0,0 1 0 0,0-2 0 0,-3 1 0 0,-5 5 0 0,3-3 0 0,-1 4 0 0,0-2 196 0,-1 3-82 0,1 0-41 0,-3 1-77 16,1-4 14-16,1 3 0 0,-1-4 23 0,2 1-326 15,0-5 163-15,-3-1 89 0,6-3 33 0,1-2-495 16,2-3 255-16,0 0 61 0</inkml:trace>
  <inkml:trace contextRef="#ctx0" brushRef="#br0" timeOffset="34593.87">9128 9938 1466 0,'5'0'0'0,"-2"5"0"0,-1 13 0 0,-2 4 0 0,0 6 0 0,-3 4 0 0,-4 3 0 0,2 4 0 0,3-2 378 0,2-1-173 0,0-3-78 16,0-4-51-16,9-3 76 15,7-3-60-15,1-9-29 0,1 0-63 0,1-5 41 16,3-5-9-16,5-4-93 0,-5 0 47 0,1-8 23 15,-5-11 0-15,1-6-97 0,-4-4 56 0,-1-3 32 16,-5-4 0-16,-4-1-129 0,0-8 68 0,-3 9-4 16,-2-13 31-16,0 4-58 0,0-4 37 0,-7 2 5 0,-4-1-112 15,0 8 54-15,-2 1 42 0,-2 7-36 16,1 12 35-16,0 2-1 0,-3 12 36 16,0 6-30-16,-4 8 8 0,0 22 21 0,5 4 1 15,-1 7-106-15,4 3 53 0,2-3 18 16,3 13 8-16</inkml:trace>
  <inkml:trace contextRef="#ctx0" brushRef="#br0" timeOffset="34821.67">8935 10446 1408 0,'-10'0'0'15,"4"0"0"-15,1-8 0 0,5-9 0 0,0-6 0 0,8-7 0 0,16-2 0 0,4-1 0 0,7-2 118 0,2 4-43 0,-3 4-13 0,9 1 189 0,-11 11-110 0,1 4-53 16,-3 7-28-16,2 4 61 15,-7 0-36-15,3 15-30 0,-3 6 29 0,-4 3-26 16,-3 5 1-16,-2 2 3 0,-2 1 13 0,0-2-9 16,-1-2-33-16,1 1-81 0,2-7 40 0,1-1 0 15,-1-7 49-15,7 2-160 0,2-7 77 16,0-6 37-16,5-3-2 0,2 0-624 16,3-9 269-16,4-10 171 0</inkml:trace>
  <inkml:trace contextRef="#ctx0" brushRef="#br0" timeOffset="35095.31">9825 9740 1308 0,'-14'-5'0'0,"7"-1"0"0,6 5 0 0,1-1 0 0,0 2 0 0,0 0 0 0,0 0 0 0,5 0 191 15,9 0-72-15,9 0-47 0,-2 0 0 0,6 0 183 16,-1 2-112-16,4-1-55 0,-5-1-80 0,7 3 25 16,-6-3 0-16,-6 1-377 0,3-1 189 0,-2 0 102 15,-3 0 39-15,-2 2-541 16,-2-2 222-16</inkml:trace>
  <inkml:trace contextRef="#ctx0" brushRef="#br0" timeOffset="35294.78">10017 9467 1122 0,'-7'-6'0'0,"5"5"0"0,0-2 0 0,0 3 0 0,1 0 0 0,-2 10 0 0,2 6 0 0,-3 9 191 0,-2 1-79 16,-2 6-40-16,-4 9 245 0,-2 1-142 0,-3 3-63 15,-2 4-44-15,-3 1 44 0,0 3-39 0,-3 0-1 16,-1-3-39-16,1-1-129 0,-1-4 60 0,2-2 34 16,-1-5-161-16,6-8 98 0,1-3 49 0,4-12-227 15,5-4-208-15,6-6 159 0</inkml:trace>
  <inkml:trace contextRef="#ctx0" brushRef="#br0" timeOffset="35471.3">9835 10058 1200 0,'10'15'0'16,"-3"2"0"-16,-3 4 0 0,-3 0 0 0,-1 5 0 0,0-3 0 0,0 4 0 0,0 2 458 0,-1-2-212 0,-1-1-107 0,0-4-53 0,2 0 56 15,0 1-59-15,0-4-25 0,0-2 0 0,0-5-25 16,0-2-1-16,0-4-327 0,2-4-76 0,0 0 201 16,-1-2 102-16,3-4-464 15,-2-12 262-15,0-4 53 0,-1-7 96 0,-1-5-134 16,0-1 121-16</inkml:trace>
  <inkml:trace contextRef="#ctx0" brushRef="#br0" timeOffset="35869.44">9845 10117 133 0,'-7'-31'0'0,"2"8"0"0,3 3 0 0,2 3 0 0,0 2 229 0,0 2-99 16,0 2-48-16,0 3 235 0,12-1-134 0,1 1-79 15,4 3-36-15,3-1 160 0,4 0-98 0,1 3-49 16,-2-1-15-16,7 2 39 0,-6 0-37 0,-3 0 1 16,1 2-36-16,-2 0-40 0,-2 0 8 15,-4 0 31-15,-2 0-39 0,-3 0 40 16,-1 0-1-16,0 0 12 0,-5 0-3 0,0 4-8 15,-2 5-1-15,1 4 129 0,-2 4-64 0,0 3-32 16,2 4 8-16,0 6 169 0,-1 3-104 0,1 2-53 16,4 8 33-16,2-4-17 0,-3-5-26 15,4 11-8-15,-3-10-108 0,4 3 37 0,-3-1 0 0,1 0-79 16,-1-5 67-16,-2-4 20 16,0-6 0-16,-2 0-253 0,-1-2 102 0,-2-7 80 0,0-2-22 15,0-2-249-15,-2-4 147 0,-9-2 79 16,-2-1-164-16,-4-2 122 0,0 0 53 0,-2 0-240 15,-4-6 154-15,3-9 78 0,-1-4 37 0,-2-5-124 16,2-8 73-16,-4-7 50 0,6 1-1 0,1 6-164 16,-2 0 119-16,1 3 60 0,3 9 59 0,0-1 0 15,2 3 0-15,-2 5 0 0,5 2 215 0,0 1-126 16,6 2-69-16,0 2-23 0,4 3 501 0,1-3-250 16,0-1-60-16,1 1 52 0,15-3-95 0,0 2-60 15,3 1-26-15,6-2 77 0,1 4-52 16,-4 1-25-16,1 1 8 0,5 2-319 15,-8 0 142-15,0 2 72 0,1 7-590 0</inkml:trace>
  <inkml:trace contextRef="#ctx0" brushRef="#br0" timeOffset="36009.08">9978 10340 1539 0,'-25'7'0'0,"10"-1"0"0,0-1 0 0,0-1 0 0,5-4 0 0,3 0 0 0,3 0 0 0,4 0 0 0,0 0 261 16,4 0-114-16,13-4-2 0,10-3-60 0,-2-1-26 15,5 1 0-15,5 0-170 0,-1-3 72 0,-1 3 44 16,3 0-8-16</inkml:trace>
  <inkml:trace contextRef="#ctx0" brushRef="#br0" timeOffset="36181.11">10359 10073 1462 0,'-10'-11'0'0,"9"9"0"0,1 0 0 0,0-3 0 0,0-1 0 16,1-1 0-16,9-1 747 0,7 1-361 0,4-3-176 0,3 2-89 0,2 1 180 0,2 2-133 16,-3 4-60-16,7 0-42 0,-6-2-136 0,1 3 51 15,-6 0 26-15,2 0 0 0,-2 0-611 0,-3 8 314 16</inkml:trace>
  <inkml:trace contextRef="#ctx0" brushRef="#br0" timeOffset="37116.61">11065 9720 1045 0,'-17'0'0'0,"2"0"0"0,4 0 0 0,4 0 0 0,0 0 0 0,4-2 0 0,1 1 0 0,2-1 0 0,0-6 90 0,5 2-28 16,13 0 7-16,6-1-24 0,3 1-13 0,1 2 1 15,-3 1 0-15,-2 3-52 0,0 0 21 0,-2 0 1 16,-5 4 30-16,-5 5-126 0,-2 4 63 0,-6 4 39 16,-3 2-88-16,0 5 36 0,-9-1 30 0,-6 1 27 15,-3-1-9-15,2-4-20 0,-5 3 13 0,5-7 67 16,-2-1-32-16,4-3-4 0,4-4-30 0,2-1 180 16,5-3-71-16,3-2-43 15,0-1-23-15,0 0 32 0,12 0-21 0,6 0-48 16,5 0-7-16,-2 0 34 0,0 0 1 0,4 0-76 15,-4 3 38-15,-5 7 8 0,2 1 15 0,-7 3-35 16,-4 0 7-16,-4 5 0 0,-1 0 30 0,-2 2-22 16,-2-1-7-16,-8-2 15 0,-3 2 103 0,-5-5-49 15,2-2-20-15,-5-2-69 16,0-4 22-16,3-5 1 0,1-2 30 0,-1 0-377 0,6-3 173 16,-1-14 88-16,3-6 38 0,6-5-212 15,2-5 102-15,2-11 66 0,0 1 25 0,0 3-258 16,0-10 153-16,0 16 73 0,0 0 36 0,0 12 15 15,0 5 54-15,0 3 0 0,0 7 163 0,0 3-103 16,0 4-47-16,0 0 440 0,0 15-237 0,0 12-130 16,0 3 13-16,0 4 429 0,0 9-248 0,0 0-123 15,0 2-62-15,0-4 116 0,0 14-94 0,0-6-41 16,0 1-22-16,0 3 134 0,0 0-78 0,0-1-30 16,0-1-174-16,0-4 63 15,0-2 32-15,0-7-395 0,0-3 214 16,0-11 114-16,0-3 45 0,2-11-549 0,0-3 235 0,6-7 153 15,3-2 69-15,4-24-148 0</inkml:trace>
  <inkml:trace contextRef="#ctx0" brushRef="#br0" timeOffset="37273.57">11550 9547 1525 0,'7'-16'0'0,"-2"10"0"0,0 3 0 0,-3 0 0 0,-2 3 0 0,0 3 0 0,-8 12 0 0,-7 6 157 0,-2 6-63 0,-3 9 142 15,-3-4-94-15,-2 10-59 0,4-2-25 0,7-10-278 16,-1 6 126-16,1-6 63 0,7-5 40 0,0-1-607 16,5-3 300-16,2-10 150 0</inkml:trace>
  <inkml:trace contextRef="#ctx0" brushRef="#br0" timeOffset="37431.15">11520 9698 565 0,'5'2'0'0,"5"4"0"0,-1-1 0 0,0-1 0 0,0-1 216 15,5-1-84-15,1 0-53 0,0 2 487 0,3-2-266 16,2-1-134-16,-1 5-66 0,-1-1 219 0,1 3-147 16,0-1-70-16,-4 1-284 0,-3 2 107 0,0-1 54 15,-3-2 35-15,-1 1-586 0,0 0 302 0,-4 1 151 16,-3 1 76-16</inkml:trace>
  <inkml:trace contextRef="#ctx0" brushRef="#br0" timeOffset="37605.68">11502 9833 727 0,'-5'0'0'0,"1"0"0"0,1 0 0 0,1 0 0 0,0 6 0 0,2 5 138 0,0 4-53 0,0 2 312 15,0 6-174-15,4 3-100 0,-3 1-44 0,3 4 175 16,-2 1-110-16,0 2-47 0,-1-3-37 0,1 0-201 16,-2-4 87-16,3-4 43 0,-1 0-438 15,0-8 249-15,0-2 113 0,1-3 59 16,3-9-275-16,-1-1 91 0</inkml:trace>
  <inkml:trace contextRef="#ctx0" brushRef="#br0" timeOffset="37767.25">11571 9895 822 0,'1'-13'0'0,"1"5"0"0,0 2 0 0,0 5 0 0,0 1 0 0,1 0 213 16,1 9-91-16,0 10 164 0,2 9-130 0,-2 4-62 16,-1 11-31-16,-1 1 318 15,2 0-174-15,-2-2-71 0,-1 9-60 0,-1-7 59 16,0 0-51-16,2-8-25 0,-2 1-1 0,2-3-252 15,0-3 109-15,2-4 59 0,2-6-489 0,-2-5 274 16,3-6 137-16,0-3-318 0,5-7 143 0,3 0 124 0</inkml:trace>
  <inkml:trace contextRef="#ctx0" brushRef="#br0" timeOffset="37930.82">11909 9750 1236 0,'14'-18'0'0,"0"3"0"0,4 1 0 0,1 1 0 0,1 1 0 0,3-3 0 0,4 3 0 0,-1 1 0 0,-3 2 353 0,7 2-165 0,-5 2-77 16,0 1-40-16,0 2-35 0,-4 0-3 0,0 2-381 15,0 0 186-15,-1 0 98 0,-6 0 48 16,-2 0-264-16,-1 2 145 0,-4-2 75 0</inkml:trace>
  <inkml:trace contextRef="#ctx0" brushRef="#br0" timeOffset="38205.82">12169 9354 907 0,'0'-4'0'0,"0"4"0"0,0 0 0 0,0 8 0 0,-3 6 0 0,-3 9 0 0,1 1 0 0,-3 9 126 0,-2 0-38 0,0 10 1 0,-4-7-28 0,-1 5 0 16,0-4-28-16,-2-1-65 15,0-4 40-15,-1-2-8 0,1-1 33 0,2-9-23 16,1-1 1-16,3-3 22 0,6-7 8 0,-2-2 41 15,4-3-24-15,1-4 0 0,2 2 61 0,0 0-43 16,2-2-13-16,13 0 82 0,2 0-56 0,2 0-29 16,4 0 1-16,3 0-6 0,-6 0 7 15,3 0-29-15,0-2 0 0,-3 0-35 16,-1 1 0-16,0 1 35 0,-4 0-273 0,-4 0 133 0,0 0 68 16,-3 0 36-16,-3 0-564 0,-1 0 275 15,-2 0 84-15,-1 0-256 0</inkml:trace>
  <inkml:trace contextRef="#ctx0" brushRef="#br0" timeOffset="38367.15">12148 9701 877 0,'0'-7'0'0,"-1"3"0"0,1 2 0 16,0 1 0-16,-2 1 0 0,2 0 0 0,0 5 0 0,0 10 353 0,0 4-152 0,0 5-88 16,2 2-41-16,-1 3 189 0,2 1-114 0,-1 3-58 15,0 2-19-15,0-2-3 0,-2-1-34 0,0 2-250 16,0-4 125-16,0 0 62 0,0-6 40 0,0 1-545 15,0-3 282-15,-2-5 89 0</inkml:trace>
  <inkml:trace contextRef="#ctx0" brushRef="#br0" timeOffset="38529.71">12053 10069 1063 0,'-13'-11'0'0,"2"6"0"0,1-1 0 0,1 2 0 0,3 3 0 0,1-1 0 0,3-1 0 0,2 3 511 15,0-1-244-15,4 1-116 0,10-2-60 0,9 0 198 16,0 0-128-16,-3-2-56 0,6 1-34 0,-3 1 1 15,0 0-40-15,-1-2 1 0,-1 2-355 0,-4 0 185 16,-2-2 81-16,-4 3-563 0,1-1 325 0,-5 0 91 16,-4-5 104-16</inkml:trace>
  <inkml:trace contextRef="#ctx0" brushRef="#br0" timeOffset="38947.68">11881 9596 915 0,'-21'-9'0'0,"1"5"0"0,11 2 0 0,0 0 0 0,2 2 0 0,0 0 0 0,6 0 0 0,-1 0 314 0,2 2-140 0,0 10-19 16,0 2-61-16,0 3-22 0,0 6-9 0,0 1 48 15,2 5-39-15,-1-1 0 0,1-1-39 0,1-3-24 16,-1 2 24-16,3-3 0 16,-1-5 0-16,1-1-18 0,1-2 18 0,-1 0 39 15,2-3-39-15,-2-2 0 0,1 3 0 0,-4 1-1 0,-1 1 54 16,-1 6-19-16,0 3 161 0,0 4-98 15,0 0-48-15,-5 2-25 0,-2 0 81 0,5-5-44 16,-5 7-35-16,7-11 0 0,0-1-26 0,0-1-76 16,0-4 38-16,0-4-203 0,0-1 116 0,0-3 62 15,0-4 32-15,0-1-255 0,0-2 134 0,0 0 45 16,0 0 38-16,0 0-22 0,-9-2 40 16,-2-3-44-16,-4 0 137 0,0-2-55 0,2 1-27 15,-2 4 1-15,4 0 296 0,1 0-149 0,3 0-84 16,3 0-13-16,2 2 275 15,2 0-126-15,0 0-80 0,9 2-16 0,12 4-24 16,9 1 142-16,4-2-215 0,9 1 0 0,-1 0 0 0,3-1 0 16,4-1 0-16,-1 3-219 0,0-4 142 0,-2 1 55 15,0-1-590-15,-11-1 280 0,4-2 161 0,-1 2-556 16,-7-2 347-16,1 0 173 0,-5 0 88 0,-3 0 42 16,-1-7-419-16</inkml:trace>
  <inkml:trace contextRef="#ctx0" brushRef="#br0" timeOffset="39278.08">12583 9583 968 0,'2'-11'0'0,"0"5"0"0,0 4 0 0,-1 2 0 0,1 0 0 0,-2 4 0 0,0 11 297 0,0 7-137 0,-9 1-63 0,-3 6-33 16,0 1 1-16,-4 1 140 0,1 3-78 15,-2-4-36-15,3-1-29 0,-4-3 0 0,7-7-29 0,-2-1 9 16,5-7-1-16,3 1-8 0,-1-4-20 0,5-5 20 15,1-1 0-15,0-2 0 0,0 0 8 0,7 0-43 16,6 0 35-16,2-2-5 0,1-7 5 0,4 0 0 16,-3 2 1-16,-2 0-100 0,0 3 42 0,-6 3 24 15,0-2-112-15,-1 3 62 0,-7 0 29 0,2 6-2 16,-3 10 15-16,0 9 69 16,-10 0-33-16,-3 2 72 0,0 0-49 0,2 0-24 15,3-6-9-15,-2 0-16 0,5-3 190 0,3-7-83 16,0-2-35-16,2-2-26 0,0-2-16 0,0-3 1 0,6-2 0 15,6 0-254-15,0-2 127 0,4-8 62 16,-2 1-659-16,4 0 339 0,-2-1 149 0,2 4 83 0,-4 5-537 16,2 1 311-16</inkml:trace>
  <inkml:trace contextRef="#ctx0" brushRef="#br0" timeOffset="39416.71">12560 10268 1016 0,'-22'17'0'0,"7"-3"0"0,-1 0 0 0,6-4 0 0,-2-3 0 0,3-1 325 0,5-4-147 0,2-2-72 15,2 0 174-15,0 0-115 0,6 0-71 0,11-9 203 16,5-5-132-16,2 0-66 0,6-6-33 0,4 0-312 16,6-6 135-16,-4 1 72 0,-2 1 35 0,1 1-643 15,-1-1 339-15,-8 3 179 0</inkml:trace>
  <inkml:trace contextRef="#ctx0" brushRef="#br0" timeOffset="39609.31">12791 9610 1170 0,'-9'-5'0'0,"5"0"0"0,4 1 0 0,0-2 0 0,0-1 334 0,7-2-151 15,11-2-75-15,2-1-38 0,1 3 9 0,9-1 170 0,-2 0-108 16,0 3-288-16,-1 2 90 16,-1 3 45-16,-6 0 31 0,3 1-524 0,-2 1 265 15,-5 0 132-15,0 0 65 0,-9 0-433 0,0 5 213 16,-3 0 119-16,-2-2 56 0,-2-3-59 0</inkml:trace>
  <inkml:trace contextRef="#ctx0" brushRef="#br0" timeOffset="40160.4">13035 9392 565 0,'-5'-23'0'0,"-1"6"0"0,3 5 0 0,1 1 0 0,0 6 0 0,-2 3 77 0,2 2-22 16,-2 0 126-16,-2 17-73 0,-1 9-38 0,-2 6 8 16,-5 10 38-16,2-3-42 0,-4 5-20 0,2-2 8 15,-4 0 48-15,4-8-31 0,-2-2-8 16,7-6-48-16,2-4 10 0,1-7 0 0,3-4-1 15,3-5-30-15,0-3-9 0,0-3 40 0,16 0 28 16,3-5 1-16,3-8-30 0,1 2 9 0,5-4-18 16,-1 2 10-16,-3 2 0 0,-4 3-67 15,3 0 26-15,-4 2 7 0,-4 3 22 16,-6 1-114-16,1 2 53 0,-5 0 30 0,-3 0-9 16,-2 8-200-16,0 3 102 0,-2 2 57 0,-9 1-106 0,-2 0-21 15,-2-1 68-15,0 0-47 0,-2 1 71 16,0-5 31-16,0 1-1 0,-2-3 33 0,0-1-84 15,1-3 33-15,1 3 30 0,2-2-1 0,-2-2 124 16,2 2-52-16,3-1-25 0,5 1-8 0,-2 0 278 16,2-1-148-16,4 1 234 15,1 0-175-15,2 0-59 0,0 2-4 0,0-1-43 16,0 3-35-16,2-3 0 0,6 2-1 0,-1 1-63 0,1-2 40 16,1 2-8-16,-6-1-247 0,6 1 139 0,-6-1 70 15,-1 0 29-15,0 3-333 0,-2-1 165 0,0 0 37 16,-4 1 55-16,-8 0-22 0,0 1 36 15,-3 0-7-15,0-2 172 0,-2 1-64 16,0 3-31-16,2-4-1 0,0 1 85 16,4-3-67-16,-1 1-21 0,5-3 1 0,1 1 300 0,3-4-116 15,1-1 120-15,2-1-119 0,0 0-79 0,0 0-35 0,2 0 67 16,7 0-50-16,2-6-19 16,2 1-7-16,2-2 50 0,2-1-39 0,1 1 1 15,3-1-38-15,2 3 41 0,0 1-9 0,-1 0-32 16,6 2 0-16,-3 0 34 0,-4 2 1 0,1 0-224 15,-2 0 90-15,0 0 50 0,-4 0 24 16,-2 6-456-16,-3-2 215 0,-2 0 119 0,-1-3 22 0,-4-1 41 0,-1 0-443 16,-1 0 231-16,-2-1 115 0,0-11-142 15</inkml:trace>
  <inkml:trace contextRef="#ctx0" brushRef="#br0" timeOffset="40303.01">13009 9828 1441 0,'-8'-6'0'0,"5"2"0"0,1 0 0 0,0 4 0 0,2 0 0 0,0 0 0 0,0 11 0 0,0 4 130 0,0 5-49 0,-2 7-24 0,-3 4 135 16,-3 2-80-16,-1 3-32 0,-6 9 91 0,-1-6-18 16,0-2-60-16,-1-5-211 0,-1 4 75 15,2-4 46-15,0-3-8 0,2-3-558 0,5-8 298 16,2 0 149-16</inkml:trace>
  <inkml:trace contextRef="#ctx0" brushRef="#br0" timeOffset="40431.39">12992 10201 2454 0,'15'22'0'0,"0"5"0"0,-7-10 0 0,1 1 0 0,-1 2 0 0,1-4 0 0,0-1 0 0,5 0 301 0,-3-4-135 15,2 1-187-15,0-3 22 0,-2-4 1 0,1 0 31 0,3-4-939 16</inkml:trace>
  <inkml:trace contextRef="#ctx0" brushRef="#br0" timeOffset="42622.83">13435 9613 885 0,'-9'0'0'0,"2"0"0"0,3 0 0 0,2 0 0 0,0 0 0 0,2 0 0 0,0-2 0 0,0 1 0 0,8-3 278 0,8-2-123 0,5 0-61 0,-2-1 89 15,3 1-79-15,-1 3-36 0,0 1 0 0,-3 0-84 16,0 0 24-16,-6 2 9 0,2 0-60 16,-5 0 38-16,0 0-1 0,-5 0 39 0,0 0-76 15,-2 0 45-15,0 0-7 16,-2 0 2-16,0 0 31 0,0 0-47 0,0 0 33 16,-6 0-30-16,0 0 142 0,1 0-61 0,1 0-26 15,2-2 42-15,-1 0-31 0,3 0 3 0,-2 0-63 16,2 1 9-16,0-1 28 0,0-1 16 0,0 2-149 15,0-1 69-15,0 2 27 0,2 0-10 0,1 0-10 16,-1 0 8-16,0 0-1 0,0 0 3 0,0 0-19 16,-1 0 5-16,1 0 0 15,-2 0 31-15,0 0-10 0,0 0-8 0,0 0 37 0,0 0 0 16,0 0-26-16,0 0 5 0,0 0-30 16,0 0 2-16,0 0 25 0,2 0 8 0,0 0-37 15,-2 0 0-15,2 0 23 0,0 0 5 0,-2 0-28 16,0 0-9-16,2 0 32 0,-2 0-129 0,0 0 46 15,0 0 39-15,0 0-145 0,2 0-159 0</inkml:trace>
  <inkml:trace contextRef="#ctx0" brushRef="#br0" timeOffset="43025.32">13683 9247 1038 0,'-2'-5'0'0,"2"1"0"0,0 0 0 0,0 2 0 0,0 0 0 0,0 0 0 16,0 0 0-16,0 0 0 0,0 0 232 0,0 2-100 0,0 0-41 0,0 0 59 0,2 6-58 16,0 5-30-16,-2 5 0 0,0 1 3 15,0 6 9-15,-4 6-41 0,-3-1-1 16,-6 2 1-16,1 0 0 0,-2 0 0 0,-2 0-38 16,0-3 15-16,-1-1 0 0,-2-4 22 0,0-1-107 15,0-6 62-15,-6 2 12 0,4-4-169 0,1-4 79 16,-4 0 51-16,4 0 1 0,1-4-71 0,1-1 30 15,0 0 33-15,7-4-211 0,3 2 113 0,3-2 56 16,1 0 20-16,4 0-172 0,0 0 104 0,5-2 52 16,11 0 26-16</inkml:trace>
  <inkml:trace contextRef="#ctx0" brushRef="#br0" timeOffset="43232.81">13565 9561 1233 0,'4'0'0'0,"0"0"0"0,-2 0 0 0,0 0 0 0,-2 0 0 0,0 0 0 0,0 0 0 0,0 0 0 0,0 0 226 0,0 0-97 0,0 0 177 16,0 2-128-16,0 13-77 0,1 1-34 0,1 7 78 16,2 3-57-16,-2 6-27 0,-1 6 8 0,1 9 25 15,-2-2-30-15,0 4-1 16,0 2-30-16,-2 2-107 0,-3 4 61 0,0-1 20 16,-1 1-262-16,-2-4 144 0,2-6 71 0,1-11-420 15,1 3 198-15,1-16 124 0,-1 0 23 0,4-10-123 16,0-5 103-16,0-6 51 0,0-2 17 0</inkml:trace>
  <inkml:trace contextRef="#ctx0" brushRef="#br0" timeOffset="43685.6">13952 9337 1345 0,'11'-13'0'0,"3"6"0"0,-4 3 0 0,1 2 0 0,-4 1 0 0,-2 1 0 15,-1 0 0-15,0 0 0 0,-3 4 137 0,-1 10-53 0,0 1-68 0,0 2 17 0,-1 2 8 16,-9 1-8-16,1-1-239 0,-4-2 119 16,-2 0 60-16,-2-1 29 0,-2-2-309 15,0-3 151-15,0-1 75 0,3-5-9 0,-1-3 35 16,6-2-19-16,-1 0 12 0,4 0 278 0,1 0-124 16,4 0-63-16,3 0 348 0,0 0-177 0,0-2-97 15,7-3-12-15,14-1 28 0,1-1-32 0,4 2-26 16,1 2-1-16,-3 2 9 0,6-2-9 0,-7 3-27 15,-1 0-42-15,-1 0 21 0,-6 9-1 0,-2 3 30 16,-4 1-232-16,-1 0 112 0,-6 2 56 0,-2 0-237 16,0 0 111-16,-2 0 72 15,-11-2-1-15,0 0 5 0,-6-2 10 0,0-2 0 16,-3 0 30-16,-1-4 40 0,-3-1-16 0,5 0 0 16,-5-2 198-16,5 1-110 0,2-1-45 0,6 0 313 15,1-1-152-15,3-1-94 0,6 0-6 0,-1 0 147 16,4 0-104-16,0 0-45 0,13 0-34 0,10 0-58 15,1-1 0-15,3-4 32 0,1-3-1 0,-5 2-37 16,9-1 15-16,-12 2-1 0,2 2-249 0,-2-1 136 16,-6 1 69-16,-3 1-523 0,-1 2 243 0,-4 0 147 15,-3 0 40-15,-1 0-296 16,-2 3 195-16,0 3 90 0,-7 2 57 0</inkml:trace>
  <inkml:trace contextRef="#ctx0" brushRef="#br0" timeOffset="43854.98">13894 9568 588 0,'-11'-7'0'0,"3"4"0"0,2 2 0 0,1-1 0 0,3 2 0 0,0 0 0 0,2 0 251 0,0 13-109 0,0 9-55 16,0 3-27-16,0 5 321 15,0 7-179-15,0 5-84 0,0 1-43 0,-4 2 123 16,-5-5-74-16,-6 11-50 0,2-7 92 0,-3-4-66 16,5-6-34-16,0 0-203 0,2-8 94 0,-1-1 33 15,1-7 22-15,5-7-510 0,0-3 266 0,2-5 132 16,2-3 65-16,0 0-633 0</inkml:trace>
  <inkml:trace contextRef="#ctx0" brushRef="#br0" timeOffset="44424.45">13832 9918 1258 0,'0'-3'0'0,"0"3"0"0,0 0 0 0,0 0 0 0,0 14 0 0,0-3 0 0,0 6 0 0,0 1 0 0,0 1 392 0,0 2-172 0,0 0-97 0,0 0 22 15,0-3-56-15,0-1-28 0,0-3-195 16,0-5 91-16,0-3 34 0,0-1 21 0,0-3-408 15,0-2 215-15,0 0 106 0,0 0 62 0,0-5-419 16,0-10 208-16,0-1 55 0,0-3 3 0,0-5 67 16,-2 3 25-16,-2-5 74 15,1 7-33-15,1-3 1 0,2 1-1 0,0 0 183 16,0 3-100-16,0-1-37 0,5 2-23 0,10 0 291 16,6 0-152-16,3 2-25 0,5 0-56 0,3 0 287 15,1 0-152-15,1 2-74 0,0 1 103 0,1 3-90 16,-3 1-36-16,-2 5-31 0,-2 1 26 0,-5 2-24 15,-2 0-1-15,-1 0 44 0,-2 8-26 0,-6-1-8 16,-2-2-33-16,-1 3 76 0,-1-2-38 0,-3-1 1 16,-3 1-32-16,3 1 63 15,-4 1-35-15,1 0 0 0,0 3 41 0,-2 2-37 16,0 2 7-16,2 2-25 0,0 3-1 0,0 7-20 16,-1-3 0-16,5-1-35 0,-1 7 13 0,1-4 1 15,2-1 21-15,-3-5-255 0,1 0 128 0,-1-1 55 16,1-3 30-16,-3-6-411 0,-2 0 204 0,1-2 65 15,-2-1-256-15,0-1 179 0,-2-2 102 16,-8-1-230-16,-1-2 162 0,-4-1 80 16,0 0 41-16,-4 0-118 0,-3 0 84 0,-2-4 36 15,-5-7 1-15,-1-4-139 0,-5-6 89 0,5 3 38 16,0 2 82-16,0-4 0 0,1 3 0 0,1 3 0 16,3 5 97-16,4 2-70 0,2 2-25 0,1 0 419 15,4 3-206-15,6 0-116 0,2 0-60 0,2 1 274 16,4 1-121-16,0 0-80 0,4-3-39 0,15 2 143 15,4-1-92-15,-1 0-37 0,11 0-32 0,-8 1 89 16,3-2-56-16,1 1-28 16,-3 2-210-16,-3 0 99 0,0 0 38 0,-5 0 23 15,-3 0-475-15,-2 2 249 0,-4 2 67 0,-2 0 83 16,-2 3-328-16</inkml:trace>
  <inkml:trace contextRef="#ctx0" brushRef="#br0" timeOffset="44591.33">14039 9824 445 0,'-6'-8'0'0,"2"0"0"0,4 5 0 0,-2 1 0 0,2 0 192 0,0 2-80 16,0 0-31-16,2 11-9 0,2 5 194 15,3 2-117-15,-1 3-57 0,-1 5 154 0,-1-1-98 16,1 4-62-16,-4-1-136 0,1-1 41 0,-2-4 20 16,2-1 1-16,-2-1-344 0,2-4 178 0,-2-8 94 15,2 0 46-15,-1-4-229 0,1-2 83 0</inkml:trace>
  <inkml:trace contextRef="#ctx0" brushRef="#br0" timeOffset="44729.48">14127 9837 683 0,'4'-4'0'0,"-1"4"0"0,1 0 0 0,-2 7 0 0,-2 10 0 0,0 6 0 0,0 3 191 0,-2 2-80 0,-2 2-39 16,-1 1 203-16,1-1-125 0,1-8-59 0,3 0-54 15,0-1-123-15,0-10 60 0,0 1 37 0,0-7-422 16,5-5 222-16,4 0 110 0</inkml:trace>
  <inkml:trace contextRef="#ctx0" brushRef="#br0" timeOffset="45019.71">14513 9499 545 0,'27'-25'0'0,"5"5"0"0,0 3 0 0,3-1 0 0,-3 3 0 0,0 3 269 15,-2 4-118-15,-7 3-59 0,0 4 35 0,-5-2-52 16,-1 3-21-16,-6 0-47 0,-3 0 25 0,-4 9 1 15,-2 4 8-15,-2 6-144 0,-8 2 68 0,-9-1 33 16,0 1 1-16,-5 0-55 0,-1-1 46 0,-2 1-6 16,1-3 41-16,2 0 38 15,1-1-25-15,7-5-38 0,2-2 115 0,1-3-61 16,5-1-23-16,3-3 218 0,3 2-110 0,0-4-47 16,0 2-21-16,9-3-22 0,3 0-17 0,4 0 1 15,-1-3 0-15,2-3-132 0,-1 1 75 0,0 0 24 16,-2-1 0-16,0 1-325 0,-3 0 173 15,-2 0 58-15,-1 1-167 0,-2 1 85 16,-3-1 76-16,-1 0 1 0,0 0-188 0,-2 1 119 16,0-1 71-16,-4-2-92 0</inkml:trace>
  <inkml:trace contextRef="#ctx0" brushRef="#br0" timeOffset="45177.3">14669 9482 688 0,'-14'-1'0'0,"0"1"0"0,3 0 0 0,-2 9 0 0,-2 9 0 0,2 2 0 0,3-3 76 0,-1 10-8 0,7-9 189 16,3 7-113-16,1-4-55 0,0 1-29 0,1-2 202 15,12-4-119-15,4 0-55 16,3-6-27-16,3-1 94 0,0-5-61 0,0-2-22 16,5-2-65-16,-4 0 0 0,0 0 26 0,-3 0 0 15,0-2-153-15,-1-2 84 0,0 1 30 0,-4-1-519 0,-2 2 271 16,0 2 83-16</inkml:trace>
  <inkml:trace contextRef="#ctx0" brushRef="#br0" timeOffset="45375.77">14570 9934 1386 0,'-15'4'0'0,"7"0"0"0,3-3 0 0,1-1 0 0,4 0 0 0,0 0 0 0,4 0 0 0,17-1 226 16,3-5-98-16,4-1-47 0,0-1 128 0,2 0-80 16,2 1-52-16,1 0-70 0,-6-2 26 0,1 4 0 15,-7 0 0-15,-2 1-324 0,-1 0 158 0,-6 3 83 0,-3-2 41 16,-3 3-457-16,-2 0 241 0,-4 0 57 0,0 0-244 15,0 0 189-15,-11 0 96 0,-5 0 46 0</inkml:trace>
  <inkml:trace contextRef="#ctx0" brushRef="#br0" timeOffset="45635.07">14741 9792 854 0,'-12'-10'0'0,"3"1"0"0,2 7 0 0,1-2 0 0,2 4 0 0,0 0 0 0,4 0 0 0,0 9 147 0,0 7-57 0,0 6 225 15,4-3-133-15,4 11-79 0,1 2-35 0,-3 2 81 0,-1 4-59 16,-3-1-28-16,3 1 8 0,-4-2 51 0,-1-1-44 15,0-2-22-15,0-4 0 16,0-3-97-16,-8-5 45 0,-1-3-8 0,0-2-76 16,-3-5 57-16,1-5 29 0,-2-3-99 15,0-3 58-15,-2 0 29 0,0 0-23 0,0-8-28 16,1-4 15-16,0-1 0 0,2-2 1 0,1-3 57 16,4 4-42-16,1-3 12 0,2-2-4 0,2 2 139 15,2-2-59-15,0 2-32 0,0 2 106 0,2 1-64 16,6 2-19-16,3-1-1 0,0 3 1 0,2 1-31 15,4 1 22-15,-2 1-348 0,5 3 158 0,1-3 79 16,6 3 38-16,3-5-326 0</inkml:trace>
  <inkml:trace contextRef="#ctx0" brushRef="#br0" timeOffset="45791.66">15188 9528 1306 0,'0'-15'0'0,"0"8"0"0,0 6 0 0,0-1 0 0,0-2 0 0,0 0 0 0,0 2 0 0,0-1 0 0,0 2 499 0,0-1-237 0,3 0-115 16,7 0-309-16,1 1 97 0,2 1 48 0,1 0 34 15,4 0-664-15,-1 0 340 0</inkml:trace>
  <inkml:trace contextRef="#ctx0" brushRef="#br0" timeOffset="46039">15481 9393 723 0,'0'0'0'0,"-2"0"0"0,-4 2 0 0,-5 6 0 0,-3-1 0 0,-4 4 188 0,-5 5-81 0,3 3-38 0,-4 1 170 16,-1-1-103-16,0 1-52 0,-1 2-17 0,1-4-9 15,-2 1-25-15,-1-3 0 0,0 0-32 0,1-7 1 16,3-2 39-16,-1-1-8 0,5-4-92 0,3-2 47 16,6 0 22-16,2 0 0 0,2 0 165 0,4 0-75 15,3-2-50-15,0 0 90 0,10-3-54 16,11-1-26-16,8 4 0 0,3-1-27 0,3 0 0 15,11 3 0-15,-7 0-137 0,2 0 68 0,-5 0 43 16,4 0-8-16,-1 0-345 0,-4 3 184 16,-3-2 64-16,-2-1 55 0,-7 0-558 15,-2 0 288-15</inkml:trace>
  <inkml:trace contextRef="#ctx0" brushRef="#br0" timeOffset="46236.35">15271 9140 871 0,'0'0'0'0,"0"0"0"0,1 2 0 0,1 9 0 0,2 4 0 0,-2 6 0 0,3 11 0 0,2 9 523 0,-2 4-245 0,1 6-123 16,-3 1-61-16,1 6 321 0,-2 2-195 0,-1-3-94 16,1 0-115-16,-2-5 0 0,0-3 21 0,0-8 9 15,0 0-183-15,0-3 87 0,0-6 44 0,-2-9-491 16,1-5 267-16,-1-7 142 0,-2-5 59 0,2-2-689 15</inkml:trace>
  <inkml:trace contextRef="#ctx0" brushRef="#br0" timeOffset="46382.44">15242 9703 641 0,'0'-16'0'0,"0"7"0"0,-1 0 0 0,-5 8 0 0,-4-2 0 0,-1 3 0 0,-2 0 418 16,-2 6-192-16,0 8-97 0,0 1-39 0,2 2 171 15,-2-1-113-15,4 3-58 0,3-2-194 0,2-4 68 16,6-3 43-16,0-1-221 0,0-2 123 0,6-3 62 15,9-4 31-15,8 0-538 0,0-1 264 0,2-11 134 16</inkml:trace>
  <inkml:trace contextRef="#ctx0" brushRef="#br0" timeOffset="46462.21">15299 9760 1084 0,'25'-8'0'0,"-5"2"0"0,-1 4 0 0,-1 2 0 0,-3 0 0 0,0 0 0 0,-3 0 0 0,1 0 0 0,-1 4 184 0,0 2-76 16,-1 0-37-16,1-3 4 0,-3 3-13 0,0 0-8 15,1 1-21-15,-1 3-354 0</inkml:trace>
  <inkml:trace contextRef="#ctx0" brushRef="#br0" timeOffset="47218.2">15289 9929 1645 0,'-13'14'0'0,"6"4"0"0,0-1 0 0,0-5 0 0,4 2 0 0,1-3 0 0,2 2 0 0,0 1 236 0,0-3-102 0,7 2-51 0,3-1-18 16,1-4 8-16,0 2-40 0,3-3 0 0,-4-3-301 15,4 0 150-15,-1-4 76 0,-4 0 45 0,5 0-518 16,-5-10 256-16,0-1 129 16,-1-4-245-16,-2-2 171 0,-1 1 77 0,1-5 58 15,-1 2 1-15,0 0 35 0,-2 3 0 0,-1 2 264 16,2 3-128-16,-2 1-68 0,-1 6-33 0,1-1 166 16,-2 3-100-16,0 0-58 0,0 2 332 0,0 6-163 15,-5 12-30-15,-7 6-58 0,-1 2 16 0,-3 2-37 16,-2 0 1-16,-1 1-106 0,1 0 35 0,-5-3-1 15,2-1 34-15,-2-4-81 0,0-1 36 0,0-5 23 16,4-6 0-16,-1-1-25 16,4-4-1-16,5-4 6 0,0 0-53 0,5-2 35 15,4-13-1-15,2-10 0 0,4-3-16 0,13-4 0 16,8-5 28-16,3-1 9 0,4-1-78 0,3-1 37 16,5 1-4-16,3-2-103 0,-2 2 65 0,2-2 33 15,1 4 8-15,-5-2-25 0,0 2 20 0,-7 6-8 16,8-8 64-16,-8 8 0 0,-3-2-35 0,-8 6 0 15,2 1 194-15,-7 6-104 0,-2 2-36 16,-5 0-25-16,-3 9 364 0,-3 1-179 16,-2 4-58-16,-1 2 238 0,0 2-168 0,-6 0-80 15,-7 20-40-15,1 2 49 0,-4 6-45 0,5 2-14 16,-1 0-8-16,3 0 8 0,5-8 0 0,3 3-31 16,1-4 34-16,0-7 8 0,0 2-42 0,1-8-51 15,10-3 26-15,1-3-1 0,-1-2 27 0,0 0-80 16,3 0 35-16,-3-2 23 0,1 1-1 0,-3-2-70 15,2 2 30-15,-1-2 13 16,-1 3 24-16,-2 0-18 0,0 12 17 0,-3 5-30 16,-1 1 195-16,-3 5-78 0,0 5-42 0,0-1 153 15,0 1-88-15,-9 1-32 0,-1-1-25 0,-1 2 46 16,-5 1-40-16,-1-1 0 0,-1-2-32 0,-3 0-99 0,-4-3 49 16,3-4 34-16,-1-3-318 0,2-5 158 15,1-3 85-15,1-3 19 0,7-5-199 0,-4-2 84 16,3 0 70-16,1-6-235 0,5-9 143 0,-2-7 72 15,4-1 27-15,0-5-26 0,1 0 35 16,4 1 0-16,0 7 35 0,0 1 177 16,0 6-97-16,0 1-35 0,2 5 411 0,8 2-224 15,3 3-114-15,6 2-9 0,6 2 178 0,0 10-62 0,12 7-81 16,0 4 125-16,0 3-102 0,4 3-50 0,3 0-18 16,1 3-396-16,0 0 182 0,4-2 90 0,0 0 45 15,4-4-836-15,-1-2 430 0,1-3 144 0</inkml:trace>
  <inkml:trace contextRef="#ctx0" brushRef="#br0" timeOffset="47361.81">16673 10319 3324 0,'0'-4'0'0,"8"1"0"0,3 1 0 0,-5 0 0 0,-4 0 0 0,-1 1 0 0,-1 1 0 0,0 0 374 0,0-4-170 0,0-4-11 0,0-4-193 0,0-1 0 16,2 2 0-16,3 4 0 0</inkml:trace>
  <inkml:trace contextRef="#ctx0" brushRef="#br0" timeOffset="49077.96">18136 9558 932 0,'-7'-5'0'0,"3"3"0"0,0 2 0 0,2 0 0 0,0 0 0 0,0 6 0 0,1 5 0 0,-1 6 90 0,0 8-28 0,2 1 109 0,0 3-69 16,0 4-35-16,0 1 9 0,0 3 1 0,0 5-22 15,0-7 0-15,2 2-22 0,0 1 25 16,1-4-17-16,3-4-8 0,2-2-1 15,1-9 24-15,-2-2 0 0,5-6-23 0,-1-3-7 16,4-7 6-16,4-1 1 0,2-9 0 16,-1-15 15-16,4-10-16 0,-4 2 9 0,4-10-139 15,-4-1 60-15,1 1 34 0,-5-2 9 0,0-3-149 0,-5 6 74 16,1-10 39-16,-3 4 5 0,-4 2-16 0,-1 9 5 16,0 3 1-16,-2 10 33 0,-2 8-9 0,0 2-26 15,0 5 21-15,0 5 264 0,0 3-127 16,0 0-60-16,0 24 175 0,-6 5-107 0,-1 12-53 15,3 0 4-15,0 2 168 0,4-3-99 16,0 8-62-16,0-5-26 0,0-7 52 0,8 1-40 16,1 0 0-16,3-6-53 0,-1-3-9 15,2 0 23-15,0-4 0 0,-2-6-362 0,1-1 181 16,-1-2 98-16,0-4-667 0,-1-3 347 0,1-2 144 0,-4-5 97 16,3-1-414-16,1 0 247 0,-2-1 136 0</inkml:trace>
  <inkml:trace contextRef="#ctx0" brushRef="#br0" timeOffset="49222.58">18615 9831 605 0,'-8'-15'0'0,"5"6"0"0,-3 3 0 0,5 0 0 0,-3 4 0 0,2 1 458 0,0 1-204 0,2 0-115 0,0 0-53 15,0 0 238-15,4 7-145 0,5 5-65 0,0-1 111 16,3 2-96-16,-1 0-48 0,0 2-24 0,3 2-69 16,-2 0 30-16,0-1-7 0,-1 0-468 0,2-2 245 15,0 1 122-15,2-5 62 0,-1-3-701 0</inkml:trace>
  <inkml:trace contextRef="#ctx0" brushRef="#br0" timeOffset="49407.08">18876 9692 572 0,'0'-5'0'0,"2"3"0"0,-2 2 0 0,0 0 0 0,0 0 0 0,0 15 445 0,-5 9-206 16,-3 2-95-16,-3 12 357 0,-2 3-234 0,-3 4-117 15,0 9-58-15,-3-3 111 0,1 4-77 16,-3-1-50-16,1 1 111 0,0-5-77 15,1 0-39-15,0-6 1 0,5-8-199 0,-4 2 76 16,4-6 42-16,0-6 21 0,5-7-499 0,3-7 259 16,3 0 139-16,1-6-694 0,2-5 361 0</inkml:trace>
  <inkml:trace contextRef="#ctx0" brushRef="#br0" timeOffset="49649.44">18891 9890 1304 0,'17'-16'0'0,"2"5"0"0,3-2 0 0,-3 6 0 0,1-3 0 0,0 5 0 0,1 2 0 0,0 3 480 0,-1 0-227 0,-1 0-110 0,1 12-55 15,-5 3 93-15,0 5-74 0,-5 1-29 0,-3 5-72 16,-5 2 26-16,-2 0 1 0,0 1 0 0,-6-3-47 16,-7 2 32-16,-7-1-9 0,-1-4 16 0,-6 2 8 15,-1-6 0-15,-2 0 8 0,0-6-107 0,0-1 22 16,4-3 34-16,4-4-13 15,-1-1-256-15,10-4 120 0,-1 0 76 0,7 0-330 16,5-4 190-16,2-9 95 0,9-8-365 16,12-1 222-16,4-3 123 0</inkml:trace>
  <inkml:trace contextRef="#ctx0" brushRef="#br0" timeOffset="49817.98">19271 9846 724 0,'0'-7'0'0,"0"1"0"0,0 2 0 0,-5 0 0 0,-6 3 249 0,2-1-103 15,-3 2-58-15,0 2-18 0,-1 11 373 0,1 6-204 16,1 5-104-16,6 2-51 0,-1 4 312 0,3 4-174 16,3-2-98-16,0-2 4 0,3-2-48 0,10-2-23 15,6-1 0-15,3-4-303 0,1-6 135 0,3 0 72 16,2-6-263-16,1-1 167 0,-1-6 84 0,-3-2 50 16</inkml:trace>
  <inkml:trace contextRef="#ctx0" brushRef="#br0" timeOffset="50318.25">19744 9346 1326 0,'-6'-6'0'0,"1"5"0"0,5 1 0 0,0 9 0 0,0 4 0 0,-4 1 0 0,-2 4 0 0,-1 5 197 0,-1 1-83 0,1 1-40 0,-3 0 134 15,3-2-80-15,-4 7-51 0,4-9-22 0,-2 0-41 16,0-1 19-16,0-8 0 0,4-5 3 0,-5 0-3 16,4-2 0-16,1-1-1 0,-1-4 76 0,3 0-38 15,0 0 8-15,1 0-45 0,2 0 98 0,0 0-49 16,0 0-25-16,0 0 1 0,16 0-21 0,6 0-5 16,2 0 1-16,6 0-32 0,0 0 32 15,2-3-1-15,3 0-107 0,-3-1 50 0,-1-4 29 16,0 3 0-16,-4-2-149 0,-1 2 72 15,-5-2 49-15,0 3-4 0,-4 0-62 0,-2 3 28 16,-6-1 27-16,0 2 47 0,0 0-31 0,-6 0-21 16,1 0 20-16,-1 0 235 0,-1 2-111 0,0 5-54 15,-2 3 299-15,0 1-167 0,0 2-79 0,0 4-10 16,0 1 128-16,0 4-5 0,0 1-216 0,0 2 0 16,0 3 0-16,0-2 0 15,2 4 0-15,2-1 0 0,3 1 0 0,1 0 0 0,-1-2 0 16,1 0 0-16,-3 1 0 0,2-5 0 15,-6-1 0-15,1-1 0 0,0-2-193 0,-2-1 176 16,0-2-106-16,-4-3 55 0,-6-3 0 0,-4 0 26 16,-2-3-122-16,-2-3 66 0,-3-3 33 0,-5 0 0 15,3-2-296-15,-6 0 168 0,0-4 80 0,1-13-211 16,-2-9 145-16,2-8 73 0,0-5-549 0,-1-18 315 16</inkml:trace>
  <inkml:trace contextRef="#ctx0" brushRef="#br0" timeOffset="50452.89">19565 9424 1142 0,'-9'-20'0'0,"4"8"0"0,3 6 0 0,2 1 0 0,0 2 0 0,0-3 0 0,4 5 216 0,14-3-92 0,5 2-46 0,7 0 330 15,1 2-180-15,5 0-101 0,2 0-48 0,2 0 131 0,-3 0-90 16,2 6-43-16,-1 3-402 0,-2 1 174 0,-2 3 92 16,-6-1 46-16,-2 6-307 0,-6-1 177 0</inkml:trace>
  <inkml:trace contextRef="#ctx0" brushRef="#br0" timeOffset="50619.44">19554 9867 1100 0,'-19'7'0'0,"10"-1"0"0,2-3 0 0,3-1 0 0,4-2 0 0,0 0 0 0,18 0 406 0,9 0-186 0,7-3-94 0,3-5-39 15,10-1 127-15,3 0-91 0,-2-1-45 0,1 1-433 16,-1 0 194-16,-6 3 105 15,1 0-264-15,-4 2 177 0</inkml:trace>
  <inkml:trace contextRef="#ctx0" brushRef="#br0" timeOffset="50989.45">20337 9378 1565 0,'0'-7'0'0,"0"5"0"0,0 2 0 0,0 0 0 0,0 17 0 0,0 10 0 0,0 12 0 0,-2 4 0 0,-3 2 449 16,1 2-209-16,2-6-95 0,1 10 146 0,1-15-129 16,0 3-64-16,1-5-33 0,7-4-4 0,4-9-20 15,0-3-9-15,3-3 1 0,0-5-98 0,3-7 49 16,2-3 24-16,1 0-273 0,3-13 144 0,0-3 78 16,-3-7 37-16,0 1-452 0,-3-5 220 0,0-2 56 15,-6 0-50-15,-2-3 100 16,-2-2 49-16,-3-2 25 0,-1-1-13 0,-3 1 7 15,1 0 31-15,0 3 0 0,-2 11 61 0,0-1-31 16,0 10-8-16,0 1-22 0,0 4 278 0,0 5-139 16,-2 1-69-16,0 2 410 0,1 13-215 0,1 14-58 15,-2 2 106-15,2 11-123 0,0-1-63 0,0 1-30 16,0-5 87-16,0 5-63 0,0-2-28 0,0-3 0 16,0-1-55-16,0-4-1 0,2-5 37 0,1-1-403 15,1-4 198-15,2-1 98 16,2-3 50-16,-3-6-793 0,2-2 386 0,3-4 181 15</inkml:trace>
  <inkml:trace contextRef="#ctx0" brushRef="#br0" timeOffset="51208.87">20762 9679 1400 0,'7'-7'0'0,"5"6"0"0,-1-1 0 0,-4 1 0 0,1 1 0 0,2 0 0 0,-1 0 0 15,3 4 517-15,-2 9-247 0,3-3-118 0,1 6-60 0,-1-1 114 0,-1-1-86 16,0 4-36-16,-1-5 3 15,1 2-27-15,-5-4-1 0,1 0-26 0,-5-1-128 16,-1 1 72-16,-2 3 24 0,0-1-168 0,-14 2 100 16,-6-1 50-16,-1 2 25 0,0-5-117 0,-11 5 22 15,3-8 48-15,1 1-38 0,0-3-148 0,7-4 80 16,1-2 48-16,3 0-88 0,9 0 76 0,3-2 38 16,5-11 0-16,2-6-378 15</inkml:trace>
  <inkml:trace contextRef="#ctx0" brushRef="#br0" timeOffset="51386.41">21091 9576 1396 0,'2'-4'0'0,"-2"2"0"0,0 0 0 0,0 2 0 0,-9 0 0 0,-5 0 0 0,-1 6 0 0,0 7 0 0,0 10 585 0,0-2-276 0,2 8-139 0,1 3-68 16,7 0 426-16,3 2-240 0,2-4-131 0,0 1 26 15,3-2-75-15,13-1-38 16,2-3 129-16,3-1-199 0,4-6 0 15,-1 0 0-15,3-4-528 0,-2-4 330 0,2-2 114 0,-6-7 68 16,2 0-807-16,-3-1 408 0,-1 0 131 0</inkml:trace>
  <inkml:trace contextRef="#ctx0" brushRef="#br0" timeOffset="51554.96">21290 9688 1396 0,'0'0'0'0,"0"0"0"0,0 0 0 0,0 0 0 0,0 0 0 0,0-1 0 0,8-1 0 0,1 2 362 16,4 0-169-16,2 0-80 0,1 0 309 16,2 5-194-16,-2 3-98 0,3 0-41 0,-3 1-205 0,-2 0 75 15,1 0 36-15,-1 1 1 0,-3-1-561 0,-1 0 307 16,-1 3 142-16</inkml:trace>
  <inkml:trace contextRef="#ctx0" brushRef="#br0" timeOffset="51756.93">21638 9528 839 0,'-7'-15'0'0,"5"7"0"0,1 0 0 0,-1 1 0 0,0 4 193 0,2-1-73 0,-2 3-47 16,0 1 576-16,-3 11-308 0,-2 15-154 0,-7 12-77 16,-2 5 363-16,-5 15-224 0,0 2-109 0,-6 6-53 15,-7 18 128-15,-3 3-91 16,-6 9-37-16,-4 5-376 0,-3 4 161 0,-3 0 80 15,0 2 41-15,5-3-399 0,9-16 227 0,-2 16 102 16</inkml:trace>
  <inkml:trace contextRef="#ctx0" brushRef="#br0" timeOffset="52413.43">22051 9452 1588 0,'-8'0'0'0,"3"-6"0"0,5 4 0 0,0 2 0 0,0-2 0 0,0 0 0 0,5 1 0 0,8-1 0 0,2-2 233 16,5 0-104-16,5 0-49 0,3-2 149 0,4 3-99 15,0-3-48-15,2 3-17 0,0-3-94 0,1 2 31 16,0 0 0-16,-3 1-113 0,-4-3 72 0,-6 3 45 16,-1 0-10-16,-5-4-408 0,-6 5 188 0,-3 0 123 15,-3 0-557-15</inkml:trace>
  <inkml:trace contextRef="#ctx0" brushRef="#br0" timeOffset="52712.4">22334 9077 686 0,'-6'3'0'0,"5"2"0"0,-1 7 0 0,2-1 0 0,0 2 0 0,0 4 0 0,0 2 125 0,0 5-46 0,0 5-23 0,0 3 10 15,-7 1 7-15,-4 2-40 0,1-1 0 0,-1 3-34 16,-3-5 1-16,-2 3 33 16,0-7-60-16,-2 1 26 0,-1-6-1 0,-2-8 35 0,4-1-55 15,-2-3 27-15,3-5-2 0,-2-1-7 16,4-3 165-16,2 0-69 0,3-2-48 0,3 0 1 15,3 0 271-15,0 0-146 0,3 0-68 0,0 0 58 16,3 2-64-16,10 0-32 0,8 0 46 16,4-1-42-16,3-1-1 0,2 0-34 0,0 0-2 0,1 0 2 15,-5 0 8-15,8 0-8 0,-6 0-215 0,-5 0 107 16,0 0 54-16,-3-1 27 0,-3-1-536 16,-6 2 264-16,1 0 79 0,-3 0-165 0,-4 0 160 0,-1 0 80 15,-4-2-284-15</inkml:trace>
  <inkml:trace contextRef="#ctx0" brushRef="#br0" timeOffset="52870.97">22371 9404 595 0,'-7'-5'0'0,"2"1"0"0,-1 4 0 0,4 0 0 0,-1 2 0 0,3 17 89 0,0 7-28 0,0 10-1 16,0 4 329-16,1 0-178 0,5-2-81 0,-2 13-53 16,-1-10 328-16,-1-5-185 15,0 1-95-15,-2-1-116 0,0-9 32 0,0 5-8 16,0-10-1-16,0-3-554 0,0-3 277 0,0-4 139 15,-4-3-240-15,-1-1 154 0</inkml:trace>
  <inkml:trace contextRef="#ctx0" brushRef="#br0" timeOffset="53020.57">22214 9793 911 0,'-13'-12'0'0,"6"4"0"0,0 0 0 0,4 6 0 0,1-1 0 0,2 1 131 0,0-1-50 0,5 2-24 0,16-1 349 0,2 0-179 15,7 0-101-15,2 0-47 16,0 0 252-16,2 2-149 0,-3 0-75 0,-4 0-153 0,5 0 36 15,-9 0 21-15,0 0 0 0,-4-1-478 16,-8 1 250-16,3 0 133 0,-9-3-586 0,-1 3 289 16</inkml:trace>
  <inkml:trace contextRef="#ctx0" brushRef="#br0" timeOffset="53470.46">22022 9242 1075 0,'-16'0'0'0,"4"0"0"0,5 0 0 0,1 0 0 0,3 0 0 0,-2 0 0 0,3 0 0 0,2 3 338 0,0 7-153 0,0 1-68 15,0 3 14-15,0 1-49 0,5 4-25 0,0 3 0 16,1-2-120-16,-3 3 56 0,1-3 16 0,0 2 0 16,-3 1-15-16,-1-4 1 0,0 1 37 0,0-3 6 15,0-2-5-15,0-1-1 16,-1-3 1-16,-3 0 125 0,0-1-63 15,3 1-25-15,-1-2 94 0,0 0-66 0,2 3-33 0,0-1 1 16,0 2 35-16,0 3-25 0,0-1-9 0,2 0-35 16,0 3 10-16,3 2-9 0,2-2 0 0,0 0 8 15,-2-1-77-15,-1-1 35 0,-2-2-107 0,-1 1 71 16,-1-1 42-16,0-1-8 0,-5 0-82 0,-7-1 36 16,-2-1 31-16,-2-2-10 15,-2-2-10-15,0-4 34 0,0 2-22 0,1-3 16 16,2 0 52-16,5-2-11 0,1 0-41 0,2 0 142 15,3 0-56-15,3 0-36 0,-1 0 1 0,2 0 138 16,2 0-56-16,10 0-50 0,9 0 26 0,6 0-33 16,1 4 0-16,6-1-33 0,1 3 49 0,3 1 90 15,6 2-172-15,-4-3 0 0,-6 0 0 0,3 1 0 16,3-1 0-16,-2-1-288 0,5 4 204 0,-4-4 57 16,-7-3-677-16,1 2 338 0,1-3 145 0,-4-1 98 15,0 0-573-15,-1 0 332 0,-3 0 166 16</inkml:trace>
  <inkml:trace contextRef="#ctx0" brushRef="#br0" timeOffset="53841.05">22828 9234 948 0,'3'-4'0'0,"-1"2"0"0,5 2 0 0,-4 0 0 0,1 2 0 0,-2 7 62 0,0 3-21 16,-2 1 291-16,0 3-149 0,0 1-67 0,-4 8-46 15,-8-4 71-15,-2 3-54 0,-4-1-27 0,2-1 0 16,-1-5-65-16,-3 4 15 0,2-8-1 0,2 2 24 16,2-3 33-16,1-2-33 0,5-4 8 0,3-2 14 15,1-1-22-15,2-3-1 0,2 2 1 0,0-2-27 16,0 0 35-16,9 0-8 0,5 0-53 0,1 0 24 16,2 0-2-16,-1 0 26 0,2-2-94 0,-1-1 42 15,-4-1 20-15,-4 3-1 16,1 1-123-16,-5 0 69 0,-1 0 17 0,-2 0-21 15,-2 10 20-15,0 6 1 0,-8 2 98 0,-5-1-36 16,-4 7-11-16,2-3-23 0,2-2 246 0,-1 0-115 16,5-3-53-16,4-2-29 0,1-3 173 0,4 0-90 15,0-1-27-15,0-1-29 0,2-3-64 0,4-3 9 16,8 1 26-16,0-2-212 0,2-2 106 0,2 0 53 16,-1 0-252-16,1 0 125 15,-1 0 78-15,0 0 39 0,-2 0-758 0</inkml:trace>
  <inkml:trace contextRef="#ctx0" brushRef="#br0" timeOffset="53986.81">22716 10053 1227 0,'-18'2'0'0,"9"0"0"0,1-1 0 0,3-1 0 0,-1 0 0 0,6 0 0 0,0-3 0 0,0-9 0 0,11-5 463 0,8-1-207 0,2 0-115 0,6-2-29 15,6-5-40-15,-4 5 0 16,8-4-570-16,-7 3 273 0,11-3 125 0,-5 1 67 15</inkml:trace>
  <inkml:trace contextRef="#ctx0" brushRef="#br0" timeOffset="54170.07">23037 9348 1622 0,'-11'-5'0'0,"4"-1"0"0,7 5 0 0,0-3 0 0,0-2 0 0,5 0 0 0,9-1 0 0,9-3 255 0,4 1-112 0,1 2 8 0,-1-2-51 16,3-1-38-16,-2 4 1 0,1 2-437 0,-3 1 204 16,-5 1 109-16,2 2 43 0,-3 0-269 0,-4 0 159 15,-4 0 81-15,-6 4 40 0</inkml:trace>
  <inkml:trace contextRef="#ctx0" brushRef="#br0" timeOffset="54804.42">23316 9063 1042 0,'0'0'0'0,"-3"0"0"0,-1 2 0 0,-3 10 0 0,-7 8 0 0,0 5 0 0,-6 8 184 0,-2 2-76 0,-5 3-37 15,2 2 182-15,-4-1-110 0,5-6-47 0,-8 11-35 16,4-9 2-16,7-6 1 0,1-3-32 0,6-11 1 16,7-4-21-16,1-1-8 0,3-5 29 0,3-2-57 15,0-3 28-15,16 0 0 16,9-5-41-16,3-5 31 0,6-3-1 15,-3 4 26-15,3-1-80 0,0 2 21 0,-8 2 9 0,8 1-1 16,-13 3-35-16,0 2 32 0,-5 0 0 0,-7 0 20 16,2 0-50-16,-8 6 28 0,-1 3-12 0,-2 2-121 15,-2-2 73-15,-12 3 28 0,2-3-200 0,-4 0 122 16,0 1 57-16,0-4 29 0,-2 0-177 0,3-1 103 16,-4-2 43-16,2 1 33 15,1 0-66-15,-2-2 46 0,2 1 79 0,0 0 0 16,4 0 0-16,-2 1 0 0,3-2 0 0,2 2 96 15,1 0-54-15,2-3-38 0,4 1-7 0,1 0 323 16,1-2-122-16,0 2-100 0,0 0 100 0,0 0-83 16,0 2-33-16,0-3-28 0,1 3-131 0,3 3 55 15,-2-2 27-15,0 0 1 0,0 4-303 0,-2 1 160 16,0-2 56-16,0 1-130 0,-2 0 63 16,-6-4 64-16,-1 5-37 0,-3-4 59 0,2 0 62 0,0-1 0 15,-1 1 38-15,3-3-46 16,-1 2 9-16,4-4-34 0,0 3 360 0,3-2-177 15,2 0-56-15,0 0-59 0,0 1 256 0,0 1-131 16,2-2-56-16,6 1-37 0,0 1-34 0,-1 2 8 16,-2-2-216-16,2 3 104 0,-2-2 52 0,-3 3 26 15,0 0-352-15,-2 0 187 0,0 1 45 0,-11 0 59 16,-3-1-163-16,-2 1 109 0,-3-4 53 16,-2 1 55-16,1-2 47 0,1-2-45 0,1 0-1 0,4-2 126 15,5 0-79-15,0 0-49 16,6 0 476-16,-1 0-237 0,4 0-67 0,0 0-77 15,4 0 210-15,13 0-128 0,8-2-76 0,3 0-33 16,2 1 41-16,2-3-38 0,3 2 1 0,-1-2-30 16,2 0-187-16,-4 1 90 0,-2 0 44 0,-2 0-399 15,-7 1 222-15,1 0 119 0,-5 0-7 0,-4 0-260 16</inkml:trace>
  <inkml:trace contextRef="#ctx0" brushRef="#br0" timeOffset="54970.98">23230 9505 636 0,'0'-2'0'0,"0"2"0"0,-2 0 0 0,-4 15 0 0,-3 7 0 0,-3 4 0 0,2 4 456 0,-3 4-211 0,-3 1-107 0,0 1-44 0,-7 3 277 0,4-3-169 16,3-5-84-16,-4 1-110 0,1-3 0 16,3-7 33-16,-3 7-175 0,6-8 83 15,-1-4 42-15,5-2 21 0,6-6-518 0,1 0 264 16</inkml:trace>
  <inkml:trace contextRef="#ctx0" brushRef="#br0" timeOffset="55107.61">23183 9989 1796 0,'11'11'0'0,"7"8"0"0,-2 4 0 0,-2-10 0 0,-3 0 0 0,-1 0 0 0,4-2 0 0,-3 0 315 0,3-1-141 0,-1-2-70 0,2-5 41 15,-2 1-48 1,1-3-36-16,2 2-720 0,0 0 346 0</inkml:trace>
  <inkml:trace contextRef="#ctx0" brushRef="#br0" timeOffset="55243.25">23874 10281 10 0,'0'0'0'0,"0"0"0"0,12 0 0 0,-5 0 0 0</inkml:trace>
  <inkml:trace contextRef="#ctx0" brushRef="#br0" timeOffset="59722.97">24241 9392 1068 0,'-4'-8'0'0,"2"5"0"0,0 1 0 0,2 2 0 0,-2 0 0 0,2 0 0 0,0 3 0 0,0 10 129 0,0 4-48 0,0 8-24 15,0-2 196-15,0 2-110 0,0 0-47 16,2 7-25-16,0-2 0 0,2-4-38 0,-2 0 0 16,5-3-80-16,-4 1 48 0,4-3-8 0,-4-2 40 15,1-6-333-15,-2-4 166 0,2 1 84 0,-3-7 27 16</inkml:trace>
  <inkml:trace contextRef="#ctx0" brushRef="#br0" timeOffset="60001.66">24203 9361 945 0,'-2'-18'0'0,"0"8"0"0,2 1 0 0,0 2 0 0,0 0 0 0,10-2 0 0,5 2 0 0,2 3 336 0,9-1-151 15,-3 0-76-15,3 3-38 0,0-1 153 0,-2 0-88 16,8 2-55-16,-4-1-25 0,-1 2 17 0,-6 0-1 15,1 0-39-15,-4 0 23 0,0 0-23 0,-9 0 0 16,-1 0 26-16,1 0 12 0,-4 0-38 0,-2 2 8 16,-1 5 88-16,-1 0-48 0,-1 2-24 15,0 3 0-15,0 2 118 0,0 2-63 16,0 2-44-16,0 3-1 0,0-1 0 0,0 3-35 16,0-1 9-16,0-1-132 0,0 1 62 0,0 0 31 15,0 1-315-15,2-6 172 0,0 2 70 0,0 0 44 16,-2-4-543-16,0-2 268 0,0-2 134 0,0 1 67 15,0-3-407-15,-4 3 241 0,-5-5 117 0</inkml:trace>
  <inkml:trace contextRef="#ctx0" brushRef="#br0" timeOffset="60190.01">24394 9461 1060 0,'0'-7'0'0,"0"3"0"0,0 2 0 0,0 2 0 0,0 0 0 0,0 2 0 0,1 11 0 0,4 7 125 0,0 5-46 0,2 4-23 0,-5 2 339 15,-1 3-173-15,-1 9-99 0,0-3 143 0,0 1-116 16,-10 0-59-16,-1 0-29 0,2-6-85 0,-4 0 23 16,0-1 1-16,0-4-292 0,-1-4 161 0,4-5 82 15,-2-3 48-15,1-4-526 0,4-5 227 16,1-3 148-16,0-6-202 0,2 0 160 16</inkml:trace>
  <inkml:trace contextRef="#ctx0" brushRef="#br0" timeOffset="60333.62">24384 9771 711 0,'10'-6'0'0,"0"4"0"0,1 0 0 0,-1 2 0 0,-3 0 113 0,-1 0-33 0,0 4-7 16,1 6 430-16,-2-1-235 0,3 2-118 0,-2 2-59 15,-2 1 258-15,1-1-163 16,-1 0-77-16,-1 2-239 0,1-2 82 0,-2-2 40 16,2 1 8-16,1-3-566 0,1 2 299 0,0-2 150 15</inkml:trace>
  <inkml:trace contextRef="#ctx0" brushRef="#br0" timeOffset="60490.21">24725 9594 1446 0,'0'0'0'0,"0"0"0"0,0 0 0 0,0 2 0 0,0 2 0 0,0 2 0 0,2 1 0 0,-2 1 0 0,2 2 0 0,-2 2 296 0,2-2-124 0,0 5-73 0,-1-4-314 16,1 2 123-16,0-5 63 0,2 2-537 0,2-5 297 15</inkml:trace>
  <inkml:trace contextRef="#ctx0" brushRef="#br0" timeOffset="60726.37">24871 9132 1509 0,'6'-17'0'0,"0"8"0"0,1 6 0 0,5 3 0 0,-1 0 0 0,0 12 0 0,-1 15 0 0,1 10 277 0,-2 6-114 0,0 17-70 0,-2 4 414 0,-6 6-237 16,1 1-119-16,0-1 61 0,-1-12-81 0,2 14-53 0,-2-20-23 16,1 2-109-16,-2-4 44 0,0-6 21 0,0-8 9 15,0-2-100-15,-6-10 56 16,-2-3 29-16,-4-4-304 0,1-6 166 0,-5-5 76 16,4-2 39-16,-5-4-470 0,0 0 228 15,1-6 113-15,0-13-286 0,2-6 192 0,5-3 108 0,6-3 51 16,0-11-358-16</inkml:trace>
  <inkml:trace contextRef="#ctx0" brushRef="#br0" timeOffset="61076.56">25214 9313 1495 0,'5'0'0'0,"-2"0"0"0,1 11 0 0,-2 11 0 0,0 4 0 0,-2 10 0 0,2 10 0 0,0 0 0 0,-1 1 519 16,1 0-243-16,5-1-121 0,0-8 164 0,2 1-147 15,2-4-69-15,5-5-36 0,-1-5-132 0,0-8 48 16,1-2 34-16,3-8-9 0,0-5-228 16,-1-2 127-16,7-4 62 0,-6-15-115 0,-1-5 98 0,0-4 36 15,-1-5-55-15,-4 0-234 16,0-11 100-16,-1 0 85 0,-3-7 33 0,1-11-48 16,3 2 50-16,-4 7 24 0,0-1-44 0,1 7 35 15,-7 13-9-15,-1 14 42 0,0 4 211 0,-1 6-105 16,-1 4-53-16,0 6-27 0,0 4 220 0,-1 24-116 15,-6 12-19-15,1 2 357 0,2 9-175 0,0 15-114 16,2-13 207-16,2 18-164 0,0-19-78 0,0 4-39 16,0-3 24-16,2-4-31 0,4-9 7 15,4-1-39-15,-4-4-307 0,4-7 154 16,-2-7 76-16,1-4-253 0,-1-7 173 0,2-1 75 16,1-5 11-16,-2-4-810 0,2 0 407 0</inkml:trace>
  <inkml:trace contextRef="#ctx0" brushRef="#br0" timeOffset="61243.12">25764 9598 1093 0,'0'-4'0'0,"0"3"0"0,0 1 0 0,0-3 0 0,0 3 0 0,0 0 0 0,2 0 521 0,4 4-236 0,1 7-131 0,2 1-60 16,3 1 336-16,-3 4-198 0,0-2-100 0,3 2-182 15,-4-2 37-15,2 1 23 0,0-4 1 0,-1-2-259 16,0-2 141-16,-1 2 78 0,3 0-642 0,-1-3 352 15</inkml:trace>
  <inkml:trace contextRef="#ctx0" brushRef="#br0" timeOffset="61430.62">26054 9505 807 0,'0'-6'0'0,"0"4"0"0,0 0 0 0,0 0 0 0,0 2 0 0,0 10 0 0,0 9 598 0,-6 6-283 16,-4 6-140-16,-3 4 341 0,-5 12-246 0,2-4-118 15,-3 4-60-15,1 0 107 0,-3 0-83 0,1-1-34 16,2 0-77-16,1-1 0 0,1-3 28 0,0-10 0 16,2 1-383-16,0-8 200 0,1-1 87 15,2-5 48-15,5-8-597 0,2-3 223 16,1-4 184-16,3-4-422 0</inkml:trace>
  <inkml:trace contextRef="#ctx0" brushRef="#br0" timeOffset="61646.04">26005 9720 1995 0,'9'-13'0'0,"4"4"0"0,0 1 0 0,4 3 0 0,-2-1 0 0,2 5 0 0,2-2 0 0,-1 3 0 0,2 0 268 0,0 6-118 0,2 8-58 16,-5 4 68-16,-6 1-55 0,5 7-40 0,-9-2 0 16,-3 2-5-16,-4-1 1 0,0 3-29 0,0-6-43 15,-9 7 18-15,-7-7-1 0,0-1 27 0,-5-2-135 16,6-6 75-16,-6 0 26 0,-2-5-321 0,3-1 139 15,-1-3 95-15,2-4 1 0,3 0-194 0,4 0 107 16,5-2 71-16,5-9 35 0,2-5-408 0</inkml:trace>
  <inkml:trace contextRef="#ctx0" brushRef="#br0" timeOffset="61817.58">26362 9647 1047 0,'5'-4'0'0,"-4"3"0"0,-1 1 0 0,-3 0 0 0,-13 0 0 0,-4 11 0 0,-1 5 0 0,3 7 516 0,-3 2-233 0,2 1-129 16,4 4 339-16,6 0-230 0,4 0-115 0,5-2-57 16,0-4 50-16,2 4-58 15,16-3-26-15,1-6 1 0,5-2-150 0,4-4 62 16,0-2 39-16,2 2-592 0,4-1 307 0,-2-9 155 16,-1-3 77-16</inkml:trace>
  <inkml:trace contextRef="#ctx0" brushRef="#br0" timeOffset="62009.57">26759 9418 1608 0,'0'-15'0'0,"0"13"0"0,11-2 0 0,8-1 0 0,2-5 0 0,-2 3 0 0,0-1 254 16,0 1-102-16,3 1-64 0,-1 2-130 0,3 2 38 15,-4 2 0-15,-1 0 36 0,-2 4-675 0,0 15 309 16</inkml:trace>
  <inkml:trace contextRef="#ctx0" brushRef="#br0" timeOffset="62167.87">26690 9675 1411 0,'-8'0'0'0,"6"0"0"0,2 0 0 0,0 0 0 0,0 0 0 0,7 0 0 0,6 0 245 0,11 0-110 0,1-4-51 16,5-4 165-16,1 2-108 0,1 0-54 0,-2 2-19 16,0 0-403-16,1 3 184 0,-6-1 92 0,-5-1 46 15,6 3-680-15</inkml:trace>
  <inkml:trace contextRef="#ctx0" brushRef="#br0" timeOffset="62532.35">27167 9290 650 0,'-8'-3'0'0,"3"3"0"0,-4 0 0 0,2 10 0 0,0 11 227 0,-5 7-102 0,1 8-45 15,4 6 379-15,-2 2-212 0,-1 3-108 0,5-4-45 16,1 10 327-16,1-6-194 0,3-2-97 0,0-11-49 16,0 0 18-16,8-10-25 0,2 0-8 0,3-4-33 15,2-7-141-15,1-5 70 0,2-7 35 0,2-1-109 16,3-1 68-16,-2-15 38 0,-1-6-309 0,-1-3 172 15,1-3 8-15,-7-4-33 0,4-7-117 16,-5-2 126-16,-1-3 63 0,1-5 31 16,-2-3-88-16,0-4 52 0,2 4 39 0,-4 6-15 15,-3 12 22-15,-2 7 0 0,-1 9 333 0,-2 1-151 16,0 8-80-16,0 3-40 0,0 6 203 0,-5 0-121 16,-3 15-22-16,-2 15 19 0,3 6 291 0,0 7-173 15,1 4-85-15,3 6-43 0,1-2 212 0,2 3-132 16,0-6-61-16,0 0-13 0,0-3-24 15,0-10 0-15,3 2-368 0,5-2 168 0,-1-7 87 0,0-6 44 16,0-3-311-16,-1-2 155 0,2-8 102 0,1 0-34 16,-2-6-705-16,-2-3 385 15</inkml:trace>
  <inkml:trace contextRef="#ctx0" brushRef="#br0" timeOffset="62748.78">27457 9748 1392 0,'5'-11'0'0,"6"3"0"0,4-1 0 0,2 0 0 0,0 1 0 0,0 0 0 0,0 5 0 0,1 1 0 0,1 2 456 0,-1 0-215 0,0 0-105 0,-4 11 103 16,-4 5-103-16,-2 4-51 0,-5 3-18 0,-3 5-63 16,0 0 1-16,-8 0 28 15,-5 2-34-15,-7-1 34 0,-2-3 8 0,-1-2-8 16,-1 1-29-16,-1-8 29 0,1-1-1 0,1-4 1 16,3-9-187-16,-2-1 50 0,6-2 61 0,3 0-379 15,2-2 202-15,7-11 77 0,3-5-309 0,1-3 214 16,2-4 103-16,17-1 51 15,5-4-347-15,3 0 199 0</inkml:trace>
  <inkml:trace contextRef="#ctx0" brushRef="#br0" timeOffset="62918.32">27713 9653 1707 0,'11'-11'0'0,"-3"0"0"0,0 6 0 0,-3 1 0 0,-3 1 0 0,-2 1 0 0,0 0 0 0,-5 2 0 0,-9 0 258 16,-1 2-105-16,-4 12-64 0,-2 6 147 0,3 7-101 15,-1 2-52-15,4 3-16 0,5-2 320 0,3 2-177 16,7-2-88-16,0-1 112 0,0-2-100 0,12-1-42 15,4-1 96-15,3-5-456 0,3 0 216 0,-1-8 42 16,2-2-538-16,0-4 298 0,5-4 137 16,-5-2 73-16,-1 0-794 0,1 0 398 15,-7 0 202-15,-2 0 92 0,-2-1-215 0</inkml:trace>
  <inkml:trace contextRef="#ctx0" brushRef="#br0" timeOffset="63065.93">27912 9728 1662 0,'0'-10'0'0,"0"5"0"0,3 2 0 0,6-1 0 0,-4-1 0 0,1 4 0 0,4-1 0 0,3 2 0 0,0 0 245 0,2 2-98 0,1 9 221 0,0 0-167 16,-2 4-85-16,2 0-41 15,0 2-192-15,0-2 83 0,-2-2 29 0,2-2 1 16,0-1-506-16,0 0 271 0,-2-3 136 0,4 1 77 16</inkml:trace>
  <inkml:trace contextRef="#ctx0" brushRef="#br0" timeOffset="63261.41">28418 9531 2393 0,'-5'-12'0'0,"5"6"0"0,-2 3 0 0,-2 1 0 0,-2 0 0 0,-5 2 0 0,-5 12 0 0,-2 19 0 0,-6 9 0 0,1 7 341 16,-9 17-158-16,2-3-75 0,-4 9 230 0,-9 12-153 15,1 0-75-15,0-6-191 0,-8 20 53 0,3-11 30 16,2-3 0-16,6-3-156 0,5-13 93 0,8-4 56 15,-6 7 14-15,10-21-613 0,5 2 260 0,-1-7 178 16,4-9-731-16</inkml:trace>
  <inkml:trace contextRef="#ctx0" brushRef="#br0" timeOffset="63433.94">28351 10385 2485 0,'0'0'0'0,"0"9"0"0,12 2 0 0,-4-1 0 0,-7-2 0 0,1-3 0 0,-2 1 355 0,0-2-161 0,0-4-81 16,-3 0-345-16,-9 0 131 0,1-2 76 0</inkml:trace>
  <inkml:trace contextRef="#ctx0" brushRef="#br0" timeOffset="64542.17">8512 11247 885 0,'-11'-1'0'0,"2"1"0"0,4 0 0 0,0 0 0 0,3 0 0 0,2 0 0 0,0 0 0 0,0 0 312 16,0 0-140-16,0 0-70 0,12 0-34 0,7 0 173 15,5 0-108-15,4-3-50 0,0-5 116 0,3 3-83 16,-1-2-42-16,-6 3-12 0,6-1 26 0,-8 2-27 15,3 2 0-15,-2 1 17 0,-4 0-22 0,-1 0 7 16,-1 0-30-16,-2 0-22 16,-1 0-1-16,-5 1 23 0,-1 2-1 0,-2-3-29 15,-1 0-9-15,-2 0 38 0,-3 0 1 0,2 0 0 16,-2 0 0-16,0 0-19 0,0 0-6 0,0 0 11 16,0 5 6-16,2 2-32 0,0 5-1 0,2 3 32 15,-3 3-3-15,3 7 44 0,-2-1-20 0,1 3 4 16,-1 1-24-16,0-4-93 0,1 8 42 0,-1-4 23 15,0-1-270-15,-2-4 132 0,0-2 72 16,0 0-376-16,0-4 205 0,0 0 104 0,-9-6 51 16,2-3-164-16,0-2 100 0,-4-2 62 15,0-4 27-15,-1 0-352 0,3 0 189 0</inkml:trace>
  <inkml:trace contextRef="#ctx0" brushRef="#br0" timeOffset="64685.96">8703 11471 864 0,'-10'3'0'0,"4"3"0"0,1 0 0 0,3-3 0 0,1 0 0 0,-2-2 0 0,3 0 0 0,0-1 347 0,0 0-156 0,9 0-80 0,7 0 150 0,-2-2-115 16,4-4-48-16,-2 1-37 15,1 0-82-15,2 1 27 0,-2 0 0 0,-2 3-443 16,-4-1 243-16,4 2 109 0,-6 0 59 0,-1 6-259 0</inkml:trace>
  <inkml:trace contextRef="#ctx0" brushRef="#br0" timeOffset="64867.48">8708 11705 740 0,'-15'12'0'0,"2"-3"0"0,7-3 0 0,-2-3 0 0,5 1 0 0,1-4 0 0,0 0 0 0,2 0 278 15,0 0-123-15,0 0-61 0,4-2 143 0,6-3-103 16,1-7-42-16,-1-1-33 0,4 2-18 0,-3-3-9 16,0 1 1-16,-1 3-289 0,-3-2 152 0,2 1 65 15,-2 1 36-15,-2 1-180 0,-1 2 106 0,-2-4 54 16,0 3-41-16,-1-5-383 15,-1-3 195-15,0-4 109 0</inkml:trace>
  <inkml:trace contextRef="#ctx0" brushRef="#br0" timeOffset="65455.9">8696 11358 630 0,'-5'-6'0'0,"-1"4"0"0,3 2 0 0,1 0 0 0,1 14 0 0,1 2 0 0,0 11 150 0,0 3-58 0,0 7-30 16,0 6 271-16,1 5-141 0,3 2-84 0,-3 3-38 15,1 1 256-15,0-3-147 0,0-1-73 0,-2-8 65 16,2 2-73-16,-2-7-33 0,1-7 0 0,1-8-134 15,0-3 51-15,1-10 34 0,1-2-9 16,-1-2-72-16,3-5 48 0,3 0 26 16,1-17-251-16,-1-6 145 0,2-5 14 0,1-5 50 15,0 2-302-15,-1-1 154 0,1-1 59 0,-1 2 37 16,-2 3-12-16,1 10 33 0,-1-2-1 0,-1 9 160 16,0 4-65-16,-3 4-39 0,1 3 8 0,-1 0 118 15,0 10-75-15,-4 10-37 0,1 5-1 0,-1-4 454 16,1 6-184-16,0-6-128 0,1 3 168 0,0-4-141 15,1-2-70-15,2-10-197 16,-1 4 59-16,2-7 34 0,2-3 0 0,0-2-436 16,1-2 234-16,2-11 127 0,1-9 50 0,1-1-620 15,-3-1 306-15,-2-2 154 0,1-3 77 0,-3-1-102 16,-1 0 93-16,-1-4 43 0,-1 0-89 0,1 1 80 16,3 1 84-16,-4-2 12 0,5 1-14 0,2 5 1 15,3-1-32-15,2 3 328 0,3 0-167 0,4 1-89 16,4 1-31-16,1 1 448 0,4 4-223 0,1 6-54 0,1 3 51 15,0 3-90-15,-4 5-58 0,0 2-25 0,-10 0 126 16,3 4-75-16,-4 7-37 16,-6 4 27-16,-3 2-37 0,-5 2 1 0,-3 0-30 15,-2 1-92-15,0-1 46 0,-12-2 32 0,-2-1-9 16,-4-4-179-16,2-3 101 0,-1-3 51 0,1-2 25 16,-2-4-181-16,3 0 89 0,0 0-126 0,2-7 25 15,1-5 64-15,-1-3 36 0,6 0 35 16,-3 2 19-16,7 2-1 0,-1 3 0 15,0 3 225-15,4-2-121 0,0 6-48 16,0 1-27-16,0 21 376 0,2 16-187 0,5 16-58 16,0 5 417-16,0 23-260 0,-3 17-125 0,-3 1-64 15,1 8 130-15,-2 4-97 0,0 5-39 0,-2 1 88 16,-1 1 72-16,-1-4-249 0,1-6 0 0,3-10-570 16,0-18 326-16,0 1-339 0,1-12-230 0,10-18 363 15</inkml:trace>
  <inkml:trace contextRef="#ctx0" brushRef="#br0" timeOffset="66374.95">10795 11041 900 0,'-21'-21'0'0,"6"8"0"0,13 11 0 0,2 0 0 0,0 0 0 0,2 2 0 0,11 0 0 0,6 0 0 0,1 0 53 16,5 2-33-16,3 11 380 0,2 4-184 0,1 5-83 16,2 10-55-16,-6 2 15 0,-6 3-31 0,0 5 1 15,-5 1-30-15,-9-3-23 0,-1 8 23 0,-6 0 0 16,0-5-1-16,-4-3-21 0,-8-6 0 0,-6 0 30 15,-3-7-59-15,-5-5 25 0,0-5 0 16,-4-8 26-16,-3-3-72 0,-2-6 38 16,1 0-5-16,0-1-41 0,4-11 25 0,2-7 0 15,6-5 23-15,3-2-47 0,3 0 22 0,7-5-1 16,7 5 18-16,2 0 1 0,0 2-3 0,10 4 7 16,11-2 24-16,0 5 1 0,2 4-31 0,5 3 33 15,1 0-1-15,1 4-25 0,2 0 3 0,0 4-239 16,-1 1 112-16,4-2 57 0,-3 2 26 0,2-1-392 15,-1 0 204-15,3-4 99 0,-2-3 50 16,-2-4-102-16,-1 0 75 0,-8-2 30 0,-3 0-121 16,-2-2 99-16,-6 2 100 0,-3 2-29 15,-4 1 29-15,-3 3 0 0,0 1 0 0,-2 2 277 16,0 5-152-16,0-2-79 0,0 2-47 0,0 1 493 16,0 1-241-16,0 20-119 0,0 4 6 0,0 3 59 15,0 6-73-15,0 1 198 0,5 3-144 0,4-2-73 16,3-4-36-16,3-4 80 0,2-9-51 0,6 2-36 15,-5-10 0-15,5-6-125 0,0-5 48 16,-2 0 24-16,0-2-157 16,0-16 87-16,-4-5 46 0,-3-3-156 0,-5-4 100 15,-2-4 27-15,-5-2 32 0,0-1-34 0,-2-2-40 0,0-5 0 16,-4 4 31-16,-9 1-35 0,1 5 20 0,-8-9 8 16,3 13 30-16,-3 2-36 0,-1 7 1 0,2 9 42 15,1 4-16-15,-3 7 8 0,-2 1 0 0,6 10 1 16,0 10-98-16,4 9 49 0,1 3 16 15,7 2-112-15,1 7 73 0,4-2 35 0,0 0-312 0</inkml:trace>
  <inkml:trace contextRef="#ctx0" brushRef="#br0" timeOffset="66615">11172 11493 749 0,'-17'1'0'0,"3"-1"0"0,2 0 0 16,3 0 0-16,-2-11 0 0,9-7 0 0,2-4 333 0,2-5-151 0,16-5-74 0,5 4-30 0,10-10 119 15,5 6-83-15,2 3-40 0,-1 4-1 0,-7 7 10 16,5 9-17-16,1 4-8 0,-5 5-28 0,0 2 3 16,-4 17 0-16,0 6 41 15,-3 4 7-15,-1 10-48 0,-4-12 0 0,-3 4 111 16,3 0-56-16,-2-5-27 0,3-3 7 0,1-3-73 0,-1-5-1 16,1-3 39-16,1-5-1 0,-1-3-304 0,3-4 147 15,-1 0 68-15,-5 0-536 0,1-1 269 16,-4-5 151-16,-1-3-198 0,0 4 174 15</inkml:trace>
  <inkml:trace contextRef="#ctx0" brushRef="#br0" timeOffset="66877.28">10762 11673 1476 0,'-23'3'0'0,"5"0"0"0,11 0 0 0,3 1 0 0,4 2 0 0,0-2 0 0,15-1 0 0,19 3 256 0,9-1-111 0,9-1-48 0,17-4-37 15,-4 0 315-15,8 0-171 0,5-7-86 0,-4-1-42 16,-10 0 173-16,15-4-112 0,-7 4-53 0,-9 1-95 16,-10 2 22-16,0-1 0 0,-14 4-329 15,2 0 171-15,-9 0 90 0,-7-1 45 0,-6 2-206 16,-8 1 92-16,-2 0 78 0,-7 0-67 0,-2 0-427 15,0 0 255-15,-15 6 127 0,-8 4 63 16</inkml:trace>
  <inkml:trace contextRef="#ctx0" brushRef="#br0" timeOffset="67167.52">11048 11934 918 0,'-3'0'0'0,"3"0"0"0,0-2 0 0,5-4 0 0,10-1 0 0,8-2 213 0,3 2-89 0,6 5-46 15,2 0 204-15,-1 2-116 16,1 4-70-16,-4 12-32 0,-2 7 47 0,-3 3-39 16,-7 6 0-16,-2 1-31 0,-9 1-25 0,-5 4 17 15,-2-2 0-15,0 0-98 0,-13-1 49 16,-6-3 33-16,-3-2-8 0,-2-3-81 0,-5-6 52 0,-1-5 27 16,0-4-93-16,-2-5 36 0,0-3 28 0,0-4-15 15,2 0 5-15,2 0-5 0,3-10 0 0,6-3-4 16,3-4 50-16,2-2-3 0,7 1-18 15,3-4 68-15,4 3-31 0,0-2 6 16,8-3 1-16,7 6 6 0,1 2-37 0,5 0 8 16,2 3-210-16,0 4 97 0,7-2 50 0,-3 3 23 15,4 2-505-15,-1 4 251 0</inkml:trace>
  <inkml:trace contextRef="#ctx0" brushRef="#br0" timeOffset="67380.95">11424 12033 1322 0,'4'0'0'0,"1"0"0"0,5-1 0 0,3-5 0 0,0 1 0 0,6-4 0 0,4 5 0 0,1 1 0 0,-2 2 257 0,-1 1-104 0,2 0 174 15,-3 8-147-15,1 10-74 0,-10-4-36 0,1 8 26 0,-5-1-24 16,-4 6-7-16,-3-2-33 0,0 0-73 0,-9-1 36 16,-8-1 0-16,1-5 46 0,-9 5-87 0,0-6 39 15,1-2-228-15,0-2 134 0,0-4 67 16,3-1-11-16,-2-5-378 0,6-3 197 0,5 0 89 15,7 0 52-15,5-11-301 16,0-8 168-16,10-6 97 0</inkml:trace>
  <inkml:trace contextRef="#ctx0" brushRef="#br0" timeOffset="67548.64">11757 11921 454 0,'9'-6'0'0,"-6"5"0"0,1 1 0 0,-4 0 0 0,0 9 0 0,-2 4 506 0,-7 4-236 0,0 4 387 16,-1 3-317-16,4 1-153 0,3-1-77 0,3 2-39 0,0 0 179 15,0-3-101 1,5 5-62-16,11-5-27 0,2 0 58 0,7-5-43 0,1 0-404 16,6-6 189-16,0 1 82 0,1-4 45 15,3-3 24-15,1-1-766 0,7-5 393 0</inkml:trace>
  <inkml:trace contextRef="#ctx0" brushRef="#br0" timeOffset="67714.81">12378 11540 1444 0,'-11'-17'0'0,"8"13"0"0,3 2 0 0,0 0 0 0,0-1 0 0,5 1 0 0,2 1 483 16,4-2-229-16,3 1-111 0,0 2-55 0,4 0 74 0,0 0-64 16,3 0-25-16,0 6-518 0,-1 3 239 15,-1 2 119-15,-3 3-780 0</inkml:trace>
  <inkml:trace contextRef="#ctx0" brushRef="#br0" timeOffset="67849.48">12355 11921 1259 0,'-12'9'0'0,"6"-2"0"0,1 0 0 0,5-4 0 0,0-3 59 0,3 0 0 0,14 0 282 0,9-5-155 16,4-5-68-16,8-3 339 0,-7 3-213 0,5-5-105 0,-1 7-323 15,4-2 109 1,-2 5 61-16,-1 0 20 0</inkml:trace>
  <inkml:trace contextRef="#ctx0" brushRef="#br0" timeOffset="68434.67">13196 11626 1595 0,'0'-1'0'0,"0"-5"0"0,5 4 0 0,13 2 0 16,3-2 0-16,4 1 0 0,3-2 143 0,6-3-55 0,5 0-28 0,6 1 316 0,2-3-163 15,6 4-95-15,-1-2 5 16,2 2-46-16,-1 0-22 0,-2 3 1 0,-10 1-205 0,12 0 88 16,-10 0 46-16,-6 0 24 0,1 0-364 0,-5 0 193 15,-6 0 106-15,-2 1 40 16,-6 7-652-16,-5-2 321 0,-4-5 141 0</inkml:trace>
  <inkml:trace contextRef="#ctx0" brushRef="#br0" timeOffset="68752.19">13413 10854 1242 0,'2'-20'0'0,"2"3"0"0,9 5 0 0,2 5 0 15,3 5 0-15,1 0 0 0,4 2 0 0,1 4 0 0,2 15 178 0,-1 6-73 0,0 6 91 0,-11 1-74 16,3 13-48-16,-9 2-19 0,-6 2-23 15,-2 4 1-15,0-1 0 0,-11-3 8 0,-7-1-43 0,2-4 0 0,-3-10 35 16,-2-2-101-16,-1-6 51 0,-3-7 33 16,-1-6-88-16,1-6 39 0,-1-4 29 0,0-3-18 0,5 0 4 15,-1-10-2-15,2-7 0 0,8 2 96 16,1-5-38-16,3-3-3 0,6 0-35 0,2-3 53 16,0 3-24-16,10 1 13 0,6 1-35 0,3 2-29 15,2 5 3-15,7-5 49 0,0 3-13 16,2 4-339-16,4 0 161 0,-1 1 73 15,-2 2 42-15,1-1-441 0,0 3 227 0,2-3 114 0</inkml:trace>
  <inkml:trace contextRef="#ctx0" brushRef="#br0" timeOffset="68930.7">13867 10834 1265 0,'0'-19'0'0,"0"4"0"0,0 6 0 0,0 3 0 0,0 1 0 0,0 4 0 15,0 1 0-15,0 0 131 0,0 14-41 0,0 14 343 0,0 9-200 0,0 5-100 16,0 4-51-16,0 4 122 0,0 2-77 15,-5-1-52-15,-1-3-21 0,3-1 36 16,1-11-28-16,0 2-391 0,0-10 190 0,0 0 81 16,1-9 46-16,1-6 22 0,-3-5-546 0,3-5 265 0,0-3 74 15,0-2 97-15,-2-19-429 0,2-3 249 0,0-13 123 16</inkml:trace>
  <inkml:trace contextRef="#ctx0" brushRef="#br0" timeOffset="69120.2">13775 10821 468 0,'-5'-32'0'0,"5"11"0"0,0 0 0 0,0 6 0 0,2 1 405 0,13-1-186 0,5 1-93 0,6 5-47 16,3 0 241-16,3 1-135 0,-2 3-80 16,0 4 47-16,-2 1-60 0,-2 0-30 0,-1 11 2 15,-9 2 8-15,0 3-40 0,-3 0 1 0,-6 5 0 0,-5 0-50 16,-2 2 33-16,0 4-101 0,-18-2 59 16,-3 1 30-16,-4-2-1 0,0 0 30 0,-7-4-82 15,5 0 18-15,-3-4 28 0,4-1-37 0,-1 0-298 0,4 0 132 16,5-2 88-16,1 4-348 15,4 2 217-15,1 3 109 0</inkml:trace>
  <inkml:trace contextRef="#ctx0" brushRef="#br0" timeOffset="69454">13426 11799 599 0,'0'-2'0'16,"-2"-5"0"-16,2 1 0 0,0 2 0 0,6 0 182 0,6 1-75 0,6 1-37 0,5 2 0 0,1 0 206 15,2 5-125-15,-2 12-60 0,-3 6 114 0,0 7-87 16,-3 10-42-16,-10-7 12 0,0 14-32 0,-8-3 0 16,0-1-23-16,-4 2-8 0,-11-2 7 15,-3-7 9-15,-5 6-8 0,-2-8-5 0,1-7 5 0,-3-3 0 16,3-6-1-16,2-5 24 15,-3-6-23-15,2-6 0 0,3-1-7 0,3 0 7 16,4-8 0-16,1-10-55 0,9 1 22 0,3-11 0 16,0 3 28-16,2 0-55 0,13 0 24 0,3-1-3 15,7 2 28-15,1 1-35 0,4 0 9 0,0 4 0 16,2 1-1-16,-2 3-240 0,1 2 121 0,-1 3 59 0,0 3-480 16,-2 3 257-16,2 1 127 15</inkml:trace>
  <inkml:trace contextRef="#ctx0" brushRef="#br0" timeOffset="69599.62">13862 11914 1156 0,'0'-5'0'0,"0"2"0"0,0 1 0 0,0 1 0 15,2-1 0-15,1 2 0 0,5 0 258 0,0 0-113 0,1 0-56 0,2 8 314 0,1-2-177 16,0 5-101-16,0 0-46 0,3 3-145 0,-3-1 50 16,4 1 24-16,0-3-249 0,-2-2 132 0,1 1 71 15,0-6 36-15,3 1-664 0</inkml:trace>
  <inkml:trace contextRef="#ctx0" brushRef="#br0" timeOffset="69768.11">14215 11754 1348 0,'2'-15'0'0,"0"8"0"0,0 1 0 0,-2 6 0 0,0 0 0 0,-2 11 0 0,-12 16 0 0,0 12 283 0,-5 7-125 0,-6 15-63 16,1 3 446-16,0 6-246 0,-3 8-135 0,-5 12-64 15,2-9 107-15,0 2-85 16,-2-2-43-16,6-16-185 0,-6 6 68 15,2-3 37-15,3-7 0 0,3 0-145 0,6-12 91 16,0 2 54-16,6-2-539 0,4-6 288 0,4-9 41 16,4 2 107-16</inkml:trace>
  <inkml:trace contextRef="#ctx0" brushRef="#br0" timeOffset="69936.8">14614 12319 2501 0,'0'-17'0'0,"0"15"0"0,3 2 0 16,1 0 0-16,-2 0 0 0,-2 0 0 0,0 0 0 0,0 0 0 0,0-3 0 0,0 0 408 0,0 2-192 0,0-1-92 0,0 1-45 0</inkml:trace>
  <inkml:trace contextRef="#ctx0" brushRef="#br0" timeOffset="110241.96">7611 15215 461 0,'-7'-3'0'16,"-1"1"0"-16,5 2 0 0,-2 0 0 0,4 0 0 0,-3 0 0 0,2 0 229 0,0 0-103 0,0 3-46 0,2 3-23 0,0 1 58 0,0 3-33 15,0-1-29-15,6 2 9 0,1 2-29 16,4 2 0-16,-3 3 34 0,3 0-26 15,1 5-9-15,-3 2 1 0,0 0 44 0,-3 6-22 16,0 0-1-16,-1 3-13 0,-3 2 16 0,0 0 0 16,-2 2-24-16,0 4-1 0,0-6 24 0,0 2 8 15,0 1-31-15,0-2-32 0,0 3 0 16,-4-4 32-16,1-2-85 0,1-6 50 0,-2 4 14 16,2-10-2-16,-2-1-164 0,2-10 77 15,1 0 46-15,-2-6 9 0,1-3-131 0,-3-2 73 16,2-2 37-16,-3-19-13 0,2-8-289 15,3-4 148-15,-4-11 86 0</inkml:trace>
  <inkml:trace contextRef="#ctx0" brushRef="#br0" timeOffset="110511.81">7460 15350 1294 0,'-9'-13'0'0,"5"6"0"0,-1 0 0 0,2 3 0 0,-2-2 0 0,5 0 0 0,0 1 0 0,0-3 230 0,13 1-102 16,6-5-48-16,7-1 196 0,4 2-121 0,11-1-61 15,-8 5-23-15,5 0-10 0,-3 2-28 0,2 4-1 16,-2 1-35-16,-2 0-1 0,-7 0 45 0,3 13-118 16,-8 0 54-16,-5 3 28 0,-2 2 1 0,-5 3-26 0,-3 1 34 15,-5 5-22-15,-1-1 0 0,0 0 103 0,-9-1-40 16,-6-1-28-16,-6 1-17 0,0-5 107 16,0-2-48-16,-4 0-14 0,0-7 0 15,4-3-47-15,0-3 30 0,-2-3 8 0,2-2-274 0,3 0 130 16,0 0 61-16,4-6-378 15,2 1 200-15,3-3 77 0,3-1 59 0,0 2-302 16,4 1 175-16,2-2 78 0,0 4 51 0</inkml:trace>
  <inkml:trace contextRef="#ctx0" brushRef="#br0" timeOffset="110724.55">8002 15489 1505 0,'-6'0'0'0,"5"0"0"0,1-1 0 0,-2 1 0 0,2-2 0 0,0 0 0 0,2 0 280 0,10 1-116 0,6-4-69 15,3 1 193-15,0-2-127 0,6 5-65 0,-7-1-31 16,5 0-56-16,-3 2-9 0,-1 0 33 0,0 0-334 16,-4 0 166-16,-3 4 85 0,-2-1-201 15,-3 4 137-15,-2-4 74 0,-1 3 36 16,0 1-695-16</inkml:trace>
  <inkml:trace contextRef="#ctx0" brushRef="#br0" timeOffset="110889.11">8045 15673 1404 0,'-6'8'0'0,"4"4"0"0,2-5 0 0,0 0 0 0,0-3 0 0,0 0 0 0,2-3 311 0,8-1-143 0,5 0-67 0,1 0 277 0,3 0-173 16,2 0-86-16,1 0-43 15,1-3-8-15,0-2-35 0,-2 2 0 0,-1 2-425 16,-1-3 213-16,-2 2 114 0,0 2 45 0,-1 0-722 0</inkml:trace>
  <inkml:trace contextRef="#ctx0" brushRef="#br0" timeOffset="111406.78">8511 15392 1048 0,'0'-12'0'0,"0"4"0"0,-2 5 0 0,2-1 0 0,-2 1 0 0,0-1 0 0,0 2 210 0,2 0-89 0,0 0-44 16,0 2 196-16,0 0-121 0,0 0-51 15,0 0 32-15,0 11-51 0,0 6-24 0,0 7 0 16,0 1 12-16,0 4 8 0,0 2-45 0,0 2-1 15,0 2 70-15,0-1-34 0,2 0-1 0,2-3 6 16,1 1-9-16,3-4-31 0,0-3 0 16,-1-4-1-16,3-1 1 0,1-3 8 0,0-4-60 15,2-3 27-15,-4-3-1 0,3-3 26 16,-1-4-127-16,2 0 61 0,1 0 27 0,-2-9 2 16,3-11-74-16,-1-4 30 0,0-2 28 0,0-4-7 15,-1-1-192-15,2-4 82 0,-2 0 60 0,-1-4-108 0,1-3 76 16,-4 8 30-16,-2-6 9 15,1 3 0-15,-2-1 1 0,-3 7 36 0,1 1 54 16,-2 9-35-16,-2 3 8 0,0 4-27 0,0 4 103 16,0 5-52-16,0 2-25 0,0 0-9 0,0 3 339 15,0 0-136-15,0 0-94 0,-2 10 262 0,0 6-161 16,0 5-73-16,0 6 125 0,1 3-107 0,-1 3-53 16,2 3-27-16,0 1 145 0,0 3-90 0,0 0 84 15,0-4-198-15,2 5 0 16,5-6 0-16,5 3 0 0,-1-7 0 0,1 2 0 15,4-7 0-15,-3-3 0 0,0-5 0 0,2-3 0 16,-1-2 0-16,-2-3-454 0,1-4 240 0,-1-3 114 16,-3-3 10-16,2 0-846 0,1 0 456 0</inkml:trace>
  <inkml:trace contextRef="#ctx0" brushRef="#br0" timeOffset="112830.11">9127 15720 328 0,'0'0'0'0,"-2"0"-164"0,0 0 82 0,0 0 41 0,0 0 41 0,-1 0 0 0,1 2 0 16,-2-2 19-16,2 0 15 0,-1 0 0 0,1 0-22 15,-3 0 76-15,2 0-26 0,1 0-6 0,-2 0-32 16,2 0 74-16,-1 0-32 0,1-2-1 0,-1 1-25 15,0-3 56-15,3 2-31 0,-1-3-1 0,-1 4-31 16,2-1 38-16,0 1 9 0,0-2-47 0,0 2 76 16,0 1-38-16,0-2 0 0,3 2-38 0,6 0 36 15,4 0-8-15,1 0-28 0,1 6 28 16,-2 1-1-16,3 4-27 0,0 1 8 16,-3 1-39-16,2 0 31 0,-2 2 0 0,-1 0-38 15,-3 0 38-15,-2-1 8 0,-1 4-8 0,-3 1-26 16,-1-1-2-16,-2 1 27 0,0 0-36 0,0-1 7 15,-9 0 11-15,0-2 11 0,-5 1-34 0,2-1 30 16,-4-6-6-16,0 2 10 0,0-2-82 0,0-6 37 16,-1 1-4-16,2-5-140 0,-1 0 80 0,5 0 43 15,-3 0 11-15,2-2-84 0,5-3 37 0,1-1 31 16,4-2-207-16,2-4 102 0,0 2 63 16,0-2 28-16,4 1-195 0,9 0 111 15,-1-1 55-15</inkml:trace>
  <inkml:trace contextRef="#ctx0" brushRef="#br0" timeOffset="113063.49">9383 15754 624 0,'1'-11'0'0,"2"2"0"0,-3 1 0 0,0-3 0 0,0-3 0 0,-6 2 148 0,-3 0-50 0,0 1-36 0,0 1 123 16,-3 1-77-1,1 3-37-15,-1 1 21 0,0 2-21 0,-3 2-8 0,0 1-31 16,-5 4 92-16,2 11-46 0,1 6-15 0,1 2-7 15,0 6 112-15,3 3-68 0,4-2-34 0,4 2 121 16,2 0-69-16,3-4-47 0,0 0 0 0,14-4 33 16,4 0-36-16,7-6 1 0,7-3-58 0,0-1-7 15,11-5 29-15,-4-6-1 0,2-1-298 0,-4-2 149 16,0 0 83-16,1 0 29 0,1 0-790 0</inkml:trace>
  <inkml:trace contextRef="#ctx0" brushRef="#br0" timeOffset="114213.34">10831 15414 277 0,'-4'-7'0'0,"-1"1"0"15,2 0 0-15,1 3 0 0,-2 0 0 0,2 0 111 0,-1 1-40 0,1 0 23 0,0 0-31 0,0 0 8 16,1 1-38-16,-1 1 72 0,0 0-36 0,0 0 0 0,-1 0-36 16,2 0 39-16,-3 0-9 15,0 0-30-15,1 9 0 0,-1 4 29 0,-1 4 0 16,-1 4-21-16,0 7 69 0,2 4-38 0,-1 4 0 15,1 7 10-15,2 0-24 0,0-4 7 0,2 11-32 16,0-6 83-16,0-2-41 0,0-9-22 0,4 5 1 16,5-4 22-16,5-4-9 0,0-4-34 0,4-4 0 15,0-2-18-15,-1-10 18 16,6 2 8-16,-3-8-43 0,3-2-1 0,3-2 36 16,-3-2 0-16,-1-10-23 0,-5-2 7 0,1-11 7 15,-2-1-21-15,-5-6-16 0,-1-4 38 0,-1-5-17 16,-7 5-30-16,0-11 12 0,-2 6-1 0,0-4 18 15,0 2-58-15,-6 0 27 0,-6 1 2 0,-2-7-87 16,-1 5 54-16,-2 6 20 0,1 7-1 0,-2 2-73 16,3 8 42-16,-4 2 16 0,0 7 1 0,3 8-18 15,-3 0 41-15,1 4-26 0,2 0-20 0,0 8 9 16,4 10 31-16,3 1 1 16,-1 7-174-16,6-2 87 0,4 1 35 0,0 5-267 0,0 3 159 15,0-6 80-15</inkml:trace>
  <inkml:trace contextRef="#ctx0" brushRef="#br0" timeOffset="114507.58">10565 15933 666 0,'-14'0'0'0,"2"0"0"0,5 0 0 0,1-3 0 0,1-4 0 0,0-4 0 0,3-4 143 0,2-1-55 15,2-4-28-15,10-2 0 0,4-1 114 0,5-2-62 16,6 3-44-16,-1 2 61 0,3 0-48 0,-1 7-24 15,2 4 36-15,-6 6-22 0,7 0-9 0,-2 3-29 16,-3 3 42-16,2 12-21 0,-1 2 0 0,-3 3-13 16,-2 2 25-16,1 4 1 0,-2 1-34 0,0 1 0 15,-3-1 112-15,1 1-47 0,0-2-37 16,3 1 33-16,-1-7-31 0,2-2 0 0,1 0-69 0,-3-8 9 16,7 4 30-16,-3-9-1 0,-2-1-207 0,2-4 104 15,-4 0 51-15,2 0 35 16,0-7-200-16,-3-6 74 0,-1-1 61 0,-1-4-19 15,-1 4-442-15,0 0 230 0,0-1 129 0,-1 0-315 16</inkml:trace>
  <inkml:trace contextRef="#ctx0" brushRef="#br0" timeOffset="114731.33">11541 15491 1408 0,'-12'-5'0'0,"1"-3"0"0,7 5 0 0,1 1 0 0,3 1 0 0,-2 1 0 0,2 0 0 0,0 0 0 0,0 0 212 0,5 0-90 0,10 0 97 0,0 0-98 0,3 0-44 0,2 0-22 16,1 0-36-16,-3 0 14 16,3 0 8-16,-2 0-9 0,-1 0-210 0,-1 0 105 15,-2 0 53-15,-1 0 26 0,-5 0-151 0,0 0 85 16,-4 0-6-16,0 0-525 0,0 0 262 0</inkml:trace>
  <inkml:trace contextRef="#ctx0" brushRef="#br0" timeOffset="114902.87">11535 15728 1476 0,'-8'9'0'0,"4"4"0"0,1-3 0 0,3-5 0 0,0-1 0 0,0-1 0 0,0 0 0 0,7-3 0 0,10 0 481 0,1 0-228 0,7 0-110 0,-6 0-55 15,6 0 132-15,-3-3-98 0,2 1-45 0,-3 1-123 16,0 1 39-16,-1 0 0 0,1 0 48 0,-3 0-563 16,7 3 278-16</inkml:trace>
  <inkml:trace contextRef="#ctx0" brushRef="#br0" timeOffset="115798.4">12249 15350 205 0,'-2'-9'0'0,"-2"4"0"0,0-1 0 0,0 2 0 0,2 0 232 0,-1 1-91 16,-1-1-59-16,2 2-24 0,-2 0 49 0,4 0-37 15,-1 0 8-15,1 2 88 0,0 0-67 0,0 0-33 16,0 0 0-16,0 0 29 0,0 0-23 0,0 13-9 15,0 8 56-15,0 3-43 0,-2 6-21 0,-2 4-1 16,0 5 50-16,0 9-39 0,2-6-1 0,-2 2-31 16,4-3 26-16,0-5 1 15,0 1-19-15,2-3 54 0,6-4-31 0,3-4 0 0,2-3-31 0,1-6-23 16,2-2 31-16,3-4-8 16,0-7-58-16,3-4 28 0,3 0 1 0,-2-3 29 15,-7-13-110-15,9-8 49 0,-8-3 28 0,0-2-1 16,-2-4-81-16,0-7 30 0,-6 6 8 0,3-11-140 15,-5 2 68-15,-2-3 49 0,1 1 26 0,-3 1-102 16,2 9 46-16,-3-2 36 0,0 3 66 16,-1 4-1-16,-1 7-36 0,0 4-1 0,0 6 188 15,0 4-88-15,0 3-40 0,0 3-27 16,0 1 320-16,0 2-157 0,0 0-49 0,-1 5 31 16,-1 12-38-16,0 6-36 0,0 3-1 0,2 4 95 15,0 5-58-15,0 2-41 0,0 8 100 0,0-11-67 16,0 5-33-16,0-2 0 0,2 1-3 0,3-2-31 15,3-2 1-15,-3-5 0 0,2-1-203 0,4-1 101 16,-4-8 59-16,0 1-193 0,3-3 105 0,-3-4 64 16,-1-4-15-16,1 0-578 0,3-4 287 0,-2-1 158 15,-1-2-399-15,2 0 275 0,5-2 136 0</inkml:trace>
  <inkml:trace contextRef="#ctx0" brushRef="#br0" timeOffset="116131.06">12816 15641 1344 0,'0'-2'0'0,"0"-1"0"0,0 0 0 0,0 2 0 0,0 0 0 0,-2 1 0 0,2 0 0 0,0 0 0 0,0 0 429 0,2 0-189 0,8 8-108 0,1 4 194 16,-1-1-146-16,4 4-74 0,1 1-36 0,-3-1-59 15,4 1-7-15,-5 1 29 0,3-2-140 0,-5-1 71 16,2 2 33-16,-3-3 10 0,-1-1-451 0,-1-4 239 15,-1 0 118-15,0-1 60 0,0-3-718 0,1 1 347 16</inkml:trace>
  <inkml:trace contextRef="#ctx0" brushRef="#br0" timeOffset="116391.37">13137 15529 1308 0,'2'0'0'0,"2"0"0"0,-1 0 0 0,-1 0 0 0,0 0 0 0,0 0 0 0,-2 0 148 0,0 5-58 0,0 7-20 16,0 5 358-16,0 4-198 0,-6 10-99 0,-7 8-49 16,-4 5 190-16,-4 5-112 0,-5 9-67 0,-1 0-56 15,0 2-4-15,-1 1 0 16,0-4 8-16,-6 13-82 0,6-11 37 0,3-10 0 16,2 4-32-16,5-11 35 0,4-10 8 0,3-3 26 15,6-3-110-15,-1-5 9 0,2-5 42 0,0-5-34 16,4-4-90-16,0-3 49 0,0-2 42 0,0-2-240 15,0 0 133-15,0 0 66 0,0 0 26 0,0 0-280 16,0-2 160-16,0-7 81 0,2-1-412 0</inkml:trace>
  <inkml:trace contextRef="#ctx0" brushRef="#br0" timeOffset="116573.89">13407 16229 1614 0,'-2'0'0'0,"0"0"0"0,2 0 0 0,-1 0 0 0,-5 0 0 0,1 0 0 0,-3 8 470 0,0-1-211 0,4-1-117 16,1-4-271-16,1 2 81 16,0-3 40-16,2 4 0 0</inkml:trace>
  <inkml:trace contextRef="#ctx0" brushRef="#br0" timeOffset="127755.14">15359 15219 568 0,'-5'-7'0'0,"-2"2"0"0,4 4 0 0,1-3 0 0,0 2 0 0,0-1 0 0,0-3 59 0,2 1 9 16,0 1 41-16,0-2-38 0,2 1 1 0,7 0-40 15,3 2 33-15,1-2 9 0,4 4-42 0,-2-1 1 16,4 1 28-16,-1 1-28 0,3 0 0 0,-2 0 8 16,1 7 23-16,-1 3-32 0,1 5 1 0,-4 5-22 15,-2 2 22-15,-2 4 8 0,-4 4-45 0,-1 5 37 16,-2 0-1-16,-4 0 1 15,-1 3-46-15,0-2 29 0,-3-2-15 0,-9 0 28 16,-1-2-41-16,-4-3 0 0,-1-1 25 0,-5-3 14 16,-2 0-20-16,0-7 12 0,1-5-7 0,-2-1-6 15,5-9 9-15,-3-3 5 0,1 0-7 16,5 0 19-16,0-9-15 0,6-5-1 0,3-6-17 0,2 1 21 16,5-2-1-16,2-5-2 0,0 3-44 0,6 0 20 15,9-2-3-15,5 1 27 16,-2 0-184-16,5-1 85 0,-1 5 34 0,2-1-149 15,2 3-117-15,-3 2 135 0,5 0-90 0,1 4 118 16</inkml:trace>
  <inkml:trace contextRef="#ctx0" brushRef="#br0" timeOffset="127953.43">15742 15199 886 0,'2'-4'0'0,"-1"1"0"0,1 2 0 0,-2-1 0 0,2 2 0 0,0 0 0 0,1 0 0 0,-1 11 316 0,3 5-142 15,-1 4-71-15,-1 2 157 0,1 7-118 0,0 0-54 16,-3 4-28-16,1 2 9 0,0 0 8 0,0 4-44 16,-2-2-179-16,0 1 90 0,0-3 44 0,0-1 22 15,0-7-135-15,0-2 74 0,0-6 42 0,0-5 21 16,0-6-409-16,0-3 144 0,0-5 111 0,0 0 20 16,-2-16-163-16,0-10 126 0</inkml:trace>
  <inkml:trace contextRef="#ctx0" brushRef="#br0" timeOffset="128150.93">15714 15066 571 0,'3'-14'0'0,"5"2"0"0,2 3 0 0,4 2 0 0,2-1 0 0,5 3 358 15,-1-1-154-15,6 2-90 0,-1 3 116 0,-1 1-98 16,0 0-50-16,1 4-24 0,-6 6 14 0,2 7-8 16,-10 0-31-16,0 3 0 0,-6 1-47 0,-2 6 23 15,-3-5 9-15,0 8 14 0,-12-1-89 0,-6-1 44 16,-3 1 24-16,0-4-127 15,-4 0 81-15,3-3-10 0,-2-1-258 0,1-3 129 16,0-1 81-16,5-4 12 0,-1 3-281 0,6-3 168 16</inkml:trace>
  <inkml:trace contextRef="#ctx0" brushRef="#br0" timeOffset="128396.26">15253 15756 1046 0,'-16'0'0'0,"0"4"0"0,7-2 0 0,4-1 0 0,-1-1 0 0,5 0 239 0,1 0-102 0,0 0-53 15,14 0 220-15,16 0-139 0,8 0-67 0,4-1-32 16,6-5 137-16,5-1-77 0,1-1-51 0,2 1-21 16,0-1 6-16,1 1 1 0,-2 1-29 15,-11 4-35-15,9-1 14 0,-16 2 0 0,1 1 21 0,-2 0-200 16,-6 0 100-16,-10 1 59 15,1 7-362-15,-8-2 188 0,-3-2 94 0,-4 2-3 16,-5-1-321-16,-1 1 182 0,-1 1 103 0,-15 0-103 16,3-1 99-16</inkml:trace>
  <inkml:trace contextRef="#ctx0" brushRef="#br0" timeOffset="128701.43">15370 15951 1053 0,'-7'0'0'0,"3"0"0"0,4 0 0 0,0 0 0 0,6 0 0 0,10 0 0 0,3 0 0 0,8 0 325 0,-1 3-145 16,2 6-74-16,-1 2-37 0,-4 5 49 0,2 4-34 15,-4 0-30-15,-3 4 0 0,-2 1-104 0,-7 3 41 16,-4-1 21-16,-3-1-42 0,-2 5 28 0,-2 0 0 16,-11-3-29-16,-6 1 32 15,-3-6 0-15,-2 0 40 0,-3-4-65 0,-3-4 41 16,0-7-43-16,0-3 34 0,0-5 49 0,5 0-23 15,-5 0-1-15,9-11-42 0,3-2 26 0,5-4-3 16,3-2 16-16,5 0-38 0,3-1 36 0,2 3-9 16,0-2-44-16,7 0 0 0,7 3 37 0,4 2 6 15,0 1-153-15,6 0 69 0,-2 3 24 0,1 1 21 16,2 0-283-16,-3 3 135 0,7 0 58 16,-4 3-141-16,1 1-74 0,3-2 147 0</inkml:trace>
  <inkml:trace contextRef="#ctx0" brushRef="#br0" timeOffset="128855.03">15777 16073 1420 0,'6'2'0'0,"0"0"0"0,0 0 0 0,-1-1 0 0,2 3 0 0,-1 0 0 0,2 1 0 0,-1-3 169 16,2 3-60-16,3 2-42 0,-3 1 210 0,2-1-122 16,-1 3-61-16,1 1-31 0,2 0-199 0,-3 3 81 15,-1-4 44-15,2 2-492 16,-3-1 268-16,2-1 134 0,-1-3 75 0</inkml:trace>
  <inkml:trace contextRef="#ctx0" brushRef="#br0" timeOffset="129066.47">16135 15929 1319 0,'1'-2'0'0,"3"2"0"0,-2 0 0 0,-2 6 0 0,0 9 0 0,0 5 0 0,-4 5 0 0,-7 11 0 0,-2 3 0 0,-4 6 385 0,-2 4-180 15,0 4-86-15,-1 11-44 0,1-9 156 0,4 6-99 16,0-9-41-16,0 6-86 0,3-3 0 0,0-3 28 16,4-7-133-16,-2-11 67 0,7-3 40 0,-3-4-7 15,2-4-356-15,4-8 177 0,0-4 103 16,0-3-39-16,0-7-403 0,0-1 247 16,2-1 118-16</inkml:trace>
  <inkml:trace contextRef="#ctx0" brushRef="#br0" timeOffset="129248.98">16402 15711 1218 0,'7'-6'0'0,"4"5"0"0,1 1 0 0,-1 0 0 0,0 0 0 0,2 0 0 0,2 0 0 0,2 0 330 0,3 0-148 0,5 0-75 0,-6 0-13 0,4 0-30 0,-3 0 8 16,1 0-39-16,-3 0-333 15,-1 1 166-15,-4 1 84 0,-1 4-590 0</inkml:trace>
  <inkml:trace contextRef="#ctx0" brushRef="#br0" timeOffset="129397.58">16514 16004 1084 0,'0'1'0'0,"2"1"0"0,-2-2 0 0,0 0 0 0,1 0 0 0,1 0 0 0,5 0 217 0,0 0-92 15,4 0-46-15,3-3 284 0,0-3-166 0,2-2-73 16,0 2-50-16,1 2-187 0,-2-2 73 0,4 4 36 16,-3 0-637-16</inkml:trace>
  <inkml:trace contextRef="#ctx0" brushRef="#br0" timeOffset="129871.7">17103 15769 1424 0,'-9'-9'0'0,"3"5"0"0,4 2 0 0,2 0 0 0,0 0 0 0,2 1 0 0,7-1 0 0,9-2 173 0,10-2-69 0,2-3-36 15,7 0 261-15,3-3-148 0,-1 3-66 0,12-5-45 16,-4 3 71-16,0 2-53 0,2 1-29 16,-4 1-165-16,-6 3 77 0,3 2 27 0,-5 0 0 15,-1 2-120-15,-5 0 78 0,0 0 38 16,-9 0-426-16,3 0 221 0,-7 0 46 0,-1 0 78 15,-6 0-394-15,-2 0 225 0,2 0 103 0</inkml:trace>
  <inkml:trace contextRef="#ctx0" brushRef="#br0" timeOffset="130226.87">17124 15075 1285 0,'-15'-23'0'0,"3"4"0"0,9 10 0 0,3 3 0 0,0 2 0 0,2 1 0 0,8-1 0 0,6 2 0 0,0 2 0 0,11 0 235 0,-1 7-102 15,1 8-49-15,-1 4 25 0,2 6-40 0,-3 1 0 16,-3 4-36-16,-5 1-58 0,-2 2 29 0,-5 1 9 16,-5-3-28-16,-3 2 24 0,-2 0 0 0,0-1 24 15,-15-2-102-15,-2 0 47 0,-4-6 22 0,-3-1-31 16,-2-3-30-16,-2-8 13 15,0-3 25-15,-2-7 66 0,-1-2-22 0,1 0-7 16,4-7-16-16,1-9 77 0,5-6-35 0,7 1-9 16,0-5 65-16,6 6-34 0,7-3-23 0,0 3 20 15,0-1-25-15,11 4 13 0,5 3-20 0,7 1 21 16,1 4-102-16,1 3 43 0,3 5 0 0,2-1-242 16,0 2 129-16,2 0 54 0,-2 0 37 15,2 0-456-15,-2 7 228 0,-4-1 106 16,6-1-245-16,-1-2 183 0</inkml:trace>
  <inkml:trace contextRef="#ctx0" brushRef="#br0" timeOffset="130488.17">17582 15174 1055 0,'0'-8'0'0,"0"3"0"16,-2 2 0-16,2 2 0 0,-3 1 0 0,-5 0 0 0,4 8 0 0,-2 9 285 0,1 3-119 0,0 6-70 0,3 2-32 0,0 3 88 0,2-2-60 15,0 2-30-15,0-6 83 16,7 4-60-16,6-11-26 0,2 0 0 0,4-5-96 15,0-5 35-15,0-7 9 0,1-1-112 0,-1 0 69 16,2-13 35-16,-5-7-1 0,0-5-106 0,-3-4 43 16,-6 0 43-16,1-3-19 0,-6-2-46 15,0-2 6-15,-2 1-7 0,0-3 30 0,-7-3 1 0,-5 3 5 16,-1 4 0-16,-1 3 16 0,2 8-8 16,-4 2 12-16,1 9 34 0,-2 3 1 0,3 8-34 15,-4 1 6-15,4 10-46 0,-4 14 8 16,6 2 34-16,2 4 3 0,2 4-111 0,3 0 52 15,5 4 18-15</inkml:trace>
  <inkml:trace contextRef="#ctx0" brushRef="#br0" timeOffset="130734.02">17398 15522 1204 0,'-19'0'0'0,"4"0"0"0,8 0 0 0,-5-9 0 0,9-7 0 0,3-8 0 0,0 3 0 0,11-7 0 0,8 2 205 0,5-3-86 0,8-1-43 0,-4 11-22 15,4 1 34-15,2 5-31 0,-4 6-1 0,-2 6-23 16,-3 1-33-16,-3 3 0 0,-5 13 41 0,2 7-22 16,-4 3 14-16,-4 3 0 0,1 2-1 0,-3-2 103 15,0-4-43-15,3 5-33 0,1-7 2 0,0-6 0 16,2 0-28-16,2-4-1 16,1-4-113-16,1-5 52 0,1-3 31 0,1-1 0 15,2 0-386-15,-5-1 197 0,3-11 84 0,-5 3-239 16,-1-2 128-16,0 0 92 0</inkml:trace>
  <inkml:trace contextRef="#ctx0" brushRef="#br0" timeOffset="131087.29">17310 15934 1383 0,'-19'0'0'0,"9"0"0"0,5 0 0 0,1 0 0 0,4-1 0 0,0-3 0 0,0 0 0 0,11 1 0 0,8 0 153 0,6 3-61 16,-3 0 28-16,1 0-35 0,5 10-30 0,-3 3-1 16,-4 4-55-16,-1 5 34 0,-3 1-1 0,-6 4 9 15,-4 2-86-15,-5 5 39 0,-2 0 0 0,0 8 39 16,-13-3-40-16,-4-5 8 0,-10 3 32 0,6-11 28 16,-8 1-25-16,-1-6-10 0,-2-8-36 0,0-5 92 15,1-3-34-15,0-5 0 16,3 0 46-16,9-5-32 0,-1-8-6 0,3-1 8 15,6-1-57-15,4 0 26 0,4-1 0 0,3 4 0 16,0-2 15-16,0 1-7 0,10 0-8 0,4 1-55 16,4 3 28-16,0-2 0 0,7 2-77 0,-6 1 48 15,2 1 20-15,4-1-14 0,-2 2-76 0,-2 1 53 16,-1 0 17-16,-1 3 4 0,0-1-341 0,-1 0 149 16,2 1 92-16,-2-2 46 0,1 0-397 0,0 1 210 15,3-3 118-15</inkml:trace>
  <inkml:trace contextRef="#ctx0" brushRef="#br0" timeOffset="131321.19">17671 16015 1207 0,'9'-5'0'0,"0"0"0"0,3 1 0 0,0 0 0 0,0-3 0 0,-1 1 0 0,2 2 0 0,1 1 0 0,0 0 399 0,2 1-187 0,-2 2-90 16,2 0 68-16,-3 4-79 15,0 7-31-15,-2 4-8 0,-2 5 50 0,-1-1-44 16,-4 7-23-16,-2 0 0 0,0-4-45 0,-2 10-8 15,0-6 31-15,0 0-101 0,-10 0 50 0,1-1 26 16,-2-6 7-16,-5-1-181 0,0-1 99 0,-5-1 7 16,-4-5-224-16,1-4 116 0,0-4 71 0,-6 0 9 15,3-3-65-15,1 0 60 0,5 0 30 0,3-3 1 16,1-4-156-16,7-4 96 0,5-2 45 0,5-3-221 16,0-2 133-16</inkml:trace>
  <inkml:trace contextRef="#ctx0" brushRef="#br0" timeOffset="131523.17">18082 15964 1486 0,'0'-5'0'0,"0"1"0"0,0 0 0 0,-13 2 0 0,-1 2 0 0,-4 0 0 0,-3 10 0 0,2 7 481 0,-1 5-225 0,1 5-111 0,2 0-57 15,2 5 137-15,8 3-101 0,3-2-45 0,4 1 106 16,0-2-77-16,2-1-37 0,14-6-120 0,3 0 36 15,4-2 23-15,2-7 0 0,4 0-450 0,3-8 236 16,1-1 127-16,-2-1 50 0,-2-1-699 0,0-5 311 16,-1 0 191-16</inkml:trace>
  <inkml:trace contextRef="#ctx0" brushRef="#br0" timeOffset="131681.74">18660 16455 1256 0,'-1'-3'0'0,"1"2"0"0,0 1 0 0,0 0 0 0,0 0 0 0,0 0 247 0,-6 0-107 0,0 0-54 0,-2 0-18 16,5-4-632-16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32:31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4621 7857 957 0,'-8'0'0'0,"1"0"0"0,6 0 0 0,-2 0 0 0,1 0 0 0,2 0 0 0,0 0 0 0,0 0 0 0,0 0 296 0,0 0-132 0,2 0-65 16,11 0 99-16,3 0-75 0,2 0-49 0,8 0 22 15,-1 0-32-15,5-3 0 16,0-2-32-16,2-4 62 0,-2 2-35 0,-2-1 0 16,0 3-26-16,-5 1-44 0,-1 2 22 0,-1-2 7 15,-1 2 15-15,-4 2-118 0,-3 0 58 0,0 0 31 16,-1 0-234-16,-4 0 112 0,0 0 64 0,-2 0-359 15,-1 0 195-15,-2 2 78 0,-2-2 54 0,1 2-140 16,-2-2 101-16,0 0 46 0,0 0 23 0</inkml:trace>
  <inkml:trace contextRef="#ctx0" brushRef="#br0" timeOffset="224.46">4867 7543 888 0,'-8'-9'0'0,"-3"6"0"0,3-1 0 0,2 1 0 15,1 0 0-15,2 2 0 0,-1 1 0 0,4 0 452 0,0 0-210 0,0 12-104 0,0 9 184 0,7 5-136 16,1 4-81-16,3 10 64 16,0 2-68-16,-3 2-34 0,-1 2 0 0,2-7-43 0,-1 12 9 15,-2-7 0-15,-1 1 0 0,1-1-109 16,-1-1 55-16,-2-5 35 0,2 9-8 0,-4-5-209 16,0-8 115-16,-1 4 59 0,0-4-29 0,0-6-312 15,0 1 131-15,0-9 104 0,0-7-174 0,-1-4 138 16,-3-2 69-16,0-7-193 0,0-3 135 0,1-17 64 15,-3-9 32-15</inkml:trace>
  <inkml:trace contextRef="#ctx0" brushRef="#br0" timeOffset="368.19">4850 7872 552 0,'0'-1'0'0,"0"1"0"0,0 0 0 0,0 11 0 0,0 4 168 0,-5 3-59 0,-5 6-42 15,4-1-1-15,-5 4 362 0,0-3-197 0,3 2-100 16,-3-1 16-16,0 7-61 0,3-6-27 0,3-2-268 15,0-3 120-15,0-2 62 0,5-4 37 0,-1-2-468 16,1-3 239-16,0-7 119 0</inkml:trace>
  <inkml:trace contextRef="#ctx0" brushRef="#br0" timeOffset="525.77">4908 7899 1254 0,'6'0'0'0,"2"3"0"0,-3 4 0 15,0 2 0-15,-1 0 0 0,0 3 0 0,0-2 353 0,0 3-161 0,1 0-79 0,1 1 131 0,-1 1-110 16,1 2-51-16,2-2-294 0,-1 0 122 0,1-2 61 16,0-1 39-16,1-5-570 15,-1-2 285-15,0-5 143 0,-2 0 71 0</inkml:trace>
  <inkml:trace contextRef="#ctx0" brushRef="#br0" timeOffset="1019.45">5231 7412 1329 0,'4'-5'0'0,"-2"2"0"0,0 2 0 0,-2 1 0 0,0 0 0 0,0 0 0 0,0 1 97 15,-2 11-33-15,-5 4 98 0,-5 6-65 0,3 0-32 16,0 1 9-16,-5 5-93 0,3-2 26 0,0 2 0 16,2-3 25-16,-1-7-85 0,4 3 39 0,1-8 23 15,3-1 0-15,2-5-49 0,0-2 37 0,0-2 10 16,2-3-49-16,11 0-8 0,0-3 29 0,4-8-24 15,2 0 21-15,-3-2-16 0,3 2 35 0,0-1 29 16,-2 3-29-16,-1 3 3 16,-3 3-2-16,-2 1 92 0,-2 2-43 0,-2 0-18 15,-3 2 0-15,-2 11 133 0,-2 1-72 0,0 7-22 16,-3 7 64-16,-9-1-38 0,-5 6-31 0,0-1 56 16,-2-2-42-16,0 4-13 0,-1-1-8 0,0-3-64 15,-2-2 22-15,4-3-1 0,-1-2 22 0,5-5-273 16,-4-4 132-16,1-2 64 0,4-3 36 15,2-7-526-15,3-2 257 0,1 0 79 0,1-2-238 0,5-15 202 16,1-3 100-16,0-5-67 0,0-3 84 16,0 3 34-16,1-5 30 0,1 10-7 15,2-1 60-15,-1 4 0 0,1 6 0 0,2-1 119 16,2 3-79-16,1 2-36 0,0 3-1 0,7 2 455 16,-2 1-246-16,5 1-59 0,2 0 504 0,1 0-311 15,-1 1-157-15,1 11 91 0,1 1-124 0,-3 0-53 16,1 2-40-16,2 0 102 0,0 2-66 0,-1-2-33 15,0-2 0-15,-4-2-271 0,0 4 115 16,0-2 61-16,-5-1 31 0,-1-1-438 0,-2 2 234 16,-5-3 125-16,-1-1-552 0,-2 0 275 15,-2 0 160-15,0 1-265 0</inkml:trace>
  <inkml:trace contextRef="#ctx0" brushRef="#br0" timeOffset="1301.78">5254 8013 728 0,'-14'4'0'0,"8"0"0"0,-2 1 0 0,0-3 0 0,5 2 0 0,-2-3 209 0,5 2-88 0,-1-3-45 16,1 2-13-16,0 2 183 0,0-3-107 0,1 3-53 15,4-2-27-15,2 0-33 0,2-2 15 0,0 2-8 16,1-2-99-16,4 0 49 0,-6 0 25 0,3 1-48 16,-3 2 45-16,-2-2-9 0,1 5 37 0,-2 0 16 15,-4 3-62-15,1 2 36 0,-2 3-45 0,0 1 171 16,0-1-72-16,-3 1-31 0,-5 0 7 0,-1 0 99 15,1 0-47-15,-2-4-40 0,1 1-61 0,0-7 0 16,0 3 28-16,-1-4-229 0,-1-4 122 0,1 0 50 16,3 0 27-16,-2 0-362 15,1-8 165-15,4-7 95 0,2-5 9 0,2-5-140 16,0-1 99-16,0 0 50 0,10-2 24 0,6 0-218 16,6-5 114-16,5-1 68 0</inkml:trace>
  <inkml:trace contextRef="#ctx0" brushRef="#br0" timeOffset="1441.41">5475 7812 628 0,'19'-9'0'0,"-2"1"0"0,-2 5 0 0,1-1 0 0,-6 0 0 0,2 2 0 0,-3 1 0 0,0-2 437 16,3 3-194-16,-1-1-109 0,2 1 270 0,3-2-186 15,0 2-92-15,1-1-16 0,2-2-30 0,4 1-9 16,-3 0-38-16,1 0-345 0,1 0 172 0,-3 0 87 16,2 2 51-16,-5-2-238 0,1 2 137 0,-4 0 68 15</inkml:trace>
  <inkml:trace contextRef="#ctx0" brushRef="#br0" timeOffset="1657.83">5746 7564 1527 0,'-12'-7'0'0,"4"3"0"0,0 0 0 0,2 1 0 0,3 0 0 0,-2 1 0 0,5 2 356 0,0 0-162 0,0 12-81 0,0 10 178 15,2 3-129-15,4 8-57 0,5 9-40 0,-5 3 18 16,1 2-25-16,3 0 0 0,-3 4-25 0,-1-2-42 15,1-1 17-15,-4 3 0 0,-2-1-223 0,1-2 124 16,1-2 62-16,-2-8-412 16,-1 2 224-16,0-6 42 0,0-8 79 0,0-3-316 15,0-12 189-15,0-2 87 0,-4-9 56 0,-2 0-265 16,1-20 156-16</inkml:trace>
  <inkml:trace contextRef="#ctx0" brushRef="#br0" timeOffset="1795.47">5742 7844 1823 0,'0'-8'0'0,"0"7"0"0,0 1 0 0,0 0 0 0,-3 9 0 0,-5 8 0 0,-5 4 0 0,1 3 0 0,2 2 288 16,-6 4-132-16,3 3-62 0,-2-2 42 0,2 0-51 15,4 0-26-15,1-8-250 0,1 8 108 0,2-12 58 16,4 2 28-16,1-3-615 0,0-11 321 0</inkml:trace>
  <inkml:trace contextRef="#ctx0" brushRef="#br0" timeOffset="1926.11">5785 7897 1383 0,'3'0'0'0,"-2"2"0"0,3-2 0 0,-1 2 0 0,-3-1 0 0,0 1 0 0,0 2 0 0,2 0 503 0,1-1-239 0,2 6-116 16,4-1-278-16,-3 6 81 0,1-1 41 0,3 0-293 16,-1 0 162-16,2-2 87 0</inkml:trace>
  <inkml:trace contextRef="#ctx0" brushRef="#br0" timeOffset="2094.66">5934 7753 1851 0,'-2'-5'0'0,"0"3"0"0,2-1 0 0,0 2 0 0,0-2 0 0,12 0 0 0,2 2 0 0,7-1 0 0,3 1 440 16,3-2-204-16,1 2-251 0,0-1 24 0,3 2 1 15,-7 0 31-15,8 0-256 0,-7 0 123 0,-4 0 63 16,2 0 31-16,-5 0-658 0,-7 0 316 0,0 0 163 15</inkml:trace>
  <inkml:trace contextRef="#ctx0" brushRef="#br0" timeOffset="2305.14">6063 7465 1004 0,'0'0'0'0,"-1"0"0"0,1 0 0 0,0 6 0 0,0 7 0 0,0 4 0 0,0 7 503 0,0 4-236 0,1 8-108 0,10 7 117 15,-2 2-121-15,2 4-61 0,-1 0-31 0,2 1 151 16,-4-6-82-16,1 11-54 16,-2-7-22-16,1-1-151 0,-3 2 64 0,-3 0 32 15,1-9-331-15,-3 10 178 0,0-15 92 0,0-1 47 16,0-10-519-16,-3 0 261 0,-2-11 59 0,0-7-232 16,-4-6 206-16,2-3 102 0</inkml:trace>
  <inkml:trace contextRef="#ctx0" brushRef="#br0" timeOffset="2446.75">6076 7794 1470 0,'0'0'0'0,"0"7"0"0,-2 6 0 0,-6 2 0 0,-5 8 0 0,-1-1 0 0,-3 6 0 0,2 2 247 16,0 0-107-16,0 3-45 0,4-4-19 0,0 1-22 16,3-1 1-16,4-8-22 0,1-1-407 0,1-5 211 15,2-2 94-15,0-8-545 0</inkml:trace>
  <inkml:trace contextRef="#ctx0" brushRef="#br0" timeOffset="2601.38">6094 7882 1260 0,'7'-2'0'0,"2"2"0"0,-1 0 0 0,1 0 0 0,3 2 0 0,-1 5 0 0,2 5 730 0,6 1-352 0,0 0-173 16,1 3-86-16,1 0 188 0,1 0-137 0,-3-1-60 15,6 2-43-15,-3 0 63 0,-2-2-48 0,-1-3-25 16,-2 3 0-16,1-2-487 0,-2-4 227 0,-1 0-721 15,-2-2 479-15</inkml:trace>
  <inkml:trace contextRef="#ctx0" brushRef="#br0" timeOffset="3470.2">6582 7456 785 0,'0'-2'0'0,"0"-2"0"0,0 2 0 0,0 2 0 0,0 0 0 0,0 0 60 0,0 0 1 0,3 0-28 16,-2 0 0-16,1 4 217 0,-1 8-112 0,-1 0-53 15,0 7 72-15,0 6-62 0,0 1-31 0,-1 3-55 16,-9 4-9-16,0-2 33 0,1 4 0 0,-2-5-160 16,-1 1 80-16,1-9 48 0,1 3-8 0,-2-4-90 15,1-2 56-15,1-5 36 0,2-1-42 0,1-6-314 16,4-4 131-16,0-1 101 15,3-2-153-15,0-2 125 0</inkml:trace>
  <inkml:trace contextRef="#ctx0" brushRef="#br0" timeOffset="3627.78">6720 7482 988 0,'11'0'0'0,"0"0"0"15,-2 3 0-15,1 8 0 0,-5 2 0 0,3 2 231 0,-3 1-99 0,3 1-50 0,1 1 233 0,-1 2-141 0,1 0-63 16,1-2-43-16,-1 7-42 0,0-2 6 0,-2-1 1 15,1 0 8-15,0-2-161 0,-3-2 77 16,1 1 38-16,-2-4-428 0,-3 0 233 16,1-3 125-16</inkml:trace>
  <inkml:trace contextRef="#ctx0" brushRef="#br0" timeOffset="4017.81">6669 7808 613 0,'0'2'0'0,"0"4"0"0,0 2 0 0,0 1 0 0,-3 2 0 0,-3 1 322 0,-1 3-144 0,0 0-73 16,0 3-28-16,-4 2 27 0,1-1-36 0,-1 0 0 15,-1 0-67-15,2 1 32 0,-3-6 8 0,2 1-70 16,0-2 31-16,-1-2 0 0,7-5 31 0,-1 0 33 16,3-4-25-16,2 0-9 0,-2-2 1 0,3 1 43 15,0-1-22-15,3 0-7 0,5 0-8 0,7-1 16 16,5-6 1-16,0-3-23 0,2-1-31 0,-5 1 31 15,6-1 8-15,-2-1-63 0,0 1 28 0,-1 2-1 16,-4 0 28-16,1 1-125 16,-4 2 64-16,3 0 12 0,-6 3 0 0,-4 0-57 15,2 2 39-15,-2-1 9 0,-3 2 1 0,-1 0 81 16,0 0-28-16,0 0-16 0,-2 0 238 0,0 8-117 16,0-1-58-16,0 4 125 0,0 1-87 0,0 0-28 15,-4-2-27-15,4 1 138 0,-2-1-74 0,2 1-49 16,0 0-20-16,0-1-73 0,0 0 27 0,0-1-1 15,0 0 34-15,0 0-325 0,2-1 159 0,4-2 79 16,-2-1-558-16,2 1 270 16,-1-3 161-16,4-3-198 0,0 0 169 0,3 0 84 15,4-5 43-15</inkml:trace>
  <inkml:trace contextRef="#ctx0" brushRef="#br0" timeOffset="4175.38">7090 7645 1073 0,'6'-6'0'0,"-1"3"0"0,2 0 0 0,0 2 0 0,0-1 0 0,5 0 0 0,1 0 512 0,3 0-240 0,3 0-111 16,1 1-69-16,-2-1 292 0,6 0-175 0,-2 0-89 15,0 0-197-15,0 0 62 0,-1 0 21 0,0 1-480 16,-2-1 253-16,0 0 127 0,-7 2 63 0,0 0-279 16,-3 0 168-16</inkml:trace>
  <inkml:trace contextRef="#ctx0" brushRef="#br0" timeOffset="4619.75">7090 7871 674 0,'-16'6'0'0,"6"0"0"0,1-3 0 0,4 0 0 0,3-3 0 16,2 0 0-16,0-3 461 0,11-3-214 0,4-3-107 0,3-1 57 0,2 1-74 16,0 1-49-16,0 2-76 0,-2 4 0 0,-4 2 35 15,3 0 0-15,-7 8-49 0,-1 11 21 0,-4 7-1 16,-4 3 29-16,-1 4-58 0,0 1 29 0,0-2 8 15,-6 0 21-15,0-2 44 0,5-8-53 0,-1 1-4 16,2-5-39-16,0-8 130 16,0 1-49-16,0-5-91 0,0-1 30 0,7-5 0 15,1 0 41-15,2-11-199 0,0-10 86 0,2-8 44 16,-3-5 18-16,0-7-141 0,0 1 62 0,-4-12 44 16,1-2-14-16,-5-13-226 0,1-1 123 0,0-3 65 15,0 7-75-15,-2-11 73 0,3 24 33 16,-3-1 133-16,0 18-51 0,0 10-24 0,0 6-9 15,0 4 374-15,0 8-196 0,0 3-97 16,0 1-25-16,0 2 240 0,0 11-92 0,0 17-88 16,0 10 30-16,2 7 191 0,5 17-145 0,2 4-71 15,0 7 250-15,2 0-165 0,1-2-79 0,3-4 67 16,-1-15-73-16,0 4-36 0,3-13 8 0,3 6-226 16,-1-9 91-16,-3-7 45 0,0-1 23 0,-1-6-265 15,-4-7 152-15,1-4 64 0,-6-3 36 0,-3-7-181 16,-1-1 41-16,1-2 72 0,-3-2-336 0,0-2 191 15,0-17 92-15,-5-9-279 16,-3-13 185-16,-1-14 92 0,2-2 39 0,-2-36-427 16</inkml:trace>
  <inkml:trace contextRef="#ctx0" brushRef="#br0" timeOffset="4734.42">7436 7352 1119 0,'0'-7'0'0,"3"5"0"0,0 2 0 0,-3 0 0 0,0 0 0 0,2 4 0 0,1 3 462 0,0 0-215 0,2 3-107 16,2 0-54-16,5 2 70 0,-1 2-54 0,5 6-39 15,-2 1 1-15,4 5-239 16,2 6 104-16</inkml:trace>
  <inkml:trace contextRef="#ctx0" brushRef="#br0" timeOffset="4886.03">8026 8220 2123 0,'0'0'0'0,"0"0"0"0,0 0 0 0,0 0 0 0,0 0 0 0,0 0 0 0,0 0 0 0,0 0 613 0,0 0-294 0,0 0-144 16,0 0-70-16,0 0-515 0,0 0 222 0,0 0 118 15</inkml:trace>
  <inkml:trace contextRef="#ctx0" brushRef="#br0" timeOffset="14365.13">9222 7598 517 0,'-2'-3'0'0,"2"1"0"0,-3-2 0 0,1 3 0 0,0-2 0 0,0-1 226 0,0 2-97 0,2 1-40 16,-1-2-32-16,1 3 176 0,0 0-100 0,0 0-50 15,0 0-25-15,0 0 46 0,0 0-39 0,0 3-1 16,0 9-2-16,3 6 0 0,4 2-29 0,0 3 85 16,2 7-46-16,0 0 0 0,0 2-40 0,3 2 18 15,-3-1-17-15,0 3 8 0,0 1-9 16,-4 1-59-16,0-2 29 0,-1-3 9 0,-2 1 22 16,0-1-62-16,-2-4 27 0,0-6-6 15,0 1-176-15,0-5 81 0,0-4 56 0,0-6-186 16,0-3 110-16,0-2 31 0,-2-4 34 0,-2 0-164 15,2-2 95-15,2-17 39 0,0-11 31 0,0-6-313 16,0 7 168-16</inkml:trace>
  <inkml:trace contextRef="#ctx0" brushRef="#br0" timeOffset="14668.41">9250 7626 777 0,'-4'-11'0'0,"-1"4"0"0,0 1 0 0,2 0 0 0,-1 3 0 0,0 0 0 0,1 2 372 16,3 0-170-16,0-4 29 0,14 1-100 0,9-1-49 15,5 1-16-15,2 1 150 0,5 0-91 0,0 3-47 16,0 0-22-16,0 0 56 0,-1 4-31 0,0 7-9 16,-2 0-39-16,-2 5 14 0,-2-1-14 15,-2 3 0-15,-3 5 8 0,-5 0-37 0,-2 3 29 16,-3 2 38-16,-5 0-38 0,-5 4 0 16,-1 2 7-16,-2 0 15 0,0 7-1 0,-13-3-21 15,-3 1 0-15,-4-2 22 0,-1-5-14 0,-4 8-8 16,4-12 0-16,-4 2-51 0,0-4 25 0,2-4 1 15,0-6 33-15,-3 1-176 0,1-6 79 0,-1-4-243 16,2-1 150-16,3-1 63 0,0-4 39 0,4-1-134 16,0 0 78-16,3 0 12 15,5 0 29-15,0-6-202 0,6-1 108 0,1-4 65 16,2-3 30-16,0-3-310 0,11-1 169 0,8-1 85 16</inkml:trace>
  <inkml:trace contextRef="#ctx0" brushRef="#br0" timeOffset="14882.96">9866 7508 1082 0,'2'-9'0'0,"-2"6"0"0,0 2 0 0,3-1 0 0,-1 2 0 0,0 0 0 0,1 0 0 0,3 0 419 15,-1 8-194-15,3-3-87 0,3 4-57 0,-2 1 176 16,2-1-111-16,1 0-57 0,-1 1-73 15,-2-3 25-15,0 1-8 0,-2-1-314 0,0 1 157 0,-1-1 79 16,-3-1 38-16,2 0-231 0,-3 1 132 0,-2 1 69 16,0 3-61-16,0 2-551 0</inkml:trace>
  <inkml:trace contextRef="#ctx0" brushRef="#br0" timeOffset="15232.03">9866 7699 1041 0,'-12'3'0'0,"3"2"0"0,0-1 0 0,2-1 0 0,2 0 0 0,1-1 0 0,2-2 0 0,2 0 0 0,0 1 496 0,2 1-231 0,16-2 107 16,7 0-169-16,1 0-77 0,4 0-51 0,4-2-1 16,0 1-21-16,-1-1 1 0,1-2-22 0,-1 0-121 15,-1 2 56-15,-2-2 34 16,-3 3-1-16,2-2-48 0,-8 3 40 0,-1 0 8 16,-3 0-42-16,-3 0-24 0,-4 0-4 0,-2 0 20 15,-3 0 6-15,0 0-2 0,-3 0 4 0,-1 0 210 16,-1 0-92-16,0 5-42 0,0 2-18 0,0 2 249 15,0 3-114-15,0 1-66 0,0 1-6 0,2 5 26 16,0 0-35-16,-2 2 7 16,2 5-44-16,0-1-41 0,0 1 41 0,-1 0 0 0,-1 2-87 0,0-2 51 15,0 6 14-15,0-3-129 0,0-1 73 16,-1 0 38-16,-5-3-7 0,-1-3-160 16,-5-2 70-16,1-1 51 0,-5-2-4 0,4-5-63 15,-6-5 20-15,2-3 40 0,-1-2-185 0,0-2 107 16,0 0 52-16,-1-12 27 0,2-8-319 0,3-11 177 15,-2-11 83-15,4-16-387 0,4-4 236 0</inkml:trace>
  <inkml:trace contextRef="#ctx0" brushRef="#br0" timeOffset="15398.59">10091 7454 1254 0,'1'-11'0'0,"1"4"0"0,0 6 0 0,0-2 0 0,2 3 0 0,-3 0 0 0,1 14 0 0,0 5 0 0,2 5 466 0,-4 7-217 0,0 7-108 16,0 6-54-16,-6 3 192 0,-5 3-115 0,-2 2-70 15,-2-4-30-15,1 2-70 0,2-7 39 0,1-6-264 16,-1 0 141-16,1-2 57 0,2-8 32 0,1-8-514 16,4-8 273-16,0-3 84 0,2-6 89 15,2-2-534-15,0 0 285 0</inkml:trace>
  <inkml:trace contextRef="#ctx0" brushRef="#br0" timeOffset="15510.3">10049 7920 866 0,'3'-5'0'0,"2"4"0"0,0 1 0 0,-1 0 0 0,1 0 0 0,-1 0 0 0,3 0 451 15,0 0-210-15,0 0-103 0,0 0-53 0,4 0 125 16,-1 1-81-16,3 5-51 0,3-2-474 0,-2 2 214 16,4-1 108-16,0-1-289 0</inkml:trace>
  <inkml:trace contextRef="#ctx0" brushRef="#br0" timeOffset="15806.51">10586 7464 1086 0,'2'-8'0'0,"2"4"0"0,0 2 0 0,-1 2 0 0,-1 0 0 0,-2 14 0 0,2 7 423 0,0 11-199 0,-2 8-96 15,0 3-47-15,0 2 199 0,0 7-124 0,0 4-141 16,-2-1-9-16,-4 2 27 0,-1-2 0 16,2-7-128-16,-2-9 64 0,2-1 40 15,-1-6-9-15,3-12-174 0,-3 2 103 0,3-12 53 16,1-3 24-16,0 0-99 15,2-5 49-15,-2-2-47 0,2 0 38 0,0 0 242 0,0 0-103 16,0 0 263-16,4 0-161 0,7-2-87 0,3-2-44 0,5 0 133 16,0 1-79-16,3 0-31 0,5 0-7 0,-3 1-13 15,1 0-27-15,1 0 0 0,-1 2 0 16,-5 0-285-16,3 0 139 0,0 0 72 16,-3 0-699-16,1 0 366 0,-4 4 185 0</inkml:trace>
  <inkml:trace contextRef="#ctx0" brushRef="#br0" timeOffset="16533.91">11574 7313 624 0,'-12'0'0'0,"5"0"0"0,2 5 0 0,-1 3 0 0,-1-1 0 0,-3 1 0 0,-1 2 0 0,0 0 209 16,-3 4-80-16,0 1-64 0,-2-1 1 0,0 2-34 15,-3-4 1-15,1 2-73 0,2-3 43 0,-3-1-8 16,2-3 36-16,2-3-76 0,2-2 33 0,0-2 0 16,2 0 38-16,2 0 78 0,0 0-41 0,4 0-13 15,1 0 40-15,2 0-40 0,1-2 4 16,1 2 90-16,0 0-56 0,0 0-27 16,0 7-1-16,5 10 4 0,2 6-31 0,3 5 0 15,-4 4 0-15,1 11 28 0,-1-1-28 0,-5-5 8 16,2 12-8-16,-1-8 11 0,-2 2-11 0,0-1 0 15,0-9 0-15,0 5-30 0,0-5 30 0,0-2-134 16,-2-3 66-16,-1-5 25 0,0-1 0 0,1-3-261 16,0-8 138-16,0-2 45 0,2-3 42 0,0-5-390 15,0-1 202-15,0-3 92 16,0-19 59-16,0-4-267 0</inkml:trace>
  <inkml:trace contextRef="#ctx0" brushRef="#br0" timeOffset="16807.18">11319 7732 396 0,'2'-12'0'0,"0"6"0"0,0 1 0 0,3 0 0 0,2 0 0 0,4 0 365 16,3-1-166-16,2 3-83 0,5-3 117 0,-2 4 9 16,1 0-108-16,0 1-2 15,-3 1-50-15,-2 0-24 0,0 0-1 0,-6 1-131 16,-2 5 49-16,1 1 29 0,-6 2 0 0,-1 3-242 16,-1 1 136-16,-1 0 75 0,-10 3 26 0,-4-4-266 15,-8 3 137-15,6-5 7 0,-5-1 49 0,1-3 1 16,-2-1 7-16,5-3 34 0,3 0 106 0,0-2-53 15,5 0-27-15,1 0 353 0,3 0-180 0,5 0-65 16,-1 0-56-16,2 0 377 0,0 0-195 0,0 0-90 16,9 0-56-16,5 0-23 0,6 0 0 15,-1 0-26-15,3 0 0 0,0 0-82 0,1 0 37 16,0 0-436-16,1 0 241 0,-3 0 120 16,1 0 59-16,-3 0-344 0,0 0 183 0,0 0 25 15</inkml:trace>
  <inkml:trace contextRef="#ctx0" brushRef="#br0" timeOffset="17252.34">11845 7336 1601 0,'4'-16'0'0,"-3"9"0"0,1 1 0 0,0 2 0 0,-2 2 0 0,0 0 0 0,0 2 0 0,0 0 0 0,-5 2 225 0,-7 10-96 0,1 4-52 15,-5 6-22-15,2-1 0 0,-4 4-14 0,0 2-65 16,1-1 28-16,1 0 1 0,-2-1 27 0,4-2-141 15,2-9 78-15,1 1 28 0,2-1 1 0,5-3-42 16,-1-1 7-16,4-2 28 0,1 2 50 0,0 1-2 16,0 0-71-16,1 2 29 15,6 2 181-15,0 3-83 0,2-1-29 0,0 9 45 16,1-4-24-16,-4 2-28 0,-1 3-1 0,1 1-14 16,-4-6-3-16,-1 9-8 0,-1-5 0 0,0-2-146 15,0-3 74-15,0-1 35 0,0-2-102 0,0-8-109 16,-3 2 91-16,-1-7-299 0,2-1 182 0,1-4 105 15,-3 0 43-15,4-2-234 0,0-12 148 0,0-13 73 16,0-1 36-16,0 0-97 0,0-4 59 16,2 2 42-16,0 2 0 0,3 7 33 0,0-2 0 0,0 2 0 15,1 6-54-15,-1 1 87 16,2 3 0-16,2 1 444 0,1 0-232 0,3 3-123 16,3-1-56-16,0 3 499 0,1-2-228 0,3 1-136 15,0 2-67-15,1-2 224 0,-3 3-138 0,1 1-81 16,-2 0-37-16,0 0-6 0,0 2 1 0,-1 0-32 15,-2 0 9-15,-1 0-315 0,-4 0 153 0,1 6-516 16,-5 1 335-16,-1 3 168 0,-2-1 19 0,-2 4-478 16</inkml:trace>
  <inkml:trace contextRef="#ctx0" brushRef="#br0" timeOffset="17424.88">11925 7699 1200 0,'-11'-2'0'0,"2"1"0"15,3 1 0-15,0 0 0 0,3 0 0 0,-1 0 0 0,2 1 0 0,2 9 0 0,0 5 465 0,0 2-221 0,0 1-105 0,4 7-54 0,-1 0 149 16,3 3-101-16,-2 0-42 0,2 2 76 0,-2 1-67 16,-1-2-33-16,1 1-311 0,-1 0 139 0,-1-5 77 15,2 3 26-15,0-8-505 16,0-2 269-16,0-3 136 0,1-8 36 0,-1-4-560 16,3-3 300-16,0 0 147 0</inkml:trace>
  <inkml:trace contextRef="#ctx0" brushRef="#br0" timeOffset="17618.36">12132 7524 1481 0,'4'-12'0'0,"3"2"0"0,-2 7 0 0,2 0 0 0,-2 3 0 0,-1 6 0 0,0 12 0 0,-1 5 179 16,-1 6-73-16,0 3 356 0,-2 3-214 0,0 5-100 16,0 6-62-16,0-6 81 0,0 2-67 0,0-5-34 15,0 1 0-15,0 0-298 0,0-4 128 0,0-5 68 16,0-6 35-16,0-3-536 0,0-8 286 0,0-5 132 15,0-1-286-15,0-6 121 0,0 0 125 0,0-13-202 16,0-12 165-16,0 2 73 0</inkml:trace>
  <inkml:trace contextRef="#ctx0" brushRef="#br0" timeOffset="17964.43">12118 7372 481 0,'0'-39'0'0,"0"7"0"0,3 12 0 0,-1-1 0 0,5 4 146 0,0 4-60 0,4 1-27 0,3 3 258 16,5 2-142-16,5 0-71 0,2-3-28 0,6 2 166 15,2 1-105-15,12 1-52 0,-5 3-27 0,4-1-8 16,-6 3-9-16,2-2-8 0,1 3-107 0,-3 0 53 16,-1 0 27-16,-5 6-41 0,-6-1 42 0,-1 3-8 15,-6-1 34-15,-2 3-62 16,-3-3 30-16,-6-1-24 0,-1 1 24 0,-5-1 104 16,-1 3-46-16,0-5-29 0,-2 2-24 0,0 1 308 15,0-1-136-15,0 1-64 0,-2 3 161 0,-2 0-122 16,1 1-60-16,1 2 12 0,0 3-28 0,0 3-9 15,2 4-35-15,0 2 14 0,0 4-14 0,0 4-1 16,0 4 9-16,0 8-75 0,0 2 33 16,0 2 0-16,0 5 34 0,2 0-129 15,5 1 73-15,-1-3 24 0,0-2-291 0,0-2 146 16,1-2 73-16,-3-13-125 0,1 3-51 0,1-4 111 16,-2-6 52-16,-2-6-83 0,0-2 67 0,-2-7 34 15,0-4-9-15,0-1-259 0,0-4 151 0,-7-2 74 16,-3 0 39-16,-3-4-313 0,-5-9 166 0</inkml:trace>
  <inkml:trace contextRef="#ctx0" brushRef="#br0" timeOffset="18156.91">12302 7534 1444 0,'-14'-5'0'0,"5"1"0"0,1 3 0 0,2-2 0 0,2 2 0 0,4 1 0 0,0 0 0 0,0 0 338 16,10-3-153-16,9 3-68 0,7-2-46 0,1 1 100 15,3-1-70-15,0-1-34 0,0 2 1 0,-4 1-73 16,8-2 14-16,-12 2 1 0,2-2-283 0,-3 2 153 16,-1 0 77-16,-4 0 45 15,-3 0-506-15,-3 0 257 0,-3 0 51 0,-2 0-328 16,-3 2 246-16</inkml:trace>
  <inkml:trace contextRef="#ctx0" brushRef="#br0" timeOffset="18314.5">12380 7654 537 0,'-19'10'0'0,"8"0"0"0,2-5 0 0,3-2 0 0,2 1 156 0,4-4-62 0,0 2-31 16,0 1 1-16,1 0 241 0,15-3-140 0,-1 0-66 15,4 0 115-15,2 0-91 16,1 0-45-16,0 0-202 0,-1 0 74 0,0 0 41 16,-3 0 21-16,0 0-503 0,-7 0 258 0,0 3 134 15</inkml:trace>
  <inkml:trace contextRef="#ctx0" brushRef="#br0" timeOffset="18539.9">12378 7861 1223 0,'-15'0'0'0,"7"0"0"0,1 0 0 0,3-4 0 0,4-4 0 0,0-3 0 0,2-2 0 0,19 2 0 0,-3 0 177 0,11-2-77 0,-3 4-33 16,4 2 104-16,-2 2-69 0,1 3-34 0,-8 2-60 15,2 0 25-15,-2 0 0 0,-4 11 0 0,-4 5-136 16,-5 0 68-16,-7 3 42 0,-1 6-8 0,0-2-126 15,-7 1 79-15,-8-4 40 0,-2 1-28 0,2-9-108 16,-3 2 70-16,-2-5-12 0,4-5-101 0,-3-2 69 16,4-2 34-16,0-2-105 15,0-13 78-15,3-8 39 0,3-6 0 0,2-13-93 16,2 3 57-16,0-13 43 0,1-10-1 0</inkml:trace>
  <inkml:trace contextRef="#ctx0" brushRef="#br0" timeOffset="18807.18">12408 7446 548 0,'0'-39'0'0,"0"-1"0"0,2 14 0 0,2 5 0 0,-3 9 0 15,1 3 0-15,0 6 207 0,2 3-87 0,-1 0-44 0,2 17 220 0,-1 9-124 0,-1 6-74 16,1 11-32-16,0 2 196 0,-3 8-114 0,3 2-58 16,-2 0-20-16,0 4-108 15,-1-5 35-15,-1-1 0 0,0-6-101 0,0-2 68 16,0-10 43-16,0 3-324 0,-7-6 174 0,-4-4 64 16,-2-3 52-16,-2-9-226 0,-2 0 109 15,-2-7 34-15,2-3 38 0,1-5 157 16,-2-1-59-16,4 0-29 0,2 0-9 0,3 0 359 0,2 0-188 0,3 0-66 15,-1-1 235-15,4-1-112 0,1 2-94 0,0-2 247 16,11 2-168-16,12-2-85 0,4 0-41 16,5-1 145-16,3-1-86 0,8-2-54 0,-4 0-24 15,-3 2-91-15,4 1 34 0,-1-1 0 16,0 0-482-16,-3 3 254 0,0-2 131 0,-4 2 66 16,0 1-774-16,-2-2 371 0,-6 2 193 0</inkml:trace>
  <inkml:trace contextRef="#ctx0" brushRef="#br0" timeOffset="19251.52">13180 7343 1228 0,'-7'-4'0'0,"3"0"0"0,2 2 0 0,2 2 0 0,-2 0 0 0,2 0 0 0,0-4 0 0,0 4 252 0,2-1-114 0,11-3-52 15,6-3-27-15,5-3 382 0,2-1-204 0,3 0-94 16,2 0-60-16,0-1 278 0,0 3-164 0,-2 1-82 16,-7 2 57-16,3 2-62 0,-3 1-42 0,-3 1-151 15,-3 2 58-15,-2 0 29 0,-3 0-1 0,-3 0-317 16,0 0 170-16,-5 0 88 0,-1 0 44 0,0 0-208 15,0 0 48-15,-2 0 85 0,0 0-60 0,0-4-381 16,0 2 248-16,0-1 123 16,0 3-435-16</inkml:trace>
  <inkml:trace contextRef="#ctx0" brushRef="#br0" timeOffset="19420.58">13437 7367 1476 0,'0'10'0'0,"0"-1"0"0,0 2 0 0,0-5 0 15,0-1 0-15,0 1 0 0,0-2 0 0,0 0 0 0,0 1 291 0,-2 4-128 0,0 3-58 0,-1 1 314 16,-1 4-193-16,-3 4-96 0,-1 1-49 0,-1 4 52 0,-4 2-41 0,-1 3-35 16,1 1 1-16,-2 0-201 15,2-3 87-15,0-2 45 0,0-5-504 0,0 1 269 16,-1-2 140-16,3-6-655 0,0-6 323 0,3-3 202 16</inkml:trace>
  <inkml:trace contextRef="#ctx0" brushRef="#br0" timeOffset="19590.36">13240 7562 672 0,'0'-9'0'16,"0"3"0"-16,2 2 0 0,0 1 0 0,1 1 0 0,5 0 486 0,0 0-226 0,5 2-114 0,2 0-57 15,0 0 415-15,0 0-227 0,4 4-127 16,-4 4-58-16,1 2 85 0,2 1-73 0,-4 0-234 16,0 1 89-16,-3 2 33 0,0-1 0 0,-1 0-440 15,-5 0 240-15,3 0 120 0,-7-3 69 0,3-1-623 16,-2-2 313-16,-2-1 110 0,0 2 93 0</inkml:trace>
  <inkml:trace contextRef="#ctx0" brushRef="#br0" timeOffset="19876.45">13240 7363 889 0,'-7'-2'0'0,"3"2"0"0,0 0 0 0,2 0 0 0,2 11 0 0,0 5 0 0,0 0 0 0,0 5 200 0,0 10-87 16,0-1-41-16,0 9 135 0,-4 4-87 0,-1-3-44 15,-1-5-13-15,1 4-62 0,-3-2-1 0,0-3 33 16,-1-5 0-16,2-7-52 0,-3-1 22 0,3-4 0 16,1-7 30-16,3-3 33 15,-1-1 0-15,2-4-25 0,0-2 49 0,2 0-29 16,0 0 0-16,0 0 118 0,0 0-73 0,0 0-28 16,2 0-9-16,7 0 58 0,4 0-48 0,4-2-22 15,4 0-1-15,1 0 67 0,6 0-48 0,1 0-22 16,1 1 0-16,0-1-166 0,0 0 73 15,-4 0-416-15,8 2 240 0,-6-1 102 0,-1-2 68 0,-1 3-360 16,-4 0 194-16,3 0 45 16,-1 0 72-16</inkml:trace>
  <inkml:trace contextRef="#ctx0" brushRef="#br0" timeOffset="20059.97">13704 7525 1985 0,'-7'-10'0'0,"5"4"0"0,0 3 0 0,2-1 0 0,0-2 0 0,0 1 0 0,6-1 0 0,5 1 0 0,6 1 0 0,-3 0 138 0,6 0-52 0,-2 3-40 15,1-1-13-15,2 1 8 0,-3 1-8 0,1 0-365 16,-2 0 182-16,0 0 92 0,-4 0 45 0,-1 0-402 16,-3 1 216-16,-2 1 110 0,-3-1-386 0,-2 5 221 15</inkml:trace>
  <inkml:trace contextRef="#ctx0" brushRef="#br0" timeOffset="20433.16">13796 7099 465 0,'-2'-3'0'0,"2"3"0"0,0 0 0 0,0 14 0 0,2 9 84 0,2 3-22 0,1 11-7 16,-1 2-30-16,-2 7 232 0,-1 2-112 0,-1 1-56 15,0 4-20-15,0 1 121 0,0 1-79 0,-5 0-39 16,0-3 3-16,-3-5-21 0,5-12 8 0,-1 3-2 15,0-11-27-15,0-3-1 0,2-7 1 0,2-8-19 16,0-3 27-16,0-2-8 0,0-4 0 16,0 0-22-16,0 0 0 0,0-18 22 15,6 0 8-15,7-6 5 0,0-1-13 0,2-1-1 16,5 0-176-16,-2-3 83 0,1-1 41 0,1 2 18 16,1-2-334-16,0 0 165 0,-1-2 63 0,4-4-296 15,-3 5 178-15,4-11 100 0,-5 4 47 0,3 3-117 16,-6 7 82-16,1 1 41 0,-2 11-9 0,-1-1 75 15,-2 6-26-15,-6 3 0 0,3 2 217 0,-3 4-108 16,1 0-63-16,-4 2 346 0,3 0-194 0,-2 0-98 16,1 0 6-16,2 0 222 15,-1 0-100-15,-1 0-86 0,1 0-37 0,1 0-184 16,0 0 73-16,-3 0 35 0,1 0 9 0,-1 0-176 16,-3 0 102-16,0 4 51 0,-2 4-503 0</inkml:trace>
  <inkml:trace contextRef="#ctx0" brushRef="#br0" timeOffset="20624.64">14099 7435 945 0,'-10'19'0'0,"4"-6"0"0,4-4 0 0,1 0 0 0,-1-3 0 0,2-2 0 0,0-4 0 0,0 1 156 0,0 2-62 16,0-3-31-16,0 2 121 0,0-1-67 0,2-1-47 16,1 0 1-16,3 0-142 0,0 0 52 0,0 0 26 15,-1 0 8-15,-1 0-224 0,-1 0 121 0,1-1 60 16,-2-1-81-16,2 2 45 0,-2-3 39 0,0 3-192 15,0 0 101-15,0 0 4 0,-1 0 40 0,3 0-8 16,-2 0 8-16,0 0 39 16,0 5 1-16</inkml:trace>
  <inkml:trace contextRef="#ctx0" brushRef="#br0" timeOffset="20784.23">14093 7807 1302 0,'0'3'0'0,"0"-3"0"0,-2 0 0 0,-2 0 0 0,-3 0 0 0,1-7 0 0,2-6 0 0,1-2 0 0,3-3 139 0,0-4-58 0,0-2-95 16,2-1 24-16,5-3-1 0,6-2 24 0,0 0-341 15,0-4 166-15,1-5 87 0,-1-1 44 0,-2-1-410 16,0-1 209-16,-3-9 103 0</inkml:trace>
  <inkml:trace contextRef="#ctx0" brushRef="#br0" timeOffset="21049.52">14207 7016 1088 0,'0'-23'0'0,"0"13"0"0,0-1 0 0,0 7 0 0,-2 4 0 0,-1 4 0 0,1 27 0 0,0 10 0 0,2 14 301 0,0 3-134 0,0-2-59 16,7 19-42-16,5-7 354 0,-1 0-194 0,0-1-96 16,1-1-49-16,-1-6 168 15,4 8-112-15,-4-14-52 0,0 2-90 0,3-1-1 16,-5-4 39-16,0-12-294 0,1-4 143 0,-3-9 76 16,-1-12 37-16,-3-3-405 0,3-5 219 0,-1-6 36 15,0 0 78-15,-1-23-247 0,1-5 146 0,-1-10 72 16,-2-1-80-16,-1 2 68 15,1-14 47-15,0 16 59 0,-2-1-20 0,0 10-1 16,0 3 0-16,0 8 114 0,-7 0-52 0,-2 7-31 16,-3 4-1-16,-1 4 338 0,-2 0-142 0,-5 17-101 15,-1 2 8-15,-4 4 108 0,3 3-78 0,-1-2-48 16,4-3-301-16,1-1 122 0,2-4 65 0,5-7-584 16,2 2 302-16</inkml:trace>
  <inkml:trace contextRef="#ctx0" brushRef="#br0" timeOffset="21192.62">14414 6929 1256 0,'0'0'0'15,"16"3"0"-15,4 13 0 0,-1-1 0 0,-5 2 0 0,0 2 0 0,-3 3 0 0,0 3 0 0,1 3 29 0,0 12 1 0</inkml:trace>
  <inkml:trace contextRef="#ctx0" brushRef="#br0" timeOffset="21313.8">14985 7957 10 0,'-1'0'0'0,"1"0"0"0,9 0 0 0</inkml:trace>
  <inkml:trace contextRef="#ctx0" brushRef="#br0" timeOffset="29446.49">10791 8842 816 0,'1'-3'0'0,"4"0"0"0,0-5 0 0,-1-1 0 0,1 1 0 0,1-3 0 0,-1 1 0 0,0-1 0 0,-1 0 68 16,-1 0-35-16,1 1 30 0,-2-3-7 0,0 1-23 15,-1 0-1-15,-1-1-29 0,0-1 30 0,0 2 8 16,0-2-8-16,0-1-22 0,0 2 0 0,-3 0 21 16,-3 0 1-16,1 5-10 0,-2-1 9 0,0-1-9 15,2 5 7-15,-3-1-11 16,1 2 8-16,-1 3 35 0,1-1-8 0,-1 2-26 15,1 0 1-15,-1 0 38 0,1 0-35 0,1 5 11 16,-1 3-10-16,0 0-19 0,4 3 18 0,-3 0 1 16,3 0 20-16,1 4-12 0,2 2-8 0,0 2 36 15,0 7-36-15,0 3 0 0,0 2 8 0,0 9 15 16,0 1 0-16,3 1-23 0,3 6-1 0,-1 3 42 16,2-3 8-16,-2 4-49 15,3-4-1-15,-3-1 30 0,2-1-30 0,0-3 1 16,-2-6-28-16,1 0-8 0,-3 1 36 0,1-2 0 15,-2-2-51-15,0 0 25 0,-2-2 6 0,0-3-10 16,0 2-14-16,-4-4 36 0,-5-2 1 0,0-6-61 16,-5 0 21-16,1-7-3 0,-2 1 10 0,0-6-45 15,0-2 25-15,2-5 0 0,2 0-190 0,-1 0 105 16,3 0 42-16,4-9-357 0,3-4 198 0,2 0 98 16,0-5 40-16,9 0-141 0,5 1 100 15,4 0 50-15,5 2 24 0</inkml:trace>
  <inkml:trace contextRef="#ctx0" brushRef="#br0" timeOffset="29830.46">11219 8967 781 0,'2'-24'0'0,"-2"5"0"0,0-2 0 0,0-1 0 0,0-1 0 0,0 1 0 0,0 1 0 0,-4 0 80 0,2 3-24 0,0 0 8 0,1 4-55 16,-1 1 1-16,-2 2 22 15,0 1 1-15,-1 3-26 0,-1 1 8 0,0 2 18 16,-1 3 0-16,-2-2-14 0,-3 3 14 0,1 0 0 16,-3 0 70-16,2 10-39 0,-1-1 0 0,-1 3 91 15,1 0-61-15,0 3-30 0,0 1 7 0,4 0 107 16,-3-1-72-16,3 2-37 0,2 0 0 0,-2 1 29 16,6 2-24-16,-3 1-8 15,4 5-33-15,2-4 100 0,0 4-50 0,0-2-17 16,0 5 24-16,2-3-28 0,4 2 0 0,2 1-51 15,-1 1 1-15,0 0 29 0,1 0-8 0,-3 0-60 16,2 2 30-16,-2-1 0 0,-1 3 30 0,-2-2-52 16,-1 3 17-16,-1-4 1 0,0-3 1 0,0 0-9 15,0-1 1-15,0-7 3 0,-1 3-135 0,-5-3 72 16,1 0 22-16,-2-4-352 0,2 1 176 16,-1 0 90-16,3 2 41 0,-3-1-403 0,1 5 231 0,-2 2 115 15,2-3 57-15,-1 1-312 16,1 3 189-16</inkml:trace>
  <inkml:trace contextRef="#ctx0" brushRef="#br0" timeOffset="30048.92">10873 9903 1153 0,'-7'0'0'0,"2"0"0"0,1 0 0 0,-1 0 0 0,2 0 0 0,1 3 0 0,2 4 0 0,0 5 194 0,0 3-72 16,0 2-48-16,2 4 162 0,1 3-101 0,4 2-52 15,-2 1-24-15,-1-1 29 0,-2 6-32 0,0-2 0 16,-1-2-23-16,-1 0-101 0,0-2 50 0,0-5 33 16,0 1-98-16,0-3 58 0,0-3 29 0,0-7-315 15,0-2 164-15,0-3 40 0,0-4 54 0,0 0-350 16,0 0 186-16,0-15 91 0,0-4 47 0,0-9-230 16</inkml:trace>
  <inkml:trace contextRef="#ctx0" brushRef="#br0" timeOffset="30318.2">10845 9958 906 0,'-9'-22'0'16,"4"5"0"-16,-2 3 0 0,2-2 0 0,1 3 0 0,4 2 0 0,0 2 0 0,0-1 416 0,0 1-191 0,7 0-96 0,9 0-49 0,3 2 244 15,1 3-137-15,8 1-81 0,-1 1 81 0,3 2-77 16,-2 0-39-16,2 0-18 0,0 8-12 0,-1 5-8 16,-1 3 0-16,-5 5-64 15,-2 3 32-15,-3 6 0 0,-6 2 40 0,-2 11-76 16,-7-3 34-16,-3 1-1 0,0 3 35 0,-3-1-41 15,-10-8 8-15,-6 9-2 0,1-14 58 0,-5 2-52 16,0-6 10-16,-4-2 9 0,6-9-6 0,-8 2-1 16,3-8-3-16,1-3-26 0,3-4 0 0,0-2 36 15,1 0-2-15,2 0-170 0,4-4 78 0,1-3 36 16,5-2 20-16,2-1-226 0,3 0 111 0,4-2 40 16,0 0-365-16,0 3 212 0,2-1 105 15,13 3-188-15</inkml:trace>
  <inkml:trace contextRef="#ctx0" brushRef="#br0" timeOffset="33072.55">11737 8768 549 0,'-3'-8'0'0,"-1"1"0"0,1 1 0 0,1-1 0 0,-2-1 0 0,-1-2 0 0,4 3 0 0,-1 0 0 0,2-1 157 0,0 1-67 0,0-1-28 16,0 0 84-16,0 2-57 16,2-2-27-16,4 2 26 0,3 1-1 0,2 1-28 15,1 0 1-15,1 2 0 0,2 2 0 0,-2 0-19 16,1 0-9-16,2 8 43 0,-1 3-22 0,0 4 1 15,-2 2-13-15,2 5 0 0,-6 0-8 0,2 1 0 16,-2 4-36-16,-2-1 36 0,-4 4 8 0,-1 2-32 16,0 0 1-16,-2 3 23 0,0-2-1 0,-5-1-33 15,-6 1 34-15,-5-2-3 0,0-2-12 16,-3-2 25-16,-4-7-23 0,3-1 6 16,-1-6 0-16,-6-3 23 0,3-5 0 0,4-3-23 15,-8-2 4-15,8 0-40 0,-1-3 47 0,5-11-76 16,-1-2 32-16,4-2-1 0,4-2 30 0,1 0-92 15,6-3 43-15,2 1 19 0,0 1-12 0,2-4-6 16,8 4 7-16,4 0-1 0,2 5-3 0,6-5-33 16,0 4 14-16,5 2 0 0,-1 0 20 0,3 4 9 15,1 2-13-15,0-1-31 16,2 1 18-16,-2-1 0 0,2 1 18 0,-2 0-22 0,-4-1-7 16,4 3 29-16,-4 1-4 0,-7 2 35 15,2 0-1-15,-5 3-31 0,-4 1-8 0,-1 0 74 16,-2 0-32-16,1 1 1 0,-4 11 179 0,-1-1-99 15,-3 4-38-15,1 2 213 0,-1 4-110 0,0 3-67 16,0-3-9-16,2 1 42 0,0 1-37 0,0-3-32 16,3 1 1-16,2-2-53 0,1-2 30 15,3-3 0-15,0-4 8 0,4 0-33 0,-1-5 0 0,4-1 25 16,-1-4-68-16,-1 0 33 16,1 0 9-16,0-5-56 0,-2-9 25 0,-2-1 24 15,0-6-10-15,-4 1-72 0,-1 0 37 0,-3-9 24 16,-2 1 0-16,-3-1-105 0,0-2 53 0,-2-1 31 15,0-4 2-15,0 0-53 0,-7 1 36 0,-6-1 0 16,-1 4-94-16,2 6 59 0,-4 9 22 0,0 0 28 16,-3 6 9-16,-2 4 1 0,1 4-1 0,-1 3 56 15,0 0-24-15,-1 12 0 0,3 3-31 0,-2 2 2 16,4 2-2-16,4-2-8 16,-4 7 7-16,8-5-244 0,-1 7 122 0,5-2 61 15,1 1-157-15,0-3 101 0,4 8 63 0</inkml:trace>
  <inkml:trace contextRef="#ctx0" brushRef="#br0" timeOffset="33309.92">11931 9085 504 0,'-10'0'0'0,"5"0"0"0,0 0 0 0,3-8 0 0,2-6 0 0,2-5 361 16,12-4-169-16,11 1-79 0,8-2-40 0,3 1 109 15,6 3-74-15,-6 5-30 0,8 0-8 0,-8 8 77 16,2 6-57-16,-2 1-29 0,-1 0 44 0,-1 9-28 15,-4 8-8-15,-2 0 10 0,0 2-23 0,-3 1 0 16,-1-1-24-16,-3-1 67 0,1 0-38 0,-5-5 1 16,2 0-30-16,2-2-38 0,-3-2-1 0,3-3 48 15,0-2-8-15,-1 1-179 0,-1-5 89 0,2 0 45 16,-4 0-495-16,0 0 233 16,-3-3 134-16,-3 1-229 0,-1 0 168 0,0 0 84 15</inkml:trace>
  <inkml:trace contextRef="#ctx0" brushRef="#br0" timeOffset="33572.74">11693 9317 1155 0,'-19'0'0'0,"11"0"0"0,7 0 0 0,1 0 0 0,0 0 0 0,10 0 0 0,13 0 220 15,15 1-93-15,4-1-48 0,9 2-23 0,13-2 283 16,-11 0-145-16,20 0-85 0,-7 0-38 0,-12 0 176 16,5 0-108-16,-1 2-53 0,0-2 0 0,-5 0-31 15,-1 0 0-15,-4 0-193 0,-9 0 85 16,-2 0 43-16,-9 0 30 0,-1 0-152 16,-4 0 83-16,-9 0 40 0,-4 0 21 0,-3-2-543 15,-5 2 200-15,-2 0 155 0,0 0 55 0</inkml:trace>
  <inkml:trace contextRef="#ctx0" brushRef="#br0" timeOffset="33906.85">11873 9515 770 0,'-13'-10'0'0,"11"5"0"0,2 4 0 0,0-1 0 0,0-2 417 0,7 0-193 0,9 2-95 16,2 2-48-16,4 0 109 0,5 0-70 0,-1 10-48 15,3 5 1-15,-1 4 45 0,0-1-42 0,-2 5-22 16,-5 1-85-16,-2 1 28 0,-5 1 0 0,-2-2-137 16,-6 3 87-16,-5-3 42 0,-1-2 31 0,0 9-138 15,-13-7 55-15,-5 1 42 16,-7-5-31-16,-3-3-17 0,-4-4-11 0,-2-2 34 16,0-3-28-16,1-4 109 0,-1-4-42 0,2 0 1 15,7-2-37-15,-5-11 176 0,13 3-65 0,1-5 116 16,2 2-82-16,7 0-46 0,3-2-6 0,4 2 64 15,0-2-35-15,2 2-26 0,5 1 4 0,7 1-37 16,2-1-9-16,7 1 22 0,0 2 0 0,0 2-191 16,4 0 89-16,-1 1 54 0,6 0 6 15,-2 4-519-15,2-2 228 0,2 3-348 0</inkml:trace>
  <inkml:trace contextRef="#ctx0" brushRef="#br0" timeOffset="34116.28">12210 9645 1295 0,'9'0'0'0,"-2"0"0"0,4-2 0 0,-1-4 0 0,-1 3 0 0,4-1 0 0,6 2 0 0,-2 0 0 0,3 2 209 0,1 0-87 16,2 10-45-16,-7 3 141 0,5 6-96 0,-6 1-45 15,-3 2-22-15,-3 0 13 0,-5 1-1 16,-3 1-26-16,-1 4-38 0,-1-2-1 16,-12-2 31-16,-6-1-63 0,-1-2 32 0,0-7 8 15,-8 3 22-15,0-7-145 0,1-1 73 0,1-5 12 16,4-1 26-16,-1-3-323 0,2 0 159 0,5 0 52 15,4-5 48-15,7-8-322 0,5-4 178 0,0-1 81 16,15-7-105-16</inkml:trace>
  <inkml:trace contextRef="#ctx0" brushRef="#br0" timeOffset="34295.81">12568 9542 567 0,'1'-5'0'0,"-1"2"0"0,0 3 0 0,-3 0 0 0,-10 0 0 0,-2 4 0 0,-2 9 495 0,2 4-223 0,-5 5-124 0,6 5 302 15,1 1-209-15,1 5-104 0,5 0-52 0,5-1 218 16,2 0-140-16,0-2-65 0,6-2-33 0,9-1-21 16,5-5-3-16,5-3-8 0,1-1-111 0,4-5 56 15,4-2 27-15,0-1-456 0,1-5 250 16,1-1 113-16,-4-2 60 0,0-2-736 0,-2 0 365 16</inkml:trace>
  <inkml:trace contextRef="#ctx0" brushRef="#br0" timeOffset="35361.65">11576 8695 515 0,'0'-6'0'0,"-2"2"0"0,0 2 0 0,-3 1 0 0,-3-1 0 0,0 2 0 0,-2 0 193 0,-2 0-80 0,1 9-40 16,-5 10 48-16,2 7-44 0,1 6-14 0,-3 13 103 16,6 5-66-16,-1 11-34 0,8 2 0 0,1 2 136 15,2-5-76-15,0 17-51 0,5-7-21 16,9-1 153-16,3 0-88 0,2-1-42 16,0-12-15-16,6 14-3 0,0-14-26 0,0-9-1 15,1 1-66-15,6-2 34 0,2-3 7 0,1-1-211 16,2-3 118-16,4-2 59 0,0-5 30 0,1-4-503 15,-1-7 241-15,9 0 73 0,-1-8 78 0,2-4-356 16</inkml:trace>
  <inkml:trace contextRef="#ctx0" brushRef="#br0" timeOffset="35627.21">13039 9465 1470 0,'0'-11'0'0,"0"7"0"0,13 2 0 0,2-4 0 0,1-1 0 0,-4 1 0 0,4 1 210 0,0-1-89 15,2 0-44-15,0 2 262 0,3-1-158 0,2 1-73 16,-4 2-38-16,2 0-14 0,2 0 0 0,-5 1-15 15,2-1-8-15,-3 0-324 0,-2 0 162 0,-2 0 81 16,-2 0-496-16,-2 2 283 0,0 0 86 0,0 0-435 16</inkml:trace>
  <inkml:trace contextRef="#ctx0" brushRef="#br0" timeOffset="35998.47">13690 9189 694 0,'-14'0'0'0,"7"0"0"0,1 5 0 0,1 1 0 0,2-2 0 0,1-1 82 0,0 2-25 0,2-2-1 0,0 1 47 16,0-1-40-16,0 3 0 0,4-2-30 0,6 0 120 15,1-1-60-15,-2 0-21 0,3-2-10 0,-3 1 153 16,2-2-92-16,-1 2-45 0,3-2 180 0,-4 0-104 15,3 0-65-15,0 0 157 0,2 0-107 0,2 0-53 16,4 0-26-16,4 0 117 0,4 0-76 0,3 0-34 16,0 0 0-16,3 0-13 15,3 0 1-15,-1 2-14 0,7 2-88 0,-1 0 40 16,-1 1 0-16,0-1 39 0,-5-1-128 0,11 0 60 16,-14 3 34-16,5-5-143 0,-2 0 64 0,0 1 48 15,-4 1-9-15,-2-3-161 0,-6 0 77 0,0 0 52 16,-3 0-1-16,-4 0-71 0,-4 0 49 0,0 0 36 15,-3 0 0-15,-5 0-222 0,-1 0 125 0,-2 0 62 16,-2-3-323-16,0-7 197 16,-4 0 95-16</inkml:trace>
  <inkml:trace contextRef="#ctx0" brushRef="#br0" timeOffset="36335.61">13704 8527 1174 0,'-14'-26'0'0,"9"10"0"0,5 3 0 0,0 7 0 0,2-3 0 0,10 1 0 0,2 4 0 0,7 2 172 0,6 2-69 0,3 0 118 16,7 15-93-16,-3 4-48 0,-4 5-16 0,4 10 37 16,-6 0-34-16,-5 1 0 0,-5 1-35 0,-5-2-35 15,-3 4 7-15,-5 1 29 0,-3-1 0 0,-2-3-26 16,-6 2 1-16,-8-6 24 0,-5-3-64 0,-6-4 28 15,1-5 0-15,-7-3-50 0,0-9 36 0,0-3 1 16,4-4 3-16,-5 0 24 0,6-5-3 0,1-11-8 16,6-5 6-16,4 0 25 15,8 5 2-15,-1-5-24 0,8 0-1 0,0 3 72 16,0 1-34-16,5 2 10 0,9 0-29 0,3 4 1 16,5-1-8-16,1 3-99 0,2 1 48 0,3 2 25 15,0 2 4-15,4 1-475 0,0-1 233 0,-2 2 98 16,2 1 64-16,0-3-481 0</inkml:trace>
  <inkml:trace contextRef="#ctx0" brushRef="#br0" timeOffset="36692.08">14285 8535 1632 0,'1'-8'0'0,"1"5"0"0,2-1 0 0,-2 3 0 0,-2 1 0 0,2 0 0 0,-1 0 0 0,1 3 0 0,2 13 278 0,2 6-123 0,-4 2-53 15,0 6 151-15,0 4-110 0,0 1-56 0,-1 2 152 16,-1 1-104-16,0 0-43 0,0 0-33 0,0-1-191 15,0-1 82-15,0-4 42 0,0-2 20 0,0-9-399 16,0-1 206-16,0-6 107 0,0-5-421 0,-3-3 194 16,-1-5 140-16,-4-1-162 0,1-1 149 0,-1-19 71 15,1-4 34-15,-3-8-41 16,1-9 39-16,2-6-8 0,-1-2 46 0,0-5-42 16,3 0 22-16,3 1-1 0,2 6 22 0,0 10 62 15,0-2-27-15,0 4 0 0,5 3 333 0,7 8-184 16,1 1-93-16,1 6-27 0,2 4 489 0,3 2-244 15,-1 3-122-15,1 6 65 16,1 0-93-16,-2 2-39 0,1 0-32 0,-1 8 172 0,-2 4-98 16,-2 0-49-16,0 3-24 0,-5 2 8 15,-4 2-32-15,-1 0 0 0,-4 5-164 0,0 1 83 16,-4 0 39-16,-10 0-107 0,-3 0-99 0,-2 1 124 16,0 1 16-16,-2-1-213 0,1 0 91 0,-1 0 81 15,0 2 12-15,5 2-428 0</inkml:trace>
  <inkml:trace contextRef="#ctx0" brushRef="#br0" timeOffset="37016.75">13881 9386 1652 0,'-8'2'0'0,"2"0"0"0,3-2 0 0,3 0 0 0,0 0 0 0,1-6 0 0,19 0 0 0,2-3 209 0,4 5-88 0,2 2-45 0,0 2 57 16,2 0-42-16,-3 15-33 0,-3 4 0 0,-3 5-59 15,-4 7 0-15,-3 0 34 0,-9 5 8 0,-3 8-100 16,-2-2 46-16,-2-2 22 0,-15 2 1 0,-4-1-18 16,1-9 28-16,-9 7-8 0,5-14 53 15,-6-1 0-15,1-5-81 0,1-4 86 16,2-8-23-16,-6-1-5 0,12-6-12 0,-3 0-30 16,4-2 44-16,4-9-16 0,4-6 41 0,7-8-110 15,4 3 41-15,0-3-1 0,2 1-98 0,9-1 60 16,8 3 24-16,2-2-121 0,3 4 60 0,3 0 39 15,-1 4 0-15,0 2-291 0,-2 5 132 0,4-3 87 16,-1 7 31-16,-2-1-357 0,-1 4 201 16,-6 1 100-16,7-2 43 0,-4 2-158 15</inkml:trace>
  <inkml:trace contextRef="#ctx0" brushRef="#br0" timeOffset="37134.44">14234 9542 608 0,'0'-4'0'0,"0"3"0"0,0-2 0 0,0 1 0 0,0 1 494 0,0 1-230 0,1 0-116 16,3 0-49-16,2 1 183 0,2 7-124 0,1 3-63 15,0 1 279-15,1-1-170 0,1 2-78 0,0 2-267 16,-1 0 87-16,-1-1 43 0,2 2 22 16,-1-3-688-16,1-2 363 0,0 0 169 0</inkml:trace>
  <inkml:trace contextRef="#ctx0" brushRef="#br0" timeOffset="37317.94">14527 9429 1279 0,'4'-5'0'16,"-1"0"0"-16,-1 4 0 0,0 1 0 0,-2 1 0 0,0 17 0 0,0 10 0 0,-9 10 643 0,-8 2-305 0,-3 15-153 0,-5 4 124 0,2-6-130 16,-7 16-77-16,4-4 137 0,-1 1-104 15,3-1-51-15,0 0-25 0,3-9-231 16,-4 8 98-16,7-16 53 0,-1 1 28 0,4-13-615 16,3-4 321-16,3-11 167 0,6-9 73 0,-3 0-777 15,6-8 395-15</inkml:trace>
  <inkml:trace contextRef="#ctx0" brushRef="#br0" timeOffset="37539.36">14671 8930 1872 0,'14'-17'0'0,"14"11"0"0,0 3 0 0,-4 2 0 0,0 1 0 0,3 1 0 0,-1 19 0 0,3 2 0 0,-3 8 395 0,2 7-182 0,-4 6-90 15,-1 4 113-15,-8 1-94 0,-4 5-59 0,-7 1-19 16,-4 12-1-16,-2-2-30 0,-17 2 0 16,-1-7-23-16,-12 13 23 0,-2-10 0 15,1-6-1-15,-2-13-272 0,-4 3 137 0,-1-9 76 16,-1-5 25-16,1-6-867 0,7-5 421 0</inkml:trace>
  <inkml:trace contextRef="#ctx0" brushRef="#br0" timeOffset="38460.89">15627 9314 762 0,'-15'-17'0'0,"3"5"0"0,0-2 0 15,3 1 0-15,-3-2 0 0,1 0 0 0,0 2 0 0,1 2 88 0,-1 1-32 0,-2 5 0 0,0 1-23 0,0 2 96 16,-1 2-47-16,1 7-17 0,-4 18-8 0,3 11 35 16,-2 5-29-16,1 10-1 15,3 1 108-15,2 3-60 0,2-2-43 0,5-7 94 16,3-10-64-16,0 1-32 0,2-6 0 0,5-12-12 16,5 1-20-16,2-5-1 0,1-7 1 0,4-6-27 15,4-2 0-15,0-6 35 0,2-20-125 0,-2-6 59 16,1-10 29-16,-1-5 0 0,1-11-250 0,-5 8 135 15,0-18 29-15,-2 4-194 0,-2-3 107 0,-4-5 72 16,-2-3 18-16,-1-6-41 0,0-13 49 16,-1 21-1-16,0-6 39 0,-3 10 0 0,0 16 0 15,0 12-8-15,-2 9 151 0,-2 13-72 16,0 4-35-16,0 7 341 0,-2 8-167 0,-6 6-68 16,-3 32-57-16,2 3 275 0,-3 20-132 0,5 4-81 15,-1 10-40-15,3 6 189 0,1 1-119 0,-2 15-56 16,2-23-27-16,1 7 67 0,3 0-48 0,0-16-15 15,0 14-104-15,1-23 35 0,13-5 1 0,-1-11 36 16,2-4-440-16,-2-13 229 0,0-6 101 16,1-6-611-16,-2-11 329 0,0 0 155 15,-1-19 86-15,-2-8-294 0,-1-5 194 0,0-13 92 16,-5 2 47-16,3-4-136 0,-3 0 100 0,1 8 53 16,1-3 62-16,-2 5 0 0,3 3 0 0,-1 4 0 15,1 8 162-15,-1 2-111 0,5 4-38 0,-1 3 456 16,4 1-249-16,4 7-52 0,6 1-85 0,-5 3 322 15,11 1-190-15,-3 3-91 0,0 12-45 0,-1 6 50 16,-3 3-48-16,-1 6-15 0,-6 1-12 0,-5 6 1 16,-5-2-22-16,-3 1 0 15,-2 0-21-15,-6 1 8 0,-15 0 13 0,1-8-24 16,-6-3 0-16,-2-4 24 0,-2-2 8 0,-4-6-118 16,4-4 55-16,0-4 7 0,9-4 0 0,1-2-303 15,4 0 158-15,7-6 60 0,9-9-199 0,0-4 115 16,9-4 75-16,19-3-412 0</inkml:trace>
  <inkml:trace contextRef="#ctx0" brushRef="#br0" timeOffset="39159.18">16409 9157 636 0,'2'-14'0'0,"-2"5"0"0,0-3 0 0,-11 4 0 0,-7 0 0 0,-8 2 450 0,-2 6-209 0,-2 0-104 15,0 6-44-15,-6 17 385 0,6 3-223 0,2 8-111 16,5 3-56-16,5 5 157 0,9-3-98 0,0 12-61 15,9-5-32-15,0 0 1 0,11-3-22 0,9-4-1 16,2-7-25-16,12 2-9 0,0-10 35 16,3-4-210-16,-2-9 105 0,2-4 53 15,-1-5 33-15,-1-2-366 0,-3-2 180 0,-2-15 28 16,0-4 65-16,-3-3-250 0,-4-4 140 0,-4-4 82 16,2-6 37-16,-8 1-33 0,1-2 35 0,-7-3 0 15,-1 3 93-15,-5-9-24 0,-1 15-1 0,0-1 22 16,0 12-27-16,-10 1-1 0,-6 7-35 0,0 6 303 15,-4 5-147-15,-1 3-30 0,-2 8-50 0,2 14 318 16,0 9-138-16,1 6-95 0,4 2 28 16,5 3-57-16,4 0-29 0,5-7-1 15,2 3 1-15,0-5-29 0,2-2 0 0,7-7-34 16,2-8 1-16,3 2 32 0,0-9 9 0,4-4-179 16,-2-2 86-16,2-3 42 15,-4-3 21-15,3-9-298 0,1-11 115 0,-4-4 84 0,2-6-181 0,0-8 118 16,0-1 59-16,-2-5 21 0,2-4-174 0,-2-10 106 15,-1-2 53-15,-1-6-49 0,-1-5 52 0,1-8 16 16,-1-15 9-16,-2 7-69 0,1 16 47 16,-3-1 24-16,-1 21 0 0,-3 14 82 15,-1 9-25-15,0 14 1 0,-2 1 405 0,0 9-220 16,0 7-103-16,0 7 341 0,-4 32-176 0,-3 3-111 16,-2 18-43-16,-1 8 242 0,3 10-153 0,1 7-67 15,1 11-46-15,0-9 113 0,3-10-75 0,2 3-39 16,0-3 1-16,0-15 77 0,0 2-62 0,8-8-27 15,2-8-285-15,0-7 130 0,2-8 64 0,-1-10-427 16,2-8 240-16,-1-10 125 0,1-5 15 0,0-2-440 16,-2-25 244-16,0-6 112 15,-1-7 70-15,-3-4-59 0,1 2 60 0,-5 11 29 16,1-7 0-16,1 10 22 0,-2 0 8 0,1 3 0 16,-2 13 327-16,0 0-164 0,-1 6-81 0,1 5 446 15,2 1-222-15,1 0-144 0,5 5 8 0,-1 9 338 16,2 0-220-16,1 3-104 0,2 1-62 0,2 0 36 15,-2-2-46-15,2 0-23 0,0-3-11 0,0 0-124 16,-2-3 52-16,2-3 30 16,-2 1-544-16,0-2 286 0,-1 0 145 0,-2-1 79 15,1-4-809-15,-3-1 404 0,2 0 202 0,-1-1-275 16,4-15 239-16,-6-8 110 0</inkml:trace>
  <inkml:trace contextRef="#ctx0" brushRef="#br0" timeOffset="39353.67">17253 9158 585 0,'7'-44'0'0,"0"10"0"0,2-4 0 0,0 1 0 0,1 3 0 0,-1 7 0 0,0 5 246 0,-3 10-107 15,2-1-53-15,-2 8 365 0,-3 5-202 0,-1 2-112 16,-2 30-52-16,-5 11 479 0,-18 23-266 0,-9 17-133 16,0-7-57-16,-17 36 196 15,-10 17-135-15,2 6-68 0,-19 34 119 0,-1 2-32 16,-10 15-188-16,0 7 0 0,1 1 0 0,6 9 0 16,2-9 0-16,14-12-655 0,15-40 369 0,14-29 155 15,4-27 82-15,8-9-679 16,5-28 348-16,3-13 174 15,0-10 78-15,4-13-56 0,3-6 76 0,6-7 38 0,2 0-235 0,0-13 135 0</inkml:trace>
  <inkml:trace contextRef="#ctx0" brushRef="#br0" timeOffset="41769.71">17905 8972 1031 0,'-7'-5'0'0,"5"3"0"0,0 0 0 0,2 0 0 0,-2 2 0 0,2 0 0 0,0 0 109 0,9 0-37 0,9 0 236 15,8 0-141-15,0 0-68 0,6 0-33 0,0 0 172 16,4 6-94-16,-3-2-60 0,1 1-26 0,-2 1-59 15,-2-2 34-15,-2 0 0 16,-5-1-190-16,-1-1 92 0,-1 0 48 0,-5 0-148 16,-2 2 99-16,-7-2 49 0,-1 1 0 0,-2 3-559 15,-4 4 277-15,0-1 105 0</inkml:trace>
  <inkml:trace contextRef="#ctx0" brushRef="#br0" timeOffset="41938.25">17977 9253 1086 0,'-21'5'0'0,"2"6"0"0,8-5 0 0,2-1 0 0,3-3 0 0,2-2 0 0,4 0 0 0,0 0 490 16,1 0-229-16,17 0-114 0,1 0 227 0,3 0-174 15,2-2-84-15,1 1-41 0,1-6-81 0,1 6 38 16,-5-2 9-16,10-1-205 0,-6 2 98 0,0 0 50 16,3 0 24-16,-3 2-550 0,-1 0 291 0,5 0 136 15</inkml:trace>
  <inkml:trace contextRef="#ctx0" brushRef="#br0" timeOffset="42331.21">18839 8904 1112 0,'-19'-12'0'0,"8"10"0"0,3 0 0 0,-1 2 0 0,-2 0 0 0,-5 0 0 15,2 7 0-15,-2 8 297 0,1 2-132 0,-2 10-66 0,1 5 166 16,-2 9-121-16,6 3-55 0,0 0-29 16,6 5 131-16,6-7-72 0,0 9-46 0,2-11 110 15,14-1-74-15,10-6-39 0,6-7 1 0,-2-8-7 16,13 0-9-16,-2-10-22 0,1-7 0 0,-1-1-44 16,0-1 22-16,-5-13 8 0,5-10-85 0,-7 1 50 15,-4-9 24-15,-3 0 0 16,-5-2-192-16,-5 5 109 0,0-15 15 0,-8 5-112 0,-3-2 64 0,-5-3 48 15,-1 0-7-15,0-3-29 16,-12-1 22-16,-6 4 21 0,0 2-1 0,-3 10-5 16,-3 2 0-16,-5 8 18 0,-1 6 48 0,-2 7-40 15,-1 7 0-15,3 2 0 0,-1 0 40 0,1 16-48 16,4 2 8-16,4 5-56 0,-1 1 28 0,6 5 0 16,2-4 29-16,8 0-226 0,-3 5 117 0,10-7 54 15,0-1 27-15,0-1-137 0,8-3 81 16,7 0 34-16</inkml:trace>
  <inkml:trace contextRef="#ctx0" brushRef="#br0" timeOffset="42716.44">19158 8434 543 0,'-6'-25'0'0,"1"5"0"0,-3 1 0 0,-3-2 0 0,2 3 0 0,-5 1 293 0,3 2-130 0,0 3-57 16,-2 2 51-16,2 5-62 0,-1 2-31 0,-1 3 0 16,2 0 102-16,-1 0-59 0,1 14-41 0,-1 9 84 15,-2 3-58-15,3 6-30 0,-1 10 0 0,5-3 125 16,-2 12-81-16,3-2-37 0,0 1 0 0,2 1 124 16,2 6-72-16,0 4-49 0,1-1 55 0,-1 4-47 15,2 0-24-15,0 0 0 0,0-4 102 0,-2 11-68 16,2-3-28-16,0-1-43 0,-2 3 13 0,-1-1 1 15,1-5 8-15,-2 14-143 16,1-15 68-16,-4 1 33 0,2-14 0 0,-4 7-129 16,-1-6 86-16,-3-2 3 0,0-6-47 0,-4-4 18 15,0-5 34-15,-2-4-62 0,-4-5 34 0,-1-5 3 16,2-5 0-16,-3-5-71 0,4-5 50 0,1-2 25 16,3-3-9-16,2 0-160 0,2-3 97 0,5-7 48 15,5-2 24-15,3-3-318 0,0-4 163 0,7-1 94 16,10-1-337-16,3 0 212 0,9 2 105 0</inkml:trace>
  <inkml:trace contextRef="#ctx0" brushRef="#br0" timeOffset="43008.16">19133 9596 1622 0,'6'-2'0'0,"-2"1"0"0,-2 1 0 0,0 0 0 0,-2 0 0 16,0 12 0-16,0 2 0 0,0 3 0 0,0 7 574 0,0 1-270 0,0 3-136 0,0-1-68 0,-2 2 169 15,0 1-110-15,-2 2-67 16,-2-2-69-16,1-2 10 0,-1-2-1 0,1-3 1 16,-3-3-33-16,0 0-8 0,-1-4 41 0,2-4-66 15,-1-5 33-15,2-1 0 0,3-2 41 0,-1-2 102 16,2-2-56-16,0 0-26 0,2 0-1 0,0 0 242 16,0 0-302-16,0 0 0 0,6 0 0 0,9 0 0 15,2 0 0-15,4 0 0 0,3 0 0 0,0 0 0 16,2 0 0-16,1 0 0 0,-1 0 0 0,-5 0 0 15,3 0 0-15,-3 0 0 16,-2 0 0-16,-4 0 0 0,-3 0 0 0,-3 0-809 16,-2 0 437-16,-2 0 170 0,1 5-786 0</inkml:trace>
  <inkml:trace contextRef="#ctx0" brushRef="#br0" timeOffset="43967.78">19800 8911 934 0,'-1'-7'0'0,"-1"6"0"0,2 0 0 0,0-1 0 0,0 2 0 0,0 0 95 0,0 0-31 16,0 18 0-16,0 7 268 0,0 4-153 0,2 12-73 16,-1-2-37-16,1 6 144 0,0 0-90 0,-2-4-37 15,0 14-30-15,0-6 25 0,0 1-25 0,0 1 1 16,0-2-148-16,0-5 70 0,0 6 23 0,0-17 0 16,-2 1-93-16,0-10 62 0,1-3 31 0,-1-7-373 15,0-8 189-15,2-4 36 0,-2-2 68 16,0-3-314-16,2-19 179 0,0-8 82 0,0-6 53 0</inkml:trace>
  <inkml:trace contextRef="#ctx0" brushRef="#br0" timeOffset="44187.18">19776 8967 597 0,'0'-25'0'0,"-4"9"0"0,4 5 0 0,0 0 0 0,0 2 0 0,0 2 0 0,4 0 378 16,11-2-173-16,7 6-86 0,1 2 249 0,2 1-159 15,5 0-92-15,-2 0 60 0,0 13-73 16,-1 3-35-16,-6 5-1 0,-5 0-47 0,0 9 12 0,-4-2 0 15,-8 1-1-15,-4 1-62 16,0-1 31-16,-6 1 9 0,-11-2 23 0,-2 1-68 16,-5-7 33-16,0-1 1 0,-3-6-93 0,4-6 64 15,-1-1-8-15,2-6-229 0,1 0 116 0,5-2 70 16,0 0 18-16,9 0-160 0,0-2 92 0,5-4 49 16,2 2 24-16,0 1-322 0,9 1 174 0</inkml:trace>
  <inkml:trace contextRef="#ctx0" brushRef="#br0" timeOffset="44779.61">20294 9269 873 0,'11'-3'0'0,"-2"-3"0"0,-8-5 0 0,-1-4 0 0,0-4 0 0,0 0 0 0,-3 0 308 0,-4 0-142 0,-2 3-67 0,2 3 120 16,0 6-93-16,-5 3-47 0,1 1-15 0,-3 3 24 15,0 19-28-15,-4 15 0 0,2 8-27 0,-1 5 13 16,6 6-6-16,0-3-7 0,4 0 0 0,5-3 78 15,2-11-44-15,0 0 1 16,4-12-7-16,10-1-29 0,2-6 1 0,1-8-126 16,4-5 63-16,-1-4 32 0,1 0 7 0,2-17-225 15,-3-9 116-15,1-9 57 0,-3-6 15 0,-2-2-114 16,1-4 43-16,-2-4 3 0,-1-1 38 0,-2-4-166 16,1-10 95-16,-3 4 48 0,-3 2-40 0,1-18 49 15,-1 9-1-15,-1 4 103 0,-2 10-31 0,0 1-1 16,-3 14-39-16,1 3 242 15,-2 14-117-15,0 10-58 0,0 4-30 0,-3 9 390 16,-5 1-167-16,-4 31-68 0,2 10-64 0,-1 18 67 16,1 5-60-16,2 9-31 0,1 5 251 0,3 1-144 15,1-1-69-15,3-5 112 0,0-5-90 0,0-3-45 16,0-13-15-16,2 3-185 0,5-8 78 0,2-4 38 16,-4-12 1-16,4 0-400 0,-4-10 227 0,1-3 102 15,-3-10 54-15,3-1-369 0,-1-8 188 16,2 0 25-16,0-14-376 0,0-13 264 15,4-11 129-15,-1-5-244 0,-3-3 186 0,2-2 85 16,2-1 55-16,-2 2-8 0,2 3 87 0,-1 2 0 16,-1 10 0-16,0-4 61 0,-2 8-36 0,1 8-29 15,1 1 0-15,2 4 202 0,1 4-116 0,1 2-66 16,2 6-20-16,0 0 24 0,2 3-23 0,0 0 1010 16,2 5-487-16,-5 10-235 0,4 7-131 0,-7 2 104 15,-4 5-112-15,-1 3-57 0,-4 2-28 16,-2-1 21-16,0 2-28 0,-5-2 0 15,-7-5-147-15,-3-2 63 0,0-3 32 16,0-8 7-16,-4 0-87 0,0-4 55 0,-1-3 28 0,-1-2-389 16,3-5 195-16,0-1 47 0,6 0 67 0,0 0-420 15,8-11 231-15,4-6 116 0,0-6 57 0,7 5-375 16</inkml:trace>
  <inkml:trace contextRef="#ctx0" brushRef="#br0" timeOffset="44951.58">20974 8946 1577 0,'2'-2'0'0,"-2"2"0"0,0 4 0 0,-7 15 0 0,-11 4 0 0,0 5 0 0,-5 10 311 16,2-1-138-16,5 1-63 0,-3 10 218 0,6-5-148 15,3 1-73-15,8-3 275 0,2-5-174 0,0 2-79 16,9-6-53-16,7 1-119 0,7-3 38 16,3-6-1-16,4-2 39 0,2-7-529 0,0-7 260 0,0-2 135 15,2-6 67-15,-1 0-845 0,-1-2 430 0</inkml:trace>
  <inkml:trace contextRef="#ctx0" brushRef="#br0" timeOffset="45109.73">21233 9172 1019 0,'0'0'0'0,"0"0"0"0,0 0 0 0,0 2 0 0,3-2 0 0,4 0 122 0,6 0-48 0,6 0 0 0,6 0 365 15,-4-2-203-15,4 1-101 0,0-2-44 0,3 1-27 16,-2 2-1-16,1 0-30 0,-5 0-486 0,0 0 243 15,-1 0 129-15,-2 0 53 16,-6 0-614-16</inkml:trace>
  <inkml:trace contextRef="#ctx0" brushRef="#br0" timeOffset="45287.25">21397 8881 615 0,'0'-10'0'0,"-2"5"0"0,2 3 0 0,0 2 0 0,0 0 229 0,0 13-98 0,0 12-50 15,0 5-15-15,0 3 369 16,-2 12-200-16,-1 1-102 0,-4 1 207 0,2-1-154 16,1 5-68-16,-1 0-47 0,1-1-124 0,1-1 43 15,3-2 22-15,0-2-532 0,0-9 285 0,1-2 129 16,12-8 70-16,-2-7-313 0</inkml:trace>
  <inkml:trace contextRef="#ctx0" brushRef="#br0" timeOffset="45591.78">21887 9021 1178 0,'0'5'0'0,"-5"11"0"0,2 9 0 0,-2 1 0 0,-1 3 0 0,1 6 0 0,-2 2 347 0,3 8-157 0,1 1-78 0,3-3 255 16,0-8-158-16,8 3-93 0,7-2-41 0,6-8 5 15,2-4-23-15,-3-7 7 0,6-4-31 0,1-4-48 16,-3-9 23-16,1 0 1 15,-3-3-40-15,-5-10-32 0,4-10 44 0,-7 2 25 16,-1-5-125-16,-1-3 76 0,-5 0 2 0,-1-3-43 16,-3 0 15-16,-1-3 31 0,0-8-19 0,-2 1 57 15,0-1-29-15,0 1 4 0,0-8 0 0,-7 3 21 16,-4 1-9-16,-3 4-5 0,1 12-8 0,-1 5-15 16,-5 4 4-16,-4 9 33 15,-2 12-118-15,0 0 51 16,-3 26 21-16,3 1-270 0,-5 20 148 0,3-3 70 0,1 5 34 0,-4 16-403 15</inkml:trace>
  <inkml:trace contextRef="#ctx0" brushRef="#br0" timeOffset="45815.18">21609 9566 852 0,'-13'0'0'0,"7"0"0"0,3 0 0 0,1-2 0 0,2-19 0 0,2 0 399 15,12-6-183-15,11-5-91 0,7 0-47 0,5 2 120 0,5 1-88 0,-1 5-38 16,3 5 79-16,-9 12-59 0,3 3-29 0,-5 4 7 15,-3 4-76-15,-1 14-1 16,-6 9 40-16,-3 5 45 0,-3 8-23 0,-4-8 8 16,0 3-30-16,0-3 40 0,3-4 0 0,-2-1-41 15,3-7 1-15,0-5-28 0,7-1 28 0,3-11 0 16,1-3-334-16,2 0 152 0,8-11 84 16,-7-6 36-16,10-11-732 0,-7 2 365 15</inkml:trace>
  <inkml:trace contextRef="#ctx0" brushRef="#br0" timeOffset="46144.3">22719 8676 1208 0,'2'-24'0'0,"2"11"0"0,0 1 0 0,-3 6 0 0,1 3 0 0,-2 3 0 0,0 2 396 16,0 20-182-16,0 7-90 0,0 6 335 0,0 12-218 16,0 2-103-16,0 13-53 0,-3 0 64 0,1 0-58 15,-2-8-21-15,0 4 14 0,1 0-26 0,-2-4 1 16,3-6-27-16,-1-5-62 0,3-9 39 15,-2-4-8-15,0-9 32 0,2-10-211 16,0-2 106-16,0-4 52 0,-4-5-180 0,3 0 69 16,-5-9 68-16,1-9-16 0,-4-7-145 0,0 1 87 15,-3-2 44-15,-4-5-7 0,2 0 34 0,-6-3 0 16,3 4 33-16,-3 3-96 0,1 11 39 16,-6-1 33-16,2 11 0 0,-2 6 174 0,-1 0-75 0,1 21-38 15,2 3 334-15,5 8-165 16,4 0-98-16,7 4-23 0,3 0 309 0,4 0-142 15,0-1-83-15,9-2-26 0,9 0-38 0,5-7 0 16,2-4-40-16,3-4-260 0,4-8 138 0,3-5 58 16,-1-5 32-16,-1 0-737 0,-1-12 328 0,2-5 203 15,-6-5 0-15</inkml:trace>
  <inkml:trace contextRef="#ctx0" brushRef="#br0" timeOffset="46271.96">22845 9164 1957 0,'4'-22'0'0,"1"2"0"0,3 8 0 0,2-1 0 0,-1 8 0 0,2 2 0 0,1 1 0 0,2 2 0 0,3 0 0 0,2 6 294 0,-2 6-130 0,1 1-66 16,-1 1 82-16,1 3-74 0,-4 0-28 0,-1 0-544 16,-1-3 250-16,-1 4 124 0,-4-5 62 0,1-2-365 15,-4 8 209-15</inkml:trace>
  <inkml:trace contextRef="#ctx0" brushRef="#br0" timeOffset="46436.52">23316 8747 1789 0,'2'-7'0'0,"0"7"0"0,-2 0 0 0,-9 28 0 0,-18 19 0 15,-6 15 0-15,-10 19 0 0,-3 1 690 0,4-1-321 0,-19 28-172 0,-2 13 123 0,1 2-144 0,-4 13-71 16,-2 8-36-16,-5 12-146 0,-10 35 52 0,8-9 28 16,-1 2 0-16,7-5-687 0,5-9 359 0</inkml:trace>
  <inkml:trace contextRef="#ctx0" brushRef="#br0" timeOffset="47921.03">8965 9215 504 0,'-5'-5'0'0,"1"1"0"0,-1 0 0 0,0 2 0 0,1-1 0 0,1 2 0 0,-1-1 98 0,0 1-33 15,1-2 0-15,1 3 100 0,1 0-66 0,-2-1-25 0,2 1 69 16,-1 0-56-16,2 0-27 15,0 0 1-15,-2 0 22 0,-1 0-17 0,1 0-8 16,-1 5-26-16,-3 7 52 0,3 3-26 0,-5 2 0 16,3 5-17-16,-5 5 29 0,4 3 0 0,1 1-38 15,-1 3 94-15,3 2-47 0,1 0-15 0,2 0 55 16,0-1-43-16,0-3-22 0,5-2 0 0,6-2 10 16,2-7 8-16,6 3-40 15,0-6 1-15,1-4-22 0,5-5 22 0,0 0 0 16,-1-6 8-16,6-3-26 0,-5 0 18 0,-1 0-1 15,-3 0-40-15,-1-3 0 0,-1-7 49 0,-2-3-89 16,-4-3 37-16,0-2 8 0,-3-1-1 0,0-5-33 16,-3 1 29-16,-2-6-16 0,-1 3 35 0,-2-3-53 15,-2 0 23-15,0-3-10 0,0 0 32 0,0 0-70 16,-9-3 32-16,-1 3-10 0,-1 1 4 0,-3 2-8 16,1 6 36-16,-6-3-25 0,1 7 23 0,1 7-10 15,-3 1 8-15,-1 4 86 16,-2 3-45-16,0 2 1 0,1 2-39 0,-4 0 86 15,5 4-39-15,1 5-12 0,1 3-1 0,-1-1 0 16,6 0-16-16,0 2 18 0,3-1-61 0,2-1 14 16,4-2 35-16,-2 3-271 0,5-3 127 0,2-1 52 15,0 3 36-15,2-2-395 0,7 0 196 0,5 0 110 16,3-1 51-16,3 2-384 0,3-2 218 0</inkml:trace>
  <inkml:trace contextRef="#ctx0" brushRef="#br0" timeOffset="48163.92">9503 9207 1666 0,'-3'0'0'0,"3"0"0"0,0 3 0 0,0-3 0 0,3 0 0 0,4 0 0 0,2 0 0 0,5 0 0 0,2 0 588 0,3 0-278 0,2 0-139 15,1 0 203-15,3 0-163 0,-1 0-93 0,-2-3-40 16,1 3-22-16,-2 0-1 0,-3 0-22 0,1 0-171 16,-3 0 82-16,-3 0 44 0,-2 0 22 0,1 0-478 15,-3 0 251-15,-2 5 133 0,-2-2-17 0,2 1-711 16,-1 1 390-16,-5 1 194 0</inkml:trace>
  <inkml:trace contextRef="#ctx0" brushRef="#br0" timeOffset="48397.3">9572 9531 1564 0,'-12'0'0'0,"10"0"0"0,1 0 0 0,1 0 0 0,0 0 0 0,0 0 0 0,0 0 0 0,11 0 0 0,4 0 632 0,8 0-299 0,1 0-151 15,6 0 236-15,-3 0-184 16,7 0-105-16,-2 0-35 0,1 0-30 0,-1-2 0 15,-5-5-23-15,4 3-96 0,-4-2 43 0,-7 2 23 16,-1 1 0-16,-3 1-286 0,-4-1 162 0,-1 2 69 16,-5-1-385-16,-3 2 216 0,-1 0 24 0,1 0 81 15,-3 0-478-15,0 8 280 0</inkml:trace>
  <inkml:trace contextRef="#ctx0" brushRef="#br0" timeOffset="51705.35">23585 9655 942 0,'0'0'0'0,"0"0"0"0,0 0 0 0,0 2 0 0,0 3 0 0,0 2 0 0,0 3 57 0,2-1-25 0,1 3 1 16,-1-2 8-16,4 2 165 0,-2-5-86 16,-1 3-44-16,4-1 18 0,-2 1-30 15,1-5 7-15,1-1-38 0,1-4-178 0,3 0 88 16,4 0 45-16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35:13.2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3100 5100 427 0,'-3'-5'0'0,"0"3"0"0,1 0 0 0,2 0 0 0,0 2 0 0,0 0 182 0,0 0-75 0,0 0-37 16,0 0 0-16,0 11 8 15,2 5-8-15,7 2-37 0,-3 7 107 0,3 1-54 16,0 6-26-16,-4 3 52 0,1 9-43 0,-1-4-1 16,-3 2-35-16,-1 0 2 0,-1-1-2 0,0-2 8 15,0 9-8-15,0-5-50 0,0-4 25 0,0-5 0 16,0 4 24-16,0-4-31 0,0-5-8 15,2-2 39-15,1-7-147 0,0-3 68 0,-1-4 16 0,0-2-117 16,0-3 73-16,0-2 21 0,1-5 24 16,-3-1-159-16,0 0 67 0,0 0 37 15,0-16 27-15,0-9-193 0,0-5 108 0</inkml:trace>
  <inkml:trace contextRef="#ctx0" brushRef="#br0" timeOffset="261.11">3032 5064 909 0,'0'-18'0'0,"-2"7"0"0,2 3 0 0,0 1 0 0,0 0 0 0,0 1 0 0,5-2 0 0,8 2 176 0,5 2-64 0,8 2 186 0,0 1-132 15,2-1-67-15,2 2-33 0,0 0 41 16,1 5-29-16,-1 8-9 0,-3-2-36 0,-2 2-68 16,-4 2 34-16,-2 1 0 0,-4 2 42 0,-2 5-106 15,-8 4 49-15,-3 0 24 0,-2 2-23 0,0 2 24 16,-5-2 9-16,-11 1-71 0,-3 1 34 0,-5-3-10 15,2-3 0-15,-2 0 58 0,3-10 0 0,-7 4-31 16,8-10 4-16,-1 0-81 0,2-5 40 16,2-2 4-16,5-2 37 0,6 0-270 0,1 0 127 15,5-2-277-15,0-7 192 0,5-5 97 16,9 1 40-16</inkml:trace>
  <inkml:trace contextRef="#ctx0" brushRef="#br0" timeOffset="433.66">3546 5334 726 0,'0'3'0'0,"0"1"0"0,0-2 0 0,2 0 0 0,0-2 0 0,2 0 0 0,4 0 436 0,5 0-202 0,-3-2-100 0,7 0-43 16,-1-3 106-16,1-1-83 0,2 0-40 0,2 5-136 16,-1-2 56-16,-1 3 15 0,-3 0-404 15,0 0 211-15,-2 4 106 0,-2 6 52 0,-1 3-262 16,-3 0 143-16</inkml:trace>
  <inkml:trace contextRef="#ctx0" brushRef="#br0" timeOffset="586.8">3584 5570 961 0,'-9'5'0'0,"1"4"0"0,6-8 0 0,-1 0 0 0,1 2 0 0,2-3 0 0,0 0 0 0,2 0 321 15,12 0-144-15,7-3-72 0,0-4 84 0,-1 3-70 16,7-1-48-16,-6 1-329 0,3 0 145 0,4 2 72 15,-4 1 38-15,0-1-220 0,3 2 123 0</inkml:trace>
  <inkml:trace contextRef="#ctx0" brushRef="#br0" timeOffset="904.74">3940 5277 1231 0,'3'-19'0'0,"7"2"0"0,4 0 0 0,-3-1 0 0,5 4 0 0,-2 3 0 0,5 4 126 0,-4 5-51 0,5 2 26 16,-4 0-34-16,3 3 0 0,-2 14-35 0,-4 4-82 16,0 6 38-16,-2 1 22 15,-6 3 0-15,-4 6-79 0,-1-2 51 0,0-1 34 16,-1-1-8-16,-11 2-177 0,-3-4 94 0,-1-1 8 16,-3-2 15-16,-3-4 22 0,1-3-29 0,-1-3 221 15,-2-3-93-15,5-8-41 0,3 0-1 0,2-1 338 16,3-2-164-16,6-4-91 0,0 2-13 0,2-2 210 15,3 0-129-15,0 0-77 0,3 0-34 0,8 0-37 16,7 0 3-16,7 0 0 0,-6-2 7 16,10 0-7-16,-2 0 0 0,0 0-296 15,-4 0 148-15,3 0 73 0,-4 2 46 0,2-1-510 16,-4 1 221-16,0-3 140 0,-1 3 3 0,-3-1-376 16,-2-1 235-16,-5 0 129 0</inkml:trace>
  <inkml:trace contextRef="#ctx0" brushRef="#br0" timeOffset="1139.15">4256 5320 1120 0,'5'-15'0'0,"2"2"0"0,5 2 0 0,0 0 0 0,3-3 0 0,2 5 0 0,2 2 0 0,2 1 239 16,0 4-103-16,2 2 126 0,-2 0-114 0,6 8-58 16,-9 4-20-16,5 9 10 0,-6 2-24 0,-2 4 0 15,-4 0-23-15,-5 3-63 0,-1 3 39 0,-5-4-8 16,0 4 32-16,-5-3-44 0,-10 3 22 0,-2-3 0 15,-6-1 8-15,-1-1-8 0,-4-4 22 0,-1 0-122 16,2-5 53-16,-2-1 11 0,7-6 2 16,0-3-210-16,3-2 112 0,6-7 47 15,3 0 31-15,6-2-305 0,4-14 150 0,3-8 86 16,14-10 40-16,10 2-328 0</inkml:trace>
  <inkml:trace contextRef="#ctx0" brushRef="#br0" timeOffset="1318.74">4670 5123 949 0,'0'-2'0'0,"-2"2"0"0,-10 4 0 0,-4 13 0 0,0 3 0 0,-2 6 0 0,0 10 105 0,0 0-37 0,5 2 364 15,2 1-199-15,5-5-93 0,5 4-57 0,1-3 202 16,0-1-127-16,5-1-62 0,10-4-32 0,6-3-76 16,1-1 18-16,4-7 1 0,0 1 25 0,3-6-343 15,-1-1 172-15,-2-3 94 0,5-3-431 0,-11-4 209 16,2-2 136-16,-2 0-213 0,-5 0 156 0,0-8 70 15</inkml:trace>
  <inkml:trace contextRef="#ctx0" brushRef="#br0" timeOffset="1466.96">4829 5361 671 0,'-3'-7'0'0,"3"3"0"0,0 1 0 0,4-3 0 0,8 1 0 0,6 0 0 0,0 4 405 0,8-1-186 0,-1-1-93 0,2 3-47 15,-5 0 166-15,8 0-111 0,-4 0-50 0,-5 0-26 16,4 0-161-16,-3 6 68 0,-4-1 42 0,0-2-380 15,-3 1 201-15,-4-2 100 0,-2 1-442 16,-2 1 247-16</inkml:trace>
  <inkml:trace contextRef="#ctx0" brushRef="#br0" timeOffset="1642.11">5008 5104 674 0,'0'0'0'0,"0"6"0"0,0 9 0 0,2 4 0 0,1 7 0 0,-1 3 0 0,1 6 437 0,2 8-207 0,-2 0-98 0,-3 1-50 16,2 1 232-16,1-2-140 0,-3-4-63 0,0 8-103 0,0-10-1 16,0 1 26-16,0-2-368 15,1-4 185-15,-1-8 99 0,2-3 38 0,1-8-201 16,-2-4 121-16,6-7 62 0,-1-2-57 0</inkml:trace>
  <inkml:trace contextRef="#ctx0" brushRef="#br0" timeOffset="1785.87">5191 5268 929 0,'5'-4'0'0,"2"2"0"0,2 2 0 0,1 0 0 0,-1 4 0 0,2 5 0 0,-1 2 234 15,3 5-93-15,-1-2 4 0,2 4-91 0,-4 0 0 16,3 1-22-16,-1-1-248 0,-2 2 133 0,4-3 53 16,-1-2 32-16,2-2-483 0,0-2 233 0</inkml:trace>
  <inkml:trace contextRef="#ctx0" brushRef="#br0" timeOffset="1969.43">5577 4986 499 0,'5'-4'0'0,"1"4"0"0,0 0 0 0,-4 7 0 0,-2 14 413 0,-2 7-181 16,-15 16-104-16,-4 14 503 0,-3 6-299 0,-4 7-149 0,-8 15 314 15,8-16-224-15,-10 24-124 0,2-10-59 0,-1 6-30 16,0 3 0-16,-1 4-27 0,2-10 8 0,-7 16-522 15,11-30 257-15,2-4 129 0,7-16-295 0,3-2 212 16,6-11 114-16,3 1-826 0</inkml:trace>
  <inkml:trace contextRef="#ctx0" brushRef="#br0" timeOffset="2830.83">7336 5125 469 0,'0'-14'0'0,"0"6"0"0,0 3 0 0,0 2 0 0,0 1 0 0,0 2 0 0,0 0 93 0,0 0-30 0,0 7-6 0,0 14-35 15,0 4 159-15,0 3-74 0,0 5-38 0,0 5 108 16,0 7-76-16,0-1-35 0,0 0 1 16,0 1 45-16,0-3-39 0,1-9 8 15,0 1-15-15,5-4-33 0,0-8 0 0,3-1 0 0,3-3 2 16,-1-7 6-16,5-2-8 0,-2-5 0 15,4-4-29-15,0 0 0 0,5-7 29 0,-4-12-18 16,0-8-6-16,-2-2 0 0,1-13 24 16,-6 3-109-16,-2-7 49 0,-2 7 18 0,-5-13-96 15,-1 1 51-15,-2 0 31 0,0-2 4 0,0 3-145 16,-4 11 67-16,-7-3 45 0,-1 10 6 0,-4 7-27 16,-1 10 11-16,-4 5 1 0,0 5-13 0,-8 5 21 15,1 10 20-15,-1 13-49 0,1 8 24 0,6 1 1 16,5 1 16-16,-1 12-144 0,5-5 76 0,2 4 38 15,5-1 0-15,1 0-163 0</inkml:trace>
  <inkml:trace contextRef="#ctx0" brushRef="#br0" timeOffset="3087.9">7087 5692 1022 0,'-16'0'0'0,"4"-8"0"0,4-3 0 0,4-2 0 0,1-4 0 0,3-3 0 0,0-3 0 0,9 1 0 0,10-1 130 0,3-1-40 16,10-5-33-16,3 3 46 0,2-1-35 0,1 7 0 16,-7 7-35-16,5 4 32 0,-3 2-7 0,-4 7-25 15,-1 0-1-15,0 5 21 0,-1 11-20 0,-3 4 8 16,0 0-8-16,1 3 36 0,-1-2 1 0,-1 3-15 16,2-3 0-16,-4-6-14 0,4 5-9 0,-2-6-69 15,2-1 35-15,-4-2 0 0,6-4 34 0,-4-3-190 16,3 0 88-16,2-4 38 0,-11 0 25 0,7 0-410 15,-3-3 202-15,0-6 65 0,-1-5 66 0,-2 2-186 16</inkml:trace>
  <inkml:trace contextRef="#ctx0" brushRef="#br0" timeOffset="3253.45">7963 5206 1195 0,'0'-2'0'0,"0"2"0"0,3 0 0 0,-1-2 0 0,7 0 0 0,-1 1 0 0,2-1 353 0,2-1-164 16,3 1-78-16,4 1-39 0,-2-2 64 0,2 1-51 16,2 1-18-16,1-3-9 0,-3 2-321 0,3 1 148 15,-1-2-195-15,1 3 172 0,-1 0 93 0</inkml:trace>
  <inkml:trace contextRef="#ctx0" brushRef="#br0" timeOffset="3411.25">8043 5420 1197 0,'-17'3'0'0,"7"0"0"0,5-2 0 0,3 1 0 0,0-2 0 0,2 0 0 0,0 0 0 0,2 0 308 0,7 0-129 0,9 0-78 16,1 0-26-16,2 0-21 0,2 0-1 0,2 0-434 16,-2 0 215-16,9 0 95 0,-5 0 52 0,1 0-316 0</inkml:trace>
  <inkml:trace contextRef="#ctx0" brushRef="#br0" timeOffset="3644.98">8393 5194 926 0,'0'-13'0'0,"0"2"0"0,7 1 0 16,7 0 0-16,2 0 0 0,3 4 0 0,1 3 440 0,1 3-195 0,1 0-111 0,1 0 118 0,-2 7-110 15,-1 8-54-15,-1 2-28 0,-5-1 31 0,0 7-33 16,-7-4 0-16,-3 3-53 0,-2 7 0 0,-2-5 28 15,-5 3 8-15,-12 1-76 0,-6-2 34 0,-3 0-1 16,-4-1 35-16,-2-3-172 16,0-3 67-16,0-4 45 0,4-4-308 0,7-5 162 15,3-3 51-15,9-3-197 0,1 0 136 0,6-7 79 16,2-13 35-16,12-4-300 0,11-9 168 0,5 3 85 0</inkml:trace>
  <inkml:trace contextRef="#ctx0" brushRef="#br0" timeOffset="3822.36">8784 4987 894 0,'2'-8'0'0,"0"2"0"0,-2 4 0 0,0 2 0 0,-3 2 0 0,-11 9 0 0,-8 8 179 0,3 5-73 0,-5 10-37 0,2 0 1 15,4 2 319-15,-2 7-182 0,6-2-87 0,9-7 201 16,1 6-144-16,4-6-73 0,0-2-24 16,7-1-75-16,7-4 28 0,5-4-1 0,2-2-237 15,3-3 119-15,4-5 67 0,-1-3 22 0,2-4-467 16,-1-5 227-16,2-1 130 0,0 0-7 0,0 0-283 15</inkml:trace>
  <inkml:trace contextRef="#ctx0" brushRef="#br0" timeOffset="3978.94">8960 5258 1555 0,'-4'-4'0'0,"4"0"0"16,0-1 0-16,11-3 0 0,4 1 0 0,0 1 0 0,4 3 222 0,1-1-94 0,3 2-48 0,0-1 39 0,0 0-44 0,-1 1-12 15,0 2-9-15,1 0-396 0,-3 0 188 0,1 0 93 16,2 0 47-16,-2 0-257 16,-5 0 148-16</inkml:trace>
  <inkml:trace contextRef="#ctx0" brushRef="#br0" timeOffset="4135.52">9427 5014 1680 0,'-3'0'0'0,"1"0"0"0,2 0 0 0,0 0 0 0,0 0 0 0,2 0 0 0,7 0 0 0,3 0 0 0,2 7 236 0,0 3-102 0,0 3-42 0,2 0-34 0,-3 3-203 16,1-2 88-16,2 3 45 15,-2 0 23-15,2-2-534 0,-2-1 266 0,4-2 136 16,1 1-247-16</inkml:trace>
  <inkml:trace contextRef="#ctx0" brushRef="#br0" timeOffset="4323.02">9831 4912 1196 0,'2'-15'0'0,"1"2"0"0,2 4 0 0,-3 2 0 0,0 3 0 0,-2 2 0 0,0 2 0 0,-7 0 473 15,-7 27-212-15,-7 9-118 0,-9 15-55 0,0 5 169 16,-4 9-112-16,-2 6-56 0,-3 6-20 0,-6 15-71 16,3-2 35-16,1 4 0 0,1 6-241 0,5-3 120 15,8-15 69-15,-1 16 22 0,10-25-189 16,2-1 109-16,5-16 55 0,4 2-601 0,4-15 290 15,3 2 142-15</inkml:trace>
  <inkml:trace contextRef="#ctx0" brushRef="#br0" timeOffset="4494.56">9856 5745 2092 0,'0'-9'0'0,"10"7"0"0,4 2 0 0,-7 0 0 0,1 0 0 0,-6 0 0 0,-1 0 0 0,-1 0-19 0,0 5 26 0,-3-1 0 15,-5 1 34-15</inkml:trace>
  <inkml:trace contextRef="#ctx0" brushRef="#br0" timeOffset="12707.37">2973 6702 644 0,'-9'-9'0'0,"5"4"0"0,4 3 0 0,-1 0 0 0,1 0 0 0,0 2 0 0,0 0 0 0,0 0 85 16,1 0-18-16,12 0-8 0,1 0-26 16,7 0-1-16,3 0 77 0,5 2-38 0,-1 2 8 15,4 3-46-15,-2-2 0 0,2 6-1 0,0 3 33 16,-4 1-1-16,-6 4-23 0,2 4-8 0,-8 5-1 0,-2 1-37 16,-9 7 0-16,-4 9 37 15,-1-8-16-15,0 15-9 0,-6-5 26 0,-13-1 0 16,3-2-37-16,-5-5 32 0,3-7-7 0,-5-2 11 15,1-3-11-15,-3-7 2 0,3-3-25 0,-3-6 0 16,5-7 29-16,-7-4-5 0,2 0 2 0,5-6-22 16,3-13 21-16,4-3-1 0,4-6 4 0,4-2-44 15,5-2-4-15,0 0 40 0,5-1-32 16,9 2 0-16,1 3 24 0,7 3 2 16,0 3-29-16,2 1 26 0,3 4-5 15,0 2 6-15,3 2-91 0,0 2 42 0,-1 4 18 16,-1 0-220-16,-1 0 109 0,-3 1 54 0,-2 1-101 15,0-1 75-15,-1 2 27 0,-8-1 22 0,1-1-101 16,-6 1 53-16,-2-3 39 0,-2-2 0 0,0 1 62 16,-3 2 0-16,-1-3-31 0,0 5-8 0,0-1 262 15,0 4-126-15,0 0-65 0,0 1 367 0,0 1-181 16,0 0-108-16,0 16 93 0,0 9-86 0,0 3-32 16,0 4-25-16,4 4 187 15,4 0-98-15,3-1-61 0,3-2-27 0,2-4 31 16,5-2-28-16,1-7-1 0,-4-4-20 0,8-4-74 15,-7-6 32-15,1-3 1 0,2-3-78 0,-3 0 55 16,-3-2 37-16,-2-14-60 0,-1-5 40 0,-7-3 1 16,1-5 0-16,-6-3-140 0,1-1 74 0,-2-3 7 15,0-5 28-15,-8 1-100 0,-3 1 56 0,1 6 17 16,-4-2-1-16,-2 3-33 0,-2 6 33 0,1 5-1 16,-2 6 82-16,-2 9-25 15,-1 5-7-15,3 1 64 0,-5 4-41 0,5 11-18 16,2 7 0-16,6 1-5 0,3-3-6 0,3 8-4 15,5-1 1-15,0 1-293 0,0-2 142 0,1 0 71 0</inkml:trace>
  <inkml:trace contextRef="#ctx0" brushRef="#br0" timeOffset="12951.71">3340 7190 879 0,'-16'0'0'0,"4"0"0"0,2 3 0 0,3-3 0 0,4 0 0 0,0-4 0 0,3-11 188 0,10-6-69 0,10 1-48 15,7-1 109-15,5-6-73 0,1 6-37 0,-1 3 18 16,0 1-31-16,3 8-1 0,-2 5-23 0,-1 4 21 16,-4 0 0-16,-4 2-13 0,1 13-8 0,-5 4 32 15,-1 1 1-15,-2 1-33 0,0 0 90 0,-3-2-37 16,6 4-31-16,-1-7-7 16,3-2-15-16,0-2 0 0,5-3 0 0,-1-3-114 0,4-2 53 15,-3-4 31-15,1 0-144 0,-2 0 86 16,-5-2 32-16,1-4 32 0,-3-1-572 0,-2 1 272 0,-5 5 97 15,0-1 80-15</inkml:trace>
  <inkml:trace contextRef="#ctx0" brushRef="#br0" timeOffset="13215.21">3061 7465 1545 0,'-15'-1'0'0,"9"-2"0"0,4 3 0 0,2 0 0 0,0-2 0 0,0 0 0 0,14 1 0 0,13-3 0 0,10-2 369 0,7-2-168 0,15-3-84 0,-2 0-42 16,-3 3 154-16,16-3-102 0,-6 2-47 0,2 2-24 16,-4-2-40-16,-9 4 17 0,1-1 8 0,-2 1-9 15,-1 1-69-15,-5 3 35 0,-11-2 0 0,0 2-237 16,-8-1 144-16,-5 0 60 0,-3 2-440 15,-8 0 231-15,-5 0 63 0,-4 0 74 0,-2 0-328 16,0 0 205-16,-15 2 99 0</inkml:trace>
  <inkml:trace contextRef="#ctx0" brushRef="#br0" timeOffset="13550.63">3224 7656 1064 0,'-4'-5'0'0,"4"3"0"0,0-2 0 0,7 0 0 0,11-1 0 0,2 1 0 0,9 0 130 16,-2 4-49-16,6 0 202 0,-4 2-126 0,1 9-62 16,0 6-22-16,-5 4 4 0,-1 2-22 0,0 1 0 15,-5 4-22-15,-1 0-79 0,-6 2 48 0,-10 2-8 16,1 1 38-16,-3-1-89 16,-5 2 45-16,-15-3 22 0,-2-1-17 0,-4-4 5 15,-5-3 0-15,-4-6-79 0,-5-2 45 16,3-8 0-16,-1-5-1 0,-6-2 2 0,4 0 30 0,8-6-7 15,-1-8 6-15,7-7 11 0,7 1-12 0,0-4 3 16,13 5 106-16,1-3-48 0,5 1-27 0,0 3 58 16,5-2-37-16,11 0-15 0,3 5 0 0,2 0 71 15,4 5-42-15,2-3-8 0,1 8 7 0,2-1-73 16,1 3 20-16,-1-1 16 0,0 2 9 0,-1 0-345 16,-4 2 167-16,5 0 69 15,-4 0 43-15,1 0-549 0,-2 4 274 0,0-2-201 0</inkml:trace>
  <inkml:trace contextRef="#ctx0" brushRef="#br0" timeOffset="13765.07">3640 7763 1394 0,'0'-7'0'0,"5"-1"0"0,2-1 0 0,3-4 0 0,3 1 0 0,3 2 0 0,1 2 0 0,4 2 0 0,6 4 126 0,-7 2-39 0,6 0-31 0,-4 6 93 15,-1 11-59-15,-2 4-28 0,-5 1 0 0,-6 2-56 16,0 8 27-16,-5 0-1 0,-3 3 1 0,-3-3-38 15,-12 2 0-15,-2-2-27 0,-5-1 28 0,-2-7 0 16,-1-1 37-16,1-6-94 0,0-4 14 0,5-6 38 16,-1-3-18-16,5-4-238 0,4 0 110 0,5-8 71 15,6-10 12-15,0-7 21 0,10-1-15 0,12-10-1 16,-7 6-259-16,-2-6 146 0</inkml:trace>
  <inkml:trace contextRef="#ctx0" brushRef="#br0" timeOffset="13931.63">3992 7654 582 0,'5'-5'0'0,"-5"3"0"0,0 2 0 0,-5 0 0 0,-11 9 0 0,-1 10 0 0,-1 2 447 0,3 2-208 0,0 3 274 0,2 3-244 16,6-2-118-16,2 3-60 0,5-2 134 15,0-1-97-15,8 2-39 0,9-2-32 0,7-5-61 16,1 0 37-16,5-2-1 16,2-4 1-16,5-2-214 0,3-1 102 0,-2-4 56 15,-3-3 28-15,1-2-448 0,-1-1 184 0,-3-3 140 16,-2 0-568-16</inkml:trace>
  <inkml:trace contextRef="#ctx0" brushRef="#br0" timeOffset="14220.08">4583 7288 879 0,'0'0'0'0,"0"0"0"0,0 0 0 0,0-3 0 0,0 1 0 0,0-2 136 0,3 0-52 0,0-1-25 16,7-1-1-16,1-1 287 16,-2 3-148-16,3-2 60 0,2 2-113 0,-5 2-55 15,5 0-28-15,-2 2-50 0,-4 0 8 0,4 0 13 16,-2 0 1-16,-2 0-128 0,0 4 64 0,-2-2 32 15,-1 0 8-15,-1 2-296 0,-2-4 158 0,0 0-207 16,0 2 134-16,1-2 96 0</inkml:trace>
  <inkml:trace contextRef="#ctx0" brushRef="#br0" timeOffset="14678.56">4668 7564 1085 0,'-7'0'0'0,"2"0"0"0,3 0 0 0,1 0 0 0,1-2 0 0,-2 2 0 0,2 0 329 16,0 0-148-16,2 0-74 0,9 0-37 0,0 0 8 0,2 5 74 15,4-2-60-15,-2 1 75 0,2-3-67 0,2 3-34 16,-3-4 9-16,-2 0-142 16,-1 0 50-16,-2 0 25 0,-3 0 0 15,-2 0 25-15,0 0-372 0,-2 4 182 0,-1 2-627 0</inkml:trace>
  <inkml:trace contextRef="#ctx0" brushRef="#br0" timeOffset="15632.72">5658 7143 1133 0,'-10'-16'0'0,"4"4"0"15,6 9 0-15,0 1 0 0,0-2 0 0,0-1 0 0,0 0 0 0,0 4 0 0,0-1 144 0,0 0-55 0,0 2 5 16,0 0-31-16,5 4 9 0,2 13-40 0,1 5 124 16,-1 8-62-16,2 13-30 0,-3 3-1 0,1 4 84 15,-2 3-62-15,0-2-25 0,0 1-1 0,3-3 5 16,1-4 0-16,-1-10-23 0,0 1-8 0,1-4-54 15,1-3 26-15,-2-10 1 0,-2 5-26 0,0-9 35 16,-4-2-9-16,2-4-170 0,-3-3 95 0,-1-2 20 16,0-2 33-16,0-1-349 0,-9-1 176 0,2 0 52 15,-3 0 55-15,5 0-356 0,4 0 203 16</inkml:trace>
  <inkml:trace contextRef="#ctx0" brushRef="#br0" timeOffset="16227.41">7090 6845 1216 0,'0'-7'0'0,"0"4"0"0,0 0 0 0,0-1 0 0,6-1 0 0,8 3 0 0,1-1 0 15,3 2 0-15,8 1 97 0,-2 0-33 0,-3 4 90 0,2 7-60 0,0 4-31 0,-7 0 8 16,7 8-1-16,-7-1-37 0,-3 3 0 0,-3 0-1 15,-4 6-2-15,-2 1 11 0,-4 4-8 0,0-3-31 16,0 3-1-16,-10-2 32 0,-4-4 0 16,-2-6-57-16,-4 2 25 0,-1-8-1 15,0-5-34-15,-2-8 20 0,1-2-1 16,0-3 16-16,-5 0-24 0,7-10 12 0,1-7 0 16,2-2 8-16,8 0-7 0,0-4 5 0,3 1 9 15,3 0-11-15,3 0 17 0,0 2-9 0,0 1 2 16,8 2 4-16,5 5-4 0,-1 0-1 0,5 3-87 15,3 3 40-15,-3 2 19 0,4 3 1 0,6 1-320 16,-8 0 154-16,3 0 83 0,4 0 26 0,-3 0-171 16</inkml:trace>
  <inkml:trace contextRef="#ctx0" brushRef="#br0" timeOffset="16450.8">7544 6708 1511 0,'0'0'0'0,"1"0"0"0,1 0 0 0,4 0 0 0,-3 7 0 0,1 3 0 0,2 6 0 0,2 5 0 0,-1 6 422 0,-1 2-195 0,0 4-97 15,-3 2-49-15,2 7 145 16,-4 5-101-16,1-2-46 0,-2-1-48 0,0 2 2 16,0-3-1-16,0-6 9 0,0 3-278 0,0-2 135 15,0-7 67-15,0-2-393 0,0-9 231 0,-2-5 49 16,1-6 77-16,-2-3-424 0,1-6 231 0,-4-1 116 15,3-20 57-15,0-9-234 0</inkml:trace>
  <inkml:trace contextRef="#ctx0" brushRef="#br0" timeOffset="16636.3">7490 6741 548 0,'0'-24'0'0,"1"9"0"0,6 2 0 0,4 3 0 0,1 1 0 0,3 0 356 0,3 1-166 0,2 1-78 15,2 3 90-15,0 0 11 0,1 4-91 0,0 0 42 16,-5 0-70-16,3 4-30 0,-4 7-1 0,-2 3-63 15,-3 3 41-15,-3 1-9 0,-4 1 1 0,-3 1-67 16,-2 7 33-16,0-3 0 0,-7-1 42 0,-8 5-156 16,0-6 73-16,-3-1-335 15,3-1 193-15,-2-6 67 0,-1 1 55 0,1-2-216 16,-1 2 123-16,0-1 61 0</inkml:trace>
  <inkml:trace contextRef="#ctx0" brushRef="#br0" timeOffset="16866.91">7009 7381 1966 0,'-23'0'0'0,"5"0"0"0,8 0 0 0,0 0 0 0,6 0 0 0,4 0 0 0,0 0 0 0,4 0 0 0,22 0 0 0,12 0 200 16,0-3-75-16,16 2 94 0,12-4-93 0,-5 4-47 15,-2-2-22-15,-7 2-5 0,6-1-11 0,-1-2-9 16,-2 3 1-16,-4-3-86 0,-5 2 43 0,-9-1 21 15,4 0 8-15,-8 2-241 0,-3-1 127 0,-10 0 64 16,0 0-407-16,-7 0 213 0,-4-1 54 0,-3 3-252 16,-4 0 195-16,-2 0 98 0,0 0 49 0,-8 3-146 15</inkml:trace>
  <inkml:trace contextRef="#ctx0" brushRef="#br0" timeOffset="17164.06">7158 7636 1467 0,'-11'0'0'0,"7"0"0"0,3 0 0 0,1 0 0 0,0 0 0 0,10-3 0 0,12 2 0 0,5 1 0 0,-2 0 0 0,4 0 189 0,-2 9-82 0,-1 4 6 16,2 4-41-16,-8 3 1 0,-2 3-40 0,-4-1-73 16,-3 7 32-16,-4-2 0 0,-4 1 41 0,-3 1-47 15,0-4 23-15,-7 3 9 0,-9-3 14 0,-3-1-66 16,-4-3 32-16,-3-4 1 0,1-4-4 0,-1-4 25 15,-9-1-42-15,5-6 91 0,0-2-32 0,1 0 0 16,8 0-21-16,1-2 35 16,3-8-27-16,4-1-6 0,4 2 18 0,6-3 19 0,3-1-17 0,0 2-6 15,0-3-110-15,12 2 50 16,6-1 25-16,2 0 1 0,2-2-265 0,0 6 135 16,7 1 50-16,-1-2-438 0,0 5 244 0,2 0 122 15,-2 0 60-15</inkml:trace>
  <inkml:trace contextRef="#ctx0" brushRef="#br0" timeOffset="17298.32">7512 7739 1190 0,'5'-3'0'0,"-1"2"0"0,-3-1 0 0,2 2 0 0,-2 0 0 0,-1 0 0 0,2 0 533 0,1 0-254 0,0 0-123 0,7 0-61 16,-1 3 146-16,2 6-103 0,2-1-45 0,0 0-34 16,2 5-165-16,0-5 69 0,1 4 36 0,-2-3-590 15,3 0 320-15,3 1 148 0</inkml:trace>
  <inkml:trace contextRef="#ctx0" brushRef="#br0" timeOffset="17482.82">7850 7567 1164 0,'0'-11'0'0,"0"4"0"0,0 4 0 0,0 0 0 0,0 3 0 0,0 0 0 0,-3 21 285 0,-5 8-126 0,-4 10-63 0,-3 8 321 15,-4 7-185-15,-4 14-103 0,3-6-48 0,-2 2 147 16,0-1-97-16,1 1-49 0,2-7-59 0,-3 13 10 15,3-9-1-15,-2-1-293 0,5-8 147 0,0 1 73 16,2-11 45-16,3-4-579 0,6-10 300 0,-1-5 67 16,6-5 102-16</inkml:trace>
  <inkml:trace contextRef="#ctx0" brushRef="#br0" timeOffset="17642.03">8064 7348 1214 0,'13'-7'0'0,"11"5"0"0,1-2 0 0,-2-2 0 0,-2 1 48 0,0 3 1 0,2-2-36 0,-1 3 240 15,-1-2-109-15,2 3-56 16,1 0-28-16,-2 0-399 0,1 0 173 0,0 8 86 0</inkml:trace>
  <inkml:trace contextRef="#ctx0" brushRef="#br0" timeOffset="17794.59">8129 7688 1025 0,'-9'6'0'0,"3"-1"0"0,4-1 0 0,2-4 0 0,0 0 0 0,5 0 0 0,9 0 320 0,7-6-143 0,1 0 18 0,3 0-81 16,1-4-41-16,-3 5 8 0,7-3-48 0,-5 2 0 16,-4 4 0-16,4 1-1 0,-2-1-601 0,0 2 309 15</inkml:trace>
  <inkml:trace contextRef="#ctx0" brushRef="#br0" timeOffset="17984.09">8738 6986 1348 0,'0'-11'0'0,"0"8"0"0,0 3 0 0,6 0 0 0,-3 8 0 0,1 13 133 0,-2 7-50 0,0 14-25 16,-1 11 0-16,-1 2 278 0,0 13-155 0,0-2-74 15,-3 2-38-15,-1 5 2 0,1 0 0 0,-3 6-436 16,2 12 195-16,-2-4 102 0,1 3 50 16,2 0-646-16,3 0 340 0</inkml:trace>
  <inkml:trace contextRef="#ctx0" brushRef="#br0" timeOffset="18160.68">9013 8220 1658 0,'-23'0'0'0,"15"0"0"0,8 0 0 0,10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36:42.8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5375 3771 327 0,'-3'0'0'0,"0"0"0"0,0 0 0 0,0 0 0 0,1 0 0 0,0 0 208 16,0 0-88-16,2 0-35 0,-1 0 14 0,1 0-32 15,0 0-1-15,0 0 35 0,0 0-34 0,0 0 8 16,0 0-42-16,0 0 54 0,0 0-27 0,0 0 0 16,1 0-27-16,3 0 58 15,-1 0-33-15,2 2 0 0,-2-2-25 0,3 0 36 16,-1 2-36-16,1-1 24 0,1 2-24 0,1-1 0 15,0-1 0-15,1 1 30 0,-2-1-30 0,3 3 8 16,-1-2-9-16,-1 0-3 0,1 1 4 0,2 2-1 16,-3-3 1-16,2 1-4 0,-1 2 3 0,2-2 1 15,0 1 0-15,3 1-6 0,-2-1 6 0,2-1 7 16,2-1-34-16,-2 1 23 0,2-1 3 16,0-1-12-16,0-1 10 0,3 2 4 0,-6-2-5 15,5 0-24-15,-4 0 23 0,3 2 0 16,-4-2 0-16,5 2-26 0,-3-2 24 0,1 2-2 15,1-2 2-15,2 0-4 0,0 0 3 0,1 0 4 16,1 0-36-16,0 0 30 0,1 0 0 0,4 0-18 16,-1 0 17-16,-4 0 3 0,3 0-3 0,4-2-24 15,-5 2 22-15,2-2-1 0,-3 0 1 0,0 2 4 16,4-2-5-16,-1 2-2 16,1-1 2-16,2-1 23 0,-3-1 0 0,5-2 23 15,2 0-5-15,-2-1-35 0,4-1-1 0,-2-3 12 16,1 2-4-16,-2 1 0 0,0 2-5 0,-1-3-17 15,-1 4 18-15,-1 0 5 0,-2 3 3 0,4 0-47 16,-2-3 0-16,0 3 37 0,1 1 1 0,-1-2-45 16,-2 2 21-16,6 0-5 0,-3 0-5 0,1 0-6 15,-2-1 29-15,0 1-23 0,-2-3 20 0,6 1-1 16,-3 0 0-16,-2 1 16 0,3-3-17 0,-4 0-2 16,1 1 4-16,6-2-26 15,-6 2 24-15,1 1 0 0,1-1-1 0,-1 1 39 16,-4 1-33-16,6 1-3 0,-4-2-19 0,0 2 18 15,3 0 1-15,-3 0-24 0,-1 0 25 0,4 0-3 16,-5 0-2-16,1 0 3 0,0 0 158 0,-1 0-170 16,-1 0 0-16,2 0 0 0,-4 0 0 0,6 0 0 15,-1 0 0-15,0 2 0 0,-2-2 0 0,3 1 0 16,0 1 0-16,-3 1 0 0,2-1 0 16,0-1 0-16,-7 4 0 0,5-3 0 0,-1-1 0 15,3 1 0-15,-2 0 0 0,-4 0 0 16,2 2 0-16,1-3 0 0,-1 1 0 0,-1 3 0 15,1-4 0-15,-1 2 0 0,0 2 0 0,0-1 0 16,0-1 0-16,-3 3 0 0,3-2 0 0,-1 1 0 16,1 0 0-16,0-1 0 0,-1 2 0 0,5 0 0 15,-1-2 0-15,-1-2 0 0,-3-1 0 0,4 1 0 16,-2 0 0-16,-1 0 0 0,-3-1 0 0,-3-1 0 16,-2 3 0-16,4 0 0 15,-8-1 0-15,4 2 0 0,0 0 0 0,-3 1 0 16,4-1 0-16,-2 0 0 0,0 1 0 0,2-1 0 15,0 2 0-15,-1-3 0 0,3 2 0 0,-2-2 0 16,-1 0 0-16,3-2 0 0,-2 3 0 0,2-4 0 16,-4 2 0-16,6-1 0 0,-4 1 0 0,4-2 0 15,-4 0 0-15,5 2 0 0,-2-2 0 0,1 3 0 16,-1-3 0-16,4 1 0 16,0-1 0-16,-1 0 0 0,3 0 0 0,-2 0 0 15,-1 0 0-15,1 0 0 0,0 0 0 0,-1 0 0 16,1 0 0-16,-2 0 0 0,-1 0 0 15,2 0 0-15,-1 0 0 0,0 0 0 0,-1 0 0 0,0 0 0 16,1 0 0-16,2 2 0 0,-1-2 0 0,1 1 0 16,3-1 0-16,2 0 0 0,-6 3 0 0,6-3 0 15,-5 0 0-15,5 0 0 0,1 0 0 0,0 0 0 16,0 0 0-16,1 0 0 0,2 0 0 16,-5 0 0-16,6 0 0 0,0 0 0 0,-1 0 0 0,0 0 0 15,-2 0 0-15,4-3 0 16,-2 2 0-16,0-1 0 0,2 1 0 15,-2-2 0-15,0 1 0 0,0 0 0 0,0 1 0 0,-2-1 0 16,2 0 0-16,-3 0 0 0,3 1 0 0,-1-2 0 16,1 1 0-16,0 1 0 0,0 1 0 0,2-3 0 15,-2 3 0-15,2-2 0 0,-2 0 0 0,2 2 0 16,1-1 0-16,-1-1 0 0,2 0 0 0,-2 0 0 16,1 1 0-16,1-2 0 15,-2 0 0-15,-2 1 0 0,-2 0 0 0,-1 0 0 16,3 0 0-16,-7 0 0 0,0 0 0 0,0 2 0 15,-2 0 0-15,-1 0 0 0,-3 0 0 0,0 0 0 16,0 0 0-16,-4 0 0 0,0 0 0 0,-3 0 0 16,-1 0 0-16,1 0 0 0,-5 0 0 0,2 0 0 15,-1 0 0-15,-1-1 0 0,0-1 0 0,-1-1 0 16,-3 2 0-16,1 1 0 0,0-1 0 0,-2 1 0 16,0-5 0-16,-5 2 0 15,-11-3 0-15,-10 1 0 0,-8-3 0 0,-11 4-963 16,-4 1 466-16</inkml:trace>
  <inkml:trace contextRef="#ctx0" brushRef="#br0" timeOffset="21170.87">13051 3952 579 0,'0'-10'0'0,"-2"6"0"0,0 2 0 0,0 0 0 0,-1 0 0 0,3 0 88 15,-1 1-19-15,1 1 148 0,0 0-92 0,0 0-46 16,0 0-24-16,0 11 64 0,0 6-36 0,0 6-29 16,1 3 0-16,6 4 88 0,-2 1-55 0,1 4-18 15,-3 2-9-15,3 0 58 0,0-1-43 0,-2 2-20 16,-2-3-8-16,0 3-6 16,-1-2-8-16,1-2-45 0,-2-3 23 0,0-3-1 15,0-1 23-15,0-3-101 0,0-2 46 0,0-2 27 16,0-5 1-16,0-6-209 0,0-4 108 0,0 0 32 15,0-5 33-15,0 0-288 0,0-8 146 0,0-16 53 16,0-6-109-16,0-3 90 0,2-12 57 0,-2-1-237 16</inkml:trace>
  <inkml:trace contextRef="#ctx0" brushRef="#br0" timeOffset="21412.23">13024 3914 1091 0,'-7'-19'0'0,"-1"2"0"0,4 3 0 0,0 3 0 0,3 2 0 0,1 2 0 0,0-3 0 0,1 5 123 16,11-3-45-16,6 3-23 0,3-1 204 0,4-1-117 15,-5 6-55-15,8 1-27 0,-8 0 124 0,6 1-76 16,-8 8-29-16,3 2-9 0,-6 3-27 0,0-2-10 16,-4 2 0-16,-1 1-51 0,-4-1 34 15,-5 1-9-15,-1 2-7 16,0 0 33-16,0 1 0 0,-13 1 0 0,-2-3-42 16,-2 0 17-16,1-2-14 0,-4-2 36 0,2-2-163 15,-1-4 74-15,2-1 22 0,2-3 8 0,0 0-228 16,5-2 123-16,1 0 47 0,2 0-243 0,2 0 140 15,2 0 83-15,3-2-243 0,0-4 159 0,3-1 79 16,13 0 40-16,1-1-115 0</inkml:trace>
  <inkml:trace contextRef="#ctx0" brushRef="#br0" timeOffset="21562.82">13279 3971 861 0,'8'0'0'0,"-2"0"0"0,0 0 0 0,-1 0 0 0,0 3 0 0,-1 0 0 0,2 0 0 0,0 1 202 0,3-3-85 0,0 1-42 16,3-2-22-16,1 0 262 0,2 0-133 0,2 0-79 15,0 0-35-15,-1 0 67 0,4 0-51 0,-4 0-26 16,1 0-205-16,0 0 86 0,-2 0 46 0,-2 0-436 16,1 0 242-16,-7 0 121 0,2 0 41 0,-5 8-287 15</inkml:trace>
  <inkml:trace contextRef="#ctx0" brushRef="#br0" timeOffset="21728.38">13382 4209 948 0,'-11'5'0'0,"4"3"0"0,4-1 0 16,-1-4 0-16,0 0 0 0,1-2 226 0,3-1-88 0,0 2-57 0,0-2-24 0,7 2 343 16,6-2-184-16,2 0 45 0,2 0-22 0,2 0-107 15,-3 0-49-15,3 0-43 16,0 0-140-16,-2-2 66 0,0 0 42 0,1-2-9 16,0 1 34-16,-2 2 0 0,1-2-1 0</inkml:trace>
  <inkml:trace contextRef="#ctx0" brushRef="#br0" timeOffset="22747.65">13978 4124 1135 0,'-7'0'0'0,"-3"-3"0"0,6 1 0 0,-1 2 0 0,3 0 0 0,0 0 0 0,1 0 0 0,1 0 0 0,0 0 0 0,0 0 306 0,3 0-129 0,12 0-76 16,7 0 118-16,3 2-93 0,3-2-46 0,2 0 54 16,1 0-42-16,0 0-34 0,-2 0 0 15,-7 0-57-15,2 0-1 0,-3-2 32 0,-2 1 9 16,-2-3-84-16,-2 1 37 0,-2 1 1 16,-4-4 38-16,1 2-299 0,-3 1 110 0,1-2-429 15,-3-2 257-15,1 0 148 0,4-1 73 0</inkml:trace>
  <inkml:trace contextRef="#ctx0" brushRef="#br0" timeOffset="22970.45">14705 3643 1413 0,'0'0'0'0,"0"-2"0"0,0 0 0 0,0 0 0 0,0 2 0 0,2 0 0 0,6 0 0 0,1 0 221 15,6 0-94-15,0 4 189 0,8 6-146 0,1-3-68 16,2 2-35-16,0 1-2 0,3 1-1 0,-7-1-23 16,7 3-8-16,-5 0-300 0,-6-3 150 0,3 2 75 15,-1-1 37-15,-4 1-169 16,-2 0 99-16,-3-2-508 0,-4 2 279 0,0-4 140 16,0-3 45-16</inkml:trace>
  <inkml:trace contextRef="#ctx0" brushRef="#br0" timeOffset="23137.67">15186 3489 1038 0,'0'-3'0'0,"0"1"0"0,0 2 0 0,0 0 0 0,0 0 0 0,-7 3 0 0,-2 10 341 0,-5 6-154 0,-1 4-77 0,-2-1 130 16,-4 4-95-16,1 5-61 0,-1-1-25 15,-2 0-54-15,1 2 28 0,0 3 0 0,2-4-329 16,-1 8 161-16,-2-4 84 0,4 1 42 0,0-4-574 0</inkml:trace>
  <inkml:trace contextRef="#ctx0" brushRef="#br0" timeOffset="23379.17">14577 4073 1841 0,'-13'0'0'0,"6"0"0"0,1 0 0 0,2 0 0 0,2 0 0 0,0 0 0 0,2 0 0 0,0 0 0 0,14 0 137 15,14 0-44-15,12 0 299 0,4 0-179 0,9 0-91 16,4-4-44-16,-1-1 156 0,2-1-93 0,-2-2-58 16,0 3-25-16,1-3-94 15,-6 5 34-15,-3-2 1 0,-9 0-254 0,0 4 139 16,-4-1 75-16,-1-1 37 0,-6 2-352 0,-5 1 144 16,-1 0 111-16,-5-1-176 0,-2 1 122 0,-3 0 53 15,-5 0 39-15,-3 0-242 0,-3 0 128 0,-1 0 77 16,0 0 33-16</inkml:trace>
  <inkml:trace contextRef="#ctx0" brushRef="#br0" timeOffset="23694.45">14399 4364 1226 0,'-10'0'0'0,"3"0"0"0,3-2 0 0,4 2 0 0,0-2 0 0,0 2 0 0,0 0 0 0,11 0 0 0,10 0 106 0,6 0-41 0,1 0 43 0,2 2-38 16,0 5 0-16,0 5-37 0,-8 0 19 0,6 1-19 16,-8-1-1-16,-2 4 1 0,-5-1-61 0,-2 0 31 15,-5 0 7-15,-3 3 23 0,-3-3-26 0,0 5 0 16,-10 2 26-16,-7-3 10 0,-2-3-5 15,-7 5-36-15,3-8-29 0,-1 0 18 0,-1-5 1 16,1 0 22-16,3-7-94 0,1-1 45 0,1 0 25 16,8 0 2-16,1-7-368 0,10-8 166 15,0-9 93-15,10-7-157 0</inkml:trace>
  <inkml:trace contextRef="#ctx0" brushRef="#br0" timeOffset="23856.02">14741 4293 1042 0,'9'0'0'0,"-1"2"0"0,-5 5 0 0,-1 5 0 0,-2 5 0 0,0 0 0 0,-13 4 0 0,2 4 0 0,-2 4 497 0,0 0-223 0,1 3-125 0,3-7 160 16,5 3-139-16,3-4-68 0,1 1-35 0,0-4-173 15,3 3 66-15,10-3 36 0,4-4 0 16,2-2-149-16,1-2 92 0,0-6 56 16,1-1-535-16,0-5 285 0,0-1 64 0</inkml:trace>
  <inkml:trace contextRef="#ctx0" brushRef="#br0" timeOffset="24114.48">14844 4231 626 0,'2'-3'0'0,"7"-2"0"0,3 1 0 0,-1 3 0 0,3-1 0 0,0 2 298 16,-1 0-137-16,-1 0-64 0,-1 3-33 0,-2 7-11 15,-1 3-12-15,-4 2-8 0,-3 0-1 0,-1 2-44 16,0 0 23-16,0 0-1 0,-10-2-99 0,-2 0 55 15,-1-1 32-15,-3-4-30 0,4 1 26 0,-2-5-1 16,7 0 31-16,-1-4 98 0,3 2-54 0,1-4-27 16,3 0-32-16,1 0 172 0,0 0-73 0,0 0-30 15,9 0-24-15,3 0-37 16,6 0 16-16,0-3-123 0,1 2 70 0,0-1 22 16,1-2 0-16,-1 2-385 0,-2 1 198 0,2 1 78 15,-4 0 58-15</inkml:trace>
  <inkml:trace contextRef="#ctx0" brushRef="#br0" timeOffset="24265.08">14977 4582 907 0,'-9'5'0'0,"2"-1"0"0,3-2 0 0,2 0 0 0,2-2 0 0,0 0 0 0,4 0 0 0,11-6 323 0,6-1-137 0,5-1-81 16,0 0 27-16,3 0-49 0,-2 2-25 0,1-3 0 15,-5 3-62-15,0 1 14 0,-3 0 0 0,-3 3-367 16,-6 1 195-16,1-1 97 0,-5 2 57 0</inkml:trace>
  <inkml:trace contextRef="#ctx0" brushRef="#br0" timeOffset="24422.76">15152 4359 1136 0,'0'9'0'0,"0"7"0"0,0 0 0 0,0 2 0 0,-2 1 0 0,1 6 0 0,-1-1 255 16,0 2-111-16,2-1 37 0,-2 5-78 0,0-4-35 15,2-1 0-15,0 1-150 0,0-3 57 0,0-1 37 16,0-4-7-16,0 0-495 0,0-11 252 16</inkml:trace>
  <inkml:trace contextRef="#ctx0" brushRef="#br0" timeOffset="24572.49">15259 4306 1159 0,'4'5'0'0,"4"3"0"0,1 2 0 0,-2-3 0 0,3 0 0 0,-1 3 0 0,0-1 0 0,1 1 273 0,-1 3-120 0,1-2-60 0,0 1-105 16,-3 1 23-16,0-4 8 15,0 3 13-15,2-4-492 0,-4-2 233 0</inkml:trace>
  <inkml:trace contextRef="#ctx0" brushRef="#br0" timeOffset="24739.27">15499 4252 1137 0,'0'0'0'0,"0"9"0"16,0 7 0-16,0 3 0 0,0 6 0 0,-7 6 0 0,-2 5 272 0,-3 2-120 0,1-2 275 0,-3 9-201 0,0-4-97 15,-1 0-48-15,0 2-24 16,0 3 0-16,-2-1-16 0,2 0-8 0,2-11-3 16,0 1 3-16,1-4 0 0,7-10 0 0,-1-7-709 15,3-5 350-15,-1-3 180 0</inkml:trace>
  <inkml:trace contextRef="#ctx0" brushRef="#br0" timeOffset="24963.64">15600 4223 611 0,'16'-5'0'0,"1"1"0"0,0 2 0 0,0 1 0 0,-4 1 298 0,-4 0-124 0,3 0-74 0,-5 5-34 15,-1 7 95-15,-5-2-64 0,-1 5-33 0,0 2 9 16,0 0-30-16,-9-2-10 0,-2 2 0 0,-2-2-13 15,4-1 13-15,1-5 8 0,0 2 87 16,4-4-48-16,3-1-23 0,1 0-1 0,0-2 13 16,1-1 7-16,15-3-43 15,2 0 0-15,9 0-14 0,-1 0 14 0,4-1-1 16,0-11 9-16,2 0-115 0,-2 2 53 0,0-3 27 0</inkml:trace>
  <inkml:trace contextRef="#ctx0" brushRef="#br0" timeOffset="26142.69">17106 3872 794 0,'3'-15'0'0,"-1"9"0"0,0 3 0 0,-2 1 0 0,0 0 0 0,0 2 0 0,2 0 128 0,-2 0-47 15,0 4 149-15,0 12-90 0,0 9-58 0,0 3-25 16,-9 10 131-16,4 3-78 0,0 5-38 0,1-7 7 16,0 10 8-16,4-6-28 0,0-7 1 0,0-1-28 15,8-5-17-15,5-6 26 0,7 1-8 0,-1-8 0 16,4-5-31-16,-5-5 0 0,5-4 31 0,0-3-33 15,1 0-8-15,-3-9 41 0,-2-12-27 16,-3-4 24-16,0-4-18 0,-4-11 12 16,-2 1-48-16,-6-4 21 0,-2-2-10 15,0-4 30-15,-2-2-116 0,0 1 52 0,-10-1 26 16,-1 4-127-16,-4 6 69 0,0 10 37 0,0 6 6 16,-8 0-31-16,6 10 12 0,-5 5 1 0,1 8-73 15,-5 2 48-15,1 7 14 0,-3 20 8 0,1 4-224 16,4 6 124-16,-2 6 62 0,2 3 31 0,2 4-274 15</inkml:trace>
  <inkml:trace contextRef="#ctx0" brushRef="#br0" timeOffset="26362.12">16818 4325 933 0,'-9'4'0'0,"2"-2"0"0,2-2 0 15,3 0 0-15,2-2 0 0,0-13 0 0,10-4 0 0,10-2 0 0,10-5 277 0,6 0-122 0,4-1-53 0,4 1 33 0,4 2-51 16,-2 0-26-16,3 8 126 0,-6 4-75 0,-7 7-30 15,2 4-8-15,-4 1 34 0,-4 1-35 16,-2 14-1-16,-4 3-36 0,-1 6 24 0,-4-2-24 0,-1 4 0 16,-1-1-43-16,0-1 21 15,0 1 1-15,0-5 28 0,1 4-196 0,3-6 94 16,2-1 47-16,1-3-198 0,1-2 113 0,-3-7 28 16,10-1 37-16,-4-4-456 0,4 0 229 0,-2-1 115 15,-1-15 57-15</inkml:trace>
  <inkml:trace contextRef="#ctx0" brushRef="#br0" timeOffset="26524.69">17795 3977 1533 0,'-16'0'0'0,"3"4"0"0,6 0 0 0,2-2 0 0,2-1 0 0,3 1 0 0,0 0 0 0,0-2 0 0,14 0 228 0,4 0-97 0,3 0 43 15,0 0-63-15,3 0-42 0,-2 0-1 0,1 0-160 16,-2-2 62-16,-1 0 32 0,-3 1 8 0,-2 1-468 15,-3 0 246-15,-1 1 122 0</inkml:trace>
  <inkml:trace contextRef="#ctx0" brushRef="#br0" timeOffset="26665.21">17845 4253 1377 0,'-15'11'0'0,"6"3"0"0,3-5 0 0,0 0 0 0,2-5 0 16,4-2 0-16,0 1 0 0,0-3 0 0,10 0 236 0,7 0-102 0,2 0 75 0,3-7-80 0,3-2-53 15,-1 2-21-15,-1-1-133 0,-3 3 55 0,3-1 28 16,0 2 8-16,3 2-539 0</inkml:trace>
  <inkml:trace contextRef="#ctx0" brushRef="#br0" timeOffset="26913.55">18298 4195 1525 0,'1'-8'0'0,"10"3"0"0,-1-1 0 0,5 1 0 0,2-3 0 0,8 1 0 0,3-1 0 0,11 3 370 0,2-1-168 0,5 1-85 15,-5 0-34-15,17 2 0 0,-3 0-26 0,-1 1 1 16,4 1-25-16,-1-1-50 0,-1 2 33 0,2-2-209 16,-1 2 114-16,-1-2 55 0,-2 2 29 0,-1-1-241 15,-2-3 113-15,-3 0 73 0,0 0-32 0,-5-3-166 16,-10 2 89-16,1-3 55 0,-9 2 40 0,-4 0-25 15,-11 1 29-15,-2-1-1 0,-5 2-120 0,-3-2 66 16,-9 3 45-16</inkml:trace>
  <inkml:trace contextRef="#ctx0" brushRef="#br0" timeOffset="27174.27">18455 3719 840 0,'-12'-13'0'0,"6"-1"0"0,6 9 0 0,0-1 0 0,9 0 0 0,10-2 317 16,7 3-142-16,12 1-71 0,1 2-35 0,0 2 91 15,14 0-68-15,-6 0-29 0,-5 13 59 0,-9 0-45 16,1 6-21-16,-6 4-69 0,-7-2 18 0,-6 3 1 16,-8-4 27-16,-5 10-68 0,-2-3 34 0,-11 1 8 15,-17 3 25-15,-4-4-80 0,-4-2 40 0,-3-2-10 16,-3-5-1-16,7-5-155 0,-12 0 86 0,5-5 24 15,9-4-93-15,-1-4 56 0,9 0 41 0,4 0-247 16,7-12 141-16,10-4 67 16,4-7 33-16,7-3-201 0</inkml:trace>
  <inkml:trace contextRef="#ctx0" brushRef="#br0" timeOffset="27349.81">19008 3611 817 0,'15'-3'0'0,"-4"0"0"0,-4 3 0 0,-5 0 0 0,-2 8 0 0,-2 5 0 0,-16 4 0 0,-3 4 402 0,-2 2-185 0,1 1-92 0,1 2-47 0,6-1 278 16,-1 2-167-16,12-5-77 16,0-1 3-16,4 0-41 0,2 0-12 0,11-2-91 15,8-5 30-15,3 2 1 0,4-5 31 0,0 1-280 16,-3-5 148-16,7 1 62 0,-12-2 35 0,1 1-537 16,-2-1 270-16,-6 1 60 0</inkml:trace>
  <inkml:trace contextRef="#ctx0" brushRef="#br0" timeOffset="27595.39">18397 4284 663 0,'-24'7'0'0,"12"0"0"0,3 1 0 0,6 0 0 0,3-1 0 0,0 1 0 0,12-3 305 0,8 4-129 0,2 5-75 15,0-2-34-15,1 6 140 0,-2-2-87 0,-3 4-44 16,-4-1 16-16,-3 1-34 0,-4 2 1 0,-5 1-27 15,-2 4-21-15,0-3-1 0,-15 0 31 0,-6-1-46 16,-3 0 38-16,-4-3-1 0,0-4 1 16,-2 0-92-16,4-7 53 0,-6-3 16 15,9-4-14-15,0-2-230 0,5 0 100 0,2-2 67 16,7-13-299-16,6-4 173 0,3-6 71 0,2 1 45 16,12-4-282-16</inkml:trace>
  <inkml:trace contextRef="#ctx0" brushRef="#br0" timeOffset="27759">18609 4340 1657 0,'9'2'0'0,"-6"8"0"0,-3 2 0 0,0 4 0 0,-2 0 0 0,-15 6 0 0,2 3 0 0,-2 1 0 0,3 3 277 0,-2-2-123 0,3 0-60 0,7-3 144 16,2 5-107-16,4-9-49 0,0 7-25 0,6-7 76 16,7-3-50-16,4-2-17 0,7 1-8 0,-1-7-244 15,4-4 109-15,3-1 56 0,-4-4-520 0,-2 0 295 16,6 0 126-16,-7-9-659 0</inkml:trace>
  <inkml:trace contextRef="#ctx0" brushRef="#br0" timeOffset="28016.26">18741 4267 908 0,'0'-8'0'0,"0"5"0"0,2-3 0 0,7 0 0 0,6 0 0 0,4 0 0 0,2 3 209 0,-1 2-88 0,-1 1-35 16,0 0 73-16,-2 1-62 0,-3 8-33 0,-5 5 1 15,-4 3-91-15,-3-1 37 16,-2 1-7-16,0 6-64 0,-11-2 47 0,-6 0 23 0,-3-1-1 0,-3-1 80 16,-2-1-33-16,2-3 1 15,5-4-24-15,1-1 58 0,6-3-34 0,1-3-56 16,4 0 193-16,3-4-80 0,3 0-41 0,0 0 15 16,13 0-27-16,6 0 8 0,7-6-36 0,2-1-128 15,1-3 64-15,1 3 32 0,-2-3 0 0,-3 5-452 16,4-2 231-16,-8 5 89 0,0-1 69 0,-3 3-613 15</inkml:trace>
  <inkml:trace contextRef="#ctx0" brushRef="#br0" timeOffset="28163.9">18875 4593 867 0,'-14'4'0'0,"5"-2"0"15,5 1 0-15,0-2 0 0,4-1 0 0,0 0 0 0,0-1 0 0,11-6 214 0,10-2-90 0,4-1-46 0,-5 1 145 0,10 0-99 16,-2-1-46-16,1 3-111 0,-3 0 33 0,-7 3 0 15,1-1 41-15,-3 4-398 0,-4-1 194 0,-1-1 98 16,-3 3 49-16</inkml:trace>
  <inkml:trace contextRef="#ctx0" brushRef="#br0" timeOffset="28322.44">19081 4359 454 0,'-1'1'0'0,"-2"6"0"0,1 0 0 0,0 4 0 0,-1 2 0 0,-1 3 387 0,-2 4-177 0,3 2-88 15,-3 1 132-15,0 5-115 16,0 0-53-16,1 0 166 0,-2 0-109 0,-1 1-56 16,2-3-18-16,1 5-260 0,1-5 112 0,2-8 56 15,2 1 28-15,0-7-503 0,0-5 273 0</inkml:trace>
  <inkml:trace contextRef="#ctx0" brushRef="#br0" timeOffset="28456.24">19186 4430 878 0,'2'0'0'0,"2"2"0"0,1 8 0 0,3-3 0 0,0 0 0 0,-1 1 0 0,2 1 321 0,1 2-148 0,-1-2-70 0,0 1-51 15,0 1-20-15,-2-1 1 0,0-2 8 0,0-1-356 16,2-3 173-16</inkml:trace>
  <inkml:trace contextRef="#ctx0" brushRef="#br0" timeOffset="28630.77">19429 4270 639 0,'1'0'0'0,"1"0"0"0,-2 8 0 0,0 10 0 0,-3 7 0 0,-9 3 0 0,-1 11 519 15,-2 2-244-15,0-4 172 0,-4 11-212 0,1-4-100 16,0 1-52-16,-2-2-10 0,1 0 0 0,2-7-32 16,-1 1-9-16,0-3-257 0,5-6 128 0,6-9 65 15,-1-6 33-15,4-3-435 0,1-6 230 0,3-4 118 16,0-2-555-16</inkml:trace>
  <inkml:trace contextRef="#ctx0" brushRef="#br0" timeOffset="28833.26">19551 4203 850 0,'20'0'0'0,"-1"0"0"0,-2 2 0 0,-9 2 0 0,1 5 0 0,-6 1 298 15,-1 0-133-15,-2 4-58 0,0-2-41 0,-7 2 72 16,-4-1-53-16,-1 1-25 0,-1-2-1 0,4-2 87 15,1-1-61-15,1-3-26 0,3-2 28 16,4-1-27-16,0 0 0 0,2-3-6 16,19 0-21-16,3 0 0 0,8 0-1 0,11-9-152 15,0-3 76-15,6-2 47 0,-1-1-9 0,2 0-204 16,-1 0 90-16</inkml:trace>
  <inkml:trace contextRef="#ctx0" brushRef="#br0" timeOffset="30079.91">21070 3596 736 0,'5'-7'0'0,"7"2"0"0,1 2 0 0,3 0 0 0,0 3 0 0,1 0 0 0,0 0 0 0,4 0 0 0,0 0 150 16,2 6-58-16,0 5-30 0,-2 2 38 0,-5 2-25 15,5 7-8-15,-8-1-35 0,-3 4-20 0,-4 0 0 16,-5 4 21-16,-1-1-15 0,0 0-7 0,-14 3 21 16,-11 3 1-16,-1-4-27 0,-4-1-1 0,1-6 36 15,-4 0-8-15,1-4-56 0,-2-6 13 0,4-5-1 16,7-5 6-16,0-3 5 0,3 0 9 15,5-5 32-15,4-8-26 0,6-2 0 16,5-2 5-16,0-1 4 0,1-3-6 0,18 2-2 16,3-2 1-16,7 2-33 0,3-1 3 0,7-1 28 15,1 1 2-15,-1-1-204 0,2 3 90 0,0-3 49 16,-5 0-193-16,7-2 112 0,-5 4 38 0,-8 3 0 16,0-1 29-16,-4 4 0 0,-7 1 22 0,-2 5 105 15,-7 1-49-15,-3 5-24 0,-3-1-1 0,-2 2 90 16,-2 0-65-16,0 2-21 0,-10 11 14 0,-7 5 301 15,3 1-125-15,-4 6-88 16,7-4 232-16,-4 5-152 0,8-4-72 0,3 0 40 16,2 1-55-16,2 0-30 0,0-5 10 0,13-1-65 15,6 0 0-15,4-7 27 0,0-2 1 0,6-7-69 16,-7-1 43-16,10 0-9 0,-5-1 35 0,-1-13-51 16,-1-1 25-16,-5-4 0 0,-5 0-117 0,2-5 62 15,-7-1 5-15,-3-1-69 0,-3-3 43 0,-2 0 31 16,-2-3-3-16,0-2-65 0,-8 0 37 0,-5 4 23 15,-2 4-16-15,-2 3-27 16,-2 12 16-16,-1 2 8 0,-3 5 32 0,-4 4-9 16,5 0 10-16,0 10-1 0,2 4-52 0,0 9 30 15,5 0 0-15,2 2 23 0,1-1-230 0,7 2 115 16,-1-4 49-16</inkml:trace>
  <inkml:trace contextRef="#ctx0" brushRef="#br0" timeOffset="30321.27">21323 3853 697 0,'-16'0'0'0,"-1"0"0"0,4 0 0 0,-1 0 0 0,3-2 0 0,6-9 0 0,3-2 291 0,2 0-134 0,7-6-61 15,18 5-32-15,9-6 136 0,3 1-84 0,-2 6-33 16,15-2-2-16,-8 8-24 0,-8 3-1 0,3 2 14 16,-7 2-38-16,-7 5 9 0,4 10-8 0,-8 5 12 15,-3 5-12-15,-2-2 0 0,-3 4-1 0,-2-5 64 16,3 8-36-16,-3-5 0 0,5-1-13 0,-2-3-38 15,6 0 1-15,0-9 31 0,5 5-60 16,0-7 25-16,0-2 1 0,-2-5-259 16,0-3 136-16,-1 0 58 0,-1 0 34 0,-3 0-486 15,-5 0 241-15,-2-1 106 0,-5-1 65 0</inkml:trace>
  <inkml:trace contextRef="#ctx0" brushRef="#br0" timeOffset="30566.6">21087 4125 609 0,'-26'0'0'0,"5"0"0"0,6 0 0 0,3 0 0 0,5 0 0 0,3 0 0 0,4 0 458 0,0 0-212 0,13 0-107 16,14 0-53-16,6 0 248 0,15 0-155 0,3-1-73 15,13-2-36-15,-2 3 169 0,0-2-102 0,-7 1-45 16,14 1-22-16,-18 0 0 0,2 0-38 0,-2 0-58 15,-4 0 29-15,-12 0 8 16,2 0 21-16,-10 3-299 0,-4 0 150 0,-6 0 75 16,-6 0 37-16,-4 1-520 0,-5-3 202 0,-2 1 145 15,0 2-276-15,-14 1 210 0</inkml:trace>
  <inkml:trace contextRef="#ctx0" brushRef="#br0" timeOffset="30862.85">21144 4293 524 0,'-10'0'0'0,"6"0"0"0,4 0 0 0,0 0 0 0,7-4 0 0,14-3 398 0,9-3-186 0,2 7-90 0,2 1 73 15,2-1-80-15,-3 3-42 0,-1 0 9 0,-2 10 104 16,-3 5-77-16,-5 7-38 0,-4-1 0 0,-7 6-64 16,-6-2 8-16,-3 8 18 0,-2-3-73 0,0 2 37 15,-13 0-1-15,-6 0-84 0,-4-2 69 16,0-4 22-16,-2-4-1 0,0-5-95 0,-1-3 35 15,0-5 33-15,4-7-13 0,-5-2 1 16,3 0-3-16,3-4-1 0,1-11 3 0,2-4 37 16,7 3-26-16,-1-6 10 0,7 2 46 0,3-2-22 15,2 1 3-15,0 2 47 0,0 2-30 0,6 2 0 16,4 2-20-16,1 3-70 0,1 2 33 0,4 1 0 16,-2 6 33-16,6-1-140 0,1 2 64 0,-1 0 32 15,6 0-6-15</inkml:trace>
  <inkml:trace contextRef="#ctx0" brushRef="#br0" timeOffset="31417.65">21590 4381 836 0,'-3'0'0'0,"1"0"0"0,0 0 0 0,2 0 0 0,0 0 0 0,0-1 0 0,0-2 0 0,5 0 0 0,6 1 225 0,3 2-96 0,-1 0-40 16,2 0-32-16,0 2 100 0,0 8-62 0,-2 0-31 15,-2 4 0-15,-3-1 3 0,0 0-8 0,-5 2-26 16,-1 0 27-16,-2 0-27 0,0-1 0 0,0 2 27 16,-11-1-27-16,-1 0-1 0,-4-2 1 0,-1 1-50 15,-2-4 24-15,0 0 9 0,3-5 17 0,-2-1-217 16,1-2 104-16,3 0 36 15,3-2 30-15,1 0-363 0,2 0 182 0,5-2 64 0,3-8-246 16,0-1 172-16,1-4 86 0,17-1-81 0</inkml:trace>
  <inkml:trace contextRef="#ctx0" brushRef="#br0" timeOffset="31573.24">21794 4313 610 0,'3'0'0'0,"-1"0"0"0,-2 0 0 0,0 8 0 0,0 5 249 0,-5 5-108 0,-7 2-54 16,1 2-27-16,0 5 372 0,1-5-191 0,-1 8-108 15,5-5-51-15,5-4 168 16,1 5-109-16,0 0-54 0,1-10-141 0,14 7 39 16,6-5 24-16,4-4 0 0,5-3-402 0,0-3 213 15,3-5 114-15,-1-3-254 0,2 0 109 0</inkml:trace>
  <inkml:trace contextRef="#ctx0" brushRef="#br0" timeOffset="31757.74">22197 4014 1312 0,'0'-8'0'15,"0"8"0"-15,6 0 0 0,5 0 0 0,2 0 0 0,-2 0 0 0,3-3 0 0,0 3 115 0,4-1-33 0,-2 1-28 0,3 0-1 0,-2 0-208 16,0 0 94-16,-2 0 46 0</inkml:trace>
  <inkml:trace contextRef="#ctx0" brushRef="#br0" timeOffset="31904.35">22160 4289 965 0,'-5'2'0'0,"5"0"0"0,0 1 0 0,0-1 0 0,2-2 0 0,8 0 0 0,5 0 0 0,2 0 102 0,1 0-38 0,3 0-1 15,6 0-30-15,-6 0-168 0</inkml:trace>
  <inkml:trace contextRef="#ctx0" brushRef="#br0" timeOffset="32226.49">22578 3557 1254 0,'9'-21'0'0,"7"12"0"0,3 5 0 0,1 2 0 0,-3 0 0 0,1 2 0 0,2 0 0 0,-3 8 0 0,1 8 91 0,0 3-30 0,-4 6 1 16,-2 4 22-16,-3 1-18 0,-3 5-7 0,-5-2-82 16,-1 1 28-16,0 0 1 0,-1 0 26 0,-12-2-102 15,-3-2 48-15,0-2 27 16,-3-2 0-16,0-1-108 0,-1-7 61 0,2-5 8 15,0-1-20-15,-1-6 6 0,0-6 22 0,2 0-16 16,2 0 54-16,2-11-41 0,4-4 15 0,1-4 48 16,6-2-23-16,2 0 4 0,0 1-26 0,0-1 81 15,10 2-36-15,3 0-12 0,1 4 0 0,4 2-84 16,3 2 32-16,-1 1 11 0,6 4 23 0,-3 2-133 16,3 2 64-16,-1-1 23 0</inkml:trace>
  <inkml:trace contextRef="#ctx0" brushRef="#br0" timeOffset="32410">23001 3585 732 0,'-7'-8'0'0,"0"5"0"0,0 0 0 0,0 3 0 0,0 0 0 0,-2 0 0 0,4 16 292 0,1 0-129 0,4 9-66 16,0-1-31-16,0 3 153 0,0-5-85 0,0 11-55 15,0-4-100-15,0-1 27 0,0 3-1 0,0-3-119 16,0-1 81-16,-3 3 29 15,-5-3 0-15,3-2-335 0,0-7 186 0,0 1 49 16,-1-9 66-16,3-2-412 0</inkml:trace>
  <inkml:trace contextRef="#ctx0" brushRef="#br0" timeOffset="32599.41">22914 3610 688 0,'0'-29'0'0,"6"9"0"0,4 1 0 0,1 4 0 0,2 0 0 0,4 3 0 0,1 5 267 0,3 1-109 0,2 3-67 0,-2 1-29 15,-1 2 98-15,-1 0-64 0,-4 0-31 0,0 7 9 16,-6 4-41-16,0 1-1 0,-4 0-33 16,-3 4-1-16,-2-1 35 0,0 1 8 0,0 2-113 15,-12-2 52-15,-3 0 27 0,0 0-1 0,-3-1-171 16,-2-1 65-16,-2 1 53 0,2-3 28 0,-1 4-335 16,-2-1 166-16</inkml:trace>
  <inkml:trace contextRef="#ctx0" brushRef="#br0" timeOffset="32787.94">22440 4124 1143 0,'1'-3'0'0,"10"-2"0"0,10 0 0 0,1-3 0 0,8 1 0 0,2-2 0 0,10-1 0 0,5 0 0 0,2 1 425 0,2 1-200 0,-3 3-96 15,0-1 50-15,-4 4-74 0,-8 1-35 0,2 1 7 16,-4 0-278-16,-2 0 118 15,-4 0 57-15,-8 3-427 0,1 3 239 0,-7 1 128 16,0 3 53-16,-8 1-289 0</inkml:trace>
  <inkml:trace contextRef="#ctx0" brushRef="#br0" timeOffset="33069.51">22569 4246 901 0,'-5'0'0'0,"5"0"0"0,0 0 0 0,12 0 0 0,8 0 0 0,6-2 0 0,1 0 0 0,1 2 330 0,1 0-149 0,-1 6-74 0,-3 5 36 0,-4 2-55 16,-7 2-20-16,0 4-7 0,-7 0-100 0,-3 2 36 15,-4 1 0-15,0 3 36 0,-9-1-35 0,-12 1 14 16,-4-3 0-16,-1 0-98 0,-3-3 59 16,-1-2 30-16,7-5 9 0,-9-1-132 0,4-8 64 15,1-3-1-15,6 0 20 0,0 0 5 16,5-3-3-16,5-8 7 0,3-5 56 15,4 1-1-15,4-2-39 0,0-2 1 0,4 2 41 16,7 1-14-16,8-4 1 0,-4 8-6 0,8-5-17 16,-3 4 17-16,3 3 4 0,3 1-283 0,1 4 128 15,-4 0 59-15</inkml:trace>
  <inkml:trace contextRef="#ctx0" brushRef="#br0" timeOffset="33264.97">22939 4311 702 0,'-4'0'0'0,"3"0"0"0,1 0 0 0,0 0 0 0,0 0 0 0,3 0 0 0,8 0 470 0,5-4-219 0,-2 4-109 0,2 0 92 0,0 0-92 16,0 0-59-16,-4 6-25 0,1 2-221 0,-1 2 98 15,-5-3 48-15,-1 3 34 16,-3-1-514-16,2 2 254 0,-3-4 127 0</inkml:trace>
  <inkml:trace contextRef="#ctx0" brushRef="#br0" timeOffset="33432.71">23226 4132 1264 0,'2'0'0'0,"-2"0"0"0,0 2 0 0,0 9 0 0,-13 6 0 0,-4 5 0 0,-5 12 0 0,-4 4 0 15,-1 2 545-15,-5 7-256 0,-5 12-128 0,2-11-56 0,-9 21 98 0,-4 7-85 16,4-1-43-16,-4 7-425 0,2 0 191 16,5-9 104-16,-10 17 40 0,13-24-330 0</inkml:trace>
  <inkml:trace contextRef="#ctx0" brushRef="#br0" timeOffset="41236.75">14035 5252 873 0,'-4'-18'0'0,"-6"7"0"0,7 5 0 0,-1 2 0 0,0 3 0 0,2-2 0 0,1 1 0 0,1 2 234 0,-2 0-100 0,2 0 105 16,0 6-108-16,0 15-48 0,0 5-26 0,0 10 113 15,0 4-69-15,0-3-25 0,2 13-9 0,-1-5-19 16,1 0-16-16,-2-1 1 16,2-9 0-16,-2 5-23 0,0-4-8 0,2-2 31 15,-2-5-136-15,2 0 68 0,-2-11 34 0,2-3 8 16,-2-1-311-16,0-7 158 0,1-5 46 0,1-2-316 16,0-9 186-16,0-18 90 0,4-8 58 0,-2-7-261 15,-2-3 155-15</inkml:trace>
  <inkml:trace contextRef="#ctx0" brushRef="#br0" timeOffset="41430.25">13965 5215 810 0,'-9'-18'0'0,"5"7"0"0,0 6 0 0,3 2 0 0,-1 0 0 0,2 2 0 0,0-1 315 0,2 2-141 15,12-2-71-15,11 0-35 0,-3 0 171 0,9 0-108 16,-5 0-49-16,4 2-24 0,-3 0 26 0,-7 0-26 16,0 8-37-16,-3 1 12 0,-3 4-1 0,-7 2 1 15,-5 2-60-15,-2 4 38 0,0 4-9 0,-13-2 31 16,-6 2-68-16,-4-2 33 0,-1-3 1 0,3-3 42 15,-7 2-265-15,9-7 116 0,-3 0 33 0,3-2-125 16,4 1 73-16,5-1 50 0,3 1-325 16,5 1 185-16,2-2 92 0</inkml:trace>
  <inkml:trace contextRef="#ctx0" brushRef="#br0" timeOffset="41589.05">14331 5540 715 0,'2'10'0'0,"-2"0"0"0,0 4 0 0,-4-3 0 0,-7 3 0 0,0-4 471 16,1 4-220-16,1-2-109 0,0 0-46 0,3 1 73 16,-2-2-69-16,5-1-33 0,-1-1-198 0,2 0 82 15,2-3 49-15,0-1-205 0,0 0 119 0,0-5 60 16,2 0 29-16,7 0-595 0</inkml:trace>
  <inkml:trace contextRef="#ctx0" brushRef="#br0" timeOffset="41846.87">14563 5358 1116 0,'3'2'0'0,"-1"3"0"0,0 8 0 0,-2 4 0 0,0 1 0 0,0 1 0 0,0 6 0 0,0-3 0 0,0 7 387 16,0-6-177-16,2-1-89 0,3 0-44 0,5-3 94 16,3-4-61-16,4-1-64 0,1-9-65 0,2-1 26 0,4-4 0 0,-2 0-34 15,-1-6 38-15,4-13-8 0,-7-3 29 0,-3-4-95 16,-2-1 48-16,-5-1 24 15,-6 2-6-15,2-8-95 0,-4 3 18 0,0-4 38 16,0 4-18-16,-7-4 33 0,-5 4-3 0,-1 0 12 16,-4 4-62-16,0 3 29 0,2 7 4 0,-2 5-66 15,0 4 45-15,1 8 22 0,-2 0-11 0,-3 16-197 16,7 8 107-16,-2 4 46 0,3 6 36 0,0 1-265 16</inkml:trace>
  <inkml:trace contextRef="#ctx0" brushRef="#br0" timeOffset="42061.93">14384 5628 708 0,'-16'7'0'0,"4"-1"0"0,3-4 0 0,1 0 0 0,6-2 0 0,2 0 0 0,0-11 0 0,15-2 273 15,13-6-125-15,8 1 77 0,3-4-96 0,5 3-48 16,0 3-24-16,-2 5 43 0,7-1-38 0,-14 10 1 16,1 2-30-16,-3 0 62 0,-8 6-30 0,-4 9 7 15,2 5-39-15,-7 2 50 0,-2-2-25 16,-5 0-1-16,2 1-24 0,-3 0 81 15,1-2-45-15,-1-4 0 0,2-2-123 0,-1-4 43 16,3-2 22-16,4-4-319 0,0-3 154 0,7 0 88 16,0-6 24-16,2-9-290 0,0-2 131 0</inkml:trace>
  <inkml:trace contextRef="#ctx0" brushRef="#br0" timeOffset="42234.47">15105 5305 1573 0,'-4'0'0'0,"4"0"0"0,0 0 0 0,0 0 0 0,12-7 0 0,10-7 0 0,8 1 0 0,2 0 245 0,10 0-106 0,-9 2-53 0,5 1 24 15,-1 3-42-15,2 2-1 0,-6 0-34 0,1 4-367 16,-8-1 192-16,6 0 83 0,-10 0 46 0,1 1-213 16,-4-1 129-16,-4 2 66 15</inkml:trace>
  <inkml:trace contextRef="#ctx0" brushRef="#br0" timeOffset="42427.98">15449 4931 872 0,'-12'6'0'0,"7"0"0"0,-2 5 0 0,-1 2 0 0,2 0 0 0,-1 6 0 0,-2 5 448 0,0 5-207 0,-5 6-104 16,-3 3-52-16,-2 5 317 0,-2 2-177 0,-2 4-100 15,-2-1-46-15,-1 2 23 0,1-3-35 16,-1-2 1-16,6-9-124 0,-7 7 41 15,8-12 24-15,-2-1-429 0,6-2 227 0,6-13 113 16,3-5 64-16,6-5-672 0,0-5 334 0,5-1 132 16</inkml:trace>
  <inkml:trace contextRef="#ctx0" brushRef="#br0" timeOffset="42688.8">15271 5409 1083 0,'9'1'0'0,"3"10"0"0,-7-1 0 0,-1 3 0 0,-2 3 0 0,-2 2 0 0,0 1 0 0,0 0 397 0,0 3-174 0,0-1-99 15,0 1-46-15,-2-3-18 0,2 1 0 0,-2-5-27 16,2-3-359-16,0-3 176 0,0-1 91 0,0-6-208 16,0-2 147-16,4 0 72 0,1-2 44 0,0-9-425 15,-1-4 203-15,-2-3 72 0,0 0 61 0,2 0 31 16,-2-1-9-16,0 4 38 0,0-1 33 0,0 7 252 16,1-3-150-16,1 3-76 0,5 2 380 0,1 1-192 15,5 3-117-15,0-1 194 16,3-1-134-16,3 2-29 0,0 2-52 0,-1-1 89 15,1-1-66-15,-2 1-33 0,0 2 0 0,-2 0-190 16,-2 0 74-16,-2 0 41 0,-4 0 21 0,-1 0-455 16,-1 0 238-16,-2 0 111 0,-2 0-465 0</inkml:trace>
  <inkml:trace contextRef="#ctx0" brushRef="#br0" timeOffset="42931.15">15441 5345 844 0,'-7'-4'0'0,"1"2"0"0,3 2 0 0,1 0 0 0,2 0 0 0,0 0 0 0,0 11 135 0,0 3-42 16,2 2-35-16,0 3 50 0,1 5-38 0,-1 0 0 16,-2-1-38-16,0-2-42 0,0 1 17 0,0-1 0 15,-2 0 26-15,-7-5-149 0,-1-2 75 0,1-2 45 16,0-5-35-16,0-4 31 0,0 2-7 0,4-4 140 16,1-1-69-16,3 0-19 0,1 0-37 0,0 0 153 15,0 0-73-15,9 0-35 0,6 0 1 0,5 0 150 16,7 0-89-16,-3 0-42 15,4-1 1-15,1-2-52 0,-1-1 10 0,-3 3 9 16,7-3-308-16,-5 3 150 0,1-6 75 0,2 1-504 16,0-2 253-16,0-2 140 0</inkml:trace>
  <inkml:trace contextRef="#ctx0" brushRef="#br0" timeOffset="43116.65">15890 5098 893 0,'9'-1'0'0,"11"-3"0"0,4 0 0 0,3 0 0 0,-4-3 0 0,4-3 0 0,1 5 447 15,-2-3-208-15,3 1 16 0,-5 1-108 0,6 0-60 16,-8 2-28-16,-1 1-335 0,0 1 154 0,-6 1 77 16,-5 1 48-16,-1 0-267 0,-7 0 142 15,-2 0 72-15</inkml:trace>
  <inkml:trace contextRef="#ctx0" brushRef="#br0" timeOffset="43298.17">15908 5018 1419 0,'0'17'0'0,"0"2"0"0,0 6 0 0,0 3 0 0,2 3 0 0,1 10 0 0,1 1 0 0,-2-1 287 0,-2 12-131 0,0-4-62 0,0 0 253 15,0-1-158-15,-6 2-78 0,1 1-31 16,-4-1-178-16,2-4 65 0,0 1 33 15,0-2 0-15,0-2-173 0,2-11 112 0,3-7 42 16,0-10-504-16,2-6 236 0,0-7 152 0,0-2-463 16</inkml:trace>
  <inkml:trace contextRef="#ctx0" brushRef="#br0" timeOffset="43836.25">16064 5213 1016 0,'20'-45'0'0,"-7"13"0"0,0 3 0 0,-6 11 0 0,0 4 0 0,-5 0 0 0,-1 8 0 0,-1 3 0 0,0 0 323 15,-8 3-145-15,-6 0-73 0,-4 14-28 0,0 2 50 16,-3 3-47-16,5 3-23 0,-2-2-1 0,7-1-36 16,0 1 21-16,3 1-8 0,3-1 26 0,5-3 1 15,0 2-28-15,0 0 74 0,3-1-41 0,7-1 0 16,1 1-32-16,0-1 39 0,2-1-40 0,1-1 9 16,-3 1-8-16,-1-1-122 0,-1-2 61 0,-2-2 31 15,-1-1-1-15,-3-2-323 16,2-2 165-16,-3-1 65 0,-1-2-189 0,-1-3 101 15,0 0 78-15,0 0-233 0,-1-2 154 0,-8-10 74 16,2-2 37-16,-2-7-154 0,2-4 95 0,-3-3 40 16,1 3 31-16,-1-2-13 0,4 7 1 0,-1 1 36 15,1 1 194-15,3 9-104 0,1-2-42 0,0 6-23 16,2-1 176-16,0 2-100 0,4 2-50 0,8 0 411 16,6 1-209-16,3-2-51 0,2 3-69 0,2 0 118 15,1 0-93-15,-3 0-38 16,1 0-31-16,-1 0 76 0,-2 6-50 0,-2 3-25 15,-1 1 1-15,-4 3-87 0,-3 0 28 0,-2 4-1 16,-6 2-145-16,-1 1 90 0,-2 5 44 0,0-6-79 16,-9 5 58-16,-4-3-3 0,1-3 29 0,0 0-342 15,-6-4 166-15,6-1 36 0,-4-3 61 0,3-3-230 16,1-4 142-16,-2-3 71 0,1 0 35 0,1 0-158 16,1-3 102-16,1-7 48 0,-1-2 77 0,2 1 0 15,0 0 0-15,-1 1 7 16,3-1-15-16,1 1 0 0,1 3-24 0,0-1 433 15,3 0-232-15,2 1-96 0,0 1-47 0,0-1 518 16,3 0-256-16,10-1-128 0,3 1-63 0,0 1 114 16,1 1-93-16,2-1-42 0,-2 2-149 0,-1 3 53 15,2-2 27-15,-2 3-504 0,-2 0 261 0,-2 0 135 16,-2 8 66-16</inkml:trace>
  <inkml:trace contextRef="#ctx0" brushRef="#br0" timeOffset="43979.25">16119 5491 1006 0,'-9'4'0'0,"0"1"0"0,5-3 0 0,1-2 0 0,3 0 0 0,0 0 0 0,0-2 0 0,5-3 0 0,8-5 238 0,2 1-103 0,2 1-51 15,0 0-17-15,-1 0-85 0,2 3 26 0,-4 0 0 16,-4 1-387-16,-1 2 197 0,-1 2 103 0,-5 0-361 16,-1 0 204-16</inkml:trace>
  <inkml:trace contextRef="#ctx0" brushRef="#br0" timeOffset="44235.73">16188 5485 670 0,'-12'4'0'0,"4"0"0"0,3 0 0 0,1-1 0 0,1 1 0 0,1 0 0 0,2 1 169 0,0 3-60 0,0 0 125 16,0 3-101-16,3 2-50 0,3 0-26 0,-1 2 56 15,1 3-32-15,-3-2-8 0,1 1-41 0,-2-2 75 16,1 2-37-16,-3-2 0 0,0-4-29 0,0 4-76 16,0-5 34-16,-3-3-173 15,-1-1 104-15,-1-3 51 0,-1 0 35 0,-1-3-250 16,2 0 103-16,-4-3 68 0,4-6-4 0,-2-4-138 15,-1-2 67-15,0 0 57 0,-1-2 24 0,2 0 1 16,-1 0 0-16,0 6 24 0,1 1 76 0,-2 5-34 16,0 2-21-16,-1 1 272 0,-1 2-141 0,2 0-75 15,-3 3-21-15,1 10 234 0,-1 0-105 0,3 2-70 16,0 0 5-16,3 0-30 0,3-4 15 0,3 5-8 16,0-4-32-16,0-4-341 0,9 0 170 0</inkml:trace>
  <inkml:trace contextRef="#ctx0" brushRef="#br0" timeOffset="44362.39">16262 5592 1054 0,'6'10'0'0,"1"1"0"0,-2-1 0 0,0-3 0 0,-3 3 0 0,1 0 0 0,3-2 259 0,-2 2-113 0,-1-1 83 16,2 2-98-16,0-5-41 0,-1 3-33 0,1-3-386 16,1 0 181-16,3-3 91 0,1-3 44 15</inkml:trace>
  <inkml:trace contextRef="#ctx0" brushRef="#br0" timeOffset="44649.62">16565 4976 1207 0,'11'0'0'0,"2"4"0"0,0 9 0 0,-4-2 0 0,-4 3 0 0,-2 3 0 0,-1 0 289 0,0 4-120 0,-2 3-73 0,0-4 135 16,0 3-99-16,0-1-50 0,0 1-25 0,0-1-300 15,0-1 133-15,0-2 72 0,0-4 35 0,0-4-515 16,-2-3 261-16,2-5 130 0,0-3 64 0,0 0-316 16,0-2 173-16,0-9 67 0,0-4 53 0,2 0 19 15,4-2 67-15,-1 2 95 0,2 0-67 0,2 2-30 16,-2 2 0-16,2 0 353 16,3 4-188-16,-1-3-98 0,1 2-49 0,2 1 423 0,1 1-207 0,0 2-73 15,-2 0-68-15,1 1-11 16,-3 0-24-16,-2 3 0 0,3 0-137 0,-5 0 65 15,0 0 21-15,-3 3-506 0</inkml:trace>
  <inkml:trace contextRef="#ctx0" brushRef="#br0" timeOffset="45006.18">16561 5347 942 0,'-10'7'0'0,"5"4"0"0,3-3 0 0,0-3 0 0,2-1 0 0,0 1 0 0,0-3 0 0,2 2 0 0,3-2 201 0,4 0-76 0,-2 0-50 15,0-2-221-15,0 0 89 0,0 0 45 0,-2 0 22 16,-3 0-448-16,0 0 214 0,-2-2 103 0,0-2-60 16,0-2 78-16,-4 1 103 0,-1-1 0 0,-2 1 0 15,2-1 0-15,3 1 0 0,0-3 0 0,2 3 88 16,0-1-49-16,4-1-32 0,11 1 0 0,2 2 353 16,4 0-186-16,0 0-40 0,1 3 105 15,2 1-107-15,-3 0-49 0,-1 0-49 16,-2 0-2-16,-4 5 1 0,-2 0 8 0,-1 4-170 15,-6 0 81-15,-3-2 40 0,0 4 0 0,-2 1-97 16,-4-1 41-16,-8-2 40 0,-4 1-20 0,0 0 21 16,-2-3-17-16,2 0 188 0,-1-2-82 15,8-2-35-15,-2-2-2 0,2 1 107 0,6-2-53 0,-1 0-37 16,4 0 19-16,0 0 160 0,0 0-96 0,7 0-49 16,7-2-23-16,-1-2-103 0,-1 1 48 15,0 1-9-15,-2 1-367 0,1 1 202 16,-3 0 87-16,-1 0-541 0</inkml:trace>
  <inkml:trace contextRef="#ctx0" brushRef="#br0" timeOffset="45166.75">16544 5632 788 0,'-13'9'0'0,"6"-1"0"0,0 1 0 0,4-3 0 0,-1-2 0 0,4-1 350 16,0 3-159-16,0-2-71 0,0-1-48 0,2 1 93 15,5 0-66-15,1 2-33 0,0-1 0 16,1-1-49-16,-2 2 16 0,3-3 0 15,-1 1-509-15,2-2 255 16</inkml:trace>
  <inkml:trace contextRef="#ctx0" brushRef="#br0" timeOffset="45280.44">16696 5625 953 0,'-2'5'0'0,"0"3"0"0,1-3 0 0,-3 1 0 0,2-1 0 0,2 1 0 0,0 0 231 0,0-1-100 0,0 1 216 0,0 1-157 0,6 1-70 16,1-2-48-16,3 1-242 15,-1-3 101-15,2 0 52 0,4-2 24 0</inkml:trace>
  <inkml:trace contextRef="#ctx0" brushRef="#br0" timeOffset="45416.47">16880 5664 751 0,'-2'6'0'0,"2"-3"0"0,0-1 0 0,0 0 0 0,0-2 0 0,0 2 251 16,0-2-109-16,0 0-47 0,2 0 279 0,4 2-170 15,-1-1-86-15,3-1-267 0,0 2 91 0,-1-2 53 16,5 0 15-16,-3 0-678 0</inkml:trace>
  <inkml:trace contextRef="#ctx0" brushRef="#br0" timeOffset="45537.15">17005 5628 641 0,'2'4'0'0,"0"-1"0"0,0 5 0 0,-2-2 0 0,0-1 0 0,0 1 399 0,0 2-183 0,0-1-92 16,2 0-45-16,-2 3 225 0,1 0-140 0,2-2-66 15,1 2-32-15,0-2-69 0,1-2 43 0,2-1-513 16,3-3 253-16</inkml:trace>
  <inkml:trace contextRef="#ctx0" brushRef="#br0" timeOffset="45712.68">17182 5164 1585 0,'7'-7'0'0,"9"3"0"0,0 1 0 0,3-3 0 0,0 0 0 0,2 0 0 16,3 1 224-16,-1 1-88 0,7 1-55 0,-3 0-33 0,3 2-16 15,-1-2 1-15,1 3-349 0,-6 0 183 0,1 0 78 16,-4 3 45-16</inkml:trace>
  <inkml:trace contextRef="#ctx0" brushRef="#br0" timeOffset="45869.3">17189 5376 922 0,'-26'8'0'0,"6"1"0"0,8-5 0 0,3-1 0 0,5 0 0 0,4-3 0 0,0 0 334 0,17 0-151 0,7-4-75 15,5-3-38-15,3-3 181 0,3 2-101 0,1-1-235 16,-2-1 58-16,-2 5 31 0,-10 2-1 0,3 1-207 16,-4 0 127-16,-7 2 51 0,-4 0 29 0,-4 0-529 15</inkml:trace>
  <inkml:trace contextRef="#ctx0" brushRef="#br0" timeOffset="46040.8">17325 5224 1340 0,'-3'-1'0'0,"3"-1"0"0,0 2 0 0,-1 3 0 0,-1 10 0 0,0 10 0 0,-3 3 0 0,-3 6 0 0,-1 0 230 0,-3 4-103 0,0-1-48 0,-4 4 17 15,3-4-32-15,1-3 1 0,5-4-123 16,0-2 42-16,3-5 24 0,2-8 0 0,2-2-385 15,0-7 205-15,4-4 110 0,12-4 44 0,0-17-501 16,1-6 199-16</inkml:trace>
  <inkml:trace contextRef="#ctx0" brushRef="#br0" timeOffset="46167.46">17336 5457 916 0,'4'-10'0'0,"1"-1"0"0,-3 7 0 0,0 3 0 0,0 1 0 0,-2 16 0 0,0 10 0 0,0 11 270 0,0 3-118 0,0-5-52 16,0 5-37-16,2-3 458 15,6 0-243-15,1-2-123 0,2-8 124 0,1-4-115 16,0-2-69-16,4-8-360 0,2-4 150 0,-1-7 73 15,6-2 38-15,-1-4-547 0,3-16 288 0,-2-5 148 16,-1-3 74-16,0-8-348 0</inkml:trace>
  <inkml:trace contextRef="#ctx0" brushRef="#br0" timeOffset="46338">17892 4899 2330 0,'4'6'0'0,"1"-2"0"0,-1-1 0 0,-1-1 0 0,0-2 0 0,-1 3 0 0,0-3 0 0,2 0 0 0,3 1 218 0,0 1-92 0,3 2 70 16,-1 2-85-16,0 1-39 0,1 1 0 0,-2-1-454 15,-1 2 208-15,-2 1 111 0,1 1 44 0,-3 2-298 16,2 1 175-16</inkml:trace>
  <inkml:trace contextRef="#ctx0" brushRef="#br0" timeOffset="46530.01">17723 5260 1607 0,'0'0'0'0,"-4"4"0"0,4 3 0 0,0-1 0 0,-2-4 0 0,2 1 0 0,-2 1 0 0,2 0 759 0,-2-1-355 0,1 2-190 16,1 0-90-16,-2 1 136 0,0 0-114 0,0 2-56 15,0-1-149-15,1 2 41 16,-3 2 26-16,4-1-657 0,0 0 341 0,0-2 171 15,0 0 92-15,0-1-876 0</inkml:trace>
  <inkml:trace contextRef="#ctx0" brushRef="#br0" timeOffset="46914.75">17695 5217 1250 0,'0'-5'0'0,"0"2"0"0,0 0 0 0,6-1 0 0,6-4 0 0,11 0 0 0,13 0 455 0,5-2-203 0,10 1-114 16,2 0-52-16,-1-1 245 0,2 2-149 0,-1 4-75 15,-10 3-29-15,10-1-124 0,-18 0 39 0,1 2 1 16,-11 0-65-16,-1 0 52 0,-6 5 34 0,-8 5-207 16,-6-2 112-16,-4 6 57 0,-7 1 28 0,-16 1-312 15,-7 0 155-15,-2 0-7 0,-4-2 66 16,-9 1 18-16,0-1 21 0,0-1 0 0,9-2 23 0,-1-2-2 16,12-3 0-16,2-2 0 0,9-3 82 15,3-1-40-15,4 2-9 0,7-2 247 16,0 0-133-16,5 0-38 0,10 0-43 0,2 0 205 15,1 0-112-15,3 0-22 0,-2 0-37 0,-1 0-3 16,0 6-31-16,-5 1 8 0,-4 5-63 0,-3 1 28 16,-4 2-1-16,-2 2-13 0,0 6 20 0,-10-5 8 15,-5 6 13-15,0-3-76 0,2 0 34 0,2-5-3 16,-3 4 0-16,5-3 51 0,6-6-3 0,-1-2-44 16,2 0 17-16,2-2 8 0,0-1-7 0,2-5 7 15,9-1-37-15,3 0 2 16,2 0 29-16,1-1-321 0,0-8 153 0,-2 0 71 15,-2 2 33-15,-4 1-251 0,1-1 138 0,-6 3 51 16,-2 2 42-16,-2 0-464 0</inkml:trace>
  <inkml:trace contextRef="#ctx0" brushRef="#br0" timeOffset="47158.13">17849 5542 947 0,'-12'0'0'0,"7"4"0"0,-1-2 0 0,1-2 0 0,-1 0 0 0,0 2 0 0,-1-2 0 0,0 5 397 0,-5 0-182 0,1 5-83 15,-4 1 322-15,0 2-210 0,-2 2-105 0,-2 4 43 16,2-2-74-16,2-4-30 0,2 2-7 0,2 0-87 16,3-5 24-16,5-1 0 0,1 0 25 0,2-2-231 15,0 1 112-15,11-3 59 0,13-3 30 0,3-2-181 16,3 0 65-16,4 0 70 0,1 0-23 0,1 1 26 16,-1 5-34-16,-1 3 209 15,0 1-87-15,-2 0-43 0,-1 2 7 0,2 2 38 16,-1 0-19-16,0 1 0 0,0-2 9 0,0-3-242 15,3-5 124-15,5-1 42 0,-1-4 42 0</inkml:trace>
  <inkml:trace contextRef="#ctx0" brushRef="#br0" timeOffset="47332.66">18947 5054 1592 0,'0'0'0'0,"-7"0"0"0,3 9 0 0,-6 10 0 0,-8 3 0 0,-8 6 0 0,-2 6 444 0,-3 4-206 0,-8 12-102 16,7-8-44-16,-3 3 139 0,1 0-100 0,2-2-49 16,4 1-24-16,2-6-92 0,5-3 42 0,1-2-9 15,0-7-525-15,7-5 279 0,0-4 140 0,4-6-680 16</inkml:trace>
  <inkml:trace contextRef="#ctx0" brushRef="#br0" timeOffset="47491.24">18448 5318 1350 0,'-4'-13'0'0,"1"6"0"0,3 2 0 0,0 5 0 0,0 0 0 0,0 3 0 0,7 13 0 0,9 8 715 16,5 5-341-16,6 3-171 0,-1-2-77 0,10 10 530 15,-3-5-313-15,7-3-15 0,0-1-328 0,-1-5 0 16,-5-5 0-16,-1-3 0 0,-1-3-446 0,-2-4 255 16,-3-1 112-16,-8-5-758 0,1-1 443 15,-6-2 200-15</inkml:trace>
  <inkml:trace contextRef="#ctx0" brushRef="#br0" timeOffset="47624.88">18634 5010 1085 0,'-4'0'0'0,"4"-1"0"0,4 1 0 0,9 4 0 0,-1 6 0 0,-2 3 0 0,2 6 0 0,1 5 371 15,3 2-172-15,0 9-84 0,5 4-164 0</inkml:trace>
  <inkml:trace contextRef="#ctx0" brushRef="#br0" timeOffset="47739.57">19464 5940 3565 0,'0'-19'0'0,"21"14"0"0,6 0 0 0,-17-6 0 0,-4 0 0 0,-2-2 0 0</inkml:trace>
  <inkml:trace contextRef="#ctx0" brushRef="#br0" timeOffset="50715.13">13101 7883 1224 0,'-6'2'0'0,"3"-2"0"0,1 0 0 0,2 0 0 0,-2 1 0 0,2-1 0 0,0 0 0 0,0 0 136 15,5 0-51-15,9 0 231 0,1 0-141 0,2 0-71 16,1 0-28-16,3-1 138 0,0-2-91 0,1-2-45 15,-1 2-22-15,0 0 12 0,-3-1 8 0,0 0-43 16,-2 2 0-16,-2 0-81 0,-2 0 41 0,-3 1-1 16,2 1-172-16,-4 0 103 0,-2 0 54 0,-1 0-209 15,2 0 124-15,-4 0 17 16,2 0 47-16,-2 0-562 0,-1 0 287 0</inkml:trace>
  <inkml:trace contextRef="#ctx0" brushRef="#br0" timeOffset="50908.87">13217 8064 652 0,'-12'12'0'0,"0"-3"0"0,5-2 0 0,1-2 0 0,2-1 0 0,3-1 471 15,1 0-219-15,0-1-110 0,7 2 277 16,10-2-197-16,1-2-95 0,3 2 70 16,0-2-82-16,-1 0-42 0,1 0 9 0,0 0-17 15,-2 2 0-15,-2-2-33 0,-3 0 1 0,2 0-273 16,-5 0 145-16,-2 0 59 0,3 0 35 0,-5 0-510 15,2 0 270-15,-2 0 52 0,2 0-499 0</inkml:trace>
  <inkml:trace contextRef="#ctx0" brushRef="#br0" timeOffset="51374.13">13605 7940 997 0,'-6'6'0'0,"0"-1"0"0,0 1 0 0,1-4 0 0,0-2 0 0,-1 0 0 0,0 0 0 0,2 0 360 0,4-8-163 0,-2-3-74 16,2-2 1-16,0-5-30 0,0 4-30 0,0-4 16 15,4 4-23-15,2-3 7 0,2 2-31 16,-1 2 36-16,2-1 0 0,3 4-36 16,-1-2-1-16,0 5 96 0,4-1-53 0,0 2-20 15,0 2-1-15,0 3 18 0,2 1-1 0,0 0-30 16,2 0-25-16,-2 3 17 0,-2 9 0 0,0 1-35 15,0 2 35-15,-2 4 8 0,-2 3-8 0,-4 1-24 16,-3 3 1-16,-2 0 23 0,-2 2 0 0,0 1-25 16,-4 0-1-16,-8-4-1 0,-2 2 3 15,-1-3-58-15,-2-2 29 0,1-2 4 0,-7 3-86 16,0-8 55-16,1-1 19 0,-1-3-33 16,2-3 23-16,-1-3 0 0,2 0 15 0,-1-4 105 15,4-1-48-15,2 0-22 0,6 0-6 0,1 0 95 16,2 0-50-16,2 0-26 0,4-1 15 0,0-4 263 15,2 0-119-15,14-1-70 0,4-2 57 0,2 3 29 16,5-3-200-16,1 1 0 0,2-1 0 0,0 3 0 16,0-2 0-16,0 4 0 0,-1-1 0 0,-1 2 0 15,-3 1 0-15,4 1 0 0,-7 0 0 16,1 0 0-16,-2 0 0 0,-3 1-396 16,-4 1 216-16,1 2 90 0,-2-1-631 0,-2 0 345 15,0-3 171-15,3 0-538 0,-1 0 347 0</inkml:trace>
  <inkml:trace contextRef="#ctx0" brushRef="#br0" timeOffset="51601.94">14053 7742 1409 0,'0'0'0'0,"0"0"0"0,0 0 0 0,0-3 0 0,2 0 0 0,10 0 0 0,4-1 361 0,5 1-155 0,9-3-91 16,0 3 424-16,4-1-253 0,2 2-126 0,1 2 111 15,-1 0-110-15,-2 0-69 0,-2 0-29 0,-2 0-154 16,0 0 62-16,-3 3 31 0,-7 2 8 0,1-4-354 16,-3 1 188-16,-6-2 94 0,-3 0 48 0,-4 0-622 15,-1 0 306-15,-2 0 112 0,-2 0-126 0,0 0 156 16,-9 0 78-16,-4 0-296 16,-4 0 179-16,-3 0 101 0</inkml:trace>
  <inkml:trace contextRef="#ctx0" brushRef="#br0" timeOffset="51759.02">14292 7720 665 0,'-23'2'0'0,"7"2"0"0,2-2 0 16,-1-1 0-16,5-1 0 0,1 3 124 0,2-2-45 0,3 2 277 0,4 4-153 0,-1 1-90 16,1 2-40-16,0 6 269 0,0 1-156 0,0 7-76 15,0-2-30-15,0 9 200 16,0-3-123-16,0 2-62 0,0 0-31 0,0 0-136 16,0-6 61-16,0 8 18 0,1-6-186 0,1-5 105 15,0 0 54-15,0-8-501 0,1 0 271 0,3-6 69 16,2-5 93-16,1-2-506 0</inkml:trace>
  <inkml:trace contextRef="#ctx0" brushRef="#br0" timeOffset="51925.58">14373 7784 1222 0,'2'-2'0'0,"0"2"0"0,-1 0 0 0,1 0 0 0,0 0 0 0,2 12 0 0,-1 1 0 0,1 4 606 0,-2 5-291 0,0 3-141 16,0 3 299-16,0 2-221 0,-2 1-109 0,0 4-6 15,0 0-57-15,0-1-23 0,0-1 0 0,0 2-385 16,0-4 180-16,0 1 99 0,-2 2 37 0,0-1-790 16</inkml:trace>
  <inkml:trace contextRef="#ctx0" brushRef="#br0" timeOffset="60225.74">1114 4049 237 0,'-5'-7'0'0,"2"1"0"0,-2 4 0 0,2-2 0 0,0 0 131 0,0 1-49 0,0 1-17 15,1-1-8-15,2 2 48 16,-3 0-36-16,3-1-1 0,0-1-35 0,0 1 82 16,0 2-46-16,0 0 1 0,0 0-37 0,0 0 40 15,0 0 1-15,0 0 50 0,0 0-49 0,0 0-21 16,0 0-1-16,0 0 32 0,0 0-26 0,0 0 8 16,-2 0-34-16,2 0 29 0,-1 7-1 0,1-2-28 15,0-2 8-15,0 3-43 0,0-2 34 0,0 1 1 16,0 1 0-16,0-1-29 0,0 1 37 0,0 0-32 15,0 1 0-15,0 1 24 16,0-1 0-16,0 1-41 0,0-1 37 0,0 1-1 16,0-1-13-16,0 0-3 0,0 2 9 0,0-2 3 15,0 1 1-15,0 0-32 0,0 0-1 0,0-2 30 16,0 1-3-16,0 3-25 0,0-1 31 0,0 1-48 16,1 1 40-16,1 3 0 0,1-4-8 0,-1 5 21 15,-2-4-13-15,0 5-8 0,3-5 4 0,-3 3 24 16,0-2-23-16,3 2 0 0,-3-3 5 0,0 4 18 15,1-4-21-15,-1 1 3 16,0 1-2-16,0 0-2 0,2-2 6 0,-2 4-5 16,0-2 2-16,0 2 0 0,2 0-1 0,-2 1-12 15,0-2 16-15,0 0-4 0,0 4 0 0,0-3-14 16,0 0 13-16,0 2-1 0,0-2 5 0,0 4-18 16,0-2 13-16,0 0-2 0,0 0 2 0,0 1-7 15,0 1 9-15,0-2-4 0,0 4-1 0,0-3 1 16,0 1 0-16,0 0-12 0,0-1 16 15,0 4-5-15,0-4 1 0,0 1-5 16,0 1 4-16,0-3 0 0,1 4 4 0,-1-1-9 16,0 1 5-16,0 2-1 0,0-1 1 0,0-1-6 15,0 1 8-15,0 1-7 0,2 0 4 0,-2 1 0 16,0 2 0-16,3-4 25 0,-3 2-22 0,2 4-2 16,-2-2-1-16,0 0 16 0,0 3-15 0,1-3 3 15,-1-2 1-15,0 8 12 0,2-3-14 0,-2-1 1 16,0 2 0-16,0-3 10 0,1 4-9 15,1-3-29-15,0 1 28 0,1-3 0 16,-3 2 0-16,3-4-9 0,0 8 8 0,-2-2-2 16,3 1 2-16,-1-2-22 0,0 4 20 0,0 0 0 15,1 0 0-15,-1 0-38 0,0-4 36 0,2 2-3 16,1-4 2-16,-5 0-26 0,6 5 25 0,-4-4-3 16,-1 5-37-16,1-1 36 0,-1 1 2 0,1 0-38 15,-3 1 35-15,0 2-4 0,0-2 4 16,0 2-59-16,0-2 27 0,0-3-8 15,0 3 34-15,0-2-63 0,0 0 29 16,0 1-10-16,0-1 36 0,0 4-133 0,0-2 64 16,0 3-114-16,-3 1 80 0,3-2 41 0,-2 2 0 15,2-5-39-15,0-1 44 0,0-4 0 0,0-8 35 16,5 1-252-16,4-1 126 0,2-7 55 0,1-4-462 16,3-1 267-16</inkml:trace>
  <inkml:trace contextRef="#ctx0" brushRef="#br0" timeOffset="63004.67">1082 3831 414 0,'-3'0'0'0,"1"0"0"0,1 0 0 0,-1 0 0 0,2 0 0 16,-3 0 0-16,3 0 124 0,0 0-46 0,0 0-22 0,0 0 61 0,0 0-41 15,0 0-14-15,3-1 20 16,4-2-24-16,4-1 0 0,0 0-25 0,0 1 84 15,3-1-33-15,1 1-30 0,-1 0 0 0,2 2 34 16,1-1-27-16,-1 0 0 0,6 0-20 0,3-1 22 16,1 0 1-16,0-1-11 0,4-3-20 0,6 0 0 15,-3-1 8-15,2 2-32 0,2-2 23 0,-2 0 1 16,0 0 0-16,0 3-12 0,3-1 20 0,-2-1-9 16,1 2 1-16,-1 2-7 0,1-1 7 0,-2 0-1 15,1 0 9-15,-1 1-46 0,2-1 35 16,-1-1-5-16,7-1-15 0,-5 0 17 15,0 0 8-15,11-1-35 0,-6-1 0 0,2 3 26 16,-2-1 0-16,3 0-39 0,-5 1 40 0,7 1-4 16,-6-1 0-16,0 3-36 0,-7-2 0 0,10 0 25 15,-9 2 2-15,2 1-24 0,0-1 25 0,-1 2-6 16,2-3 4-16,1 3 9 0,-2-2-9 0,6 1-4 16,-1-3 3-16,2 1 0 0,2-3 0 0,-2-2-22 15,-4 1 27-15,8 0-5 0,-4-1 2 16,-4-2-44-16,3 3 41 0,-4-1-3 0,-3 2 2 15,3 1 12-15,-3-1-15 0,0 1 2 16,1 3-9-16,-1-2 8 0,1 3-1 0,0 1-8 16,-3-3 8-16,1 3 0 0,-2 0 2 0,-1 0-18 15,-1 0 19-15,3 0-2 0,-5 0 0 0,-1 0-37 16,-1 0-4-16,0 0 38 0,-5 0-7 0,7 0-31 16,-11 0-7-16,3 0 39 0,-1 0-5 0,1 0 3 15,-3 0-7-15,2 0 5 0,-2 0 17 16,1 0-17-16,1 0-2 0,-3 0 7 15,0 0-4-15,0-2-1 0,-2 1 3 0,-1 1-4 16,-2-3 6-16,-1 3-3 0,-3-1 5 0,1 1-4 16,-2-2 0-16,1 2-1 0,-4 0 40 0,0 0 0 15,3 0-37-15,-3 0 60 0,-1 0-26 0,0 0-1 16,3 0-22-16,-5 0 43 0,4 0-20 16,-3 0 0-16,1 0-10 0,0 3 15 0,1 1 7 0,-2 2-21 15,2 0 5-15,-5-1 4 0,5 2-3 16,-2 1-7-16,0 3 7 0,-1-1 42 15,4 1-46-15,-2 0 0 0,0 1 15 0,1 1-14 16,-1 0 2-16,1 2 4 0,-1 0-4 0,2 4-1 16,-2-2 2-16,3 3-15 0,-4 5 13 0,0-3 8 15,2 7-7-15,0-3-15 0,1 4 13 0,-1 0 0 16,-1 4-3-16,0 0-29 0,1 1 26 0,-2 1 4 16,2 7-33-16,-2-2 0 0,3 0 26 0,-1-4-31 15,-2 8 29-15,0-10 3 0,2 5-6 16,0-3-18-16,1 1 18 0,-3-2 152 15,2 0-166-15,-3-1 0 0,2 3 0 0,1-3 0 16,0 2 0-16,0 1 0 0,-1 7 0 0,2-4 0 16,-2 1 0-16,-1 0 0 0,0 0 0 0,1-2 0 15,-1 8 0-15,-2-2 0 0,1-2 0 0,1-2 0 16,-2 1 0-16,1-3 0 0,0 7 0 0,1-6 0 16,-3 0 0-16,5-1 0 0,-2 0 0 0,0-5 0 15,2 8 0-15,-2-2 0 0,1-1 0 16,0 1 0-16,0 1 0 0,-3-5 0 15,3 8 0-15,0-3 0 0,-3 1 0 0,3-2 0 16,-1 0 0-16,0-3 0 0,-1 7-167 0,0-5 133 16,0-5 28-16,1 5-3 0,-1-3-33 0,-2 1-1 15,3 7 34-15,-3-6-107 0,1-3 50 0,1 1 19 16,0 1-6-16,-1-2-179 0,1-1 99 0,0 1 50 16,1-4 25-16,-2 0-294 0,1-8 151 0,-2 2 88 15,3-1 40-15,-3-4-481 0,0-3 260 0,0-1 131 16</inkml:trace>
  <inkml:trace contextRef="#ctx0" brushRef="#br0" timeOffset="63853.95">1250 7009 614 0,'-14'0'0'0,"6"0"0"0,0 0 0 0,-1 0 0 0,4-2 0 0,2-1 0 0,-2 2 0 0,0-1 66 0,4 0-7 15,-1 0-26-15,2 2 149 0,0-1-75 0,0-2-37 16,2 1 8-16,7 1 60 0,3-1-53 0,6 0 110 16,1 2-81-16,1 0-40 0,3 0 7 0,3 0-48 15,2 0 67-15,1 0-34 0,2 0 0 16,6-2 63-16,0 1-40 0,7-4-32 15,-1-1 0-15,-3-1 48 0,7-1-36 0,-4 2 0 0,0-2 20 16,6 0-32-16,-1 1 0 0,-2-1-24 16,0 2 55-16,0 1-27 0,-3 2 7 0,6-2-13 15,-3 1 0-15,0 1-22 0,2 1-1 0,0-2 1 16,4 1 30-16,0-3-8 0,4 0 16 16,-2-2-39-16,3 2 1 0,8-6 0 0,-11 6 8 15,11-3 24-15,-14 1-1 0,6 2-31 16,-4 3 175-16,4-1-208 0,-5 3 0 0,-1 1 0 0,0 0 0 15,-4 0 0-15,1 0 0 0,-2 1 0 0,-5 1 0 16,8-2 0-16,-6 0 0 0,0 0 0 16,0 0 0-16,2 0 0 0,-3 0 0 0,6-2 0 15,-4-3 0-15,-2 2 0 0,-2-4 0 0,-5 3 0 0,7 0 0 16,-5-1 0-16,-1 1 0 0,2 0 0 16,0 0 0-16,5 1 0 0,-8-1 0 0,9-1 0 15,1-1 0-15,2 1 0 0,1-3 0 0,-6 4 0 16,8-3 0-16,-11 3 0 0,0 0 0 15,-4 0 0-15,-6 2 0 0,-7 2 0 0,2 0 0 16,-2 0 0-16,-8 0 0 0,1 0 0 0,-6 0 0 16,3 0 0-16,-4 0-232 0,-3 0 132 0,0 0 44 15,-1 0 14-15,-1 0-133 0,-2 0 56 0,1-1 32 16,1-2-432-16,-3-4 243 0,0-2 122 0,0-2-594 16,0-6 349-16</inkml:trace>
  <inkml:trace contextRef="#ctx0" brushRef="#br0" timeOffset="64604.03">1776 3987 167 0,'0'-7'0'0,"0"1"0"0,-2 1 0 0,2 0 0 0,-4-2 0 0,1-1 0 0,-2 1 80 0,2-3-17 0,-1 1 9 0,1-1-39 15,-2-1 0-15,2 4-1 0,-3-4 1 0,3 1-21 16,-4-3 21-16,3 2-1 0,-1-1-11 15,0-1 11-15,-1 6-1 0,1-5 9 0,-1 2 11 16,-1 2-19-16,-1 2 0 0,-1 0 36 0,-2 3 0 16,-1 1-27-16,-2 2-9 0,1 0 1 0,-2 0 16 15,-1 8-16-15,0 2 20 0,0 2 9 0,-1-1-29 16,0 2 0-16,-1 4 0 0,-1 2 25 0,3 2-25 16,2 2 8-16,1 2 25 0,0 4 0 15,0-1-33-15,7 1 0 0,1 0 50 0,2 1-16 16,3-2-9-16,0 1 12 0,0-5-1 15,5-6-36-15,6 3 0 0,3-2 2 0,1-4-2 16,2-2 0-16,-1-3-1 0,3-3-26 0,-3-2 0 16,6-2 35-16,-3-3-94 0,-1 0 43 0,-1 0 19 15,1-3-1-15,-6-5-216 0,3-4 113 0,-3-1 35 16,-1 0 32-16,1-2-358 0,-5-1 179 0,3 2-277 16,-4-2 229-16,1 0 111 0</inkml:trace>
  <inkml:trace contextRef="#ctx0" brushRef="#br0" timeOffset="64881.28">1581 4006 369 0,'-13'0'0'0,"2"2"0"0,0-2 0 0,3 0 0 0,-2 0 228 0,3 0-90 0,5 0-56 0,2 0 96 16,0 0-73-16,0 0-36 0,0 0-1 0,11 0 91 16,2 0-68-16,2-2-24 0,1 2 0 0,2 0-34 0,1 0 0 15,0 0 8-15,1 0-58 16,-2 2 25-16,-1 4 1 0,1 1 23 0,-6-2-48 15,-2 3 32-15,0 0-8 0,-3-1 25 0,-2-2 28 16,-3 3-43-16,1-3 61 0,-3 3-8 0,0 1-46 16,0 0-13-16,-5 1 158 0,2 1-69 0,-3 0-34 15,0 3 8-15,2 1 63 0,0 0-53 0,-1 2-26 16,1 2 0-16,1 1-7 0,2 3-11 0,-5 3-8 16,1 0-1-16,2 3-211 0,-1 1 105 0,1 2 54 15,0-2 35-15,1 4-289 16,2 2 123-16,0 5-666 0</inkml:trace>
  <inkml:trace contextRef="#ctx0" brushRef="#br0" timeOffset="66135.27">676 5664 417 0,'0'0'0'0,"0"0"0"0,0 0 0 0,0 0 0 0,-2 0 0 0,2 0 0 0,0 0 0 0,-3 0 185 16,3 0-76-16,0 0 33 0,0 0-46 0,0 0-35 15,0 0-1-15,0 0 4 0,0 0 1 0,0 0-33 16,0 0 9-16,0 0 37 0,0 0-22 0,3 0-1 16,-1 0-22-16,1-2 24 0,2 0 8 0,0 0-33 15,2 0 1-15,0 0 49 0,1-2-25 0,0 3 0 16,3-3 19-16,2 0-8 0,2 1-35 0,0-1 21 16,2-2 1-16,1 1-22 15,4 2 8-15,1-5 17 0,3 1 1 0,-2 1-27 16,1-1 1-16,4 1 16 0,1 1-8 0,2-1-8 15,1 1 25-15,4 1-25 0,5-2-1 0,-2 3-35 16,-3-1 44-16,12-1-8 0,-3-3-1 0,5-1-29 16,-1 1 30-16,0-2 8 0,5-1-9 0,-1 2-28 15,-1 1-4-15,4 1 29 0,0-1-8 0,0 1 8 16,-1 4-10-16,-1-3 7 0,-2 1-11 0,4 4-3 16,-2-3 8-16,4 1-32 15,-2-2-6-15,7 0 39 0,-2 0-3 0,3-1-31 16,-2-1 28-16,-7-1 6 0,15-2-8 0,-7 2 61 15,3-1-28-15,0-2 0 0,2 2-31 0,6-4 81 16,4 2-39-16,1-3 0 0,0 1-26 0,3 2 24 16,0-1 13-16,-1-1-61 0,12 2-8 15,-6 0 34-15,0 2-1 0,-15 1-79 16,11-1 40-16,-2 1 25 0,-4 2-77 0,0 1 36 0,2 3 22 16,-1-3-1-16,-1 0-17 15,-10 1-7-15,13 1 34 0,-7-4-18 0,1 1 32 16,-2-2-29-16,5 1 8 0,-3-2-7 0,-2 1 18 15,-4-1-9-15,-3-1-82 0,-13 2 39 0,0-1-1 16,-13 2 39-16,0 1-19 0,-7 2 13 0,-8 1 2 16,0 1-7-16,-7-1 47 0,-1 3-6 0,-4 0-36 15,0 0-7-15,-5 0 44 0,0 0 0 0,-2 0-35 0,-3 0-24 16,2 0 2-16,-4 0 32 0,0 0-7 0,-1 0-355 16,0-1 169-16,0 1 73 0,0 0 50 15,0 0-470-15,-5 0 252 0,-3 0 125 16,0-2-505-16</inkml:trace>
  <inkml:trace contextRef="#ctx0" brushRef="#br0" timeOffset="66334.73">5389 4782 768 0,'7'0'220'0,"12"0"-110"0,11 0-55 0,-3 0 207 16,1 0-115-16,-2 0-57 0,4 6-29 0,0 6 9 0,-1 2 94 15,0 4-66-15,-2 5 151 16,1 1-108-16,-1 2-46 0,-5 0-35 0,-1 3-1 0,-2-5 23 15,-9-4-24-15,-2 5-1 0,-6-2 9 0,-2 1-8 16,-4-2-25-16,-15 3-96 16,-8 2 48-16,-8-2 24 0,-10 4 8 0,-12 7 16 15,-6-3-552-15,-18 9 244 16,-3-2-269-16,-5 4 233 0</inkml:trace>
  <inkml:trace contextRef="#ctx0" brushRef="#br0" timeOffset="67140.22">2570 3083 502 0,'-2'-17'0'0,"-2"4"0"0,-1 2 0 0,1 0 0 0,-2-2 0 0,-1 4 0 0,2-1 0 0,0 2 110 0,2 5-44 0,-1-2 1 15,3 4-34-15,1-1 101 0,0 2-50 0,0 0-18 16,0 2-8-16,0 14 3 0,0 4-28 0,3 7-1 15,5 2 124-15,-1 9-53 0,2 7-40 0,0 3 104 16,4 6-67-16,-5 8-33 0,1 6-1 0,0 9 100 16,0 14-70-16,-4 1-32 0,1 7 0 15,-3 9 99-15,4 23-65 0,-4-13-25 0,1 36-7 16,1-4 47-16,0 28-40 0,0 1-1 0,3 10-39 16,-5-13 8-16,5 51-8 0,0-28-58 15,0-8 29-15,4 3 0 0,1-10 28 0,0-28-59 16,3 32 26-16,-3-41 0 0,-1 11 34 0,-1 3-82 15,2 20 37-15,-7-36 1 0,1 0-4 0,-3-16 60 16,-2-26-34-16,3 6-29 0,-4-7 26 0,4-12-1 16,-2 12 0-16,-1-12-26 0,-1-15 1 15,1 0 28-15,1-17 0 0,-3-3-137 16,0-14 64-16,0-5 27 0,0-11 1 0,0-3-157 0,0-8 82 16,0-4 33-16,-5-7-272 0,0-3 158 15,-2 0 79-15,-3-3-140 0,-1-21 101 0,0-10 64 16,0-9 27-16,-6-20-387 0,5-10 207 0</inkml:trace>
  <inkml:trace contextRef="#ctx0" brushRef="#br0" timeOffset="67435.05">2551 2845 566 0,'0'-12'0'0,"0"10"0"0,-2 2 0 0,-1 0 0 0,-3 0-5 0,-4 13 4 0,-1 2 303 0,-3 1-138 16,-4 10-66-16,-6 6-33 0,-1 1 1 0,1-1 70 15,5-3-44-15,-6 5-33 0,3-3-145 16,2-3 59-16,6-8 30 0,0-1-325 16,5-8 179-16,2-3 80 0,4-2 44 0</inkml:trace>
  <inkml:trace contextRef="#ctx0" brushRef="#br0" timeOffset="67584.55">2457 2771 1493 0,'0'3'0'0,"0"10"0"0,16 7 0 0,5-2 0 0,1 2 0 0,2-2 0 0,3 1 0 0,3 2 321 0,0-3-147 16,2 2-71-16,7 1 207 0,-2-1-139 0,4 1-68 15,-4-3-537-15,9 7 229 0,-3-5 119 16,4 3-775-16</inkml:trace>
  <inkml:trace contextRef="#ctx0" brushRef="#br0" timeOffset="72024.35">2559 4107 146 0,'5'0'0'0,"1"0"0"0,-3 0 0 0,0 0 0 0,-1 0 0 0,-1 0 0 0,1 0 0 0,1 0 6 16,-3 0 12-16,0 0-1 0,0 0 0 0,0 0 30 16,0 0-28-16,0 0 1 0,0 0 12 0,0 0-11 15,0 0-1-15,0 0 45 0,0 0-43 0,0 0 1 16,0 0-1-16,0 0 4 0,0 0-3 0,2 0 9 15,-2 0-8-15,0 0 7 0,1 0-7 0,-1 0 2 16,0 0-1-16,2 0 14 0,-2 0-14 0,0 0 1 16,0 0-1-16,0 0 22 0,0 0-21 0,0 0 33 15,0 0-32-15,0 0 2 16,0 0-2-16,0 0 28 0,0 0-26 0,0 0 11 16,0 0-10-16,0 0-29 0,0 0 29 0,0 0 2 15,0 0-2-15,-2 0-43 0,1 0 17 0,-1 0-3 16,-3 0-30-16,4 0 23 0,-3 0 0 0,0 2 23 15,1 1-25-15,-4-1 16 0,4 2 6 0,-3-1 2 16,1 1-4-16,-1-2-6 0,-2 3 4 0,3-2 36 16,-3 1-35-16,0 0 0 0,-1-1 0 15,1 1 10-15,-2 2-8 0,1 0 4 0,-1-2-4 16,-1 1-21-16,2 0-1 0,-1 1-3 16,-1-1 24-16,1 3-2 0,-1-1 2 0,0 0-42 15,-3 0 38-15,4 0-4 0,-1 1 4 0,-3-1-4 16,4-1 2-16,-2 0-5 0,4 0 5 0,-4 1 22 15,6-3-23-15,-5 3 1 0,3-1-6 0,0-1 7 16,-1 3 1-16,-1-1-15 0,0 0 14 0,0 3 1 16,2-2-1-16,-2 1-32 0,2 3 32 15,-3-3-4-15,3 0 2 0,-3 2-26 16,0 1 24-16,0-1-4 0,2 2-1 0,-3 0 5 16,4 0-4-16,-3 0 1 0,0 3 1 0,3-3-1 15,-2 1 1-15,1 2-3 0,1-1 3 0,-2 0 0 16,4 0 0-16,-5 0 0 0,5 2 0 0,-6 0 0 15,3 1 0-15,-1-1 16 0,2 2-16 0,-2-1 1 16,1 0-1-16,0-1 32 0,2 0-31 0,0 0 2 16,-1-2 18-16,0 1-17 0,1 2 0 0,0-2 30 15,-1-1-29-15,3 3 1 16,-3 0 0-16,3-1 0 0,-1-1 4 0,-2 3-3 16,3 0 0-16,-3 2-1 0,2 0 1 0,-2-1 1 15,3 1 2-15,-1 1-41 0,1-1 36 0,0 0-26 16,-1-2-2-16,1-3 27 0,3 2-3 0,1-3-27 15,-1-1-4-15,1 0 30 0,1-2-5 0,-2 4-28 16,2-5 25-16,-3 4 3 0,3-2-7 0,-2 2-24 16,2-1 24-16,0 0 3 0,-3 4-7 15,1-4-4-15,1 1 6 0,-2 2 4 16,0 0 1-16,0 0-3 0,1 0-2 0,0 2 26 16,-1-2 0-16,1 2-22 0,1-3 2 0,-4 3 32 15,3 0 2-15,1-2-33 0,-1 1 4 0,1 1 24 16,1-2-20-16,0 1-4 0,0-3 8 0,0-1 23 15,0 1-23-15,0 0-4 0,0-1 9 0,0-3 10 16,1 4-13-16,2-2 35 0,1-2-35 0,2 3-2 16,-3-1 3-16,4 0 40 0,-1-2-40 15,0 2 1-15,1 0 1 0,-3-1 16 16,5 0-13-16,0-1 0 0,-1 3 4 0,0 0 15 16,3-1-16-16,0-1-2 0,-3 1 10 0,3 0-6 15,0 1-1-15,-3-1 0 0,5-1-1 0,-2 1-1 16,-1 0 0-16,2-3 19 0,-1 2-18 0,1-1 0 15,2 1 0-15,0 0 11 0,0-2-11 0,-3 1 5 16,5 1-4-16,-1-1 11 0,0 0-10 0,0-3-1 16,2 1 35-16,-1 1-29 0,3-3-2 0,-1 2 5 15,2-1-4-15,-1-2-2 0,2 3 3 16,-1-1 6-16,1-3-7 16,0 2 0-16,1-1 1 0,0 0-42 0,3 1 40 15,-5-1 5-15,3-1 19 0,0 2-24 0,-2-4-2 16,7 3 1-16,-4-5-6 0,-4 1 12 0,9 0-9 15,-2-2-13-15,-1 0 15 0,-1 0 0 0,3 0-25 16,-4 0 4-16,3-2 19 0,-6 0 0 0,3 1-34 16,-1-1 0-16,1 0 30 15,-5 2 5-15,2-2-14 0,1 2 8 0,-1-2-8 0,3 1-5 16,-1-1 8-16,1-3 1 0,1 0 0 16,0-2-1-16,0-1-22 0,2-4 22 0,0 3-11 15,-2 0 11-15,2-3-1 0,-3-1 0 0,2 0 0 0,-1 4-31 16,-1-2 30-16,-5 3-24 15,1-3 22-15,1 2-1 0,-2-1 1 0,0-1 0 0,0-1-14 16,-3 2 10-16,0-2-12 0,0-3 12 0,1 1 1 0,-2-5-3 16,2 0 3-1,-1 2-4-15,3-7 3 0,0 3 13 16,-2 0-14-16,4-2 1 0,-2 4 0 0,5-3-1 0,-5 3 35 16,0 0-33-16,-2 5 1 0,1-4 1 0,-2 2-4 0,-1 1 5 15,0-2-1-15,1 0-10 0,-4 2 10 16,1 0 1-16,0-2-8 0,-2 0-14 0,3 1 20 15,-3-3 0-15,4-3-22 0,-4 6 19 16,2-3 2-16,4-5-4 0,-6 3 0 0,5-1 0 16,-2-1 2-16,0-2-6 15,-1 3 5-15,2-6-1 0,-1 3 1 0,-4 0 2 0,2 2-2 16,-2-2 0-16,-4 7-1 0,2-5 41 0,-2 1 0 16,-1 2-35-16,1 2 39 0,-2-1 3 0,-1-2-39 15,2 2 4-15,-2 1-4 0,-1-1 29 0,2-2 1 0,-1 3-39 16,-1-2 18-16,2 1 1 0,1-3-2 0,-1 4-29 15,2-3 29-15,0 2 1 0,-1-1-32 16,1 0-4-16,-2 2 31 0,2 0-5 0,-4 4 4 0,1-4-32 16,-1 6 2-16,0-3 17 0,0 2-10 15,-2 0 12-15,0 1-15 0,0-1 15 16,0 0 1-16,0 0-2 0,0-2 2 0,0 1-1 16,0 1-10-16,0-2 9 0,0 1 1 0,-2-4-5 15,-2 3 4-15,1 1 0 0,-2-3 12 16,2-1-12-16,-2 2 0 0,-3-1 4 0,3 0-3 15,-4 2-1-15,0-2 1 0,3 3 0 0,-5-1-38 16,2-1 37-16,-1 3 0 0,-1-3-39 16,1 6 38-16,1-3-4 0,-4 1 1 0,4 3-1 0,-1-3 2 15,-2 4-3-15,-1-2 2 0,1 2 21 16,-2 1-23-16,3-1-2 0,-4-1 31 16,0 3-27-16,1-1 25 0,1-1-23 0,-3 2-2 15,2-1 4-15,-2 1-1 0,3-1 7 0,-1 0 0 16,0 0-4-16,-1-4 1 0,1 2 3 0,3 0-5 15,-3-2 8-15,1 2-7 0,-1-3 0 0,1 5 0 16,0-3 0-16,-3 0 5 0,2 3-5 16,-2-1 1-16,2 2 0 0,-3 1-16 0,2 1 15 15,-1 1 0-15,2 1 0 16,-2 0 0-16,2 0 3 16,-2 0-3-16,5 0 0 0,-6 0-2 0,4 0 2 0,0 1-2 0,2-1 12 0,-4-2-10 15,1 2 0-15,2 0 29 0,1-2-28 0,-5 2 2 0,5 1 9 16,-4 1-9-16,2 0 0 0,-2 0 1 15,0 0-11-15,0 0 10 0,-2 0 1 0,2 5-27 16,-1-1 25-16,2 2 1 0,-1-3-1 0,1 1-4 16,3 0 4-16,-3 2-2 0,1-3 2 0,-1 0 3 15,1 1-5-15,0-2-2 16,1 1 11-16,-1 0-9 0,0 1 0 0,0-2 1 16,0 2 2-16,-2-1-2 0,0 1 0 0,0-1 1 15,0 2-1-15,-2-2 1 0,2 2 0 0,0 0 0 0,-1-1 8 16,0 0-8-16,1-1 39 0,-2 3-38 15,3-3 0-15,-3 3 1 0,-1-2-1 0,4 0-1 16,-3 1 2-16,-1 0-13 0,1-2 13 16,2 0 1-16,-4-1 1 0,3 2 0 15,0-2-19-15,0-2 17 0,-1 1 0 0,4-1-8 16,-4 0 8-16,4 0-3 0,-3 0 2 0,5 0-6 0,-1 0-36 16,0-1 16-16,1-1-101 0,2 0 56 15,-1 0 30-15,2 0-9 0,3 1-231 0,1 1 119 16,1 0 55-16,3 0-488 0,0 3 281 0,3 7 139 0,14 5 70 15</inkml:trace>
  <inkml:trace contextRef="#ctx0" brushRef="#br0" timeOffset="72882.53">3950 3795 959 0,'-4'-6'0'0,"3"2"0"0,-3 0 0 0,0-1 0 0,2 2 0 0,2 1 0 0,0 0 0 0,0 0 122 0,-3 2-4 16,3 0-29-16,0 0-28 0,0 0-1 0,0 0-27 15,0 2 8-15,0 10 35 0,0-2-21 0,0 8-1 0,0-2 58 16,0 5-39 0,-2 1 53-16,-4 5-51 0,0-3-21 0,2 0 0 15,-2 1-21-15,0-1-1 0,1-2 56 0,0-2-32 16,-1 0 18-16,3-1-21 0,-1-1 1 0,0-4-25 16,4-3 12-16,0 0-8 0,-2-3 0 0,2 0 0 15,0-5-11-15,0-1 11 0,-3 0 8 0,3-2 32 16,0 0-40-16,0 0-1 0,0 0 33 15,0 0 0-15,0 0-24 0,0 0-8 0,0 0 0 0,0 0-30 16,0 0 30-16,0 0-1 0,3 0-10 16,2 0 11-16,3 0 0 0,4 0-30 0,0 0 30 15,1 0 0-15,1 0 8 0,2 0-8 16,1 0-35-16,-1 0 34 0,1 0-12 0,0 0-16 16,1 0 25-16,3 0-8 0,-2 0-21 0,0 0 1 0,2 0 22 15,-1 3 0-15,-1-2 7 0,2-1-37 16,-5 2-1-16,3-1 29 0,-3 3-16 0,-2-3 13 15,-6-1 35-15,3 1-38 0,-3-1 2 16,0 3-1-16,-5-3 0 0,-1 0-2 0,-1 0 55 0,1 0 125 16,0 0-194-16,-2 0 0 15,0 0 0-15,0 0 0 0,0 0 0 0,0-3 0 0,0 1 0 16,0-3 0-16,0 2 0 0,-2-2 0 16,0 2 0-16,2 1 0 0,-1-2 0 0,-1 0 0 15,2 1 0-15,0 1 0 0,0-1-423 0,0 1 185 16,0 2 111-16,2 0-1024 0</inkml:trace>
  <inkml:trace contextRef="#ctx0" brushRef="#br0" timeOffset="75052.09">2636 5367 436 0,'0'0'0'0,"0"0"0"0,0 0 0 0,0 0 0 0,0 0 0 0,0 0 76 16,0 0-13-16,0 0-9 0,0 0-21 0,0 0 54 15,0 0-28-15,0 0 1 0,0 0-19 0,0 3 20 16,0-2-29-16,0 2 1 0,2 1 0 0,1 0 31 15,2 1-23-15,-3 1 26 16,1 0-2-16,-2-2-32 0,3 2 0 0,-1-2 22 16,0-1-14-16,0 1-9 0,0-3 1 0,-1 1-23 15,-1 1 23-15,1-3 8 0,-2 0-9 0,3 0-55 16,-3 0 27-16,0 0 1 0,0 0 27 0,0-3-32 16,0-2 3-16,0 0-46 0,0-3 27 0,0 0 0 15,0 3 20-15,-5-1 54 0,2 2-49 0,0 2 4 16,-2 0-6-16,1 0 42 0,2 0 1 0,2 2-33 15,0 0 4-15,-2 0 29 0,2 0 8 16,0 0-37-16,0 0-218 0,2 0 108 16,10 0 47-16</inkml:trace>
  <inkml:trace contextRef="#ctx0" brushRef="#br0" timeOffset="79767.89">3165 3796 530 0,'0'0'0'0,"0"-1"0"0,0-1 0 0,0-2 0 0,0 3 0 0,0-5 0 0,0 3 163 15,0-1-69-15,0 0-31 0,0 0 1 0,0 0 95 0,0 3-54 16,0-4-41-16,0 4 127 0,0-1-79 0,0 1-40 16,0-2 0-16,0 1 82 0,0 0-64 0,0 1-29 15,0 1 0-15,0 0 9 0,0 0 0 0,0 0-30 16,0 0-7-16,0 0 23 0,0 0-1 0,0 0 16 15,0 0-38-15,0 0 8 16,0 0-8-16,0 0 25 0,0 0 1 16,0 0-27-16,0 0 1 0,0 0-16 0,0 0-8 15,0 0 23-15,-5 0-34 0,1 0 35 0,-1 5-1 16,-1 2 9-16,1 2-38 0,-3 0 30 0,-1 0-9 16,0 3-29-16,0 3 30 0,-2-1 10 0,-2 3-18 15,-3 2-40-15,0 0 19 16,-1 0 0-16,-2-1 19 0,5-1-69 0,-7 2 30 0,5-4 0 15,-2 1 3-15,3-4 29 0,0 0-4 16,1-2 4-16,1-2 19 0,4 0 0 0,-1-3-32 16,4-1 8-16,-2-1 83 0,4 0-38 0,-1-2-20 15,3-1 1-15,2 0 40 0,-3 0-27 0,3 0 19 16,0 0 5-16,0 0-33 0,0 0-6 0,0 0-36 16,0 0 0-16,0 0 40 0,0 0 4 0,0 0-15 15,0 0 7-15,0 0-6 0,0 0 4 0,0 0-21 16,0 0 24-16,0 0-14 0,0 0 7 15,0 0 30-15,0 0-31 0,0 0 0 16,0 0-9-16,0 0 10 0,0 0 0 0,0 0-45 16,0 0 21-16,0 0 2 0,0 0 25 0,0 0-29 15,0 0-1-15,0 0 16 0,0 0 6 0,0 0-46 16,0 0 17-16,0 0-2 0,0 0 24 0,0 0 13 16,0 0-17-16,0 0-8 0,0 0 39 0,0 0 0 15,0 0-28-15,0 0-12 0,0 2 13 0,0-2 1 16,0 0 4-16,0 2-10 0,0 0 7 15,0 0-1-15,0 0 158 0,0 0-168 16,0 0 0-16,0 0 0 0,0-1 0 0,0 1 0 16,0 2 0-16,3 0 0 0,-1 0 0 0,-2 2 0 15,5-1 0-15,2 2 0 0,1 3 0 0,2-1 0 16,1 3 0-16,5 1 0 0,3 1 0 0,3 2 0 16,-1-2 0-16,1 1 0 0,5 1 0 0,-2-2 0 15,-2 2 0-15,0-1 0 0,-2-4 0 0,1 2 0 16,-4-2 0-16,2-2 0 0,-5 1 0 15,0 0 0-15,-2-3 0 0,-6-1 0 16,5 0 0-16,-7-3 0 0,0 1 0 0,-4-4 0 16,1 2 0-16,1-2 0 0,-3 0 0 0,0 0 0 15,0 0 0-15,0 0 0 0,0 0 0 0,0 0 0 16,0 0 0-16,0 0 0 0,0 0 0 0,0 0 0 16,0 0 0-16,0 0 0 0,0 0 0 0,0 0 0 15,0 0 0-15,0 0 0 0,0 0 0 0,0 0-650 16,0 0 305-16,0 0 157 15,0 2 75-15</inkml:trace>
  <inkml:trace contextRef="#ctx0" brushRef="#br0" timeOffset="113666.72">18350 7681 1039 0,'0'0'0'0,"0"0"0"0,-1 0 0 0,1 0 0 0,0 0 0 15,0 0 0-15,0 0 0 0,3 0 114 0,6-2-40 0,5-2 7 0,-3-1 31 0,5-1-40 16,-4 2 0-16,1-2-39 16,1 3 21-16,-3 1 8 0,4-2-29 0,-4 2 40 15,0 0 0-15,1 2-40 0,-1 0-1 0,-2-2 31 16,1 2-30-16,-1 0-1 0,0 0 1 0,-2-1 17 16,-2 1-17-16,0 0 7 0,-3-2-45 0,0 2 0 15,0 0 38-15,-2 0-1 0,0 0-74 0,0 0 39 16,0 0-7-16,0 0-15 0,0 0 24 0,-4 0-18 15,-3 0 39-15,-1 0-139 0,0 0 51 0,-1 0 35 16,2 0 0-16,1 0-6 16,-2 0 1-16,3 0 6 0,1 0 71 0,1 0-25 15,1 0-1-15,-2 2 77 0,2-1-48 0,0 5-23 16,2 0 9-16,-2 1 20 0,0 3-24 0,2 1 20 16,0 0-38-16,0 1 112 0,0 3-37 0,0-3-28 15,0 5 1-15,0 0 35 0,0 1-28 0,0 0 8 16,0 3-58-16,0 3 21 0,0 1 1 15,2-1 0-15,0 3-69 0,0-4 42 0,0 8-8 16,0-1-43-16,0-2 30 0,0 0 0 0,0-2 18 16,-2-1-144-16,0 3 60 0,0-8 41 15,0 3-2-15,0-2-84 0,-4-4 40 0,-2-1 28 16,-4-1-8-16,1-1 0 0,0-3 19 0,-1-2 14 16,-1-2 53-16,2-4-23 0,-3 1-1 0,1-3 70 15,2-1-41-15,-3 0-23 0,3 0 9 0,2 0 20 16,-1 0-12-16,4 0 0 0,0 0 1 0,1 0 90 15,1 0-40-15,2 0-32 0,0 0 113 0,0 0-71 16,0 0-15-16,0 0 0 0,0 0-2 16,0 0-9-16,2 0-21 0,7 0 39 15,3 0-39-15,2 0 0 0,4 0 8 0,-2 0-31 16,5-1 23-16,0-2 0 0,-3 3-1 0,3 0-70 16,-2-1 43-16,-1 1-8 0,0 0-167 0,-5 0 92 15,2 0 35-15,-6-2 27 0,0 2-256 0,1-1 131 16,-2-1 45-16,-3-1-254 0,1 1 158 0,-1 0 80 15,1-1 31-15,2-3-329 0,-1-1 188 16,0-3 95-16,3 2 47 0</inkml:trace>
  <inkml:trace contextRef="#ctx0" brushRef="#br0" timeOffset="113882.93">18784 7877 1459 0,'0'-3'0'0,"0"1"0"0,0 2 0 0,0-1 0 0,4-3 0 0,7 0 0 0,3 0 0 0,0 1 448 0,3-3-208 0,8 0-103 15,-3-2-52-15,2 3 59 0,-3 1-48 0,10-1-35 16,-10 1-1-16,2 2-66 0,-2 0 38 0,0 0 1 16,-3 2-252-16,1 0 121 0,-4 0 66 0,-1 0-409 15,-2 0 226-15,-1 0 122 0,-4 0-22 0,-2 0-440 16,1 4 261-16</inkml:trace>
  <inkml:trace contextRef="#ctx0" brushRef="#br0" timeOffset="114077.42">18887 8079 1478 0,'0'2'0'0,"0"0"0"0,0 0 0 15,0-2 0-15,0 0 0 0,0 0 0 0,2 0 0 0,8 0 246 0,1 0-98 0,2 0-62 0,4-2 108 0,0 0-80 0,0 0-41 16,2 0 0-16,-3 1-244 0,2-1 98 0,-2 2 53 16,0 0-438-16,-2 0 245 15,0 0 123-15,-3 0 70 0,2 0-284 0</inkml:trace>
  <inkml:trace contextRef="#ctx0" brushRef="#br0" timeOffset="114802.16">19543 7854 1014 0,'0'-8'0'0,"0"2"0"0,0 1 0 0,0-1 0 0,0-1 0 0,-4-1 0 0,0 2 0 0,1-1 0 0,-3 3 147 15,2-1-49-15,1 3 90 0,-3 0-78 0,2 0-38 16,0 0-1-16,0 2-12 0,-1 0 9 0,0 0-36 16,-3 4 1-16,2 5 34 0,-1 4-34 0,-1 1-1 15,1 0 9-15,-1 2 37 0,1 2-23 0,-1 2 0 16,3-3 39-16,-1 3-30 0,2 0 8 0,2-1-40 15,2 2 72-15,0-1-36 0,0 1 0 16,0 0 1-16,2-2 8 0,6-1-45 16,1 1 1-16,4 0 15 0,0-2-15 0,2-3-1 15,1 0 9-15,2-3-41 0,-1 0 33 0,0-1 0 16,2-5-36-16,-2 1 1 0,-1-2 43 0,2-4-9 16,-4 0-60-16,2 0 28 0,-2 0 4 0,0-6-34 15,-1-6 24-15,0-4-5 0,0-5 15 0,0 1-26 16,-1-3 24-16,-3-3 10 0,0-2-12 0,1-2-38 15,-3 0 18-15,-3-2-1 0,0-2 16 16,-3 2-55-16,1-2 24 0,-2 4 1 16,0 2-47-16,0 2 35 0,-7 5 11 0,-4 0 31 15,-1 5-20-15,-2 1 8 0,-6 2-12 0,2 6 83 16,-1 1-35-16,-4 3-5 0,3 3-30 0,-2 0 46 16,-5 0-15-16,4 2-1 0,1 7 15 0,3 1-8 15,-2 1 20-15,3 1-40 0,1 1-55 0,4-2 28 16,1-2 9-16,5 1-192 0,1 1 97 0,3 0 51 15,3 2 15-15,0-1-413 16,0 1 213-16,0-2 98 0,5 2 62 0,6 2-216 16</inkml:trace>
  <inkml:trace contextRef="#ctx0" brushRef="#br0" timeOffset="119688.64">19731 7404 709 0,'0'-1'0'0,"0"0"0"0,-2-2 0 0,2 3 0 0,0-2 0 0,0 0 0 0,0-2 0 0,-1 1 162 0,1 1-57 0,0-2-40 16,0 3 0-16,0-2 56 0,0 2-43 0,0 1-23 15,0-2 63-15,0 2-47 0,0 0 0 0,-3 0-38 16,-1 0 45-16,-3 0-22 0,-4 0 8 0,-3 0-6 16,-4 11-25-16,-3 5 0 0,-5 2-1 0,-6 6-9 15,2 3 18-15,-10 6-8 0,1 4 0 16,-10 7-22-16,-2-1 21 0,-3 4 1 15,-6 3 31-15,-2 0-7 0,-15 6-24 0,6-4 31 16,-5 1 0-16,3-3-31 0,6-4 8 0,-18 8 19 16,14-5-27-16,12-6-1 0,-1 0 1 0,6-2 30 15,11-8 8-15,1 3-38 0,8-7 0 0,4-3-40 16,8-5 40-16,1-2 0 0,4-2-49 0,-1-2 20 16,0-1 0-16,2-1-43 0,0-2 28 0,2-3 0 15,0 1 26-15,1-3-22 16,4-1-16-16,-1 0 38 0,3-1-28 0,3-2-29 15,1-2 17-15,-1 0-1 0,4 0 14 0,-2 0-185 16,2 0 85-16,0 0 49 0,0-8-457 0,8-4 248 16,8-6 119-16,3 2-367 0,4-3 243 0,-1-1 114 15</inkml:trace>
  <inkml:trace contextRef="#ctx0" brushRef="#br0" timeOffset="120299.05">18298 7556 556 0,'-4'-9'0'0,"0"3"0"0,1 3 0 0,1-3 0 0,-2 1 0 0,0-1 147 0,0 0-49 0,0 3-36 0,3-1 188 16,-1 0-109-16,2 2-54 0,0 1-27 0,0-1 129 15,0-1-82-15,0 3-37 0,0 0 0 0,0 0 3 16,0 0-1-16,0 0-31 0,0 0 36 0,0 0-22 16,0 0-1-16,0 0-25 0,3 0 3 0,5 0 9 15,4 0-8-15,-2 0 28 0,4 3-28 0,-1-1-1 16,4-2 1-16,0 0 30 15,-2 1-30-15,1-1 0 0,0 0 0 0,-1 2-10 16,-2 0 10-16,-2 0 8 0,2 2-25 0,-3-1 17 16,1 3-1-16,0 0 25 0,-1-1-24 0,3 3 8 15,2-1-8-15,1 4 48 0,7 1-24 0,4-1 0 16,5 1-25-16,5 1 71 0,16 3-40 0,7 1 0 16,2-2-30-16,2 5 58 0,-4-4-21 0,18 11-8 15,-8-1 63-15,0 2-47 0,1 0 95 0,4 0-173 16,-2 4 0-16,2 1 0 15,1-4 0-15,0 3 0 0,0-4 0 0,-5 0 0 16,-7-5 0-16,15 3 0 0,-11-5-189 0,-7-3 163 16,-11 0-37-16,-2-1 0 0,-11-4 34 0,3 1-8 15,-8-2 8-15,-6-2-10 0,-7-3 25 0,-2-2-30 16,-8-1 147-16,-3-1-56 0,-2-3-29 0,-3 1 145 16,1-1 39-16,-2 0-202 0,0 0 0 0,0 0 0 15,0-4 0-15,-5-1 0 16,1-1 0-16,-1 1 0 0,1-1 0 0,-1 0 0 15,0 0 0-15,1 2 0 0,-1 1 0 0,1 1-263 16,2 0 135-16,-1 0 47 0,1 2 39 0,0 0-1021 16</inkml:trace>
  <inkml:trace contextRef="#ctx0" brushRef="#br0" timeOffset="138092.79">2649 5084 109 0,'0'-5'0'0,"0"2"0"0,0 0 0 0,0-2 0 0,0 0 0 0,0 3-27 0,0-2 36 0,0 2-4 16,0 1 3-16,0 1 0 0,0-2 0 15,0 2 38-15,0 0-3 0,0 0-30 16,0 0-1-16,0 0 29 0,0 0 0 0,0 0-21 16,0 0-5-16,0 0 47 0,0 0-22 0,0 0 0 15,0 0 17-15,0 0 15 0,0 0-47 0,0 0 66 16,0 0-29-16,0 0 0 0,0-3-27 0,-1 3 31 16,1 0-9-16,-5 0-24 0,3 0-1 0,-1-1 25 15,0 1-24-15,-3 0 8 16,-1 0-9-16,2 0-7 0,-1 0 8 0,1 0-1 15,-2 0-6-15,0 0 7 0,2 0 0 0,-3 1-37 16,2 4 37-16,-3 0-1 0,0 0 9 0,0 1-51 16,0 2 39-16,-1 1-6 0,0 1 5 0,-1 0-5 15,2 4 10-15,-1-1-10 0,-2 1 3 0,2 2-20 16,0-1 19-16,0 3-21 16,1-2 26-16,0 3-6 0,1-2 0 0,-1 0-7 0,2-1 6 15,1 1 0-15,1 0 6 0,-1-2 19 0,1 1-24 0,0-2-2 16,2 1 1-16,0-2 23 15,1 1-16-15,-1 1-6 0,1-1 0 0,2 1 1 16,0-1 0-16,0 1-20 0,0-2 26 0,0 2-5 16,0 1-1-16,0-2 7 0,5 2-7 0,0-1 0 15,3-2 6-15,1 0 31 0,1 0-36 0,0-2-1 16,4 0 1-16,0-3 35 0,3 1-27 0,3-3-5 16,-1-1-1-16,-1 1-27 0,2-2 28 0,2-2 0 15,-2 0 7-15,0 0-33 0,2-1 25 16,-3 1-32-16,0 2 30 0,0-2-1 15,-1 0 8-15,0-1-29 0,1 1 20 0,-3-2-5 16,2 0 4-16,1 0 17 0,-3 0-12 0,3 0-8 16,-2-2 2-16,2-5-5 0,-1 0 5 0,-1-5 2 15,3 3 5-15,-2-3-29 0,1 0 1 0,-1 1-22 16,-1-2 1-16,-2-1 37 0,-1 0 5 0,-1 0-33 16,1 0 27-16,-3 0-6 0,-3-4 4 0,-1 4-36 15,2-4 2-15,-4 0 20 0,-1-1 8 16,0-2-24-16,-3 0-1 0,1-1 17 15,-2-1 5-15,0 2-34 0,0-1-1 0,0 0-21 16,0 2 24-16,-7-1-4 0,1 0 27 0,-2 2-24 16,-5 1 1-16,4-3 11 0,-4 4 7 0,2-2-42 15,-2 5-4-15,-2-2 39 0,-2 5 1 0,2 0 30 16,-4 4-32-16,3-1-11 0,-3 5 6 0,-2 2 49 16,2-1-19-16,-1 2 3 0,0 0 1 0,1 0-23 15,-1 3 7-15,-1 6 10 0,0-3-12 0,4 2-1 16,-5 2 0-16,3-3 12 15,1 0-7-15,1 2-3 0,2-4 0 0,1 1-8 16,3-3 8-16,3 1-4 0,-1 0-1 0,5-2-78 16,1 0 37-16,2 0-292 0,1 0 151 0,0 1 73 15,0 3 44-15,3-1-396 0,7-1 219 0,4 2 110 16,0-1 54-16</inkml:trace>
  <inkml:trace contextRef="#ctx0" brushRef="#br0" timeOffset="138537.94">3019 4599 388 0,'-2'-2'0'0,"2"0"0"0,0 0 0 0,-1 0 0 0,1 2 256 15,-3-2-115-15,3 2-54 0,0 0-28 0,0 0 83 16,0-2-46-16,0 2-36 0,0 0 95 0,0 0-60 16,0 0-32-16,0 2 54 0,0 8-34 0,0 3-29 15,0 0 0-15,0 6 30 0,0 0-26 0,0 3 1 16,-2 0-18-16,2 9 25 15,-3-5-1-15,1 3-32 0,0-4 0 0,2 4 39 16,0-5-31-16,0 4-8 0,0-5 4 0,0 0-5 16,0-2 1-16,0-3-19 15,2-3 27-15,5 0-8 0,1-6 0 0,0 0-28 0,-1-3 28 0,3 0-1 16,-2-4 9-16,4-2-32 0,0 0-4 0,1 0 27 16,-1-2-9-16,-2-6-105 0,0-2 54 0,2-3 17 15,-1-1-101-15,-1 1 55 16,-1 0 33-16,-1 1-354 0,2 3 164 0,-3 0 78 15,0 1 54-15,1 4-370 0,0 1 210 0,-2 0 104 16,-1 2 45-16</inkml:trace>
  <inkml:trace contextRef="#ctx0" brushRef="#br0" timeOffset="138978.76">3421 4772 638 0,'1'-6'0'0,"1"0"0"0,0-1 0 0,1-2 0 0,-3 1 0 0,1-1 111 0,0 2-40 0,-1-3 42 16,4 3-32-16,-3-1-9 0,1 0-39 0,-2 1 21 16,0 2-1-16,0-1-20 0,0 1 8 0,0 4-41 15,0-1 33-15,0 0 0 0,-8 2-1 0,-1 0-29 16,-1 0 38-16,-5 10-8 0,2-1 29 0,-3 4-29 16,0 0 0-16,-5 6 41 0,7-6-33 0,-2 4-12 15,2-2 3-15,0-1 58 16,1 3-29-16,6-7 9 0,1 2-37 0,0-3 51 15,6 1-26-15,0-5 0 0,0 0-25 0,0 0-27 16,3-2 27-16,6-1-1 0,2-2 1 0,2 0-59 16,0 0 29-16,0 0 9 0,4 0-37 0,-6 0 25 15,-1 0 1-15,1 0-133 0,-3 0 73 0,0 0 22 16,-2 0 22-16,-5 0-63 0,1 2 36 0,-2 7 2 16,0 2 0-16,0 4 128 0,-3-2-47 0,-8 5-30 15,0 1 212-15,3 1-105 0,-5 0-56 16,2 0 171-16,4 0-105 0,0-1-40 15,2-2-28-15,4-2 25 0,1-6-26 0,0 1 8 16,1-2-34-16,9-2 8 16,4-4-8-16,2-2 0 0,3 0-1 0,3 0-64 0,-1-2 28 0,3-6 1 15,-4-2-172-15,0 1 100 0,-2 0 54 0,0-2-426 16,-4 2 202-16,2 3 113 0,-3 1 56 0,-4 3-249 16,4 2 147-16</inkml:trace>
  <inkml:trace contextRef="#ctx0" brushRef="#br0" timeOffset="141832.51">17945 8826 1126 0,'0'0'0'0,"0"0"0"0,0 0 0 0,2 0 0 0,3 0 0 0,1 0 0 0,-1 0 248 16,3 2-99-16,0 2-63 0,-3 0-26 0,2-1 107 15,1 3-67-15,-2 0-34 0,0 0-47 0,-1-1 14 16,0 1 0-16,-1-2-1 0,-2 5-45 0,0-3 23 16,0 1 7-16,-2 1-216 0,0 0 115 0,0 0 59 15,0 1 28-15,0 3-532 0,-4-1 252 0</inkml:trace>
  <inkml:trace contextRef="#ctx0" brushRef="#br0" timeOffset="142348.34">17907 9160 947 0,'-8'8'0'0,"3"0"0"0,1-1 0 0,1-3 0 0,1-4 0 0,2 2 0 0,0-2 0 0,0 0 329 0,5 0-148 0,8 0-74 15,1 4 50-15,0 0-63 0,2 6-22 0,-3 4-57 16,2 3 18-16,-4 3 0 0,0 4 0 0,-3 7-69 16,-2 0 42-16,-3 4-7 15,-1-1 34-15,-2 3-53 0,0-4 27 0,0-3 0 16,0-9 34-16,0 2-6 0,0-6-8 0,0-8-42 15,0 1 74-15,0-7-9 0,2-1-27 0,1-2-26 16,3-2-1-16,2-16 35 0,-1-5-9 0,1-7-89 16,1-5 51-16,1-9 15 0,-1-1 1 0,0-6-206 15,1-2 105-15,1-2 38 0,2-10-136 0,-3 17 87 16,3-7 22-16,-3 8 30 0,1 10 118 16,-1 1-55-16,-2 12-14 0,-2 5 229 0,-4 10-119 15,0 1-62-15,0 6-22 0,-1 2 115 16,1 3-47-16,0 19-42 0,-2 3 24 0,0 2 168 15,0 1-94-15,0-1-44 0,0 5-36 0,0-5-4 16,0-5-1-16,0 0-21 0,0-4-112 0,0-5 63 16,0 1 21-16,0-5-240 0,2-3 122 0,0-4 69 15,0-2 10-15,-2 0-122 0,1-2 48 0,1-17 50 16,0-6-25-16,2-3-78 0,0-2 65 16,2-3 23-16,-3-11 8 0,1 1-14 0,0-2 23 15,3-3 0-15,-1 4 5 0,2 9 10 16,3 0 8-16,-4 11 178 0,1 2-88 0,-2 10-46 15,-1 4-21-15,0 1 160 0,1 5-63 0,0 2-52 16,0 2 2-16,-1 10 303 0,3 3-126 0,-3 2-84 16,3 1 87-16,1-1-92 0,0 2-46 0,3 0-23 15,-1-2-193-15,2 0 93 0,2 0 34 0,-4-1-566 16,3 2 288-16,-5-1 156 0,0 6 38 0,-5-4-586 16</inkml:trace>
  <inkml:trace contextRef="#ctx0" brushRef="#br0" timeOffset="142680.62">18290 9185 792 0,'0'2'0'0,"0"-2"0"0,0 0 0 0,0 0 0 0,2 0 0 0,7-2 205 15,3-2-86-15,-1 0-36 0,6 3-28 0,-2 1 338 16,2 0-180-16,0 0-90 0,0 11 129 0,-4 4-101 16,0 5-64-16,-5 5-4 0,-5 0-25 15,-1 4 0-15,-2 3-17 0,0 2-84 16,-7 0 38-16,-7 0 0 0,0-1 38 0,-2-4-250 15,2-7 133-15,-4-1 54 0,0-6 32 0,3-4-234 16,0-5 70-16,-1-6 81 0,4 0-445 0,-4-4 250 16,2-19 122-16,2-3-210 0,1-4 166 15,2-2 83-15,0 0 33 0,4 2-22 0,1 10 104 16,1-3 0-16,-1 7 0 0,2 6 198 16,0 1-105-16,2 3-67 0,0 2 274 0,0 3-166 15,0 1-84-15,8 0-18 0,3 0 678 0,4 11-343 16,6 1-167-16,-1 3 249 0,3 2-209 0,2 3-103 15,5 0-44-15,0-2-246 0,9 5 93 0,-4-5 46 16,5 0 23-16,0-3-722 16,-5-2 382-16,8 0 177 0</inkml:trace>
  <inkml:trace contextRef="#ctx0" brushRef="#br0" timeOffset="142982.25">19064 8910 1035 0,'-11'-33'0'0,"-3"5"0"0,2 1 0 0,-4 3 0 0,-2-2 0 0,-1 5 0 0,0 8 0 0,0 6 175 0,-3 5-63 0,-5 2-44 0,4 2 26 0,-2 20 17 16,-3 10-39-16,5 5 0 0,-2 7 25 16,5 5-36-16,-3 11-1 0,4-4 87 15,5 2-57-15,4-7-29 0,2 5 8 0,5-1 135 16,3-5-85-16,0-3-44 0,2-2-20 0,10-9 125 15,2 0-78-15,5-4-35 0,3-7 1 0,-1-4-71 16,2-3 0-16,-3-7 44 0,8-2-248 0,-7-7 119 16,4-2 61-16,-1 0-151 0,-4-7 105 0,-1-6 26 15,4-10-24-15,-6-2-490 0,-4 0 264 16,-2 0 132-16,-5-1 67 0,-3 3-336 0,-1-7 204 0,-2 5 99 16,0 1 50-16</inkml:trace>
  <inkml:trace contextRef="#ctx0" brushRef="#br0" timeOffset="143282.34">18896 9177 1339 0,'-11'-1'0'0,"4"1"0"0,0 0 0 0,1 0 0 0,2 0 0 0,2 0 0 0,0 0 0 0,2 0 0 0,0 0 213 0,4 0-90 0,10 0-37 15,0 0 255-15,3 0-155 0,4 0-76 0,-1 0 7 16,3 0-43-16,-2 0-12 0,-3-2-8 0,2 2-99 16,-2 0 38-16,-5 0 1 15,-2 0 38-15,-1 0-168 0,-2 0 80 0,-5 0 44 16,-1 0 22-16,0 0-101 0,-2 0 13 0,0 0 51 15,-4 0 103-15,-5 0-38 0,-1 0-47 0,1 0 141 16,0 0-71-16,1 3-32 0,-1 1 0 0,3 4 304 16,1-1-141-16,1 3-79 0,2 5-40 0,2 0 107 15,0 7-77-15,0 2-36 0,0 5 1 0,2 3-8 16,4 3 0-16,-3-1 141 0,3 10-496 16,-3-11 244-16,1 7 42 0,-2-3-326 0,1 2 164 15,-2-7 103-15,-1 0 0 0,0-1-209 16,0-5 83-16,0-6 83 0,0 1 25 0,0-7-339 15,0-3 201-15,0-6 95 0,0-5-357 0,0 0 226 16</inkml:trace>
  <inkml:trace contextRef="#ctx0" brushRef="#br0" timeOffset="143481.87">19326 8542 1640 0,'-7'-16'0'0,"7"9"0"0,0 1 0 0,0 0 0 0,-2 3 0 0,2 2 0 0,0-1 357 0,0 2-162 0,0 0-81 16,0 6 230-16,0 9-155 0,0 6-70 0,0 7-44 15,0 2-21-15,-1 4 0 0,-3 3-22 0,0 1-382 16,-1 1 199-16,-1 8 88 0,0-1 48 0,0 0-617 16,1 3 323-16,1 2 161 0</inkml:trace>
  <inkml:trace contextRef="#ctx0" brushRef="#br0" timeOffset="143750.07">19645 8903 1575 0,'-2'-18'0'0,"0"12"0"0,2 4 0 0,0 2 0 0,0 0 0 0,0 0 0 0,0 0 222 0,0 0-99 15,0 0-45-15,4 2 253 16,-1 7-149-16,1 5-74 0,-1 1-30 0,1 1-158 0,0 1 56 16,0 2 28-16,-2 0-212 0,2-2 128 15,-2-1 52-15,-1 0-677 0,1-3 349 0</inkml:trace>
  <inkml:trace contextRef="#ctx0" brushRef="#br0" timeOffset="144080.63">19558 9060 1655 0,'-13'0'0'0,"7"0"0"0,0 0 0 0,1 0 0 0,3 0 0 0,2-3 0 0,0 2 0 0,4-1 281 0,19 0-125 0,3 0-61 16,6-1 246-16,2-2-155 0,5 2-68 15,6-1-46-15,-4 2-19 0,-5-2 0 0,1 2-20 16,2-1-173-16,-4 0 94 0,-3 1 36 0,-7 1 21 15,-2-1-63-15,-4 0 43 0,-6 2 21 0,-1 0-65 16,-7 0 39-16,1 0-42 0,-4 0 34 0,0 0 164 16,-2 0-69-16,0 0-43 0,0 0-35 15,0 5 386-15,0 3-178 0,0 4-63 0,0 3-53 16,0 2 108-16,0 5-10 0,0 0-185 0,3 5 0 16,1 3 0-16,0 0 0 0,0 0 0 15,0 4 0-15,-1 0 0 0,-1 2 0 0,0-3-174 16,-2 1 120-16,0 0 52 0,0-4-39 0,-7 0-127 15,-5-5 44-15,-1-2 54 0,0-5 28 0,-6-3-138 16,-2-6 78-16,-2-2 34 0,-2-3-253 0,-1-4 145 16,-1 0 71-16,1-11-181 0,3-12 130 0,-1-16 62 15,7-8 31-15,2-19-488 0,3-7 260 0</inkml:trace>
  <inkml:trace contextRef="#ctx0" brushRef="#br0" timeOffset="144215.26">19815 8687 1460 0,'6'-5'0'0,"2"5"0"0,-3 0 0 0,1 15 0 0,-5 8 0 0,1 4 0 0,-2 5 0 0,0 11 0 0,-2 3 538 0,-9 3-253 0,-2 3-126 16,-4 3 140-16,-2 1-137 0,3-4-64 0,-1-3-354 15,0-4 144-15,2-3 73 0,4-7 44 16,-3 1-322-16,5-8 175 0,3-11 87 0</inkml:trace>
  <inkml:trace contextRef="#ctx0" brushRef="#br0" timeOffset="144331.96">19725 9212 1688 0,'10'-2'0'0,"3"2"0"16,0 0 0-16,0 0 0 0,1 0 0 0,0 0 0 0,1 0 423 0,2 2-186 0,2-1-107 0,-1 1-48 0,3 2 251 15,-4-2-150-15,2 3-75 0,0 1-770 0</inkml:trace>
  <inkml:trace contextRef="#ctx0" brushRef="#br0" timeOffset="145217.19">20765 8975 607 0,'0'-23'0'0,"0"3"0"0,0-1 0 0,0-2 0 0,0-4 0 0,0-2 0 0,0 7 137 0,-1-7-56 0,-1 8-24 16,-5 1 0-16,-1 1 55 0,-2 2-39 0,-1 6 8 16,0 3 27-16,-4 5-37 15,-1 3 0-15,-5 0-4 0,-2 11-34 0,-2 11 8 0,-7 12-8 16,4 4 46-16,-2 5-23 0,3 8 0 16,2 1-15-16,0 12 93 0,8-5-51 0,2-1-25 15,8-8 0-15,4 3 104 0,3-10-57 0,0 7-40 16,0-16 50-16,9 1-41 0,7-7-20 0,3-4-1 15,0-7-26-15,8 0 6 0,-4-10 0 0,6-3-59 16,-5-4 30-16,3 0-1 0,-4-2 38 16,2-15-156-16,-2-1 72 0,-2-3 37 0,-3-5-16 0,-2-1-199 15,-4 2 85-15,2-4 66 0,-7 8-32 16,-1 0 40-16,-3 5-1 0,-1 2 0 16,-2 5 177-16,0 1-67 0,0 5-43 0,0 1 143 15,0 2-78-15,0 0-42 0,-4 15-5 0,1 2 245 16,1 6-99-16,2 2-73 0,0 0 2 0,0 3 103 15,0-6-76-15,0 7-50 0,2-6 25 0,3 1-33 16,4-1 0-16,-4-5-194 0,-1 1 88 0,1-2 33 16,-3-2-1-16,0-4-111 0,0-1 75 0,-1-3 39 15,1-3 19-15,-2 0-584 16,0-2 234-16,2-2 153 0,1 0 62 0,4 0-497 0</inkml:trace>
  <inkml:trace contextRef="#ctx0" brushRef="#br0" timeOffset="145766.73">21054 8903 1024 0,'-14'-6'0'0,"5"3"0"0,3 1 0 0,4 0 0 0,1 0 0 0,1 2 0 0,0-1 131 0,0-1-54 0,11-1-22 16,11 2 336-16,5-1-180 0,0-2-88 0,5 0 211 15,1 1-155-15,-4-1-73 0,1 1-37 0,-2 0-10 16,-7 2 1-16,4-2-20 16,-7 2-7-16,1 1-214 0,-3 0 107 0,-5 0 54 15,-2 0 26-15,-4 0-445 0,0 0 232 0,-3 0 51 16,-1 0-232-16,-1 0 146 0,0 0 105 0,-8 0-311 15</inkml:trace>
  <inkml:trace contextRef="#ctx0" brushRef="#br0" timeOffset="146099.34">21222 8612 559 0,'0'-4'0'0,"0"3"0"0,0 1 0 0,0 0 0 0,0 3 0 0,-2 7 388 15,2 3-170-15,0 2-96 0,0 2-45 0,0 3 363 16,0 1-204-16,0 5-101 0,2-4-44 0,0 9 107 15,0-3-83-15,-2 1-41 0,0-2-269 0,0 1 115 16,0-3 64-16,0 3-196 0,-2-7 123 0,-4 1 60 16,-1-1 32-16,-5 0-522 0,0-4 267 0,-8-1 38 15,0-4 97-15,-1-3-240 16,0-1 163-16,1-5 80 0,-4 0 33 0,3-3 72 16,-2 0-1-16,3 0-23 0,1 0 350 0,2 0-175 15,6 0-95-15,2 0 224 0,1 0-152 0,6 0-76 16,2 0-38-16,0 0 620 0,8 0-288 0,14 0-156 15,4 0-74-15,4 0 251 0,5 0-162 0,0 0-82 16,4 0-32-16,1 0 112 0,-3 0-80 0,-1-3-41 16,-2 2-295-16,-2-1 128 0,-9 0 72 0,-1 0-240 15,-1 1 148-15,-5 1 73 0,-6 0 37 16,-1 0-711-16,-5 0 295 0,-2 0 198 0,-2 0 95 0,0 3-371 16</inkml:trace>
  <inkml:trace contextRef="#ctx0" brushRef="#br0" timeOffset="146465.91">21250 9082 435 0,'-11'0'0'0,"0"3"0"0,1 4 0 0,1-2 0 0,-3 4 0 0,2 0 0 0,0 5 354 16,-1-1-160-16,0 2-81 0,0 2 189 0,-5 3-139 15,4 1-65-15,-2 0-33 0,1 0-8 0,-1-6 8 16,2 5-32-16,1-5-34 16,-1-2 0-16,5-5 33 0,-1 1 1 0,5-6 34 15,-2 1-34-15,3-2-1 0,2-2 1 0,0 0 69 16,0 0-35-16,0 0 8 0,7 0 36 0,4 0-40 15,1 0 1-15,6 0-39 0,1-2 23 0,-1 1-15 16,3-3-9-16,2 2-158 0,-3 1 79 0,1-2 40 16,0 2 0-16,-3-3-124 0,-1 2 62 0,-2-2 48 15,-1 0-8-15,-4 0-382 16,-2 0 158-16,-1-3 104 0,-2 4 52 0,-4-5-79 16,1 3 71-16,-2-2 37 0,0 5 114 0,0-5-47 15,0 5 7-15,0 1 309 0,-2-1-173 0,-1 0-88 16,0 2-44-16,-1 0 415 0,3 5-178 0,-1 6-114 15,2 3-15-15,0 2 73 0,0-2-80 0,0 2-30 16,0 2 68-16,2-4-58 0,3 4-29 0,1-4 0 16,2 1-379-16,-1-3 183 0,2-1 80 0,-3-5-555 15,2 0 285-15,1-4 169 16,3-2 16-16,-3 0-491 0,0 0 303 0</inkml:trace>
  <inkml:trace contextRef="#ctx0" brushRef="#br0" timeOffset="146639.16">21431 9013 791 0,'3'-14'0'0,"1"7"0"0,5 1 0 0,1-1 0 0,-1-1 0 0,4 0 602 16,3 3-285-16,3-1-134 0,1 2 139 0,3 0-144 15,-1 3-73-15,0 1-36 0,1 0 140 0,0 0-79 16,0 0-53-16,-3 0-387 16,1 1 172-16,-2 3 85 0,-5 0 43 0,-3 0-539 15,-1 0 285-15,-2-3 148 0,-5 1 73 0,-1-2-556 16,-2 0 275-16,0 0 150 0,-9 0-31 0</inkml:trace>
  <inkml:trace contextRef="#ctx0" brushRef="#br0" timeOffset="146916.43">21654 8751 1079 0,'-9'-20'0'0,"2"3"0"0,0 7 0 0,2 3 0 0,-1 3 0 0,5 3 0 0,-1 1 0 0,2 3 0 0,0 16 133 0,0 5-50 0,2 8-25 0,1 5 336 0,4 13-185 15,2 0-88-15,-2 3 221 0,-2 1-155 0,1-1-77 16,-2-10-30-16,1 11-22 0,0-8 0 0,-4-11-25 15,1 5 0-15,0-5-200 0,-2-1 108 0,0-6 42 16,0-7 24-16,0-3-214 0,-7-8 120 0,-1-1 46 16,-2-5-88-16,-2-4 4 0,-2 0 60 0,1-5-57 15,0-10 45-15,2-1 23 0,0 0-10 16,1-1 191-16,1 2-80 0,3-1-39 0,4 4-1 16,2-3 305-16,0 1-163 0,0 3-46 15,2-2 132-15,9 0-87 0,1-2-58 16,2 2-29-16,1-3-60 0,2 4-8 0,1-4 40 0,-4 3-401 15,4 0 200-15,-4-2 101 0,3-1 58 0,2-6-775 16,-2-1 377-16,3-8 183 0</inkml:trace>
  <inkml:trace contextRef="#ctx0" brushRef="#br0" timeOffset="147189.7">21949 8657 901 0,'8'-20'0'0,"-3"5"0"0,2 7 0 0,0 2 0 0,-5 2 0 0,-1 3 0 0,-1 1 0 0,0 0 488 16,0 0-220-16,0 5-121 0,0 5 195 0,0 5-154 15,0 0-78-15,0 4-30 0,0-1-292 0,0 3 122 16,0-5 61-16,0 2-248 0,0-4 155 0,0-2 85 16,0-2 31-16,0-3-574 0,0-5 222 0,0-2 171 15,0 0 86-15,0-4-182 0,2-7 146 0,0-5 68 16,-2 4 69-16,0-3 0 16,0 6 0-16,0-3 0 0,0 1 324 0,2 3-177 15,0 1-90-15,5 1 225 0,0 1-107 16,7-1-99-16,-1 3 80 0,2 0 341 0,3 2-233 0,0-1-115 15,1 0-58-15,-1 2 171 0,-1 0-119 0,0 0-55 16,-2 0-252-16,-6 0 98 0,2 0 49 0,-2 0 34 16,-4 4-618-16,-1 1 317 0,-4 5 158 0</inkml:trace>
  <inkml:trace contextRef="#ctx0" brushRef="#br0" timeOffset="147347.31">21870 8900 638 0,'-7'11'0'0,"1"4"0"0,5 2 0 0,-1-2 0 0,2-2 245 16,0 1-106-16,0-4-53 0,0 3-27 0,0-3 444 16,5 1-239-16,4-1-116 0,-2-1-150 0,0-1 34 15,0-3 1-15,0-1 8 16,-1-2-497-16,-2-2 245 0,1 0 121 0,-2 0-530 16,-3-7 297-16</inkml:trace>
  <inkml:trace contextRef="#ctx0" brushRef="#br0" timeOffset="147638.53">21833 8854 996 0,'-2'-5'0'0,"2"-1"0"0,0 2 0 0,7-1 0 0,9 3 0 0,4 0 226 0,4 0-88 0,6 2-57 0,6 0 270 0,-1 0-159 0,2 0-79 15,-2 4-32-15,-1 6 23 0,-4-1-36 0,-3 2 1 16,-9-2-158-16,1 2 61 16,-4 2 38-16,-3-1-8 0,-7-1-262 0,-3 3 147 15,-2-3 72-15,0 2-314 0,-11-2 152 0,-8 3 102 16,-4-3-27-16,-4 2-150 0,-1-4 123 0,-2 1 61 15,0-3 23-15,3-5-25 0,-1-2 31 16,7 0 1-16,0 0 3 0,4-2 28 0,7-2-8 0,1-4 228 16,4-1-111-16,3 4-53 0,2-3-29 15,0 3 411-15,0-2-187 0,9 1-71 0,3 2-70 16,2 0 269-16,4 0-157 0,0 2-78 16,3-2-31-16,0 3 53 0,-1-1-50 0,-1 0-34 15,-1 0-41-15,-2 2 0 0,0 0 33 0,-4 0-9 16,-3 0-446-16,0 0 223 0,-2 4 112 0</inkml:trace>
  <inkml:trace contextRef="#ctx0" brushRef="#br0" timeOffset="147787.65">21955 9092 1277 0,'-11'3'0'0,"4"-1"0"0,6 1 0 0,1-3 0 0,-2 0 0 0,2 0 0 0,0 0 0 0,10 0 231 0,4-1-99 0,4-3-42 0,0 1 96 16,1 0-76-16,-1-1-39 0,0 2-125 0,-2 1 44 15,-2 1 29-15,-3 0-7 0,-1 0-551 0,-7 1 287 16</inkml:trace>
  <inkml:trace contextRef="#ctx0" brushRef="#br0" timeOffset="147952.21">21875 9278 954 0,'-14'2'0'0,"5"-2"0"0,2 0 0 0,4 0 0 0,1 0 0 0,2 0 0 0,0-5 229 0,7-2-98 16,11-3-49-16,4 5 267 0,0-3-158 0,1 5-71 15,7-3-48-15,-2 2-5 0,-1 2-1 0,-1 0-33 16,-8 0-337-16,5 0 177 0,-5 2 75 0,-4 0 43 16,-5 0-233-16,1 0 137 0,-4 2 69 0,-4 4-569 15,-1-2 291-15</inkml:trace>
  <inkml:trace contextRef="#ctx0" brushRef="#br0" timeOffset="148121.76">22030 9076 509 0,'-8'-8'0'0,"3"3"0"16,1 3 0-16,2 1 0 0,-1 1 0 0,1 0 0 0,-1 0 519 0,3 12-243 0,0 8-114 0,0 6-68 0,0 1 377 16,0 5-219-16,0 4-109 0,0 4 153 0,0-1-124 15,0 6-73-15,0-10-34 0,0 5-184 16,0-2 76-16,0-1 37 0,0-2-183 16,0-2 106-16,0-3 58 0,0-8 29 0,0-1-617 15,3-2 319-15,1-9 63 0</inkml:trace>
  <inkml:trace contextRef="#ctx0" brushRef="#br0" timeOffset="148400.97">22522 8471 1165 0,'0'-9'0'0,"3"7"0"0,7 2 0 0,-4 0 0 0,-1 0 0 0,-1 11 0 0,-2 8 439 0,0 8-203 0,-2 8-102 16,0 10-42-16,0 18 340 0,-10 2-200 0,-2 10-99 16,-2 4 152-16,1 2-126 0,0-1-55 15,2-2 34-15,2-6-52 0,5-4-27 16,4-13 0-16,0-1-25 0,0-9 7 0,2-3-9 16,7-9 1-16,0-5-118 0,1-9 58 0,-1-6 30 15,-2-5 9-15,4-5-211 0,1-3 93 0,-1-1-330 16,3-18 187-16,-1-4 114 0,-1-2 15 0,4-2-493 15,-2-3 290-15,2 0 146 0</inkml:trace>
  <inkml:trace contextRef="#ctx0" brushRef="#br0" timeOffset="148709.34">22980 9044 1110 0,'0'-9'0'0,"0"0"0"0,0 2 0 0,-11-2 0 0,-3 2 0 0,0 3 0 0,-3 2 329 16,0 2-149-16,-2 0-73 0,-1 8 388 0,-3 13-236 15,0 1-113-15,4 4-56 0,3 3 140 0,2-1-99 16,7-4-41-16,1 2 1 0,5-3-29 0,1-3-1 16,0-1-28-16,5-4-153 0,9-4 84 0,2-1 30 15,1-7 1-15,0 2-120 16,0-5 79-16,-2 0 39 0,-3 0-434 0,0 0 220 16,-4 0 46-16,-3-2 76 0,-2-1-68 0,-1 1 67 15,-2 2 25-15,-2 0 296 0,-14 10-127 0,0 7-63 16,-3 4-32-16,-2 3 449 0,3 3-227 0,0-2-76 15,6 0-75-15,5-2 242 0,4 1-104 0,3-3-88 16,0 0 118-16,6-7-41 0,12 1-197 0,5-5 0 16,3-6 0-16,3-4 0 0,4 0 0 0,1-3-667 15,2-6 367-15,-1-6 166 16,-1 0 83-16</inkml:trace>
  <inkml:trace contextRef="#ctx0" brushRef="#br0" timeOffset="149538.01">23325 8849 1021 0,'0'-7'0'0,"-1"4"0"0,1 2 0 0,0 1 0 0,0 0 0 0,0 0 0 0,0 4 196 0,0 8-82 0,0 3-40 16,1 4 282-16,4 6-165 15,-3-1-80-15,0 6 84 0,0 0-82 0,-1 0-39 16,-1 4 7-16,0-2-37 0,0 0-11 0,0 0 0 16,0 0-1-16,-1 0-54 0,-1 0 36 0,0-3-8 15,-3 0 26-15,3-7-225 0,1 1 112 0,1-7 57 16,-2-6-428-16,2-2 224 0,0-5 58 0,0-3-235 15,0 0 185-15,0-12 86 0,0-13 55 0,0-2-239 16</inkml:trace>
  <inkml:trace contextRef="#ctx0" brushRef="#br0" timeOffset="149894.1">23307 8640 1218 0,'0'-19'0'0,"0"5"0"0,0 0 0 0,0 3 0 0,4-2 0 0,9 0 0 0,8 2 0 15,3 1 0-15,4 1 198 0,4 2-83 0,4 1 140 0,9 0-115 0,-4 3-54 16,2 3-26-16,1 0-33 16,-3 0 6-16,-5 0 8 0,1 6-8 0,-2 1-116 15,-4 0 57-15,-3 2 30 0,-5 0-37 0,-4 0 41 16,-3 0-8-16,-4 0 33 0,-5-3-70 0,-1 0-5 16,-3-3 28-16,-2-1 144 0,2 0-61 0,-3-2-42 15,0 0 1-15,0 0 261 0,0 2-130 0,0-2-45 16,-3 2-45-16,1 1 143 0,-2 1-90 0,0 1-45 15,-1 5-22-15,3 3 48 0,-1 2-39 0,1 4 0 16,2 5-32-16,0 5 1 0,0 2 0 16,0 5-67-16,7 7 29 0,-2 1 0 0,3 3 38 15,-3 1-198-15,2 2 99 0,0-7 38 16,0 9 24-16,0-9-291 0,-1 0 143 0,-1-9 40 16,2 2 46-16,-2-3-192 0,-1-4 116 0,-2-7 55 15,1-1-69-15,-1-4 62 0,0-8 31 0,0-1-241 16,-2-4 140-16,0-3 66 0,0-1 32 0,0 0-369 15</inkml:trace>
  <inkml:trace contextRef="#ctx0" brushRef="#br0" timeOffset="150305.74">23461 8861 1101 0,'-13'0'0'0,"5"-3"0"0,5 2 0 0,1 1 0 0,2-3 0 0,-2 3 0 0,2 0 0 0,0 0 0 0,7 0 367 0,9 0-167 0,2 0-83 15,7 0 166-15,-1 0-124 0,1 0-55 0,5 0-95 16,-6 0 24-16,-3 0-1 0,1-1 1 0,-2-1-116 15,0 2 67-15,-3-2 19 0,-1 2 1 0,-4-3-364 16,-3 3 196-16,0 0 99 0,-3 0-610 0,-4 0 326 16</inkml:trace>
  <inkml:trace contextRef="#ctx0" brushRef="#br0" timeOffset="150474.07">23534 8995 777 0,'-11'4'0'0,"4"-2"0"16,2 2 0-16,2-4 0 0,1 2 0 0,2-2 165 0,0 0-67 0,5 0-32 0,11 0 258 0,0-2-149 0,5-4-72 16,4 0-34-16,-9 3 25 0,7-1-31 15,-2 0 8-15,-3 3-215 0,0-1 89 16,-3 2 43-16,0 0 23 0,-6 0-446 0,1 0 242 16</inkml:trace>
  <inkml:trace contextRef="#ctx0" brushRef="#br0" timeOffset="150685.01">23553 9138 581 0,'-7'0'0'0,"2"0"0"0,5 0 0 0,0 0 0 0,0 0 322 0,9-1-149 0,7-7-70 16,7 0-35-16,-4 2 116 0,3 3-76 0,1 1-29 16,-1 0 69-16,-2 2-57 0,-2 0-30 0,-1 0 1 15,-4 2-115-15,-6 3 52 0,0 5 12 0,-2 2-202 16,-3-4 112-16,-2 5 55 0,0 1 29 0,-5-3-270 15,-6 2 112-15,0-3 80 0,-2-3-19 0,-2-3-175 16,1-4 116-16,2 0 51 0,1 0-24 16,-1-11 45-16,-1-12 24 0,4-5-1 0</inkml:trace>
  <inkml:trace contextRef="#ctx0" brushRef="#br0" timeOffset="150998.19">23590 8646 553 0,'0'-19'0'0,"0"12"0"0,-1 5 0 0,1 2 0 0,0 0 0 0,0 13 0 0,0 6 325 0,0 8-149 0,0 4-72 0,1 3 211 0,7 7-140 0,-3 0-72 16,0-4-26-16,-1 9-20 0,-1-5 0 0,1 1-24 16,-2-6 0-16,0 3-266 15,-2-1 141-15,0-3 59 0,0-1 32 0,0 0-318 16,-10-4 172-16,-1-4 42 0,-2-3-88 0,-5-2 32 16,2-7 66-16,-1-2 9 0,-1-5 27 0,-2-3 0 15,1-3 18-15,1-1 200 0,-1 0-97 0,3 0-46 16,-2 0-25-16,5 0 425 0,2 0-221 0,1 0-58 15,5 0 380-15,1 0-241 0,3 0-122 0,1 0-61 16,0 4 113-16,10 2-91 0,11 0-41 0,4-3 202 16,2 1-122-16,8 0-60 0,2-3-23 15,8 5 14-15,-9-6-26 0,4 0 0 16,-3 0-27-16,-1 0-243 0,-7 0 130 0,5 0 53 16,-5 0-511-16,-8 1 265 0,0-1 147 0,-3 0 11 15,-4 2-309-15,0-1 193 0,-5 1 100 0</inkml:trace>
  <inkml:trace contextRef="#ctx0" brushRef="#br0" timeOffset="151274.44">24226 8699 1822 0,'-2'-17'0'0,"2"11"0"0,7 4 0 0,12-1 0 0,2-5 0 0,0 5 0 0,3-1 0 0,0 2 0 0,4 0 0 0,6 0 191 16,-1 2-79-16,-1 0-39 0,1 0 4 0,-7 0-13 15,0 0-9-15,-3 2-190 0,-2 3 84 0,-7 1 42 16,-3 0 21-16,-1-1-394 0,-2 1 201 0,-5-1 103 15,-3 2-566-15</inkml:trace>
  <inkml:trace contextRef="#ctx0" brushRef="#br0" timeOffset="151601.59">24318 8676 1011 0,'-7'9'0'0,"7"6"0"0,0 3 0 0,0-2 0 0,0 3 0 0,0 2 0 0,0 5 0 0,0 0 165 0,-1-1-58 0,1 9-41 15,-4-6 42-15,-1 1-38 0,-3-2 0 0,1-3-37 0,-3-1-14 16,-3-2-8-16,1-6 21 16,2-4-46-16,2-3 24 0,1-5-1 0,0-3 32 15,4 0-25-15,1 0 17 0,2-3 0 0,0-7-27 16,2-1-7-16,8 0 38 0,1 3-40 0,2 1 92 16,2 1-35-16,0 4 0 0,-2 0-25 0,-2 2 7 15,3 0 0-15,-5 5-7 0,-4 9 16 0,-1 1-53 16,-2 2 45-16,-2 1 3 0,0 4-56 0,0-2 22 15,-11-2 0-15,0 3 23 0,-4-4-81 0,2-1 43 16,-3-1 5-16,2-6-177 16,0-2 85-16,5-5 50 0,0-2 12 0,1 0-123 15,0-2 59-15,7-13 42 0,1-8-5 0,0-4-265 16,1-11 146-16,8-7 65 0,3-6-165 0,3-13 123 16,-1-1 62-16,-3-7-110 0</inkml:trace>
  <inkml:trace contextRef="#ctx0" brushRef="#br0" timeOffset="151882.44">24352 8428 1137 0,'7'-35'0'0,"0"12"0"0,-1 7 0 0,0 4 0 0,1 8 0 0,1 4 0 0,-3 4 0 0,2 22 0 0,3 10 419 0,0 5-193 16,-3 10-97-16,5 13 279 0,-5-8-179 0,4 21-103 15,1-2-46-15,-3 2 110 0,2 0-78 0,1-2-40 16,-1-12 9-16,4 9-109 0,-2-21 31 0,1 2 0 16,4-7-108-16,-3-10 68 0,2-2 43 0,-2-7-7 15,-4-13-380-15,0-3 168 0,-2-5 116 0,3-6-403 16,-5-2 213-16,0-16 131 0,-2-7 62 0,-3-4-154 15,0-13 108-15,-2-1 54 0,0 4 18 0,0-15-19 16,-2 11 27-16,-5 10 0 0,-2-1 27 16,-1 5 48-16,-2 11-32 0,-1 2 8 15,0 6 318-15,-4 4-172 0,-2 6-84 0,-3 0 350 16,3 6-197-16,-6 12-44 0,0 3-68 0,4 2 18 16,-2 0-40-16,-2 2 1 0,5 0-32 0,-1-1-236 15,7-5 114-15,1 0 57 0,6-4 28 0,4-6-211 16,3-1 127-16</inkml:trace>
  <inkml:trace contextRef="#ctx0" brushRef="#br0" timeOffset="152020.07">24607 8460 1164 0,'7'-17'0'0,"-2"8"0"0,6 5 0 0,-4-2 0 0,0 4 0 0,0 1 0 0,0 1 287 0,2 0-127 0,2 1-56 16,1 11-39-16,1 3-187 0,4 5 78 0,-1-2 38 15</inkml:trace>
  <inkml:trace contextRef="#ctx0" brushRef="#br0" timeOffset="152245.47">25106 8607 875 0,'-9'3'0'0,"-2"3"0"0,-4 0 0 0,-2 5 0 0,-5-2 0 0,-5 5 125 0,2 4-45 0,3 1-24 0,-2 6 298 15,3-1-161-15,2 4-71 0,2 0-49 0,4 2 203 16,2 3-121-16,2-4-61 0,2 1-31 16,4-4 70-16,3 4-55 0,0-3-22 15,0-3-153-15,0-1 64 0,0-2 34 0,1 0-144 16,1-3 84-16,3-3 46 0,-1 0 22 0,-3-4-455 16,1-2 227-16,-2-1 46 0,0-2 6 0,0-4-284 15,0-2 208-15,0 0 106 0</inkml:trace>
  <inkml:trace contextRef="#ctx0" brushRef="#br0" timeOffset="152482.84">24808 8888 1076 0,'-4'-19'0'0,"4"8"0"0,0 2 0 0,0-1 0 0,0 5 0 0,5-1 0 0,7 2 0 0,1 1 158 16,2 1-67-16,2 0-29 0,2 2 121 0,-2 0-75 16,1 0-38-16,0 0 8 0,-4 4-8 0,4 1-37 15,-6 1-1-15,0 0-1 0,-3-2 2 0,-1 0 8 16,-1 3-9-16,-4-2 20 15,1 1-19-15,-1-1 0 0,-1 3 94 0,-2 0-38 16,0 2-33-16,0 2 0 0,0 1 165 0,0 4-95 16,0 0-38-16,0 1-20 0,0 3-35 0,0 2 0 15,0-2 0-15,3 5-88 0,3-6 52 0,1 7 14 16,1-6 0-16,0 1-434 0,-2-3 204 0,4-1 121 16,-2 2-663-16,-2-6 368 0,-3-2 180 0</inkml:trace>
  <inkml:trace contextRef="#ctx0" brushRef="#br0" timeOffset="152634.43">24830 9068 1076 0,'-9'0'0'0,"5"0"0"0,1 0 0 0,-2 0 0 0,5 0 0 0,0 0 307 16,0-3-128-16,10 1-78 0,5 0-33 0,4 2 29 15,-1 0-32-15,1 0 0 0,0 0-317 0,-1 0 138 16,0 6 74-16</inkml:trace>
  <inkml:trace contextRef="#ctx0" brushRef="#br0" timeOffset="152773.06">24909 9202 916 0,'-9'4'0'0,"3"-3"0"0,2 2 0 0,1-3 0 0,-1 0 0 0,2 0 0 0,0 0 189 0,2 0-79 15,0-4-38-15,2-5-1 0,7 2 8 0,5-2-47 16,-1 0 1-16,4 0-422 0,3-5 203 0,-1-1 101 15</inkml:trace>
  <inkml:trace contextRef="#ctx0" brushRef="#br0" timeOffset="153191.75">25371 8560 1094 0,'2'-6'0'0,"-2"4"0"0,0 2 0 0,0 0 0 0,-2 0 0 0,-9 11 0 0,-6 7 0 0,2 0 159 0,0 3-64 0,-1-1-30 0,2 1 159 15,1 0-99-15,0 0-46 0,3-4-24 0,3-3 49 16,2-4-35-16,2-1 7 16,1-4-43-16,2 1 6 0,0-2-6 0,0 0 0 15,0-2-27-15,5-2 9 0,6 2 17 0,0-2-44 16,-2 0 22-16,4 0 0 0,-2 2 23 0,1 1-67 16,1 1 28-16,-2 1-1 0,1 3-1 0,-3 5-38 15,0 2 30-15,-3 4 6 0,-2 5-2 0,-2 4 150 16,-2 1-62-16,0 3-34 0,0 0 88 0,0-1-44 15,0 2-35-15,0-2 126 16,0 2-72-16,2-4-36 0,-1 1 0 0,1-7-87 16,1 1 21-16,0-1 1 0,-1-4 29 0,-1-3-190 15,-1-3 96-15,0-2 54 0,0-3-234 0,0-4 111 16,-11 0 70-16,-2-4-95 0,-2 0 71 0,-2 0-10 16,0-5 38-16,-8-9-75 0,3-1 49 0,-3-2 24 15,0-1 1-15,-1-3 7 0,1-4 17 0,2 3 0 16,5 1 0-16,4 4 48 0,3-1-24 0,4 3-8 15,2 0 98-15,5 3-57 0,0 1-29 0,0 2 13 16,9-1-1-16,7 1-3 16,6 0-22-16,3-1-280 0,6 0 136 0,2 1 71 15</inkml:trace>
  <inkml:trace contextRef="#ctx0" brushRef="#br0" timeOffset="153376.29">25640 8652 1220 0,'0'-17'0'0,"0"4"0"0,4 5 0 0,10-3 0 0,4-2 0 0,-2 2 507 0,7-1-240 0,3 1-118 0,3 1 77 16,3 3-97-16,-1 0-48 0,0 2-16 0,0 4-62 16,3 1 0-16,-4 0 30 0,2 0 0 0,-5 0-457 15,-7 7 237-15,-1 3 105 0,-2 1-684 0</inkml:trace>
  <inkml:trace contextRef="#ctx0" brushRef="#br0" timeOffset="153535.87">26021 8627 1387 0,'-14'6'0'0,"9"0"0"16,-2 7 0-16,1-4 0 0,-4 4 0 0,-1 5 259 0,-1 4-117 0,-2 4-55 0,-2 2 402 0,-2 4-228 0,2 0-114 15,-3 2-49-15,-1 0-33 0,0-2 1 0,1 1-33 16,0-1 0-16,1 0-301 0,-1-4 159 0,2-3 66 15,2-8-574-15,6-4 325 0,0-6 163 0,3-5 80 16</inkml:trace>
  <inkml:trace contextRef="#ctx0" brushRef="#br0" timeOffset="153675.5">25719 8895 1149 0,'3'-8'0'0,"5"0"0"0,3 1 0 0,0 4 0 0,1 2 0 0,3 1 0 0,4 0 0 0,1 0 391 0,5 0-182 0,-4 3-89 0,1 3 164 16,0 2-126-16,-1-1-62 0,-1 3-24 0,-2-1-315 15,-1 0 138-15,-4-2 69 0,-5-1 34 0,3 0-239 16,-4-1 132-16,-5-1 71 16,-2 0-600-16</inkml:trace>
  <inkml:trace contextRef="#ctx0" brushRef="#br0" timeOffset="153941.81">25614 8642 1283 0,'-9'-2'0'0,"8"2"0"0,1 2 0 0,0 16 0 0,3 4 0 0,2 4 0 0,-1 6 0 0,-3 11 0 0,1 2 282 16,-2-1-124-16,0 2-63 0,0-1-32 0,0-9 6 15,-7 5-9-15,-5-5-27 0,-1-2-90 0,-2-7 44 16,0-9 23-16,1-2 9 0,0-6-64 16,5-4 38-16,-1-3 1 0,3-3 78 0,1 0-1 0,4 0-53 15,1 0 10-15,1 0 147 0,0-1-73 0,9-3-41 16,13 0-1-16,7 0 190 0,9 3-114 15,4-1-51-15,2 2 4 0,0 0-28 0,4 0-1 16,-9 0-19-16,8 0-233 0,-11 0 112 16,5 0 56-16,-4 3-597 0,0 1 317 0,0 0 125 15</inkml:trace>
  <inkml:trace contextRef="#ctx0" brushRef="#br0" timeOffset="154111.31">26151 8772 1569 0,'0'-15'0'0,"0"5"0"0,10 3 0 0,10-1 0 0,-1-2 0 0,-1 3 0 0,1 2 142 0,0-1-55 0,3 2-27 0,3 3-61 16,-2-1 42-16,-3 2-8 0,-4 0-1 0,2 0-467 16,-5 2 217-16,-4 3 110 0,-3 1-419 0,-4-1 252 15</inkml:trace>
  <inkml:trace contextRef="#ctx0" brushRef="#br0" timeOffset="154419.51">26312 8372 963 0,'0'14'0'0,"-4"11"0"0,1 13 0 0,-2 0 0 0,-1 10 0 0,-6 5 137 0,-1 11-53 16,-2-4-25-16,-2 0 392 0,3-10-201 0,2 5-113 15,-1-5-52-15,3-5 233 0,3-9-143 0,5-2-71 16,0-11-28-16,0-3-5 0,2-8-38 15,0-4 0-15,0-3-92 0,6-5 46 16,8 0 31-16,9-18-188 0,5-11 101 0,2-1 51 16,-1-8 26-16,3-3-173 0,-2-3 43 0,-2-4 63 15,-2 1-40-15,-1 0-293 0,-5 8 179 0,-1 5 91 16,-1 0 36-16,0 4-20 0,1 3 37 0,-1 4 0 16,1 3 222-16,2 2-93 0,-6 2-54 0,11 0 314 15,-5 2-176-15,-3 5-88 0,1-2-20 0,0 4 120 16,-3-1-26-16,0 3-61 0,-3 1 52 0,0 0-132 15,-5 0 22-15,-2 2 0 0,-3 2 30 0,-1 0-522 16,-2 0 245-16,-2 0 130 0</inkml:trace>
  <inkml:trace contextRef="#ctx0" brushRef="#br0" timeOffset="154777.76">26531 8781 1242 0,'-5'12'0'0,"1"-1"0"0,4 0 0 0,-1-7 0 0,1-2 0 0,0-2 0 0,0 0 205 0,0 0-87 0,0 0-42 0,0 0 205 0,0-2-128 0,1-2-60 16,1-1-31-16,0-1-63 16,0 0-1-16,-1 2 43 0,1 0-9 0,1 1-289 15,-1 1 145-15,0 0 72 0,0 0-303 0,0 2 196 16,-2 0 35-16,0 0-322 0,1 0 185 0,-1 4 108 16,0 4 54-16,0 1-89 0,0 4 75 0,0-2 35 15,0 1 66-15,-3-4 0 0,1 4 0 0,-2-2 0 16,-1-1-10-16,4 1 10 0,-3-2 0 0,1 0 0 15,1 0 46-15,-1-4-51 0,2 1 8 0,-1-3 112 16,2 2-63-16,0 0-6 16,0-2-23-16,0-2 98 0,0 1-54 0,0-1-11 15,0 0 1-15,0 0 107 0,0 0-66 0,0 0-24 16,0 0-8-16,0 0 56 0,0 0-44 0,0 0-23 16,0 0 1-16,2 0-15 0,4-3-9 0,2-7 211 15,1 1-105-15,2-5-53 0,-2 2-26 0,3-4-302 16,-4 1 134-16,4-1 71 0,-2-3 35 0,-3-2-492 15,-1-1 230-15,-1-1 86 0</inkml:trace>
  <inkml:trace contextRef="#ctx0" brushRef="#br0" timeOffset="155074.7">26645 8214 1534 0,'0'0'0'0,"0"0"0"15,3 17 0-15,3 6 0 0,-3 3 0 0,4 8 0 0,-2 10 0 0,1 7 0 0,-1 11 248 0,-2-1-107 0,2 4-54 0,-3-2 280 16,2 15-171-16,-1-6-82 0,0-3-40 0,4-5-4 16,-1-14 8-16,7 1-45 0,-4-13-1 0,5 1-214 15,-1-9 107-15,0-9 54 0,1-6-155 0,1-8 101 16,0-7 53-16,-2 0-456 0,3-13 238 0,-3-10 42 16,-4-4 77-16,-3-5-144 0,-2-4 115 0,-3-8 59 15,-1 11 29-15,0-3-46 0,0 10 29 0,-1 2 9 16,-9 5 222-16,1 2-91 0,-2 7-48 0,-3 5-22 15,-1 2 139-15,-2 3-77 16,-1 0-43-16,-7 8 343 0,2 6-178 0,-2 3-33 16,2 0-59-16,-2 1-6 0,3-1-22 0,4-4 0 15,0 2-22-15,1-1-529 0,5-7 273 0</inkml:trace>
  <inkml:trace contextRef="#ctx0" brushRef="#br0" timeOffset="155221.46">26986 8146 2329 0,'9'2'0'0,"14"21"0"0,7 10 0 0,-11-8 0 0,-11-8 0 0,-6 4 0 0,-2-1 85 16,0 1-26-16,0-2 0 0,0-3-26 0</inkml:trace>
  <inkml:trace contextRef="#ctx0" brushRef="#br0" timeOffset="157229.71">28505 8558 651 0,'0'-10'0'0,"0"4"0"0,0-4 0 0,-3 0 0 0,-1-1 0 0,2-3 0 0,-1 4 0 0,-1 2 136 0,0-2-56 0,1 1 26 15,-1 0-36-15,1 1 0 0,-4 1-38 0,3 1 13 16,-1 0-13-16,0 3 1 15,-1-1 0-15,1-2 4 0,-2 2-4 0,0-1 8 16,-1 1 2-16,0 1-10 0,-4 1 0 0,-1-1-1 16,-3 3 14-16,0 0-5 0,-3 0-9 0,-3 0-8 15,-1 12 9-15,-2 1 0 0,1 2-1 0,-2 4 46 16,-1 3-45-16,2 3 0 0,-5 6 0 0,5 2 29 16,-3 2 1-16,2 5-22 0,4 5 45 15,1 2-26-15,5 2-1 0,7-3-26 0,5 0 26 16,4-11 8-16,0 5-34 0,9-7 55 15,11-2-28-15,1-5 1 0,6-3-29 0,3-7-22 16,4-5-9-16,-3-2 32 0,3-8-1 0,-1-1-139 16,-3 0 70-16,-4-1 43 0,2-14-259 0,-6 3 121 15,-6-1 70-15,2-2 12 0,-5-1-167 0,-3 2 66 16,-3 0 66-16,-1 3-347 0,-4 0 200 16,-1 0 99-16,-1-3 51 0</inkml:trace>
  <inkml:trace contextRef="#ctx0" brushRef="#br0" timeOffset="157545.65">28280 8802 1040 0,'-14'-4'0'0,"1"2"0"0,5 2 0 0,0 0 0 0,3 0 0 0,0 0 0 0,5 0 0 0,0 0 0 0,0 0 399 0,0-2-184 0,13 1-82 16,6-3 132-16,-1 0-115 0,1 0-59 0,0 1-29 16,5-1-64-16,-4-2 43 0,2 2-8 0,-2 0-64 15,-1 1 32-15,-3-1 1 0,-1 2 30 0,-5 0-141 16,-5 0 67-16,2 0 37 15,-5 2 0-15,-2 0-69 0,3 0 8 0,-3 0 36 16,0 0 157-16,0 0-63 0,0 0-28 0,-3 4-41 16,-3 4 217-16,1 3-101 15,2 2-31-15,-2 2 51 0,4 4-40 0,-3 2-29 0,1 1 8 0,1 5-2 16,-1-1 0-16,-1 2-35 0,1 0 0 0,0 0-51 16,-1-2 34-16,0 7-8 0,0-7-193 0,3 0 109 15,-3-5 47-15,1-1 30 16,1-1-358-16,-3-6 176 0,1-3 52 0,3-2-153 15,-3-3 125-15,0-3 61 0,2-2 24 0,1 0-295 16,1-7 168-16,0-11 82 0,0-8 43 0</inkml:trace>
  <inkml:trace contextRef="#ctx0" brushRef="#br0" timeOffset="157711.21">28629 8290 1452 0,'10'-27'0'0,"0"6"0"0,0 4 0 0,1 4 0 0,-4 2 0 0,-2 3 0 0,-2 5 0 0,3 1 0 0,-1 2 521 0,0 0-249 16,1 9-119-16,-3 8 87 0,-1 8-104 0,0 3-51 16,-2 5-18-16,-2 7-94 0,-3-6 30 0,-4 3 0 15,3 3 30-15,-1-1-523 0,2-2 269 0,0 1 123 16</inkml:trace>
  <inkml:trace contextRef="#ctx0" brushRef="#br0" timeOffset="158111.04">29245 8193 1250 0,'0'-11'0'0,"0"5"0"0,0 5 0 0,0 0 0 0,0 1 0 0,-6 0 0 0,1 4 0 0,-3 11 0 0,0 8 0 0,-6 3 143 0,1 3-47 16,-6 8-35-16,5-7 9 0,-3 6 1 0,0-4-39 15,0 1 1-15,1-2-88 0,0-2 40 0,3-2 23 16,0-2-99-16,4-9 62 0,-2 3 31 0,9-10 8 16,-3 0-382-16,5-5 152 0,0-4 108 0</inkml:trace>
  <inkml:trace contextRef="#ctx0" brushRef="#br0" timeOffset="158248.68">29126 8453 469 0,'6'-10'0'0,"-1"5"0"0,4 3 0 0,3 0 0 0,-1-2 207 0,3 0-88 0,-1 0-43 0,7 1 290 15,-3-1-167-15,6 0-75 0,-2 2-49 0,-2-1 234 16,0 1-138-16,1 2-69 0,-2 0-34 0,-4 0-150 16,-1 0 54-16,-1 0 30 0,-2 2-530 0,-2 6 280 15,-3 0 148-15,-3 4 63 0</inkml:trace>
  <inkml:trace contextRef="#ctx0" brushRef="#br0" timeOffset="158410.24">29112 8571 639 0,'-3'10'0'0,"3"2"0"0,0-1 0 0,0-1 0 0,0 1 0 0,0 1 0 0,0 1 443 0,0-2-206 0,2 4-102 15,-1 1-43-15,2 0 17 0,3-2-38 0,-3 4-1 16,-1-4-325-16,1 2 144 15,0-7 80-15,-2 2 27 0,3-3-473 0,-2-2 231 16,0-3 116-16</inkml:trace>
  <inkml:trace contextRef="#ctx0" brushRef="#br0" timeOffset="158667.56">29098 8561 786 0,'-2'-9'0'0,"2"2"0"0,0 0 0 0,0 1 0 0,2 1 0 0,4 0 0 0,11 2 0 0,-1 1 271 0,5 0-120 0,-2 0-58 15,3 0-23-15,-3 2 172 0,-1 0-105 0,2 0-52 16,-4 0 29-16,-2 0-41 0,-5 0 8 0,1 2-48 16,-3 4 16-16,-1-3-16 0,-3 2 0 0,1 3 27 15,-3 2-19-15,1 1-8 0,-2 2-1 0,0 0 76 16,0 0-38-16,0 4 0 0,0 0-29 0,0 0 23 16,0 0 0-16,0 0-31 0,2-2-133 0,-1 0 66 15,3 0 41-15,-2-2-7 0,-2 0-251 16,0-1 134-16,0-1 50 0,0 0-350 15,0 0 181-15,0-3 103 0,-2 1 42 0,-7-1-131 16,1-3 95-16,0-1 39 0</inkml:trace>
  <inkml:trace contextRef="#ctx0" brushRef="#br0" timeOffset="158835.1">29099 8734 763 0,'-5'-3'0'0,"5"1"0"0,0 0 0 0,0 0 0 0,0-2 0 0,2-2 0 0,6 1 180 15,6-1-78-15,5-1-34 0,0-1 238 0,-1 1-136 16,2-1-69-16,-5 3-124 0,2 1 24 0,2 2-1 16,-8 0 33-16,1 2-385 0,-2 0 193 0,-5 0 103 15,-1 4 41-15,-3 5-234 0,-1 4 132 0,-5 0 65 16</inkml:trace>
  <inkml:trace contextRef="#ctx0" brushRef="#br0" timeOffset="159267.76">29151 8800 560 0,'-12'2'0'0,"5"0"0"0,3-2 0 0,0 0 0 0,4 0 0 0,0 0 0 0,0 0 93 0,0 0-31 0,9-4 1 16,2-2 94-16,3 1-55 0,-1-1-38 0,-1 2 0 16,1 1-3-16,-3 1 0 0,0 2-28 0,-5 0-48 15,0 0 20-15,-2 0 0 0,-1 5 28 0,-2 6-59 16,0 3 29-16,-8 3 9 0,-6 1 20 0,0 1-38 16,0 2 36-16,-4-3-29 0,6-2 44 0,-2-2-41 15,1 1 12-15,1-5-17 16,7-2 74-16,0-1-24 0,2-3-1 0,3 0 9 15,0-3-7-15,0-1-11 0,5 0-11 0,6 0-3 16,3 0 6-16,3 0 14 0,-2 0-13 0,1 0-75 16,2 0 36-16,-6 0-6 0,1 0 4 0,-4 0 7 15,-4 6 0-15,-1 4 5 0,-3 1-57 0,-1 2 24 16,0 2 3-16,-5 1-35 0,-6-3 32 0,-5 1 7 16,0-3-1-16,-1 1-52 15,1-3 30-15,-3-1 11 0,1-3-125 0,-1-3 65 16,2-1 35-16,3-1 9 0,2 0-48 0,-2 0 34 15,5-7 1-15,0-3 5 0,0-6 26 0,4 1 0 16,1-2-8-16,2 2 88 0,1 0-41 0,1 4 1 16,0 2-40-16,0-1 354 0,0 5-175 0,0 1-60 15,1 2 374-15,7 2-198 0,4 0-114 0,1 0-58 16,2 6 112-16,9 5-88 0,-1 0-41 0,4 2 0 16,2 0 111-16,1 1-76 0,2-3-29 15,1 0-264-15,2-2 109 0,3-1 55 0,-3-2 26 16,6-2-574-16,-2-4 308 0,-1 0 100 15,0 0 90-15</inkml:trace>
  <inkml:trace contextRef="#ctx0" brushRef="#br0" timeOffset="159485.06">29653 8430 1000 0,'-6'-15'0'0,"4"7"0"0,2 7 0 0,0-1 0 0,3 0 0 16,10 0 0-16,3 0 418 0,2 0-184 0,5 1-105 0,4-1 184 0,3-1-140 16,1 3-70-16,-1 0-35 0,-3 0-134 0,4 0 45 15,-9 0 28-15,-1 0-161 0,0 0 94 0,-5 3 54 16,-2-1 15-16,-3-1-461 0,-1 1 233 0,-2-2 117 16,-3 0-29-16,-4 0-357 0,2 0 232 0</inkml:trace>
  <inkml:trace contextRef="#ctx0" brushRef="#br0" timeOffset="159782.26">29912 8200 725 0,'-8'-12'0'0,"3"8"0"0,2 2 0 0,1 2 0 0,1 0 0 0,-4 0 0 0,2 11 146 0,2 4-57 0,-1 4-20 16,-1 8 157-16,-4 1-96 0,-2 2-49 0,-4 4-24 16,0-1-51-16,-1 2 35 0,1-4-8 0,-5-1-34 15,0-1 1-15,1-1 33 16,-1-6-1-16,4-5-14 0,-1 0-18 0,1-6 33 15,6-2 47-15,0-1-24 0,3-4 0 0,-1-3-15 16,5-1 116-16,1 1-62 0,0-1-31 0,7 0 0 16,9 0 118-16,3 0-66 0,8-1-46 0,-1-2 70 15,3-1-54-15,1 2-26 0,2 0 0 0,-7 0-19 16,5 2-9-16,-8 0 1 0,0 0 0 0,-4 0-90 16,-3 0 46-16,-2 0 29 0,-4 0-298 0,0 2 156 15,-4 0 47-15,-4-2 51 16,2 2-496-16,-3-2 240 0,0 0 117 0,0 0-261 15,0 0 196-15,0 0 99 0,-6 0 49 0,-1 0-154 16</inkml:trace>
  <inkml:trace contextRef="#ctx0" brushRef="#br0" timeOffset="159927.87">29951 8513 1009 0,'-7'-2'0'0,"4"1"0"0,-4 1 0 0,4 0 0 0,-2 0 0 0,2 1 0 0,-4 10 0 0,3 2 250 0,3 3-112 0,-1 0-53 15,2 5-26-15,-2-1 316 16,-1 7-171-16,3-5-77 0,-1 6 22 0,1-1-58 15,-1-2-29-15,1-2 0 0,0 0-395 0,0 5 179 16,0-7 93-16,-3 1-577 0,3 1 330 16,-5-5 97-16</inkml:trace>
  <inkml:trace contextRef="#ctx0" brushRef="#br0" timeOffset="160081.47">29788 8868 929 0,'-5'-17'0'0,"-1"4"0"0,3 3 0 0,1-1 0 0,0-2 0 0,2 7 0 0,0-2 0 0,0 1 451 0,7 2-210 0,8 1-103 15,3 2-53-15,1 0 112 0,1 0-74 0,-1 2-49 16,1 0 65-16,-1 0-53 0,-3 0-26 0,2 0-296 16,-6 4 143-16,1 2 59 0,-3-3 33 0,-1 3-487 15,-4-3 261-15,1 1 88 0,-6 0 83 0,3-4-516 16</inkml:trace>
  <inkml:trace contextRef="#ctx0" brushRef="#br0" timeOffset="160510.81">29636 8282 840 0,'-10'-10'0'0,"5"9"0"16,2-1 0-16,1 2 0 0,-1 0 0 0,3 0 0 0,-4 0 238 0,4 5-107 0,0 6-49 0,0 3 170 0,0 1-109 0,0 3-56 16,-1 3-18-16,-3 3-8 0,-1 1 1 0,1-1-29 15,3-3-37-15,-3 2 0 16,2-1 45-16,2-1-8 0,0-1-2 0,0-1 2 15,0 0-1-15,0-2 30 0,3-2-21 0,2 2-8 16,2-2 0-16,-4 0 42 0,-1 0-22 0,-1 2 9 16,-1 0-29-16,0-1 16 0,0 3-16 0,-1-2 0 15,-4 2-58-15,-2 0 37 0,2-4-8 0,2 3 29 16,-2-1-128-16,-1-2 58 0,5 0 32 0,-1-5-78 16,1 1 47-16,-1-4 12 0,0-1 0 0,-3-2-103 15,1-1 60-15,-5-2 5 16,-1-1 1-16,-2 0 127 0,0 0-41 0,-1 0-18 15,3 0 207-15,0 0-109 0,3 0-46 0,-1 0-31 16,3 0 290-16,3 0-144 0,2 7-74 0,0 2-12 16,4 1 36-16,12 3-46 0,5 0-22 0,7 0 173 15,10 3-98-15,-3-3 92 0,14 0-223 0,-2 0 0 16,2 0 0-16,-1-1 0 0,-3-1-313 16,-6-1 198-16,8 5 69 0,-14-7 40 15,7 4-730-15,-3-2 359 0,0 2 135 0,-3-3-225 16,1 1 222-16,1-5 105 0</inkml:trace>
  <inkml:trace contextRef="#ctx0" brushRef="#br0" timeOffset="160823.57">30523 8195 1701 0,'0'-11'0'0,"8"9"0"0,11 2 0 0,3-1 0 0,-4-4 0 0,-1 3 0 0,0-1 0 0,-2 1 241 0,1 2-104 16,1 0-52-16,-4 0 0 0,3 7-26 0,-5 1 8 16,-2 3-35-16,-4 1-112 0,-3 1 56 0,-2 2 29 15,0 0-259-15,-16 2 149 0,-3-1 63 0,-5 1 35 16,-1 1-231-16,0-4 119 0,5-3 21 0,-2-1 10 16,3-3 14-16,3-1 21 15,7-4-1-15,3 0 99 0,2-2-47 0,1 0 8 16,3 0-38-16,0 0 282 0,5 0-114 0,3 0-78 15,3-2 259-15,5 0-152 0,-2 0-36 0,1 2-49 16,-1 0-10-16,-5 0-37 0,1 0 8 0,4 2-9 16,-8 7-327-16,-1 5 163 0,-2-1 83 0,-1 4-600 15,-2 3 293-15,0 3 171 0</inkml:trace>
  <inkml:trace contextRef="#ctx0" brushRef="#br0" timeOffset="160977.51">30501 8590 926 0,'-6'2'0'0,"-1"3"0"0,7 1 0 0,-6 1 0 0,4 1 0 0,-1-1 0 0,3 5 214 16,-2 1-91-16,2 0-45 0,0 4 303 0,0 0-178 16,0 0-86-16,0 1-42 0,0 1-10 0,0 0 0 15,0 1-24-15,0-3-170 0,0-2-149 0,0 1 156 16,0-8 77-16,0 3-508 0,0-4 284 16,0-3 82-16</inkml:trace>
  <inkml:trace contextRef="#ctx0" brushRef="#br0" timeOffset="161262.07">30403 8644 709 0,'-7'-22'0'0,"1"7"0"0,4 1 0 0,1 3 0 0,1 0 0 0,0 0 0 0,1 3 258 0,12 2-112 0,4 2-57 15,3 0 101-15,8-1-83 0,1 4-37 0,1-2 0 16,2 1 103-16,1 1-71 0,1-1-26 16,-3 0-8-16,-1 0-12 0,-4 1-23 15,-3 1 0-15,-2 0 18 0,-5 0-19 0,-8 0 1 16,3 0 0-16,-5 1 38 0,-4 6 0 0,1 1-30 15,-3 3 57-15,0 1-33 0,0-1 0 0,0 4-32 16,0 2 156-16,0 0-70 0,0 0-47 0,0 2-1 16,2 1-6-16,1 1-33 0,2-1 1 0,4 3-64 15,-3 2 28-15,-1-1 0 0,-1-1 36 0,-3-1-176 16,1-1 88-16,-1 1 52 0,-1-3 14 16,0 0-387-16,0-2 185 0,-3-4 54 15,-5 0-168-15,0-4 127 0,-4-2 77 0,2 0 34 16,2-4-410-16,-6-3 222 0,1 0 112 0</inkml:trace>
  <inkml:trace contextRef="#ctx0" brushRef="#br0" timeOffset="161398.72">30542 8734 1099 0,'-11'-9'0'0,"8"4"0"0,2 0 0 0,1 0 0 0,0-2 0 0,0 1 0 0,3-2 0 0,9 2 0 0,3 3 324 15,4-3-145-15,-2 4-66 0,5-1-57 0,-1 1 0 16,-2 2-24-16,3 0 1 0,-4 0-202 0,-4 4 108 15,0 5 44-15,-6 4-492 0</inkml:trace>
  <inkml:trace contextRef="#ctx0" brushRef="#br0" timeOffset="161554.47">30580 8830 637 0,'-17'0'0'0,"9"0"0"0,0 0 0 0,3 0 0 0,2 0 0 0,1 0 159 0,2 0-62 15,0 0-33-15,0-2 314 0,2 0-177 0,4-2-84 16,6 3-42-16,-2-1 86 0,0 0-65 0,2 0-23 15,2 0-288-15,-5 2 123 0,4 0 63 0,-2 0 31 16,-3 0-417-16,2 0 215 0,0 0 110 0,-2 0-212 16,-3 0 92-16</inkml:trace>
  <inkml:trace contextRef="#ctx0" brushRef="#br0" timeOffset="161707.07">30663 8599 1144 0,'-6'-11'0'0,"3"4"0"0,1 2 0 0,0 4 0 0,2-2 0 0,0 3 0 0,0 0 0 0,0 7 0 0,0 4 134 0,4 6-50 0,3-2-26 0,-4 7 224 16,1 1-117-16,0 3-70 0,-2-1-81 0,-2-1 19 16,0 2-1-16,0-1 1 0,0-5-354 0,0 3 173 15,0-2 90-15,0-3-409 0,-5-3 205 0,2-5 133 16</inkml:trace>
  <inkml:trace contextRef="#ctx0" brushRef="#br0" timeOffset="162135.31">30307 8407 963 0,'-6'-11'0'0,"4"8"0"0,2 0 0 0,0 3 0 0,0 0 0 0,2 0 0 0,4 0 0 0,-2 0 0 0,-1 5 275 0,0 4-126 0,1 4-58 0,-4 0 78 16,0 8-68-16,-9-1-34 15,-4 5 8-15,-2-1-20 0,-1 2-1 0,0-1-21 16,3-1-1-16,5-7 0 0,-1 4 9 0,4-2-8 15,0-4 13-15,5 0-13 0,0 0-1 0,0 0 1 16,0-2-20-16,7 2-8 0,3-1 28 0,0 2 0 16,0 1-28-16,2 0 1 0,-1 1 16 0,-4 2-50 15,-1 0 22-15,0 0 0 0,-4 1 21 0,-1 2-32 16,-1-3-3-16,0 1 37 0,-10 0-104 0,-2-2 48 16,-1-5 15-16,-4 2 7 0,-3-5-22 15,2-2 11-15,-1-3 0 0,1-2 23 16,1-3 7-16,-2-1-21 0,6 0 10 0,4 0 70 15,-2 0-33-15,4-1 0 0,1-1-30 0,4-2 93 16,1 3-45-16,1-2-7 0,0 2 210 0,3 1-97 16,10 0-62-16,7 0-7 0,7 1 123 0,5 9-86 15,10 0-44-15,2 2 123 0,2 2-83 0,3 1-34 16,-1-2-29-16,4 1-61 0,0-1 0 0,0-3 41 16,-2-1 0-16,4 1-375 15,-6-3 183-15,1-1 96 0,3 1-310 0,-4 1 152 16,-1-1 110-16,-5 3-21 0,10 3-630 0</inkml:trace>
  <inkml:trace contextRef="#ctx0" brushRef="#br0" timeOffset="162275.94">31511 9300 2063 0,'0'-12'0'0,"2"11"0"0,10-4 0 0,-7 1 0 0,-2-2 0 0,0 5 0 0,-3-1 0 0,2-1 475 0,-2-1-225 0,1-1-109 15,1-1-322-15,3 2 107 0</inkml:trace>
  <inkml:trace contextRef="#ctx0" brushRef="#br0" timeOffset="198213.43">18585 10057 800 0,'-2'0'0'0,"2"0"0"0,0 0 0 0,-2 0 0 0,2 0 0 0,0 0 0 0,0 0 0 0,0 0 169 0,2 1-68 16,6-1-35-16,1 2 163 0,4 1-102 0,1 0-47 16,0 0-24-16,2-1 61 0,-2-2-43 0,2 2-12 15,-2 0-8-15,2 1 1 0,-2 0 0 0,2 1-22 16,-2-1-64-16,-2-1 40 0,1 2-8 0,-4 0 32 16,1-1-166-16,-2 2 83 0,-3 0 42 0,0 1-252 15,-3 0 112-15,0 0 75 16,-2 2 2-16,0 1-188 0,0 1 107 0,-5-1 51 15,-4 1 38-15,-5-4-22 0,-1-3 26 0,-2-1 0 16,1-2 57-16,0 0-39 0,1 0 9 0,0 0-1 16,2-5 121-16,2-1-61 0,1 2-29 0,1-2 230 15,2 3-123-15,1-1-64 0,4 2 2 0,-2 0 230 16,4 2-105-16,0 0-38 0,0 0-53 16,0 2 30-16,0 9-37 0,0 3 0 0,6 4-37 15,0 2 41-15,3 5-7 0,-2 2-35 16,-1 1 17-16,0-1-17 0,0 4 9 0,-3 0-116 15,-1 2 53-15,0-1 28 0,-2-2 0 0,0 2-191 16,0-6 108-16,0 4 24 0,-2-4 33 0,-3-5-175 16,-3 0 91-16,0-3 21 0,1-1 26 0,-2-4-14 15,-1-2 0-15,1-1 38 0,-1-3 83 0,3-3-42 16,-3 0-29-16,3-2 197 0,0-1-100 0,1 2-36 16,2-3-30-16,2 1 280 15,0-1-137-15,2 0-44 0,0 0-44 0,0 4 127 0,2 0-80 16,8 0-39-16,1-3 7 0,6 3 71 15,-1 0-60-15,4-2-28 0,2 0 10 0,2 0 1 16,-1-2-33-16,1 0-137 0,3 0 64 0,-7 0 33 16,4 0 0-16,-1 0-367 15,-2 0 202-15,-1 0 59 0,-1-2 60 0,-2-2-592 0,0-4 302 0,-2-3 151 16,-3-2 67-16</inkml:trace>
  <inkml:trace contextRef="#ctx0" brushRef="#br0" timeOffset="198395.34">19081 10289 1288 0,'0'4'0'0,"2"0"0"0,4-2 0 0,1-2 0 0,4 0 0 0,3 0 0 0,4-2 524 0,3-2-237 0,5-2-131 0,1 0-62 0,-1 3 189 16,2 1-125-16,1 0-63 15,1 1-23-15,-3-1-215 0,-1 2 88 0,-3 0-459 16,0-3 273-16,-5 3 137 0,-4 0 77 0,-1 0-291 15,-3 0 172-15</inkml:trace>
  <inkml:trace contextRef="#ctx0" brushRef="#br0" timeOffset="198572.87">19163 10453 863 0,'-18'7'0'0,"1"4"0"0,10-3 0 0,-1-2 0 0,4-5 0 0,2 1 0 0,2 0 610 16,0 0-288-16,12 0-137 0,6 0-80 0,5-2-36 15,1 0 0-15,1 0 316 0,3 0-151 0,-6 0-93 16,10-2-58-16,-4-4-174 0,-1 1 61 0,-6 1 32 16,1-2 0-16,-3 4-537 0,0 0 280 0,-3 1 144 15,-6-1 53-15</inkml:trace>
  <inkml:trace contextRef="#ctx0" brushRef="#br0" timeOffset="198970.81">19843 10243 749 0,'-9'-3'0'0,"5"2"0"0,1-1 0 0,1 0 0 0,0-2 0 0,0 2 0 0,1 1 370 0,1-2-168 0,0 3-85 16,0 0 173-16,0 0-121 0,0 3-72 0,0 9 53 15,0 6-58-15,0 5-30 0,0 2 1 0,0-2 54 16,0 6-46-16,0 0 0 0,1-1-38 0,7-1 51 16,3-3-25-16,2-4 8 0,4 2-35 0,2-2 26 15,1-5-1-15,3-5-24 0,1-1-30 0,-1-8 9 16,5-1 21-16,1 0-57 0,-6-3 28 0,4-13 1 16,-5-4 36-16,-1-4-167 0,-1-3 65 15,0-4 42-15,-8-3 1 0,0 0-93 16,-5-4 37-16,-5 3 37 0,-2-3-10 0,0 0-119 15,-3 1 53-15,-11 3 44 0,-4 1-22 0,-3 6 33 16,-6 4 1-16,-1 10 98 0,-4 6-37 0,-2 5 0 16,-5 2-45-16,-3 13 43 0,3 10 0 0,4 3-34 15,3 3 19-15,9-2-36 0,1 3 39 0,7 2 15 16,4-3-328-16,5 3 145 0,6 1 72 0</inkml:trace>
  <inkml:trace contextRef="#ctx0" brushRef="#br0" timeOffset="200184.95">20057 9921 727 0,'2'-9'0'0,"0"7"0"0,-2 0 0 0,0 0 0 0,0 1 0 0,0-1 123 0,0 2-49 0,0 0-21 0,0 0 212 15,0 0-116-15,0 0-58 0,-2 0-21 0,-3 0 25 16,-4 0-31-16,-5 12 0 0,-4 5 10 0,-10 12-1 15,-6 3-32-15,-14 11 22 0,2 3 0 0,-7 5-30 16,-13 13 0-16,1-3 46 0,3-1-14 0,-19 15-9 16,2-8-23-16,-4 1 0 0,-3-3-1 0,13-6 9 15,-19 8 53-15,13-12 17 0,4-4-40 0,13-12 1 16,-2-2 47-16,13-7-36 0,0-3-28 16,14-10 32-16,3-2-27 0,11-4 0 15,3-4-27-15,5-1-36 0,4-4 14 0,3-2 1 16,4 0 20-16,0 0-82 0,4 0 42 0,-2 0 28 15,2 0-8-15,0-2-387 0,0 0 192 0,0-2 69 16,0-1-255-16,0-1 138 0,0 1 103 0,6-3 48 16,2-1-482-16,1-2 265 0</inkml:trace>
  <inkml:trace contextRef="#ctx0" brushRef="#br0" timeOffset="200574.95">18609 10150 819 0,'-20'-21'0'0,"3"5"0"0,6 4 0 0,1 7 0 0,1-1 0 0,0-2 0 0,-1 4 0 0,4-1 362 15,1 1-164-15,1 3-74 0,2-1-50 0,2 2 252 16,0 0-146-16,0 0-74 0,4 0 18 0,13 0-37 15,7 9-32-15,12 1 70 0,5 1-47 0,8 0-22 16,17 5-1-16,-8-6 82 0,19 4-56 0,12 4-25 16,-5-2 1-16,8 2-4 0,2 1-21 0,9 3 9 15,0 5-8-15,1 3-42 0,-1 5 21 0,-2 5 0 16,-5-1-114-16,-13-3 75 0,11 5 26 16,-27-9 0-16,5-2-72 0,-8-4 21 15,-12-3 39-15,1 0-69 0,-9-6 40 0,-11-4-2 16,-9-4 1-16,-1-2 87 0,-10-1-38 0,-4-4 3 15,-5-2 160-15,-2 0-84 0,-2 0-44 0,0 0-14 16,-2-8 313-16,-7-3-159 0,-3 0-75 0,3 0-31 16,-2 0-198-16,1 1 79 0,1 4 46 0,0 1-306 15,2 3 169-15,-2 2 84 0</inkml:trace>
  <inkml:trace contextRef="#ctx0" brushRef="#br0" timeOffset="-197935.47">26618 14041 568 0,'0'-3'0'0,"0"-3"0"0,0-4 0 0,-2 0 0 0,2-1 0 0,0 1 0 0,0-1 0 0,0 1 200 0,0 0-84 0,0 1-42 0,0 0-1 16,0 1-40-16,0 3 8 16,-3 1-9-16,3 0-28 0,-5 2 29 0,-1 2-1 15,-4 0-37-15,-1 0 8 0,-6 15 28 0,2 2 0 16,-3 4-47-16,2 4 21 0,-1 0 0 0,6-4 11 15,-4 7-8-15,7-8 12 0,1 2-12 0,4-5 41 16,3-2-1-16,0-4-24 0,0 2-6 0,10-5 8 16,6-1-5-16,2-1-1 15,3-1-31-15,2 1 6 0,-1 0 29 0,-2 2-3 0,0 1-44 0,-4 3 0 16,-2 0 35-16,-3 8 8 16,-6-4-39-16,-1 2 32 0,-2 3-17 0,-2-2 76 15,0 2-34-15,-11-1 3 0,-6 1-33 0,0-3 148 16,-2 0-62-16,2-8-35 0,-2 3 20 0,1-5-15 15,-1-2-8-15,2-4-23 0,2-2-186 0,2 0 92 16,5-2 49-16,1-11 30 0,7-6-444 0,0-5 213 16,5-3 83-16,12-1-187 0,4 1 124 0</inkml:trace>
  <inkml:trace contextRef="#ctx0" brushRef="#br0" timeOffset="-197788.86">26752 14122 754 0,'7'-4'0'0,"1"4"0"0,-1 0 0 0,-1 0 0 0,-4 6 0 0,0 6 122 0,-2 0-49 15,0 5 1-15,0 2 220 0,0-2-130 0,0 2-66 16,0-3 53-16,0 3-63 0,0 1-28 0,0-4 1 16,0 1-268-16,2-2 119 0,1-6 70 0,3 1 20 15,-2-4-435-15,1-3 223 0,1-3 112 16</inkml:trace>
  <inkml:trace contextRef="#ctx0" brushRef="#br0" timeOffset="-197650.23">26842 13703 1001 0,'6'-2'0'0,"-1"1"0"0,1 1 0 0,-1 1 0 0,-2 9 0 0,3 1 0 0,1 4 0 0,-1 4 0 0,4 4 0 0,0 0 1 0,0 2 32 0,0-4 8 0,2 8-423 16,-1-1 187-16</inkml:trace>
  <inkml:trace contextRef="#ctx0" brushRef="#br0" timeOffset="-197401.89">26998 14218 481 0,'-2'11'0'0,"-4"6"0"0,4-2 0 0,-2-1 0 0,3-7 0 0,-1 1 315 0,-1-1-133 0,3-3-79 15,0-3-35-15,0 1 89 0,0-1-62 0,0-1-32 16,0 0-6-16,3 0-24 16,4-8 0-16,3-7 0 0,0-8-65 0,0 3 41 15,2-11-8-15,1 2 32 0,-2-2-142 0,2 3 70 16,0 3 36-16,-3 6-111 0,-3 7 63 0,1 0-2 15,-1 5 28-15,-1 5 25 0,0 2-7 0,-1 0-26 16,-2 9 81-16,0 12-33 0,-3 4 0 0,0 2-23 16,0 1 170-16,0-2-64 0,0 8-46 0,0-7-21 15,0-6-12-15,0 2 26 0,2-3-21 16,1-1-308-16,2-6 146 0,4-1 68 16,-2-7-423-16</inkml:trace>
  <inkml:trace contextRef="#ctx0" brushRef="#br0" timeOffset="-196884.28">27464 14137 746 0,'5'-19'0'0,"3"2"0"0,-5-1 0 0,-1-1 0 0,-1 0 0 0,-1 0 0 0,0 1 0 0,0-2 0 0,0 2 62 0,-1 3 1 0,-4 2-31 0,-3 1-50 16,3 7 25-16,-6-1 8 0,3 5-17 0,-3 1 32 15,-2 0 0-15,1 11 0 0,-1 7 28 0,2 0 7 16,-2 8-34-16,3-3 123 0,2 1-61 0,5-4-30 16,-1 2 0-16,4-1 60 0,0-4-49 0,0 1-20 15,4-6-1-15,5-2-52 16,5 0 1-16,-3-7 39 0,4 0-140 0,0-3 66 16,-3 0 33-16,1 0 0 0,-1-3-166 0,0-9 86 15,-3-2 20-15,0-1-43 0,-2-2 24 0,-2 0 34 16,0-2 1-16,-3 5-17 0,-1-4 1 0,-1 5 0 15,0 3 27-15,0 0 144 0,0 2-77 0,0 2-27 16,0 3 240-16,-3 1-127 0,1 0-44 0,-1 2-38 16,1 0 193-16,-2 0-106 15,-1 0-34-15,5 9-28 0,-1 3 19 0,1-2-24 0,0 6 8 16,0 0 35-16,0 3-35 0,0 6 1 16,0-1 8-16,1 2-21 0,3 6 8 0,-3 4-29 15,0 5 24-15,-1-1-24 0,0 2-1 0,0-2 1 16,0-1-41-16,0 7 16 0,0-3 1 0,0 1-10 15,-6-3 1-15,1-2 32 0,-3-5 9 0,0 3-144 16,-2-2 49-16,-2-4 36 0,-1-1-3 0,1-3-116 16,-1-7 54-16,-4 1 40 0,0-6-164 0,0-4 92 15,-1-3 30-15,-2-6 29 0,1-2-191 16,1 0 111-16,-1-5 51 0,3-13 27 16,-1-6-222-16,9-8 124 0,0-8 53 0,6-9-110 15,2 2 90-15</inkml:trace>
  <inkml:trace contextRef="#ctx0" brushRef="#br0" timeOffset="-196526.55">27653 14008 895 0,'0'0'0'0,"0"0"0"0,0 0 0 0,0 4 0 0,0 6 0 0,0 4 181 0,0 8-75 16,0-1-28-16,0 5 110 0,0 1-78 0,0 0-39 15,2 0 59-15,5 0-49 0,-1-7-24 0,4 2 0 16,-2-2-90-16,2-4 33 0,-2-2 0 0,3-1 33 16,-3-8-167-16,1-2 80 0,1 0 43 0,1-3-157 15,-3 0 76-15,5-13 59 0,-4-8-26 16,-1-4-129-16,3-2 60 0,-3-5 51 16,2-10 5-16,-3 9-16 0,2-5 32 0,-2 4-1 15,0 4-8-15,0 10 1 0,-6 6 31 0,0 2-8 16,2 4 227-16,-1 7-110 0,-2 1-54 0,0 0 339 15,0 18-170-15,0 0-98 0,0 8-16 0,0 3 284 16,0-1-165-16,0 4-81 0,0-3-41 0,0 3 28 16,2-2-38-16,5-3-1 0,2 1-147 0,1-3 58 15,-1-7 29-15,2-1 9 16,1-2-406-16,-1-6 213 0,-1-1 107 0,3-4-598 16,-7-4 320-16</inkml:trace>
  <inkml:trace contextRef="#ctx0" brushRef="#br0" timeOffset="-196296.17">28245 13547 1156 0,'0'-13'0'0,"0"8"0"0,-2 1 0 0,2 4 0 0,-3 0 0 0,2 4 0 0,-1 17 0 0,1 6 265 0,1 8-108 16,0 7-66-16,0 0 89 0,0 2-73 0,-2 4-38 15,2 3 1-15,0 0-55 0,0-1-9 0,0 1 27 16,0-2-73-16,0 0 36 0,0-2 0 0,0-10 45 16,0 1-281-16,0-3 137 15,0-5 68-15,0-8-458 0,3-4 238 0,3-8 70 0</inkml:trace>
  <inkml:trace contextRef="#ctx0" brushRef="#br0" timeOffset="-195660.86">28544 14096 830 0,'7'-25'0'0,"-3"4"0"0,1 0 0 0,0-8 0 0,-3 4 0 0,-2 3 0 0,0-1 0 0,0 3 126 0,0 1-47 0,-6 4-23 0,1 8 49 16,-4-1-28-16,-1 6-8 0,-4 2-36 0,-4 4 36 15,2 15 1-15,-4 3-37 0,5 3 120 0,-1 3-64 16,3 2-28-16,1-1 0 0,3 2 97 0,4 1-62 15,3-8-24-15,2 6-8 0,0-7-44 0,0-2 13 16,2-3 0-16,5-2-47 16,0-7 31-16,6 0-7 0,-3-5 23 0,2-1-186 15,-1-3 92-15,-1 0 48 0,4-12-256 0,-1-7 136 16,-1-2 35-16,-3-2 45 0,0-1-199 0,2-2 110 16,-4 2 46-16,2-5 36 0,-4 11 0 0,2-3 0 15,-5 3 28-15,-2 10 51 0,3-2-34 0,-3 6 8 16,0 2-26-16,0 2 243 15,0 0-122-15,-9 14-60 0,3 3 303 0,-1 7-165 0,3 1-45 0,0 2-53 16,2 2 170-16,1 1-103 0,1-5-42 0,0 7-35 16,0-6-61-16,0-6 1 0,1 2 34 0,5-8 1 15,1-3-120-15,3 0 56 0,-1-7 32 16,0-2-326-16,2-2 142 0,-1 0 99 16,-1-6-390-16,0-8 224 0,2-6 109 0,-3-4 55 15,2-1-163-15,-4-2 108 0,3 2 46 0,0-7 36 16,-1 4-63-16,2 2 45 0,-3 3 23 0,-1 1 140 15,2 3-55-15,1 1-32 0,-2 5 0 0,-1 4 134 16,1 4-84-16,0 1-48 0,1 2 409 0,1 2-209 16,0 0-49-16,0 7-69 0,0 6 187 0,-3 5-110 15,2 5-67-15,-2-2-31 16,0 5-13-16,-2-4-16 0,0 5 0 0,-3-6-77 16,-1 4 34-16,0-2 22 0,0-4 0 0,0-3-27 15,0-6 25-15,0-1 7 0,0-4-67 0,-4-5 39 16,3 0-13-16,-3 0 21 0,4-5 12 0,0-10 0 15,0-2-28-15,0-2 21 0,0-1 71 0,2-4-33 16,4 1 8-16,1 2-80 0,1-1 4 0,5 1 40 16,-2 2 13-16,1 2-175 0,0 2 80 15,0 1 40-15,5 6-465 0,-5 2 233 16,4 5 101-16,-2-2 64 0</inkml:trace>
  <inkml:trace contextRef="#ctx0" brushRef="#br0" timeOffset="-195508.28">29080 14036 811 0,'2'0'0'0,"0"2"0"0,3 0 0 0,-3-1 0 0,-2-1 0 0,3 2 0 0,-3 3 0 0,2-1 384 0,-2 4-167 0,2 3-97 0,-1 2-43 16,2 1 208-16,-3 3-126 0,2 0-63 0,1 2-24 15,-1-1-171-15,0-1 66 16,-1 2 33-16,-1-4-397 0,0 1 214 0,2-6 117 16,-1 1-225-16,-1-5 100 0,0-6 99 0,0 0-56 15</inkml:trace>
  <inkml:trace contextRef="#ctx0" brushRef="#br0" timeOffset="-195357.68">29123 13679 1360 0,'0'-9'0'0,"0"-1"0"0,0 7 0 0,0 0 0 0,0 1 0 0,0 0 0 0,0 2 0 0,0 0 174 0,0 10-71 0,1 3-35 0,4 3-102 15,0 2 41-15,2 1-7 0,-2 6 32 0,2-1-467 16,-6-4 234-16,-1-5 117 0</inkml:trace>
  <inkml:trace contextRef="#ctx0" brushRef="#br0" timeOffset="-195169.18">29238 13977 1396 0,'1'0'0'0,"3"0"0"0,1 0 0 0,3-2 0 0,1-3 0 0,3 0 0 0,-1 0 0 0,8 4 0 0,4-1 322 0,-3 0-136 0,4 2-81 15,4 0-183-15,-4 0 55 0,-3 0 28 0,4 0-1 16,-3 2-352-16,-2 1 186 0,0 2 98 0,-1 0 48 16,-6 0-188-16,4 0 117 0,-9-2 64 15,2 0-474-15,-5-3 232 0,-2 0 123 16</inkml:trace>
  <inkml:trace contextRef="#ctx0" brushRef="#br0" timeOffset="-194567.77">29523 13761 1273 0,'-14'-1'0'16,"8"-1"0"-16,-1 2 0 0,2 0 0 0,-2 6 0 0,2 9 0 0,-2 4 0 0,4 6 0 0,-2 5 200 0,2 7-83 0,-4-2-43 0,5 5 185 0,-1 4-117 15,3-3-55-15,0 0-27 16,0-7-46-16,0 5 19 0,1-8 8 0,10-2-75 16,0-9 33-16,1-1 1 0,2-6 33 0,2-5-193 15,1-6 92-15,3-2 51 0,0-2-346 0,0-12 183 16,-2-8 40-16,-1 4 57 0,2-7-186 0,-6-1 118 15,-2 0 59-15,-2 3 29 0,-4 2-2 0,0-4-9 16,-2 5 41-16,-1 3 75 0,-2 2-37 16,0 5 0-16,0 2-38 0,0 3 326 0,0 4-159 15,-5 1-83-15,0 0-6 0,0 8 367 16,2 6-151-16,-1 3-106 0,4 0 21 0,0 2-71 16,0-1-37-16,4 1 1 0,3-2-117 0,4-2 49 15,3-3-9-15,-3-5-76 0,5-4 58 16,0-3 30-16,3 0-1 0,-3-1-263 0,0-8 92 0,-5-7 89 15,2-2-246-15,-1-1 146 0,-2-1 72 0,-5 0 28 16,-2 1 15-16,3 1-1 0,-4-1 33 0,-1 2-1 16,-1-1 156-16,0 6-86 0,0-3-30 15,0 6 271-15,0-2-137 0,0 3-83 16,-1 1-5-16,-1 1 129 0,2 2-46 0,-2 1-59 16,2 2 164-16,0-1-104 0,0 2-53 0,0 0-17 15,0 0 1-15,0 0 0 0,0 0-35 0,0 0 0 16,0 6-17-16,0 1 25 0,0 4-9 0,0 2 52 15,0 1-26-15,0 1 0 0,0 3-17 0,0 2 51 16,0 4-33-16,0 3-1 0,0 0 93 0,0 7-59 16,0 7-29-16,0-3 7 0,0 11 8 0,0 2-23 15,2 3 0-15,3 3-22 16,-2 8-46-16,0-13 31 0,2 15-9 0,-1-7-103 16,-3-1 63-16,1 2 31 0,-1-8 1 0,-1 3-127 15,0-6 69-15,0-1 12 0,0-11-42 0,0 2 20 16,-8-9 28-16,-3-4-15 0,-3-9-120 0,-6 2 56 15,-2-9 43-15,-8-6 21 0,-2-5-291 0,-11 0 160 16,1-4 77-16,-1-12-521 0,3-11 298 0,7-10 149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8:41:02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1293 9336 423 0,'0'0'0'0,"0"0"0"0,-1 0 0 0,-1 0 0 0,-1 0 0 0,1 0 0 0,1 0 0 0,1 0 0 0,-2 0 32 0,2 0 9 16,0 0 18-16,0 0 1 0,0 0-28 0,0 0 1 16,0 0 40-16,0 0 9 0,0 0-49 0,0 0 0 15,0 0 38-15,0 0 1 16,0 0-40-16,0 0 46 0,0 0-9 0,0 0-36 15,0 0 21-15,0 0-21 0,0 0 0 0,0 0 8 16,0 0-22-16,0 0 13 0,0 0 1 0,0 0 0 16,0 0-44-16,0 0 31 0,2 0-9 0,4 0 21 15,-3 0-22-15,2 0 22 0,0 0-13 0,0 0 7 16,1 0-5-16,-3 0 5 0,4 0-10 16,-4 0 18-16,2 0-15 0,-2 0 10 0,4 0 24 15,-2 0-28-15,2 0 3 0,-2 0-3 0,1 0 15 16,1 0-6-16,0 0-2 0,-1 0-4 15,1 0-26-15,-2 1 26 0,4-1-1 16,-4 0-30-16,3 0 29 0,0 0 0 0,1 0-26 16,1 0 24-16,-2 0 4 0,3 0-5 0,0 0-19 15,-1 0 18-15,4 0-4 0,-3 0 3 0,3 0-35 16,0 0 33-16,1 0-3 0,1 0 3 0,-2 0-8 16,3 0 7-16,-2 0 2 0,2 0 15 0,0 0-18 15,-2 0 0-15,2 0 15 0,-1 0-15 0,1 0 5 16,0 2-3-16,3-2 4 0,-5 0-2 0,5 1-2 15,-3-1-1-15,1 0 18 0,1 0-14 16,-1 0-1-16,4 0 1 0,-3 0-4 16,2 0 3-16,-1 0 5 0,2 0 4 0,2 0-9 15,0 0 0-15,-3-1-29 0,1 1 29 0,-1 0 4 16,2 0-5-16,1 0 8 0,-2 0-9 0,1 0 1 16,-1 0-1-16,0 0 36 0,-1 0-34 0,-1 0 0 15,4 0 0-15,-4 0 30 0,3-2-28 0,-1 1 5 16,5-2-39-16,-6 2 33 0,0-2 1 0,2 0 0 15,-1-1-33-15,-2 2 6 0,3 0 24 16,-2 1-30-16,0-2 24 0,-1 3 4 16,1 0-9-16,1 0-16 0,-3 0-12 0,5 0 32 15,-4 0-12-15,3 0 3 0,-1 0 1 0,-1 0 6 16,0 0 8-16,2 0-10 0,1 0-2 16,-2 0 2-16,1 0 19 0,-1 0-16 0,3 0-1 15,-3-1 7-15,1-1-6 0,2-2-1 0,-6 0 2 16,4 2-9-16,-3-2 9 0,2 1-2 0,0 1 2 15,-1-2-35-15,-1 1 30 0,1 0 5 16,0 0-4-16,4-1 0 0,-1 0-2 0,0 1 2 16,0-1-13-16,-2 0 14 0,5 1-4 0,0-1-8 15,0-2 8-15,-4 2 1 0,3-1 0 0,-2-1 25 16,4 0-24-16,1 1 0 0,-2-1 1 0,2 1 14 16,-1-1-11-16,-1-1-4 0,1 4 2 0,-2 2-37 15,-2-2 35-15,1 2 0 0,-1-1-36 0,-4 2 34 16,8 0 0-16,-6 0-16 0,2 0 14 15,1 0 1-15,-2 0-4 0,2 0 20 16,2 0-20-16,-3 0 3 0,3 0-4 0,-2 0 10 16,-6 0-7-16,5 0 0 0,0 0-3 0,-3 0 3 15,1 0 3-15,0 0-10 0,-3 0 1 0,0 0 7 16,0 0 1-16,-5 0-31 0,2 0 0 0,-1 2 28 16,-4-1-3-16,0 2-50 0,0-2 24 0,-3 2 0 15,3 0 17-15,-6-3-25 0,1 2 20 16,0 0-2-16,-1-2-30 0,-2 0 1 15,-1 0 25-15,1 0-35 0,-3 0 12 0,2 0-4 16,-2 0 27-16,0 0-55 0,0 0 26 0,0 0-1 16,0 0 11-16,0 0-135 0,-2 0 71 0,-5 0 35 15,0 0 1-15,-1 0-408 0,3 0 214 0,-1-2 119 16,1-4-186-16,2-5 148 0,1-6 75 0</inkml:trace>
  <inkml:trace contextRef="#ctx0" brushRef="#br0" timeOffset="219.41">4213 8942 912 0,'0'0'0'0,"0"0"0"0,0 0 0 0,0 0 0 0,0 0 0 0,0 0 0 0,0 0 0 15,0 0 330-15,10 0-148 0,5 1-75 0,3 2-29 0,6 1 235 16,1 4-140-16,0-1-70 0,4 4-35 0,0 1 79 16,1 3-49-16,0 1-37 0,-4 4 4 0,0-2-32 15,-3 2 0-15,-4 0 8 0,0 4-39 16,-5 0 31-16,-6 2 0 0,-8-1-23 0,0 5-1 0,0 1 32 15,-21 4-8-15,-1-1-33 16,-4-2-1-16,-6 2 31 0,-5-1 2 0,-3-1-286 16,2-2 131-16,-6 1 54 0,2-2-617 0,1-2 326 0</inkml:trace>
  <inkml:trace contextRef="#ctx0" brushRef="#br0" timeOffset="1831.1">2192 6746 328 0,'0'0'0'16,"0"0"0"-16,-2-3-164 0,2 1 82 0,0 1 41 0,-1-3 41 0,-1 2-34 0,2 1 34 0,-1-3 1 0,-1 2 0 0,-1-2-3 0,1 2 2 15,2 1 1-15,-3-4-1 0,1 4 14 16,1-3-13-16,-2 0 0 0,0 0 0 15,3-2 40-15,-2 1 1 0,-1 0-15 0,1-3 1 16,1 0-17-16,1 3-4 0,-2-4 60 0,2 0-27 16,0 0 8-16,-2 2-34 0,2-1 59 0,-1 2-29 15,1-1 12-15,0 1-33 0,0 1 54 0,0 2-24 16,-3 0 18-16,3 1 19 0,0 1-29 16,0-1 0-16,0 2-28 0,0 0 48 0,0 0-16 15,0 0-8-15,0 0 13 0,0 0-37 0,0 0 0 16,0 0-1-16,0 0 14 0,0 2-14 15,0 7 1-15,0 4 0 0,0 0 41 16,0 4-21-16,0 2 9 0,0 2-30 0,0 5 36 16,0-1-35-16,0 1 33 0,0 3 1 0,0 0-26 15,0 1-9-15,0 4 29 0,0-1-28 0,0 4-1 16,0-2 1-16,0 3 35 0,3 2-9 0,-2 2-26 16,1-2 0-16,0 0 16 0,-1 2-16 0,1-2 8 15,1 10-9-15,-1-3-25 0,-2 2 25 0,0 1-12 16,0-8 21-16,3 12-8 0,-3-5-1 15,3-2-13-15,-3 1 14 0,1 1-1 16,1-5 0-16,1 8 18 0,-3-4-23 0,2 1 3 16,1-2-3-16,-1-1-6 0,-1-2 16 0,1 8-7 15,1-3 2-15,-1 2-45 0,1-1 19 0,-1 2-25 16,-1-2 27-16,3 1-7 0,-2 1 19 0,0 0 2 16,-1-4-10-16,1 1 8 0,1-1-2 0,-3 3 7 15,0 1-13-15,0 1 5 0,0 1-5 16,0 1 14-16,0-2-5 0,0-1-5 15,0 1 6-15,0 0-13 0,0-1 12 0,0 1-3 16,0-1-22-16,0 0-4 0,0 4 24 0,0-1-25 16,0 2-3-16,0-1 26 0,-3 1-2 0,1 0-12 15,1-4 7-15,-3 0 4 0,3 2-8 0,-3-1 33 16,2 2-1-16,-3-1-25 0,3-1-3 0,1-4 43 16,1 2 1-16,0-5-38 0,0-5 22 0,0 9-19 15,0-5 8-15,0-1-43 0,0 0 2 0,1 0 33 16,1-5 9-16,0 12-33 0,1-5-1 15,-1-2 24-15,-1 0-9 0,2 0-22 16,-3-6-9-16,0 10 34 0,0-7 21 0,0 1-24 16,0-2-5-16,0 0 7 0,0-2-2 0,0 10 0 15,0-3 0-15,0-3-16 0,0-2 17 0,0 0-1 16,0-5 5-16,0 3-35 0,0-1 31 0,0-3-2 16,0-1 0-16,0-3-34 0,0-5-4 0,0 2 36 15,0-7-13-15,0 0-111 0,0-5 51 0,0-4 31 16,0-3-220-16,0-5 120 0,0-1 41 15,0 0-282-15,0-3 173 0,0-3 80 16,-3-22 50-16,2-18-483 0,-4-14 263 0,0-17 132 0</inkml:trace>
  <inkml:trace contextRef="#ctx0" brushRef="#br0" timeOffset="2188.11">2135 6557 879 0,'-7'-1'0'0,"3"-1"0"0,-1 0 0 0,3 2 0 0,-4 0 0 0,-3 0 0 16,0 0 0-16,-2 0 0 0,-3 11 0 0,1 6 95 0,-2 3-23 0,0 5-8 0,1 3 1 0,-2 5 0 0,2-2-32 16,-2 3-1-16,5-2-39 0,0-4 16 0,3-5 0 15,1-3-130-15,3-2 77 16,1-7 38-16,3-2 9 0,0-4-123 0,0-3 42 15,0-2 46-15,6 0-305 0,6-13 158 0</inkml:trace>
  <inkml:trace contextRef="#ctx0" brushRef="#br0" timeOffset="2344.21">2050 6597 795 0,'0'-7'0'15,"0"3"0"-15,0 2 0 0,0 1 0 0,0 1 0 0,0 0 0 0,0 0 0 0,0 0 298 0,4 0-133 0,10 1-66 0,3 8-24 0,3 2 209 16,3 3-125-16,0-1-64 0,0 2-30 0,-3 0 96 15,-3-2-56-15,1 2-177 16,0 0 53-16,0-2 25 0,-2 1 1 0,-1 1-184 16,2 1 114-16,0 7 43 0,-3-1 27 0</inkml:trace>
  <inkml:trace contextRef="#ctx0" brushRef="#br0" timeOffset="4864.38">2289 9352 295 0,'0'0'0'0,"0"0"0"0,0 0 0 0,0 0 0 0,0 0 0 0,0 0 0 0,0 0 0 0,0 0 6 0,0 0 25 0,0 0 7 15,0 0-8-15,0 0-3 0,0 0 2 0,0 0 1 16,0 0 0-16,0-2 3 0,0 0-3 0,0 0-1 16,0 2 0-16,0-2-2 0,0 2 2 0,0-1 8 15,0 1-5-15,0-3-3 16,0 2 1-16,0-1-6 0,0 1 6 0,0-6 6 15,0 2-6-15,0-2-24 0,0 0 23 0,0 0-1 16,0-1 0-16,2 1-3 0,-2 1 1 0,0 2 2 16,0-3-2-16,0 2 12 0,0-1-12 0,0 3 8 15,0-3-9-15,0 0 2 0,0 3-1 0,0-3 5 16,0 2-4-16,0 0 7 0,0 0-6 0,0 1-14 16,0-1 14-16,0 0-1 0,0 1 0 15,-2 0-10-15,-1 0 9 0,3-1 1 16,-2 1-4-16,0-1-27 0,2-2-2 0,-1 0 36 15,1-1-48-15,0-1 1 0,-2 0 31 0,2-1-36 16,0 2 35-16,0-3 6 0,-1 0-11 0,1 3 1 16,0 0 1-16,-2-2 2 0,2 2-5 0,-3 0 9 15,1-1-7-15,2 2 2 0,-1-2-1 0,1 2 0 16,-2-1 2-16,2 1-21 16,-2-1 20-16,2-1 0 0,-1 0 0 0,1 0-23 0,-3 0 23 0,3 0-1 15,-3-1-3-15,3 2-21 0,0-2 20 0,0 2 1 16,0 0-1-16,-3-3-26 15,3 4 25-15,0-3 1 0,0 0-4 0,0 2-9 16,0-3 10-16,0 0-1 0,0 1-14 0,0 0 15 16,0-1-2-16,0 2 1 0,0-2 0 0,0 1-2 15,0-1 2-15,0 0 23 0,0 1-23 0,0 0 0 16,0 1 1-16,0-1-8 0,0 1 8 0,0 1 0 16,0-2 0-16,0 0-12 0,0 2 12 15,0 0 1-15,0-1-9 0,0 1 8 16,0 2-1-16,3-3-11 0,-3 0 11 0,0 1-3 15,3 2 2-15,0-4-6 0,-2 3 5 0,-1 0-1 16,2 0 1-16,0-2-1 0,-2 1 1 0,1-1-1 16,-1 1 1-16,2-3 0 0,1 1 0 0,-1 0 0 15,-1-3 0-15,1 1 0 0,1-1 0 0,2 1 0 16,-3 1 0-16,2-3 0 0,-1 1 0 0,-1-1-2 16,1 1 2-16,-1 1 0 15,1 2 0-15,-2-3-2 0,3 1 2 0,-3 0-1 16,1 2 1-16,1-1 1 0,-1 1-2 0,1-3 1 15,1 1 0-15,1 1 0 0,-3-2 0 0,3-2-1 16,-1 0 1-16,3-1 0 0,-4-1-1 0,3 0-9 16,-1-1 9-16,1 2 1 0,-2-2-1 0,-1 2 2 15,2 0-2-15,1-1 0 0,-3 4 0 0,0-2 4 16,2 1-4-16,-2 0 21 0,0 0-20 0,4 0 0 16,-4 0 0-16,3-3 9 0,-1 2-8 15,3 1 1-15,-3-3-2 0,0 4 4 16,4-4-2-16,-4 1 1 0,3 2-1 0,-2 0-8 15,2-2 8-15,-2 2 1 0,2-1-1 0,-1 2-9 16,2-1 8-16,-3-1 0 0,4-1-2 0,-2 3 1 16,1-2 1-16,1 0 16 0,-2-2-17 0,4 3 1 15,-2 1-1-15,-2-1 38 0,-1 4-35 0,2 0 1 16,0-3-1-16,-2 3 9 0,1-1-8 0,1 0 3 16,-4 2-3-16,1-1 16 0,2-3-14 0,0 1 2 15,0 0 7-15,-1 0-7 0,1-3-2 16,4 1 0-16,-2-1 1 0,1 2-1 15,0-1 1-15,0 1-22 0,1-1 21 0,0 0 1 16,-1 1 0-16,0 1 3 0,0 2-4 0,-1 0-1 16,1 1 1-16,-3 1 24 0,3-1-24 0,0 3 0 15,0-1 0-15,0 0 37 0,5 1-34 0,-3-3 1 16,1 3 17-16,2-1-18 0,0-2 5 0,1 3-10 16,-1-3 10-16,-1 0 0 0,-1 3 0 0,-1-2-25 15,2-1 22-15,-4 2-1 0,3 0 0 16,-5 1-3-16,0 1 3 0,4 0-1 15,-5 1 5-15,1-1-5 0,4 1-2 0,-5-1 10 16,3-1-8-16,1 1 0 0,0 1 1 0,1 1-8 16,-1-1 9-16,1-1 1 0,1 0-1 0,-3 0-29 15,2 3 26-15,-2-3 1 0,-1 2-2 0,0 0-14 16,2-1 13-16,-2 2 1 0,-1-1 0 0,2 2 0 16,-3-4-3-16,-1 4 3 0,2-1-3 0,-1 1 1 15,-2-2-3-15,4 2 37 0,-3-2 1 16,0 0-30-16,3 0 3 0,-2 0 13 15,1 1-12-15,0-3-4 0,-2 2 6 0,0-2-9 16,5 3 7-16,-7-4-2 0,1 3-8 0,1 1 8 16,0-1-1-16,-2 0-35 0,0-1 34 0,0 3 0 15,0-1-3-15,-1 1-31 0,2 0 32 0,-2-2 0 16,2 2-4-16,-3-2-1 16,0 2 1-16,1-1 2 0,1 1-3 0,-1 0 3 15,-3-2-4-15,1 2 2 0,0 0 5 0,-2 0-5 16,0 0 1-16,0 0-1 0,0 0 9 0,0 0-9 15,0 0 3-15,0 0 39 0,0 0 4 0,0 0-43 16,0 0 3-16,0 0 29 0,0 0-26 0,0 0-2 16,0 0 8-16,0-2-62 0,0 2 28 0,0 0 0 15,0 0-469-15,0 0 234 0,0 0 98 0</inkml:trace>
  <inkml:trace contextRef="#ctx0" brushRef="#br0" timeOffset="5446.82">1854 9558 497 0,'0'-7'0'0,"0"3"0"0,0 2 0 0,0 0 0 0,-2 2 0 0,-1 0 234 0,0 0-101 0,-5 2 97 15,3 8-98-15,-1 3-42 0,-2 4-32 0,0 5 37 16,1 2-32-16,0 7 1 0,-1 2-31 0,-2 5 64 16,-2 4-36-16,2-3 0 0,-1 3-28 0,0 1 29 15,0 0-30-15,1-4 9 0,-4 10-48 0,4-4 0 16,-1-3 40-16,0-1-70 0,3-7 34 0,-2-1 9 16,0-2 27-16,3-6-64 0,-1-3 29 15,3-2-2-15,-2-5 0 0,5-4-186 16,-3-2 81-16,4-3 54 0,-1-3 26 0,2-2-304 15,0-1 152-15,0-1 56 0,2-19 51 0,6-4-217 16,9-6 129-16,-4-7-32 0</inkml:trace>
  <inkml:trace contextRef="#ctx0" brushRef="#br0" timeOffset="5662.88">1759 9788 993 0,'1'-33'0'0,"1"11"0"0,1 0 0 0,-3 1 0 0,0 6 0 0,0 3 0 0,0 6 0 0,0 2 108 16,0 2-42-16,2 2 152 0,-2 0-93 0,7 6-46 15,0 8-15-15,4 7 98 0,1 0-65 0,1 5-32 16,-1 2 0-16,6 2 74 0,0 2-44 0,-2 4-36 16,3-2 1-16,-3 1-32 0,1-1 5 0,1 2-104 15,-4-3 60-15,2 3 18 0,-2-2-1 0,-3-2-188 16,2 2 106-16,-5-4 54 0,0-4 2 0,0 6-144 16,-6-12 46-16,2 2 56 15,-3-4-22-15,-1-7-254 0,0-1 145 0,0-3 84 16,0-5-222-16,-4-2 149 0</inkml:trace>
  <inkml:trace contextRef="#ctx0" brushRef="#br0" timeOffset="5830.07">1765 10094 1809 0,'-16'-6'0'0,"9"4"0"0,-3 1 0 0,3-2 0 0,1 2 0 0,2-2 0 0,3 3 0 0,1-3 0 0,0-1 253 0,1 2-110 0,12-1-47 0,3 0 139 16,0 2-101-16,3-1-51 0,5 0-25 0,2 2-50 15,-6 0 7-15,10 0 18 0,-3 0 0 0,0 0-389 16,3 0 195-16,0 0-540 0,2 2 331 0</inkml:trace>
  <inkml:trace contextRef="#ctx0" brushRef="#br0" timeOffset="7399.46">3567 7279 325 0,'-2'0'0'0,"2"0"0"0,0 0 0 0,-3 0 0 0,3 0 0 0,-2 0 0 0,1 0 0 0,1 0 0 0,0 0 0 0,0 0 16 0,0 0 1 15,0 0-186-15</inkml:trace>
  <inkml:trace contextRef="#ctx0" brushRef="#br0" timeOffset="7905.55">3565 7270 1032 0,'-6'0'0'0,"1"0"0"16,4-2 0-16,-4 2 0 0,2-3 0 0,1 3 0 0,-1 0 0 0,0 0 0 0,1 0 151 0,2 0-51 0,-3 5-38 0,3 4 117 0,-2 2-73 0,2 2-37 15,0-2 0-15,0 1 6 0,0-2-8 0,0 1-34 16,0-4 0-16,0-1 3 16,0-3-3-16,2 1 8 0,1-4-61 0,-3 0 26 15,2 0 1-15,2-2 26 0,0-9-65 0,-3-4 41 16,1-2-8-16,0 1-73 0,-2-4 34 0,0 2 29 15,0 1-7-15,0 4-31 0,0-1 17 0,-4 5 0 16,1 1 15-16,-3 5 46 0,1 1-44 0,0 2 9 16,-1 0-10-16,-2 0 95 0,0 7-38 0,3 8 32 15,-1-5-32-15,3 1 3 0,-2 2-27 16,3-3-99-16,1 1 48 0,1-2 22 16,0-1 10-16,0-1-350 0,0-2 167 0,1 0 86 15,12-4 28-15,0-1-206 0,1 0 121 0,3 0 52 0</inkml:trace>
  <inkml:trace contextRef="#ctx0" brushRef="#br0" timeOffset="8157.88">3843 6932 640 0,'0'-18'0'0,"0"10"0"0,0-4 0 0,0 4 0 0,0 1 0 0,0 1 427 16,-5 3-198-16,2 1-98 0,-2 2-49 0,4 0 255 15,-4 5-144-15,5 8-84 0,0 7-39 0,0 3 66 16,0 2-51-16,0 1 31 0,0-2-33 0,2 8-29 16,1 0-1-16,0-1-108 0,3 1 43 0,-1-2 23 15,0-1 8-15,-2 2-234 0,0-3 123 16,-1-6 63-16,3 3 31 0,-4-7-430 16,1-4 206-16,1-3 56 0,-3-3-85 0,1-4 109 15,-1-3 55-15,0-1-239 0,0-1 139 0,0-14 81 0</inkml:trace>
  <inkml:trace contextRef="#ctx0" brushRef="#br0" timeOffset="8554.68">3762 6894 1154 0,'-2'-11'0'0,"2"1"0"0,0 1 0 0,0 1 0 0,0-1 0 0,9 1 0 0,5 1 0 0,5-1 0 0,8-1 318 0,-2 0-138 0,5 1-74 0,2 2-37 15,0 4 122-15,-2 1-71 0,0 1-48 0,-3 0-59 16,0 0 19-16,-7 6 1 0,0 5-33 15,-1 1 7-15,-8 5 26 0,0 2 0 0,-3 6-125 16,-8-1 63-16,0 2 31 0,0 2 8 0,-14 1-117 16,-2-1 64-16,-6-2-6 0,0-1 29 0,-1-4 36 15,2-5-21-15,-7 2-26 16,3-7 22-16,7-4 172 0,-3-2-80 0,6-2 74 0,3-2-70 16,6-1-24-16,0 0-24 0,4 0 193 15,2 0-100-15,2-4-50 0,17-3-16 0,6 0-41 16,4-1 8-16,3 2 0 0,-1 3-1 0,3 1-41 15,2 2 29-15,-1 0-33 0,-6 5-29 0,-1 9 37 16,-4 0 0-16,-5 2-72 0,-6 0 47 0,-1 5 11 16,-5 0 1-16,-7 0-4 0,0 3 0 0,-3-3-7 15,-15 4 3-15,-2-4 114 0,-4-2-44 0,-3-2-5 16,0-4-41-16,-3-1 39 0,-1-3-27 0,1-4-211 16,2-1 99-16,1-2 50 15,6-2 24-15,-1 0-398 0,3 0 197 0,6-7 98 16,6-5 49-16,2 2-174 0,5 0 112 0,0 0 47 15,0 0 36-15</inkml:trace>
  <inkml:trace contextRef="#ctx0" brushRef="#br0" timeOffset="9142.2">3616 7485 993 0,'-3'-5'0'0,"-2"1"0"0,3 2 0 0,1 2 0 0,-1 0 0 0,1 0 0 0,-4 0 0 0,2 0 0 0,-1 11 126 0,4 3-47 0,0 1-23 0,0 3-54 0,0 1 30 16,0 4 9-16,0 3-79 16,0 0-92-16,0 2 80 0,2 0 42 0,0 3-414 0</inkml:trace>
  <inkml:trace contextRef="#ctx0" brushRef="#br0" timeOffset="9282.83">3646 8011 1001 0,'0'15'0'0,"-4"1"0"0,0-4 0 0,-1-2 0 0,-1 2 0 0,-1-3 0 0,0 2 0 0,0 0 0 0,6 4 154 0,-2 2-61 16,3 1-29-16,0 1-1 0,0 2-112 0,0 0 37 15,0 0-384-15,1-1 207 0</inkml:trace>
  <inkml:trace contextRef="#ctx0" brushRef="#br0" timeOffset="9423.44">3642 8464 788 0,'0'13'0'0,"-4"-2"0"0,-1 2 0 0,-4 1 0 0,1-3 0 0,-2 1 0 0,4 1 0 0,-2-1 0 0,5 4 128 0,-1-3-48 0,4 2-15 0,0-1-9 15,0 0-257-15,0 1 116 0,7 0-253 0,1 0 170 16,-2 0 86-16,3 0 42 0</inkml:trace>
  <inkml:trace contextRef="#ctx0" brushRef="#br0" timeOffset="9535.16">3642 8836 677 0,'0'15'0'0,"0"0"0"0,0 0 0 0,-5-2 0 0,1 0 0 0,-2 0 0 0,1-1 0 0,-1-1 109 0,3 0-30 0,-4 2-8 0,6 1-44 16,-1-2 6-16,2 0 0 0,0-1-1 0,0 0-88 15,0 2 40-15,0-1 25 0,0-1-1 0,5 0-291 0</inkml:trace>
  <inkml:trace contextRef="#ctx0" brushRef="#br0" timeOffset="9676.78">3629 9213 1046 0,'-7'11'0'0,"3"-1"0"0,-1-1 0 0,-2-1 0 0,1-1 0 0,0-3 0 0,2 0 0 0,-1-2 0 0,4-2 98 0,0 1-36 15,1-1-71-15,0 0 21 0,0 0 1 0,0 0 19 16,0 0-171-16,0 0 82 0,1 0 44 0</inkml:trace>
  <inkml:trace contextRef="#ctx0" brushRef="#br0" timeOffset="11925.29">3456 9669 458 0,'-4'2'0'0,"3"-2"0"0,-1 0 0 0,1 0 0 0,-4 0 0 0,5 0 0 0,-5 0 0 0,3 0 126 0,1 0-38 0,-3 0-32 16,3-2 1-16,1 1 41 0,-1-2-32 0,1 1 0 15,0 1-25-15,0-1 44 0,0 0-25 0,0 1 8 16,0-3 1-16,1-2-37 0,5 1 9 0,6-3 2 15,-1 0-10-15,3 3 0 0,1-3 0 0,5 2 16 16,-1 4-9-16,-1-1-7 0,2 3 0 0,-2 0-23 16,-1 0 1-16,-2 9 21 15,-1 4-19-15,-1 5-8 0,-1 3 19 0,-4 3-38 0,-5 0 18 16,-1 2-1-16,-1-2 20 0,-1 7-52 16,0-5 21-16,-3-1 0 0,-6-1 16 0,-2-8-21 15,-2 4 18-15,-3-4 7 0,0-3-11 0,-4-3 37 16,2-3-3-16,1-1-22 0,0-3 69 0,2 1-34 15,0-4 1-15,5 0-35 0,1 0 176 0,3 0-75 16,1 0-36-16,1 0 166 0,4 0-107 0,0 0-52 16,0 0-27-16,0 0 38 0,9 0-36 0,6 0-1 15,7 0-27-15,3 0 71 16,0 0-36-16,-1 0 9 0,10 0 28 0,-4 2-36 16,0 1 0-16,0 0-144 0,0-1 55 0,-6 0 34 15,6-1-8-15,-1-1-397 0,-7 0 193 0,2 0 110 16,-3 0 23-16,1 0-788 0,-2 0 415 0</inkml:trace>
  <inkml:trace contextRef="#ctx0" brushRef="#br0" timeOffset="12724.11">2162 7311 666 0,'-7'0'0'0,"3"0"0"0,0 0 0 0,1 0 0 0,1 0 0 0,-3 0 0 0,3-4 0 0,-1 3 74 16,3-2-21-16,0 1 116 0,0-1-73 0,0 1-31 15,0-3 0-15,0 4 0 0,0-1 0 0,0 0-24 16,3 1-9-16,-1-1 25 0,2 0-1 0,2 2-23 15,2 0-74-15,-1 0 44 0,4 0-7 0,0 0 37 16,-1 0-218-16,5 0 110 0,0 0 30 0,2 0-354 16,1 0 177-16,7 0 103 0</inkml:trace>
  <inkml:trace contextRef="#ctx0" brushRef="#br0" timeOffset="12881.69">2641 7234 645 0,'13'4'0'0,"3"-1"0"0,-7-1 0 0,1-2 0 0,-3 0 0 0,0 0 176 16,3 0-72-16,-2 0-35 0,3 0-1 0,1 0 136 16,2 0-90-16,3 0-40 15,-2 0-143-15,3 0 51 0,4 0 25 0,-2 0-339 16,2 0 175-16,1-2 92 0,1 2 45 0,-5-2-361 0</inkml:trace>
  <inkml:trace contextRef="#ctx0" brushRef="#br0" timeOffset="13041.27">3091 7224 529 0,'9'0'0'0,"-1"0"0"0,0 0 0 0,3 0 0 0,-3 0 0 0,-2 0 0 0,1 0 217 0,1 0-92 0,3 0-46 15,-2 0-24-15,4 0 84 0,0 0-58 16,0 0-24-16,1 0 47 0,2 0-35 16,1 0 7-16,-2-3-232 0,3 0 94 0,-1 2 48 15,-2-1 23-15,1 0-282 0,-3 2 159 0,0-2 42 16,-1 2 45-16,-6 0-309 0</inkml:trace>
  <inkml:trace contextRef="#ctx0" brushRef="#br0" timeOffset="14017.08">1311 7025 662 0,'0'-1'0'0,"-3"-2"0"0,0 2 0 0,1-1 0 0,2 0 0 0,0 0 0 0,-3 0 171 0,3-1-68 16,0-2-36-16,0-2 1 0,8 0-5 0,6 0-7 16,-1-4-23-16,6 4 0 0,-1-1 54 0,2 2-26 15,2 0 7-15,-2 4-35 0,-2 0 20 0,-1 0 1 0,0 2-25 16,-2 0-28-16,-2 4 40 0,1 5-9 15,-4 0-38-15,-4 2 0 16,1 1 39-16,-4 1 0 0,0 2-23 0,-3-2 18 0,0 2 3 16,0 1-25-16,0-1-8 0,-11-1-14 15,3 0 43-15,-5-1-30 0,-1 0 21 0,1-2-5 0,-3-1 26 16,2-3 0-16,3-1-17 0,-5-3-3 16,8-1 77-16,-5 0-35 0,4-2 0 0,4 0-30 15,-1 0 70-15,3 0-36 0,1 0 1 0,2 0-33 16,0 0 33-16,0 0-33 15,0 0 8-15,11-2-9 0,2 0-59 0,4 1 30 16,-1 1-31-16,3 0 31 0,-1 0 7 0,4 1 23 16,-2 7-37-16,0 1-9 0,-3 1 38 15,-4 1-13-15,1 0 34 0,-3 2-34 0,-4 1 6 16,0-1-12-16,-4 0 33 0,-3 2 2 0,0 2-25 16,0 0 12-16,-10-1 78 0,-2 2-32 0,-8 0-7 15,2-6 14-15,-6 2-49 0,1-3 2 0,-1-6-58 16,0 0 28-16,-3-3 1 0,6-2 36 0,-2 0-154 15,0 0 65-15,3 0 36 0,1-6 9 0,6-3-82 16,-4 0 37-16,7 0 27 0,0-1-13 16,4 2-181-16,0 1 77 0,1-1 58 15,3 3-181-15,2-2 118 0,0 4 55 0,0-4-243 16,2-1 149-16,9 4 75 0,2-2 28 0,-2 1-291 16,5 1 169-16,3 1 84 0,-3 1 42 0</inkml:trace>
  <inkml:trace contextRef="#ctx0" brushRef="#br0" timeOffset="14227.55">1811 7531 961 0,'0'0'0'0,"0"1"0"0,0 3 0 0,0 0 0 0,3-3 0 0,-3 1 194 0,2 1-80 0,-1 0 332 16,1 1-198-16,1-1-111 0,2-2-53 0,-3-1-186 16,5 0 67-16,3 0 34 0,3 0 8 0,-1 0-712 15</inkml:trace>
  <inkml:trace contextRef="#ctx0" brushRef="#br0" timeOffset="17161.62">2308 7816 238 0,'-3'0'0'0,"3"0"0"0,-2 0 0 0,2 0 0 0,0 0 216 16,-2 0-96-16,2 0-43 0,0 0-23 16,0 0 60-16,0 0-41 0,0 0 8 0,0 0-48 0,0 0 122 15,0 0-61-15,0 0-31 0,0 0 0 16,0 0 82-16,0 2-61 15,0-2 111-15,0 2-82 0,2 0-40 0,3 0 1 16,0-1 34-16,1 1-41 0,2 0-1 0,0-2-33 16,3 0 34-16,3 0 0 0,-3 0-26 0,1 0-8 15,5 0 36-15,-4 0-36 0,1-2 0 0,2 0-1 0,-2-3 31 16,2-3-8-16,-2 0-10 0,4 1-12 0,-4-2 0 16,2-1 0-16,-2 1-45 0,-1-3 19 15,3 3-1-15,-4 0 27 0,1-1-78 16,-3 6 33-16,-1-2 7 0,1 1 18 15,-1 2-34-15,-4 1 10 0,1 0 0 0,-4 2 0 16,3 0-22-16,-4 0 7 0,1 0 1 0,1 0 43 16,-2 0-17-16,-1 0-11 0,0 0 102 15,0 0-44-15,0 0-21 0,0 0 5 0,0 0 52 16,0 0-30-16,0 0 3 0,0 0-24 0,0 0-12 16,0 0 10-16,0 0-6 0,0 0-22 0,0 0 7 15,0 0 27-15,0 0-73 0,0 0 30 0,0 0 0 16,0 0 22-16,0 2-29 0,0 3 29 0,0 1-1 15,0 0-16-15,0 1 51 0,0-1-43 0,0 0 3 16,-1 0 0-16,1 0 19 16,0 2-17-16,0 1 0 0,0 1 4 0,0 0 40 15,0 3-40-15,0 2 37 0,0-1 1 0,0 4-35 16,0 2 8-16,0 5 41 0,0 3-44 0,-5-1 2 16,-1 4-2-16,3-1-231 0,0 2 110 0,-2 0 56 15,3 2 25-15,2-1-784 0,0 2 384 0,2 0 191 16</inkml:trace>
  <inkml:trace contextRef="#ctx0" brushRef="#br0" timeOffset="47023.11">7020 7831 649 0,'-5'0'0'0,"0"0"0"0,2 0 0 0,-2 0 0 0,3-2 0 0,0-3 0 0,-1-1 80 0,1-4-24 0,0 3 0 0,2-2-23 15,-2-1 74-15,2-1-42 16,0 1 1-16,0 2-33 0,0-2-38 0,0 0 37 16,0 3 9-16,0 0-8 0,0-1-68 0,0 0 34 15,0 1 0-15,0-1-46 0,2 1 46 16,0 0-9-16,3 1 6 0,-1-2-5 0,3 2-5 15,-1 1 1-15,-1-1 47 0,3 1-26 0,-3 3-16 16,2-2 13-16,3 2 60 0,-3 0-29 0,5 2 8 16,1 0-34-16,-1 0 60 0,4 0-27 0,-1 0 14 15,3 2-42-15,0 4 19 0,-2 1-11 0,1 4-15 16,0 3 17-16,-3 0 6 16,-3 6-5-16,-2 0 24 0,-2 4-24 0,-1 1-5 15,-4 1 4-15,-2 1 16 0,0-1-16 0,0-2 3 16,-2 8-6-16,-6-4 20 0,-3 0-17 0,-2-1 2 15,-2-1 15-15,2-3-7 0,-6 2-4 0,4-3-45 16,0-8 19-16,-2 2 1 0,0-4 21 0,3-4-38 16,-2 0 11-16,2-6 0 0,0-2 15 15,1 0-157-15,-1 0 77 0,7 0 30 0,-4-9 6 16,6 2-204-16,0-3 91 0,3-2-160 16,2 2 126-16,0-2 76 0,0-3 33 0,7 2-188 15,4-1 110-15,5 1 57 0</inkml:trace>
  <inkml:trace contextRef="#ctx0" brushRef="#br0" timeOffset="47363.71">7487 7670 610 0,'3'-14'0'0,"-2"1"0"0,-1 0 0 0,0-2 0 0,0 2 0 0,0 0 0 0,-4-1 111 16,-1 6-40-16,0-2 64 0,-1 2-51 0,-3 2-26 15,2 1 9-15,-1 3 9 0,-3 0-21 0,0 2 0 16,-2 0-23-16,0 2 27 0,-1 11-18 0,-4 5-8 16,1 3 0-16,-2 0 62 0,0 6-32 0,3 1 1 15,-1 2 79-15,2 1-60 0,3 0-25 0,1 1 126 16,4 0-75-16,4 2-39 16,3-3 9-16,0-1 73 0,0 1-59 0,5-3-31 15,5-1 1-15,6-4-6 0,1-2 8 0,5 0-32 16,0-2 0-16,-3-3-43 0,4-2 21 0,0-3 0 15,-5-2-119-15,5-1 66 0,-1-3 38 0,-2-1-241 16,-4 0 115-16,1-4 71 0,-2 0 1 0,0 0-315 16,-2 0 158-16,-2-2 91 0,3-9 46 15,-2 0-349-15,0-2 189 0,3-2 107 0,0-6 49 0</inkml:trace>
  <inkml:trace contextRef="#ctx0" brushRef="#br0" timeOffset="47580.13">7735 7735 1537 0,'-4'-2'0'0,"1"1"0"0,-1-2 0 0,0 2 0 0,2-1 0 0,1 2 0 0,1 0 0 0,0 0 0 0,0 0 272 0,1 0-124 16,12 0-58-16,0 0-28 0,4 0 60 0,1 0-44 15,1 0-15-15,-1 2-55 0,-1-1 0 16,0 3 25-16,-1-2-199 0,0-1 100 0,-6 2 57 15,2-3 17-15,-3 4-338 0,0-2 175 0,-3 1 30 16,-1 2 63-16,-4-1-439 0,1 4 238 0</inkml:trace>
  <inkml:trace contextRef="#ctx0" brushRef="#br0" timeOffset="47783.59">7786 7986 1494 0,'-9'3'0'16,"6"1"0"-16,1-2 0 0,2-1 0 0,0 1 0 0,0 1 0 0,0-2 0 0,0 3 0 0,5-3 354 0,6 1-160 0,1 0-81 0,6 0-40 15,-2-2 15-15,1 2-32 0,3-2 0 0,-4 0-23 16,1 0-210-16,1 0 105 0,-7 0 60 0,3 2-350 0,-3-2 197 16,1 2 99-16,-3-2-251 15,0 0 159-15,-2 2-6 0,-4-2 72 0</inkml:trace>
  <inkml:trace contextRef="#ctx0" brushRef="#br0" timeOffset="48340.4">8319 7943 881 0,'-15'-1'0'0,"2"-5"0"0,2-3 0 0,2 0 0 0,-2-3 0 0,3-1 0 0,-2 0 0 0,4-2 0 0,4 0 281 0,2 0-116 0,0 0-70 15,0-2 74-15,10 0-67 0,6 2-35 0,0 1 0 16,3 2 9-16,5 0-44 0,1 4 1 0,-3 3-12 16,2 2 12-16,2 0 0 0,-6 3 7 0,2 0-43 15,-2 5 0-15,0 5 35 0,-6 4 1 16,2 2-51-16,-5 6 34 0,-1 1-8 0,-5 4-17 16,-3 1 0-16,0-1 14 0,-2 7 1 15,0-3 12-15,-6-1-2 0,-4 0-4 0,-2-2-1 16,-1-1 2-16,-3-1 2 0,5-5 5 0,-11 1-26 15,3-5 23-15,-2-4-1 0,0-3 3 0,0-4-12 16,1-3 11-16,-1-1-4 0,2-2 76 0,3 0-36 16,2 0 1-16,3-2-33 0,4 0 147 0,0-4-70 15,2 5-26-15,4-3 96 16,1 2-67-16,0 0-27 0,0 0-8 0,11 0-64 0,4 0 30 0,4 2 0 16,7 0 0-16,-7 0 22 15,11 0-22-15,-1 0 0 0,-4 6-72 0,4 2 37 16,-1-1-1-16,-5-1-251 0,5 1 123 0,-7-1 76 15,1 0 10-15,-3-1-467 0,-1-1 226 0,-1 0 119 16,-4-3 71-16,1-1-185 0,-1 0 125 0,-3 0 61 16,2 0-399-16</inkml:trace>
  <inkml:trace contextRef="#ctx0" brushRef="#br0" timeOffset="48540.87">8736 7906 1801 0,'0'0'0'0,"0"0"0"0,2 0 0 0,4-2 0 0,3 0 0 0,3-3 0 0,2 1 0 0,5 0 0 0,0 0 376 0,3-1-171 0,1 2-78 0,5-2-51 15,-6 0 12-15,4 1-27 0,-1 0 0 0,0-1-129 0,-4 1 59 16,1-2 17-16,-1 2-1 16,-2 0-295-16,-3 3 160 0,-5-1 81 0,-1 0-512 15,-1 2 277-15,-5 0 61 0,0-2 93 0,-2 2-288 16,-2-2 192-16</inkml:trace>
  <inkml:trace contextRef="#ctx0" brushRef="#br0" timeOffset="48759.28">8928 7608 984 0,'-14'-10'0'0,"7"5"0"0,0-3 0 0,-1 2 0 0,3 2 0 0,0 3 0 0,3-1 0 0,2 2 415 15,0 0-192-15,0 3-95 0,0 15 54 0,2 2-74 16,3 6-30-16,0 3 175 0,-1 5-110 0,0-1-55 15,-1 6-28-15,1-5-5 0,-1 2 9 0,-1-3-32 16,3-1 1-16,-1-1-167 0,0-3 83 0,-3-1 42 16,1-5 29-16,0-1-285 0,-1-5 148 0,1 0-156 15,0-5 137-15,1-2 17 0,-3-3 46 0,0-3-297 16,0-3 168-16,1 0 85 0,0 0 42 16,3 0-273-16</inkml:trace>
  <inkml:trace contextRef="#ctx0" brushRef="#br0" timeOffset="49584.09">9352 7904 594 0,'-8'0'0'0,"3"0"0"0,-3 0 0 0,3 0 0 0,0-3 0 0,-2-3 0 0,0-3 99 0,3 3-37 0,-1-2 0 0,1 3-29 16,2-3 70-16,-1 3-35 0,1 0 8 0,2-4-6 16,0 4-38-16,0-3 1 0,0 1 19 15,0-1-20-15,0-1 9 0,0-2-8 0,2 0 48 16,3 1-24-16,-3 0-1 16,2 0-23-16,-3 1 30 0,3-1-8 0,-2 3-22 15,1-1 0-15,-1 0 39 0,0 2 1 0,3 2-32 16,-3-1-8-16,1-1 10 0,1 3-10 0,-1-1 0 15,3 0-16-15,-1 1 24 0,2 0-9 0,-2 2-34 16,3-1-1-16,-1 0 36 0,0 0 0 0,4 2-24 16,-5 0 13-16,2 0 8 0,2 0-19 0,-3 0-19 15,0 0 9-15,-1 0 5 16,-1 0 2-16,2 2-23 0,-4 0 27 0,-1 0 5 16,2 2-15-16,-2-3 17 0,-1 1-8 0,1 0-23 15,0-2-1-15,-2 2 26 0,0-2-2 0,0 1-23 16,0-1-5-16,0 3 27 0,0-3-5 0,0 1 14 15,0 1-14-15,2 1 5 0,-2 0 38 0,2 2-40 16,0-1-3-16,-1 2 42 0,1-1 1 0,1 1-35 16,-1 0 1-16,1 3 35 0,-1-1-31 15,0 2-3-15,2 0 9 0,-2 2-1 0,-1 1-2 16,1 0-2-16,-2 4 5 0,0 1-21 16,0 2 17-16,0 1 5 0,-3 4-54 0,-5 0 23 15,-4-1-4-15,0 2 25 0,-1-1-116 0,-4 1 55 16,-3-1 19-16,0-1-61 0,-1 0 37 0,-3-3 22 15,-1-1-17-15,2-5 63 0,-4-1-31 0,6-4-12 16,0-1 9-16,1-4 137 0,3 0-67 0,4-4-31 16,-1 1 2-16,5-2 77 0,6 0-50 0,-1 0 201 15,2 0-107-15,2 0-42 0,0 0-35 0,0 0-9 16,7 0 0-16,9 0-26 16,-2 1 8-16,7-1 37 0,-2 0-23 0,3 0 0 15,1 0-22-15,-1 0-61 0,1 0 39 0,1 0-8 16,-3 0 30-16,1 3-111 0,-1-2 56 0,0 1 16 15,-2 0-477-15,0 0 208 0,-2 0 130 0,-1 0-505 16,3 0 309-16,0-2 154 0,0 0 69 0,5 0-455 16</inkml:trace>
  <inkml:trace contextRef="#ctx0" brushRef="#br0" timeOffset="50161.95">10019 7871 739 0,'-2'-10'0'0,"-5"1"0"0,0-5 0 0,-4 1 0 0,0-2 122 0,0 2-49 16,1 2 0-16,-1 2 188 0,2 1-113 0,-1 4-59 15,1 0-19-15,-4 4 102 0,2 0-70 0,0 0-35 16,-2 14 1-16,-1 5 27 16,1-1-22-16,0 10-9 0,2-1 89 0,3 3-60 15,-3 0-31-15,3 0 1 0,3 2 48 0,1-2-43 16,1 2 0-16,3-4 64 0,0 0-50 0,0-3-24 15,0-5 8-15,3 2-37 0,6-4 4 0,2-2-1 16,1-4 1-16,3-3-94 0,1-3 55 0,1-5 15 16,1-1 1-16,1 0-149 0,3-9 85 0,-3-8-237 15,-3 0 146-15,5-9 51 0,-2 2 42 0,-4-4-103 16,2-1 63-16,-4 1 12 16,1 0 7-16,-5 0-13 0,0 3 27 0,-4 7 0 15,2-2 26-15,-4 6 109 0,-1 1-50 0,0 5-30 16,0 3 281-16,-2 3-147 0,0 0-79 0,0 2-20 15,0 0 251-15,0 11-132 0,0 10-66 0,0 1 37 16,0 3-44-16,0-3-13 0,0 8-10 0,0-3-52 16,0-6 0-16,4-1 31 0,5-1-1 15,3-3-93-15,-2-3 43 0,6-5 25 16,-1-4-146-16,4-2 82 0,-1-2 11 0,3-2-88 16,0-16 52-16,-3 1 38 0,1-8-1 0,-4 1-16 15,0-3 3-15,-6 5-5 0,0-9 3 0,-2 3 4 16,-5-2-2-16,0 0 25 0,-2-1 1 0,0-2 11 15,0-1-11-15,-9 5-1 0,-2 2 53 0,0 7-27 16,-2 1 7-16,-2 4-38 16,-2 6 213-16,-1 5-96 0,0 2-37 0,-1 2 47 0,3 2-34 0,0 11-27 15,2 4 9-15,1 4 18 16,3-2-5-16,3 1 0 0,1 1 8 0,6-3-240 16,0 1 102-16,0-2 48 0,2 0-415 0,7-3 216 15,7 2 83-15,2-3-421 0,6-1 273 0,-1-3 131 0</inkml:trace>
  <inkml:trace contextRef="#ctx0" brushRef="#br0" timeOffset="50466.2">10590 7774 809 0,'2'-11'0'0,"-2"2"0"0,0 1 0 0,-2 1 0 0,-5 1 0 0,-9 2 0 0,2 3 393 0,-2 1-181 0,0 0-89 15,-2 1-45-15,4 9 128 0,-3 4-91 0,4 2-41 16,1 1 205-16,5 1-123 0,3 3-54 0,2-4 47 15,2 2-58-15,0-3-29 0,6 2 0 0,6-4-4 16,6 1-17-16,-1 0-8 16,1-5 0-16,0 3-123 0,-2-1 62 0,1 0 30 0,-4 0 9 0,1 1-41 15,-5 2 32-15,-4 1-1 0,-3-1-76 0,0-1 47 16,-2 3-7-16,-2-1 63 0,-9 0-20 16,-6 3-7-16,-1-4-27 0,-3-2 153 15,2-2-61-15,-7 3-26 0,1-5 0 0,1-3-64 16,5-1-1-16,-3-1 40 0,5-4 32 0,-1 0-191 15,9 0 79-15,0 0 42 0,7-12-533 0,2-8 267 16,0-3 99-16,7-3-420 0,11-5 289 0,0 3 144 16,3-3 72-16</inkml:trace>
  <inkml:trace contextRef="#ctx0" brushRef="#br0" timeOffset="50614.31">10553 7886 837 0,'11'-9'0'0,"0"4"0"0,2 0 0 0,-2-1 0 0,3-1 0 0,-3-1 0 0,1 0 0 0,6 1 448 0,-2 1-208 16,9-3-104-16,-2 3 258 0,3-1-173 0,4 1-98 15,2-1-46-15,0 1-5 0,-2 3-39 0,-2-1 0 16,-3 2 8-16,-3 1-371 0,1 1 181 0,-6 0 91 16,-8 0-197-16,0 0 145 0,-4 0 79 0,-3 0-592 15,-2 0 295-15,0 0 147 16,-5 0 75-16</inkml:trace>
  <inkml:trace contextRef="#ctx0" brushRef="#br0" timeOffset="50806.78">10877 7457 1215 0,'0'-11'0'0,"0"5"0"0,0 2 0 0,0 3 0 0,2 1 0 0,2 0 0 0,-3 15 0 0,1 9 0 0,1 6 503 0,-3 12-236 0,0 2-108 0,0 5-67 0,-3 8 342 15,-2 1-200-15,-3 8-101 16,5-14-50-16,-1 5 116 0,4-9-87 0,0-12-40 16,0 0-41-16,4-6 2 0,7-10 0 0,2 0-218 15,2-10 105-15,4-6 57 0,6-4 27 0,-2-4-395 16,7-18 212-16,-5-4 57 0,9-12 68 0,-6-1-639 15,0-6 330-15</inkml:trace>
  <inkml:trace contextRef="#ctx0" brushRef="#br0" timeOffset="52238.8">11941 8026 890 0,'0'2'0'0,"0"6"0"0,0 1 0 0,-2 0 0 0,0 1 0 0,-4 2 0 0,2 0 134 0,-3 4-55 0,-2 2-23 0,-3 5-4 16,1-3-19-16,-2 1-1 0,1-3 9 0,1 2-62 16,-1-2 26-16,1-4 0 15,4-5 28-15,-2-2-281 0,1-3 139 0,2-4 62 0</inkml:trace>
  <inkml:trace contextRef="#ctx0" brushRef="#br0" timeOffset="52452.52">12059 7711 850 0,'0'-4'0'0,"0"1"0"0,0 2 0 0,0 0 0 0,0 1 0 0,0 0 468 16,0 0-217-16,2 0-110 0,7 0-53 0,2 2 102 16,1 5-83-16,2-1 85 0,2-1-79 0,0 2-41 15,2 0 1-15,-2 2-158 0,0 0 55 0,-2-2 31 16,0 3 1-16,-1-3-322 0,0 3 176 0,-4-4 97 15,0 1 35-15,-1-1-572 0,2-3 280 0,-5-1 114 16,1-2 78-16</inkml:trace>
  <inkml:trace contextRef="#ctx0" brushRef="#br0" timeOffset="52725.85">12461 7348 1100 0,'0'-3'0'0,"0"1"0"16,0 2 0-16,0 0 0 0,0 0 0 0,0 0 0 0,0 4 0 0,0 6 390 0,-5 4-180 0,4 3-80 16,-5 3-52-16,1 7 182 0,-3 2-113 0,1 9-58 15,-5 1 50-15,1 8-45 0,-2 1-35 0,-2 13 0 16,1-4-5-16,0 3-21 0,1 0 0 0,-1-3 14 16,0 8-15-16,-2-4 1 0,4-9 0 0,-4 6-47 15,5-4 23-15,-3-3 9 0,2 1 15 0,1-8-100 16,-1-3 51-16,3-7 6 0,0-2 0 0,-1-6-181 15,1-3 97-15,-1-4-85 0,0-4 86 0,3-6 21 16,0-1 29-16,0-7-316 0,1-1 168 0,3 0 79 16,3-4 39-16,0-16-365 0,0-8 202 15</inkml:trace>
  <inkml:trace contextRef="#ctx0" brushRef="#br0" timeOffset="52908.46">12477 7771 1507 0,'6'3'0'0,"2"1"0"0,-1 2 0 0,1-2 0 0,1 2 0 0,3-3 0 0,0 1 158 0,4 2-54 15,2-3 86-15,1 1-79 0,-1-2-39 0,3 0-1 16,0 2-4-16,-1-2 8 0,0-1-42 0,-3 1 0 16,-1 0-273-16,-2 0 136 0,-3 0 69 0,-2 1-522 15,-1-1 281-15,-2 4 142 0</inkml:trace>
  <inkml:trace contextRef="#ctx0" brushRef="#br0" timeOffset="53076.24">12628 7959 1387 0,'-6'5'0'0,"5"1"0"0,-1-1 0 0,2 0 0 0,0-4 0 0,0 3 0 0,0-3 0 0,3 2 242 15,8 1-96-15,3-2-61 0,0-1-26 0,2 1 172 16,-1 1-99-16,4-2-49 0,-3-1-202 0,3 2 72 15,-1-2 39-15,2 2-485 0,-1-2 263 0,1 0 131 16,1 1 74-16</inkml:trace>
  <inkml:trace contextRef="#ctx0" brushRef="#br0" timeOffset="53746.65">13210 7630 1100 0,'-15'-11'0'0,"4"1"0"0,2 7 0 15,1-3 0-15,0 1 0 0,3-1 0 0,3 0 0 0,2-2 128 0,0 1-48 0,3-3 160 0,17-1-104 0,6 0-43 16,2 2-34-16,4 2 56 0,0-1-41 16,0 4-21-16,-2 2 0 0,-6 2-45 15,0 0-9-15,-1 0 34 0,-4 6 0 0,-4 7-77 16,-4 2 39-16,-3 3 8 0,-4 3-36 0,-4 6 33 16,0-1 0-16,0 2-9 0,-14 0-84 0,-1 1 32 15,-4-1 33-15,1-4-3 0,-1-1 27 0,-2-5-19 16,5-4 16-16,-4-2 124 0,6 1-59 0,-2-6-27 15,7-2-1-15,2-1 148 0,0-2-82 0,6-2-20 16,1 0 52-16,0 0-36 16,8 0-30-16,8 0-8 0,7-4-21 0,0 0 8 15,5-1-8-15,-2 3-42 0,0 0 21 0,-1 2 0 16,-4 0 29-16,-1 7-116 0,1 10 53 0,-6 2 25 16,-4 3 1-16,-4 3-89 0,-5-1 54 0,-2 7 1 15,0-2-1-15,-3 0 58 0,-12 1-1 0,-6-2-39 16,2-3 93-16,-5-4-43 0,0-2-1 0,-3-3 79 15,-1-5-51-15,0-2-15 0,1-3 5 0,-5-4-102 16,2-2 34-16,4 0 23 0,0 0 17 16,9-6-359-1,0-5 171-15,6-6 74 0,5 0-450 0,6-2 253 0,0-2 126 0,9 3-175 16,14-1 142-16</inkml:trace>
  <inkml:trace contextRef="#ctx0" brushRef="#br0" timeOffset="54097.92">13998 7863 1203 0,'5'-11'0'16,"-1"-1"0"-16,-3-1 0 0,-1-6 0 0,0 3 0 0,-5-2 0 0,-7-2 0 0,1 2 0 0,-4 4 0 0,0-1 129 0,0 4-47 0,-4 3 26 0,-2 5-4 0,-5 0-39 15,2 3-1-15,-2 0-23 0,-1 14-8 0,1 4-1 16,0 3 9-16,-1 3 45 0,7 1-27 0,6-6 0 15,5 2-26-15,4-1 107 0,5-1-45 0,0 0-35 16,2-2 0-16,14-1 8 16,5 0 1-16,4-4-36 0,1 2-32 0,2 1 32 15,0-2-1-15,0 3-33 0,-3-2-1 0,-1 3 35 16,-6-2 7-16,-2 2-116 0,-3 2 48 0,-3-3 30 16,-7 2-14-16,-1-2-76 0,-2 1 32 0,-2-2 31 15,-11 1 14-15,-6-2 10 0,-3-5-15 0,1-1-12 16,-7-2-4-16,4-3 27 0,3-3-2 0,-2 0-272 15,3 0 128-15,1-1 60 0,6-11 33 0,1-1-176 16,7-4 100-16,5-2 51 16,0-4 25-16,3 4-346 0,13-6 190 0,4 1 91 0</inkml:trace>
  <inkml:trace contextRef="#ctx0" brushRef="#br0" timeOffset="54251.51">13975 7943 1612 0,'14'0'0'0,"2"4"0"0,-3 6 0 15,-4-1 0-15,1 2 0 0,-5 1 0 0,1 1 0 0,-5 2 0 0,3 1 0 0,-2 4 265 0,0-2-116 0,-2 1-50 0,3 0 144 0,-3-2-106 16,1-1-52-16,1-6-248 16,0 1 97-16,0-5 58 0,0 0 17 0,-2-5-219 15,1-1 121-15,-1 0 61 0,2-5 31 0,-2-10-486 16,0-2 157-16,0-9 158 0,0-6-16 0</inkml:trace>
  <inkml:trace contextRef="#ctx0" brushRef="#br0" timeOffset="54827.99">14060 7484 1217 0,'10'-20'0'0,"3"6"0"0,1 4 0 0,-1 6 0 0,-4 3 0 0,3 1 0 0,-3 0 0 0,3 5 0 0,0 11 166 0,1 8-67 15,-3 0-33-15,1 6 55 0,-4 10-45 0,-1-1-13 16,0 10-8-16,-4 2-168 0,-2-3 73 0,0 3 37 16,0 0-1-16,0-8-52 0,0 5 41 0,-2-13 23 15,-1-2-162-15,0-10 90 0,1-2 3 0,0-10-48 16,0-2 50-16,2-7-11 0,-2-2 22 0,2 0 152 15,0-9-64-15,0-10-42 0,0-3 8 0,2-3 173 16,8 1-91-16,-1-1-25 0,1 1-28 16,5-4 140-16,-2 2-75 0,2 7-17 15,-2 4-4-15,0 1-24 0,-1 9 9 0,-1 1 43 16,2 4-38-16,-4 0 1 0,0 13-37 0,-3 12 100 16,0 3-41-16,-4 8-34 0,0-1 0 0,0 1 20 15,-2 1-23-15,2-2 0 0,-1-8-14 0,3 5-55 16,2-11 24-16,3-1-1 0,1-6-26 0,1-5 25 15,2-5 8-15,2-4-212 0,2 0 111 16,1-8 35-16,2-10 34 0,1-5-291 16,-3-7 142-16,6-6 43 0,-4-1 47 0,0-3-141 15,-1-5 92-15,-1-1 45 0,3-5 15 0,-2-2-95 16,3-7 63-16,-1 2 32 0,0 0 0 0,-5 8 0 16,3-4 23-16,-4 4 22 0,0 4 19 0,-4 12 1 15,-1-2-34-15,0 7 262 0,-5 7-139 0,-3 1-58 16,0 6-32-16,-2 4 452 0,0 1-221 0,0 7-65 15,0-1-64-15,-4 4 195 0,-5 0-132 16,-1 15-66-16,-1 7-33 0,2 8 86 16,-1 6-51-16,1 10-38 0,1 2 25 0,3 6-27 15,1 10 0-15,1-6-21 0,3-5 0 0,0 4-7 16,0 1 0-16,0-6-62 0,1-5 31 0,5-1 0 16,1-10 39-16,0 0-206 0,1-2 100 0,0-8 22 15,-1-3 34-15,1-4-292 0,-3-6 145 0,1-3-102 16,-2-3 113-16,0-4 50 0,-1-3 31 0,-1 0-311 15,0 0 163-15,0-11 93 0,0-4 44 0,-2-4-306 16,0-5 174-16,0-4 87 0</inkml:trace>
  <inkml:trace contextRef="#ctx0" brushRef="#br0" timeOffset="55003.65">14474 7656 1450 0,'-17'-7'0'0,"8"5"0"0,1 0 0 0,3 0 0 15,1 2 0-15,4-2 0 0,0 2 0 0,13-2 265 0,14 1-120 0,10-1 328 0,4-2-220 0,4 0-110 16,4 0-55-16,4 2 54 0,-4 1-59 0,-5-1-25 16,-6 2 0-16,0 0-210 15,-4 2 92-15,0 5 55 0,-4-2 14 0,0 1-569 16,-2 2 296-16,-2-2 149 0</inkml:trace>
  <inkml:trace contextRef="#ctx0" brushRef="#br0" timeOffset="55193.2">15342 8287 2119 0,'0'-2'0'0,"0"2"0"0,0 0 0 0,2-2 0 0,1 1 0 0,-1 1 307 0,3 0-137 0,-4 0-69 0,1 0-62 15,2 0-6-15,-2 0 0 0,0 0-1 0,-1 0-302 16</inkml:trace>
  <inkml:trace contextRef="#ctx0" brushRef="#br0" timeOffset="62875.92">16343 7679 847 0,'-6'-2'0'0,"2"0"0"0,1 2 0 0,-1-1 0 0,0 1 0 0,1-3 0 0,3 3 0 0,-2 0 204 0,2 0-89 0,0-1-41 0,0-1 172 16,9 0-107-16,7-2-53 0,4-2-19 0,4 3 176 16,3-1-105-16,-1 2-53 0,0 0 85 15,0 2-68-15,-1 0-27 0,3 0-22 16,-5 0-20-16,-1 0 0 0,0 2-1 0,-3 2-46 15,1-1 32-15,-6-1-9 0,-3 0 24 0,1 0-211 16,-5 0 105-16,-1-2 53 0,-3 0 13 0,-1 0-408 16,1 0 162-16,-3 0 116 0,0 0-256 0,0-8 180 15,-5 1 82-15,-4-4 53 0,0-3-249 0,-1 0 147 16,-1-4 74-16,-2-2-48 0</inkml:trace>
  <inkml:trace contextRef="#ctx0" brushRef="#br0" timeOffset="63084.08">16577 7438 660 0,'-9'-16'0'0,"-1"4"0"0,1 4 0 0,2-1 0 0,0 6 0 0,-1-1 0 0,2 2 0 0,2 2 295 0,3 0-131 16,1 2-65-16,-2 14 80 0,2 2-64 0,0 10-46 16,0 4 0-16,0 9 238 0,0 5-138 0,0 2-68 15,-2 5-25-15,0 1 147 0,0-2-95 0,0-2-48 16,2-2 17-16,0-2-33 0,0-11 9 0,0 1-118 16,6-6 39-16,3-6 0 0,-1-4 39 15,3-4-201-15,-4-5 108 0,4-4 43 16,-2-3 25-16,1-4-159 0,1 0 44 0,-1-5 59 15,1-12-30-15,1-5-329 0,1-5 186 0,1-2 95 16,2-10-313-16,3 1 204 0,-1-9 92 0</inkml:trace>
  <inkml:trace contextRef="#ctx0" brushRef="#br0" timeOffset="63262.11">16919 7311 561 0,'2'-10'0'0,"-2"7"0"0,0 1 0 0,0 0 0 0,0 2 0 0,0 0 472 0,0 0-220 0,0 12-109 0,0 6 275 15,-5 9-197-15,-1 0-93 0,-3 11-49 0,2 2 95 16,-5 3-71-16,3-6-26 0,-2 10-9 0,-1-4-26 16,3 1-9-16,0-3-1 0,1-6-217 0,0 3 117 15,3-4 47-15,-1-3-431 0,5-11 243 0,-1-3 121 16,2-6-7-16,0-4-469 0,0-7 269 0,0 0 131 16,0-3 66-16</inkml:trace>
  <inkml:trace contextRef="#ctx0" brushRef="#br0" timeOffset="63392.89">16837 7713 740 0,'0'-14'0'0,"0"3"0"0,0 5 0 0,2 3 0 0,0 1 0 0,0 0 0 0,3 2 369 0,1 0-172 0,2 4-82 16,1 3-41-16,0 3 255 0,-2 1-148 0,3 1-66 15,0 1-45-15,-1 0-14 0,1-1 0 0,-1 0-31 16,-2-3-314-16,0-1 170 0,3-2 71 0,-1-3-466 16,2-1 273-16,-1-2 137 0</inkml:trace>
  <inkml:trace contextRef="#ctx0" brushRef="#br0" timeOffset="63581.41">17209 7283 1459 0,'5'-4'0'0,"1"4"0"0,-3 0 0 0,-1 2 0 0,-2 11 0 0,0 4 0 0,0 5 0 0,-2 6 0 0,-9 10 469 0,-2 1-218 0,-2 5-109 15,-4 3 77-15,1 3-85 0,-3 3-55 0,1 0-12 16,2-2 0-16,1-1-34 0,1-1 0 0,2-12-276 15,1 3 134-15,2-6 71 0,1-6 35 0,7-9-518 16,-1-6 284-16,2-4 50 0,2-5 95 0,0-4-507 0</inkml:trace>
  <inkml:trace contextRef="#ctx0" brushRef="#br0" timeOffset="63740.54">17079 7719 1940 0,'4'-8'0'0,"3"1"0"0,0 6 0 0,-1 0 0 0,0 1 0 0,0 0 0 0,1 7 0 0,0 4 0 0,2 2 352 15,3 5-160-15,1 2-79 0,1 3 206 0,-2-1-144 16,2 0-62-16,1 5 163 0,2-3-122 0,-1 1-60 16,2-3-31-16,0 1-402 0,1-7 194 0,4 5 85 15,-3-6 46-15,1 2-789 0,2-2 417 0</inkml:trace>
  <inkml:trace contextRef="#ctx0" brushRef="#br0" timeOffset="64289.15">18726 7357 1505 0,'-9'0'0'0,"5"0"0"0,2 3 0 0,2-2 0 0,0 1 0 0,0 0 0 0,9 0 0 0,6-1 0 0,2-1 0 0,8 0 191 0,-1 0-79 0,2 0 91 16,2 0-85-16,-5 0-35 0,4-1-29 0,1-5-91 15,-8 2 34-15,1-1 1 0,-2 1 35 0,-4 3-93 16,0-1 42-16,-6 0 26 0,0 0-1 0,-3 2-342 16,-2 0 142-16,-2 0 110 0,-2 0-475 0,0 0 262 15,0 0 132-15,-8 0 65 16,-3-2-150-16</inkml:trace>
  <inkml:trace contextRef="#ctx0" brushRef="#br0" timeOffset="64683.21">18942 7311 820 0,'-9'0'0'0,"2"0"0"16,2 3 0-16,1 5 0 0,1-2 0 0,1-1 0 0,0 5 0 0,2-1 0 0,-4 2 0 0,3 3 229 0,-1 0-89 0,-4 3-58 0,0 0 62 16,-1 2-55-16,-4 4-28 0,-1-5 8 0,-3 6-92 15,0-2 29-15,-2-2-1 0,-2-1 28 0,5-4-23 16,-4-2 8-16,4-2 15 0,0-1 34 0,5-5 1 15,2-1-35-15,1-2 127 0,3-2-56 0,0 0-39 16,3 0-1-16,0 0 105 0,0 0-68 0,3 0-35 16,7 0 9-16,5 0 16 0,2 0-29 0,0 0 0 15,2-2-29-15,0 0-98 0,-1 0 56 0,1 0 17 16,-2 2-118-16,0 0 71 0,1 0 36 0,-4 0-474 16,-3 0 240-16,4 0 80 15,-5 4 73-15,1 0-407 0,-3-2 230 0,-1-1 113 16,0-1 50-16,-3 0-206 0,2 0 135 0,-2-1 68 15,-2-9 34-15,0-1-11 0,-1 0 78 0,1-1 0 16,-2-1 0-16,0 0 0 0,0 7 0 0,0-4 189 16,0 2-113-16,0 4-50 0,0 1-29 0,0 1 459 15,0 0-228-15,0 2-49 0,0 0-72 0,2 0 252 16,4 4-163-16,1 5-82 16,-1 0-40-16,2 0 179 0,-3 1-102 0,0 3-63 0,1-1-41 15,-1 1-14-15,-2 0 0 0,-1 0-356 16,0 0 186-16,0 2 81 0,-2-1 45 0,0 0-630 15,0 1 325-15,-4 1 94 0</inkml:trace>
  <inkml:trace contextRef="#ctx0" brushRef="#br0" timeOffset="64835.8">18818 7852 643 0,'-5'4'0'0,"3"-1"0"0,0-1 0 0,0-2 0 0,2 0 0 0,0 0 376 15,0 0-172-15,2 0-86 0,7-2-42 0,2-1 212 16,3-4-120-16,-2-2-72 0,4 2-171 0,-2-1 54 15,2 1 27-15,-5 1 8 0,4-2-182 0,-4 5 100 16,-2-1 51-16,1-1-486 0,-6 1 255 0,-2-2 128 0</inkml:trace>
  <inkml:trace contextRef="#ctx0" brushRef="#br0" timeOffset="65022.82">18927 7664 999 0,'-6'-10'0'0,"0"7"0"0,5 1 0 0,-3 0 0 0,2 2 0 0,-1 0 0 0,1 0 0 0,2 9 0 0,-2 9 0 0,2 4 328 0,0 4-148 0,0 5-73 15,0 0-37-15,0 3 195 0,-2 0-120 0,2-3-56 16,-2 1-94-16,2-4 0 0,0-7 38 0,0 0 8 16,0-5-180-16,2-8 86 0,4 2 43 0,1-8-85 15,2-2 63-15,5 0 41 16,2-17-5-16,0-6-283 0,0-5 88 0,3-4 87 16,2-7-14-16,-5 3-192 0,5-15 143 0,0 4 67 15,-2 1-236-15</inkml:trace>
  <inkml:trace contextRef="#ctx0" brushRef="#br0" timeOffset="65146.49">19183 7512 927 0,'3'-10'0'0,"1"4"0"0,-2 3 0 0,-1 1 0 0,1 2 0 0,-2 2 0 16,0 11 0-16,0 1 0 0,0 0 479 0,-2 3-227 0,-1 2-110 0,-1 1 196 0,1-1-152 15,3 2-77-15,-2-4-213 0,2 0 64 0,0-4 37 16,0-4-1-16,0-1-452 0,3-5 244 0,5-1 130 16,4-2 54-16,-3 0-261 15,2-3 82-15</inkml:trace>
  <inkml:trace contextRef="#ctx0" brushRef="#br0" timeOffset="65456.66">19381 7129 1754 0,'2'-8'0'0,"0"2"0"0,1 3 0 0,-2 1 0 0,1 0 0 0,0 2 0 0,-2 0 0 0,2 0 0 0,0 2 298 0,0 12-133 15,-1 5-66-15,1 8 446 0,0 5-247 0,0 7-137 16,0 5-65-16,-2 0 140 0,0 4-101 0,0 2-52 15,0 1 142-15,0 2-225 0,0 1 0 0,0 0 0 16,0-2 0-16,0 0 0 0,0-9 0 0,0 9 0 16,0-10 0-16,0-7 0 0,0 1 0 0,0-4 0 15,0-9 0-15,0-5 0 0,-2-4 0 0,-2-3 0 16,2-3 0-16,-1-2 0 0,-3-5 0 0,-2 1 0 16,-1-2 0-16,-2 0 0 0,-1 0 0 15,-2 0 0-15,0 0 0 0,-1 0 0 16,0-3 0-16,0-3 0 0,3 0 0 0,-2-2-664 15,3 3 366-15,-1-3 136 16,5 0 65-16,1 3-625 0,1-1 345 0,5 1 172 0</inkml:trace>
  <inkml:trace contextRef="#ctx0" brushRef="#br0" timeOffset="65635.17">19770 8242 2806 0,'-1'0'0'0,"1"0"0"0,0 0 0 0,0 2 0 0,0 0 0 0,0-2 0 0,0 0 0 0,0 0 0 0,0 0 387 0,0 0-177 0,0 0-89 16,0 0-118-16,0 0 9 0,0 0 21 16,0 0-861-16</inkml:trace>
  <inkml:trace contextRef="#ctx0" brushRef="#br0" timeOffset="86514.86">17851 7435 720 0,'-8'0'0'0,"2"0"0"15,3 0 0-15,1 0 0 0,-2 0 0 0,2-3 0 0,2 3 287 0,-1 0-131 0,1 0-62 0,0 0-31 16,0 0 82-16,0 0-57 0,0 0-19 16,9 0-8-16,6 0 10 0,0 0 0 0,4 0-38 15,-1 0 89-15,3 0-37 0,2 0-30 0,3 0 0 16,-2 0 46-16,2 0-34 0,-1 0-1 0,0 0-6 15,3 0-27-15,-2 0 0 0,-6 0 0 0,3 0-67 16,-2 0 34-16,-3 0 7 0,0-1 26 0,-7 1-66 16,1-2 33-16,-5 2 0 0,-2-2-176 0,-3 2 78 15,0 0 53-15,0 0-277 0,-2-2 152 16,0 1 49-16,0-1 46 0,0-2-309 0,-4 2 180 16,-3-2 86-16,-7 2 42 0</inkml:trace>
  <inkml:trace contextRef="#ctx0" brushRef="#br0" timeOffset="86711.01">17999 7461 1068 0,'-13'4'0'0,"6"2"0"0,-1 1 0 0,0-1 0 0,3-1 0 0,-1 1 0 0,4 3 195 0,1 2-82 0,1 5-39 16,0 0 113-16,0 5-69 16,0 4-47-16,0 1 166 0,0 2-102 0,0 2-51 15,1-3-26-15,-1 1-42 0,2 3-9 0,0-8 26 16,0-1 0-16,0 1-261 0,0-4 130 0,-1-2 74 15,3-7 24-15,0 2-428 0,0-6 220 0,0-4 46 16,3-2-143-16,2-2 120 0,1-16 80 0</inkml:trace>
  <inkml:trace contextRef="#ctx0" brushRef="#br0" timeOffset="86881.58">18103 7484 885 0,'0'-6'0'0,"0"4"0"0,0 0 0 0,0 2 0 0,0 0 0 0,0 0 0 15,1 15 461-15,5 0-214 0,-1 10-107 0,1 2-54 0,-2 2 402 16,0 5-220-16,0 3-121 0,-1 6 152 0,-1-3-133 16,0-4-67-16,-2 9-157 0,2-11 53 0,-2 5 15 15,2-1-1-15,-1-3-236 0,1-3 130 16,2 0 65-16,-1-8 41 0,4 5-690 16,-2-8 354-16</inkml:trace>
  <inkml:trace contextRef="#ctx0" brushRef="#br0" timeOffset="87553.6">19909 7654 842 0,'-13'-9'0'0,"4"2"0"0,1 2 0 0,2 2 0 0,3-1 0 0,1 2 0 0,-2 0 0 0,4 1 333 0,0 1-149 0,6 0-76 0,9 0 188 16,9 0-131-16,2 0-58 0,4 1-41 0,4 3 147 15,0-2-90-15,0 2-45 16,-2-3-22-16,0 4 7 0,0-4-30 0,-4 1 0 16,1 0-32-16,-4-2-37 0,-4 2 34 0,0-2 9 15,-5 0-299-15,0 2 163 0,-7-2 81 0,0 2-4 16,-2-2-530-16,-6 2 248 0,-1 1 155 0,0 3-264 0</inkml:trace>
  <inkml:trace contextRef="#ctx0" brushRef="#br0" timeOffset="87876.74">20071 7767 956 0,'-23'7'0'0,"6"-4"0"0,4 2 0 0,2-1 0 0,3-2 0 0,1 0 0 0,5-2 0 0,-2 0 0 0,4 0 327 0,0 0-148 15,4 2-73-15,12-2 116 0,0 3-94 0,3 1-40 16,-1 0-11-16,1 3-22 0,-1-1 0 0,-2 3-23 15,-3 1-45-15,1-1 31 0,-7 3-8 0,-2 1 23 16,-3 0-140-16,-2 0 69 0,0 1 36 16,-2 2 8-16,-10-1-107 0,-4-1 64 15,-2-2-7-15,-3-1 12 0,0-3 15 0,-1 0 14 0,-1-3 58 16,4-2-31-16,1-2-15 16,1-1-19-16,7 2 279 0,3-2-127 0,2 0-51 15,2 0-37-15,1 0 259 0,2 0-140 0,2 0-70 16,12 0-27-16,7 0 9 0,0 2-26 0,6-1 0 15,1 1-26-15,2 0 2 0,2 2 6 0,0-2-9 16,0 2-130-16,-2-3 66 0,0 3 32 0,-2-2-152 16,-5 0 101-16,-1 0 32 0,-1-1 25 0,-2 2-588 15,-8-3 279-15,3 0 110 0,-5 0 72 16,-2 0-412-16,0 0 251 0,0-3 124 0</inkml:trace>
  <inkml:trace contextRef="#ctx0" brushRef="#br0" timeOffset="88135.2">19829 7230 1870 0,'-18'-17'0'0,"13"11"0"0,3 3 0 16,2-1 0-16,0-1 0 0,2-1 0 0,9 2 0 0,10 1 0 0,3-2 0 0,12 3 218 0,8-1-96 0,-1 1 133 0,3 2-111 0,0 0-56 15,-11 0-27-15,6 0 17 0,-4 0-7 0,-4 5-38 0,-1 2 0 16,-4-4-39-16,-8 1 1 0,1 0 46 0,-1-1-9 16,-8-1-116-16,-1 0 58 0,-2 0 29 15,-6-2-355-15,-1 0 189 16,0 0 43-16,0 0 61 0,-2 0-482 0,0 0 255 16,0 0 126-16,-9-2-370 0</inkml:trace>
  <inkml:trace contextRef="#ctx0" brushRef="#br0" timeOffset="88299.28">20078 7175 861 0,'-9'2'0'0,"3"3"0"0,2-2 0 0,1 2 0 0,-1 0 0 0,2 2 0 0,0 2 391 0,0 4-179 0,2 2-82 16,0 4-52-16,0 6 142 0,0-2-93 0,0 4-47 16,0 0 146-16,0-3-89 0,0 6-56 0,0-1-238 15,-1-4 95-15,-1 0 47 0,0-3 24 0,2 1-434 0,0-4 225 16,0-4 116-16,0-6 58 0,4-2-580 0</inkml:trace>
  <inkml:trace contextRef="#ctx0" brushRef="#br0" timeOffset="88457.86">20211 7206 1245 0,'4'0'0'0,"1"0"0"0,-2 1 0 0,-1 5 0 0,0 5 0 0,-2 0 0 0,0 5 0 16,0 3 298-16,0 5-138 0,0 2 285 0,0 1-206 0,0 1-103 15,0-1-44-15,0 6-171 0,0-3 56 0,0 0 28 16,2 0-1-16,7 2-584 0,0 1 315 0,3 5 145 16</inkml:trace>
  <inkml:trace contextRef="#ctx0" brushRef="#br0" timeOffset="88651.11">20813 8207 1830 0,'-6'-6'0'0,"0"2"0"0,6 2 0 0,0 2 0 0,0 0 0 0,0 0 532 0,0 0-249 0,0 0-126 0,0 0-12 16,0 0-60-16,0 2-26 0,0 1-388 0,0-2 181 15</inkml:trace>
  <inkml:trace contextRef="#ctx0" brushRef="#br0" timeOffset="147701.5">14067 2002 435 0,'0'0'0'0,"-2"0"0"0,0 0 0 0,2 0 0 0,-2 0 283 15,2 0-124-15,0 0-64 0,0 0-23 0,0-3 191 16,0 3-115-16,0 0-57 0,0 0-30 0,0 0 75 16,-1 7-44-16,-6 7-33 0,2 7-1 0,-1 0 151 15,-1 1-88-15,1 3 75 16,4-1-73-16,-2 7-49 0,4-3-21 0,0 1 26 15,0 2-24-15,0 0 1 0,2 1-15 0,2 1-47 16,2-3 39-16,-1 4-1 0,1-7 1 0,-1 0-144 16,-1 1 80-16,-2 0 28 0,1 0 0 0,-2 0 55 15,-1-3 0-15,0-2-84 0,0-1 17 0,0-2-1 16,0 1-1-16,0-2-4 0,0-2 0 0,0-4 16 16,0-2 8-16,0-1-69 0,0-3 33 15,0-2-3-15,-1-2 35 0,1-1-220 0,0-1 100 16,-3-1 51-16,3 0-120 0,-2-3 66 15,2-12 46-15,0-5-352 0,0-3 202 0,0-4 98 16,0-5 49-16,0-4-347 0</inkml:trace>
  <inkml:trace contextRef="#ctx0" brushRef="#br0" timeOffset="148024.64">13947 2107 731 0,'-12'-11'0'0,"4"3"0"0,1 1 0 0,-2-1 0 0,5 0 0 0,-2 2 0 0,4-2 328 0,2-2-151 0,0-1-73 16,7 1 210-16,7-1-140 0,7 0-71 0,-1 0 67 16,8 2-72-16,2-1-33 0,2 1 0 0,2 1 84 15,0 6-58-15,0 1-21 0,0 1-8 0,-4 0 12 16,0 3-21-16,-1 9 0 16,-8 5-20-16,-1-1 26 0,-2 7-26 0,-6 0 0 0,-3 3 5 0,-2-2 16 15,-5 4-21-15,1-6 8 0,-3 9 13 16,0-6 1-16,-11 1-22 0,-1-4 55 15,-4 0-27-15,-2-2 8 0,-7 0-36 0,-1-3 54 16,-2-4-27-16,-2-2 0 0,0-3-27 0,-2-6-43 16,2-2 18-16,1 0-1 0,1 0-149 0,10-2 87 15,-3-7 44-15,5-1-115 0,2-2 69 0,3 0 19 16,3-1 24-16,2-2-399 0,4-1 194 0,2 1 64 16,0 2 66-16,0 1-476 0,6 0 266 0</inkml:trace>
  <inkml:trace contextRef="#ctx0" brushRef="#br0" timeOffset="149266.1">22065 2245 272 0,'0'-8'0'0,"0"2"0"0,0 1 0 0,0-1 0 0,-2 1 0 0,-1 0 234 15,-1 0-100-15,2 1-51 0,-1 1-25 0,1 0 146 16,2 1-77-16,-4 2-51 0,2 0-22 0,-3 0 92 16,0 9-56-16,-2 9-29 0,0 2 104 0,-2 8-70 15,-3 0-32-15,3 6 65 16,-1 2-48-16,0 0-24 0,3 1 9 0,3-1 85 15,3-2-58-15,1-4-30 0,0 0 1 0,0-4 13 16,5-5-14-16,6 0-7 0,3-3-23 0,0-3 22 16,2-2-21-16,0-2 0 0,2-7-5 0,-1 0 5 15,-1-4 0-15,2 0-2 0,0 0 1 0,1-11 1 16,-3-2 8-16,3-8-30 0,-1-4-1 16,-2-1 23-16,0-2 0 0,-2-4-137 0,0-4 70 15,-3-5 18-15,-2-2 0 0,-2-5-161 16,0 0 91-16,-4-2 31 0,-1 10-98 0,0-2 70 15,-2 6 15-15,0 4 22 0,-7 9 59 0,-9 4-16 16,2 4-46-16,-7 4 48 0,-4 8-4 0,0 0-28 16,2 3 0-16,-4 0 9 0,8 6-1 0,-4 3-1 15,3 4 25-15,3 1-172 0,2 0 76 0,4 2 34 16,0 0-297-16,3 2 168 0,0 2 79 0,3 3 40 16,-1-1-331-16</inkml:trace>
  <inkml:trace contextRef="#ctx0" brushRef="#br0" timeOffset="149625.14">21671 2639 747 0,'-19'0'0'0,"5"0"0"0,2 0 0 0,-1 0 0 0,8-2 0 0,-4-9 0 0,8-3 153 0,1 1-61 0,0-1 148 16,5 0-103-16,11-2-44 0,6-4-35 0,5 3 75 15,3-1-50-15,9-4-26 0,-2 6 1 0,-1 3 22 16,8-3-47-16,-11 8 0 0,3-1 94 0,-2 5-47 16,-4 2-24-16,-6 2 8 0,5 0 61 0,-8 3-46 15,0 10-23-15,-1 2 64 0,-4 3-44 0,-1-4-14 16,2 9-7-16,0-3 46 0,-4 1-34 0,2 1 0 16,0 1-34-16,-1-4 42 15,2 4-9-15,1-2-33 0,0-3 0 0,4-1 65 16,0-2-33-16,-3-4 8 0,7 3-13 0,-1-6 0 15,1 2-27-15,0-3 0 0,0-3-45 0,-4 0 30 16,3-2-8-16,-2-2-166 0,1 0 92 0,-2 0 48 16,2 0 9-16,-1-2-203 0,2-7 85 0,1-1 64 15,-2 1-6-15,-5 0-521 0,5-1 278 0,-2 2 130 16,1 1-469-16</inkml:trace>
  <inkml:trace contextRef="#ctx0" brushRef="#br0" timeOffset="149764.76">23146 2841 1165 0,'0'-6'0'0,"-5"4"0"0,4 1 0 0,-5-3 0 0,-1-4 0 0,-4 4 0 0</inkml:trace>
  <inkml:trace contextRef="#ctx0" brushRef="#br0" timeOffset="151127.67">7607 9060 816 0,'-3'0'0'0,"1"0"0"0,-2 0 0 0,2 0 0 0,2 0 0 0,-6 0 0 0,4 0 0 0,1 0 146 0,1 0-56 0,0 0-28 0,0 0 97 15,0 0-55-15,0 0-40 0,0 3 0 0,0 6 28 16,0 1-30-16,0 3 0 0,1 0-21 0,1 1 20 16,4 6 1-16,-1 4 9 0,-4 0 11 0,2 7-24 15,-1 3 8-15,0 6 34 0,0 5-33 0,-2 3 0 16,0 1-35-16,0 1 55 0,0 0-31 0,0-2 0 16,0-2-24-16,0-2 2 15,3-8-1-15,-3 1 8 0,1-3-9 0,-1 0-21 16,1-4 1-16,-1-2 20 0,0 1-38 0,0-7 47 15,0 2-9-15,0-3-91 0,0-2 44 0,0-4 10 16,-1-2 0-16,0-4-160 0,-2-3 86 0,-1-1 30 16,2-2 26-16,1-3-276 0,-2 0 139 0,-2 0 42 15,2-12 49-15,0-5-339 0,1-7 188 0,1-5 93 16,-2-8-138-16</inkml:trace>
  <inkml:trace contextRef="#ctx0" brushRef="#br0" timeOffset="151419.01">7498 9247 695 0,'0'-19'0'0,"-2"6"0"0,2 0 0 0,0 0 0 0,0-2 0 0,0 1 400 15,2 3-188-15,9 0-89 0,8 0-46 0,2 2 219 16,5-1-132-16,3 5-57 0,1 2-42 0,2 3 100 16,0 0-66-16,-1 8-37 0,-1 6-1 0,-1 6-20 15,-3 1-8-15,-6-1-20 16,-1 3 20-16,-4 1 0 0,-5 3-1 0,-3-4 30 15,-5 8-8-15,0-3-21 0,-2-2-1 0,0 2 54 16,-9-3-26-16,-3-4 7 0,-5 1 2 0,-1-5-1 16,-3-5-35-16,2-2-37 0,-5-2-2 0,5-3 9 15,-5-3 29-15,4-2-100 0,-1 0 50 16,0 0 26-16,3 0-1 0,4-2-303 0,0-1 151 16,3-2 54-16,2-1 45 0,4 0-370 15,2 0 192-15,3 1 87 0,0-3-302 0,3 2 203 16,13 3 102-16,9-1-358 0</inkml:trace>
  <inkml:trace contextRef="#ctx0" brushRef="#br0" timeOffset="151627.46">8144 9429 2209 0,'-2'-1'0'0,"2"-2"0"0,0 2 0 0,0 1 0 0,0-3 0 0,0 1 0 0,2 1 0 0,10-1 0 0,2-1 0 0,4 2 251 0,0-1-109 0,3 2 20 16,0 0-53-16,-1 0-43 0,-1 0 1 0,0 0-112 16,-1 0 39-16,0 3-1 0,-2 2 48 0,0-4-357 15,-4 5 175-15,0-3 87 0,-3 0 43 0,-1 1-624 16,-3 1 216-16,-3 1 197 0</inkml:trace>
  <inkml:trace contextRef="#ctx0" brushRef="#br0" timeOffset="151797">8227 9651 1676 0,'-16'11'0'0,"4"-1"0"0,3 0 0 0,1-2 0 0,0-3 0 15,6-2 0-15,0-1 0 0,2-2 355 0,0 0-165 0,2 0-78 0,12 0 335 0,-1 0-206 0,6 0-105 16,-3-2-43-16,3-2-50 16,2-2-10-16,0 3 0 0,-1-3 0 0,1 2-216 15,-2 0 116-15,2 2 46 0,-2 1-667 0,0 1 360 16,-1 0 181-16</inkml:trace>
  <inkml:trace contextRef="#ctx0" brushRef="#br0" timeOffset="152381.44">8760 9605 771 0,'-13'0'0'0,"2"0"0"0,3-3 0 0,2-1 0 0,-4-4 0 0,3 1 294 16,0 0-122-16,2-8 32 0,3 1-86 0,2 1-42 16,0-3-22-16,0-2 0 0,5 1-13 0,7 1 105 15,2-1-56-15,0 4-29 16,-1 1 6-16,4 3-1 0,-2 1-25 16,4 4-8-16,-2 3 0 0,0 1-1 0,-1 0 1 0,2 0-29 0,-2 9 9 15,0 3 19-15,-2 3 1 0,0 2-6 0,-2 1 6 16,0 1 0-16,-3 3-15 0,-1 5 14 15,-4-5-15-15,-3 3 12 0,-1 1-53 0,0 1 25 0,0 0-1 16,-9-1 23-16,-4 3-60 0,-4-1 28 0,1-1-5 16,-5-1 31-16,-1-2-84 0,-6-1 37 0,2-4 13 15,-1-1 0-15,-2-4-11 0,5-4 29 16,-6 2-16-16,9-5 78 0,-4-1-36 16,7-1 0-16,1-3 196 0,8 0-102 0,-1 0-47 15,7-2-29-15,0 0 272 0,1 0-142 0,2 0-72 16,2 0-26-16,14 0 37 0,0 0-41 0,11 0 142 15,-3 0-215-15,2-2 0 0,-1 0 0 0,7-3 0 16,-2 3 0-16,-2-2 0 0,-1 2 0 0,-4 1 0 16,0-1 0-16,2 1 0 0,-1-2 0 0,-3 3-539 15,1 0 271-15,-1-2 88 0,-3 2 79 0,3 0-647 16,-1 0 358-16,-2-2 178 0</inkml:trace>
  <inkml:trace contextRef="#ctx0" brushRef="#br0" timeOffset="152801.37">9247 9679 1349 0,'-9'0'0'0,"7"0"0"0,2 0 0 0,0 0 0 15,0 0 0-15,0 3 225 0,2 2-100 0,10-2 157 0,6-1-125 16,6 1-62-16,1-3 63 0,-3 0-129 0,10 0 4 0,-3 0 0 0,-2 0-34 15,0 0 1-15,-1-1 33 16,-6-3 7-16,6-4-7 0,-3-2-67 0,-5 1 33 16,0-1 0-16,-3-3 34 0,-2 1-152 0,-4-1 71 15,1-2 17-15,-6 0 27 0,0-2-173 0,-3 0 87 16,-1-2 14-16,0-5-56 0,-1 1 43 0,-10 1 31 0,-5-2 2 16,3 4-8-16,-8-4 31 0,0 8 0 15,5 4 63-15,-5 1-31 0,-2 7-1 16,1 2-39-16,-6 2 8 0,4 8 230 0,-5 13-98 15,1 8 188-15,2 3-130 0,4 2-71 16,-1 10 203-16,6-5-128 0,9-6-65 0,1 7-31 0,7-2 0 16,0 0 154-16,0-4-97 0,11 1-44 15,8-5 57-15,1 0-50 0,3-4-27 0,3-2 37 16,3-1-35-16,1-3 150 0,2-5-210 0,0-1-306 16,-1-3 228-16,3-5 63 0,0-2 20 0,1-4-485 15,-3 0 229-15,3 0 132 0,-3-8 21 16,0-7-637-16,-2-2 355 0,3-2 174 0,-1-7 87 0</inkml:trace>
  <inkml:trace contextRef="#ctx0" brushRef="#br0" timeOffset="153161.41">9760 9105 1092 0,'-19'-22'0'0,"10"10"0"0,7 4 0 0,0-3 0 0,2-1 0 0,0 1 62 0,0 0 254 16,5 1-141-16,6 1 151 0,7 3-147 0,4-1-73 16,-2 6-1-16,3 1-40 0,2 0-1 0,-6 1-31 15,-1 12 0-15,0 2-76 0,-4 2 46 16,-5 4-9-16,-2 3-61 0,-6 0 50 16,-1 3 25-16,0 1 0 0,-11-2-64 0,-6 0 41 15,-2-1 24-15,-4-2 21 0,4-6-14 0,-5-1-33 0,5-3 137 16,-1-1-58-16,-1-3-30 0,2-3 0 15,5-2 311-15,4-3-149 0,2 2-72 0,3-3-49 16,4 0 0-16,-2 0 241 0,3 0 7 0,3 0-321 0,10 0 0 16,5 0 0-16,5 0 0 15,1 0 0-15,4 0 0 0,-7 0 0 16,10 0 0-16,-2 0-196 0,-1-3 131 0,-2 2 49 16,-5 1 24-16,4-3 9 0,-5 3-22 0,1 0 32 15,-3 0-529-15,-1 0 239 0,-1 0 82 0,-5 0 65 16</inkml:trace>
  <inkml:trace contextRef="#ctx0" brushRef="#br0" timeOffset="153397.78">10098 9076 1022 0,'-6'-9'0'0,"6"-1"0"0,0 3 0 0,0-4 0 0,0 3 0 0,2 1 0 0,11 1 615 16,3 1-283-16,7 2-153 0,2 3-74 0,-1 0 307 15,3 0-189-15,-1 8-96 0,-4 5-8 0,5 4-47 16,-6 2 0-16,-2-1-98 0,-8 2 30 0,0 0 0 15,-3 2 37-15,-6 2-118 0,-2 1 55 0,0-2 28 16,-14 1-1-16,-4-3-85 0,-1-5 64 0,-8 4 11 16,1-6 0-16,-1-4-159 0,-3-2 82 0,3-4 6 15,3-3-199-15,-3-1 116 0,4 0 63 16,5 0-94-16,2-1 78 0,7-9 40 0,6 1-8 16,1-5-325-16,2 3 187 0,3-2 92 15</inkml:trace>
  <inkml:trace contextRef="#ctx0" brushRef="#br0" timeOffset="153598.25">10539 8988 1144 0,'5'-13'0'0,"-3"-1"0"0,-2 1 0 0,0-2 0 0,-3 0 0 0,-10 1 278 0,-3 5-123 0,0 4-53 16,-1 2 436-16,0 1-252 0,0 2 64 15,-1 3-159-15,-1 13-79 0,4 10-31 0,1 0 103 16,5 4-76-16,4 3-37 0,3 4-1 0,2-4 21 15,0 3-21-15,5-4-8 0,12-4-29 0,4 0-202 16,2-3 101-16,3-3 50 0,1-2-666 0,2-3 328 0,1-1 186 16,0-1-987-16</inkml:trace>
  <inkml:trace contextRef="#ctx0" brushRef="#br0" timeOffset="154860.17">11063 9519 569 0,'0'0'0'0,"0"0"0"0,0 0 0 0,2 0 0 0,0-1 0 0,-1-4 0 0,-1 0 0 0,0-3 0 0,2 1 129 16,-2-1-47-16,3-1-17 0,-3 1-8 0,0 1 18 16,0 0-20-16,0-1-1 0,0 2-21 0,0 1 32 15,0-1-32-15,-5 1-1 0,0-1 7 0,0 1-7 16,-1 2 1-16,-1 1-10 0,-3-2 10 0,-1 3 0 15,0-1-1-15,-1 2-31 0,-1 0 31 0,0 0 9 16,-2 3-8-16,1 5 0 0,0 5-1 0,-2 1-7 16,0 4 50-16,2 1-15 0,-2 5-7 0,5 4-20 15,-1 1 65-15,5 1-32 0,3 0 0 16,2 2 14-16,2-2-8 0,0-2-39 16,0 0 0-16,9-3 59 0,2-9-29 0,5 1 8 15,0-2-38-15,3-4 13 0,1-2-13 0,0-6-1 16,2-1-52-16,1-2 34 0,2 0-8 0,-2-9 27 15,-2-4-134-15,0-6 64 0,-1 0 34 0,-4-2-100 16,0-5 58-16,-2 0 11 0,-3-2 22 0,-1 3-148 16,-1-3 76-16,-4 5 10 0,-1 1 31 15,-2 1-13-15,0 5 29 0,-2 7-27 0,0 0 22 16,0 3 134-16,0 5-61 0,0 1-34 16,0 0 180-16,-2 10-90 0,-2 10-52 0,1 1 63 15,1 6-52-15,2 2 1 0,0-1-21 0,0 0 73 16,0-2-39-16,5-7-4 0,6 4-9 0,3-8-57 15,0-2-1-15,4-3 34 0,-1-5 0 0,0-3-66 16,2-2 23-16,-5 0 0 0,2-6-60 0,-2-9 44 16,-3-2 16-16,1-5-11 0,-3 0 5 15,-3-5-1-15,-3 1-3 0,0-3-17 16,-1 1 10-16,-2-2 0 0,0-2 9 0,0 4-33 16,-5 0 17-16,-2 2 0 0,0 7-31 0,-2-1 27 15,-1 6-6-15,1 3 28 0,-2 4-28 0,-3 4 0 16,3 3 9-16,-3 0-10 0,2 0 17 0,1 8 2 15,-1 5-5-15,1 1-21 0,4 2 15 0,-2 1 8 16,6 0-1-16,1 1-125 16,2-2 62-16,0-1 30 0,0-2-307 0,8 0 173 0,7-2 82 0,6-2 41 15,2-3-301-15</inkml:trace>
  <inkml:trace contextRef="#ctx0" brushRef="#br0" timeOffset="155173.31">11672 9463 774 0,'7'-9'0'0,"-1"1"0"0,0 1 0 0,-4-1 0 0,0 2 0 0,-2 2 0 0,0 1 321 16,0 1-136-16,-9 2-81 0,0 0-35 0,-2 2 87 15,-2 9-62-15,-4 8-31 0,4-2 9 0,-6 8 170 16,2 0-105-16,2 0-52 16,4-4 158-16,1-3-105 0,7-3-45 0,1 4 99 15,2-6-80-15,2-2-40 0,9-1 1 0,6-2-57 16,1-3 25-16,3-2-8 0,0 2-1 0,2-4-28 15,-3 2-1-15,1 0 30 0,-5 3-30 0,0 0-62 16,-3-1 46-16,-3 4 23 0,-7 0-131 0,1 1 73 16,-4 2 6-16,0 0 6 0,0 2 5 15,-14 1 0-15,-2 0-3 0,-3 0 70 16,-1-4-8-16,-3 4-36 0,4-4-4 0,-1-1-37 16,1 0 2-16,-1-3 37 0,6-3-306 0,5-3 146 15,-1-1 72-15,4 0 36 0,6 0-444 0,0-7 227 16,4-8 128-16</inkml:trace>
  <inkml:trace contextRef="#ctx0" brushRef="#br0" timeOffset="155368.81">11953 9446 1562 0,'0'-6'0'0,"-3"3"0"0,-1 1 0 0,-3 0 0 0,0 0 0 0,4 2 0 0,-1 0 0 0,4 0 596 0,0 0-282 0,0 6-133 16,0 5-77-16,6 2 89 0,5 0-80 0,4 6-40 15,1 0 80-15,-4-2-52 0,7 5-38 0,-2-1-274 16,0 0 122-16,0-1 61 0,-2-2 31 0,-2 0-481 16,-1-2 251-16,-1 1 121 0,-2-4 67 0,-1-1-675 15,-1-4 341-15,-1-3 161 0</inkml:trace>
  <inkml:trace contextRef="#ctx0" brushRef="#br0" timeOffset="155813.09">12376 9243 1422 0,'4'-9'0'0,"0"1"0"0,-3-1 0 0,1 2 0 0,-2-1 0 0,0 2 0 0,0 3 0 0,0-3 145 0,0 4-48 16,0 0-36-16,0 0 270 0,0 0-149 0,0 2-75 15,0 0-29-15,0 0 175 0,0 0-110 0,0 0-55 16,0 0-28-16,0 0 140 0,0 0-76 0,0 0-49 16,0 0 95-16,0 0-69 15,0 0-34-15,0 0 1 0,-2 6 59 0,-3 9 69 16,-4 7-196-16,-3 5 0 0,-4 12 0 0,-2 6 0 16,0 10 0-16,-8 14 0 0,-1 5 0 0,-5 16 0 15,-1 2 0-15,-8 6 0 0,-1 10 0 0,-9 15 0 16,10-26 0-16,-2 7 0 0,3-7 0 0,6-9 0 15,7-18 0-15,7-3 0 0,5-17-177 0,6 0 2 16,2-14 82-16,1-3 20 0,1-10 24 0,4-4-145 16,-1-6 80-16,2-6 41 0,0-3 0 0,0-3 14 15,0-1 18-15,0 0 8 16,0 0 177-16,0 0-89 0,-2 0-43 0,-2 0-23 16,3 0 208-16,-3 0-108 0,0 0-23 0,1 0 36 15,-1-1-52-15,-1-1 16 0,2 0 26 0,1 0-133 16,0 1 33-16,0 1 41 0,2-2 0 0,0 0-521 15,0-2 237-15,0-1 127 0</inkml:trace>
  <inkml:trace contextRef="#ctx0" brushRef="#br0" timeOffset="157555.76">13255 9775 1319 0,'0'0'0'0,"0"0"0"0,0 0 0 0,0 0 0 0,0 0 0 0,0 0 0 0,0 0 0 0,2 0 93 15,0 4-30-15,-2 1 64 0,0 6-48 0,0 2-23 16,0 4 8-16,0-2-62 0,0 2-1 0,-8 2 32 16,1-2 0-16,-2-2-147 0,-1 0 82 0,2-4 28 15,1-3 1-15,0-1-294 0,0-3 155 0,4 0 39 16,1-4-133-16,2 0 72 0,0 0 68 0</inkml:trace>
  <inkml:trace contextRef="#ctx0" brushRef="#br0" timeOffset="157886.53">13867 9463 928 0,'2'-2'0'0,"0"1"0"0,-2 1 0 0,0 0 0 0,0 0 0 0,0 3 0 0,0 12 272 15,-2 6-120-15,0 2-51 0,0 6 108 0,2 3-88 16,0 2-44-16,0 2 14 0,0-2-30 0,6-4 9 16,9-4-37-16,2-4-23 15,4-3-1-15,0-4 24 0,-1-7 0 0,4-3-18 16,3-3-8-16,-6-2 26 0,5-2 0 0,-6-11-13 16,-1-7 13-16,-2-5 8 0,-4-5 20 0,-3-4-1 15,-5-3-27-15,0-6 0 0,-4-1-3 0,-1 6 4 16,0-14-5-16,-4 5-39 0,-9 2 0 0,2 0 47 15,-4 3-6-15,2 9-126 0,-3 1 56 0,0 7 28 16,-1 11-1-16,-2 2-73 0,0 7 48 16,-2 5 10-16,-3 0-118 0,4 13 58 0,1 5 39 15,0 5 1-15,4 2-82 0,4 2 30 16,1 2 20-16,4 3-263 0,5 0 155 0,-1 1 77 16,2 3 38-16</inkml:trace>
  <inkml:trace contextRef="#ctx0" brushRef="#br0" timeOffset="158186.73">13653 9962 1263 0,'-9'0'0'0,"3"-4"0"0,3-9 0 0,1-1 0 0,2-7 0 0,0-4 0 0,0 1 0 0,13-2 0 0,4-2 136 0,5 0-44 0,8-7-33 0,-2 9 53 15,1 3-40-15,2 0 1 0,3 4-32 0,0 3 77 16,-4 7-42-16,-2 3-22 0,-1 6 0 0,-3 0 54 15,-5 2-29-15,3 14-9 0,-3 2 57 0,1 5-47 16,-4 2-24-16,1-2 57 0,-2 0 33 0,2 7-61 16,-2-5-26-16,2-1 35 15,-1-1-31-15,2-3 0 0,0-4-22 0,5 2 29 16,-2-3-1-16,2-4-36 0,0-2 0 0,-4-1-1 16,4-4 9-16,-1-2-8 0,-1-1-61 0,-2-1 30 15,-3 0 0-15,4 0 30 0,-6-1-667 0,2-7 314 16,-4-1 119-16,4-2-421 0,-5 1 295 0,0-1 148 15,2 0 66-15</inkml:trace>
  <inkml:trace contextRef="#ctx0" brushRef="#br0" timeOffset="158387.04">14679 9461 1356 0,'-3'0'0'0,"0"0"0"0,3 0 0 0,0 0 0 0,0 0 0 0,0 0 0 0,6 0 473 0,5 0-219 0,4 0-111 16,2 0-47-16,2 0 69 0,-1 0-67 0,3 0-32 0,0 0 0 0,-1 0-125 15,-2 0 55-15,0 0 13 16,-3 0-413-16,-4 0 218 0,1 0 110 0,-3 2-583 16,-3 3 323-16</inkml:trace>
  <inkml:trace contextRef="#ctx0" brushRef="#br0" timeOffset="158620.87">14726 9720 795 0,'-2'9'0'0,"2"2"0"0,0-1 0 0,0-2 0 0,0-3 0 0,0-1 604 16,9 0-285-16,6-2-143 0,2 0-72 0,6-1 180 16,1-1-129-16,-3 0-61 15,1 0 165-15,1 0-113 0,-2 0-56 0,-3 0-130 0,-1 0 33 0,-4 0 0 16,-1 0 39-16,-3 0-187 0,-2-1 93 0,-3 1 56 15,1 0 15-15,-4 0-195 0,1 0 110 0,-2 0-14 16,0 0-58-16,0 0 32 0,0 0 48 0,0 0 3 16,0 0-32-16,0 0 32 15,0 0 0-15,0 0-263 0,0 0 152 0,0 0 72 16,0-2 35-16</inkml:trace>
  <inkml:trace contextRef="#ctx0" brushRef="#br0" timeOffset="159069.13">15315 9590 1327 0,'-11'0'0'0,"6"0"0"0,1 0 0 0,2 0 0 0,2 0 0 0,0 0 0 0,0 3 0 0,2-3 460 0,13 1-205 0,6-1-116 15,3 0-52-15,5 0 322 0,3 0-188 0,0 0-94 16,1 0-39-16,1 0 105 0,-2 0-79 0,0 0-41 16,0 0-15-16,-2 0-25 15,-6 0 8-15,6 0-52 0,-10 0 22 0,1 0 0 16,-6 0 22-16,-3 0-94 0,-1 0 54 0,-6 0 17 16,-1 0-1-16,-1 0 1 0,-2 0-23 0,-1 0 1 15,0 0-1-15,0 0 73 0,0-1-14 0,-6-2-36 16,1 2-257-16,-1-1 125 0,2 0 61 0,1 0-702 15,1 0 365-15,2 0 183 0,0 2 91 0</inkml:trace>
  <inkml:trace contextRef="#ctx0" brushRef="#br0" timeOffset="159885.31">16388 9525 1087 0,'-2'0'0'0,"0"0"0"0,0 0 0 0,2 0 0 0,0 0 0 0,0 0 0 0,0 0 0 0,0 3 163 0,4 6-70 0,10-3-30 0,2 4 1 0,5 0 192 16,1-3-112-16,3-3-47 0,5 1 49 0,0-3-56 16,-2-2-29-16,2 0 70 0,-2 0-49 0,-3 0-16 15,5-3-9-15,-5-7-59 0,-7 3 35 0,1-5 0 16,-4 3 0-16,-2-3-75 0,-5-3 33 0,-3 1 21 15,-3-2 0-15,0 0-79 0,-2-1 58 0,0-4-4 16,-6 2-45-16,-5-5 12 0,-4 3 28 16,0-1-17-16,-2 5-48 0,-3-3 24 15,-1 2 24-15,0 5-14 0,0 6 33 0,-1 3-8 16,-1 2 3-16,-5 2 89 0,3 7-40 0,4 12-18 16,0 6-1-16,0 5 126 0,4 5-67 0,2 5-24 15,7-1 153-15,7 1-80 0,1 1-48 0,0-1-6 16,9-8 66-16,8 3-52 0,3-2-23 15,7-5 76-15,-1-2-49 0,4-6-24 0,2-3 8 16,0-4-86-16,2-3 26 0,-3-3 1 0,1-5 27 16,-3-2-239-16,-7 0 128 0,8 0 51 15,-7-6-501-15,2-7 240 0,-3-4 137 0,-1-2 25 16,2-1-208-16,-5-5 155 0,-1-1 73 0,-5-6-441 16</inkml:trace>
  <inkml:trace contextRef="#ctx0" brushRef="#br0" timeOffset="160207.31">16966 8877 1166 0,'-1'-13'0'0,"1"6"0"0,0 1 0 0,1-3 0 0,8 1 0 0,5-2 0 16,1 5 0-16,4-1 407 0,-1 4-186 0,1 2-95 0,0 0 61 0,-4 0-82 15,0 11-35-15,-2 5-51 0,-6 4 14 0,-1 4 0 16,-4-3 8-16,-2 9-92 0,-2-3 43 0,-9 1 20 15,-7-2 0-15,2-1-57 0,-1-7 48 0,-7 5-9 16,7-10 22-16,-4-1-40 0,3-3-7 16,0-4 20-16,8 1 153 0,-4-4-66 15,7 0-33-15,1-2 85 0,3 0-44 0,1 0-25 16,2 0 0-16,0 0 124 0,9 0-75 0,7 0-38 16,1 0 1-16,6 0-51 0,4-2-8 0,-3 0 21 15,2-1-1-15,2 2-131 0,-2-2 65 0,-5 0 42 16,6 2-445-16,-5-1 225 0,0-2 77 0,1 2-524 15,-4-1 313-15,-1-1 149 0,-2-2 86 16,-1 0-204-16,-5-4 141 0</inkml:trace>
  <inkml:trace contextRef="#ctx0" brushRef="#br0" timeOffset="160429.47">17291 8815 652 0,'-6'-11'0'0,"1"5"0"0,1-2 0 0,2 1 0 16,2 2 0-16,0 1 0 0,2 0 531 0,13 2-253 0,4 0-123 0,2 2 259 0,-1 0-191 15,4 0-95-15,-4 10-40 16,4 7 46-16,-6 0-51 0,0 1-25 0,-4 5-82 0,-2-5 29 16,-3 3 8-16,-3 2 19 0,-5-1-66 15,-1 1 33-15,0 0 0 0,-12-3 34 0,-2-5-142 16,-8 2 67-16,1-3 37 0,2-7-221 0,-3 0 112 16,-2-1 15-16,1-2 38 0,0-3-196 0,1-1 112 15,3 0 57-15,2 0-204 0,8 0 130 0,3 0 57 16,6 0 40-16,0-4-269 0,2-4 151 0</inkml:trace>
  <inkml:trace contextRef="#ctx0" brushRef="#br0" timeOffset="160626.96">17633 8779 1551 0,'2'-9'0'0,"-2"3"0"16,0-1 0-16,0 1 0 0,-10 0 0 0,-3 5 0 0,-4-1 0 0,1 2 0 0,-4 0 398 0,2 7-182 0,-3 8-92 0,4 2-46 0,2 6 156 15,3-3-92-15,2 9-59 0,4-3-25 0,4-1-37 16,2 3 12-16,0-2 0 16,2-5 8-16,13 7-74 0,2-8 33 0,4 3 0 15,1-2-341-15,1-5 188 0,-2 0 100 0,5 0-10 16,-4-3-673-16,-3-3 352 0</inkml:trace>
  <inkml:trace contextRef="#ctx0" brushRef="#br0" timeOffset="160966.04">18029 9251 526 0,'-4'-4'99'0,"0"-4"-50"0,-3 1-24 0,0-6 0 0,-1 1 207 0,0 1-100 16,-1 5-42-16,-4 1 186 0,-2 3-122 15,-4 2-61-15,-3 0 72 0,-3 6-66 0,-1 9-25 0,-2 2-8 16,-1 5-33-1,3 1 138-15,1-2-70 0,11-2-34 0,1-1 147 0,3 2-94 16,6-3-44-16,4 3-22 0,0-4 2 0,2 0-23 16,10 0-38-16,3 1 15 0,6-2 0 15,-3 0 23-15,1-1 0 0,2 2-135 16,-6 0 76-16,2-1 25 0,-3-1-174 0,-2 1 82 16,-3 2 56-16,-3-2-53 0,-4 2 42 15,-2-1 1-15,0 0 1 0,-11-1-14 0,-5 1 157 0,-2-6-65 16,-1 2-31-16,-4-5 44 0,1-3-31 15,0 0 7-15,1-4-37 0,2 0-122 0,4 0 64 16,4-4 44-16,3-9-443 0,4-6 220 0,4-5 110 16,2-3 47-16,13-1-456 0</inkml:trace>
  <inkml:trace contextRef="#ctx0" brushRef="#br0" timeOffset="161138.59">18082 9343 2181 0,'12'0'0'0,"0"0"0"0,-3 3 0 0,-3 5 0 0,-2 5 0 0,0 1 0 0,-2 2 0 0,-2 3 279 0,0 0-123 0,0 2-53 0,0-1 12 0,0 1-41 16,0 0-21-16,0-5 1 0,0 1-270 16,0-5 133-16,0-1 54 0,2-4-506 0,0-1 283 15,1-3 143-15,1-3 71 0,-1 0-514 0,1 0 230 16,-2-9 145-16,0-8 72 0,-1-7 36 0,-1-6 0 0</inkml:trace>
  <inkml:trace contextRef="#ctx0" brushRef="#br0" timeOffset="161619.81">18168 8854 1183 0,'6'-8'0'0,"3"7"0"0,1 1 0 0,-1 0 0 0,-2 0 0 0,3 13 200 0,-2 10-83 0,-1 0-42 15,2 8 80-15,-3 1-52 0,0 6-40 16,-1 5 1-16,-3-2-32 0,2 2 24 0,-2-1-1 16,-1-3-15-16,-1 8-213 0,0-4 102 15,0-3-134-15,0-4 119 0,0-2 59 0,0-5 38 0,0-3-116 16,0-4 59-16,0-6-4 15,0-4 23-15,0-8-39 0,0 2 41 0,0-6-45 0,0 0 37 16,0-9 184-16,0-5-88 16,0-6-39-16,2 2 193 0,4-3-96 0,4-6-60 0,1 5-3 15,1 0 84-15,0 3-35 0,1-1-42 0,2 1 35 16,-2 3-33-16,1 3 0 0,-3 4 59 16,-2 5-80-16,5 1-13 0,-5 3 0 0,0 3 76 0,-1 16-37 15,-2 5-1-15,-1 4 44 0,-1 7 28 0,-3-3-55 16,5 5-27-16,-1-4-1 0,2-1 19 0,0-7-15 0,2-1-9 15,1-3-22-15,-1-4-153 0,0-8 77 16,3-1 38-16,-1-8 8 0,0 0-402 16,3-2 197-16,-1-15 113 0,-2-4 21 0,0-1-311 15,-2-7 122-15,2-4-354 0,-2-6 289 16,-2-1 144-16,0 2-229 0,-1 4 188 0,-2 4 84 0,2 3 56 16,-4 4 68-16,-1 2-22 0,1 8 0 0,0 2 33 15,-2 4 355-15,0 1-203 0,0 4-92 16,0 2-47-16,0 0 457 0,0 0-252 15,0 0-94-15,2 6-68 0,3 3 330 16,5 4-177-16,-2 0-88 0,4 0-45 0,2 1 342 0,-1 2-198 16,4-1-93-16,-1 0-47 15,2 0-3-15,0-2-1289 0,-1 1 1239 0,3-3 6 0,-4 2-1 16,-1-4 1-16,0-1-948 0</inkml:trace>
  <inkml:trace contextRef="#ctx0" brushRef="#br0" timeOffset="161876.1">19100 8887 2802 0,'0'-16'0'0,"1"6"0"0,1 0 0 0,-2 4 0 0,2 4 0 0,-2 1 0 0,0 1 0 0,0 12 0 0,-5 22 277 0,-8 8-122 0,-8 14-61 0,0 8-30 0,-5 8 299 15,-5 23-23-15,-6 2-340 0,-8 26 0 0,-2-3 0 16,-1 5 0-16,0-18 0 15,-5 25 0-15,9-32 0 0,3 5 0 0,3-8 0 0,4-7 0 0,5-15 0 16,0 3 0-16,3-11-324 16,1-7 191-16,4-14 24 0,3-9 60 0,3-9-595 15,-2-3 310-15,4-11 150 0,3-4 76 0,3-5-487 16,3-3 281-16</inkml:trace>
  <inkml:trace contextRef="#ctx0" brushRef="#br0" timeOffset="162068.59">19139 9993 2557 0,'0'0'0'0,"8"0"0"0,3 5 0 0,-4-1 0 0,-5-2 312 16,0 0-140-16,1-1-70 0,-2 0 180 0,-1 2-125 0,0-3-54 0,0 0-39 15,0 0-334-15,0 0 151 0,0-3 76 16</inkml:trace>
  <inkml:trace contextRef="#ctx0" brushRef="#br0" timeOffset="171074.81">20664 8857 753 0,'0'-4'0'0,"0"-3"0"0,2 3 0 0,4 0 0 0,1-2 0 0,3 2 334 0,3 2-150 0,0 2-76 15,4 0-37-15,0 0 69 0,-1 4-46 0,7 9-34 16,-4 2 12-16,0 2 0 0,0 3-39 0,-3 3 0 16,-2-2 45-16,0 7-46 15,-3-3 1-15,-4 2-15 0,-4 2 14 0,-3 0 1 16,0 4 8-16,0-1 29 0,-12 0-37 0,-6 1 0 15,-1-2 0-15,-1-1 30 0,-3-4 9 0,1-2-39 16,-3-3 0-16,3-4 15 0,5-8-15 0,-3-2-37 16,2-4 9-16,1-3 28 0,3 0-1 0,1-4-71 15,1-13 34-15,6-5-5 0,5 1 47 16,1-5-179-16,0 1 78 0,1 1 27 16,12 1 23-16,1 0-67 0,-1 7 38 0,8-7 4 15,-2 6 44-15,3 1-24 0,-1-2 6 0,5 3-14 16,-3 4 44-16,2-2-3 0,0 2-29 0,-2 1 2 15,-2 3 2-15,1-2 8 0,0 1-9 0,-1 2-137 16,-1-1 68-16,-1-1 34 0,-1 3 0 0,-4 0-66 16,-3 1 37-16,-1 2 16 0,-2-1 128 15,-3 2-55-15,-1 1-23 0,-2 0 134 0,-1 0-83 0,-1 10-33 16,0 4 0-16,0 5 399 0,0 3-200 0,-1-1-64 16,-3 1-66-16,4 1 212 15,0-2-128-15,0-3-64 0,5 1-32 0,11-4 9 16,2 0-9-16,5-5-33 0,1-2-110 0,1-7 55 15,2-1 28-15,-7 0 8 0,8 0-56 0,-5-11 38 16,-2-4 0-16,-3-4-124 0,-1-2 77 0,-6 1-2 16,3-4-21-16,-5-2-50 0,-6 3 56 0,1-4-2 15,-2-1 25-15,-2-2-50 0,0-2 35 0,0-2-1 16,-4 0 29-16,-5 3-50 0,-1 0 25 0,-1 11-5 16,-2 1 8-16,-2 4 22 0,-1 6 1 15,-4 3 19-15,1 6-20 0,-1 0-8 16,-4 7 8-16,-1 12-49 0,2 2 24 0,3 4 0 15,1 1 25-15,3 2-281 0,0 2 145 0,5 2 68 16,-1 0-394-16</inkml:trace>
  <inkml:trace contextRef="#ctx0" brushRef="#br0" timeOffset="171315.18">20909 9190 656 0,'-6'0'0'0,"1"0"0"0,2 0 0 0,3-9 0 0,0-8 0 0,3-5 464 0,13 1-216 0,12-5-107 0,4-1 64 15,2 1-86-15,-2 5-35 0,12-3-30 0,-12 12 126 16,3-2-74-16,-3 8-37 0,-2 4 0 0,-5 2 52 16,3 0-48-16,-6 16 0 0,-1 2 15 0,0 3-27 15,-5 1 0-15,3 3 40 16,-2 2-38-16,0-5 0 0,1 2-30 0,1-5-74 16,2 0 36-16,-1-6 9 0,5 0 29 0,-1-3-109 15,1-3 54-15,0-5 28 0,-5-2-1 0,1 0-399 16,-2 0 171-16,-3 0 109 0,-3-2-458 0,-3 0 269 15,-3-2 128-15,-1 3-344 0</inkml:trace>
  <inkml:trace contextRef="#ctx0" brushRef="#br0" timeOffset="171600.92">20643 9472 1978 0,'-18'0'0'0,"3"0"0"0,6 0 0 0,5 0 0 0,2 0 0 0,2 0 0 0,0 0 0 0,4-1 0 0,22-3 281 0,12-3-128 0,4-1-60 0,8 0 232 16,4 1-146-16,5 1-73 0,-2 3-28 0,-1 0 41 16,3 2-43-16,-3 1-21 15,3 0 9-15,-6 0 1 0,-11 0-24 0,11 1-151 16,-17 3 72-16,3 2 35 0,-5-2 0 0,-6-1-287 15,-5-1 170-15,-2 0 40 0,-7-2 51 0,-5 0-441 16,-2 2 219-16,-5-2 109 0,-1 0 47 0,-1 0-155 16,0 0 109-16,-13 2 54 0,-7 5-377 0</inkml:trace>
  <inkml:trace contextRef="#ctx0" brushRef="#br0" timeOffset="171939.45">20702 9717 1293 0,'-15'1'0'0,"3"1"0"0,7 0 0 0,3-2 0 0,2 0 0 0,0 0 0 0,0 0 0 0,4 0 472 0,13 0-220 0,3 0-101 15,10 0 160-15,-2 0-139 0,2 2-70 16,0 7-35-16,1 6 8 0,-1 2-13 16,-4 2-8-16,-1 4-77 0,-3 1 28 0,-5 1 0 15,-5 1 28-15,-5-2-111 0,-5 8 52 0,-2-3 29 16,0-1 0-16,-12 3-49 0,-6-4 40 0,-5-2-9 15,-2-2 16-15,-3-1-18 0,1-8 0 0,-6-1-13 16,1-5 64-16,0-4-46 0,2-4 9 0,3 0 45 16,0 0-40-16,5-6 11 0,6-6-9 0,1-3-26 15,5-1-1-15,3-1 39 0,5-1-8 0,2-2-41 16,0-1 38-16,4 3-4 0,8-1 4 0,2 0-28 16,4 5 0-16,-2-2 12 15,5 3-39-15,0 0 17 0,6 3 1 0,-4 3-245 16,2 4 127-16,1 1 53 0,-1 2 35 15,-2 0-500-15,4 0 268 0,-1 7 131 0</inkml:trace>
  <inkml:trace contextRef="#ctx0" brushRef="#br0" timeOffset="172168.84">21077 9958 1232 0,'2'-7'0'0,"4"-1"0"0,2 1 0 0,-3-4 0 0,4-1 0 0,5 0 0 0,4-2 0 0,5 1 544 0,0 4-255 15,0 1-121-15,5 3-71 0,-3 3 284 16,0 2-174-16,0 0-88 0,-5 7-10 0,-3 7-29 15,4 4-9-15,-10-1-72 0,1 8 1 0,-7-7 32 16,-1 11 1-16,-4-9-116 0,0 10 54 0,-11-3 31 16,-7-4-1-16,-3 2-142 0,1-4 86 0,-6-1 25 15,0-2-256-15,-1-1 137 16,-1-4 31-16,3-4 45 0,7-3-277 0,6-6 162 16,3 0 78-16,4 0-99 0,5-2 88 0,0-15 44 15,12-4 14-15,8-2-307 0,4-3 169 0,4-6 84 16,-6 8 42-16</inkml:trace>
  <inkml:trace contextRef="#ctx0" brushRef="#br0" timeOffset="172328.65">21449 9857 667 0,'23'-26'0'0,"-2"3"0"0,-7 7 0 0,0 0 0 0,-9 7 0 15,1 2 0-15,-4 2 0 0,0 4 437 0,-2-1-202 0,0 2-101 0,0 0-50 16,-10 11 471-16,-2 8-253 0,-4 7-139 16,5 5-65-16,-1 2 353 0,7 5-209 0,1-1-104 15,4 3 177-15,0-2-41 0,4-3-274 0,13-3 0 16,3-3 0-16,5-4 0 0,1-4 0 0,3-4-176 15,1-4 121-15,2-3 43 0,0-5 23 0,3-5-763 16,-3 0 301-16,2 0 225 0</inkml:trace>
  <inkml:trace contextRef="#ctx0" brushRef="#br0" timeOffset="173021.68">22184 9251 1452 0,'-13'0'0'0,"6"0"0"0,0 0 0 0,5 0 0 0,0 0 0 0,2 0 0 0,0 0 0 0,0 0 0 0,2 0 187 0,12 0-77 0,4-2-31 16,1 0 109-16,8 0-77 0,-3 0-40 0,3 2 108 16,-4-1-66-16,8 1-44 0,-5-3 0 0,0 2-105 15,-5-1 35-15,-1 2-1 0,1-2 43 16,-3 0-291-16,-4 0 141 0,-3 2 71 16,-3 0 36-16,0 0-603 0,-3 0 295 0,-3 0 87 15</inkml:trace>
  <inkml:trace contextRef="#ctx0" brushRef="#br0" timeOffset="173237.98">22246 9531 750 0,'-15'11'0'0,"3"0"0"0,7 0 0 0,1-3 0 0,0-2 0 0,4-3 0 0,0 3 550 16,0-3-258-16,13 1-130 0,4 0-56 0,6 0 329 15,2-1-202-15,2-3-99 0,1 0 95 0,2 0-98 16,-7 0-41-16,4 0-146 0,-3 0 44 0,-4 0 22 15,-1 0 1-15,-1 0-59 0,-7 0 49 0,-2 0-8 16,-2 0 39-16,-2 0-267 0,-3 0 134 0,-1 0 67 16,-1 0-52-16,0 0-427 0,0 0 232 0,0 1 124 15,0 3-442-15</inkml:trace>
  <inkml:trace contextRef="#ctx0" brushRef="#br0" timeOffset="174435.76">22842 9463 849 0,'-7'0'0'0,"2"0"0"0,1 0 0 0,2 0 0 0,0 0 0 0,2 2 0 0,0-2 0 0,0 0 0 0,0 3 268 15,4 0-109-15,12-2-68 0,-2-1-29 0,5 0 256 16,-1 0-142-16,3 0-64 0,-1 0 215 0,0 0-148 16,-1 0-72-16,-3 0-38 0,1 0 92 15,-1 2-56-15,-1 0-40 0,-1 3 112 16,2-3-72-16,-2 2-36 0,2-1-1 0,-2 2-9 16,0-1-26-16,1 2 0 0,-2-5 0 0,-2 3-60 15,1-2 30-15,-3-1 8 0,0 1-65 0,-3 1 43 16,-3-3 22-16,-1 0-62 0,1 0 40 0,-1 0 5 15,-2 0-11-15,0 0 54 0,0 0-27 0,0 0-26 16,0 0 21-16,0 0 143 0,0 0-67 0,0 0-34 16,0 0 0-16,0 0 25 0,0 0 119 0,0 0-191 15,0 0 0-15,0 0 0 16,0 0 0-16,0 0-276 0,0 0 219 0,0 0 41 16,0 0 8-16,0 0-88 0,0 0 34 0,0 0 32 15,0 0-19-15,0 0-246 0,0 0 122 0,0 0 70 16,0 0 35-16,0 0-450 0,0 0 242 0,3 0 114 15,6-3-549-15</inkml:trace>
  <inkml:trace contextRef="#ctx0" brushRef="#br0" timeOffset="175184.42">23619 9384 711 0,'-7'-9'0'0,"-3"-1"0"0,2 1 0 0,3-1 0 0,-2 0 0 0,1-4 0 0,-2-5 128 0,4 1-39 0,2-1-32 16,2-2 194-16,0 0-109 0,0 1-55 0,0 1-27 15,6-2 131-15,4 4-84 0,1 2-37 0,2 2 83 16,2 4-60-16,1 2-30 0,4 1 8 0,2 4 30 15,-2 2-34-15,7 0 0 0,-5 4-35 0,1 7 35 16,-4 4-26-16,5 5-9 0,-5 3 6 0,-2 2-6 16,-3 1 1-16,-4 4-35 15,0 1 8-15,-4 3 27 0,-4 2 0 0,-2 7-70 16,0-3 34-16,-8 3 13 0,-7-6 6 0,-8 11-91 16,-1-4 45-16,-5-2 12 0,-1-1-1 0,3-9 14 15,-13 6 11-15,6-10-13 0,-3-3 75 0,-1-5-35 16,8-5 1-16,-2-4-33 0,2-3 222 0,9-2-94 15,-1-5-53-15,7-1 201 0,4 2-123 0,1-2-52 16,6 0-39-16,3 0 181 0,-1 0-244 0,2 0 0 16,0 0 0-16,9 0 0 15,10 6 0-15,4-3 0 0,5 1 0 0,1 2 0 16,4 0 0-16,3-2 0 0,-1 1 0 0,-1 0 0 16,1 0 0-16,-1 0 0 0,-2 0 0 0,-2-2-193 15,2-2 174-15,-2 1-538 0,-2-2 262 0,1 0 131 16,-1 0 66-16,-4 0-540 0,6 0 307 0,-1-3 149 15,-1-7-228-15</inkml:trace>
  <inkml:trace contextRef="#ctx0" brushRef="#br0" timeOffset="175562.93">24143 9540 964 0,'-7'0'0'0,"7"0"0"0,0 7 0 15,9 1 0-15,3-2 0 0,6-1 0 0,3-1 471 0,1-2-219 0,4 0-110 0,6-2-54 0,2 0 295 16,-1 0-180-16,-1-2-85 0,3-6-31 0,-5-1-27 16,0-3 0-16,-6 1-19 0,4-3-77 15,-5-1 34-15,-5-1 0 0,-2 1-157 16,-3-1 95-16,-4-1 57 0,-3-1 16 0,-3 0-212 16,-3-3 116-16,0-3-19 0,0 2-66 0,-7 0 37 15,-7-4 47-15,0 2 29 0,-5 3-5 0,-1 4 31 16,-5 6 0-16,2 3-8 0,-9 7 178 0,1 1-86 15,-1 1-41-15,-6 20 118 0,10 2-63 0,-6 8-38 16,8 1 9-16,7 6 284 0,6 2-124 0,4 1-85 16,4-3-10-16,5 10 192 15,0-4-129-15,5-2-66 0,9-4 203 0,4 1-134 16,0-6-59-16,5-2 87 0,3-1-195 0,1-5 0 16,1-2 0-16,2-7 0 0,0-2 0 0,2-5 0 15,-3-5 0-15,4-4-536 0,-4 0 329 0,2-2 119 16,-1-11-11-16,-3-6-664 0,0-2 365 0,-2-3 183 15,1-4-410-15,0-8 296 0</inkml:trace>
  <inkml:trace contextRef="#ctx0" brushRef="#br0" timeOffset="175869.02">24639 8911 904 0,'-8'-17'0'0,"7"10"0"0,1 1 0 0,0-3 0 0,1 1 0 0,10-2 0 0,7 1 437 15,2 2-202-15,6 1-101 0,4 2-43 0,0 2 243 16,0 2-151-16,-4 0-75 0,-4 6-24 0,-2 7-25 16,-5 4 7-16,-2 3-207 0,-8 5 86 0,-2 0 44 15,-3 1 22-15,-4 2-140 16,-13 0 90-16,-5 0 31 0,-3-2 0 0,-2-1-1 16,2-3-42-16,-1-3 30 0,6-6 90 0,2 0-36 15,1-1-43-15,8-5-4 0,0-1 313 0,6-2-146 16,1-3-51-16,2 2 118 0,0-2-93 0,7 1-48 15,11-2-22-15,6 0 39 0,1 0-24 0,7 0-7 16,-5 0-33-16,4-2-81 0,-4-3 41 16,0-3 0-16,-6 3-405 0,2-3 219 15,-3 3 86-15,-3-3 65 0,-1 2-743 0,0-1 368 16,-3-1 196-16</inkml:trace>
  <inkml:trace contextRef="#ctx0" brushRef="#br0" timeOffset="176106.47">24945 8858 1153 0,'0'-7'0'0,"0"1"0"0,5 0 0 0,4-1 0 0,3 1 0 0,3 1 0 0,6 3 257 0,-3 0-111 0,5 2-57 0,-3 0 231 15,0 7-144-15,-2 7-63 0,-2 2-45 0,-4 1 25 16,-3 4-31-16,-2 0 1 16,-5 1-51-16,-2 1 8 0,0 1 13 0,-10 1 0 15,-7-5-48-15,-4 1 25 0,0-1-1 0,1-6-88 16,-10 3 52-16,6-6 29 0,-1-2 1 0,7-6-293 15,-1 2 147-15,6-5 39 0,1 0 50 0,7 0-190 16,3-2 106-16,2-5 50 0,2-5-300 0,10-1 170 16,13-4 96-16,-3-2-237 15</inkml:trace>
  <inkml:trace contextRef="#ctx0" brushRef="#br0" timeOffset="176280.69">25274 8796 1155 0,'4'-15'0'0,"-3"2"0"0,-1 2 0 0,0-2 0 0,-3 3 0 0,-9 5 0 0,-5 1 0 0,-2 1 0 0,-3 3 430 0,-2 0-202 0,1 12-98 16,0 3-49-16,7 2 296 0,2 0-172 0,3 4-78 16,6 1 114-16,5 1-105 0,0 3-51 0,0-4-26 15,9-1-64-15,4-2 46 16,8 4-8-16,-2-7 0 0,-1 1-221 0,3 0 111 16,-4-6 54-16,1 3-460 0,0-1 253 0,-2 0 64 15,2-2 88-15,-4 0-689 0</inkml:trace>
  <inkml:trace contextRef="#ctx0" brushRef="#br0" timeOffset="176590.19">25499 9168 1649 0,'-4'4'0'0,"-1"1"0"0,-5 1 0 0,-1 0 0 0,-2-2 0 0,-2 3 0 0,-2 3 0 0,2-1 196 0,-3 4-81 0,3 0-34 0,1 4 308 16,1 0-178-16,2 4-89 0,-1-3-45 0,5 3 153 15,-1 0-90-15,6-2-58 0,1-3-25 0,1 2 54 16,0 0-39-16,0-3 0 0,1-1-64 0,9 0-8 16,0-3 33-16,4 1-41 0,-1-1 20 15,2 0 0-15,-2-1 29 0,1 1-174 16,-3 0 83-16,-4 1 39 0,1 1 22 0,-7-2-250 16,-1 2 92-16,0 0 69 0,-5 0-2 0,-10 3 19 15,-6-1 36-15,-1-3-38 0,-4 4 65 0,-1-6-13 16,-1 5-1-16,0-7-42 0,0 2 0 0,1-3 21 15,7-3 10-15,1-3-257 16,5-1 124-16,3 0 62 0,4 0 30 0,7-12-421 0,0-6 217 16,13-10 122-16</inkml:trace>
  <inkml:trace contextRef="#ctx0" brushRef="#br0" timeOffset="176766.72">25499 9384 2040 0,'11'-3'0'0,"1"1"0"0,-4 2 0 0,0 0 0 0,-3 2 0 0,2 9 0 0,-5 1 0 0,2 3 0 0,-3 6 0 0,1 0 506 0,0 3-236 0,-2 1-119 0,0-4-20 16,0 1-49-16,0-1-17 0,0-2-8 0,0-2-233 16,0-8 104-16,0 0 53 15,0-3 25-15,0-4-477 0,0-2 248 0,2 0 128 16,0-5 63-16,-2-11-658 0,3-9 323 0,-1-4 159 16</inkml:trace>
  <inkml:trace contextRef="#ctx0" brushRef="#br0" timeOffset="177229.48">25666 8868 1528 0,'4'-6'0'0,"5"5"0"0,1 1 0 0,-2 0 0 0,1 8 0 0,-4 11 0 0,1 4 0 0,1 9 250 0,-3 6-101 0,-2 8-62 0,-2 1 204 16,0 4-128-16,0-2-66 0,0 1-32 0,0-8 9 16,-2 10-8-16,0-9-34 0,2-7 1 0,0 0-83 15,0-4 41-15,0-10 29 0,0-3-215 0,0-7 113 16,0-5 58-16,0-3-225 0,2-4 101 0,0 0 83 15,1-1-28-15,0-12 17 0,1-3 3 0,-1-2 0 16,0-3 40-16,3 0 27 0,0-2 8 16,0 0-35-16,2 1 106 0,-1 3-53 0,-2 3-26 15,0 2-9-15,4 3 130 0,-4 3-65 16,1 5-9-16,-1 0 180 0,3 3-90 0,-2 9-55 16,-1 13-8-16,-1 6 177 0,-3 11-106 0,4-1-53 15,-2 3-27-15,1-7 69 0,4 1-52 0,-1 0-22 16,1-6-35-16,3-6 13 0,2-4 1 0,-2-5 8 15,3-5-324-15,-1-6 158 0,4-3 79 0,-2 0-543 16,-3-6 268-16,1-8 104 0,-1-4 98 0,0-8-354 16,-3-2 220-16,-2-4 110 15,-1-4 47-15,0-5-225 0,-2 7 144 0,-3-2 75 16,1 4 102-16,-2 10 0 0,0-2 0 0,0 5 0 16,0 2-11-16,0 7 8 0,0 1-1 0,2 6-29 15,-1 1 503-15,2 0-259 0,4 2-122 0,3 0 599 16,3 2-328-16,0 4-164 0,3 7-73 0,0-1 283 15,1 4-186-15,0-1-94 0,-2 0-47 16,4 0 27-16,-3-1-29 0,2 0-8 16,-4-3-419-16,2 0 192 0,-2-3 95 0,0 0-704 0,-3-1 407 15</inkml:trace>
  <inkml:trace contextRef="#ctx0" brushRef="#br0" timeOffset="177396.04">26510 8926 1556 0,'1'-11'0'0,"1"3"0"0,0 3 0 0,-2 3 0 0,0 2 0 0,0 13 0 0,-13 24 0 0,-8 16 660 0,-6 11-305 0,-9 22-165 15,-8 8 154-15,-10 30-156 16,-9 13-78-16,-17 42 214 0,-8 8-138 0,-22 50-4 16,13-12-182-16,1 8-649 0,7 2 357 0</inkml:trace>
  <inkml:trace contextRef="#ctx0" brushRef="#br0" timeOffset="178815.1">27531 8813 771 0,'-5'-28'0'0,"5"11"0"0,0 6 0 0,3-1 0 0,10 1 0 0,6-3 0 0,1 2 271 0,3 3-118 0,5 5-53 0,4 2 94 15,-2 2-80-15,2 0-41 0,0 17 0 0,-4 4-40 16,-1 6 8-16,-4 4-8 0,-2 8 15 0,-9-1-56 15,-4 3 20-15,-7 2 0 0,-1-1 29 16,0 8-8-16,-11-5-1 0,-8 0 1 16,-2-1-36-16,1-8 44 0,-9 3-9 0,9-12-28 15,-3-4 66-15,0-2-54 0,2-10 11 0,-2-1 49 16,1-9-6-16,0-1-35 0,4 0-5 0,1-7 19 16,6-10-16-16,2-3 8 0,3-9-41 0,6 1 33 15,0-2 0-15,6 0-1 0,13 0-66 0,0 2 38 16,8 2-8-16,1 3-18 0,3 3 22 0,-1 3-12 15,2 2 32-15,1 4-27 0,-3 1-3 16,2 0 11-16,-4 3 12 0,-1 0-80 16,-1 0 37-16,-6 0 15 0,1-2-44 0,-1 1 27 15,-6 2-1-15,-2-3 26 0,-3 2 5 0,0 1-11 16,-5 3 8-16,-1 1 117 0,0 0-57 0,1 0-32 16,-3 2 0-16,1 0 227 0,1 0-120 0,0 6-42 15,-1 7-34-15,1 1 223 0,-1 5-122 0,0 3-53 16,-1 3 38-16,-1 0-53 0,0 1-27 0,0-2 115 15,0-3-175-15,0 4 0 0,0-5 0 0,0 0-236 16,0-4 173-16,0-1 48 0,0-5 24 0,-1-1-269 16,-4-2 138-16,1-3 31 15,-2-2 49-15,-1-2-271 0,-2 0 141 0,3-6 59 16,-4-9-51-16,2-8 66 0,1-3 33 0,2-7 0 16,-3-9-9-16,3 3-7 15,-2-16 48-15,2-7-72 0,3 11 36 0,2-5 0 0,0 4 36 0,0 9-62 16,7-1 36-16,5 7-1 0,1 7 27 0,4 5 120 15,3 6-59-15,-2 6-39 0,6 4 251 0,-1 3-132 16,0 4-45-16,2 2-40 16,-4 0 217-16,-1 6-92 0,0 7-36 0,-1 6-11 15,-7 1-34-15,-1 5 0 0,-6 2-34 0,-3-6 10 16,-2 12-11-16,0-6 1 0,-7-1-49 0,-4-2 24 16,0-4 9-16,-3-1 16 0,0-2-155 0,-1-3 78 15,2-3 19-15,-1-2 25 0,5-4-429 0,-1 1 211 16,2-2 77-16,-1-1-206 0,3 4 158 0,-4 1 77 15</inkml:trace>
  <inkml:trace contextRef="#ctx0" brushRef="#br0" timeOffset="179078.07">27368 9311 1403 0,'-14'-1'0'0,"5"1"0"0,6 0 0 0,-1 0 0 0,4 0 0 0,0 0 0 0,0 0 267 0,7 0-117 16,20 0-50-16,8 0 157 0,8 0-113 0,8 0-55 15,15-3-28-15,-2-3 301 0,-4 0-157 0,21 1-90 16,-6 0 76-16,-3 0-79 0,-3 3-40 0,-4-1 1 16,-10 0-117-16,4 3 34 0,-9 0 22 0,-3 0-252 15,-10 0 136-15,1 0 68 0,-5 0 43 0,-4 3-176 16,-9-3 64-16,-2 0 62 0,-6 0-61 15,-4 0-402-15,-4 0 229 0,-3 0 126 16,-1 0-320-16,-1 0 220 0,-12 0 109 0</inkml:trace>
  <inkml:trace contextRef="#ctx0" brushRef="#br0" timeOffset="179398.99">27655 9510 770 0,'-12'0'0'0,"5"0"0"0,2 0 0 0,3 0 0 0,2 0 0 0,0 0 516 16,2 0-241-16,13 0-121 0,1 0-61 0,4 8 137 16,2 3-103-16,-2 2-47 0,1 3 167 0,-1 5-107 15,0 0-54-15,-8 0-19 0,6 5-39 0,-10-2 5 16,1 3-1-16,-4-3-93 0,-3-3 47 0,-2 1 31 16,0 1-7-16,-7-4-41 0,-8 2 32 0,-2-5 0 15,-5 0 32-15,4-8-32 0,-7 4 21 0,0-7-42 16,0-3 10-16,1 0 1 0,4-2 16 0,-3 0-7 15,2 0-3-15,2-7 15 0,6-3-4 16,2-1-88-16,1-2 42 0,6 2 5 16,1-4 38-16,3 1-61 0,0 1 27 0,0 2-14 15,7 0 37-15,7 1-132 16,0 1 63-16,3-1 18 0,5 3-84 0,1-1 45 0,-1 3 31 16,4 1-297-16,4 1 168 0,-2-1 81 0,2 2 40 0,0 1-410 15</inkml:trace>
  <inkml:trace contextRef="#ctx0" brushRef="#br0" timeOffset="179567.54">27964 9655 1134 0,'0'0'0'0,"0"0"0"0,0 0 0 0,0 0 0 0,0 0 0 0,0 0 0 0,0 0 634 16,5 0-301-16,7 0-150 0,4 0-75 0,3 0 344 16,-3 0-214-16,3 0-102 0,-1 2-68 0,2 3 0 15,-4 2-35-15,0 2 8 0,-2-2-365 0,-2 2 178 16,-3 0 90-16,0 3-599 0,-2-1 344 0,-1-4 166 15,3 4 83-15,1-1-641 0</inkml:trace>
  <inkml:trace contextRef="#ctx0" brushRef="#br0" timeOffset="179761.02">28341 9525 1000 0,'1'-13'0'0,"1"4"0"0,-2 5 0 0,0 0 0 0,0 2 0 0,0-1 0 0,0 3 0 0,0 7 591 0,-5 15-279 0,-5 2-140 16,-7 12 450-16,-1 4-294 0,-5 4-140 0,-9 13-81 15,2-2 134-15,-4 1-104 0,1 2-53 0,-1 2 229 16,6-3-313-16,-9 12 0 16,7-4 0-16,-2 0 0 0,5-3-174 0,-1-4 172 15,4-9-512-15,4-2 269 0,4-10 139 0,0-3 69 16,5-9-694-16,4-3 336 0,2-9 172 0,5-2 100 16,0-5-196-16</inkml:trace>
  <inkml:trace contextRef="#ctx0" brushRef="#br0" timeOffset="179969.46">28712 9295 1618 0,'9'-24'0'0,"3"13"0"0,2 8 0 0,2-3 0 0,-2 0 0 0,2 0 0 0,-2 5 0 0,4-3 502 0,2 2-235 0,-2-2-117 0,5 2 3 0,-2-2-52 0,7 1-39 15,-5-1 1-15,4 1-144 0,-5-2 57 0,0 4 29 16,-2-1 7-16,-5 2-513 16,-2 0 266-16,-5 2 135 0,-2 13-705 0</inkml:trace>
  <inkml:trace contextRef="#ctx0" brushRef="#br0" timeOffset="180133.03">28899 9547 2313 0,'-13'6'0'0,"2"2"0"0,4-1 0 0,2-1 0 0,1-4 0 0,4 1 0 0,0 1 0 0,0-2 0 0,4 2 396 0,8-3-182 16,6-1-90-16,1 0 162 0,0 0-126 0,5 0-56 15,-1 0-132-15,-2 0 30 0,0-1 0 0,0-5 31 16,-1 1-655-16,-2 3 336 0,-3 0 155 0,0 2 82 16</inkml:trace>
  <inkml:trace contextRef="#ctx0" brushRef="#br0" timeOffset="181224.37">29472 9421 686 0,'-5'-2'0'0,"2"1"0"0,-2-1 0 16,0-1 0-16,1 0 0 0,1 1 0 0,-2 1 0 0,4-2 0 0,1 2 127 0,-1-1-38 0,1 2-33 0,0 0 207 0,0 0-115 0,0 0-57 15,0 0-30-15,2 0 158 0,11 0-98 0,4 0-43 16,7 0-23-16,1 0 188 16,5 0-104-16,-1 0-46 0,0-2 80 0,0 0-70 15,-1-2-35-15,-6 3 6 0,2-1-21 0,-5 0 9 16,0 0-30-16,0 0-8 0,-5 0 9 0,-4 2 0 16,3-1 0-16,-4 1-50 0,-2-2 21 0,0 2 0 15,-2-1 28-15,-2-2-106 0,-1 0 41 0,1 2 37 16,-3-1-176-16,3-2 90 0,-3 0 24 0,0 1 28 15,0-3-203-15,0 2 102 16,0 0 37-16,0 0-281 0,0 3 172 0,-3-1 84 16,3 1 44-16,0 1-181 0,0 0 117 0,0 1 52 15</inkml:trace>
  <inkml:trace contextRef="#ctx0" brushRef="#br0" timeOffset="181686.14">30077 9226 1032 0,'-9'-7'0'0,"6"1"0"15,-4-1 0-15,2-3 0 0,2-1 0 0,0-2 0 0,3-1 0 0,0 1 0 0,0-1 0 0,0-2 0 0,0 1 117 0,1 0-42 0,4 1-21 0,7-1 127 0,0 1-79 16,2 1-34-16,4 3 105 0,1 1-71 0,3 2-34 15,2 3 8-15,4 2 80 16,1 2-62-16,-1 0-30 0,-3 6 0 0,0 7 8 16,-6 2 9-16,2 6-48 0,-4 1 35 0,-4 4 0 15,-2 1-36-15,-5 3 1 0,-6 2 48 0,0 1-8 16,0 3-41-16,-5 6-19 0,-12-5 20 0,-2 1 0 16,-2-5 8-16,-9 9-58 0,-2-7 25 0,2-1 1 15,-2 0-11-15,-1-6-3 0,3-3 45 0,-2-3-30 16,-1-3-56-16,1-6 23 0,2-4 0 0,1-3 12 15,9-3 16-15,-4-3-8 16,6 0 11-16,3 0 148 0,5 0-71 0,4-3-33 16,2 0 4-16,1 0 146 0,3 2-84 0,0-2-42 15,0 1-22-15,11 1 173 0,3-1-227 0,7 2 0 16,3 0 0-16,1-2 0 0,2 2 0 0,-1 0 0 16,0 0-196-16,4 0 146 0,-2 0 41 0,-1 0-474 15,3 0 239-15,-3 0 80 0,2 0 76 0,-1 0-524 16,-1 2 289-16,-4 0 146 0,2-2-388 0,-3 0 258 15,2 0 142-15</inkml:trace>
  <inkml:trace contextRef="#ctx0" brushRef="#br0" timeOffset="182078.56">30569 9324 1444 0,'0'0'0'0,"2"0"0"0,-1 2 0 0,3 1 0 0,0 4 0 0,5 0 0 0,1 0 0 0,3 1 0 0,6-1 229 0,0-1-90 0,3-2-57 0,1-1 119 0,-2-3-85 0,6 0-41 16,-4 0-21-16,-1 0-38 16,-1-9 17-16,3 0-1 0,-4-3-33 0,-3 0-1 15,1-2 35-15,-8 2 8 0,2-4-121 0,-7 2 57 16,0 0 27-16,-5-1-130 0,0-2 75 0,0 0-3 16,0-3 31-16,-5 2-122 0,-7-4 67 0,2 2 12 15,-4 1-14-15,-2 4 14 0,0-1 6 0,-3 5 19 16,-3 3 88-16,1 5-38 0,-4 3-1 15,1 0-44-15,-3 9 101 0,-1 12-43 0,1 3-21 16,-2 10 223-16,10-2-113 0,2 0-38 16,2 4-10-16,3 1 246 0,7 2-139 0,1-1-66 15,4-2 103-15,0 0-79 0,0-4-52 0,7 0-21 16,7-4-11-16,1-4-11 0,0-3 0 16,1-7 8-16,6 2-84 0,0-9 38 0,1-3 1 0,2-2-231 15,2-2 134-15,-5 0 75 0,10-4-16 16,-5-5-406-16,2-3 169 0,-1-1 124 0,-4 0-267 0,-2 2 187 15,7-6 105-15,-7 2 48 16,-3-2-313-16,0-2 181 0</inkml:trace>
  <inkml:trace contextRef="#ctx0" brushRef="#br0" timeOffset="182398.71">31009 8804 1436 0,'0'-17'0'0,"0"8"0"0,6 1 0 0,3 2 0 0,1-1 0 0,0-1 0 0,3 3 0 0,4 1 0 0,2 2 221 16,-3 2-94-16,1 0-47 0,0 0 128 0,-5 4-87 15,-1 7-36-15,-4 2-1 0,-4 4-26 0,-1 2 0 16,-2 0-26-16,0 2-38 0,-5-1 47 0,-8 5-9 16,-4-5 1-16,-1-1-49 0,-1-3 24 0,0-4 0 15,1-1-44-15,0-1 30 0,1-3 16 0,3-3 0 16,3-2 40-16,3 0-30 15,0-2-21-15,5 0 17 0,2 0 147 0,1 0-70 16,0 0-30-16,0 0 48 0,1 2-26 0,13-1-30 16,1 1 0-16,4-2-45 0,0 2 0 0,5 0 23 15,-1 0-173-15,4 0 83 0,-1 0 44 0,-4 0 24 16,4-1-544-16,-3-1 265 0,-1 2 94 0,-1 1-448 16,3-3 295-16,-5 1 147 0,-1-1 74 0</inkml:trace>
  <inkml:trace contextRef="#ctx0" brushRef="#br0" timeOffset="182636.87">31311 8783 1006 0,'-13'-15'0'0,"10"4"0"0,-2 5 0 0,5-1 0 0,0-5 0 0,3 2 0 0,15 6 0 0,-1-2 222 16,10 4-95-16,-5 2-39 0,8 0 229 0,-4 0-142 16,-4 4-72-16,4 7-34 0,-11 1 21 0,2 2-20 15,-4 1-8-15,-3 2-95 0,-7 2 33 0,-1 0 0 16,-2-1 33-16,-3 1-105 0,-18 2 49 0,0 0 27 15,-7-4 1-15,-2-1-159 16,-2-1 87-16,0-2 6 0,2-2-53 0,0-2 26 16,1-4 37-16,9-1-13 0,2-4-166 0,4 0 90 15,6 0 58-15,5 0-168 0,3-2 108 0,1-4 55 16,21-4 27-16,4-1-214 0,12-2 125 16</inkml:trace>
  <inkml:trace contextRef="#ctx0" brushRef="#br0" timeOffset="182825.36">31744 8758 907 0,'13'-16'0'0,"1"1"0"0,-8 6 0 0,-1-5 0 0,-5 3 0 0,0 0 0 0,-9 3 0 0,-12 3 0 0,-1 3 285 0,-1 0-126 0,-5 2-55 15,-2 0 70-15,0 12-71 0,-1 4-35 0,3 1 0 16,4 2 159-16,7-3-89 0,4 3-57 0,2 2 68 16,3-2-59-16,8 3-28 0,0-3 0 0,0 2-51 15,11-2-8-15,4-1 30 0,3 1-1 0,0-4-193 16,1 0 97-16,1-2 56 0,-2 1-457 0,4-3 213 15,-5 0 126-15,1 1 16 16,-1-1-236-16,-2 2 148 0</inkml:trace>
  <inkml:trace contextRef="#ctx0" brushRef="#br0" timeOffset="183741.49">31814 9189 683 0,'6'0'0'0,"-1"0"0"0,-3 0 0 0,2 0 0 0,-2 0 0 0,-2 0 384 16,0 0-168-16,0 4-95 0,-8 3 296 0,2 0-192 16,-4 3-96-16,4 1-48 0,-5 0 62 0,3 1-59 15,3-3-26-15,0 2 1 0,0-2 36 0,-1 1-30 16,3 0 7-16,2-3-15 0,-1 0-1 0,0-1-23 16,2-2 0-16,-3 0-34 0,3 0 42 0,0-3-8 15,0 2-1-15,0-3-26 0,0 0-1 0,0 1 28 16,0-1-26-16,-5 0 25 0,4 0-15 0,-3 0 12 15,1 0-22-15,-1 0 19 16,2 0-7-16,-3 0-27 0,2 0-6 0,0 0 35 16,-2 0-4-16,3 0-42 0,-1 0 23 0,0 0-3 15,1 0-16-15,-2 0 0 0,1 0 27 0,1 0 5 16,2 0-57-16,-1 0 25 0,1 0-8 0,0 0-2 16,0 0-9-16,0 0 39 0,0 0-11 0,0 0-76 15,0 0 32-15,0 0 22 0,0 0-16 0,0 0 21 16,0 0-4-16,0 0 13 15,0 0 66-15,0 0-32 0,0 0-4 0,-2 0-29 16,0 0 102-16,2 0-45 0,-1 0-16 0,1 0-1 16,-2 0-13-16,2 0-10 0,-3 0 33 0,3 0-133 15,0 0 57-15,0 0 24 0,0 0 4 0,0 0-86 16,0 0 38-16,0 0 28 0,0 0-5 0,0 0 0 16,0 0 0-16,0 0 18 0,0 0 65 0,0 0-29 15,0 0-6-15,0 0-30 0,0 0 82 16,0 0-36-16,0 0-11 0,0 0-14 0,3-1 15 0,0-2-17 15,1 2 27-15,-1-2-98 16,0 2 40-16,1-1 0 0,-2 2-3 0,0 0-1 16,-2 0 21-16,1 0 5 0,-1 0 34 0,0 0-1 15,0 0-45-15,0 0 158 0,0 0-69 0,0 0-36 16,0 0-10-16,0-2 62 0,0 0-26 0,0 0-23 16,0 0 12-16,0 1 16 0,0-2-5 0,2 2 0 15,-2-2-47-15,0-1 22 0,0-1 12 0,0 4-2 16,0-4-14-16,0 2 5 0,0-1-5 0,0 1-1 15,0-2-2-15,-3 0 11 16,-1 1-17-16,-1 1 19 0,1-3-14 0,3 1 3 16,-3-1 22-16,3 2-27 0,-4-1 14 0,3 1-6 15,-1 0-23-15,0-2-1 0,-3 4 23 0,-1-2 3 16,1 3-20-16,-4-1 15 0,-4 2-4 0,-2 0-34 16,-1 0 34-16,-5 0 2 0,-2 5-2 0,-2 3 37 15,-1 2-38-15,-1 1 1 0,3 0-2 0,7-3 32 16,-1 5-5-16,4-3-24 15,5 2 61-15,3-1 90 0,4-1-171 0,3 1 0 16,0 2 0-16,0 0 0 0,8 0 0 0,6-1 0 16,-1 2 0-16,6 0 0 0,-5 1 0 0,4 0-258 15,-2 0 187-15,-1 0 27 0,0 2-36 0,-3 0 20 16,-2 0 27-16,0-1-13 0,-5 2 0 0,2-3-30 16,-5 1 25-16,-2-3-10 15,0 1 66-15,-2-1-10 0,-10-2-26 0,-1-1-8 16,-3-3 144-16,-3-1-64 0,-7 1-29 0,4-3 70 0,-5-2-45 15,-1-2-10-15,1 0 1 0,4 0-134 16,-5 0 52-16,7 0 33 0,-1-2-157 0,6-6 83 16,8 2 42-16,1-1 10 0,5-4-501 0,2 0 256 15,12-1 128-15,11 1-502 0,7 3 307 0,11-4 165 16</inkml:trace>
  <inkml:trace contextRef="#ctx0" brushRef="#br0" timeOffset="183913.03">31747 9474 1517 0,'16'-7'0'0,"-6"5"0"0,1 0 0 0,-6 2 0 0,-4-2 0 0,1 2 0 0,-2 0 0 0,0 0 0 0,0 2 546 0,-2 9-257 0,-4 0-127 16,-2 4-57-16,3-2 132 0,-3 5-102 0,5-4-52 15,0 2-96-15,1-3 23 0,2-2 9 0,0 4 13 16,0-5-374-16,0-1 187 0,0 0 94 0,0-1-459 16,4-2 278-16,0-3 39 0,-4-1 98 0,6-2-380 15,-4 0 226-15,0 0 113 0,-1-11-152 0</inkml:trace>
  <inkml:trace contextRef="#ctx0" brushRef="#br0" timeOffset="184244.8">31879 9016 1640 0,'8'-23'0'0,"5"9"0"16,0 7 0-16,2 4 0 0,0 1 0 0,0 2 0 0,0 0 0 0,0 0 0 0,2 19 223 0,-5 3-86 0,-4 7-57 0,-3 8 118 0,-2 7-83 15,-3 2-41-15,-3 5 109 0,-10 0-67 0,-4 0-45 16,-2-3-1-16,4-1-97 15,-3-2 30-15,3-3-1 0,7-12 39 0,0-6-139 16,0-3 65-16,5-8 33 0,0-6-233 0,1-3 122 16,2-4 27-16,0-2 45 0,5-20-65 0,6-3 0 15,3-2 44-15,1-6-69 0,2 1 40 0,-1-1 33 16,5-1-1-16,-1 4 73 0,-2 3-24 0,-2 11-9 16,-2 0-16-16,-1 9 198 0,-4 1-84 0,1 5-55 15,-1 1 275-15,-4 7-130 0,1 13-54 0,-4 5-50 16,-2 5 206-16,0 2-120 15,0 2-60-15,3-2-22 0,-1 0-13 0,1-3 0 16,2-8-25-16,6 2-131 0,0-6 65 0,3-1 41 16,-1-8-8-16,6-2-357 0,-5-4 166 0,2-2 107 15,-3 0-588-15,2 0 311 0,0 0 169 0,-4-10 79 16</inkml:trace>
  <inkml:trace contextRef="#ctx0" brushRef="#br0" timeOffset="184654.48">32408 9222 1146 0,'0'-10'0'0,"0"5"0"0,0 4 0 0,9 1 0 0,-1 0 0 0,2 0 0 0,2 0 0 0,1 1 468 0,0 11-218 0,4-1-108 15,-2 4 173-15,4 0-145 0,-4 0-69 0,0 2-34 16,2-2-106-16,-2 0 35 0,0 0 9 0,0-4-377 16,-4 1 202-16,3-3 101 0,-3 1 51 0,2-3-658 15,-7-1 324-15</inkml:trace>
  <inkml:trace contextRef="#ctx0" brushRef="#br0" timeOffset="184830.01">32822 8952 997 0,'3'-4'0'0,"7"4"0"0,-7 2 0 0,0 15 0 0,-3 11 0 0,-8 12 0 0,-17 17 505 0,-2 2-236 0,-8 9-110 0,-11 19 272 0,0-1-199 16,-5 9-100-16,-10 18-49 0,-2-3-35 15,1-6-7-15,-24 37-9 0,7-8 1 0,1-2-223 16,4-8 111-16,10-12 56 0,20-20-759 0</inkml:trace>
  <inkml:trace contextRef="#ctx0" brushRef="#br0" timeOffset="185023.49">32749 10090 2519 0,'2'-32'0'0,"15"29"0"0,-4 3 0 0,-2 0 0 0,-8 0 0 0,0 0 0 0,-3 0 0 0,-9 2-69 0,-12 4 52 0,-1 0 24 0</inkml:trace>
  <inkml:trace contextRef="#ctx0" brushRef="#br0" timeOffset="186054.05">8280 10730 880 0,'-6'-4'0'0,"3"3"0"0,3 1 0 0,0 0 0 0,0 0 0 0,0 0 325 15,0 7-146-15,0 10-73 0,5 8 122 0,4 2-89 16,1 14-58-16,1-3 160 0,0 7-105 0,0 5-51 16,1 3-26-16,-3 0 57 0,0 4-45 0,-1 1 0 15,2 0-39-15,-5 2-48 0,0-5 24 0,2-1 8 16,-5-3 17-16,-1-6-179 0,1-9 90 0,-2-5 44 16,0-7-311-16,0-8 146 0,0-2 90 15,0-10-184-15,-8-4 123 0,3-1 41 16,-1-23 37-16,3-12-328 0,-2-13 186 0,0-4 90 15</inkml:trace>
  <inkml:trace contextRef="#ctx0" brushRef="#br0" timeOffset="186248.34">8268 10935 1283 0,'-6'-35'0'0,"4"8"0"0,-1 3 0 0,3 5 0 0,0 4 0 0,3 0 0 0,11 2 0 0,7 2 244 0,3 2-105 0,4 0-53 0,2 6 287 16,2 1-169-16,-2 2-78 0,2 0-51 0,-4 14 100 15,1 4-71-15,-6 2-35 0,-5 3-47 16,-5-2 19-16,-2 6-8 0,-5 1-25 15,-4-3 24-15,-2 2 1 0,-4-1 0 0,-11 0-20 16,-6-3-7-16,0-2 26 0,-2-5 1 0,-4-1-175 16,5-2 95-16,-7-3 2 0,8-5 33 0,1 2-440 15,3-4 218-15,8 1 81 0,0 1-441 0,4 1 285 16,5 2 138-16</inkml:trace>
  <inkml:trace contextRef="#ctx0" brushRef="#br0" timeOffset="186427.87">8725 11333 981 0,'5'4'0'0,"1"0"0"0,-6-1 0 0,0 0 0 0,0 0 0 0,0 3 0 0,0 0 584 0,-6-1-267 16,2 3-147-16,3-1-68 0,-2 4 93 0,-4 3-81 0,4-3-41 16,-3 2-165-16,3 0 59 0,-4 0 33 0,2-2-428 15,1-1 230-15,1-2 114 16,-1-2 65-16,3-4-336 0,1-2 176 0</inkml:trace>
  <inkml:trace contextRef="#ctx0" brushRef="#br0" timeOffset="186722.09">8992 11049 1645 0,'1'0'0'0,"5"0"0"0,-1 12 0 0,0 1 0 0,0 2 0 0,1 7 0 0,1 5 0 0,4 1 276 0,1 6-121 0,2-2 311 15,6 2-217-15,-1-1-108 0,3 1-46 0,2-5 14 16,3-3-37-16,1-5-1 0,2-7-38 0,-2-4-68 16,-3-8 42-16,7-2-7 0,-9 0 32 0,2-13-181 15,-4-12 91-15,-3-3 46 0,-4-4 30 0,-5-1-177 16,-3-5 51-16,-5 0 62 0,1-1-125 0,-2-3 71 16,0-2 1-16,-7-2 33 0,-4-1 33 15,-3-1 0-15,-2-6 0 0,-2 0-33 16,0 0 8-16,-3 1 25 0,2 9 1 0,3 14-126 15,-1 9 63-15,-2 6-155 0,0 11 112 16,-2 4 53-16,5 19-246 0,-2 20 149 0,4 6 74 16,3 6 30-16,-3 4 8 0</inkml:trace>
  <inkml:trace contextRef="#ctx0" brushRef="#br0" timeOffset="186935.52">8944 11540 1211 0,'-16'15'0'0,"5"-8"0"0,1-1 0 0,3-6 0 0,1 0 0 0,6-13 131 15,0-13-48-15,4-2 255 0,17-2-144 0,9-12-85 16,11-3-38-16,3 4 78 0,6 2-59 0,-1-1 78 16,-6 14-60-16,3 2-41 0,-2 6 0 0,-9 13-35 15,3 3 1-15,-5 2 35 0,-2 13-27 0,-3 10-8 0,-5 5 40 16,-2 2 1-16,-3 4-41 16,-1-1 53-16,-2 1-19 0,1-2-8 0,0-4-88 15,5-4 31-15,1-5 0 0,5-2-410 0,0-7 208 16,6-5 107-16,1-5 35 0,1 0 34 15,4-7 0-15,-1-9-755 0</inkml:trace>
  <inkml:trace contextRef="#ctx0" brushRef="#br0" timeOffset="187127.01">9884 11010 1706 0,'-13'0'0'0,"7"0"0"0,6 0 0 0,0-2 0 0,1-3 323 0,13-5-145 0,9-1-64 0,4 0 158 0,8 0-120 16,0-3-60-16,3 3-29 0,-3 1 0 16,1 5 65-16,-1 0-52 0,0 4-426 0,-3-2 191 0,-2 3 96 0,-10 0 48 15,3 0 32-15,-4 3-659 0,-4 1 327 16,-6 2-451-16</inkml:trace>
  <inkml:trace contextRef="#ctx0" brushRef="#br0" timeOffset="187322.06">10220 10560 1231 0,'-4'-8'0'0,"3"5"0"0,-1 0 0 0,2 3 0 0,-2 0 0 0,-3 7 0 0,2 14 309 0,-3 10-142 0,-5 8 421 16,-4 8-277-16,-5 11-139 0,-3 0 264 16,0-3-194-16,-7 16-109 0,2-7-49 0,0 0-27 15,-1-2 1-15,-1 0-54 0,7-9 9 0,-4 1-406 16,1-3 213-16,3-6 106 0,7-13-295 15,4-8 200-15,6-9 110 0,1-6 41 0,5-5 26 16,0-4-883-16</inkml:trace>
  <inkml:trace contextRef="#ctx0" brushRef="#br0" timeOffset="187577.37">10015 11268 1252 0,'5'7'0'0,"6"8"0"0,-6 0 0 0,-3-2 0 0,0 2 0 0,-2 4 0 0,0 0 67 0,0 0 432 16,0-2-234-16,0-1-115 0,-4-2 38 15,2-5-77-15,0 2-491 0,1-3 202 0,-1-2 106 0,2-5 52 16,0 1 27-16,0-2 7 0,0 0-528 16,0-9 258-16,0-7 128 0,0-2-185 0,0-3 125 15,0 1 53-15,0-1 55 0,0 0 24 0,0 4 0 0,2 3 338 16,3 1-157 0,2 1-88-16,4 3-30 0,3 1 0 0,2 2 450 15,3 3-244-15,2-1-46 0,1 2 301 0,5 2-221 16,-3 0-108-16,3 0-35 0,-3 0-36 0,-4 4 0 15,3 1-27-15,-2 1-8 0,-3 0-313 0,0-2 157 16,-7-3 78-16,-3 2-687 0</inkml:trace>
  <inkml:trace contextRef="#ctx0" brushRef="#br0" timeOffset="187829.7">10220 11020 1465 0,'0'0'0'0,"2"1"0"0,2 9 0 0,-1 5 0 0,-1 1 0 0,0 9 0 0,-2 3 0 0,0 6 218 0,0 2-93 0,-6 0 36 16,-3 1-68-16,-3 1-31 0,0-3 1 0,-3 1-30 0,0-4 0 0,0-2 5 15,-1-4-5-15,5-7-1 0,-2-1 5 16,6-7-5-16,-1-2 213 16,3-2-98-1,3-5-61-15,-1 0 537 0,3-1-565 0,0-1-26 0,8 0 1 0,9 0 211 0,6 0-42 16,3 0-202-16,2 0 0 0,4 0 0 0,0 0 0 0,0 0 0 15,0 0 0-15,-2 0 0 0,-2 0 0 16,1 2 0-16,-1 4 0 0,-5 2-1201 0</inkml:trace>
  <inkml:trace contextRef="#ctx0" brushRef="#br0" timeOffset="188561.23">10941 11219 801 0,'-16'-8'0'0,"4"2"0"0,3 1 0 0,3 1 0 0,2-1 0 0,3-1 0 0,1-3 0 0,0-1 315 0,1 1-141 0,12-2-71 16,8-1 118-16,0 7-86 0,8 1-56 0,-2 2 33 15,1 2-39-15,0 6-1 0,-3 11-39 0,-2 3 46 16,-5 5-8-16,-3 3-38 0,-4 1 0 0,-5 4 44 16,-4 1-22-16,-2-1 8 0,0 3-31 0,-4-4 61 15,-9-2-30-15,-4-2 0 0,-1-3-20 0,-2-7-2 16,-4 1-8-16,2-6-35 0,1-3 0 16,-2-4 35-16,0-4 0 0,5-2-241 0,1 0 102 15,4-2 65-15,4-6 10 0,3-5-412 16,6-5 213-16,0 1 64 0,10-6 52 0,10-1-320 15,4 3 201-15,1-4-245 0</inkml:trace>
  <inkml:trace contextRef="#ctx0" brushRef="#br0" timeOffset="188761.69">11341 11172 1216 0,'2'-10'0'0,"-2"3"0"0,0-1 0 0,-2 1 0 0,-9 1 0 0,2 3 0 0,-7 2 0 0,4 1 343 0,-2 0-156 0,1 0-77 16,0 6-38-16,0 7 79 0,4 4-63 0,-3 2-28 15,5 6 0-15,1 0 101 0,2 2-64 0,4-3-24 16,0 7-11-16,0-4 0 0,0 0-29 0,8-2-111 16,1-7 64-16,8 7 19 0,1-9 0 0,3-3-379 15,2-1 191-15,2-5 104 0,-2-2 12 0,9-5-500 16,1 0 268-16,1-3 132 0,-4-8 68 16</inkml:trace>
  <inkml:trace contextRef="#ctx0" brushRef="#br0" timeOffset="189155.16">11686 11074 770 0,'0'-7'0'0,"0"2"0"0,-7 4 0 0,0-2 0 0,-4 3 0 0,-1 0 211 16,1 0-81-16,2 12-52 0,-3 9 257 0,5 2-152 15,0 7-74-15,-2 9 175 0,7-3-117 0,2 11-71 16,0-6-32-16,0-7 116 0,11 1-74 0,3-2-37 16,5-5 9-16,6-6 3 0,0-5-24 0,4-7 1 15,2-4-26-15,1-6-86 0,3 0 51 0,-3-11 14 16,2-13 0-16,-11 0-75 0,2-6 48 0,-2-4 25 16,-6-2 7-16,-2-7-300 15,-6 4 145-15,-6-2-120 0,0-1 98 0,-3 0 67 16,0 7 5-16,-4-10 21 0,-11 4 1 0,-4 1 34 15,-1 0 0-15,-5 6 45 0,2 7-31 0,-3 6 8 16,0 6 37-16,2 9-30 16,-3 6 1-16,1 0 163 0,0 10-83 0,3 11-24 0,3 1-31 0,2 3 56 15,8-7-36-15,-1 5 4 0,8 0-3 0,1-1-184 16,2 4 76-16,2-5 44 0,12 0 0 0,6-2-424 16,2-1 216-16,3 1 84 15,5-3-155-15,0 0 134 0</inkml:trace>
  <inkml:trace contextRef="#ctx0" brushRef="#br0" timeOffset="189362.01">12148 11054 1607 0,'0'0'0'0,"0"0"0"0,0 0 0 0,0 0 0 0,0 0 0 0,0 3 0 0,7 5 0 0,0 3 0 0,4 2 615 16,5 1-296-16,-4 1-23 0,4-2-132 0,-2 5-65 15,4-1-34-15,-2 0-93 0,-2 0 27 16,-2-3-1-16,2 2 35 0,-3 0-448 0,-2-4 224 16,-2 1 119-16,2-1-589 0,-4-3 293 0,1 0 187 15,-3-3-18-15</inkml:trace>
  <inkml:trace contextRef="#ctx0" brushRef="#br0" timeOffset="189561.5">12444 10999 1493 0,'0'-3'0'0,"0"0"0"0,0 2 0 0,0 1 0 0,-2 0 0 0,-2 0 0 0,1 15 546 16,-3 6-261-16,-2 5-126 0,-5 9-63 0,-1 5 157 15,-2 7-110-15,-3 3-47 0,-3 13-36 0,-1-8 175 16,2 4-101-16,3-10-92 0,-3 8-10 16,2-5 9-16,3-3-8 15,-2 0 0-15,4-7-402 0,2-6 201 0,3 0 108 16,3-12 43-16,4-1-583 0,2-8 249 0,0-4-150 15,0-8 235-15,6-3 108 0</inkml:trace>
  <inkml:trace contextRef="#ctx0" brushRef="#br0" timeOffset="190014.89">12679 10875 1167 0,'9'-17'0'0,"8"10"0"0,7-1 0 0,2 1 0 0,1-3 390 0,-1 3-179 16,1-1-89-16,1 2 0 0,0 2-45 0,2 3-14 16,0-1-8-16,-1 2-169 0,0 0 73 0,-1 0 37 15,-3 0 0-15,-4 3-456 0,-3 1 230 16,-1 1 115-16,-6-4 58 0,-1 2-362 0,-4-2 193 16,-5-1-52-16,-1 0 132 0,0 0 73 0,-5 0 73 15,-9 0 0-15,1 0 0 0,-2-1 0 16,-1-2 0-16,-2 3 55 0,4 0-40 0,-2 0-23 15,2 0-1-15,2 0 325 0,-1 0-171 16,2 3-40-16,1 0-60 0,-1 2 375 0,2 3-194 0,-1 2-88 16,1-1 47-16,-2 4-76 0,-3 0-38 0,0 6-18 15,-4 1-20-15,4-3 8 0,-7 6-8 0,2-1 0 0,-1 3-31 16,-3-2 0-16,4-1 31 16,4-6-30-16,0 3 30 0,5 1 0 0,3-6-1 15,4 1 76-15,1 1-37 0,2-4 7 16,0 4 28-16,0-4-36 0,2 6-1 0,3-1-36 0,0 2 22 15,3-1-14-15,-5 5-8 0,4-3-118 16,-5 3 59-16,-1 0 30 0,1-1 8 0,-2-1 20 0,0-2-126 16,0-5 58-16,0 0-373 0,0-5 186 0,0-1 106 15,0-5 19-15,0-1-334 0,0-2 200 16,0 0 99-16,0-5 50 16,0-12-295-16,0-8 176 0</inkml:trace>
  <inkml:trace contextRef="#ctx0" brushRef="#br0" timeOffset="190279.75">12713 11108 866 0,'0'-11'0'0,"0"0"0"0,1 1 0 0,7 2 0 0,4 1 60 0,8 0 280 0,4-1-158 0,6 1-75 16,8-4-37-1,-1 1 224-15,5 0-130 0,-7 3-58 0,5 2 10 0,-5-1-42 16,1 4-21-16,-6 0 1 0,-7 2-48 0,1 0 8 16,-3 0 19-16,-3 0 2 0,-4 0-3 0,-3 2 1 15,-4 2 0-15,0 1 77 0,0 1-43 16,-5 1 1-16,0 1 124 0,-1-1-80 0,-1 5-39 15,0-1 7-15,0 3-47 0,0 0 113 0,2 3-57 0,0 1-34 16,0 2-22-16,1 4 8 0,1 2-9 16,0 3-244-16,0 1 122 0,-2 1 62 0,2 3-453 15,-2-2 235-15,-1 2 125 0,-1-2 25 0,0-4-471 16,0 0 268-16,0-9 132 0,0-1 60 16,0-2 41-16,-5-7-365 0,-3-4 200 15,-1-5-51-15</inkml:trace>
  <inkml:trace contextRef="#ctx0" brushRef="#br0" timeOffset="190455.28">12923 11042 1233 0,'-6'-13'0'0,"2"5"0"0,2 5 0 0,2-1 0 0,0 2 0 0,-2 2 0 0,2 2 420 0,-1 13-197 16,1 10-96-16,0 2-46 0,0 6-25 0,-4 8 271 15,2-3-139-15,-2 9-148 16,1-6-7-16,1-7 0 0,-3 3 0 0,4-1-1 0,-1-8-408 15,0 5 201-15,2-10 103 0,0-3-237 0,0-9 170 0,0-4 63 16,0-7 56-16,0 0-678 0</inkml:trace>
  <inkml:trace contextRef="#ctx0" brushRef="#br0" timeOffset="190623.83">12955 11037 967 0,'4'-9'0'0,"1"5"0"0,1 1 0 0,-1 3 0 0,0 3 0 0,4 10 494 0,0 5-230 0,-2 5-107 15,3 7-67-15,-3 0-28 0,-1 4 329 0,-1-1-179 0,-1 4-54 16,0-3-54-16,0 1-40 0,-2-5-183 16,2-2 76-1,-3-7 38-15,1 1 0 0,0-1-547 0,-2-8 288 0,0-2 148 16,0-1 75-16,0-3 37 0,0-3-735 0</inkml:trace>
  <inkml:trace contextRef="#ctx0" brushRef="#br0" timeOffset="190763.46">12888 11266 991 0,'-9'-15'0'0,"2"2"0"0,2 7 0 0,1-1 0 0,2 1 0 0,0 1 0 0,2 2 68 0,0-1 333 16,0 1-184-16,6 1-93 0,6 0 145 0,4 0-110 15,-1 2-67-15,0 0-30 0,1 0 1 0,2 0-283 16,-4 6 127-16,2 4-214 0,-2-1 165 0,-2 3 88 0,-3 4 43 16</inkml:trace>
  <inkml:trace contextRef="#ctx0" brushRef="#br0" timeOffset="190909.71">12957 11396 708 0,'-6'0'0'0,"2"3"0"16,2-2 0-16,2 2 0 0,-2-3 144 0,2 0-61 0,0 0 370 15,0 0-210-15,4 0-105 0,8 0-53 16,-3 0-18-16,3 0 88 16,0 0-62-16,1 0-29 0,-1 0-465 0,-3 0 217 15,-4 2 117-15,3 9-625 0,-5 2 339 0</inkml:trace>
  <inkml:trace contextRef="#ctx0" brushRef="#br0" timeOffset="191060.31">12853 11593 1382 0,'-16'0'0'0,"5"1"0"0,2-1 0 0,4 0 0 0,-1 0 0 0,6 0 0 0,0 0 64 0,2 0 216 0,15-1-128 0,7-1 317 16,6 0-218-16,4-1-109 0,2 2-55 15,4-1-18-15,-1 1-15 0,5 1-21 0,-9 0 0 0,4 0-534 16,1 0 267-16,-1 0 142 0,4 0 58 15,-9 0-718-15</inkml:trace>
  <inkml:trace contextRef="#ctx0" brushRef="#br0" timeOffset="191244.52">13458 10838 1603 0,'-7'-8'0'0,"3"-1"0"0,4 3 0 0,4 2 0 0,16-6 0 0,3 2 0 0,7-2 0 0,11-1 70 0,4-3 419 16,3 2-232-16,2 0-150 0,-1 3-37 0,-3 2 0 0,0 2-37 16,-10 4 8-16,-1 1-531 0,-3 0 261 15,-9 0 131-15,-3 6-295 16,-5 5 195-16,-6-4 97 0,-7 3-445 0</inkml:trace>
  <inkml:trace contextRef="#ctx0" brushRef="#br0" timeOffset="191442">13807 10505 1739 0,'-5'-15'0'0,"3"5"0"0,0 5 0 0,0 1 0 0,2 2 0 0,0 2 0 0,0 4 0 0,0 19 0 0,0 5 0 0,-2 10 268 16,-9 5 210-16,-2 6-215 0,-8 12-119 0,-1-6-56 16,-5 3-27-16,-3 0 70 0,-2-3-49 0,4-6-17 0,-4 2-88 15,0-3 27-15,4-1 1 0,4-5 27 0,5-13 1 16,7-4-457-16,3-6 225 0,8-8-626 0,1-4 364 15,0-7 220-15,1-1 79 0</inkml:trace>
  <inkml:trace contextRef="#ctx0" brushRef="#br0" timeOffset="191878.37">13648 11028 2026 0,'7'-3'0'0,"3"3"0"0,-1 0 0 0,-2 4 0 0,-3 6 0 0,1 0 0 0,-4 8 0 0,1 2 0 0,-2 1 341 0,0 1-154 0,0 5-78 0,0-3 228 0,0-3-153 16,0 2-67-16,0-2-46 0,-2-3-285 15,1-3 124-15,1-4-211 0,0-3 166 0,0-2 93 16,0-3 33-16,0-3 21 0,0 0-649 0,0 0 328 16,0-11 69-16,0-4-206 0,0-4 211 15,0-5 101-15,0-3 51 0,-7-1 4 0,2-2 15 0,1 0 8 16,-1-2 174-16,1 2-76 16,2 10-37-16,2-5 0 0,0 6-46 0,0 1 145 15,4 3-69-15,8 3 275 0,6 1-135 0,0 1-96 0,3 3 29 16,5 0-51-16,1 1 185 0,-1 2-105 15,0 1-52-15,0 0 32 0,-5 2-34 0,2-2-29 16,-5 2 36-16,0 1-28 0,-8 0-1 0,-1 0 24 16,0 0-18-16,-6 0-9 0,-1 0-25 0,0 0 0 15,0 0 170-15,-2 1-85 16,0 10-34-16,0 5 219 0,0 4-135 0,0 5-67 0,0 3-34 16,0 6 86-16,0 2-52 15,2 7-38-15,5-4 157 0,3 3-459 0,-1-1 215 0,0 0-256 16,-1-5 164-16,2 2 71 0,-1-3 39 15,0-3-1-15,-3-3-147 0,-2-7 46 0,-2-1 61 0,-2-4-349 16,0-5 182-16,0-1 90 0,-8-1-90 0,-5-4 90 16,-2-4 37-16,-4-2 32 0,-6 0-1 0,2 0-190 15,-2-7 106-15,-1-9 54 0,-3-9 18 16,-1-6-315-16,2-6 175 0,2-9-72 0</inkml:trace>
  <inkml:trace contextRef="#ctx0" brushRef="#br0" timeOffset="191996.07">13687 11093 1491 0,'-8'-13'0'0,"5"1"0"0,1 5 0 0,2 3 0 0,0 2 0 0,0 1 0 0,0-1 0 0,9 2 183 16,7 0-76-16,0 0 25 0,1 0-50 0,3 0-25 16,0 0 9-16,-1 5-33 0,-1 3-224 0,-1 1 111 15,-4 3-587-15,-1-1 331 16,-7 0 165-16,1 2 84 0</inkml:trace>
  <inkml:trace contextRef="#ctx0" brushRef="#br0" timeOffset="192095.81">13815 11189 1402 0,'-19'7'0'0,"2"1"0"0,4-1 0 0,2-1 0 0,1 2 0 0,3-7 0 0,3 3 190 15,2-4-78-15,2 2-40 0,0-2 443 0,11 0-246 0,12 0-118 16,2-2 213-16,3-2-166 0,2-3-82 0,2 2-34 16,0-4-28-16,0 4-642 0,-4 1 311 0</inkml:trace>
  <inkml:trace contextRef="#ctx0" brushRef="#br0" timeOffset="192739.27">14253 11020 1322 0,'-8'-6'0'0,"2"2"0"0,6 2 0 0,0 1 0 0,0 1 0 0,0-2 0 0,8 0 231 16,9 2-99-16,7-2-50 0,1 0 306 0,3 0-170 15,2 2-96-15,2-1 38 0,0-2-63 0,2 3-33 16,-1 0 1-16,1-1-109 0,-2 1 35 0,2-2 20 16,-2 0 1-16,0 0-410 0,-2 0 216 0,0-3 115 15,0-1-693-15,-4-3 327 0</inkml:trace>
  <inkml:trace contextRef="#ctx0" brushRef="#br0" timeOffset="193222.16">14893 10573 1092 0,'4'-13'0'0,"5"2"0"0,8-3 0 0,3 2 0 0,5 0 0 0,3 1 0 0,2 1 137 0,4 6-53 0,-2 3-17 0,-4 1 131 15,1 0-83-15,-5 0-41 0,-6 7-20 0,2 5-55 16,-8 1 9-16,-2 1 25 16,-8 5-1-16,-2 2-97 0,0 1 49 0,-3 3 20 15,-9-4 7-15,-7 5 22 0,0-5 0 0,2 1 99 16,2-7-58-16,0 0-24 0,4-4-20 0,2-2 81 15,3-5-39-15,2 1-21 0,4-2 23 0,0 1 15 16,8 0-20-16,7-3-8 0,4 3-68 0,4 0-1 16,-2 3 41-16,-1-1-131 0,1 4 73 15,-3 1 25-15,-1 0 0 0,-4 3-93 16,-4 0 47-16,-5 2 32 0,-2 2-6 0,-2 3-10 16,0-3-7-16,-13-1 1 0,-4 2 2 0,-4-6-15 15,4-2 16-15,-5-1 18 0,1-6-106 0,0-1 50 16,3-3 19-16,-1 0 1 0,4-7-147 0,0-14 87 15,6-5 39-15,1-6-186 0,2-9 113 0,2-2 56 16,4 4 20-16,0-7-77 0,0 12 57 16,0 0 28-16,0 10-1 0,0 4-1 0,0 6 22 15,0 7 8-15,0 3 0 0,0 4 325 0,0 1-163 16,0 24-81-16,0 7 419 0,0 13-236 16,0 4-69-16,0 6 304 0,-2-1-217 0,1 2-108 15,-1-1-46-15,0-1 100 0,0-2-81 0,2-4-40 16,0-3-1-16,0-9-79 0,0 1 8 0,0-3 31 15,0-6-382-15,0-8 191 0,0-6 95 0,0-5-539 16,2-7 271-16,7-2 167 0,3-7-2 0,1-18-296 16,6-14 214-16,-5-2 108 0</inkml:trace>
  <inkml:trace contextRef="#ctx0" brushRef="#br0" timeOffset="193496.25">15499 10544 796 0,'27'-27'0'0,"-8"10"0"0,-3 3 0 0,-4 8 0 0,-4 4 0 0,-3-1 482 15,-3 3-225-15,-2 10-112 0,0 10-57 0,-11 4 119 16,-6 7-91-16,-5 3-42 0,4-4 35 0,-3 1-38 16,3-3-1-16,3-7-29 0,0 0-318 0,0-3 154 15,4-4 78-15,3-6-475 0,4-3 263 0,0-5 135 16,4 0 64-16,0 0-316 16,0-10 170-16,4-3 86 0,6-2 43 0,1 1 68 15,3 0-26-15,-2 1 0 0,3 3 1 0,0 3 147 16,4 4-74-16,0 0-45 0,5 2 363 0,-1 1-196 15,4 0-98-15,-2 0 444 0,1 7-238 0,-1-1-111 16,3 1-68-16,-7 2 97 0,1-2-78 0,-3-2-39 16,0 2 0-16,-8-1-285 0,0-1 119 15,-1-1 64-15,-6-2 31 0,0 0-243 0,-3-2 137 0,-1 0-586 16</inkml:trace>
  <inkml:trace contextRef="#ctx0" brushRef="#br0" timeOffset="193651.83">15560 10742 1218 0,'-15'5'0'0,"5"5"0"0,4-2 0 0,-1 3 0 0,5 0 0 0,2 2 0 0,0 2 226 0,0 0-97 0,0 4-40 15,0 0-32-15,0 2 292 0,0 1-159 0,0 2-78 0,0 1-29 16,0-3-17-16,-1 1-8 0,-1-3-26 16,-2 1-546-16,4-5 274 0,0-4 136 0,0 0 76 15,0-7-320-15</inkml:trace>
  <inkml:trace contextRef="#ctx0" brushRef="#br0" timeOffset="193826.36">15667 10751 1272 0,'-2'0'0'0,"2"0"0"0,0 6 0 0,0 5 0 0,0 1 0 0,0 9 0 0,2 4 59 0,5 3 629 16,-1 7-328-16,-3 0-163 0,3 5 327 15,-1 4-250-15,-4-3-121 0,1 1-60 0,2-2-33 16,-2-5-27-16,1 3 8 0,-1 0-582 0,2-5 288 0,-1-3 142 15,1 0 72-15,1-7-364 0,-2-1 226 0,1-3 101 16,0-6-64-16</inkml:trace>
  <inkml:trace contextRef="#ctx0" brushRef="#br0" timeOffset="194004.89">16059 10663 1638 0,'6'-24'0'0,"5"7"0"0,7 10 0 0,2 2 0 0,-1-2 0 0,-1-2 0 0,1 2 0 0,2 2 0 0,1 2 138 0,1 0-58 0,1 1-23 0,3 2-96 15,-3 0 36-15,-5 0 0 0,3 0 44 0,-2 8-425 16,-6-3 209-16,-5 1 103 0</inkml:trace>
  <inkml:trace contextRef="#ctx0" brushRef="#br0" timeOffset="194292.27">16275 10383 1116 0,'-6'-4'0'0,"3"3"0"0,3 1 0 0,0 0 0 0,0 5 0 0,0 8 0 0,0-1 151 0,0 12-59 0,0 1-30 16,0 1 65-16,-2 6-47 0,-7 2-16 0,-3-1-8 0,1 3-10 15,-2-2-13-15,-2-3-79 0,0-1 39 0,0-5 9 16,0-3 30-16,2-3 2 0,2-4-1 0,2-4-1 15,2-2 1-15,2-4 120 0,3-2-64 0,0 0-28 16,2-2 0-16,0 1 31 0,7-2-29 0,7 0 8 16,4 0 114-16,5 0-76 0,0 0-38 0,3-2-1 15,-1-2-15-15,-3 3-14 0,2-3-8 16,1 2-250-16,-5 1 125 0,-3 1 62 16,1 0 31-16,-8 0-506 0,0 0 233 0,-2 0 136 15,-3 3 21-15,-3 2-446 0,-2 1 264 16,0-2-44-16,0-2 158 0</inkml:trace>
  <inkml:trace contextRef="#ctx0" brushRef="#br0" timeOffset="194452.21">16281 10680 653 0,'-8'-4'0'0,"4"4"0"0,1 0 0 0,1 10 0 0,2 2 0 16,0 8 245-16,0 1-107 16,0 7 298-16,2-2-202 0,0 2-93 15,1 0 129-15,1 3-119 0,-1 0-59 0,-1-1-30 0,-2 0-275 0,0-4 131 16,0 5 53-16,0-11 31 15,0 2-497-15,0-1 263 0,-2-6 133 0,-3-3-253 0,0-5 177 16,-1-2 15-16</inkml:trace>
  <inkml:trace contextRef="#ctx0" brushRef="#br0" timeOffset="194589.84">16176 11044 1520 0,'-11'-15'0'0,"2"4"0"0,2 5 0 0,0 1 0 0,3 1 0 0,2 2 0 0,1 0 0 0,1 2 212 0,0 0-90 0,1 0-44 0,14 0-23 0,1 0 152 0,3 0-91 16,-1 0-41-16,3 0 73 0,2 0-57 15,-2 0-30-15,0 0-366 16,-1 0 164-16,-2 0 88 0,-3 2-583 0,-4-2 334 0,0 0 146 0,-4 0 93 16</inkml:trace>
  <inkml:trace contextRef="#ctx0" brushRef="#br0" timeOffset="195009.42">15972 10549 1380 0,'-16'-12'0'0,"9"4"0"0,1 7 0 0,3-1 0 0,-2 2 0 0,3 0 0 0,2 0 0 0,0 7 188 0,0 6-78 0,0 3-38 0,0 2-1 0,0 7 40 15,0-2-31 1,2 6-24-16,0 1-51 0,1 1 0 16,-2-2 28-16,1 0-1 0,2-7-17 0,0 2 18 0,-1-3-1 0,3-2 36 15,-3-1-35-15,1-2 0 0,1-5 8 16,-4 0 49-16,3 2-28 0,-2-1-1 15,0 1-28-15,-2 0 91 0,0 4-38 0,0-2-5 16,0 4-24-16,0 2 0 0,0-1-24 0,0 0-1 16,0 2 9-16,0 0-113 0,0-1 53 15,-2-2-83-15,0-3 67 0,0-1 34 0,0-4-223 0,-1-1 102 16,0-4 64-16,-4-3 5 0,-2-1 25 0,-2-2-59 16,-5 0 26-16,0 0-9 0,-2-2 226 15,1-3-99-15,1-2-43 0,-2 3 335 16,9-1-176-16,-2 0-76 0,5 3-49 0,2 0 178 0,2 0-99 15,2 2-23-15,2 0-40 0,17 0 96 0,8 2-64 16,8 7 105-16,5 0-201 0,-5-2 0 0,16 4 0 16,-3 0 0-16,-2 0 0 0,0-1 0 0,0 2 0 15,3 1 0-15,0-4-794 16,-2 0 460-16,-1-2 116 0,-2-4-657 0,1-3 421 16,-6 0 203-16,8 0-170 0</inkml:trace>
  <inkml:trace contextRef="#ctx0" brushRef="#br0" timeOffset="195416.31">16765 10496 1237 0,'0'-23'0'0,"2"8"0"0,4 6 0 0,2 3 0 0,-5 5 0 0,1 1 203 0,0 0-85 0,-3 8-43 16,-1 20 225-16,0 7-138 0,-10 4-64 0,-6 3-33 15,-2 8 0-15,-3-3 124 0,5-8-70 0,-7 10-48 0,7-17 14 16,3 3-27-16,4-13 1 0,-1-4 45 15,7-4-27-15,1-3-9 0,2-4-11 0,0-2-45 16,0-4 0-16,5-1 21 0,5 0 8 0,3 0-45 16,1 0 37-16,0-4-82 0,-1-1 42 0,1-2-1 15,-7 6 49-15,0-2-9 16,0 0 1-16,-4 2-236 0,-1 1 107 0,0 0 36 0,-2 4-135 16,0 7 72-16,0 3-391 0,-4 1 241 15,-2 3 120-15,2-1 60 0,3 1 22 0,-1-1-298 16,0 2 168-16,2 0 84 0,-2-3 42 0,0 3-86 15,0-2 56-15,1 0 166 0,-3 0-48 0,-1-4-22 0,-2 1-1 16,0-1-31 0,0 0 187-16,-1 0-89 0,0-3-45 0,4-1 498 0,1-4-265 15,1 1-52-15,0-5 349 0,2 4-255 16,0-3-126-16,2-2-65 0,13 0-31 0,2 0 205 16,7-10-123-16,1-5-56 0,1-2-337 0,3 0 140 15,1-4-1601-15,0 3 1715 0,2-1 24 0,-5 0 1 16,1 0-476-16</inkml:trace>
  <inkml:trace contextRef="#ctx0" brushRef="#br0" timeOffset="195599.53">16894 10680 862 0,'-3'-9'0'0,"3"1"0"0,0 2 0 0,8-1 0 0,5-2 36 15,4-1 595-15,3-2-291 0,4 3-158 0,5-2-74 16,-1 2 252-16,0-1-163 0,0 3-82 15,-5 3-362-15,3 2 135 0,-3-2 73 0,-4 3-258 0,-3 1 165 0,0 0 82 16,-7 0 50-16,-2 0 12 16,-3 0-631-16,-3 0 303 0,-1 0 152 0,0 0-266 15</inkml:trace>
  <inkml:trace contextRef="#ctx0" brushRef="#br0" timeOffset="196250.55">17168 10404 583 0,'-3'-23'0'0,"-1"6"0"0,2 8 0 0,1 1 0 0,-1 3 33 0,0 3 118 16,0 2-59-16,-2 2-29 0,1 18 242 0,-4 1-128 0,0 11-76 15,-4 6-34-15,-3 1 241 0,0 2-138 16,-3 0-68-16,4-5 79 0,-2 4-79 0,2-7-34 0,2-3-3 16,7-11 0-16,-1 0-33 15,5-8 9-15,0-1-8 0,0-6-33 0,11-4-1 16,5 0 34-16,5-2-79 16,3-7 35-16,1-3 22 0,-3 2-115 15,-1 3 58-15,-2 0 35 0,-1 1-177 0,-6 2 94 0,-1 3 32 0,-2-2-221 16,-3 3 248-16,-5 0 10 0,-1 0-24 0,0 8 19 15,0 1-51-15,-10 2 24 0,-1 3 0 0,-3-3 24 16,1-1-59-16,-2-1 34 0,2-2 0 0,-3 0-4 16,2 2-1-16,-1-5 30 15,0-1-8-15,0-1 68 0,1 0-30 0,2-1 0 0,0 2 219 16,3-2-123-16,0 3-59 0,-1 0 153 16,4 0-85-16,1 0-54 0,1 1 1 0,0 2-23 15,4 3 294-15,0 1-147 0,0 0-71 0,0 0-34 0,0 0 67 16,0 4-51-16,4-7-18 0,0 7-166 15,1-3 66-15,-1-5 33 16,-1-1-300-16,0-1 167 0,-1 1 91 0,0-2 34 0,-2-2-240 16,0 2 123-16,0-3 30 0,-10-1 22 0,-3 0-1 15,-2 3 9-15,-2-3 33 0,-3 0 0 16,0 1 77-16,-1 1-39 0,2 0-8 0,2 0-29 0,5 0 235 16,1 0-118-16,6-1-50 0,1-1 339 15,2 2-156-15,2 2-63 0,2 2 83 0,15-2-102 16,7 0-52-16,3-1 9 0,3 1-22 15,1-2-8-15,3 0-178 0,0 0 74 0,-4-2 37 0,0 0 0 16,-7 0 45-16,1 0-469 0,-4 0 230 16,-2 0 78-16,-8 0 70 0,0 0 34 0,-4 0-639 15,-4 0 315-15,0 0 153 0,-2 0-168 16,0 0 161-16,-2-4-6 0,-6-9 76 0,-2-3 49 16,1-4 21-16,2-4 21 0,-1-3 1 0,1 1-1 15,1 1-8-15,1 3 41 0,-1 0 112 16,2 5-77-16,2 6-34 0,0 1 167 0,0 4 135 0,2 4-105 15,0 2-103-15,0 0 393 0,0 14-227 0,-2 6 197 16,-1 10-217-16,-3 2-104 16,-3 9 23-16,-3-1-63 0,-1-1-33 0,0-5 9 0,0 3-264 15,-3 1 112-15,2-4 56 16,1 0 27-16,1-4 1 0,5-7 36 0,2-1-689 0,-1-10 323 0</inkml:trace>
  <inkml:trace contextRef="#ctx0" brushRef="#br0" timeOffset="196376.21">17056 11172 2315 0,'8'0'0'0,"11"0"0"0,-1 6 0 0,-6 5 0 0,1 5 0 0,-1 2 0 0,4 5 0 0,-5-9 0 0,4 5 432 0,-2 0-36 0,1-3-186 15,-3-2-89-15,1-4-1681 16,-2 2 1515-16,1-2 39 0,1-1 8 0</inkml:trace>
  <inkml:trace contextRef="#ctx0" brushRef="#br0" timeOffset="197202.99">17770 10552 853 0,'0'-3'0'0,"0"-2"0"0,0 4 0 0,0-1 0 0,0 0 0 0,0 2 72 0,0 0-39 0,0 0 8 0,0 0 249 16,-4 5-128-16,-5 7-65 0,-3 5-32 0,-2 2 160 16,-5 4-87-16,-6 10-57 0,1-1 47 0,-4 6-47 15,0 1-25-15,-2 0 1 0,-2 3-97 0,2-4 33 16,2 1-1-16,5-8 41 0,-2-1-134 0,5-1 67 15,6-13 42-15,5-2-496 0,4-5 251 0,5-5 68 16,0-4 82-16</inkml:trace>
  <inkml:trace contextRef="#ctx0" brushRef="#br0" timeOffset="197366.55">17642 10838 730 0,'6'9'0'0,"3"10"0"0,-1-1 0 0,-2 5 0 0,-5 1 0 0,1-1 0 0,0 2 474 0,0-1-221 0,-2 4-110 15,2-4 249-15,-2 7-183 0,0-6-88 16,0 2-45-16,0 0 14 0,0-3-29 0,0-3 9 0,0-1-288 16,2-2 125-16,-1-4 63 0,-1-5 31 15,0-4-528-15,2-2 287 0,0-3 133 16</inkml:trace>
  <inkml:trace contextRef="#ctx0" brushRef="#br0" timeOffset="197805.37">18005 10490 1182 0,'16'-12'0'0,"5"0"0"0,-1 6 0 0,1 4 0 0,-5 1 0 0,-1 1 0 0,-8 0 0 0,3 3 179 0,-6 6-64 0,-3 5-46 0,-1 1 6 16,0 4-21-16,-5 1 0 0,-11 3-21 0,0-3-72 16,-5 1 33-16,0 0-1 0,-3-2-110 0,0-3 76 15,-1 0 36-15,2-8 9 0,-3 4-36 0,8-4 31 16,-1-3-15-16,8-3 154 0,1 0-78 0,2 0-23 15,6-2-34-15,2 0 256 0,0 0-112 16,10 0-61-16,14-4-11 0,3-3 11 16,3-1-30-16,3 1-1 0,1 1 14 0,3 0-36 15,0 5-1-15,-3-1 9 0,-6-1-67 0,-6 3 29 16,1 0 0-16,-4 0-136 0,-8 0 83 0,-2 5 50 16,-3 3 7-16,-6 7-277 0,0-3 117 0,-12 6 76 15,-6-1 4-15,-1-3-89 0,-9 3 43 0,1-2 43 16,-3-3-41-16,0 1 41 0,0-2 23 0,4-4 62 15,-5 3-17-15,6-3 0 0,4-3-24 0,0 1 220 16,8-1-111-16,1-2-63 0,7 0-19 0,0-2 345 16,5 0-150-16,0 0-93 0,0 0-4 0,7 0 82 15,8 0-76-15,5 0-32 16,0 0-3-16,6 0 1 0,-1-2-32 0,-5 0 8 16,4-2-159-16,-1 2 75 0,-4 0 39 0,-2 1-421 15,-6-1 208-15,0 2 86 0,-3 0 68 0,-3 0-541 16,-3 0 285-16,-2 0 144 0,0 0 71 0</inkml:trace>
  <inkml:trace contextRef="#ctx0" brushRef="#br0" timeOffset="197982.9">18012 10712 683 0,'-9'-8'0'0,"3"5"0"0,-1 0 0 0,3 3 0 0,0 0 0 0,2 3 0 0,1 11 309 16,1 3-137-16,0 8-70 0,0 1 143 0,-2 2-106 15,-2 7-45-15,-2 5-34 0,-5-1 307 0,-2 3-167 16,-2-1-83-16,-2 3 43 0,0-7-56 0,-4 8-39 15,5-5-1-15,0-9-247 0,1 4 108 0,0-6 54 16,4-8 35-16,0-2-492 0,3-8 256 16,4-3 108-16,1-5-480 0,3-3 274 15,0-2 135-15,0-10 81 0</inkml:trace>
  <inkml:trace contextRef="#ctx0" brushRef="#br0" timeOffset="198337.9">17839 11126 1109 0,'2'-7'0'0,"2"6"0"0,0-2 0 0,2 3 0 0,-3 0 0 0,3 6 0 0,-1 7 212 15,-1 2-81-15,2 4 106 0,-2-1-102 0,1 1-51 0,-3 2-26 0,2-1 140 16,-2-2-74-16,0 1-50 0,-1-4-21 16,1-4-246-16,0-2 113 0,-2-3 56 15,2-2 37-15,-2-4-466 0,0 0 243 0,0 0 121 16,0-6 61-16,0-7-479 0,0 0 229 0,-4 0 126 16,1-4 7-16,-1-1 55 0,0 0 29 0,2-1 58 15,1-1-38-15,1-1 8 16,0 2 0-16,0 2 163 0,0 1-93 0,9 1-36 15,3-1-7-15,9 2 223 0,2-1-124 0,4 5-14 0,3-1-47 16,2 2 345-16,3 1-167 0,3 0-81 16,-5 3 155-16,1 1-126 0,-2 2-62 0,-8 2 32 15,3 0-52-15,-4 0-22 0,-5 0 1 0,-1 0 3 16,-4 4 0-16,-1 1-17 0,-3 1-8 0,0-1-18 16,-4 3 17-16,2 0 1 0,-3 3-1 0,-1-2 8 15,1 4-7-15,-2 0-51 0,1 1 25 0,1 0 0 16,1 1 25-16,-2 3-97 0,3-1 43 0,-3-2 10 15,3 0 0-15,-1-1-435 0,1 0 219 16,-2-3 82-16,0-1 34 0,-2-2-387 16</inkml:trace>
  <inkml:trace contextRef="#ctx0" brushRef="#br0" timeOffset="198524.4">18089 11247 1335 0,'-30'-4'0'0,"6"3"0"0,0 1 0 0,1 0 0 0,8-2 0 0,2 2 0 0,5-2 0 0,5 2 0 0,3-3 227 16,0 2-97-16,16-1 164 0,10-4-134 0,12-1-64 0,2-1-32 0,5-1 23 16,-2 0-28-16,-5-1 9 15,-1 3-35-15,-1 1-169 0,-6 2 85 0,-9 3 41 16,-3 1-423-16,-3 0 241 16,-6 0 108-16,-3 0-523 0,-4 5 265 0,-2 3 155 15</inkml:trace>
  <inkml:trace contextRef="#ctx0" brushRef="#br0" timeOffset="198682.54">18175 10979 802 0,'-9'-3'0'0,"2"2"0"0,2 1 0 0,0 0 0 0,1 7 0 0,3 7 0 0,1-2 220 16,0 8-94-16,0-2-39 0,0 9-31 0,0-3 261 16,0 4-143-16,0-2-70 0,0-1 52 0,0 4-87 15,0-6 1-15,0 0-37 0,0-5-287 0,0-2 144 16,0-5 79-16,0-3-470 0,0-7 264 0,3-1 131 15</inkml:trace>
  <inkml:trace contextRef="#ctx0" brushRef="#br0" timeOffset="198841.86">18237 11021 1213 0,'2'0'0'0,"4"4"0"0,-3 12 0 0,-2 0 0 0,1 3 0 0,0 6 0 0,0 0 0 0,0 2 253 0,-1 3-110 0,1-2-55 16,-2-4 198-16,2 7-131 0,0-8-61 0,2-1-206 15,1-4 73-15,1 0 35 16,2-9 9-16,3 0-521 0,1-9 272 0,0 0 136 16</inkml:trace>
  <inkml:trace contextRef="#ctx0" brushRef="#br0" timeOffset="199131.59">18687 10586 1449 0,'24'-26'0'0,"4"3"0"0,6-1 0 0,-4 7 0 0,1-4 0 0,-1 6 0 0,-5 2 0 0,-4 8 206 0,2-1-86 0,-10 4-36 0,4 2-8 15,-6 0-21-15,-6 8 0 0,-3 7-23 0,-2 7-232 16,-2 3 124-16,-12 2 50 0,-5 2 30 0,-4-2-208 16,1 1 115-16,-3 3 57 0,1-3 34 0,-3-4-126 15,5-1 60-15,5-6-58 16,-2-2 121-16,4-3-47 0,8-5 7 0,-1-1 282 0,4-4-134 15,2 1-53-15,2-3-37 0,0 0 233 0,10 0-121 0,5 0-21 16,2 0-42-16,2-4 64 16,0-3-48-16,-1 2-17 0,1-4-213 0,-2 2 91 15,-2 2 44-15,-4-2 23 0,1 4-167 0,-5-1 99 16,-2 1 41-16,-1 0-548 0,0 2 272 0,-4-1 104 16</inkml:trace>
  <inkml:trace contextRef="#ctx0" brushRef="#br0" timeOffset="199325.08">18786 10507 762 0,'-9'0'0'0,"-1"10"0"0,3 6 0 0,-4 9 0 0,-3-1 0 0,3 6 0 0,-2 8 331 0,2 1-149 0,3-2-66 16,3 4 294-16,5-4-189 0,0-1-93 0,0-7 79 16,11-1-87-16,8-5-36 0,7-4-29 0,3-6 87 15,4-5-55-15,3-3-27 0,-1-5 0 0,1 0-174 16,-1 0 69-16,-3 0 39 0,-2-5 0 0,-9 1-417 15,4 0 229-15,-9 2 121 0,0 2-642 16,-5 0 325-16</inkml:trace>
  <inkml:trace contextRef="#ctx0" brushRef="#br0" timeOffset="199763.54">18726 11114 1034 0,'-25'9'0'0,"9"-2"0"0,2 3 0 0,7-3 0 0,0-1 0 0,7-2 0 0,0 1 0 0,3-1 440 16,20-2-208-16,4 0-99 0,0-2-51 0,5 0 253 16,2 0-152-16,2 0-67 0,0 0-142 0,-3-4 29 15,-1-1 0-15,-4-3 30 0,-7 4-396 0,1 1 194 16,-4-1 101-16,-9 2-218 0,-2 0 140 0,-1 0 86 16,-4 0-70-16,-2-1-366 0,0 2 231 0,-12-4 116 15,1-2 58-15,-4-1-73 0,0-3 58 0,-2-5 52 16,-1 0 54-16,6-2 0 0,-1 0 0 0,0 1 0 15,3 2 34-15,5 6-39 16,1 1 0-16,1 1 119 0,1 5-74 0,2 0-37 16,0 2 7-16,2 8 357 0,5 10-133 0,2 5-104 15,1 5-19-15,-1 4 174 0,-2 6-118 0,3 5-71 16,-6-2-32-16,-2 0 170 0,-2-5-100 0,0 3-51 16,0-3 20-16,0-4-39 0,-6-2 0 0,-4-3-139 15,1-9 54-15,-3-1 26 0,-2-2 9 0,1-5-68 16,-2-4 43-16,-2-5 22 15,0-1 0-15,1 0-168 0,-4-6 54 0,3-6 57 16,1-8-76-16,0 5 55 0,3-1-6 0,2-5 25 16,1 4 109-16,5 0-39 0,1 0-10 0,4 4 177 15,0-2-94-15,0 2-51 0,11 0-9 0,8-3 14 16,4 3 1-16,3 0 0 0,2 0-3 0,2 0-229 16,2 1 115-16,3 2 40 0</inkml:trace>
  <inkml:trace contextRef="#ctx0" brushRef="#br0" timeOffset="199933.08">19453 10543 1512 0,'0'-2'0'0,"-2"0"0"0,2 0 0 0,0 2 0 0,0 0 0 0,0 0 67 0,0 0 96 0,0 0-57 0,2 2-41 16,4 3 0-16,5 3-287 0,-1 0 124 0,2-3 63 0,3 3-610 15</inkml:trace>
  <inkml:trace contextRef="#ctx0" brushRef="#br0" timeOffset="200183.41">19740 10462 647 0,'0'4'0'0,"0"1"0"0,-11 9 0 15,-4-1 0-15,-8 0 22 0,-2 4 216 0,-5 5-102 0,1 1 112 16,-7 3-112-16,10-6-51 0,-6 4-27 0,2-4 1 0,-2 0 30 15,4 0-20-15,-2-5-9 16,2-3-41-16,0-3 13 0,8-5 1 0,2 0 0 0,4-4 95 16,5 0-52-16,4 0-21 0,1 0 95 15,4 0-58-15,0-1-30 0,13-9 8 0,12 0 31 16,3 2-34-16,6-2 0 0,8 3-150 16,0 2 58-16,-4 0 38 15,1 3-10-15,2 2-126 0,-1 0 77 0,-4 0 40 0,-1 0 0 16,-8 0-486-16,4 7 245 0,-8-6 80 0,-3 5-401 0,-2-5 267 0,-7 1 134 15</inkml:trace>
  <inkml:trace contextRef="#ctx0" brushRef="#br0" timeOffset="200384.3">19597 10301 1457 0,'-5'0'0'0,"1"0"0"0,2 12 0 0,0 5 0 0,-1 4 0 0,1 6 266 0,0 8-116 0,0 1-51 0,1 16 172 15,-2-1-119 1,-3 4-59-16,3-1-31 0,-1-2 1 0,0-7 116 0,-3 12-78 16,-1-10-180-16,1-4 56 0,-1-7 28 0,-1 2 0 15,1-7 36-15,-1 0-458 0,3-14 225 16,3-1 112-16,-1-4-585 0,2-7 273 0,0-5 172 16,1 0 96-16</inkml:trace>
  <inkml:trace contextRef="#ctx0" brushRef="#br0" timeOffset="200622.66">19470 10780 1396 0,'0'-4'0'0,"0"4"0"0,0 0 0 0,-4 0 0 0,-9 11 0 0,-4 3 0 0,1 4 249 0,-5-1-109 0,1 1-53 0,2 3 91 15,3-5-65-15,-2 1-44 0,5-1 0 0,5-7-96 16,2 1 30-16,1-4 0 0,4-3-353 0,0-3 188 16,5 0 97-16,15 0-373 0,1-11 225 0,6-5 111 15,1-1-9-15,0 1-87 0,1 0 83 0,1 6 41 16,0-2 20-16,-4 7 90 0,-2 3-43 0,4 2 8 15,-3 0-33-15,-2 7 322 16,1 7-161-16,-4-2-81 0,-1 2-48 0,2 3 460 16,-4-5-166-16,2 0-70 0,-3 2-96 0,-2-5-48 15,-3-2-15-15,0 1-451 0,-1-5 210 0,-1 1 104 16,0-4 53-16</inkml:trace>
  <inkml:trace contextRef="#ctx0" brushRef="#br0" timeOffset="201345.73">19586 11003 792 0,'-7'17'0'0,"3"4"0"0,4 3 0 0,0-6 0 0,0 2 31 0,0-2 502 0,0 1-249 0,4-1-126 16,3 2 301-16,-1-4-213 0,1 1-99 0,-1-2-61 0,0-1-268 16,-2-6 108-16,1 2 53 0,-1-2 27 0,-3-5-496 15,3-3 257-15,1 0 133 0,-2 0 67 0,1-7-253 16,0-9 149-16,-1-5 77 15,3-6-423-15,1-3 225 0,-1-2 112 16,3 0 10-16,-1 2 68 0,-1 5 68 0,-1 1 0 16,2 4 0-16,-5 8 64 0,1 3-47 0,-2 4 406 15,0 2-236-15,-2 3-105 0,0 8-58 0,-2 15 262 16,-13 5-142-16,-4 7 4 0,-2-2 282 0,-4 11-203 16,-2-2-97-16,1-3-49 0,-1-3 37 0,3-1-42 15,1-8-14-15,-1 1-8 0,1-3-21 0,4-11-50 16,1 0 25-16,3-7-130 0,4-3 85 15,-1-4 31-15,5 0 0 0,5-8-139 0,2-14 89 16,0-6 28-16,15-10-87 0,9-8 28 16,6 0 43-16,6-10-22 0,0 5-130 0,5-2 75 15,-2 7 36-15,12-14-97 0,-3 7 74 0,0 0 38 16,-1 2 0-16,2 2 9 0,-7 9 20 0,2-4 8 16,-5 9 226-16,-3 3-113 15,-8 7-56-15,-1 3-29 0,-6 5-7 0,-2 3 189 0,-7 5-84 0,-4 4 398 16,-5 3-216-16,-1 0-122 0,-2 2-44 0,-3 0-43 15,-17 18 94-15,-5 9-64 0,-5 3-32 16,-2 6 1-16,0 0-24 0,0 2 6 0,11-9-15 16,2-1 12-16,12-7-11 0,-1-1 0 0,8-7 8 15,0 2-30-15,2-5 1 0,13-4 21 0,9-4 0 16,1-2-74-16,0 0 46 0,5 0-9 0,-2 0-57 16,-2 0 41-16,0 2 7 0,-5 2 5 0,0 3-16 15,-3 2 0-15,-4 2 19 0,-5 5 11 16,-4 0 53-16,-5 4-25 0,0 7-10 0,-9-3-20 15,-10 1 99-15,-1 2-45 0,-5-3-15 0,-1 2-22 16,-10 2 9-16,3-5-10 0,-3-1-191 16,1-3 92-16,0-6 47 0,3-2 27 0,8-3-371 15,0-5 181-15,5-3 70 0,4 0 53 0,3 0-191 16,7-5 108-16,3-10 64 0,2-2-33 0,0 0 46 16,4-3 22-16,8 4 1 0,-2 0 91 15,3 4-30-15,3 3 0 0,-2 4 355 0,2 2-196 0,0 1-100 16,3 2-56-16,6 0 591 0,0 10-288 15,0 1-118-15,5 1-81 0,0 1 191 16,2-1-32-16,3 4-272 0,-3-1 0 0,0 4 0 16,1-1 0-16,3 5 0 0,-4-2-663 0</inkml:trace>
  <inkml:trace contextRef="#ctx0" brushRef="#br0" timeOffset="201500.31">20794 11461 3452 0,'-4'-9'0'0,"4"5"0"0,0 2 0 0,0 0 0 0,2 1 0 0,-2 1 0 0,0-2 0 0,0 0 194 0,2-4-81 0,-2-1-40 16,2 3-1048-16,-2 2 475 0</inkml:trace>
  <inkml:trace contextRef="#ctx0" brushRef="#br0" timeOffset="207002.61">9176 11972 1009 0,'-2'-8'0'0,"-5"-1"0"0,5 7 0 0,2 0 0 0,0 0 0 0,0-1 0 0,0-1 0 0,0 2 0 0,0-2 176 15,5 0-72-15,6 2-35 0,3 1 0 0,-1 1-13 16,4 0 8-16,4 11-31 0,-1 8 38 0,-4 5-1 16,2 5-37-16,-6 6-8 15,-2 3 8-15,-2 6 0 0,-5 2-1 0,-1-2-46 16,-2-1 23-16,0-3 8 0,-4 8 15 0,-6-9-43 15,-1-5 21-15,-1 0-22 0,-4-4 12 0,4-8 14 16,-4-2 8-16,0-2-24 0,-2-9 24 0,2-3-12 16,-1-6 5-16,0 0-5 0,2 0 5 0,-2-19 0 15,6-2 0-15,3-7-36 0,5-2 1 0,3-4 37 16,0 0-4-16,0-1-46 0,9 4 21 16,2 3-4-16,2 3 24 0,1 5-9 15,0 3 6-15,1 6-8 0,-1 1 31 0,-2 5-30 16,4 3 4-16,-1 1-36 0,-2 1 36 0,2 0-1 15,-3 0 1-15,0 0-60 0,-3 0 29 0,2 0-2 16,-4 0 30-16,0 0-38 0,-1 0 0 0,-3 0 26 16,2 0 5-16,-2 0 43 0,1-2-20 0,0-4-10 15,-2 0 54-15,1-3-34 0,1 1 0 0,-2 3 66 16,1-1-44-16,2 1-11 0,-3 3 0 0,1 0 18 16,3-1 1-16,-1 3-12 0,1 0-21 15,-1 5 1-15,2 6 2 0,-2 6 9 16,1 4-7-16,-3 1 96 0,3 7-50 0,-3 0-22 15,4-1 30-15,0 1-25 0,0-3 1 0,1-7 5 16,3 2-29-16,2-3 0 0,4-3-1 0,-2-5-42 16,2-5 22-16,0-3 7 0,0-2 14 0,1 0-80 15,-2-5 40-15,3-15 17 0,-6-2-93 0,-2-2 48 16,0-5 23-16,-5 0-1 0,-2-2-84 0,-1-1 42 16,-1 0 26-16,-2 1-34 15,0-1 29-15,-4-2 1 0,-6-2 1 0,-6 2-61 16,1 2 37-16,-2 12 3 0,-1-1 6 0,-3 6-13 15,1 8 31-15,-1 5-10 0,-2 2 55 0,-1 7-21 16,1 12 1-16,3 5-94 0,2 1 34 0,4 3 1 16,6-6 25-16,2 3-121 0,4-1 64 0,2 1 31 15,0-3-1-15,0-1-299 0,6-2 157 0,6-3 92 16,-1 0 41-16,-2-3-243 0</inkml:trace>
  <inkml:trace contextRef="#ctx0" brushRef="#br0" timeOffset="207242.97">9384 12429 340 0,'-22'12'0'0,"4"0"0"0,4-1 0 0,-4-4 0 0,6 1 0 0,3-7 0 0,0 2 302 0,4-3-135 0,1 0-67 16,4-4 153-16,0-13-114 0,9-6-54 0,10-1 2 15,4-2-28-15,5-2 1 0,-4 3-19 0,6 3 20 16,-1 2-28-16,-1 8 0 0,-2 2 0 0,-5 9 36 16,2 1 9-16,-1 0-45 0,-1 13 0 0,-5 4 96 15,1 3-47-15,1 2-26 16,-2-4 128-16,1 6-80 0,-4-9-36 0,5 2 0 15,0-4-58-15,3-2 23 0,0-2 8 0,2-6-213 16,2-3 103-16,-4 0 51 0,5 0 25 0,-1 0-178 16,-5-6 86-16,3-3 51 0,-4 0-13 0,-1 1-509 15,0 4 255-15,-6 1 134 0,-1 0-269 0</inkml:trace>
  <inkml:trace contextRef="#ctx0" brushRef="#br0" timeOffset="207540.18">9041 12671 761 0,'-19'0'0'0,"6"0"0"0,5 0 0 0,2 0 0 0,4 0 0 0,2 0 408 0,0 0-187 0,11-6-95 15,18 0-46-15,2 0 221 0,11-1-139 0,1 0-64 16,3 1-33-16,5 1 79 0,-1-1-55 0,3 2-21 16,-2 0 39-16,-3 1-37 0,-1 1-1 0,-1 0-36 15,-4-1-98-15,-3 2 57 0,0 1 17 0,-4-2-278 16,-3 2 151-16,-9-1 75 0,0-2 38 0,-7 2-435 16,0-2 183-16,-6 1 120 0,-4 2 11 15,-3-1-84-15,-1 1 88 0,-2 0 37 16,0 0-219-16</inkml:trace>
  <inkml:trace contextRef="#ctx0" brushRef="#br0" timeOffset="207889.57">9098 12880 1097 0,'-11'0'0'0,"4"0"0"0,3 0 0 0,3 0 0 0,1-3 0 0,0-7 0 0,5 1 0 0,15-2 241 15,7 2-104-15,2 1-44 0,3 3 25 0,5 3-42 16,-2 2-22-16,-1 0 17 0,-2 15-1 0,-2 4-29 16,-3 3-8-16,-6 6-50 0,-5-1 25 0,-5 8 1 15,-4 0 23-15,-4 1-53 0,-3 2 23 0,-5 3-1 16,-7-9 32-16,-8 2-81 0,-1-4 42 16,-8-4-7-16,1-5-10 0,-2-4 3 15,0-6-1-15,-2-3 1 0,7-5 18 0,-8-3-3 16,8 0 8-16,1-1 35 0,7-10 1 0,0-5-34 15,4-3 0-15,4 2 35 0,4-1 0 0,3-1-27 16,2 2-4-16,0 0 65 0,4 2-26 0,10 0 6 16,0 2-37-16,4 2-23 15,1 2 0-15,1 1 32 0,1 3-54 0,0-1 21 0,1 1 1 0,7 4 21 16,-5 0-340-16,2-1 147 0,-1-1 85 16,6 2-421-16,-2 1 241 0</inkml:trace>
  <inkml:trace contextRef="#ctx0" brushRef="#br0" timeOffset="208706.87">9638 12905 845 0,'-8'-4'0'0,"3"3"0"0,-1-1 0 0,0 0 0 0,2-2 0 0,1 2 0 0,1 1 0 0,0-2 152 0,2 2-60 16,0-1-29-16,2-1 111 0,11 2-70 0,4-1-28 15,-1 2-8-15,4 0 48 0,-1 0-41 0,0 2-22 16,-3 8 1-16,1-1-7 0,-2 4-14 0,-4 2-39 16,-2 0 39-16,-2 4 0 0,-4 0 8 0,-3 2-21 15,0 4 13-15,-2-2 0 0,-9 1 0 16,-6-3 38-16,2-2 9 0,-7 2-47 16,-1-4-1-16,0-5-26 0,-1 0 0 0,5-4-26 15,-2-3 32-15,1-2-8 0,5 2 27 16,-1-5 2-16,7 0-256 0,2 0 119 15,3 0 52-15,4-5 13 0,0-7-312 0,8-5 140 16,11-3 91-16,5 0-277 0,4-1 174 0,7-7 99 0,-3 4-183 0</inkml:trace>
  <inkml:trace contextRef="#ctx0" brushRef="#br0" timeOffset="208908.39">9981 12796 1150 0,'11'-14'0'0,"-6"6"0"0,-2 0 0 0,0 4 0 0,-3 1 0 0,0 1 0 0,-14 2 0 0,3 0 210 0,-2 2-89 0,-1 13 251 0,1 4-161 15,-4 6-93-15,4 7-43 0,-2 7 78 0,4-2-60 16,5-3-30-16,1 6 8 0,5-5 34 0,0 1-37 0,0-7 1 16,11-1-36-16,7-2-73 0,1-8 45 15,6 0-8-15,0-5-237 0,1-2 136 0,-1-4 68 16,2-4 35-16,-6 0-412 16,3-1 174-16,-2-2 114 0,1 0 0 0,0 0-128 15,-2 0 111-15,1-5 46 0,-1-1 36 0</inkml:trace>
  <inkml:trace contextRef="#ctx0" brushRef="#br0" timeOffset="209201.6">10468 12573 830 0,'0'0'0'0,"0"0"0"0,0 0 0 0,0 0 0 0,0 0 0 0,2-2 298 0,5 0-124 0,0 0-75 16,7-3 100-16,-1 5-82 0,0-3-43 0,2-2-20 15,-1 1 106-15,0 2-67 0,0 1-31 0,-5 1-133 16,2 0 51-16,1 0 27 0,-3 0 8 0,-2 0-249 15,2 0 133-15,1 0 68 0,-2 0 32 0,-1 1-486 16,-2 7 206-16,4-2 77 0</inkml:trace>
  <inkml:trace contextRef="#ctx0" brushRef="#br0" timeOffset="209393.11">10541 12762 1613 0,'-7'12'0'0,"1"-3"0"0,2 1 0 0,-1-6 0 0,2-1 0 0,1-1 0 0,1-2 0 0,1 0 0 0,0 0 0 0,6 0 149 0,7 0-58 16,4 0 95-16,-1 0-76 0,4-5-31 0,0 1-8 0,1-2-232 15,-2 2 97-15,1 0 49 0,-1-1 23 16,-3 3-167-16,2-1 91 0,-1 3 51 0,-2 0 25 16,-3 0-535-16,4 0 196 0</inkml:trace>
  <inkml:trace contextRef="#ctx0" brushRef="#br0" timeOffset="209653.41">10960 12644 1385 0,'-14'0'0'0,"9"0"0"0,5 0 0 0,0 0 0 0,0 0 0 0,0 0 157 16,2 0-62-16,11-1-23 0,12-7-8 0,11-3 221 0,6-2-127 15,8-5-62-15,12 2 43 16,-12 4-45-16,6 1-35 0,-3 4 0 0,2 3-147 0,-3 2 61 0,-7 2 30 16,-6 0 7-16,1 7-166 0,-4 4 94 15,-2-3 47-15,-6 2-300 16,-2-1 167-16,-5-5 46 0,-6 2-112 0,-4-2 64 0,-4-1 60 16,-3-2 25-16,-2-1-1 0,-2 0-168 15,0 0 105-15,-9 0 48 0,-6 0 24 0</inkml:trace>
  <inkml:trace contextRef="#ctx0" brushRef="#br0" timeOffset="209965.58">11018 12085 1092 0,'-12'-14'0'0,"9"7"0"0,3 2 0 0,0-5 0 0,0 2 0 0,5-3 0 0,9 4 0 0,7-1 162 0,4 5-65 0,6 2 141 16,-1 1-94-16,2 0-60 0,-1 8-26 0,1 6-3 15,-5 6-22-15,-3 4 0 0,-6 3 8 0,-6-2-125 16,-4 6 59-16,-6 0 29 0,-2 2-1 0,-2-2-74 16,-15 4 48-16,-4-6 28 0,-3-2-95 0,-5-5 34 15,-1-3 33-15,0-6-16 0,0-3 48 0,1-9-51 16,3-1 31-16,1 0 93 0,8-6-44 0,-1-6-20 16,4-5 1-16,3-2 83 15,5 2-49-15,5-2-10 0,1 2-1 0,0-1 22 16,3 1-4-16,10 1-19 0,8 2-175 0,0 3 80 15,3-1 36-15,4 3-165 0,2 0 95 0,0 4 36 16,4 0 29-16,-1-1-474 0,2 1 232 0,1-3 108 16</inkml:trace>
  <inkml:trace contextRef="#ctx0" brushRef="#br0" timeOffset="210162.05">11511 11951 900 0,'0'-5'0'0,"0"1"0"0,0 2 0 0,-2-1 0 0,2 2 0 0,-2 1 0 0,-3 0 472 0,2 6-219 0,1 14-111 15,-2 7-54-15,2 5 318 0,-1 7-190 0,-1 2-92 16,0 1 49-16,1 1-70 0,-1 0-35 0,1-6-177 16,0 6 67-16,1-6 37 0,0-1 0 0,2-4-141 15,0-10 89-15,0 1 53 0,-2-11 15 0,2-3-537 16,0-1 270-16,0-6 54 16,-2-2 94-16,1-2-312 0,-1-19 198 0,0-5 95 15,2-5-166-15,-4-13 129 0,1-1 67 0,-4-4 23 16</inkml:trace>
  <inkml:trace contextRef="#ctx0" brushRef="#br0" timeOffset="210339.58">11408 11987 1089 0,'-5'-34'0'0,"5"10"0"0,0-1 0 15,0 5 0-15,0 0 0 0,4 2 0 0,13 1 0 0,2 4 0 0,3-2 0 0,3 4 293 0,-1-1-130 0,-1 5-57 16,-1 3 65-16,1 2-69 0,-2 2-34 0,-5 0-10 0,-1 8-17 16,-4 9-8-16,-5 2-1 0,-4 7-58 15,-2 3 29-15,-2 0 0 0,-13 3 38 16,-8 4-107-16,4-8 48 0,-4 0 26 0,-2-2-199 0,2-2 103 15,2-3 23-15,-2 0 34 0,5-6-306 0,0 0 155 16,1 0 60-16,4-2-121 0,1 4 97 0</inkml:trace>
  <inkml:trace contextRef="#ctx0" brushRef="#br0" timeOffset="210660.72">11137 12774 1052 0,'-10'0'0'0,"6"0"0"0,2 0 0 0,2 0 0 0,0 0 0 0,0 0 0 0,4 0 0 0,10 0 169 0,2 0-60 0,5 3-42 0,2 9 0 0,-3 1-6 16,-1 6-28-16,-3 1 0 16,-2 1 8-16,-1 9-72 0,-8-2 32 0,-2 3 1 15,-3 0-36-15,0 3 34 0,-10 2 7 0,-10 3 26 16,-3-5 32-16,2-8-32 0,-5 1-35 0,-1-7 60 15,6-4-7-15,-11-3-29 0,7-6-10 0,4-6 21 16,1-1-8-16,3 0-1 0,-1 0 20 0,7-11-45 16,2-5 14-16,6-3-58 0,1-2 35 0,2-3 1 15,0 3 35-15,9-5-71 0,5 6 25 0,0 4 0 16,6-2 17-16,1 3-130 16,0 4 59-16,4 1 36 0,-2 3 5 0,4 0-261 15,-1 4 124-15,3 1 64 0,1 0 30 0</inkml:trace>
  <inkml:trace contextRef="#ctx0" brushRef="#br0" timeOffset="210818.31">11449 12866 1278 0,'-4'-7'0'0,"2"5"0"0,-1-1 0 0,1 1 0 0,1 2 0 0,-1-1 0 0,0 1 0 0,2 0 298 16,0 0-137-16,2 0-64 0,8 7 257 0,4 2-160 15,0 4-81-15,1 3-85 0,4 0 5 0,-5 0 0 16,4 1 0-16,-2 0-496 0,1-4 248 0,-2 0 132 15,2-4 54-15,0-2-627 0,0-4 324 0</inkml:trace>
  <inkml:trace contextRef="#ctx0" brushRef="#br0" timeOffset="211011.39">11815 12633 1248 0,'4'-9'0'0,"-3"5"0"0,1 2 0 0,-2 2 0 0,0 0 0 0,0 2 0 0,-12 15 0 0,-2 8 251 0,-5 14-109 0,-3 4-55 0,-6 9 364 15,-4 11-214-15,2 2-101 0,-1 1-52 0,1 5 142 16,-2 2-97-16,2 1-40 0,0 3-32 0,-2-4-145 16,2 4 59-16,0-2-137 0,2-2 99 0,5-11 58 15,0 0 17-15,5-9-430 0,5-16 227 0,3-1 52 16,5-14 76-16,3-4-545 16,2-5 293-16</inkml:trace>
  <inkml:trace contextRef="#ctx0" brushRef="#br0" timeOffset="211172.96">12015 13397 2134 0,'0'0'0'0,"0"0"0"0,2 0 0 0,0 0 0 0,-2 0 0 0,0 0 0 0,0 0 276 0,0 0-122 15,0 0-52-15,0 0 279 0,0-1-174 0,4-6-87 16,2 0-43-16,5 2-809 0</inkml:trace>
  <inkml:trace contextRef="#ctx0" brushRef="#br0" timeOffset="213788.26">14039 12314 1312 0,'0'-2'0'0,"0"2"0"0,0 0 0 0,0 0 0 15,0 3 0-15,0 11 0 0,0 3 261 0,0 5-114 0,5 3 213 0,0-1-164 0,-1 3-82 16,3 4-32-16,-2-1 41 0,-1 2-45 0,-1 0-22 16,1 2-1-16,-2 0-33 15,0 1 18-15,-2-3-7 0,0-1 0 0,0-1-181 16,0-8 91-16,0 0 45 0,0-6-323 0,0-3 179 16,0-6 31-16,0-2 68 0,0-4-459 0,0-1 241 15,0 0 114-15,0-10-63 0,0-13 95 0,0-2 49 16</inkml:trace>
  <inkml:trace contextRef="#ctx0" brushRef="#br0" timeOffset="214093.41">14018 12389 526 0,'0'-21'0'0,"0"8"0"0,0 4 0 0,0 3 0 0,0 1 414 0,0 0-190 0,11 2-96 0,6 1-48 16,6-2 132-16,5 2-82 0,6 0-53 16,-1 0 292-16,12 2-169 0,-5 0-84 0,1 0-41 15,-5 0 144-15,1 0-98 0,3 0-44 0,-3 0-26 16,-1 0-19-16,-6 2 1 0,-5-2 8 0,-1 0-72 15,-4 0 32-15,-4 0 0 0,-5 0 31 0,-2 0-29 16,-3 0 9-16,-4 0 21 0,0 0 39 0,0 0 0 16,-2 0-50-16,0 0-16 15,0 0 187-15,0 0-80 0,0 0-40 0,0 4 11 16,0 7-25-16,2 3 166 0,-1 2-225 0,3 4 0 16,0 3 0-16,-1 4 0 0,1 1 0 0,1 0 0 15,-2 4 0-15,3-2 0 0,-3 2 0 0,1 2 0 16,0-2 0-16,-3-7 0 0,3 8-624 0,-2-11 326 15,1 1 138-15,-3-2-427 0,0-4 277 16,0-6 131-16,0 0 77 0,0-1-401 0,0-2 235 0,-7-5 117 16,-4-1 60-16</inkml:trace>
  <inkml:trace contextRef="#ctx0" brushRef="#br0" timeOffset="214309.86">14152 12577 2112 0,'-20'0'0'0,"5"0"0"0,6 0 0 0,2-2 0 0,1-2 0 0,4 2 0 0,2-2 0 0,0 1 0 0,18 1 0 0,5-2 247 0,5 2-100 15,3 1-60-15,2-2 211 0,1 3-132 0,0 0-67 16,-2 0-33-16,-6 0-58 0,8 0-7 0,-8 0 31 16,1 0-317-16,-9 4 159 0,-1-2 80 0,-4 2 47 15,-1-2-239-15,-5 1 135 0,-3-1 68 0,-2-2-70 16,-2 2-556-16,0-2 307 0,0 0 164 0,-8 0-232 15,-4 0 195-15</inkml:trace>
  <inkml:trace contextRef="#ctx0" brushRef="#br0" timeOffset="214516.81">14202 12047 850 0,'-8'-11'0'0,"3"5"0"0,3 5 0 0,0-2 0 0,2 2 0 0,0 1 0 0,0 0 416 16,0 13-184-16,6 8-104 0,1 5 165 0,0 4-130 15,2 11-66-15,-6 0 285 0,1 1-167 0,-1 12-95 16,-1-4-44-16,0 1 9 0,0-1-26 0,0 0 0 16,0-7-18-16,1 8-219 15,1-4 105-15,0-4 53 0,-2-2-473 0,2-5 263 16,-2-2 140-16,1-2 13 0,-1-12-580 0,0-2 313 16,0-5 155-16,1-5-94 0</inkml:trace>
  <inkml:trace contextRef="#ctx0" brushRef="#br0" timeOffset="-214644.81">14348 11912 1238 0,'0'-8'0'0,"2"7"0"0,-2 1 0 0,0 0 0 0,0 12 0 0,0 15 0 0,0 5 0 0,0 11 494 0,0 4-222 0,2 4-124 15,0 1 142-15,3 3-128 0,4 0-65 0,-2-2-97 16,0 2 9-16,0-1 24 0,1-3-1 0,-2 0-328 15,0-4 164-15,-5-3 82 0,-1-7 50 0,0 0-404 16,0-5 149-16,-7-4 131 0,-7-4-265 16,-4-5 178-16,1-7 81 0,-4-3 52 0,1-5 69 0,-5-4-1 15,2 0-22-15,1 0 311 16,2 0-164-16,-1 0-70 0,6 0-39 0,3 0 242 16,1 0-115-16,6 0-79 0,1 0 47 0,2 0 552 15,2 0-310-15,0 4-155 0,8 1 214 0,8 2-184 16,7 0-84-16,3-2-55 0,3 0 158 15,1 1-32-15,0 0-205 0,2-2 0 16,-1-1 0-16,3 1 0 0,0 0 0 0,0-2-284 0,-2 0 178 0,-1 0 77 16,1-2 27-16,-2 1-913 15,0-1 370-15</inkml:trace>
  <inkml:trace contextRef="#ctx0" brushRef="#br0" timeOffset="-214202">15000 11996 1690 0,'-13'-17'0'0,"11"16"0"0,2-1 0 0,0 2 0 0,0 0 0 0,-1 0 0 0,1 0 95 0,0 0-41 0,0 0 223 15,0 3-122-15,0 10-62 0,-5 5-29 0,3 2-27 16,-3 9-4-16,-3 0 0 0,-1 1 0 0,-1 0-114 15,-2 0 57-15,-2 1 37 0,1-5-9 0,2-2 21 16,-2-1 7-16,3-4 1 0,0-1 11 16,1-7-43-16,2 1 22 0,2-4 100 0,1-5-51 15,2-1-25-15,2 0 0 0,0-2 46 16,0 0-34-16,0 0 0 0,4 0-27 0,7 0-94 16,2-2 47-16,0-3 32 0,3 1-8 0,-4 1-94 15,1 2 56-15,-3-1 19 0,-3 2-40 0,1 0 22 16,-5 0 19-16,-1 13-20 0,-2 4 2 0,0 6-5 15,-7 1 0-15,-4 2 186 0,-3 0-77 0,1 1-35 16,3-7-20-16,0 1 190 0,0-2-96 0,5-8-28 16,1 2-34-16,3-3 71 15,1-4-46-15,0-2-23 0,0-1 8 0,3-3-66 16,10 0 1-16,2 0 33 0,2 0-190 0,2-3 96 16,-1-6 55-16,1 2-515 0,2 0 259 0,-3 1 94 15,0 2 77-15,-4 2-621 0,-2 2 332 0,-1 0 178 16,-4 14 85-16</inkml:trace>
  <inkml:trace contextRef="#ctx0" brushRef="#br0" timeOffset="-214056.59">14959 12759 1214 0,'-21'10'0'0,"5"0"0"0,-2 0 0 0,3-2 0 0,4-1 0 0,2-2 0 0,3-3 0 0,2 1 426 0,2-3-196 0,2 0-99 16,0 0 218-16,5 0-162 0,9 0-77 0,3 0-39 15,5-6 77-15,1-5-57 0,-2 3-21 0,7-7-295 16,-4 2 130-16,2 2 63 0,-1-4 33 0,0 2-655 15,-3 5 352-15</inkml:trace>
  <inkml:trace contextRef="#ctx0" brushRef="#br0" timeOffset="-213889.04">15150 12306 1955 0,'-9'-12'0'0,"6"8"0"0,0 1 0 0,3 2 0 0,0-1 0 15,0-2 0-15,0-2 0 0,10 1 222 0,4-2-94 0,6 2-40 0,1 1 322 0,0 0-189 0,0 2-94 16,2 1-47-16,1 1-235 0,-1 0 102 0,-1 0 39 16,-2 0 23-16,-4 0-667 15,1 7 346-15,-4 5 172 0</inkml:trace>
  <inkml:trace contextRef="#ctx0" brushRef="#br0" timeOffset="-213721.82">15216 12453 1750 0,'-16'6'0'0,"-2"1"0"0,6-2 0 0,0 1 0 0,4-4 0 0,3-1 0 0,1 2 0 0,4-3 277 0,0 0-113 0,9 0-71 0,8 0 45 16,7-3-52-16,1 0-27 15,0-3 0-15,-3 1-74 0,7-2 20 0,-4 1 0 16,-4 0 27-16,-2 2-459 0,-1-1 230 0,-4 1 123 16,-3 2-566-16,-2-1 317 0,-1-1 87 0</inkml:trace>
  <inkml:trace contextRef="#ctx0" brushRef="#br0" timeOffset="-213406.67">15308 11966 1032 0,'-4'-7'0'0,"4"5"0"0,-1 2 0 0,-1 0 0 0,0 7 0 0,0 18 174 0,2 12-70 0,0 8-36 0,0 8 412 16,0 16-227-16,0-1-110 0,0 1-56 0,0 5 276 15,0-3-165-15,0-11-75 0,6 14 31 0,1-22-61 16,4 2-30-16,1-7-156 0,0-12 63 0,4 0 40 15,0-8-9-15,0-7-366 0,0-7 199 0,0-4 100 16,-2-6 49-16,0-3-238 0,-1 0 57 0,-4-10 94 16,-1-7-40-16,-1-8-114 0,-5 3 112 0,-2 0 49 15,0-9 68-15,0 5-3 16,-2 2-1-16,-5 3 172 0,-1-1-85 0,-3 3-52 16,2 4-14-16,0 4 289 0,-1 4-149 0,1 3-78 15,-1 1 15-15,-1 3 155 0,0 0-47 0,-3 7-73 16,-1 9-10-16,3 5 93 0,-4 1-67 0,2 1-45 15,0 1-133-15,3-5 48 0,-1 0 23 0,3-2 0 16,3-10-458-16,3 1 236 0,3-7 109 0,0-1-728 16</inkml:trace>
  <inkml:trace contextRef="#ctx0" brushRef="#br0" timeOffset="-213260.06">15517 11970 1044 0,'7'0'0'0,"2"0"0"0,-1 0 0 0,-4 2 0 0,-2 5 245 16,0 1-98-16,-2 5-61 0,1-1 412 0,-1 5-232 16,0-2-117-16,2 5-345 15,4 1 122-15,3 1 49 0</inkml:trace>
  <inkml:trace contextRef="#ctx0" brushRef="#br0" timeOffset="-213093.47">16071 12088 1974 0,'0'0'0'0,"-6"4"0"0,0 2 0 0,-3 0 0 0,-4 1 0 0,-4 4 0 0,-1 0 0 0,-5 3 0 0,0 3 186 16,-2 1-76-16,2 1-318 0,0 2 128 0,0 1 53 16,2 0 29-16,1 3-617 0,-1 1 318 0,0-1 160 15,-1 1 84-15</inkml:trace>
  <inkml:trace contextRef="#ctx0" brushRef="#br0" timeOffset="-212950.85">15665 12462 432 0,'-12'9'0'0,"1"0"0"0,4-2 0 0,1-2 0 0,4-3 0 0,2 0 0 0,0 0 526 0,2-2-251 16,10 2-121-16,9-2 356 0,2 0-239 0,7 0-111 15,4 0-67-15,10-4 295 0,-5-2-178 0,2-1-88 16,1-1-45-16,-6 0 42 0,3 0-47 0,-4 0 0 16,-3 1-397-16,-2 4 178 15,-9 1 90-15,0 1-305 0,-8-1 193 0,-1 2 101 0,-5 0 51 16,-5 0-816-16,0 2 401 0</inkml:trace>
  <inkml:trace contextRef="#ctx0" brushRef="#br0" timeOffset="-212776.81">15954 12329 689 0,'-11'-4'0'0,"5"1"0"0,0 3 0 0,1 0 0 0,1 5 0 0,4 10 479 16,0 5-223-16,0 7-112 0,0 2-56 0,2 6 510 15,2 8-286-15,1-2-140 0,-1 2 336 0,-1 2-237 16,-2 1-119-16,-1-7-52 0,0 8-13 0,0-4-27 15,0-8 119-15,0 3-637 0,0-4 305 0,0-8 101 16,-1-4 38-16,-2-6-782 0,1-5 414 16,2-5 174-16,0-6 116 0</inkml:trace>
  <inkml:trace contextRef="#ctx0" brushRef="#br0" timeOffset="-212632.2">15889 12652 1986 0,'0'-9'0'0,"-2"5"0"0,2 2 0 0,-4 2 0 0,0 0 0 0,-4 3 0 0,3 10 0 0,-1 5 0 0,-1 4 0 0,-3 2 276 0,1 3-122 0,-2 1 13 16,1 0-71-16,1-1-32 0,3-7 0 0,-1 0-219 16,3-2 94-16,3-9 54 15,1 1 17-15,0-7-586 0,0-3 305 0,1 0 152 16</inkml:trace>
  <inkml:trace contextRef="#ctx0" brushRef="#br0" timeOffset="-212485.59">15943 12554 728 0,'11'-6'0'0,"5"6"0"0,-5 0 0 16,0 0 0-16,-1 11 0 0,-1-1 0 0,0 3 666 0,-2 2-316 0,3 2-159 16,-3 1 476-16,1 0-317 0,-3-2-150 0,0 3-18 15,0-1-75-15,1-2-36 0,-3-3-1 0,3-3-748 16,-1-2 364-16,2-5 170 0,2-1 88 0,0-2-378 16,3-2 234-16</inkml:trace>
  <inkml:trace contextRef="#ctx0" brushRef="#br0" timeOffset="-212134.72">16191 12193 1423 0,'2'-5'0'0,"0"3"0"0,3 2 0 0,-1 0 0 0,-1 0 0 0,3 7 0 0,0 7 320 16,0-2-135-16,-4 4 270 0,1 1-211 0,-1 0-105 16,0 1-53-16,-2-1-195 0,0-2 79 0,0-4 27 15,0-3 0-15,0-4-208 0,0 0 122 0,0-4 61 16,0 0 38-16,-2 0-437 0,-3-10 227 15,-1-5 113-15,-2-2-293 0,1-5 173 0,3-1 79 0,-1-7 140 16,3 2-22-16,2 2 0 16,0 4-23-16,0-3 246 0,0 4-131 0,11 2-53 15,4 2-31-15,3 6 356 0,3 2-146 0,4 2-104 16,-5 6 20-16,5 1 72 0,-3 0-82 0,-1 4-41 16,-2 9 85-16,-4 2-63 0,-2 4-23 0,-4 1-3 15,-3-1-36-15,-4 4 0 0,-2 1 0 0,0-3-83 16,-14 6 37-16,0-8 24 0,-5 5-1 0,-1-4-151 15,-1-1 87-15,2-2 27 0,-8 2 22 16,5-3-205-16,5-2 104 0,-4-1 9 16,5-2-377-16,0 0 213 0,5-1 118 0,4 1 55 15,2-2-382-15,3 1 218 0</inkml:trace>
  <inkml:trace contextRef="#ctx0" brushRef="#br0" timeOffset="-212022.5">16193 12512 1673 0,'2'10'0'0,"1"3"0"0,-1 2 0 0,-2 0 0 0,0 2 0 0,0 1 0 0,0-2 0 0,0 3 0 15,0-1 0-15,-3 2 287 0,-3 1-128 0,1 0-63 0,-4 2 329 0,4-2-201 16,0-3-95-16,-1 1-48 0,2-1-274 16,3-5 113-16,1-5 64 0,0 2 21 0,0-4-869 15</inkml:trace>
  <inkml:trace contextRef="#ctx0" brushRef="#br0" timeOffset="-211890.85">16352 12603 1074 0,'11'15'0'0,"7"10"0"0,-6-2 0 0,0 2 0 0,-3 3 360 0,2 4-156 0,-1 0-89 0,-2 2 757 16,1-1-419-16,-2-4-210 0,-1-1-105 0,0-7-145 16,1-2 15-16,0-4 1 15,-1-6 23-15,0-1-1079 0</inkml:trace>
  <inkml:trace contextRef="#ctx0" brushRef="#br0" timeOffset="-211462.5">13081 12088 1350 0,'-4'0'0'0,"-1"0"0"0,5 0 0 0,0 0 0 0,0 0 0 0,0 13 0 0,0 6 0 0,0 5 219 0,0 5-93 16,0 1-39-16,0 4 59 0,0 1-57 0,0-1-28 15,0 0 0-15,0-4-49 0,0-4 29 0,0-1-8 16,0-5-1-16,-1-1-184 0,-1-10 92 0,0-1 46 16,2-6-379-16,-2-2 206 0,2 0 62 0,0-12-378 15,0-11 230-15,0-3 120 0</inkml:trace>
  <inkml:trace contextRef="#ctx0" brushRef="#br0" timeOffset="-211221.15">13081 12071 954 0,'-2'-20'0'0,"-2"2"0"0,1 6 0 0,3 1 0 0,0 1 0 0,0 1 0 0,0 1 185 0,3 1-77 0,8 1-29 0,4 0 94 16,0 3-70-16,3 1-36 0,3 0 1 0,2 2 170 16,6 0-106-16,-5 0-50 0,2 0-24 0,-2 4-26 15,-3-1 1-15,0 1 8 0,-3 0-34 0,-2 0 1 16,-5 2 24-16,-2-1 27 0,-1 0 0 0,-4 3-18 15,-2 3-9-15,-1 3 124 0,-1 1-62 16,0 2-31-16,0 1 0 0,0 3 45 16,0-1-41-16,0 0-1 0,0 4 1 0,0-4-35 15,0 3 1-15,0 0 8 0,0 3-219 0,0-1 105 16,0 0 53-16,0 2-559 0,0-1 277 0,0-4 150 16,0 3 37-16,-1-2-533 0,-3-1 308 0,-1-3 153 15</inkml:trace>
  <inkml:trace contextRef="#ctx0" brushRef="#br0" timeOffset="-211040.63">13251 12348 921 0,'-2'-10'0'0,"2"4"0"0,0 4 0 0,0 1 0 0,0 1 0 0,4 0 0 0,2 1 138 0,2 17-53 0,-3 0-18 16,1 7 343-16,-5 2-189 0,-1 6-95 0,0 6 232 15,-1 0-163-15,-10-3-73 0,-5 10-49 0,3-14-64 16,-2 3-1-16,0-5 25 0,3-10 0 0,-2 2-375 15,3-6 183-15,-1-6 96 16,5-4-261-16,1-6 177 0,3 0 90 0,3 0-59 0</inkml:trace>
  <inkml:trace contextRef="#ctx0" brushRef="#br0" timeOffset="-210892.03">13268 12533 1784 0,'4'0'0'0,"2"0"0"0,-1 6 0 0,0 2 0 0,2 1 0 0,-3 2 0 0,-1 2 0 0,3 3 0 0,-3 0 324 0,-1 1-150 0,2 2-70 0,0-1 152 0,-2 0-112 0,2-1-55 16,-1-1-20-16,1-3-413 16,2-5 189-16,-1 0 94 0,3-6-639 0,1-2 362 15,2 0 188-15</inkml:trace>
  <inkml:trace contextRef="#ctx0" brushRef="#br0" timeOffset="-210738.86">13567 12332 1242 0,'4'-2'0'0,"-2"1"0"0,0 1 0 0,-2 0 0 0,0 9 0 0,0 3 0 0,-2 2 306 0,-2 4-141 16,-2-2-66-16,0 3 268 0,3-2-168 0,1 2-82 15,0-3-35-15,2-2-306 0,0-3 128 0,0-4 65 16,0 1-595-16,2-6 325 0,7-2 168 0,3 0 76 16</inkml:trace>
  <inkml:trace contextRef="#ctx0" brushRef="#br0" timeOffset="-210503.49">13653 11846 632 0,'5'-20'0'0,"4"4"0"0,-2 11 0 0,2 3 0 0,-1 4 0 0,1 28 0 0,1 15 686 16,-3 19-327-16,-1 3-163 0,-2 12-73 0,-2 17 641 16,0-2-365-16,-2 3-183 0,0 3 160 0,0 0-32 15,0-16-344-15,0 3 0 0,0-8 0 0,0-10 0 16,1-17 0-16,1 0 0 0,0-17 0 0,0-4 0 15,-2-10 0-15,0-2 0 0,-9-7 0 0,-5-7 0 16,-4-1 0-16,-1-4-410 16,-8 0 135-16,3-2 129 0,-2-5-329 0,-2-11 213 15,-2 0 118-15,-2-12 56 0,2-6-499 0,2-7 278 16</inkml:trace>
  <inkml:trace contextRef="#ctx0" brushRef="#br0" timeOffset="-209930">16765 12069 692 0,'5'-9'0'0,"-2"6"0"0,3 3 0 0,1 0 0 0,-1 0 321 0,-3 7-135 0,1 6-81 15,-1 9-36-15,-1 3 199 0,-1 4-118 0,-1 2-58 16,0 3-22-16,0 0 293 0,-8 1-166 0,-1 3-81 16,0-2 47-16,-3-1-65 0,-1-2-24 0,2-5-9 15,0-8-202-15,0-1 84 0,3-8 43 0,3-3-484 16,0-3 271-16,3-5 124 0,2 0 66 15,0-9-709-15,14-12 355 0</inkml:trace>
  <inkml:trace contextRef="#ctx0" brushRef="#br0" timeOffset="-209774.41">16993 11959 768 0,'9'0'0'0,"3"0"0"0,0 9 0 0,-1 5 0 15,1 2 0-15,1 7 330 0,0-1-148 0,2 4-75 0,-2 1 487 0,2-1-280 16,-2-5-133-16,3 9 134 0,-5-6-141 0,-1-2-70 15,1-2-36-15,-1-2-321 16,0 2 151-16,-2-6 64 0,1-3 35 0,-4-1-606 16,-1-1 322-16,-2 0 159 0,0-1-304 0</inkml:trace>
  <inkml:trace contextRef="#ctx0" brushRef="#br0" timeOffset="-209363.51">16886 12391 1246 0,'-17'0'0'0,"3"2"0"0,4 1 0 0,2 1 0 0,5 0 0 0,3 0 0 0,0 2 144 0,7-2-47 16,14 3-36-16,4-2 176 0,4-1-102 0,2-2-52 16,3 0-24-16,-1-1 41 0,0-1-37 0,-4 0-1 15,-4 0-29-15,0 0-20 0,-6 0 20 0,-6 2 8 16,0-2 48-16,-4 3-28 0,-1 0 0 0,-5 3 36 16,1 1-33-16,-2 2 9 0,0 5-40 0,-2 1 215 15,0 3-107-15,0 3-55 0,0 4-26 0,0-5 103 16,0 7-69-16,0-3-30 0,0-2-1 0,0 1-127 15,0 0 49-15,0-3 32 16,0-1-290-16,0-2 153 0,0-5 76 0,0-2 38 16,0 0-448-16,-8-5 193 0,-1 1 126 0,-2-4-150 15,-2-2 126-15,-2 0 63 0,-1 0 32 0,0-8-228 16,-5-7 134-16,0-5 63 0,1-7 31 0,-4-4-122 16,1-4 76-16,5 8 31 0,2-5 8 0,1 5 58 15,6 9-20-15,2 6 0 0,-1 1 250 0,5 4-133 16,1 3-55-16,-1 2 143 15,3 2-103-15,0 6-45 0,0 15-27 0,0 5 324 0,0 4-108 16,0 11-90-16,-5-1-46 0,-3-2 55 16,1-1-49-16,0-2-17 0,-3-1-184 0,2-4 76 15,1-9 37-15,0-1 1 0,2-9-387 0,2-3 214 16,3-4 60-16,0-4-191 0,0-2 101 0,10-19 89 16</inkml:trace>
  <inkml:trace contextRef="#ctx0" brushRef="#br0" timeOffset="-208925.96">17595 12002 1407 0,'14'-4'0'0,"0"4"0"0,-4 0 0 0,-4 0 0 0,-4 7 0 0,-1 7 0 0,-1 0 227 0,-3 7-97 0,-11 4-49 16,-1 0 217-16,-2-1-137 0,1 2-64 0,-2-2-1 15,2-1-31-15,2-6-1 0,0 2-23 0,0-4-38 16,5-5 0-16,4-3 30 0,-1-2 0 0,4-1 26 15,-1-4 8-15,3 2-35 0,0-2 1 0,0 0 30 16,5 0-30-16,10 0-1 16,2 0 44-16,7-2-8 0,0 1-35 0,3-2-64 15,-1 0 32-15,2 1-1 0,-3 2 41 16,5-3-41-16,-4 3-1 16,-2 0 34-16,-3 0-8 0,2 0-80 0,-5 0 33 0,1 0 19 0,-6 0-16 15,-1 0 0-15,-3 0 18 0,-2 0 11 0,1 0 140 0,-4 5-70 16,0 1-37-16,-1 3 247 0,1 2-126 0,0 4 10 15,-2 3-174-15,1 7 0 16,3 3 0-16,-2 0 0 0,4 4 0 0,-3 0 0 16,0 0 0-16,3 0 0 0,0 0 0 0,-3 0 0 15,3-3 0-15,-5-2 0 0,1-4 0 0,-2-1 0 16,0-4 0-16,-2 0 0 0,0-5 0 0,0-1 0 16,-11-3 0-16,-2-1-202 0,-6-3 107 0,-4-2 42 15,-1 0 15-15,-2-3-142 0,-2 0 60 0,-4-3 50 16,2-15-445-16,-4-10 241 0,6-8 121 0,-2-13-504 15,5-3 305-15,-1-23 163 0,-1-14 78 16</inkml:trace>
  <inkml:trace contextRef="#ctx0" brushRef="#br0" timeOffset="-208792.32">17492 12083 1774 0,'-11'-22'0'0,"1"10"0"0,5 3 0 0,3 5 0 0,-2 1 0 0,4 2 0 0,0 1 0 0,9-2 0 0,12 1 0 0,6-2 286 0,3 2-127 0,3-1 328 15,5 0-226-15,1 0-107 0,1 2-64 0,-1 0 88 16,-1 0-73-16,-5 0-36 0,1 0 0 0,-8 2-449 15,6 3 201-15,-7 5 107 16,-8-2-330-16,0 7 218 0,-6 1 108 0</inkml:trace>
  <inkml:trace contextRef="#ctx0" brushRef="#br0" timeOffset="-208629.76">17494 12471 1201 0,'-30'8'0'0,"11"0"0"0,4-3 0 0,6-3 0 0,-1 0 0 0,6-2 0 0,4 0 629 16,0 0-297-16,18 0-150 0,8 0-75 0,6-4 233 16,9-5-157-16,2-3-76 0,2 1-37 0,-2 2-85 15,3-1 24-15,-7 3 8 0,10-1-638 0,-8 5 327 16</inkml:trace>
  <inkml:trace contextRef="#ctx0" brushRef="#br0" timeOffset="-207929.63">18281 12057 2231 0,'0'0'0'0,"-6"-3"0"0,6 3 0 0,0 0 0 0,0 0 0 0,0 0 0 0,0 0 0 0,0 6 0 0,0 3 331 0,0 1-149 16,2 1-67-16,2 3-4 0,2-2-40 0,1 0 1 0,-2 1-336 15,3-6 156-15,2 2 66 0,-5-2 38 0,3-4-552 16,-5-3 289-16,1 0 145 0,-2 0 78 0,0 0-548 15,-2-2 280-15,0-10 139 16,0-2-29-16,-10-3 85 0,1-4 34 0,-3-7 79 16,-2 2 0-16,1-2-28 0,-2 0-1 0,4 3 247 15,2 6-131-15,-2 1-54 0,8 8-31 0,-1 0 387 16,2 2-206-16,2 1-22 0,2 2 28 0,13 2 95 16,6 1-124-16,5 0-61 0,2 0 84 0,2 0-73 15,1 2-28-15,-1 0-9 0,-4 0-65 16,-6 0-1-16,3 2 30 0,-6 4-61 0,-6 1 39 15,0 3-9-15,-6-1 31 0,-5 4-164 16,0 2 82-16,-7 6 41 0,-9-3-16 16,-7 3-79-16,-3 2 31 0,-3-3 35 0,-1 1 79 0,0 0-25 15,4-2-29-15,2-3 168 0,5-4-78 0,0 0-39 16,8-3-10-16,2-2 76 0,3-3-25 0,5-3-33 16,1 1 20-16,0 0 48 0,0 0-42 0,9-2 1 15,3 0-33-15,4 0-136 0,0 0 64 0,3-2 32 16,-2-2-384-16,0 1 198 15,-4 1 78-15,1-1 56 0,-4 2-483 0,-2 1 251 16,-2 0 125-16,-2 0-92 0,-2 0 100 0,-2 1 62 16,0 4 28-16,0 0-96 0,0-1 62 0,-6 0 30 15,0-1-8-15,0-1 164 0,3 0-62 0,-1-2-32 16,2 2 312-16,0-2-171 0,2 0-95 0,0 0 270 16,0 2-123-16,0 3-92 0,0 1 23 0,0 4 16 15,2 1-44-15,0 3-35 0,-2 1 0 16,0 4-59-16,0 2 1 0,0 1 40 0,0-2-8 15,-4 1-25-15,-1-5 0 0,-2 0 25 16,2-7 59-16,1-2-21 0,-1-1-9 0,3-2-29 16,2-2 143-16,-2-2-72 0,2 0-35 0,0-2 101 15,2-12-73-15,13-3-31 0,2 2-1 0,0-1-26 16,3-1-6-16,-4 3 8 0,4-1-8 0,-1 1-137 16,0 2 69-16,-4 3 34 0,0 1-363 0,-4 3 202 15,-2 0 56-15,-3 4-506 0,-2-1 284 0,-2 2 148 16,-2 0 74-16,0 0-297 15,-10 8 189-15,-3 1 91 0</inkml:trace>
  <inkml:trace contextRef="#ctx0" brushRef="#br0" timeOffset="-207329.23">18275 12247 1021 0,'-7'10'0'0,"-1"4"0"0,3 2 0 0,-1 7 0 0,-2 2 0 0,-1 1 0 0,2 4 0 0,-2 5 0 0,2 3 231 0,2-1-99 0,1-1-49 16,2-2 319-16,2-8-177 15,0 1-100-15,0-5 62 0,0-6-78 0,6-5-38 16,5-4 0-16,6-7-141 0,4 0 47 0,3-15 27 16,6-11 1-16,0-6-284 0,2-2 156 0,1-6 86 15,-2-1 31-15,3-7-257 0,-2 2 138 0,4-10-30 16,-6 4-269-16,-4 2 187 0,4-12 106 16,-4 6 49-16,-4 7-108 0,3-3 79 15,-2 1 39-15,-5 11 178 0,3-6-65 0,-5 14-37 0,-4 3 1 0,-4 9 362 16,-5 9-200-16,1 3-107 0,-2 4-43 15,-2 2 287-15,0 2-148 0,-13 15 19 16,-2 8 101-16,-4 7-113 0,-5 8-70 0,-3-1 71 16,1 4-65-16,4-3-34 0,5-9 9 0,4-5-35 15,3-2-6-15,4-7 0 0,3-1 0 0,3-4-86 16,0-6 51-16,1-4 14 0,13 0-1 0,4 0-92 16,3-9 57-16,4-2 11 0,-3 0-19 0,6-3-3 15,-3 5 23-15,1-1-35 0,-5 5 23 16,-1 0-22-16,-1 4 41 0,-1 1 59 0,-6 0-29 15,-3 0-5-15,-5 8-25 0,-2 5 135 16,-2 5-60-16,0 4-21 0,-13 0 1 0,-4 2 11 16,-1 1 0-16,-3-3-23 0,0 3-51 0,-3-1 10 15,-1-4 29-15,-1 1-270 0,0-2 128 0,-1-4 59 16,7-1 36-16,-3-3-453 0,2-2 223 0,3-3 97 16,1-3 61-16,4-3-271 0,1 0 157 0,3 0 92 15,2-7 41-15,3-2-48 16,2-1 45-16,-1-1 22 0,3-1 224 0,0 3-97 15,0 0-52-15,5-1-27 0,4 5 214 0,4 1-120 16,2 3-69-16,2 1 548 0,7 0-280 0,-1 0-59 16,6 7-97-16,2 2 311 0,1 0-195 0,2 1-111 15,0 0-51-15,-1 3 192 0,-2-2-122 0,-3 0-60 16,-5 2-166-16,3 2 49 0,-10-4 27 0,2 1-248 16,-6 1 138-16,-1-4 70 15,-4 0 42-15,-2-1-784 0,-3-1 395 0,0 1 103 0,-2-1 130 16,0-1-539-16</inkml:trace>
  <inkml:trace contextRef="#ctx0" brushRef="#br0" timeOffset="-207073.92">18696 12488 965 0,'-16'2'0'0,"0"2"0"0,7 0 0 0,1-2 0 0,0-1 0 0,5 2 0 0,3-2 0 0,0 1 345 16,0 3-157-16,3-1-69 0,11 2 124 0,1-2-106 15,2 2-51-15,1-1 12 0,3 1-33 0,0-2 9 16,-1 2-41-16,-1-3 0 15,-2 1 0-15,0 1-1 0,-4 1 1 0,-3 0 64 16,-1-1-37-16,-4 3 1 0,-1 2-28 0,-4 1 140 16,0 0-70-16,0 2-27 0,-11 0 201 0,-3 1-123 15,-7 2-60-15,0-1-31 0,-2-2 23 16,3-2-19-16,-7 2-8 0,6-5-94 0,0-2 34 0,0-2-1 16,1-2 35-16,4-2-331 0,2 0 161 0,2 0 84 15,2-6 44-15,4-11-541 0,4-7 213 0,2-7 144 16,2-8-517-16</inkml:trace>
  <inkml:trace contextRef="#ctx0" brushRef="#br0" timeOffset="-206483.35">19338 11867 1155 0,'0'-10'0'0,"-3"5"0"0,1 5 0 0,2 0 0 0,-2 0 0 0,-3 9 0 0,-2 4 73 0,-2 4 8 0,0 2-48 16,-3 7 297-16,-2 2-148 0,-2 2-75 0,0 2 59 16,-2 3-59-16,0 5-41 0,1-8 0 0,2 0-196 15,-2-1 81-15,4-5 41 0,3-5 8 0,1-3-343 16,4-1 188-16,3-8 94 0,2-2-280 0,0-4-127 16,2-3 209-16</inkml:trace>
  <inkml:trace contextRef="#ctx0" brushRef="#br0" timeOffset="-206310.96">19460 11966 1296 0,'4'8'0'0,"2"9"0"0,-5 3 0 0,-1 2 0 0,0 5 0 0,-9 1 0 0,-2 2 0 0,-4 5 235 0,-6 3-101 16,3 0-50-16,-7-1 228 0,0 3-139 0,4-4-62 16,-8 7-44-16,7-7-34 0,2-4-1 15,0 2 1-15,1-6 0 0,4-8 8 0,2 1-8 0,4-8-1 16,3-5-629-16,5-5 314 15,1-3 158-15,3-1 0 0</inkml:trace>
  <inkml:trace contextRef="#ctx0" brushRef="#br0" timeOffset="-206154.76">19363 12336 1449 0,'5'-6'0'0,"1"5"0"0,-1 1 0 0,1 0 0 0,0 14 0 0,-2 9 0 0,0 4 0 0,-3 5 208 0,1 2-88 0,0 3-44 0,-2 0 442 15,0 3-243-15,0-2-113 0,0-3-69 0,-2-1 144 16,-1-6-102-16,3-6-51 15,-2-1-343-15,2-7 155 0,0-3 64 0,0-5 36 16,0-6-670-16,2 0 353 16,5-6 177-16,7-17-318 0,-2-9 157 0</inkml:trace>
  <inkml:trace contextRef="#ctx0" brushRef="#br0" timeOffset="-205829.63">19543 12053 828 0,'13'-21'0'0,"0"4"0"0,6 4 0 0,0 2 0 0,-2-1 0 0,5-1 192 15,-1 4-80-15,-1 3-32 0,1 2-7 0,-1 3 310 16,-2 1-176-16,-3 0-86 0,-4 3-45 0,-2 10 156 16,-2 3-104-16,-5 2-48 0,-2 9 78 0,-9-1-63 15,-11 10-32-15,-1-7 31 0,-9 7-35 0,0-2 1 16,-2-2-28-16,-1-1-58 0,4-1 37 0,-8 2-8 16,10-11 29-16,-1 2-296 0,5-4 148 0,9-6 74 15,4-4-542-15,4-3 284 0,5-4 104 16,1-2 81-16,5 0-334 0,18-13 209 15,3-4 95-15,2-4-186 0,3-1 159 0,-3-1 86 16,-2 3 86-16,-6 6 0 0,1 1 0 0,-2 1 0 16,-4 5 0-16,-4 4 15 0,3 1-14 0,-2 2 0 15,0 0 415-15,1 4-221 0,1 4-113 0,-2 6-58 16,-1-1 660-16,3 0-326 0,-3 1-154 0,3-1 75 16,-4-2-123-16,1 0-61 0,-1-1-32 0,1-1-390 15,-2-3 188-15,2 1 82 0,-2-3 45 0,-2 1-334 16</inkml:trace>
  <inkml:trace contextRef="#ctx0" brushRef="#br0" timeOffset="-205428.56">19597 12439 977 0,'-16'4'0'0,"0"0"0"0,9 2 0 0,0-2 0 0,3-2 0 0,2-2 0 0,2 1 417 0,2 3-192 0,9-2-88 0,6-2 122 0,3 0-113 0,7 0-56 16,-3 0-29-16,3 0-225 15,-7 0 107-15,3 0 41 0,-2 0 24 0,-5 0-213 16,-4 0 119-16,-3 0 59 0,-4 0-376 0,-3 0 213 16,-2 0 4-16,0 0 91 0,-2 1-198 0,-7 3 131 15,0-2 56-15,-3-2 125 0,1 0-25 0,1 0-1 16,-1 0-25-16,2 0 236 0,4 0-126 0,3 0-52 16,0 0-29-16,2 0 221 0,0 0-87 0,0 0-70 15,2 10 46-15,2 1-47 16,1 2 31-16,-1 4-28 0,-2 3-4 0,-2 3 9 0,0 3-35 0,0 1-59 15,-9-3 29-15,-2-2 1 16,-3 2 29-16,-1-8-78 0,-2 0 35 0,1 0 2 16,-3-6 0-16,-1-1 2 0,4-5 21 0,-1 0-14 15,6-4 82-15,2 0-38 0,0 0 0 0,6 0-47 16,-1 0 234-16,4 0-87 0,0-4-61 0,11-2 87 16,10 1-69-16,2 1-35 0,5-2 0 0,2 1 28 15,4 4-35-15,1-3 0 16,3 1-27-16,-1-2-153 0,1 2 76 0,2-1 47 15,-3-1-220-15,2-2 125 0,-1-2 62 0,0 2 6 16</inkml:trace>
  <inkml:trace contextRef="#ctx0" brushRef="#br0" timeOffset="-205238.07">20144 12083 1626 0,'5'0'0'0,"6"-4"0"0,7 2 0 0,3-4 0 0,0 2 0 0,2-2 0 0,4 4 0 0,3-3 233 16,0 2-100-16,0-1-51 0,-2 1-11 0,-3 2-30 15,3-1-8-15,-1 2-366 0,-9 0 183 0,1 0 92 16,-5 6 45-16,-3 6-614 16</inkml:trace>
  <inkml:trace contextRef="#ctx0" brushRef="#br0" timeOffset="-204899.97">20241 12290 855 0,'-20'7'0'0,"1"2"0"0,5 0 0 0,6-3 0 0,2-2 0 0,4-2 0 0,2 0 316 0,2-1-134 0,12-1-79 15,8 0 188-15,4 0-129 0,2 0-65 0,1-3-32 16,2-5-72-16,0 1 16 0,-3-3 0 0,-5 5-148 16,-2-1 87-16,-1 2 42 0,-10 3 29 0,1-1-397 15,-4 2 205-15,-4 0 78 0,-1 0 60 0,-2 0-441 16,0 0 214-16,-7 0 118 15,-3-2-36-15,-1-8 85 0,2-1 95 0,-1-6 0 16,3 1 0-16,-1-3 0 0,3 0 0 0,-1 0 0 16,3 4 0-16,-2 3 0 0,1 1 0 0,3 6 44 15,-1 1-24-15,0 2-26 0,-2 2-1 0,-1 11 440 16,-2 12-165-16,-5 3-124 0,1 6 309 0,-6 7-211 16,-2 1-104-16,0 2-53 0,2-5 231 0,-5 9-146 15,1-5-69-15,6-8-43 0,-2 1 0 16,3-4-25-16,5-7 8 0,2-2-283 15,3-9 137-15,4-2 69 0,0-7 35 0,2-3-503 16,9 0 230-16,8-14 144 0,0-9-451 0,0-3 274 16,0-4 137-16</inkml:trace>
  <inkml:trace contextRef="#ctx0" brushRef="#br0" timeOffset="-204762.34">20328 12404 700 0,'7'-17'0'0,"-3"9"0"0,1 5 0 0,0 3 0 0,-1 0 0 0,-1 20 0 0,1 9 0 0,1 10 436 0,-1-5-194 0,4 12-109 15,1-6 462-15,2-8-281 16,3 4-140-16,1-4 224 0,4-4-174 0,2-6-100 15,-1-6-45-15,4-5-204 0,3-7 79 0,-1-4 40 16,4-4 8-16,-1-15-216 0,2-9 124 0,-5-2 61 16,-1-2 31-16,-3-6-586 0,-4 3 242 0,2-16 175 15,-3 0-527-15,-4-11 331 0</inkml:trace>
  <inkml:trace contextRef="#ctx0" brushRef="#br0" timeOffset="-204635.68">20856 11921 1691 0,'2'-20'0'0,"1"10"0"0,4 5 0 0,-2 3 0 0,2 2 0 0,2 2 0 0,0 6 0 0,0 4 0 0,0-1 267 0,0 2-117 0,1 3-50 16,-3-3 293-16,1 0-179 0,0 0-91 0,-3 0-46 16,1-1-218-16,1-3 95 0,0 2 35 0,2-5-799 15,1-1 421-15</inkml:trace>
  <inkml:trace contextRef="#ctx0" brushRef="#br0" timeOffset="-204386.34">21229 11826 1720 0,'2'0'0'0,"0"0"0"0,-2 0 0 0,0 9 0 0,-11 2 0 0,-8 4 0 0,1 4 0 0,-5 4 0 0,-2 0 0 0,-3 2 285 0,3 2-125 15,-2-3-64-15,1 0-38 0,-1 1-26 0,-1-3 9 16,-2-3-8-16,2 0-105 0,1-4 52 0,7-6 27 16,1 0-1-16,8-3 43 0,-1-2-16 0,7-1-1 15,1-3 41-15,2 3-1 16,2-3-39-16,0 0-35 0,13 0 186 15,12 0-77-15,5 0-38 0,7 0 28 0,3 0-32 0,-6-3 8 16,5-1-41-16,0-2-265 0,2 0 133 0,-6 1 66 16,-3 1 33-16,-6 1-576 0,-2 2 288 0,-3-1 104 15,-7 2-224-15,-5 0 188 0</inkml:trace>
  <inkml:trace contextRef="#ctx0" brushRef="#br0" timeOffset="-204213.3">20889 12382 1903 0,'-33'9'0'0,"16"-2"0"0,5 0 0 0,2-2 0 0,4-4 0 0,6 2 0 0,2-3 0 0,18 0 0 0,8 0 0 0,6 0 305 0,10-4-140 0,-5-4-66 0,5 0 131 15,-2-1-99-15,1 1-48 0,-4-1-18 0,-2 2-281 16,-3-3 124-16,-6 5 63 0,-7-1-549 0,-5 4 306 16,-7 0 160-16,0 2 68 0,-8 0-333 0,-1 0 101 15,-1 0 125-15</inkml:trace>
  <inkml:trace contextRef="#ctx0" brushRef="#br0" timeOffset="-204063.67">21117 12178 1128 0,'-5'-7'0'0,"0"5"0"0,2 2 0 0,-1 0 0 0,-1 9 0 0,-3 10 0 0,-2 6 0 0,-1 0 0 0,-3 8 494 16,-5 6-230-16,-1 1-116 0,0-5-49 0,-6 10 175 0,0-1-121 0,1-5-60 15,4-5-317-15,5-2 128 16,5-8 73-16,1 1 24 0,6-5-225 0,4-4 128 15,0-4 64-15</inkml:trace>
  <inkml:trace contextRef="#ctx0" brushRef="#br0" timeOffset="-203932.05">21104 12505 1619 0,'13'0'0'0,"2"0"0"0,4 15 0 0,4 12 0 0,-1-3 0 0,6 9 0 0,-2-4 249 0,10 9-112 15,-1-5-52-15,6-3 928 0,0-2-501 0,0 0-255 16,-3-7-34-16,5 3-223 0,-13-8 0 0,3-3 0 15,-1-5-601-15,2-5 333 0,5 1 159 0</inkml:trace>
  <inkml:trace contextRef="#ctx0" brushRef="#br0" timeOffset="-194706.01">4144 8565 1010 0,'0'-7'0'0,"0"-3"0"0,0 4 0 0,0-4 0 0,0 0 0 0,0-1 0 0,0 1 104 0,0 1-36 16,0-2 1-16,0 1-10 0,0 1-26 15,0 0 8-15,0-1 32 0,0 3 0 0,0-1-40 16,0 1 0-16,0 1 0 0,-4 2 43 0,-4-1-9 0,2 1-62 16,-6 2 28-16,0 0 0 15,1 2 0-15,-3 0-33 0,-4 0-8 0,4 2 41 0,-4 7-1 16,-1 3 1-16,1 1-20 0,1 0 28 0,0 0-10 16,2 2-7-16,-2 0 5 0,4-2-13 15,-1 4 10-15,0-4 38 0,4 2-7 0,-1 2-34 16,2-1 74-16,1 0-30 0,1 3-1 0,4-2 35 15,-2 0-38-15,4 2 0 0,1-3-30 0,0 2 27 16,0-1 0-16,0-3-19 16,1 1 29-16,5 0 0 0,6-1-38 0,-2-3 1 15,7 0 0-15,-1-4 35 0,4 1-7 0,1-2-29 16,3-3-14-16,-4-1 15 0,3-2 0 0,0 0-36 16,0 0 14-16,-1 0-1 0,-3-4 23 0,-1-1 0 0,-1-2-77 15,-1 1 38-15,-2 0-33 0,-6 1 25 16,-1-1 0-16,1 2-2 0,-1 0 6 0,-5 1-8 0,1-1 27 15,-2 0-18-15,1 0 136 16,-2 0-61-16,0 1-28 0,0-3 146 0,0 2-77 0,0 1 119 16,0-1-226-16,0-2 0 0,0 4 0 15,0-1 0-15,-3 1 0 0,3-3 0 16,-3 4 0-16,3 0 0 0,-2-1 0 0,2-1 0 16,-3 2 0-16,3-1-542 0,-2 2 261 0,2-2 139 15,0 2 31-15,0 0 50 16</inkml:trace>
  <inkml:trace contextRef="#ctx0" brushRef="#br0" timeOffset="-187439.73">8809 13732 1706 0,'-5'0'0'0,"-1"0"0"0,3 0 0 0,0 0 0 0,1 0 0 0,2 0 0 0,0 0 0 0,2 0 0 0,10 0 281 0,3 0-125 0,4 0-61 0,7 0-32 16,-3 0 9-16,7-6 12 0,-1-1-26 0,4 4 0 15,-1 2 15-15,1-1-40 0,-2 2 8 0,-1 0-8 0,0 0-58 16,-2 0 29-1,-8 0-117-15,3 2 73 0,-4 1 45 0,-6-2-9 0,-4 2-203 16,-2-1 111-16,-2 0 38 0,-4-2 32 0,-1 0-17 16,0 0-76-16,-8 0 23 15,-5 0-38-15,-4 0 49 0,1 0 26 0,-5 0-7 0,3 0 33 0,-3 0 39 16,2 0 1-16,2 0-40 0,3 0 139 0,2 0-66 16,1 0-36-16,2 1 0 15,2 5-37-15,4 0 19 0,-1 2-23 0,4 3 300 0,0 2-131 0,0 2-26 16,0 4-48-16,4 5 159 15,-1-2-84-15,4 11-54 0,0-2-23 0,-2 4 45 16,1 8-33-16,-4-2-1 0,-1 1-26 0,1 7 20 16,0 0-1-16,1 3-27 0,-3-5-59 0,0-1 30 15,0-8 8-15,0-1 20 0,0 0-140 0,0-4 69 16,0-3 35-16,0-4-83 0,-7-5 39 0,1 0 29 16,-5-4-12-16,0-6-63 0,0-1 26 0,-2-5 28 15,2-3-17-15,-2-2 108 0,-1 0-42 0,1 0 0 16,4 0 200-16,1-2-106 15,1-2-46-15,1 0 251 0,5 2-130 0,-1 0-75 16,2-1 31-16,0-1-51 16,2 0-17-16,10 1-8 0,6 1-25 0,3-1 151 0,4 2-184 15,0 1 0-15,-2 0 0 0,7 0 0 0,-2 0 0 16,-1 1 0-16,0 5 0 0,-1 0 0 0,-3 0-626 16,5-3 391-16,-10 2 100 0,3-5-256 15,-2 0 171-15,0 0 94 0,-2 0 39 0,-3 0-512 16,2-7 284-16,-1-4 141 0,-2-5-396 15</inkml:trace>
  <inkml:trace contextRef="#ctx0" brushRef="#br0" timeOffset="-187279.16">9599 13998 1108 0,'-2'0'0'0,"2"0"0"0,0 0 0 0,2 0 0 0,1 0 0 0,6 0 605 0,0 0-286 0,3 2-143 0,3-1-64 0,0 2-43 15,0-1-1-15,3 0-35 0,-2-1 159 16,1 2-80-16,-1-1-32 0,0-1-7 0,-5 3-572 16,1-1 266-16,-3 4 132 0</inkml:trace>
  <inkml:trace contextRef="#ctx0" brushRef="#br0" timeOffset="-187092.66">9609 14308 1928 0,'-7'8'0'0,"2"2"0"0,0-2 0 0,3 0 0 0,2-2 0 0,0-1 0 0,2 1 0 0,14-2 366 0,8-1-166 16,-2-1-84-16,4 0 371 0,2-2-227 0,-4 0-106 15,7 0-64-15,-10 0 17 0,3 0-36 0,-1 0-1 16,-4 0-320-16,-6 0 149 0,2-2 63 0,-6-1-230 16,-1-3-185-16,-5-2 243 0,2 2 121 0,-3 0-839 15</inkml:trace>
  <inkml:trace contextRef="#ctx0" brushRef="#br0" timeOffset="-183491.02">10611 13780 1118 0,'0'-7'0'0,"2"-2"0"0,0-3 0 0,-1 0 0 0,1-1 0 0,0-1 0 0,0-1 0 0,0 0 125 0,-2 0-38 16,2 1-32-16,-2 1 27 0,0 1-24 0,0-2-1 16,0 3-24-16,0 0-9 0,0-5 9 0,0 5 0 15,0 0-1-15,-4 0 26 0,-2 3-25 0,1-2 8 16,-3 2 27-16,2 0-36 0,-1 2 1 0,0 2 38 16,-1 4 1-16,-2-3-31 15,3 1-8-15,0 2 40 0,-3 0 0 0,1 0-40 16,0 5 0-16,-1 3 43 0,2 3-7 0,-1 3-37 15,2 3 38-15,-3-1-37 0,4 3 0 0,1 2 8 16,-1 5 20-16,5-1 0 0,-1 1-29 0,2 2 44 16,0 1-21-16,0 6 8 0,0-1-31 0,0 3 80 15,2 4-40-15,1 1 0 0,3 1-39 0,-3-3 65 16,1 12-37-16,1-3 11 16,2 3-1-16,-3-1-38 0,-1 2 8 0,1-4-8 15,-1-4-1-15,-1-8 1 0,0 1 134 16,0-3-167-16,-2-7 0 0,0 5 0 0,0-8 0 15,0 0 0-15,-2-4 0 0,-7-2 0 0,0-1 0 16,-5-2-190-16,1-4 175 0,-2-1 7 0,0-5-388 16,0-2 181-16,0-4 96 0,2 0-210 0,2 0 148 15,2-1 74-15,0-8 38 0,8-6-425 0,1 1 222 16,0-4 124-16,3-3 58 0,11-2-426 0</inkml:trace>
  <inkml:trace contextRef="#ctx0" brushRef="#br0" timeOffset="-183258.77">10852 14156 1493 0,'2'-10'0'0,"1"7"0"0,-3-1 0 0,0 2 0 0,0 1 0 0,0 1 181 0,0 0-74 0,0 0-37 16,-3 9 0-16,0 10 296 0,-5 1-158 15,1 11-92-15,0 2-42 0,-5 9 146 0,5-6-94 16,-2-2-47-16,-3 6-22 0,1 3-24 0,2-9 0 15,-1 4 0-15,1-5-155 0,1-1 78 0,3-7 46 0,-2-3-389 16,4-3 209-16,3-7 95 0,-2-4-244 16,2-1 120-16,0-5 46 0,0-2 67 0,0 0-385 15,0-12 223-15,2-9 112 0</inkml:trace>
  <inkml:trace contextRef="#ctx0" brushRef="#br0" timeOffset="-183042.34">10806 14200 1489 0,'0'-13'0'0,"0"5"0"0,2 0 0 0,1 5 0 0,-1-1 0 0,4 1 0 0,2 3 0 0,-1 0 556 0,4 8-261 16,1 5-123-16,3 7 334 0,-3 4-237 15,4 3-118-15,-3 6 50 0,2 0-83 0,-2 1-35 0,1 0-29 16,-3 1-44-16,-1-2-1 0,2-1 173 0,-3-3-182 0,0 1 0 16,3-3-366-16,-6-7 237 15,1 3 80-15,-1-6-493 0,-3-4 267 0,2-1 153 16,-3-5-22-16,-1-3-485 0,-1 0 298 15,0-2 150-15,-3-2-361 0,-7 0 247 16</inkml:trace>
  <inkml:trace contextRef="#ctx0" brushRef="#br0" timeOffset="-182918.67">10787 14541 912 0,'-7'2'0'0,"-1"-2"0"0,7 2 0 0,-1-2 0 0,2 0 0 0,0 0 177 0,0 0-73 0,5-2-27 16,8-2-8-16,4-1 347 0,1-1-192 0,2-2-96 15,-1 3 34-15,3-1-56 0,-1 2-41 0,-2 2 0 16,-1 0-541-16,-1 2 254 0</inkml:trace>
  <inkml:trace contextRef="#ctx0" brushRef="#br0" timeOffset="-182641.91">11450 14248 1528 0,'-10'-12'0'0,"5"-3"0"16,-2 2 0-16,-3 2 0 0,-1 1 0 0,1 3 0 0,0 1 273 0,-2 3-121 0,-3 1-59 0,0 2 136 16,-2 4-90-16,-4 13-57 0,5 6-25 0,-3 3 27 15,1 4-26-15,0 3 1 0,4 4 76 0,4-3-55 16,2 5-23-16,5-6-1 0,3 3 168 0,0-4-95 15,9 0-40-15,10-3 193 0,3 1 7 0,4-8-289 16,2-4 0-16,4-3 0 0,6-5 0 0,0-4 0 16,-1-6 0-16,-1 0 0 0,-2 0-174 0,-3-12 172 15</inkml:trace>
  <inkml:trace contextRef="#ctx0" brushRef="#br0" timeOffset="-181591.73">11869 14076 773 0,'0'0'0'0,"0"0"0"0,0 0 0 0,0 0 0 0,8 3 631 15,1 1-589-15,4 0-10 0,4-1 1 0,4 3 137 0,4-4-68 16,2 1-35-16,3 1 8 0,2-2-42 0,2-2 202 16,2 0-102-16,0 2-49 0,-3-2-12 0,1 0 9 15,0 0-48-15,-4 0 0 0,-2 0-157 0,-5 0 78 0,1 0 40 16,-5 0 7-16,-4 0-311 16,-4 0 171-16,-4 0 50 0,1 0-242 0,-5 0 163 15,0-6 12-15,-3-6 36 0</inkml:trace>
  <inkml:trace contextRef="#ctx0" brushRef="#br0" timeOffset="-181375.31">12196 13751 968 0,'0'1'0'0,"2"3"0"0,-1 4 0 0,1-1 0 0,0 4 0 0,0 2 0 0,0 8 391 0,1 3-178 0,4 5-91 16,-2 4 188-16,1 5-131 0,-1 9-77 0,-1-2-34 15,-1 3 24-15,2 0-29 0,-1-2-1 0,1-5-118 16,1 5 40-16,-1-10 24 0,1 1 0 0,0-1-283 16,-1-6 153-16,-1-4 86 0,0-4 30 0,-3-2-499 15,1-7 249-15,0-4 53 16,-2-3-86-16</inkml:trace>
  <inkml:trace contextRef="#ctx0" brushRef="#br0" timeOffset="-180844.64">13201 13830 702 0,'2'-7'0'0,"2"0"0"0,1 0 0 0,-1-5 0 0,-1 1 0 0,1-4 0 0,-1-4 176 0,2 2-71 0,-1-3-29 16,-1 1-7-16,1-2 3 0,-2 0 0 0,0 2-40 16,-2 0 30-16,0 3-22 0,0-1-7 0,-2 2 0 15,-5 0 8-15,-4 0-8 0,1 2 8 16,-3 0 11-16,-1 1-19 0,0 3-1 16,0 2 1-16,-1 3 21 0,0 2 7 0,0 0-28 15,-2 2 0-15,2 0 58 0,0 2-29 0,0 10 0 16,0 0 39-16,2 4-37 0,0 0-1 0,1 3-30 15,3 2 65-15,4 0-33 0,-3 0 8 0,4 6-8 16,4-2 0-16,0 2-32 0,0-3-1 0,0 5 78 16,0-4-31-16,0 7-8 0,2-1-38 0,4 1 86 15,0-2-43-15,1 2-22 0,-2 3 69 16,5 0-50-16,-2 1 0 0,-3-1-40 0,2 3 38 16,-1-1-39-16,-2-1 9 0,0 0-36 15,0-2-1-15,-2 0 29 0,-1-4-1 0,-1-1-25 16,0-4 194-16,0 5-201 0,-3-4 0 0,-7-2 0 15,1-1 0-15,-2-5 0 0,-5 2-259 0,2-1 204 16,-4-4 21-16,2-2 22 0,-3-2-258 0,-2-3 128 16,4-5 45-16,-2 1-104 0,5-4 73 0,-2 0 48 15,7 0 24-15,-2 0-300 0,3 0 153 16,3-5 90-16,3-5 39 0,2-1-334 16,0 1 187-16,5-2 94 0,7-2-376 0</inkml:trace>
  <inkml:trace contextRef="#ctx0" brushRef="#br0" timeOffset="-180499.06">13529 14331 1041 0,'0'-10'0'0,"0"3"0"0,0-2 0 0,0-1 0 0,0-1 0 0,0 0 0 0,0-5 0 0,0 3 0 0,0-1 107 0,-4 5-37 0,-1-1 0 0,0 1 44 16,-6 1-45-16,4 4 1 0,-6 0-38 0,0 2 24 15,-2 2 0-15,0 0-15 0,-4 0 52 0,-1 13-30 16,0 3 0-16,-1 1-31 16,-2 5 106-16,2 1-45 0,3-1-34 0,0 2 0 15,4 0 139-15,0 1-83 0,8-2-41 0,3-1 128 16,3 3-89-16,0-5-40 0,0 1 0 0,9-2-13 15,10-1-27-15,-3-4 8 0,7-1-75 0,2-5 33 16,-6 1 1-16,9-6 32 0,-8-2-300 0,3-1 159 16,-2 0 66-16,1 0-546 0,-3-1 284 0,0-6 111 15,-1-5 81-15,0 0-395 0,0-7 243 16,-1 0 115-16</inkml:trace>
  <inkml:trace contextRef="#ctx0" brushRef="#br0" timeOffset="-180329.51">13710 14194 1174 0,'1'-3'0'0,"1"3"0"0,2 0 0 0,-2 0 0 0,0 9 0 0,2 6 0 0,-2 3 0 0,2 6 156 0,-1 3-61 0,-1 0-31 15,0 6 342-15,0-1-178 0,-2 0-102 16,0 0 137-16,0-4-115 0,0 0-57 16,0-8-30-16,0 0-312 0,0-4 138 0,0-6 73 15,0-6 36-15,0 1-555 0,0-5 295 0,0 0 142 16,0-5 71-16</inkml:trace>
  <inkml:trace contextRef="#ctx0" brushRef="#br0" timeOffset="-179937.43">13697 14139 612 0,'0'-11'0'0,"0"1"0"0,5 3 0 0,6-1 0 0,1 0 218 0,3 0-97 0,2 1-45 0,3 0 339 15,1 2-191-15,2 3-96 0,-3 0-39 0,1 2 114 16,-2 0-85-16,-3 0-43 0,-2 12-21 0,-1 1-94 15,-6-1 45-15,-1 5-9 0,-4 2-131 0,-2 2 84 16,0 3 42-16,-8-1 21 0,-5-2-41 0,-6 1 27 16,1 0 0-16,-3-2-47 0,0-6 30 0,3-2-27 15,-1-3 21-15,0-2 183 16,4-3-80-16,4-1-46 0,-1-3 0 0,3 0 270 16,4 0-134-16,3 0-46 0,2 0 131 0,0-7-111 15,2 1-54-15,8-1-28 0,10-1 33 0,2 1-34 16,2 1 0-16,4 3-43 0,1 1 16 0,-1 2 1 15,-5 0 8-15,5 5-105 0,-5 8 48 0,-3 7 24 16,-1 0 1-16,-6 2-137 0,-6 2 67 0,1 5 40 16,-6 1-80-16,-2-2 51 0,0 1 27 0,-2-1-17 15,-8-5 192-15,-6 3-78 0,-2-5-46 0,0-5 106 16,-3-1-61-16,-3-3-34 16,1-5 4-16,-9 1 77 0,5-4 92 0,-2-4-212 15,3 0 0-15,5 0-375 0,0 0 225 0,5-8 85 16,4-3-686-16,6-4 359 0,4 0 177 0,2-2 92 15,2 2-572-15</inkml:trace>
  <inkml:trace contextRef="#ctx0" brushRef="#br0" timeOffset="-179783.84">14327 14573 2533 0,'-3'0'0'0,"1"0"0"16,2 0 0-16,0 0 0 0,-4 0 0 0,1 0 0 0,-1 0 0 0,-1 0 442 0,-2-2-205 0,0-7-93 0,1-2-671 0,3-1 279 16</inkml:trace>
  <inkml:trace contextRef="#ctx0" brushRef="#br0" timeOffset="-176051.27">1243 12575 605 0,'-5'0'0'0,"0"0"0"0,2 0 0 0,-4-2 0 0,4 0 100 0,0 0-34 0,-3-2 1 0,6 1-34 0,-3 1 118 15,3-2-51-15,-2 2-38 0,2 1 0 0,0 1 49 16,0-3-40-16,0 3 1 0,0 0-31 0,0 4 99 15,0 13-54-15,0 5-26 0,0 7 0 0,-3 10 77 16,-2-3-44-16,-6 13-35 0,-2-2 1 16,2-1 13-16,-3 5-39 15,4 0 8-15,-1-2-9 0,2-1 0 0,-1-2 1 16,1-3 0-16,4-8 0 0,-1 1-22 0,-1-4-7 16,4-4 29-16,0-7-113 0,1 0 56 0,-1-5 25 0,1-2-230 15,1-7 106-15,1-1 65 0,0-4-306 16,0 0 170-16,0-2 71 0,0 0-134 0,0-13 116 15,1-7 55-15,7-4 26 0,4-6-338 16</inkml:trace>
  <inkml:trace contextRef="#ctx0" brushRef="#br0" timeOffset="-175826.87">1174 12694 1153 0,'0'-9'0'0,"0"4"0"0,0 3 0 0,0 1 0 0,0-3 0 0,2 3 33 0,3 0 336 16,1 1-160-16,2 0-92 0,5 2-42 0,1 12 235 15,2 5-138-15,1 5-70 0,-2 5-27 16,5 6 80 0,-7 3-61-16,3 2-31 0,0 2 0 15,1-1-19-15,-4-5-3 0,4 10-8 0,-4-12 0 16,1 1-130-16,-1-1 65 0,1-5 32 0,-6-5-250 0,-1 1 137 0,1-8-734 16,-5 0 804-16,0-5 37 0,-3-3-50 0,0-2-675 15,0-1 678-15,-3-2 20 0,-5-4 0 0,0 0-201 16,-8 0 101-16</inkml:trace>
  <inkml:trace contextRef="#ctx0" brushRef="#br0" timeOffset="-175688.25">1195 13123 1173 0,'-5'0'0'0,"2"0"0"0,-3 0 0 0,3-2 0 0,1 0 0 0,0 1 0 0,2-5 99 0,0 0-25 15,0 0-8-15,7 1-33 0,5 1-1 16,1 0 1-16,4 2 0 0,1 1 8 0,3 1-8 0,2 0-6 15,0 0 6-15</inkml:trace>
  <inkml:trace contextRef="#ctx0" brushRef="#br0" timeOffset="-175402.36">1776 12832 984 0,'0'-14'0'0,"0"2"0"0,-3-1 0 0,-10-1 0 0,2 1 0 0,-3 2 67 0,3 2 154 15,-2 1-94-15,-1 2-39 0,-1 2-32 0,1 3 25 16,1 1-24-16,-4 0 0 16,2 13-24-16,-2 6 32 0,1 5-9 0,2 2-23 15,1 4 0 1,4 4 48-16,1 0-24 0,3 1 8 0,3 3 131 0,2-1 335 16,0 0-474-16,4-4 0 0,7-2-24 0,3-8 8 0,5 5 44 15,-1-7-26-15,2-2 0 16,4-5-26-16,0-3-160 0,-2-4 88 0,7-3 32 0,-4-2 0 0,0-2-437 15,-2 0 239 1,-3-2 107-16,2-6 69 0,-2-2-363 0,-1-2 188 0,-2-3 46 0,-1 2 63 16,-3-5-436-16</inkml:trace>
  <inkml:trace contextRef="#ctx0" brushRef="#br0" timeOffset="-175247.23">2020 12735 1163 0,'5'-1'0'0,"0"-1"0"0,0 0 0 0,-4 2 0 0,1 0 0 0,3-2 0 0,-3 2 527 16,2 0-247-16,-1 0-123 0,2 0-63 16,0 0 31-16,0 0-37 0,1 0-32 0,-4 0 0 15,5 6-543-15,-4 4 260 0,-1 3-240 16,3 2 250-16</inkml:trace>
  <inkml:trace contextRef="#ctx0" brushRef="#br0" timeOffset="-175108.6">2052 13054 787 0,'0'8'0'0,"0"2"0"0,0-3 0 0,0-1 0 0,0-1 0 0,0-2 634 16,0 1-302-16,0-1-140 0,2-3 448 0,1 0-304 15,5 0-175-15,0 0-64 0,-3 0-33 0,2 0-1269 16,5-7 1055-16,-4-2 91 0,4 2 46 0,-1 2 23 0</inkml:trace>
  <inkml:trace contextRef="#ctx0" brushRef="#br0" timeOffset="-173788.46">2560 12697 359 0,'-1'-4'0'0,"-1"2"0"0,0 1 0 0,1-2 279 16,-2 3-124-16,1 0-52 0,2 0-40 16,0 0 147-16,0 0-89 0,0 7-44 15,0 7-22-15,0-1 99 0,8 1-64 0,2 4-29 0,1 1 0 16,3 2 125-16,-2-6-76 0,1 4-31 0,-1-1-8 16,5-1 13-16,-4 1-26 0,-1 2 1 0,0 0-27 15,-4-3-116-15,4 1-487 0,-7 0 570 0,1-3-1 16,-2-2-161-16,0-5 91 0,-2 0 28 0,1-1 25 15,-2-6-401-15,1 2 194 0,1-3 97 0,2 0 47 16,0-6-189-16,3-9 123 0</inkml:trace>
  <inkml:trace contextRef="#ctx0" brushRef="#br0" timeOffset="-173482.83">2927 12571 386 0,'0'-9'29'0,"0"3"-1"16,0 0-28-16,0 3 353 0,0-3-161 0,0 2-71 0,0 2-48 15,0 0 244-15,0 2-142 0,0 0-71 0,0 0-35 16,0 0 110 0,-2 11-77-16,-4 12-35 0,1 3 1 0,-4 6 17 0,-1 5-18 15,-3 13-8-15,1 0-26 0,-1 3 81 0,-4 11-40 16,2-4-1-16,0-3-5 0,0 9-9 16,-2-3-26-16,4-12 0 0,-4 5-37 0,4-3 37 15,0-8 8-15,-1 5-8 0,0-7-68 0,4-8 34 0,-1 2 0 16,4-6-9-16,0-7 29 0,0-4-23 0,4-5 34 0,0-4-149 15,-2-3 67-15,5-3 15 16,-3-2-62-16,3-3 38 0,-2 0 29 16,1 0-1-16,-2 0-106 0,0 0 53 0,3-3 17 15,0 0-293-15,0-7 165 0,0-1 82 0,0-2 41 0,0-2-169 16,12-2 97-16,1-5 61 0,4 1 26 0</inkml:trace>
  <inkml:trace contextRef="#ctx0" brushRef="#br0" timeOffset="-173267.89">3026 12851 551 0,'-2'-1'112'0,"2"1"-56"0,-2 0 673 16,2 0-609-16,0 0-47 16,0 0 0-16,0-3 420 0,2 3-416 0,9 0-22 0,2-2 8 15,0 0 56-15,5 0-44 0,0 0-21 16,-1 2 0-16,4-1-52 0,-5 1 39 0,0 0-8 15,0 0 0-15,-2 0-229 0,-1 0 114 0,-3 0 58 16,-3 0 36-16,1 0-8 0,-5 0-431 16,-1 1 225-16,1 7 46 0,-3-1 78 0,0 5-496 15,-3 1 274-15</inkml:trace>
  <inkml:trace contextRef="#ctx0" brushRef="#br0" timeOffset="-173099.34">3026 13091 1141 0,'-4'6'0'0,"3"0"0"0,-3-3 0 0,3-1 0 0,-2 0 0 0,1-2 0 0,2 0 253 0,0 0-110 16,0 0-55-16,10 0-28 0,4 0 279 0,0 0-144 0,3-4-86 15,0-2-38-15,0 3 22 0,1-3-30 0,-1 2-1 16,2-1-21-16,0 1-373 0,0 3 182 16,2-1-515-16,-1-1 349 0,1 3 148 0,1 0-218 0</inkml:trace>
  <inkml:trace contextRef="#ctx0" brushRef="#br0" timeOffset="-172734.03">3473 12821 1417 0,'-9'-4'0'0,"1"2"0"0,1 1 0 0,-2 1 0 0,0 0 0 0,2 0 0 0,0 3 65 0,3 9 273 15,2 2-157-15,-1 5-74 0,1 8-37 0,2-2 114 16,0 6-76-16,0-1-29 0,2-1-14 0,3 2 1 15,6-5-33-15,3-2-36 0,0-1 36 0,4-8-54 16,0 0 23-16,4-2 1 16,-2-5 29-16,3-5-67 0,-1 0 34 0,-3-3 8 0,2 0 26 15,-3-6-82-15,0-9 35 0,-4-6 0 0,-1-2 13 16,-5 2-76-16,1-8 40 0,-4 1 14 0,-1-1 0 16,-1 1-3-16,-3 0-10 0,0 2 20 0,0-6 8 15,-3 3-39-15,-4 0-1 0,-4 1 26 0,0 3 3 16,-5-1-29-16,2 9 0 0,-2 0 18 0,-3 3 8 15,3 7 71-15,-3 2-40 0,-2 3 6 16,2 2-35-16,0 0 81 16,3 5-19-16,-1 7-73 0,2 1 22 0,1 4-78 15,3 0 40-15,4 0 3 0,1-1 37 0,2 3-346 16,4 0 157-16,0 0 82 0,0 5 42 0,4-2-410 16,12 3 220-16</inkml:trace>
  <inkml:trace contextRef="#ctx0" brushRef="#br0" timeOffset="-172534.54">3960 13146 1646 0,'-12'0'0'0,"7"0"0"0,3 0 0 0,1 0 0 0,-2 0 0 0,1 0 0 0,-3 4 481 15,5 1-224-15,-4 2-112 0,2 0-48 16,1 6-72-1,-1-2 7-15,-1 4 1 0,-1 1 0 0,1 3-475 16,0 0 246-16,0 2 110 0,0-1 60 0,1 4-687 16,2 3 365-16</inkml:trace>
  <inkml:trace contextRef="#ctx0" brushRef="#br0" timeOffset="-171925.4">4218 12850 897 0,'-12'-11'0'0,"5"4"0"0,-1 0 0 0,0-3 0 0,3-1 0 0,1 0 99 0,2 1-33 0,2-4 0 0,0 6 182 15,2-2-108-15,11 1 245 16,2 1-339-16,6 1-13 0,4 1-1 0,-1 4 1 0,1 2 68 15,-4 0-26-15,7 0-8 16,-2 6-24-16,1 7-10 0,-5 4 0 0,-4 4-1 0,-3-1-31 16,0 9-9-16,-6-2 41 0,-5 4-64 15,-2 2 33-15,-2 2-1 0,0-3 40 0,-12 2-77 16,-1-1 33-16,-6-4 5 0,0 0-129 16,-3-4 136-16,-2-4 4 0,2-6-14 0,-5-1-42 15,3-2 16-15,0-5 1 0,4-6-200 0,0 2 108 16,3-3 44-16,4 0 29 0,4 0-290 0,4-4 151 0,5-9 68 15,0-2-318-15,8-4 200 16,11 0 101-16</inkml:trace>
  <inkml:trace contextRef="#ctx0" brushRef="#br0" timeOffset="-171709.97">4667 12694 829 0,'0'-9'0'0,"-5"6"0"0,-8-1 0 0,0 3 0 0,-2-3 352 0,-1 4-159 15,-3 4-80-15,2 9-32 0,-6 11-8 0,6 2 75 0,1 3-57 16,2 6-30-16,6 0 1 0,3 3 136 16,5-3-86-16,0 0-40 0,3-3 0 0,10-2-3 15,6-4 1-15,4-3-29 0,2-2-174 16,0-3 84-16,4-5 40 0,-3-2 21 0,2-5-373 16,-5-5 196-16,3-1 46 0,-2 0-178 0,-2 0 92 15,-2-3 88-15,-2-8 28 0,-4-3-329 0</inkml:trace>
  <inkml:trace contextRef="#ctx0" brushRef="#br0" timeOffset="-171479.58">4950 12430 1413 0,'3'-5'0'0,"-3"3"0"0,3 2 0 0,-2 0 0 0,-1 7 0 0,0 10 0 0,0 3 234 0,-4 9-104 0,-3 4 267 16,-3 9-181-16,1-1-93 0,-2 2-44 15,2-5 41-15,-4 13-48 0,2-5 0 0,-2 2-88 16,2-3 25-16,-3 0-1 0,3-11 33 0,1 5-296 16,1-5 144-16,4-12 72 0,-2-1-451 15,6-9 262-15,-2-2 92 0,3-7 72 0,0-3-427 16,0-3 230-16,3-15 113 0,2-7-93 0,6-3 96 16,-3-4 60-16,0 2 27 0</inkml:trace>
  <inkml:trace contextRef="#ctx0" brushRef="#br0" timeOffset="-171360.49">4874 12847 1407 0,'9'-17'0'0,"-6"5"0"0,2 3 0 0,-1 4 0 0,2 1 0 0,0 0 0 0,0 2 46 0,-1 1-13 0,0 1 0 0,3 0 148 0,0 0-66 16,-1 0-45-16,0 3 114 0,1 5-76 0,0-1-38 0,-1 3 1 15,0-1-299-15,-1 4 127 0,1-2 66 0,1-1 35 0,1-2-562 16,-3-3 297-16,3-2 157 0,1 0-408 16</inkml:trace>
  <inkml:trace contextRef="#ctx0" brushRef="#br0" timeOffset="-171162.9">5175 12469 1296 0,'5'-10'0'0,"-3"1"0"0,2 0 0 0,1 6 0 0,-4 1 0 0,3 2 0 0,-1 0 87 0,-2 15-27 0,-1 11 0 0,0 4 142 0,-1 7-76 0,-13 12-51 0,-2 1 264 16,0 0-153-16,-3 1-76 0,0 1 71 15,-2 2-66-15,2 0-45 0,-5-4 0 0,4-1-193 16,-1-4 78-16,5-11 39 15,6-6-465-15,-4-2 248 0,8-11 127 0,3-1 65 0,-1-10-337 16,4-1 109-16,0-3 121 16,0-10-405-16</inkml:trace>
  <inkml:trace contextRef="#ctx0" brushRef="#br0" timeOffset="-171018.29">5070 12900 1369 0,'7'-10'0'0,"2"6"0"0,1 1 0 0,-2 0 0 0,-1 3 0 0,0 0 0 0,-1 0 175 0,2 6-70 0,-1 6-37 0,1 2 386 0,0 4-203 0,-1 5-113 0,0-1-81 31,1 3-1-31,1-3-23 0,-1 2 0 0,1-5-518 0,3 1 255 0,-1-2 132 16,2-3-1297-16,2-5 1354 0,3-2 35 0</inkml:trace>
  <inkml:trace contextRef="#ctx0" brushRef="#br0" timeOffset="-170701.86">5475 12633 1747 0,'-5'-1'0'16,"2"1"0"-16,3 0 0 0,-3 12 0 0,-3 6 0 0,1 7 0 0,-1 3 0 0,1 3 0 0,0 5 220 0,5 0-94 0,0 3 65 0,0-2-79 0,0-3-31 0,8-2-9 0,5-4-70 16,5-4-1-16,-4-8 31 0,6-1-35 15,-1-8 8-15,-1-3 28 0,1-4-140 16,3 0 70-16,-1-14 34 0,-1-6 1 0,-7-7-199 15,3-4 110-15,-5 1 26 0,-3-2-245 16,-5-1 291-16,0 0 0 0,-3-1-38 0,0 0-45 16,-3 0 34-16,-10-1 1 0,-4 0 14 0,1 5 12 15,-6 1 8-15,2 6 1 0,-2 5 99 0,-1 10-50 0,-1 2-24 16,1 6-9-16,-1 0-17 0,1 8 177 0,8 5-84 0,0 4-31 16,4 1-21-16,3 3 10 0,6-2-24 15,2-1 29-15,0 0-22 0,10-1-371 16,10-2 178-16,1-6 86 0</inkml:trace>
  <inkml:trace contextRef="#ctx0" brushRef="#br0" timeOffset="-170513.98">5793 12496 1573 0,'-5'-9'0'0,"5"5"0"0,0-4 0 0,8 0 0 0,2 1 0 0,2-2 0 0,2 1 0 0,1-1 138 0,4 0-57 15,3-1-25-15,-1 3-55 0,0 3 0 16,-1 0-693-16,0 2 670 0,-4 2 20 0,-1 0 0 0,-4 0 26 16,-3 0-250-16,-2 6 110 0,-4 1 54 0,-2 5 29 0,0-3-306 15,0-2 153-15</inkml:trace>
  <inkml:trace contextRef="#ctx0" brushRef="#br0" timeOffset="-170280.6">5938 12443 297 0,'-8'-4'-31'0,"4"3"31"0,1-1 0 0,0 0 242 16,3 2-104-16,0 0-44 0,0 7 14 0,0 5-37 15,-3 2 0-15,1 6-38 0,-4 4 74 16,1-3-29-16,-5 6-8 0,-1-2-38 0,0 0-46 16,-3 1 23-16,-4-4 1 0,4-2 31 0,-2-4-59 15,2-3 26-15,2-4 0 0,3-5 25 0,0-1 97 16,1 0-40-16,3-3-33 0,2 0 63 0,1 0-44 16,2 0-21-16,0-3 115 0,0-2-61 0,10-2-42 15,4 1-57-15,3-1 23 16,2 1 0-16,-1 0 8 0,3 3-315 0,0-1 154 0,1-1 76 15,1 4 39-15,-2 0-1 0,-3-1-555 16,2 2 274-16,-6 0 137 0,1 0-171 0,-4 0 144 16,-5-3 72-16</inkml:trace>
  <inkml:trace contextRef="#ctx0" brushRef="#br0" timeOffset="-170164.91">6030 12637 1285 0,'-8'-4'0'0,"3"0"0"0,0 3 0 0,-2-2 0 0,3 2 0 0,2 1 0 0,-1-2 0 0,3 2 0 0,0 0 147 0,0 0-57 0,0 0-20 0,3 3 1 0,3 5 0 0,1 2-38 0,1-1-164 15,0 1 82-15,-2 5 49 0,-1-2-506 16,-2 1 265-16,-3 1 132 0</inkml:trace>
  <inkml:trace contextRef="#ctx0" brushRef="#br0" timeOffset="-169995.36">5789 12924 1014 0,'-11'2'0'0,"3"-2"0"0,4 0 0 0,1 0 0 0,1 0 0 0,2 0 70 0,0 0-38 0,2 0 327 15,11 0-163-15,0 0-74 0,2 0 28 16,2-2-59-16,-1 0-29 0,0-2-206 0,1-2 88 16,1 1 52-16,-4 2-477 0,-1-3 249 0,-5 2 125 15,1 0-347-15,-3 3 211 0,-2-3 97 16,-3-2 62-16,-1-1 23 0</inkml:trace>
  <inkml:trace contextRef="#ctx0" brushRef="#br0" timeOffset="-169699.15">5907 12793 939 0,'-11'-11'0'0,"5"5"0"0,4 2 0 0,-3 1 0 0,2 3 0 0,1 0 0 0,2 0 0 0,0 13 150 0,0 1-63 16,0 4-27-16,0 2 222 0,0 5-125 0,0 2-62 0,0-4-23 16,0 7 33-16,0-4-36 15,0-3 0-15,0 0-37 0,2-5 1 0,-1-1-47 0,1-6 19 0,3-3 0 16,0-2-235-16,2-6 132 0,1 0 65 0,1-2-315 16,4-17 151-1,0-2 103-15,0-7-241 0,3 0 150 0,-2-4 77 16,1 0 29-16,1-2-68 0,-3 2 57 0,-1 4 29 15,2 2 0-15,-4 6 28 0,-2 2 26 16,1 2 9-16,-1 9-35 0,-3 0 33 0,-2 5 269 0,2 2-162 16,-3 0-78-16,1 3 501 0,-2 9-264 0,-1 4-73 0,0 0 202 15,0 3-181-15,0-2-82 0,0 4-152 16,0-5 26-16,0 2 1 0,0-3-386 16,0-4 205-16,2-2 112 0,1-1 44 15,-2-7-227-15,6 2 139 0,-3-3 69 0,2-3-14 16,0-8-69-16,0-7-325 0,-5-4 207 0</inkml:trace>
  <inkml:trace contextRef="#ctx0" brushRef="#br0" timeOffset="-169463.66">6153 12569 164 0,'0'-36'-82'0,"0"-1"41"0,0 1 41 0,1 5 87 15,3 0-6-15,-3 10-24 0,3 1-1 0,-1 9 154 0,-1 0-93 16,1 5-42-16,-2 4-21 0,5 2 323 16,0 0-172-16,-1 8-78 0,2 14-51 0,-1 6 334 0,4 13-188 15,-6 4-95-15,1 6 228 0,-1 4-152 0,-1 1-90 0,-3 1 62 16,0-1-71-16,0 0-36 15,0-4-50-15,0 1 23 0,-5-6-8 0,1-8-1 16,0-2-116-16,-3-6 58 0,3-8 29 16,-4-4 8-16,3-4 22 15,-2-6-241-15,-1-2 121 0,-2-5 48 0,2 0 41 0,-5-2-296 0,1 0 140 16,2-2-192-16,-3-4 157 0,4-6 78 0,0-2 31 16,3-3-142-16,3-1 95 0,3-3 47 15,0-5-417-15,1 0 232 0</inkml:trace>
  <inkml:trace contextRef="#ctx0" brushRef="#br0" timeOffset="-169107.83">6444 12569 579 0,'6'-9'126'0,"2"-3"-64"0,1-1-30 0,-2-4-1 0,1 0 334 16,2 3-170-16,-1 0-81 0,5 1-40 0,0 4-1 0,2 1 318 15,0 4-171-15,1 3 56 16,3-1-122-16,-2 2-60 0,0 0-31 0,1 2-9 15,0 4 9-15,-1 7-31 0,-1-1 1 16,-2 7 0-16,-1 2-1 0,-5 2-53 16,-3 5 35-16,-5 3-8 0,-1 3 27 0,0 2-22 0,-16 4-10 0,-5-6 0 15,0-1 40-15,-10 7-8 0,-4-7-70 16,-2-2 17-16,0-5-24 0,-1-4 23 16,8-3 3-16,-2-4 17 0,9-7 74 0,-3 1-34 15,7-3 0-15,6-4-36 0,2-1 262 0,4-1-119 0,2 0-61 16,5 0 117-16,0 0-33 0,0 0-169 0,11 0 0 15,7 0 0-15,5 0 0 0,1 3 0 16,3 0 0-16,0 2 0 0,3 1 0 16,0 0 0-16,2 0 0 0,-2-1 0 0,-2-2 0 15,1 2 0-15,-7-3-354 0,4-2 182 16,-5 0 52-16,-2 0 55 0,-2 0-702 0,-4 1 359 0,3-1 191 0,-4 3-621 16</inkml:trace>
  <inkml:trace contextRef="#ctx0" brushRef="#br0" timeOffset="-168953.25">7172 13003 1905 0,'2'0'0'0,"6"0"0"0,0 0 0 0,-4 0 0 0,-2 0 0 0,0 0 383 0,1 0-175 0,-3-2-88 0,0-6-91 0,1 1 4 0,-1 0 7 15,0-1-7-15,0 4 0 16</inkml:trace>
  <inkml:trace contextRef="#ctx0" brushRef="#br0" timeOffset="-166987.04">1346 14421 644 0,'0'0'0'0,"0"0"0"16,0 0 0-16,0 0 0 0,0 0 0 0,0 0 90 0,0 0-29 0,0 0 0 0,0-3 27 0,0-7-31 0,0 0-1 0,0-2 40 15,0-4-31-15,0-1-1 16,0 3 34-16,-4-4-37 0,0 5-1 0,-2-2-27 0,1 4 47 15,-3 2-24-15,1 4 8 0,-5-2-47 16,-1 5 16-16,-1 0-1 0,-2 2 1 16,-3 0-18-16,1 11 26 0,-4 5-8 0,-2 2 0 15,1 5 40-15,3 0-40 0,1 2 0 0,2 2 8 0,1 1 68 16,5 4-38-16,0-1-1 0,6 3-37 0,4 3 87 16,1-4-35-16,0 1-31 15,3 0 69-15,11-2-45 0,2 0-22 0,3-4 10 16,4-1 9-16,0-3-42 0,-1-4 0 0,2-1-44 15,-1-3 21-15,2-4 1 0,-6-2-156 16,1-5 85-16,1 1 46 0,-2-4-403 0,-3-2 206 16,1 0 90-16,-1 0 58 0,-2-7-4 0,-2-3-414 0,5-5 225 0,-4-2 111 15,-2-2 48-15,2-3 36 16,-5-2-304-16,4-3 165 0,-4-3 85 16</inkml:trace>
  <inkml:trace contextRef="#ctx0" brushRef="#br0" timeOffset="-166803.83">1498 14445 641 0,'-3'-20'0'0,"0"9"0"0,0-2 0 0,3 6 0 0,-3 4 351 0,3 1-163 0,0 2-78 0,0 0-38 16,0 0 105-16,3 8-72 0,4 7-28 16,3 5-9-16,-2 3-35 0,-1 1 298 0,3 4-149 15,-2 2 46-15,-3 2-89 0,2 0-57 16,-4 0-25-16,1 1-90 0,-2-1 34 0,1 1-1 0,-1-7 41 0,1 3-350 16,0-8 171-16,-1-2 85 0,-1-7-216 15,1-3 149-15,0-5 21 0,1-4-451 16,-3 0 259-16,3-17 129 0,1-5 65 15,-2-4-209-15,-2-5 129 0,0-3 76 16,0-1 34-16</inkml:trace>
  <inkml:trace contextRef="#ctx0" brushRef="#br0" timeOffset="-166443.33">1513 14428 750 0,'-10'-24'0'0,"3"6"0"0,0 0 0 0,4 3 0 0,1 4 0 0,2 1 109 0,0 1-37 16,0 2 239-16,8-1-130 0,9 1-79 0,2-1-34 0,2 2-9 15,4 3-26-15,-6 3 0 0,4 0 8 0,4 2 195 16,-7 13-71-16,-1 0-66 0,-3 3-33 15,-2 3 0-15,-4-3-104 0,-2 7 31 0,-6 2 0 0,1-2-28 16,-3 2 34-16,-3-1 0 16,-7-4-65-16,-7 4 45 0,-1-6-2 0,4-5 9 0,-4-1-4 15,-1-3 0-15,2-2 126 0,-1-3-53 0,4-5-29 16,1 1 275-16,2-2-262 0,6 0-19 16,-2 0 9-16,7 0 26 0,0 0-34 0,0-2 12 0,12-4 0 15,6-1 8-15,7 1-28 0,0 3 19 16,4 2 1-16,-2 1 0 0,3 0-53 15,-1 3 35-15,-2 8-8 0,-3 5-21 0,-2 4 18 16,-3 1 0-16,-5 2-12 0,-4-2 36 0,-3 8-20 0,-5-5 157 16,-2-3-141-16,0 0-6 15,-3-1-1-15,-11-6 6 0,-1 2 25 0,-4-4 0 16,-4-2-16-16,-1-7-7 16,-2 0-90-16,6-3 51 0,-2 0 3 0,-1 0-342 0,3-3 174 15,1-9-874-15,-1-4 1003 0,10-4 9 0,0-5 8 16,7 0-425-16,3-1 212 0,0-2 107 0,3 1-150 15</inkml:trace>
  <inkml:trace contextRef="#ctx0" brushRef="#br0" timeOffset="-166275.28">2078 14372 881 0,'6'0'0'0,"-3"4"0"0,2-3 0 0,-4 1 0 0,-1-2 0 0,0 0 476 0,0 0-221 16,0 2-111-16,2-2-56 15,0 2-19-15,3 1 86 0,1-2-60 0,3 3-375 16,-1 2 157-16,-1 3 78 0,2 3-624 16,-3 1 324-16,4 1 160 0</inkml:trace>
  <inkml:trace contextRef="#ctx0" brushRef="#br0" timeOffset="-166154.6">2127 14698 1791 0,'-10'16'0'0,"5"-3"0"0,1-3 0 0,-2-2 0 0,2-2 0 0,3 0 0 0,-1-3 342 0,0 0-146 0,2-3-86 15,0 2-39-15,0-1 359 0,2-1-199 16,1 0-99-16,4 0-351 0,5 0 122 0,-4 0 64 0,4 2-949 16,0 2 507-16</inkml:trace>
  <inkml:trace contextRef="#ctx0" brushRef="#br0" timeOffset="-164851.33">2587 14518 576 0,'-6'0'0'0,"-1"4"0"16,1-2 0-16,0-2 0 0,3 0 0 0,-2 0 130 0,0 0-40 0,5 0-33 0,0 0 0 0,0-4 181 0,2-7-102 16,7-4-52-16,9 2 118 0,3-4-89 0,-1 5-40 0,-1 3 60 15,2 2-50-15,1 3-25 0,0 4 8 16,-1 0 9-16,3 0-21 0,-1 13-1 0,-4 6-20 16,-3 4 0-16,0 1 31 15,-3 2-31-15,-3 3-35 0,-5 0 35 0,-1 3 0 16,-1-7-29-16,-3 9 29 0,0-6-1 0,-5 0 1 15,-7-4 0-15,-3-1-29 0,0-5 8 0,-5 1 20 16,0-6-9-16,1-4-119 0,-2 1 54 0,-1-6 31 0,0 0-95 16,2-4 57-1,2 0-245-15,-1 0 142 0,6 0 58 0,5-4 39 0,-1-3-9 0,2-1-126 0,7-1-52 16,0-4 105-16,0 0 51 0,16-2-308 16,0 1 172-16</inkml:trace>
  <inkml:trace contextRef="#ctx0" brushRef="#br0" timeOffset="-164593.02">3130 14339 573 0,'0'-10'0'16,"0"4"0"-16,-12 4 0 0,-3-1 0 0,-4 1 66 0,0 2 0 0,-5 0-25 0,0 2 192 0,4 11-100 15,-1 4-50-15,1 3 137 0,2 3-95 0,4 5-37 16,1 0-32-16,2 4 0 15,6 2 163-15,2-2-93 0,3 2 141 0,0-5-109 0,2-1-67 0,11 1-28 16,4-4-1-16,3-4 25 0,3 0-27 16,-3-3 9-16,6-3-67 0,-1-3 0 0,-2 0 31 15,5-4 0-15,-6-1 0 0,-1 1-234 0,0-4 112 16,1 0-427-16,-3-1 239 0,0-3 139 16,0 0-461-16,-3 0 275 0,-1-3 149 0,3-10 72 15</inkml:trace>
  <inkml:trace contextRef="#ctx0" brushRef="#br0" timeOffset="-164425.75">3319 14386 945 0,'0'0'0'16,"0"3"0"-16,2 1 0 0,1-3 0 0,0-1 0 0,4 0 65 0,3 0 326 0,2 0-184 0,1 0-87 15,4 0 221-15,-3 0-155 0,3-1-76 0,1-1-31 0,-2 0-120 16,-1 0 36-16,0 1-875 0,1 1 892 15,-3 0 0-15,-5 0 29 0,1 0-9 0,-1 0 1 0,-3 11-309 16</inkml:trace>
  <inkml:trace contextRef="#ctx0" brushRef="#br0" timeOffset="-164251.22">3362 14608 1720 0,'-6'5'0'0,"1"0"0"0,2 1 0 0,1-3 0 0,2-1 0 0,0-2 0 0,0 2 0 0,2-2 0 0,10 0 0 0,4 0 225 0,-1 0-96 16,2-4-48-16,-1-2 28 0,3 1-31 16,-1 0-451-16,-1-1 203 0,-1 1 101 0,1 0 51 15,0 3 26-15,1 1-258 0,1 1 137 0,-6 0-547 16</inkml:trace>
  <inkml:trace contextRef="#ctx0" brushRef="#br0" timeOffset="-163808.22">3756 14460 1419 0,'-8'-2'0'0,"3"-1"0"0,0-4 0 0,1-1 0 0,0-1 0 0,3-7 0 0,1 1 0 0,0-2 0 0,0 0 95 0,1-1 145 16,8-1-104-16,6 0-52 0,1-1-25 0,0 6 0 0,3-1 81 15,-2 2-58-15,4 1-25 0,-2 6 35 16,0 3-30-16,0 3 0 0,-1 0-45 0,-1 2-8 16,1 12 24-16,-4 2 0 0,-3 9 0 0,0-4-34 0,-6 8 9 15,-2 2-49-15,-3 2 36 16,0 5 1-16,0 3 37 0,-5-2-169 0,-7-4 68 16,2 1 40-16,-4 3 1 0,-1-4-83 15,-2-1 42-15,-2-4 30 0,-3-4 24 0,0-5-3 0,-1-2-9 16,-2-6 5-16,4-3 100 0,-1-4-48 15,3-1-32-15,-2-4 4 0,7 1 312 16,2-2-155-16,5 0-61 0,1 0-44 0,4 0 314 0,2 0-173 16,0 0-81-16,8-2 53 0,11-4-67 0,3 1-34 15,0 2 122-15,10-2-189 0,-2 2 0 0,2 1 0 0,0 0 0 16,-2 2 0-16,2 0 0 0,-4 0 0 16,1 0-259-16,-7 0 202 15,-1 0 45-15,0 4 22 0,-1-1-4 0,-2 2-7 16,-4-2-58-16,2-2-1166 0,-5 3 596 0,0 1 298 0,-1-4-316 15,-1 1 311-15</inkml:trace>
  <inkml:trace contextRef="#ctx0" brushRef="#br0" timeOffset="-163608.75">4337 14636 1487 0,'0'-2'0'0,"4"2"0"0,0 0 0 16,-3 0 0-16,3 0 0 0,-1 0 0 0,-2 2 0 0,1 8 512 0,1 2-240 0,-3 0-111 0,0 4-68 0,0 2 131 0,0 1-96 16,0 2-47-16,-5 0-24 15,-1-4-232-15,1-1 100 0,-1 1 54 0,-1-4-462 0,1-3 258 16,-2-1 129-16,3-1-284 16,-1-2 195-16,-1-3 16 0</inkml:trace>
  <inkml:trace contextRef="#ctx0" brushRef="#br0" timeOffset="-163365.39">4557 14246 1867 0,'-9'-3'0'0,"7"0"0"0,2 3 0 0,0 0 0 0,0 0 0 0,2 0 0 0,6 4 0 0,-2 0 0 0,7 5 232 0,0-1-101 0,-1 0-48 16,2-1 163-16,0 0-110 0,3 1-174 16,-1-1 35-16,-2 1 1 0,-1 0 34 0,-1-3-420 15,1 3 207-15,-3-3 106 0,-3 1 54 0,0 0-278 16,1-1 159-16,-5 1 28 0,2-5 57 0</inkml:trace>
  <inkml:trace contextRef="#ctx0" brushRef="#br0" timeOffset="-163118.05">4861 13993 1266 0,'0'-2'0'0,"0"-1"0"0,0 2 0 0,0 1 0 0,0 0 0 0,0 0 0 0,0 6 0 0,-2 9 527 16,-3 7-248-16,3 6-122 0,-3 10-63 0,-3-2 152 15,0 16-110-15,-1 0-52 0,-6 10 158 0,2-1-104 16,-4 2-53-16,0-4-9 0,-6 12-8 0,1-3-35 15,0-2 0-15,1-4-71 0,0 0 36 0,2-14 8 16,2 3 26-16,1-6-193 0,5-12 97 0,-1 1 49 16,2-9 23-16,3-5-399 0,4-5 192 0,-2-5-156 15,2-4 161-15,3-4 80 0,0-2 41 16,0 0-409-16,0-8 229 0</inkml:trace>
  <inkml:trace contextRef="#ctx0" brushRef="#br0" timeOffset="-162884.49">5153 14087 1439 0,'0'-16'0'0,"0"9"0"0,0 3 0 0,0 1 0 0,0 0 0 0,0 3 230 0,0 0-98 0,0 0 105 15,0 19-107-15,0 4-48 0,-6 6-25 0,-3 11 215 16,0 3-119-16,-5 4-52 0,3 0-39 0,-5-1 28 15,3-1-28-15,-4 0-106 0,4-2 39 16,-4-8 8-16,2 5 29 0,-4-6-406 0,3-3 203 0,2-4 102 16,6-9 51-16,-2 2-318 0,4-11 169 0,0-2 22 15,4-2 64-15,2-5-547 0</inkml:trace>
  <inkml:trace contextRef="#ctx0" brushRef="#br0" timeOffset="-162718.93">5068 14443 1135 0,'7'0'0'0,"-1"0"0"0,1 0 0 0,-2 0 0 0,-2 0 0 0,-1 0 0 0,2 0 421 0,1 0-195 0,-1 0-96 16,3 4-41-16,-1-1 281 0,4 5-169 0,-2-3-268 15,0 1 50-15,0 1 24 0,1 0 9 16,-3-1-545-16,1-4 281 0,1 4 140 0,0-2 71 16,-1-2-265-16,0-2 175 0</inkml:trace>
  <inkml:trace contextRef="#ctx0" brushRef="#br0" timeOffset="-162533.5">5327 14220 1045 0,'7'-19'0'0,"-1"4"0"0,2 2 0 0,1 1 0 0,-3 4 0 16,1 3 0-16,-1 3 0 0,1 2 0 0,-2 0 0 0,0 12 393 0,-2 9-181 0,-3 7-89 0,0 9 236 0,-11 3-163 16,-4 5-73-16,1 2 62 15,-8-1-76-15,2 1-38 0,2-1 0 0,-4 1-39 16,2-8 8-16,-4 8-7 0,3-5 0 0,3-9-247 15,0-1 123-15,5-10 62 0,3-6 40 0,2-2-532 16,3-6 208-16,2-4 156 0,3-4-20 0,0-3-357 16</inkml:trace>
  <inkml:trace contextRef="#ctx0" brushRef="#br0" timeOffset="-162392.89">5277 14541 1652 0,'7'-5'0'0,"2"3"0"0,0 0 0 0,1 2 0 0,0 0 0 0,-1 0 0 0,2 0 0 0,3 2 278 0,-1 5-123 15,2 3-61-15,-3 1 217 0,4 1-143 0,-2 1-68 16,0 4-34-16,1-1-105 0,-2 0 35 0,2 0 9 16,-4 1 28-16,3 0-537 0,-4-1 269 0,2-2 134 15</inkml:trace>
  <inkml:trace contextRef="#ctx0" brushRef="#br0" timeOffset="-162051.79">5736 14273 1474 0,'-7'0'0'16,"-2"2"0"-16,3 9 0 0,2 1 0 0,0 8 0 0,-3 2 0 0,0 8 129 0,-1 8-49 0,7-5-23 0,1 3 303 0,0 0-155 16,0-3-90-16,10 0 192 15,6-5-138-15,2-2-67 0,3-5-35 0,-3-6-88 16,4-2 22-16,-2-5 1 0,0-7 31 0,-1-1-169 15,2-1 85-15,-4-14 49 0,2-12 14 0,-3 3-131 16,-6-5 75-16,0-1 39 0,-5-1-357 0,-3 0 178 16,1-1 22-16,-3 1 20 0,0-1 55 15,-12 1 27-15,-2-1 0 0,-2 3-16 0,-2 3 9 16,0 1 34-16,-3 8 0 0,2 8 80 16,-1 0-40-16,-1 8-8 0,-1 1-32 0,1 1 100 15,2 17-50-15,4 3-25 0,2 0 181 0,5-3-71 16,3 3-52-16,5 0-169 0,0-3 59 0,0-3 44 15,5 0 2-15,11-5-502 0,4-4 246 0</inkml:trace>
  <inkml:trace contextRef="#ctx0" brushRef="#br0" timeOffset="-161868.28">6000 14064 1125 0,'0'-10'0'0,"0"6"0"0,0 1 0 0,14-4 0 0,0-1 0 0,0 1 109 16,0 1-39-16,4 1 249 0,-1-1-143 0,1 2-72 0,2-2-27 0,1 5-130 16,-3-1 43-16,2 0 21 0,-4 0 0 0,-4 2-502 15,0 0 251-15,-6 0 122 0,0 0 63 0,-4 2-404 16,-2 2 213-16</inkml:trace>
  <inkml:trace contextRef="#ctx0" brushRef="#br0" timeOffset="-161672.8">6166 14014 682 0,'0'0'0'0,"0"0"0"0,0 0 0 0,0 0 0 0,-3 1 0 0,-1 9 0 0,0 1 119 16,-3 5-43-16,-1 5-22 0,-1-3 99 0,-2 9-65 16,0 0-28-16,-2-1 34 0,-3 0-31 0,2-3 0 15,2-4-22-15,0-1 99 0,0-2-53 0,2-5-28 16,4-4 1-16,1-1 220 16,3-2-115-16,0-4-70 0,1 1-32 0,1-1 1 15,0 0-31-15,3 0 0 0,10 0 204 0,2-4-174 16,0-3-1-16,4 0-233 0,0 0 102 0,-1 0 50 15,2 2 35-15,-1-1-675 0,-1 0 337 0,-1 1 110 16</inkml:trace>
  <inkml:trace contextRef="#ctx0" brushRef="#br0" timeOffset="-161535.18">6251 14174 887 0,'-1'-1'0'0,"-1"1"0"0,0 0 0 0,1 0 0 0,-4 0 0 0,3 0 0 0,1 0 359 0,1 6-167 0,0 1-80 16,0 4-40-16,0-1 199 0,1 1-119 0,7 1-147 15,-3 4 28-15,-1-1 0 0,-1 1 0 0,-1 2-504 16,1-2 252-16,-2 2 132 0,-1 1 56 0,0-2-317 16</inkml:trace>
  <inkml:trace contextRef="#ctx0" brushRef="#br0" timeOffset="-161379.58">6071 14469 1148 0,'-8'2'0'0,"3"0"0"0,3 1 0 0,2-3 0 0,0 0 0 0,0 0 0 0,0 0 0 0,0 0 234 15,10-3-104-15,2-1-49 0,2-1-24 0,0 1 190 16,3-1-107-16,-4-2-241 0,4 2 63 0,-4 0 35 16,-3 1 1-16,0 1-472 0,-3 0 253 0,-2 1 135 15,-1 1 56-15,-4 1-457 0</inkml:trace>
  <inkml:trace contextRef="#ctx0" brushRef="#br0" timeOffset="-161086.62">6123 14383 783 0,'0'8'0'0,"1"7"0"0,1 1 0 0,-1 3 0 0,1 4 0 0,-2 2 0 0,0-3 199 0,0 6-87 0,2-2-39 16,0-4-1-16,1 4 297 0,-3-3-169 0,3-1-18 15,-2-4-79-15,1-3-34 16,2-5-1-16,0-3-319 0,0-4 143 0,3-3 78 16,3 0 27-16,1-10-381 0,0-10 208 0,4-6 104 15,-2-2 19-15,3-6-224 0,-2-6 56 0,1 0 95 16,-3 0 38-16,0-1-149 0,2 9 115 0,-1 0 64 15,-2 3 58-15,-3 8 0 0,1-2 0 0,1 8 189 16,-4 8-123-16,-3 2-45 0,2 0-27 0,-4 5 432 16,0 0-189-16,-1 7-122 0,0 9 11 0,0 0 251 15,0 5-172-15,0 0-86 0,0 0-43 16,-2 0 6-16,-1-1-15 0,1-4-10 16,0 0-245-16,2-7 111 0,0-1 55 0,0-3-429 15,0-2 251-15,0-3 103 0,0 0 63 0</inkml:trace>
  <inkml:trace contextRef="#ctx0" brushRef="#br0" timeOffset="-160865.72">6412 14040 694 0,'0'-18'0'0,"2"8"0"0,1-1 0 0,-2 7 0 0,4 2 0 0,-4 2 0 0,3 0 336 16,2 0-152-16,-3 13-76 0,4 8-37 0,2 4 413 15,-1 10-218-15,-2 9 81 0,1 5-158 0,-5 5-77 16,1 12-40-16,-2-3 238 0,-1-9-131 0,0 17-76 15,0-8-36-15,0 0 62 0,0-10-48 0,0 3-24 16,0-11 8-16,-4-1-228 0,-1-10 98 0,0-11 49 16,0-2 24-16,-6-6-473 15,5-6 257-15,-3-3-267 0,0-4 234 0,-3-2 46 0,2 0 81 0,-2-8-375 16,-1-11 220-16,3-10 123 16</inkml:trace>
  <inkml:trace contextRef="#ctx0" brushRef="#br0" timeOffset="-160480.08">6545 14132 818 0,'21'-23'0'0,"1"4"0"15,5 0 0-15,-2 2 0 0,1 3 0 0,2 4 399 0,-2 2-182 0,3 7-93 0,-3 1-45 0,-3 0 180 16,3 8-117-16,-6 8-54 0,-2 5-65 16,-5 2 10-16,-3 3-1 0,-7-4-69 15,-1 10 31-15,-2-4 0 0,-2-1 39 0,-11 1-120 16,-4-3 60-16,-6 2 38 0,-1-2-8 0,-5-1-76 15,2-5 48-15,-2-2-26 0,2-6 82 0,6-3-30 16,2-2-5-16,6-5 289 0,1-1-138 0,6 0-64 16,1 0-36-16,5 0 137 0,0 0-81 0,5 0-28 15,18 0-21-15,4 0 117 0,3 0-70 16,4 0-26-16,1 0-7 0,1 0-70 16,-3 10 1-16,1 1 34 0,-4 5-181 0,-2 1 98 15,-5 4 37-15,-4 0-123 0,-6 2 84 0,-6-4 25 16,-5 8 25-16,-2-3-66 0,-2 1 1 0,-13-2 30 15,-9-2 0-15,-1-4 102 0,-6 0-42 16,0-8-40-16,-6 2-25 0,2-4 186 0,-3-4-66 16,-1-2-41-16,4-1-21 0,2 0-60 0,4 0 30 0,9-7-393 15,1-8 197-15,7 3 99 32,6-1 49-32,6-1-629 0,0 0 334 0</inkml:trace>
  <inkml:trace contextRef="#ctx0" brushRef="#br0" timeOffset="-160325.48">7344 14652 2389 0,'0'0'0'0,"0"0"0"0,0 6 0 0,6 1 0 0,0-3 0 0,-4 0 0 0,-2-2 0 0,0-1-159 0</inkml:trace>
  <inkml:trace contextRef="#ctx0" brushRef="#br0" timeOffset="-157504.96">14883 13861 1415 0,'-3'0'0'0,"-1"0"0"0,4 2 0 0,0-1 0 0,0-1 0 0,0 4 0 0,0-3 0 0,0 1 126 15,2-2-47-15,9 4 106 0,1-3-76 0,0 3-38 16,2 0 8-16,-1-1 110 0,2 1-77 0,0 2-41 15,2-1 1-15,-2 3-16 0,0 0-15 0,0-1-8 16,0 2-1-16,0-1-141 0,1 0 70 0,-4-3 36 16,-1-3-358-16,-1 0 188 15,-1-2 102-15,0 0-294 0,1 0 177 0,-4-4 22 16</inkml:trace>
  <inkml:trace contextRef="#ctx0" brushRef="#br0" timeOffset="-157309.78">14912 14105 1277 0,'-8'4'0'0,"5"0"0"0,1-1 0 0,2-3 0 0,0 2 0 0,0 0 0 0,0 0 297 0,2 1-132 0,9 2 379 16,2-3-260-16,0-1-126 0,3 2-62 0,0-3 193 16,1 0-129-16,0 0-55 0,0 0-40 0,-2 0-69 15,-2 0 37-15,2 0-1 0,-3 0 1 0,-1 0-365 16,-1 0 178-16,2 0 93 0,-3 7-865 0,2 6 470 15</inkml:trace>
  <inkml:trace contextRef="#ctx0" brushRef="#br0" timeOffset="-150890.55">16002 13756 986 0,'3'-9'0'0,"1"-3"0"0,-1 1 0 0,3-2 0 0,-2 3 0 0,1-2 0 0,0 0 0 0,-2 0 127 16,1 1-47-16,-2-2-7 0,0 4 7 0,-1-4-47 16,-1 0 0-16,0 0 8 0,0-1-8 0,0 1-1 15,0 2 9-15,-1-4 6 0,-5 4-14 0,-2 0 0 16,-1-1 0-16,0 3 24 0,-2-1-16 0,-3 3-9 15,1 2 26-15,0 1 0 16,0 1-26-16,-3 0 1 0,5 0 24 0,-1 3-24 16,-2 0 0-16,3 0 23 0,1 6-23 0,1 1 0 15,0 3 8-15,2 2-13 0,-2 3 4 0,4 2 1 16,-1 1 0-16,3 1 23 0,-3 4-15 0,5 3-8 16,-1-1-1-16,2 0 43 0,0 6-21 0,0-1 20 15,0 2-13-15,2-1-8 0,3 6-20 0,2-4 65 16,0 5-33-16,2-2 1 15,0 3-25-15,-2 3 29 0,0-4-38 0,-3 1 1 16,2 3 0-16,0-2-28 0,-4-6 9 0,0 3 19 16,-1 1-1-16,-1-4-21 0,0 0 0 0,0-3 22 15,0-2 18-15,-5 2-18 0,-2-4 0 0,-3-4-16 16,2-3 12-16,-1-1-10 0,-3-3 15 0,1 0-56 16,1-5 24-16,-2-2-1 0,1-1 23 15,2-3-118-15,-1 1 60 0,0-3 19 0,1-2-184 16,-1-1 93-16,1 0 53 0,2 0-261 15,0 0 139-15,0-1 62 0,2-11 40 0,3 0-130 16,2-3 85-16,0 1 43 0,0-3 13 0,4-2-361 16,9-2 196-16,4 0 97 0,2 4 49 0,4-1-325 15,-3 2 179-15</inkml:trace>
  <inkml:trace contextRef="#ctx0" brushRef="#br0" timeOffset="-150595.93">16151 14269 1231 0,'3'1'0'0,"-3"5"0"0,0 5 0 0,0 3 0 0,-3 1 0 0,-4 1 0 0,1 7 225 0,1 1-96 16,1 1-48-16,2 2 256 0,2-2-153 0,0-4-67 15,0 3-46-15,6-3 57 0,7-2-48 0,2-4-23 16,1-2-1-16,5-3-30 0,0-5 6 0,1-3 1 16,-1-2 0-16,0 0-135 0,1-9 68 0,-6-4-131 15,-2-6 94-15,-2-4 53 0,-5-2 18 0,-3 1-78 16,-2-2 2-16,-2 1 41 15,0-4-44-15,-6 2 16 0,-6 1-5 0,-4 4 0 16,-2 1 7-16,0 6 111 0,-3 2-38 0,1 5 1 16,-1 4-30-16,2 2 128 0,1 2-50 0,1 0 2 15,0 8-25-15,6 4 1 0,0-1-17 0,5-4-149 16,1 2 66-16,2-1 33 0,3 0 3 0,0-1-166 16,0-3 85-16,8-2 47 0,5-2 6 0,4 0-443 15</inkml:trace>
  <inkml:trace contextRef="#ctx0" brushRef="#br0" timeOffset="-150224.9">16262 13377 1027 0,'-7'-16'0'0,"3"7"0"0,4 2 0 0,0-1 0 0,0-2 0 0,0 1 0 0,9 0 214 0,9 0-91 0,4-1-45 15,2 3-22-15,1 2 214 16,-2 2-111-16,7 1 32 0,-7 2-79 0,-2 0-40 16,0 10 1-16,-3 7-78 0,-4-1 8 0,-1 7 30 15,-8 3 0-15,-1 0-57 0,-4 5 28 0,0 2 0 16,-5 2 37-16,-12 5-39 0,-4-4 0 0,-2 0 30 16,3-8-63-16,-4 0 28 0,-3-3-7 0,5-7 52 15,-3-3 0-15,7-5-38 0,-3-3 8 16,6-1 170-16,3-5-70 0,5 2-39 0,2-3-23 15,1 0 175-15,4 0-97 0,0 0-47 16,0 0-17-16,13 0 28 0,4-3-30 0,6-2 2 16,-5 2 0-16,10-3-31 0,-5 4 8 0,5-3-54 15,-1 4 23-15,-4-1 0 0,-2 1 23 0,4 1-287 16,-5 0 151-16,1 0 52 0,-4 1 39 0,-2 5-789 16,0 2 384-16,-2-1 192 15</inkml:trace>
  <inkml:trace contextRef="#ctx0" brushRef="#br0" timeOffset="-138843.47">16910 13951 432 0,'-3'0'0'0,"-1"-1"0"0,0-2 0 0,1 0 0 0,-4-1 0 0,4 0 212 0,-1-2-94 16,0 1-43-16,2-2-21 0,1-6 34 0,1 3-28 16,0-1 8-16,0-2 2 0,0-3 1 15,0 1-38-15,5 1-1 0,4 1 64 0,3-3-23 0,-1 5-9 16,3 0-5-16,0 0-1 0,2 0-25 0,0 5 0 16,1-1 59-16,1 4-34 0,1 1 0 0,-2 2-25 15,2 0 4-15,-2 0-4 16,-2 5 8-16,0 7-43 0,-2 5 0 0,0 2 35 15,-1 3-1-15,-5 1-48 0,-3-1 33 0,-3 7-13 16,1-1-38-16,-2 0 24 0,-2 0-1 0,-7 1 16 16,-4 0-6-16,-6-1-19 0,2-2 33 0,-3-1-17 15,-3 0-13-15,0-4-7 0,-3-3 31 16,0-1-11-16,1-3 25 0,-4-3-21 0,3-4 3 0,1-1 100 16,4-3-45-16,3 0-24 15,1 0 154-15,6-3-79 0,2 0-43 0,2 0-10 16,4 0 78-16,3 0-55 0,-2 0-23 0,2 0 1 15,2 0 38-15,10 0-31 0,4 0 9 0,3-3-19 16,6 0 1-16,-7 2-22 0,7-1-33 0,-3-1 0 16,-2 2 41-16,1 1-9 0,0 0-158 15,-3 0 79-15,-1 0 40 0,0 0 14 0,-4 0-160 0,2 0 59 16,-5 1 51-16,1 2-7 0,2-1-490 16,-1-2 245-1,-2 0 136-15,4 0 63 0,1 0-414 0,-3 0 239 0</inkml:trace>
  <inkml:trace contextRef="#ctx0" brushRef="#br0" timeOffset="-138441.1">17250 13998 983 0,'0'0'0'0,"0"0"0"0,0 0 0 0,0 0 0 0,0 0 0 0,0 0 0 0,1-1 380 0,11-1-173 0,5 2-87 0,2 0-44 15,4 0 92-15,-2-2-59 16,8 2-42-16,-1-2 86 0,0-1-61 0,-1 1-29 15,1-4 0-15,-6 1-72 0,2 0 16 0,-1 0 1 16,-4-3-84-16,-2 1 55 16,-5-3 27-16,-2 3 8 0,0-7-136 0,-5 3 76 0,-1-2 39 0,-3-2-26 15,-1-2-46-15,0 2 6 0,0-4 35 0,-7 0-85 16,-6-3 52-16,2 2 5 0,-4-1 0 0,2 6 36 16,-6-1-1-16,2 7-9 0,-1 2 118 15,-2 5-53-15,-1 2-26 0,3 0 4 16,-5 15 185-16,2 7-90 0,3 4-53 0,-1 4-11 15,3 5 186-15,2 2-84 0,5 1-39 0,2 0 45 16,7-2-55-16,0 1-27 0,0-4 0 0,9 1 117 16,8-2-76-16,3-4-34 0,5 1 52 0,-1-7-43 15,5 1-22-15,1-7 9 0,0-2-122 0,0-4 46 16,0-2 23-16,0-4 0 0,-2-4-252 16,-8 0 146-16,5 0 52 0,-6 0 37 15,-1-10-259-15,-2-2 132 0,-2-5 8 0,-2-2-374 16,-1-4 238-16,-2 0 114 0,-2 1-358 0,2-4 237 15</inkml:trace>
  <inkml:trace contextRef="#ctx0" brushRef="#br0" timeOffset="-138112.72">17733 13427 1502 0,'0'-11'0'0,"0"5"0"0,0 3 0 0,1-3 0 0,5 1 0 0,3-2 0 0,3 4 244 0,2-1-106 15,4 2-44-15,0 2 64 0,3 0-62 0,-2 0-32 16,-3 4 3-16,2 5-34 0,-4 5 8 0,-2-1-8 16,-4 4-147-16,-3-3 73 0,-3 6 37 0,-2-4 0 15,0 3-93-15,-4 0 61 0,-10 0 35 0,0-4-1 16,-3 0-110-16,-3-4 59 0,-1 0-18 0,0-3 45 16,1-3-30-16,0 0 37 0,-1-3 204 0,7 3-98 15,3-3-43-15,-1 1-26 16,5 0 320-16,1-2-158 0,5-1-53 0,1 4-47 15,0-1 109-15,1 3-83 0,8 1-36 0,9 0 14 16,0-2-26-16,3 3 0 0,2-5-17 0,5 3-124 16,-4-2 58-16,-3-2 29 0,1-1-157 0,1-1 92 15,-1 0 56-15,-3 0 14 0,0 0-653 0,-2-1 314 16,0-5 104-16,-2-2 97 0,0-1-519 16</inkml:trace>
  <inkml:trace contextRef="#ctx0" brushRef="#br0" timeOffset="-137883.28">18027 13407 1562 0,'-6'-6'0'0,"3"5"0"0,3-2 0 0,0-1 0 0,0 0 0 0,3 1 0 0,15-1 0 0,4 1 0 0,0 1 69 0,1 0 1 0,2 2-38 16,-5 0 387-16,3 7-185 0,1 4-105 0,-7 3-48 16,-2 1-74-16,-2 3 0 15,-5 0 26-15,-4 2 8 0,-4 2-8 0,0 3-1 16,-4-3 1-16,-11-1 0 0,-2 0 0 0,-2-4 8 15,-7 1-139-15,-1-5-136 0,-1 0 122 0,0-6-17 16,2-4-179-16,2 1 124 0,-1-3 80 0,2 2 30 16,5-3-78-16,6 0 60 0,5 0 29 0,3 0-7 15,4-8-204-15,4-5 121 0,15-2 60 0</inkml:trace>
  <inkml:trace contextRef="#ctx0" brushRef="#br0" timeOffset="-137694.78">18360 13358 1160 0,'7'-11'0'0,"-4"1"0"0,0 3 0 0,-3-1 0 0,0 2 0 0,-3 1 0 0,-9 3 0 0,-1 0 206 0,-1 2-86 0,-2 0 201 0,-1 13-136 15,-2 6-80-15,4 2-36 0,0 5 73 0,5 0-54 16,3 2-28-16,3-6 8 0,4 11 23 0,0-7-29 16,2-3 0-16,11-1-216 0,8-3 94 0,-2-4 54 15,11 0 16-15,-4-6-532 0,4 1 275 16,0-3 78-16</inkml:trace>
  <inkml:trace contextRef="#ctx0" brushRef="#br0" timeOffset="-137193.99">18713 13959 1133 0,'-6'0'0'0,"2"0"0"0,2-2 0 0,-1 0 0 0,-3-3 0 0,3-1 0 0,-1 1 0 0,-1-4 0 0,0 2 174 0,1-3-70 0,-1 2-28 0,-1 1-8 15,1 0 1-15,-3 2-37 0,-1-1 1 0,-2 2 0 16,-1 3 41-16,-3 1-41 0,0 0 0 0,-4 11 48 16,0 7-24-16,1 4 0 15,-1 7 55-15,2 3-44 0,-2 7 1 0,4-1-37 16,6-4 70-16,3 1-35 0,3 0 8 0,3-3-42 15,0-6 63-15,3-6-31 0,10-1-1 0,4-4-58 16,2-5 7-16,3-7 20 0,3-3 0 0,0 0-123 16,-3-7 61-16,0-11 31 0,-1-7-232 0,0-3 121 15,-1-13 43-15,-2 4 37 0,-2-4-269 0,-1-7 137 16,0 1 34-16,-1-3 52 0,-5-4-94 16,0-10 69-16,-1 0 33 0,-2-7-20 0,-1-4 20 15,1-7 7-15,1 3 27 0,1 8-78 16,-2 17 39-16,-1 2 0 0,-1 18 129 0,-3 12-40 15,1 7-26-15,0 3 1 0,0 8 287 0,-2 4-156 16,0 10-55-16,0 17-43 0,-4 11 379 0,-1 3-192 16,-1 9-63-16,-1 13 65 0,3-6-83 0,-2 20-53 15,2-4-22-15,-1 2 216 16,-1 2-119-16,3-2-60 0,1-11 112 0,2 12-90 16,0-7-42-16,0-6-19 0,0-10-228 0,7 0 103 0,2-16 60 0,5 1 18 15,-1-10-527-15,-2-13 276 16,2-6 92-16,2-7-613 0,2-2 371 0,-2-15 180 15</inkml:trace>
  <inkml:trace contextRef="#ctx0" brushRef="#br0" timeOffset="-136967.41">18981 13769 1265 0,'4'-5'0'0,"2"1"0"0,1 2 0 0,3-3 0 0,0 4 0 0,2 0 0 0,1 1 280 0,3 0-124 0,5 0-62 16,-1 13 352-16,-3 0-199 0,5 7-111 0,-5 3-51 15,0 3 85-15,-6 3-68 0,-2-2-34 0,-3 4-79 16,-4 1 18-16,-2-2-1 0,0 1 27 0,-4 0-119 16,-10 1 60-16,-4-3 37 0,-4-1-81 0,-2-1 52 15,-6-3 25-15,-2-3 0 0,-6-3-346 0,8-6 168 16,-2-1 31-16,8-5 61 0,1-6-314 16,9 0 180-16,2 0 90 0,10-12-262 0,2-8 179 15,2-5 88-15</inkml:trace>
  <inkml:trace contextRef="#ctx0" brushRef="#br0" timeOffset="-136767.95">19374 13703 1091 0,'2'-13'0'0,"0"2"0"0,-2-3 0 0,0 6 0 0,-8-4 0 0,-4 7 165 0,-6-1-67 0,-1 6-32 16,-3 0 358-16,-1 6-188 15,1 14-105-15,2 6-50 0,-3 10 209 0,7 6-128 16,7 3-65-16,4 1 172 0,5 4-122 0,0 0-57 15,7-4 195-15,10 1-126 0,7-5-63 0,1-10 112 16,8 5-208-16,3-9 0 0,0-2 0 0,-4-12 0 16,6-1-524-16,-5-5 296 15,1-4 130-15,-2-4 65 0</inkml:trace>
  <inkml:trace contextRef="#ctx0" brushRef="#br0" timeOffset="-130871.66">19800 13869 559 0,'-3'0'0'0,"1"0"0"0,0 0 0 16,0 0 0-16,2 0 0 0,-1 0 0 0,1 0 210 0,0 0-81 0,0 0-52 0,0 0-22 0,0 0 165 15,1 0-93-15,8-1-47 0,4-3-16 16,3 3 82-16,0-1-57 0,5 0-28 0,7 0 188 16,-1 0-100-16,3 2-62 0,2-2 103 0,0 2-79 15,1-2-39-15,-1 2 0 0,0-1 4 0,2 1-43 16,-4-2 0-16,0 0-1 0,-2 0-58 0,-5 2 29 15,2-1 9-15,-5-2 20 0,-3 3-154 0,-4 0 77 16,-1 0 39-16,-5 0-112 0,-3 0 43 16,-3 0 42-16,1 0-317 0,-2 0 164 0,0 0 50 15,-5 3 52-15,-6 2-272 0,-1-3 166 16,-1-1 79-16,-1-1 39 0,2 0-328 0</inkml:trace>
  <inkml:trace contextRef="#ctx0" brushRef="#br0" timeOffset="-130653.25">20101 13429 578 0,'0'-17'0'0,"0"7"0"0,0 5 0 0,0 1 0 0,0 0 197 0,0 3-74 0,0-1-50 16,0 2 337-16,0 2-189 0,0 19-94 0,0 5-47 16,0 7 262-16,0 9-159 0,0 7-75 0,0 6-38 15,0 10 157-15,0-4-98 0,0-6-39 0,0 7-34 16,2-1-62-16,0-4 39 0,0 0 0 0,-1-5-307 15,3-8 162-15,0 7 68 0,-1-15-195 0,1-3 136 16,-2 1 52-16,1-11 39 0,0 1-692 0,-1-5 340 16</inkml:trace>
  <inkml:trace contextRef="#ctx0" brushRef="#br0" timeOffset="-127412.91">21250 13643 752 0,'0'-6'0'0,"0"1"0"0,0 2 0 0,0-5 0 0,0-1 0 0,0-1 0 0,0-1 0 0,0-1 106 0,0 1-37 0,0 0 9 16,0-2 2-16,0-1-23 0,2 2 0 0,0-2-25 15,-2 1-21-15,0-2 30 0,0 0-8 0,0 0-19 16,0-1 18-16,0 2 1 0,0-2-1 0,-5 0 9 15,-1 3-8-15,-1-3 0 0,-1 6 3 0,-2-2-4 16,1 5 9-16,-3-3-8 16,0 3 41-16,1 3-20 0,-3 0-1 0,1 3-20 15,3 1 60-15,-4 0-35 0,3 0 0 0,-1 0 8 16,1 3-1-16,1 5-32 0,3 3 8 0,-1 1 54 16,3 6-31-16,0 1 0 0,0 7 35 0,3 3-33 15,0 3 8-15,2 10-41 0,0 2 71 0,0 5-35 16,0 3 0-16,0 3-37 0,2 1 85 0,3 1-46 15,0 1-1-15,4-4 12 0,-1 1-25 0,2-1 1 16,-1 1-22-16,0-5-3 16,-2 1-1-16,3-2 1 0,-4-4-61 0,-1-3 31 15,-3-8 7-15,0 4 23 0,-2-4-64 0,0-2 31 16,0-5-5-16,-8-2 36 0,-2-4-72 0,-8 0 28 16,5-6 0-16,-6-2-67 0,0-2 37 0,1-4 24 15,-3-4-16-15,-2-2-75 0,1-1 44 0,3 0 30 16,0-1-328-16,4-9 166 0,3-1 72 0,3-4 50 15,6 0-337-15,3-2 190 0,0-2 96 16,7-1 46-16,9 3-427 0,10-6 242 16</inkml:trace>
  <inkml:trace contextRef="#ctx0" brushRef="#br0" timeOffset="-127112.42">21328 14253 954 0,'5'-1'0'0,"1"-3"0"0,-3 4 0 0,-1 0 0 0,-2 0 0 0,0 15 0 0,0-1 418 15,-3 6-193-15,-3 4-96 0,4 0 92 0,0 3-94 16,2-6-39-16,0 5-32 0,0-4 137 16,2 1-80-16,7-4-40 0,2-5 0 15,7 0-62-15,-2-5 22 0,3-4 0 0,2 0-102 16,-3-5 51-16,2 0 34 0,-3-5-159 0,-1-9 88 16,0-7 44-16,-5-1 10 0,-6-3-64 0,-1 1 4 15,-2-8 32-15,-2 0-32 0,0 2 9 0,0-2 7 16,-10 2 26-16,-2 0-38 0,-2 5 161 0,0 7-60 15,-4 1-31-15,2 3 118 0,-3 8-68 0,1 5-18 16,0 1-21-16,1 0 36 0,4 1-22 16,-1 11 3-16,7 0-177 0,2-2 81 15,1 3 33-15,4-2 1 0,0 2-172 0,0-4 88 16,4-2 52-16,5-3-1 0,6 0-472 0,0-4 246 16,2 0 124-16</inkml:trace>
  <inkml:trace contextRef="#ctx0" brushRef="#br0" timeOffset="-126636.43">21482 13208 1078 0,'-12'-12'0'0,"5"3"0"0,1 4 0 0,3-5 0 0,3 0 0 15,0-1 211-15,0-2-89 0,5 2-44 0,13-2 172 0,0 2-100 16,6-1-63-16,1 0-27 0,0 5 66 0,2 1-47 16,-6 2-23-16,3 3 8 15,-2 1-32-15,1 0 1 0,-4 5-1 0,-4 8-41 16,-2 5 20-16,-4 3 9 0,-1 2-23 0,-6 4 1 16,-2 0 34-16,0 1 1 0,-2-6-15 0,-11 6 15 15,-3-5-1-15,2-1-34 0,-2-7 68 0,0 0-10 16,-1-2-32-16,0-3-1 0,0-2 49 15,2-5-23-15,5 1 0 0,-1-2 60 0,4-2-31 0,4 0-7 16,-1 0 43-16,4 0-40 0,0 0-1 0,0 0-40 16,9 0-17-16,7 0-8 15,7 0 24-15,2 1 1 0,-1 3 0 0,3 3 0 16,-5-2 8-16,4 6-60 0,-3 0 25 0,-9 5 1 16,4-1 26-16,-7 7-60 0,-6-2 22 0,0 6-6 15,-5-1 57-15,0-2 0 0,-7-1-40 0,-9-2 11 16,-1-2 271-16,-8 0-288 0,0-6 0 15,-2-1 0-15,-1-6 0 0,1-2 0 0,1-3 0 0,-4 0-286 16,2 0 159-16,3-8 72 16,3-3 31-16,5-3-275 0,2 1 124 0,3-1 83 15,9-3-565-15,3 2 312 0,0 1 157 0</inkml:trace>
  <inkml:trace contextRef="#ctx0" brushRef="#br0" timeOffset="-123318.58">22387 13565 497 0,'0'-2'0'0,"0"0"0"0,0 0 0 0,0 0 0 0,-2 0 0 0,2 0 164 0,0 0-69 0,0 2-32 0,0 0 5 15,0-1-1-15,0 1-34 0,0 0 8 0,-2 0 44 16,0 0-26-16,-3 0-1 0,-2 0 15 0,-2 7 0 16,0 2-32-16,-1 4-8 0,-3 3 45 0,1 4-23 15,-4 5 0-15,3 3-22 0,0 2 60 0,-2 9-33 16,3 1-1-16,3 3 9 15,0 1 0-15,6 2-35 0,1-5 8 0,2 8 87 16,0-6-47-16,0-2-25 0,5-7 79 0,6 4-52 16,3-7-16-16,0-2-9 0,4-2 9 0,0-5-35 15,1-3 1-15,2-5 0 0,-5-1-33 0,4-1-7 16,-4-4 40-16,1 0-29 0,-4-3 0 0,-4-1 29 16,1-1 8-16,-3-1-118 0,-1-2 34 0,-3 0 35 15,-1 0-326-15,0 0 166 0,1 0 56 16,-1 0 52-16,-2 0-468 0,0-5 247 0,2-3 124 15</inkml:trace>
  <inkml:trace contextRef="#ctx0" brushRef="#br0" timeOffset="-123010.38">22492 13970 1031 0,'-8'0'0'0,"-1"0"0"0,6 0 0 0,1 0 0 0,0 0 0 0,2 0 248 0,0 0-111 0,0 0-53 0,0 0 319 15,5 0-186-15,10 0-92 0,4 0 181 0,1-2-141 16,5 0-66-16,1 1-33 0,1 1 19 0,-5-2-17 16,7 2-9-16,-9 0-26 0,4 0-1 0,-1 0 1 15,-3 0-1-15,-1 0 9 16,-1 0-85-16,-4 0 39 0,-5 0-1 0,-1 0-66 15,-2 0 53-15,-2 0 33 0,-3 0-76 0,1 0 24 16,-2 0 26-16,0 0-11 0,0-3 2 0,-3 0 2 16,-5-7 17-16,3 2-24 0,-2-1-297 0,4 2 140 15,-1-1 78-15,2 5 18 0,2-1-565 0</inkml:trace>
  <inkml:trace contextRef="#ctx0" brushRef="#br0" timeOffset="-122232.53">23116 13836 483 0,'-2'0'0'0,"-1"0"0"0,3 0 0 0,0 0 0 0,0 0 0 0,0 0 0 0,0 0 306 0,0 0-137 0,3 0-68 15,3 3 136-15,6 2-106 0,-1 1-49 0,3 1-25 16,0 0 106-16,2 4-66 0,0-6-23 0,2 2-9 15,1-1 15-15,-1-2-23 16,3 0 0-16,0-3 46 0,-1-1-27 0,3 0-8 16,-2 0-35-16,-1 0 27 0,-1 0-27 0,-3 0 0 15,2-1-24-15,-4-2 24 0,-2-4 0 0,-1 2 0 16,-1-4-63-16,-3 3 32 0,-1-4 7 0,-1-1 24 16,-3 0-42-16,0-2-1 0,0 0 7 0,-2-3-36 15,0-1 20-15,0 1-3 0,0-3-11 16,-2 0 1-16,-4-2 26 0,-1 2 10 0,-2 1-27 15,-3 0-1-15,1 2 18 0,-2 3 4 16,-4 1 25-16,0 3-1 0,-1 4-24 0,-2 1 0 16,0 2 78-16,0 2-37 0,-5 0 5 0,2 2 18 15,5 9-18-15,-7 3-3 0,6 4 86 0,-2 2-52 16,3 3-15-16,1 1 0 0,2 2 62 0,1 3-49 16,2-1 0-16,3 3-40 0,0 0 87 0,2 0-44 15,3 2-14-15,4-1-7 16,0-2 54-16,0-1-37 0,2 2 96 0,5 0-168 0,4-10 0 0,3 8 0 15,2-5 0-15,-2-2 0 16,5-1 0-16,-1-4 0 0,0-3 0 0,3-4 0 16,-1-1 0-16,3 0 0 0,-2-4 0 0,0-3 0 15,0 0 0-15,2-2-204 0,-3 0 99 0,-1 0 55 16,1 0 4-16,-2-2 21 0,1-4-724 0,0 2 358 16,-1-2 179-16</inkml:trace>
  <inkml:trace contextRef="#ctx0" brushRef="#br0" timeOffset="-121218.83">23736 13033 914 0,'0'0'0'0,"0"0"0"0,0 0 0 0,0 0 0 0,0 0 0 0,0 0 0 0,0 0 0 0,0 0 0 0,-2 2 129 0,0 6-48 0,-4 1-25 15,0 4 15-15,-1 4-1 0,-2 1-29 16,-7 7-8-16,2 0 27 0,-4 1 1 0,2 1-29 16,-5 4 1-16,2-3 41 0,-3 0-8 0,3-2-34 15,0-1 109-15,6-11-55 0,-3 4-26 0,7-7 7 16,0 1 135-16,4-6-85 0,1 1-42 0,1-6 57 16,3 1-50-16,0 0-16 0,0 0-8 0,7-2 84 15,7 2-55-15,9-2-26 16,2 2-1-16,3-2 139 0,2 0-86 0,2 0-41 0,2 0 46 15,-2 0-43-15,-1 0-21 0,-4 0 8 16,7 0-42-16,-4 0 173 0,-4 0-193 0,-4 2 0 16,3-1-164-16,-4 2 153 0,-3-2 18 0,-3 1-96 15,-2-1 60-15,-3 2 31 0,-3-3-371 0,-1 0 182 16,-4 0 59-16,-1 0 58 0,-1 0-392 0,0 0 214 16,0-3 108-16,-7-1 46 0,-2-6-478 0,-3-1 269 15,-1-1 136-15</inkml:trace>
  <inkml:trace contextRef="#ctx0" brushRef="#br0" timeOffset="-121035.31">23746 13155 840 0,'0'-5'0'0,"0"3"0"0,-2 0 0 0,2 2 0 0,-1 0 0 0,-1 0 225 0,0 0-96 0,0 5-49 16,2 10 509-16,0 2-269 0,0 9-148 0,0 2-70 15,0 4 363-15,0 4-217 0,0 7-107 0,0-7-46 16,0 10 36-16,0-4-48 15,0-6-26-15,0 2-358 0,2-2 166 0,2-3 93 16,-1-1 33-16,1 0-703 0,0-4 373 0,-2 2 185 16</inkml:trace>
  <inkml:trace contextRef="#ctx0" brushRef="#br0" timeOffset="-117431.85">24405 13769 1053 0,'3'-8'0'0,"-1"0"0"0,2-5 0 0,-3 6 0 0,1-2 0 0,2-2 0 0,-2-1 0 0,0 3 0 0,-1-4 123 0,1 2-45 0,-2 0-23 16,0-1 10-16,0 1-1 0,0 0-23 0,0 0-8 16,0 1 16-16,-3 3-16 0,-5 1 0 0,-4 0-1 15,0 5 28-15,-3 1-27 0,-4 0 0 0,-2 7 14 16,1 10-14-16,-3 3 0 16,2 1 8-16,1 3 42 0,1 0-25 0,3-1 0 0,6-4 38 15,0 2-32-15,5 0 9 0,5-5-41 16,0-1 33-16,0-2-32 0,5 0 0 0,8 1-1 15,5-3-16-15,0 1-9 0,3-3 25 0,0 2-74 16,-3 0 37-16,1 3 0 0,-4-3 46 0,0 4-110 16,-6 0 46-16,-3 1 9 0,-3 4-7 0,-3-1 23 15,0 1 11-15,-2 4-25 0,-12-2 118 16,-2-1-50-16,-2 0-23 0,-3 0 1 16,3-5 13-16,-5 4 7 0,0-5-38 0,4-7-90 0,3 1 45 15,-1-5 15-15,6-4 39 0,2 0-410 16,5-2 191-16,4-16 83 0,0-4-472 0,11-5 276 15,10-3 128-15,4-6 78 0</inkml:trace>
  <inkml:trace contextRef="#ctx0" brushRef="#br0" timeOffset="-117264.78">24506 13798 1272 0,'11'0'0'0,"-4"0"0"0,1 0 0 0,-2 0 0 0,-5 3 0 0,1 5 0 0,0-1 294 0,0 3-130 15,0 0-66-15,-2 4 197 0,1 0-136 16,0 2-63-16,-1 1-31 0,0 1 216 0,0 1-124 15,0-2-54-15,0 0-183 0,0 1 56 0,0-4 28 16,0-2 1-16,0-2-400 0,0 0 210 0,0-4 109 16,0-3-532-16,0-3 297 0,0 0 96 0,0-1 83 15,0-17-266-15</inkml:trace>
  <inkml:trace contextRef="#ctx0" brushRef="#br0" timeOffset="-116906.8">24650 13377 1065 0,'5'-2'0'0,"3"2"0"0,0 0 0 0,-5 7 0 0,3 2 0 0,-3 7 0 0,2 0 0 0,-1 7 210 0,-3 2-88 0,1 4-31 0,-2 1-20 15,0 5-9-15,2 0-30 0,-2 8-273 0,0-1 136 16,0 0 67-16,0-5 43 0,0 9-317 16,0-13 151-16,0 0 75 0,0-11 39 0,0 1-46 15,0-8 27-15,0-4 3 0,0-3 57 16,0-6 1-16,0-2-28 0,0-2 0 0,0-11 179 15,0-6-85-15,2 0-47 0,5-3 244 0,3-5-131 16,-1 5-30-16,2 2-43 0,7-5 157 0,-2 5-90 16,-1 5-44-16,2 2 76 0,-2 8-60 0,-4 3-22 15,5 2-8-15,-4 0 27 0,-2 14-29 0,-2 8 0 16,-3 6 74-16,-3 2-43 0,0 2-33 16,0 0-1-16,-2-2 32 0,2 0-28 0,-1-9 0 15,1 4-22-15,0-7-81 0,2-3 36 16,0-5 0-16,2-3-200 0,1-4 119 0,0-3 67 15,2 0 10-15,1-5-211 0,0-11 83 0,0-7 69 16,2-3-463-16,-3-1 241 0,0-5 132 16</inkml:trace>
  <inkml:trace contextRef="#ctx0" brushRef="#br0" timeOffset="-116768.05">25080 13645 960 0,'3'-4'0'0,"4"3"0"0,-2 1 0 0,1 0 0 0,-3 0 0 0,1 3 0 0,1 6 0 0,4 1 446 0,-1 3-208 0,4-2-93 0,1 3-61 15,0-1 320-15,3 0-185 0,0 1-94 0,1-1-127 16,0 2 8-16,-2-4 27 0,0-1 0 0,0-1-538 16,0 2 269-16,0-5 135 0,-2-1-231 0,1 1 152 15</inkml:trace>
  <inkml:trace contextRef="#ctx0" brushRef="#br0" timeOffset="-116561.2">25504 13495 1763 0,'0'-8'0'0,"0"5"0"15,0 1 0-15,0 2 0 0,0 0 0 0,-5 5 0 0,-4 14 0 0,-3 8 316 0,-3 10-146 0,-2 2-69 0,-5 10 328 0,-4 9-198 0,1 3-99 16,2-8 40-16,-3 18-73 0,-1-6-34 0,4-1 1 16,-2 2-112-16,2-3 39 15,3-9 9-15,0 3 31 0,-1-4-366 0,4-6 183 16,5-11 91-16,1-2 46 0,6-10-599 0,1-4 209 15,4-7 186-15</inkml:trace>
  <inkml:trace contextRef="#ctx0" brushRef="#br0" timeOffset="-116324.79">25621 13465 1666 0,'2'-21'0'0,"11"17"0"0,0 2 0 16,0 2 0-16,-1 0 0 0,-2 5 0 0,2 9 0 0,0 7 450 0,-1 3-208 0,3 3-97 0,2 12 97 0,-4 2-104 15,0 2-53-15,-4 5-26 0,-1 0 0 0,-6 2-18 16,-1 3-8-16,0 0-53 0,0-2-55 16,-10-2 54-16,-5-3 26 0,-3-7 9 0,-4 8-181 15,-3-10 100-15,2-5 50 0,-2-7-506 16,-3-2 256-16,2-1 54 0,-3-10 94 0</inkml:trace>
  <inkml:trace contextRef="#ctx0" brushRef="#br0" timeOffset="-115682.99">26418 13732 791 0,'-7'-10'0'0,"4"1"0"0,-1 1 0 0,0-2 0 0,-1 0 0 0,-1-4 0 0,1 5 0 0,-2 1 0 0,0 4 180 0,-1-1-74 0,0 3-28 0,-6 2 94 15,1 0-69-15,-4 15-36 0,3 7 1 0,-6 5 5 16,4 5 9-16,-3 9-49 0,4-3 131 0,5-5-66 15,1 6-32-15,4-4-1 0,3-7 79 0,2 6-60 16,0-13-25-16,0 0-1 0,5-5-40 0,6-4 15 16,3-5 8-16,-1-3-44 0,4-4 0 0,-1 0 35 15,5-11 1-15,-5-6-44 0,4-8 30 16,1-3-9-16,-1-9-176 0,1-1 95 0,-2-3 22 16,-3-4 33-16,2-6-260 0,-2-2 134 15,1-12 37-15,-4 1 41 0,3-4-136 0,-4-2 84 16,2 11 34-16,-1-13-5 0,-4 23 27 0,-3 9 0 15,-2 3 28-15,-2 17 79 0,-2 7-48 0,0 3 8 16,0 9 279-16,-6 1-160 0,-4 20-66 0,1 9-44 16,0 11 419-16,-1 13-211 0,3 9-56 0,3 0-67 15,0 3 299-15,4 5-184 0,0-10-83 0,0 15-54 16,0-13 196-16,2-12-121 0,7 5 81 16,5-8-451-16,-1-11 204 0,3 1 18 15,2-6-166-15,-1-7 97 0,-4-6 47 0,6-4 25 16,-5-5-549-16,4-5 217 0,-4-4 163 0,2 0-28 15,-3-9-472-15,2-11 313 0,-5-6 149 0</inkml:trace>
  <inkml:trace contextRef="#ctx0" brushRef="#br0" timeOffset="-115537.95">26797 13587 1316 0,'2'-4'0'0,"1"3"0"0,5 1 0 0,-2 0 0 0,-3 0 0 0,5 5 0 0,1 4 0 0,1 1 521 16,1 3-248-16,-1 0-120 0,4 2 4 0,-1 2-62 15,-1-1-31-15,1 2 8 0,1-1-396 0,-2-2 178 16,-1 0 90-16,3-2 44 0,-3-2-713 0</inkml:trace>
  <inkml:trace contextRef="#ctx0" brushRef="#br0" timeOffset="-115327">27204 13422 1770 0,'0'-6'0'0,"0"4"0"0,0 2 0 0,0 6 0 0,-10 12 0 0,-3 6 0 0,-7 16 296 0,-6 15-131 0,1-3-59 16,-10 25 215-16,-6 10-144 0,-2-1-72 0,-1 5-36 15,-3 4 276-15,-3 6-147 0,-1 5-87 0,-2-5-95 16,3-6 17-16,0-11-1 0,12-19 1 16,3-7-402-16,0 6 197 0,12-18 102 15,2-5-466-15,8-11 250 0,3-5 150 0,1-5-36 16,4-9-489-16,2-3 314 0</inkml:trace>
  <inkml:trace contextRef="#ctx0" brushRef="#br0" timeOffset="-115125.92">27259 14434 1944 0,'0'-2'0'0,"0"2"0"0,0 0 0 0,0 0 0 0,0 0 0 0,0 0 0 0,0 0 0 0,0 0-21 0,-2 0 27 0,-2 0 0 16</inkml:trace>
  <inkml:trace contextRef="#ctx0" brushRef="#br0" timeOffset="-105120.41">11980 15555 613 0,'-9'-5'0'0,"2"-1"0"0,4 2 0 0,-1 0 0 0,2 2 0 0,-1 1 0 0,1-1 197 0,0 0-82 0,2 0-41 0,0 2-21 16,0 0 155-16,0 0-92 0,0 0-42 0,0 0-20 15,7 0 93-15,2 0-57 0,5 0-20 0,1 2 98 16,2 0-68-16,2-2-34 0,1 0 1 0,-1 0 7 15,2 0-12-15,-3 0-9 16,3 0-56-16,-2 0 36 0,-2 0 0 0,0 0-1 16,-6 0-184-16,2 0 88 0,-1 0 48 0,-5 0 25 15,-1-2-453-15,-3 2 223 0,-1-2 67 0,-2 2-336 16,0 0 228-16,0 7 115 0</inkml:trace>
  <inkml:trace contextRef="#ctx0" brushRef="#br0" timeOffset="-104907.02">12053 15801 912 0,'-8'10'0'0,"3"-2"0"0,3 0 0 0,0-4 0 0,1-1 0 0,-1-3 0 0,2 0 0 0,0 3 422 0,0-3-195 15,3 0-97-15,8 0-48 0,7 0 298 0,0 0-178 16,3 0-85-16,0 0 134 0,-1 0-110 0,1-3-54 16,-4 2-19-16,-1 1-76 0,0 0 20 0,-1 0 0 15,-6 0-182-15,1 0 102 0,-1 1 59 0,-4 4 16 16,-1 2-128-16,0-1 77 0,-3-4 39 15,2 1-26-15,-1-3-402 0,-2 2 159 16,0-2 121-16,0 0-219 0,0 0 170 0,0 0 84 16,0 0 35-16</inkml:trace>
  <inkml:trace contextRef="#ctx0" brushRef="#br0" timeOffset="-104235.14">12872 15607 724 0,'0'0'0'0,"-2"0"0"0,-1 0 0 0,3 3 0 0,0 0 0 0,0 0 156 0,0 1-66 0,0 2-28 16,7 0 156-16,10-2-92 0,0-1-47 0,5-1-15 16,5 0 64-16,-1-2-47 0,0 0-25 0,2 0 0 15,-5 0 8-15,0-2-32 0,-1-3 1 0,-2 0-38 16,-2-1 0-16,-6 0 37 0,-2-1-51 0,1-3 21 15,-5-1 1-15,-2-1 29 16,-3-3-55-16,-1-1 21 0,0-1 2 0,0-2-6 16,-5 0-9-16,-8-2 0 0,-1-1 12 0,0 1 6 15,-3 3-1-15,-6-4 6 0,3 5-5 0,-3 5 26 16,2 6 2-16,-3 2-22 0,0 4 108 0,-5 0-53 16,5 15-19-16,-3 9-1 0,1 13-14 0,6 0-12 15,3 1 23-15,2 12-20 0,5-2 165 0,6 0-76 16,4-1-39-16,0-2 163 0,9-6-92 0,11 7-59 15,4-9-25-15,1-1 41 0,3-4-33 16,-2-7 0-16,5-2-117 0,2-2 38 16,-1-6 23-16,0-3-1 0,-2-6-277 0,-3-1 150 15,-4-5 57-15,2 0 39 0,-4 0-519 0,-1-10 256 16,-3-5 116-16,0-3-326 0,-4-1 222 0,0-6 125 16,-1 1 57-16</inkml:trace>
  <inkml:trace contextRef="#ctx0" brushRef="#br0" timeOffset="-103887.41">13268 15238 1818 0,'-13'-12'0'0,"7"9"0"0,6 0 0 0,0 3 0 0,0-1 0 0,0-3 0 0,6-1 0 0,13-1 248 0,2 1-112 0,3 1-51 0,2 1 70 16,2 2-60-16,-1 1-32 0,-5 0-62 0,1 4 32 15,-3 7 0-15,-2 3-1 16,-6 2-195-16,-4 2 106 0,-7 3 41 0,-1 4 25 16,0-2-153-16,-12 3 89 0,-7 0 17 0,-3-3-48 15,-3-3 9-15,-1-1 34 0,-3-4-23 0,5-4 247 16,2-2-108-16,-1-5-49 0,4 2 160 0,4-4-94 16,6 0-30-16,1-2-29 0,4 0 374 0,3 0-177 15,1 0-102-15,0 0-47 0,13 0 24 0,9 0-36 16,3 0 1-16,-1 0-87 0,8 0 22 0,-2 0-1 15,0 0 31-15,1 0-370 0,-3-2 185 16,-5 0 100-16,2 1-299 0,0-2 182 16,-4 0 30-16,-3 0 67 0,-1-3-637 0,-2 3 330 15,0-5 178-15</inkml:trace>
  <inkml:trace contextRef="#ctx0" brushRef="#br0" timeOffset="-103667">13623 15212 1601 0,'-4'-12'0'0,"2"4"0"0,2 2 0 0,0 3 0 0,2-3 0 0,6 3 0 0,5 0 0 0,2 2 0 0,4 1 273 0,0 0-119 16,1 4-61-16,3 8 181 0,-4 2-120 0,-2 1-52 15,2 6-34-15,-8-3 1 0,-2 1-37 0,-3 2 1 16,-4 1-74-16,-2 1 45 0,0 0-9 0,-12-1 38 16,-4-1-83-16,-5-2 41 0,-6 0 21 0,1-3-137 15,-4-2 75-15,-2-1-7 0,0-4 37 0,2-3-286 16,10-5 144-16,-1-1 40 15,10 0-241-15,1 0 165 0,6-9 83 0,4-3 41 16,10-8-146-16,12 2 85 0,6-6 56 0</inkml:trace>
  <inkml:trace contextRef="#ctx0" brushRef="#br0" timeOffset="-103484.49">13998 15150 624 0,'1'-10'0'0,"3"1"0"0,-2 3 0 0,-2 0 0 0,-2 3 236 0,-10-2-101 16,-1 5-43-16,0 0 364 0,-2 0-212 0,2 10-105 15,0 6-53-15,-2 4 242 16,7 0-139-16,1 9-82 0,5-3-21 0,2 3-27 16,0-2 1-16,7 1-28 0,9-1-180 0,4-5 86 15,2 1 48-15,3-4 23 0,1-2-187 0,1-4 106 16,-5-6 60-16,6 1-596 0,-5-6 299 0,1-2 81 16,-1 0 97-16</inkml:trace>
  <inkml:trace contextRef="#ctx0" brushRef="#br0" timeOffset="-103218.2">14311 14936 852 0,'0'-12'0'0,"-2"3"0"0,2 5 0 0,-2 0 0 0,1 2 0 0,1 1 602 0,0 1-285 0,0 0-134 0,0 5-79 15,0 14 136-15,0 5-103 0,1 4-52 0,5 10 346 16,-2-1-190-16,-3 16-109 15,1 2 196-15,0 13-148 0,0-2 83 0,-2 9-263 16,0 0 0-16,0 3 0 0,-4 2 0 0,-3 2 0 16,-5-1 0-16,-1-1 0 0,2 1 0 0,1-8 0 15,5-3 0-15,3-17 0 0,2-2 0 16,0-9-428-16,0-4 203 0,2-13 111 0,1-6-480 0,3-7 280 16,0-4 141-16,2-8 70 0,-1 0-468 0,0-8 273 15,5-17 133-15</inkml:trace>
  <inkml:trace contextRef="#ctx0" brushRef="#br0" timeOffset="-102920.99">14593 15839 574 0,'3'-5'0'0,"3"2"0"0,-3 3 0 0,1 0 0 0,1 0 331 0,-4 7-153 0,-1 11-72 15,0 4 321-15,2 1-197 0,0 1-99 0,4-3-40 16,1 7 168-16,4-5-113 0,2-7-57 0,2 0-28 15,4-4-58-15,-2-2 8 16,2-7 21-16,0-3-209 0,-3 0 105 0,3-9 52 16,-4-10 27-16,-5 0-78 0,1-8 49 0,-7-2 27 15,-3 1-190-15,1-4 96 0,-2 0-11 0,-3 2 40 16,-8 0 12-16,-7 6 18 0,2 1-13 0,-7 8 10 16,0 6 238-16,3 5-120 0,-8 2-41 0,3 2 246 15,3 4-125-15,3 7-77 0,2 4-85 0,6-2 34 16,5 0 3-16,4 0-7 0,2 0-186 0,0-5 93 15,10-1 46-15,5-2 32 16,4-4-710-16,1-1 340 0</inkml:trace>
  <inkml:trace contextRef="#ctx0" brushRef="#br0" timeOffset="-102604.84">14664 14877 1250 0,'0'-25'0'0,"0"4"0"0,0 2 0 0,2 4 0 0,3 1 0 0,3 3 0 0,1 2 0 0,2 1 420 0,5 3-194 15,0 3-96-15,3 2-49 0,2 0 189 0,-3 3-122 16,3 12-58-16,-4 5-6 0,-3 6-65 0,-4 0 14 16,-6-3 8-16,3 8-92 0,-7-3 41 0,0-2 22 15,0 0-22-15,-11 2 21 0,1-7 9 0,-8 6 12 16,0-4-47-16,-3-3 4 15,6-7 0-15,-2-1-10 0,4-1 68 0,3-4-61 16,3-3 22-16,2 0-12 0,3-4 206 0,2 0-82 16,0 0-42-16,5 0 50 0,16 0-47 0,1 0-25 15,4 0 22-15,1-4-23 0,3 0 8 0,0 1-30 16,-4-1-129-16,-3 2 65 0,1 0 31 0,-3 2 1 16,-2 0-617-16,-3 0 278 0</inkml:trace>
  <inkml:trace contextRef="#ctx0" brushRef="#br0" timeOffset="-101426.77">15417 15548 1115 0,'-4'0'0'0,"2"3"0"0,2 1 0 0,0 2 0 0,0-3 0 0,0 1 0 0,8-2 0 0,7-2 179 0,8 0-74 0,1 0-27 15,4-2 233-15,1-8-139 0,0 2-69 0,1-2-36 16,-2 3 45-16,-3 1-32 0,5 1-8 0,-4-1-39 16,-5 3 25-16,1 2-25 0,-1 1 0 0,-2 0-121 15,-2 0 56-15,-4 0 33 0,-4 0-304 16,0 4 168-16,-3-1 84 0,-1 0 15 15,-4-2-463-15,1 1 210 0,-2-2 129 0,0 2 63 16,0-2-125-16</inkml:trace>
  <inkml:trace contextRef="#ctx0" brushRef="#br0" timeOffset="-101209.34">15655 15251 1089 0,'-7'-12'0'0,"0"5"0"0,3 3 0 0,0 1 0 0,0 1 0 0,0 2 0 0,2 0 0 0,1 3 275 0,1 14-121 0,0 8 192 0,0 1-156 16,0 8-79-16,0 3-30 0,1 14 133 0,1-4-90 16,2 2-46-16,0 0-23 0,0-5-70 0,1-6 31 15,-1 1-7-15,2-1 24 0,-1-2-77 0,1-4 38 16,-2-2 0-16,0-4-228 0,-2-2 130 0,-1-3 68 16,1-4-25-16,0-5-428 0,-2-5 234 0,2-2 73 15,0-5-271-15,3 0 210 16</inkml:trace>
  <inkml:trace contextRef="#ctx0" brushRef="#br0" timeOffset="-100840.33">16018 15484 1152 0,'9'0'0'0,"5"0"0"0,0 5 0 0,0-1 0 0,-1 0 0 0,0 0 0 0,6 2 248 0,2 0-108 0,5 4-54 0,1-2 209 0,3-1-132 16,1-1-56-16,3 0-42 15,0-2 12-15,0-1-23 0,-3-2 1 0,-2-1-22 16,-5 0-110-16,0 0 51 0,-1-1 29 0,-4-6 1 16,-3-5-152-16,-2-3 90 0,-7 0 53 0,-1-4-97 15,-4 2 10-15,-2-3 51 0,0-5-172 0,-2 5 96 16,-7-1 9-16,-9-3 41 0,0 1 58 0,-3 3-24 16,-2 3 0-16,0 4 1 0,-2 8 51 0,-5 3-22 15,0 2 0-15,2 2-30 0,-2 16 238 16,-2 8-113-16,9 0-40 0,-4 12 257 0,9-1-132 15,5 2-80-15,5 2 94 0,7 1-79 16,1-4-31-16,0 6-9 0,14-2 111 0,7-4-76 16,5-4-37-16,5-1 1 0,-3-7 5 0,11 2-8 15,-3-6-36-15,-5-5 1 0,8-3-195 0,-6-2 98 16,1-5 56-16,-4-4-432 0,-1-3 209 0,-8 0 125 16,6 0-265-16,-6-10 175 0,-5-5 46 0,3-8 62 15,-3-1-427-15</inkml:trace>
  <inkml:trace contextRef="#ctx0" brushRef="#br0" timeOffset="-100551">16822 14918 1685 0,'-2'-7'0'0,"0"5"0"0,0 0 0 0,-1 0 0 0,-1 2 0 0,-1 0 0 0,-4 4 0 0,4 9 0 0,-1 4 170 0,-3 6-68 16,-1-1-100-16,-1 5 39 0,-1 0-8 0,-2 0 0 15,1-3-44-15,3-5 22 0,-3 2 0 0,2-5 30 16,1-3-34-16,5-3 1 0,1-2 25 0,1-5 151 16,1 0-76-16,2-2-29 0,0 2-8 0,0-3 83 15,9 3-61-15,6-3-29 0,7 0 68 0,-1 0-41 16,8 0-33-16,-1 0-1 16,0 0 1-16,4-3-1 0,-2 3-25 0,-4-3 9 0,6-1-199 15,-10 2 95-15,0 1 48 0,-1-1-500 0,-4-1 264 16,-5 2 88-16,-1 1 81 0,-4-2-463 15,-1 0 256-15,-4 1 129 0,-2-3-245 0,0-6 178 16,0-3 101-16</inkml:trace>
  <inkml:trace contextRef="#ctx0" brushRef="#br0" timeOffset="-100409.38">16908 14887 909 0,'-17'-11'0'0,"4"6"0"0,4 3 0 0,-1 1 0 0,3 1 0 0,0 0 0 0,3 0 305 0,2 11-140 0,2 2-67 15,0 4 291-15,0 4-178 16,0 3-89-16,0 4-37 0,2 2 71 0,2 4-62 15,-3 1-30-15,1 0-170 0,0 3 69 0,-2-1 43 16,0 5-8-16,0 0-444 0,0 2 239 0,-5 0 120 16,1 0 60-16</inkml:trace>
  <inkml:trace contextRef="#ctx0" brushRef="#br0" timeOffset="-99853.03">17462 15337 1020 0,'-13'-22'0'0,"3"4"0"0,6 3 0 0,-3-1 0 0,0-3 0 0,-1 3 0 0,-3 0 123 0,0 3-46 0,-1 3-21 0,1 4 170 0,-4 2-96 16,0 1-40-16,-2 3-33 0,-3 7 37 0,0 14-30 15,-1 11 0-15,3 4-1 16,1 8-22-16,2 5-8 0,4 2 0 0,3-2 49 15,6-1-24-15,2-9 0 0,0 1-17 0,6-6 58 16,9-7-33-16,2-6 0 0,4-5-81 0,-2-8 24 16,5-4 7-16,4-4 17 0,-2-1-141 0,-1-15 71 15,0-6 35-15,-1-6-1 0,-2-3-115 0,4-6 66 16,-5 3 7-16,-4 2-229 0,0 0 103 0,-2-2 74 16,-5 10-33-16,-1-1 53 0,-6 8 22 15,-1 8 0-15,0 2 196 0,-2 3-86 0,0 4-53 16,0 0-13-16,-7 17 269 0,-2 6-139 15,0 3-44-15,4 3 102 0,1-3-49 0,4 8-57 16,0-7 31-16,0-3 28 0,6 0-49 0,8-7-24 16,0-3-39-16,3-1-8 0,2-3 22 0,0-7 1 15,0-1-84-15,-1-2 42 0,3 0 29 0,0-5-9 16,-3-11-143-16,0 0 78 0,-6-6 17 0,0-2-101 16,-4 2 54-16,-1-6 41 15,-5 1-3-15,-2 0 5 0,0-1-4 0,0 0 0 0,-11 2 47 16,-3-3 7-16,-1 2-44 0,0 5 9 15,-3-1 82-15,2 10-38 0,-2 0-20 0,-3 4 4 16,0 6 128-16,1 3-69 0,-1 0-20 0,2 6 83 16,1 13-50-16,2 0-30 0,7-1-1 0,2 3-29 15,5 0 24-15,2 0-8 0,0-1-247 0,13 0 116 16,8-6 58-16,3-2 29 0,8-5-566 0,4-4 269 16,7-3 129-16,0 0 74 0</inkml:trace>
  <inkml:trace contextRef="#ctx0" brushRef="#br0" timeOffset="-99601.7">18121 15213 1493 0,'0'-9'0'0,"0"4"0"16,0-2 0-16,-11 6 0 0,-2-1 0 0,-4 2 0 0,2 0 0 0,0 6 251 0,0 5-109 0,3 2-55 0,3 1 280 0,2 4-168 0,5 0-74 16,2 1-13-16,0 2-39 0,2 4 0 0,7-5-40 15,4-2-42-15,2-1 29 16,3 5-8-16,-4-7 20 0,4 2-106 0,-6-1 54 15,-3 1 26-15,-3-2-52 0,-4 2 35 0,-2 0 23 16,0 0-1-16,-9 2-7 0,-8-3-19 0,-6 2-8 16,-1-1 40-16,-3-3-12 0,-1-1-16 0,0 2 13 15,2-5-114-15,5-2 58 0,-1-1 27 0,5-4 11 16,7-3-402-16,3 0 197 0,3 0 85 0,4-7-439 16,4-12 275-16,15-1 134 0</inkml:trace>
  <inkml:trace contextRef="#ctx0" brushRef="#br0" timeOffset="-99439.78">18193 15322 744 0,'5'-7'0'0,"-1"3"0"0,1 0 0 0,-3 2 0 0,0 1 0 0,2 1 546 15,0 0-257-15,2 1-120 0,1 9 326 0,0 3-232 16,5 2-115-16,-1 0-57 0,4 4 0 0,0 3-33 16,0-2 0-16,0-1-25 0,2 2-296 15,-4-4 149-15,2 2 81 0,0-1-489 0,0-2 278 0,0-5 138 16,-2-1 69-16,3-6-604 15,-4-4 296-15</inkml:trace>
  <inkml:trace contextRef="#ctx0" brushRef="#br0" timeOffset="-99227">18618 15228 916 0,'7'-16'0'0,"-2"6"0"0,3 0 0 0,-3 4 0 0,1 6 0 0,-2-3 0 0,-2 3 338 0,0 3-152 0,-2 17-77 15,0 5 411-15,-12 10-247 16,-6 4-121-16,-5 18-59 0,-2-1 174 0,-3 7-117 15,-4 6-50-15,-3 1 273 0,-10 15-170 0,-1-8-85 16,-2 4-43-16,-1 0 147 0,4-14-222 0,-2 2 0 16,8-9-181-16,10-17 124 0,8-8 44 0,3-1 23 15,6-12-478-15,3-5 246 0,4-8 128 0,3-3 28 16,2-5-336-16,0-1 124 0,4 0 115 0,10-14-452 16,3-5 291-16,6-6 145 0</inkml:trace>
  <inkml:trace contextRef="#ctx0" brushRef="#br0" timeOffset="-98950.52">18953 14869 1348 0,'0'-24'0'0,"2"10"0"0,0 6 0 0,4 1 0 0,-2 6 0 0,-1 0 0 0,1 1 0 0,3 0 466 15,1 18-220-15,-2 11-107 0,-3 7 340 0,-1 11-223 16,0 18-111-16,-2-9-48 0,0 21 272 0,-4 0-168 16,-3 1-84-16,-3 5 115 0,1-2-232 0,-2 0 0 15,1-4 0-15,-1-2 0 0,4-7 0 0,0-14 0 16,0 2 0-16,3-16 0 0,1-1 0 0,1-10 0 16,2-7-347-16,-2-9 206 0,2-5 38 0,0-5 64 15,0 0-674-15,0-3 340 16,0 0 170-16,2-7 85 0,5-10-548 0</inkml:trace>
  <inkml:trace contextRef="#ctx0" brushRef="#br0" timeOffset="-98667.75">19179 15743 1182 0,'5'4'0'0,"-1"3"0"0,0 4 0 0,-3 1 0 0,1-1 0 0,0 6 0 0,0 2 304 0,0 3-140 0,4 0-66 0,1 3 294 16,1-3-179-16,1-3-91 0,5 2-36 15,0-4 0-15,3-2-27 0,3-5 0 0,-4-5-26 16,3-5-148-16,-3 0 82 0,2-1 29 0,0-17-163 16,-2-4 100-16,-6-5 50 0,1-1 24 0,-8 3-52 15,-1-10-24-15,-2 5 41 0,0 0-80 0,-5 4 46 16,-11 2-15-16,1 4 18 16,-9 2 215-16,-1 8-90 0,1 4-42 0,-3 5-24 15,4 1 218-15,3 0-107 0,3 6-27 0,4 5-137 16,6-1 48-16,3 1 0 0,4 2 62 0,0-4-210 15,0 4 92-15,8-4 40 0,4-2-517 0,6 0 260 16,-2-4 89-16,3-3 72 0</inkml:trace>
  <inkml:trace contextRef="#ctx0" brushRef="#br0" timeOffset="-98293.42">19248 14789 1428 0,'-9'-26'0'0,"9"13"0"0,0 1 0 0,4 1 0 0,8-2 0 0,2 1 0 0,2 1 109 0,4 2-30 0,2 2-8 15,9 1 119-15,-4 2-78 0,3 4-40 0,0 0 0 16,-7 0-37-16,1 16-2 0,-4 4 0 0,-10 4-81 16,-2 5 41-16,-6 0 0 0,-2 3 48 0,0 0-23 15,-11 2 15-15,-5-4 0 16,-2-4 22-16,1-4-33 0,2-6 16 0,0-2-42 15,5-6 100-15,1 0-41 0,3-4 0 0,4-1-25 16,2-1 142-16,0 0-74 0,2 2-32 0,13 0 2 16,2-1 1-16,6 4-36 0,-6-1 8 0,3 4-59 15,1 1 25-15,-2 3 1 0,-4-2-56 0,-2 3 40 16,-4 2 9-16,-5 1 32 0,-2 0-25 0,-2 1-3 16,-7-1 21-16,-13 0-46 0,2-8 65 15,-12 6-24-15,0-7-6 0,-2 0-8 16,-4-5 8-16,0-1-10 0,-1-3 12 0,1 0-279 15,3 0 132-15,4-5 63 0,7-4-520 0,3-5 276 16,4 0 132-16,8-3 76 0</inkml:trace>
  <inkml:trace contextRef="#ctx0" brushRef="#br0" timeOffset="-97591.84">20148 15409 1268 0,'-2'0'0'0,"-4"0"0"0,3 0 0 0,3 0 0 0,0 0 0 0,0 0 0 0,3 0 0 0,10 2 0 0,8-2 0 0,0 0 198 0,7 0-87 0,1 0-39 0,-2 0 92 15,1-4-66-15,0 1-32 0,-7-2 46 0,4 1-44 16,-5 1 0-16,-1 0-35 16,-3 2-157-16,-2-1 78 0,-3 2 48 0,-1 0-504 15,-1 0 267-15,-1 0 96 0</inkml:trace>
  <inkml:trace contextRef="#ctx0" brushRef="#br0" timeOffset="-97405.34">20174 15679 1508 0,'0'2'0'0,"0"1"0"0,0 6 0 0,2-2 0 0,7-2 0 0,5 1 0 0,0-2 0 0,7 0 329 0,6-3-152 15,1-1-72-15,0 0-36 0,0 0 335 0,-2 0-185 16,-3 0-85-16,-1-1-55 0,-1-3-73 0,-4-3 26 15,-3 4 1-15,-5-1-313 0,-2 1 165 0,-2 0 69 16,-3 2 40-16,0 0-599 0,1-3 316 0,-3 4 67 16,0 0-243-16</inkml:trace>
  <inkml:trace contextRef="#ctx0" brushRef="#br0" timeOffset="-96177.39">20953 15484 1000 0,'-14'-9'0'0,"3"2"0"0,4 5 0 0,4 2 0 0,1 0 0 0,2 0 0 0,0 2 0 0,0 11 0 0,7-3 139 16,12 6-52-16,2-7-20 0,6 6 146 0,-2-4-90 16,3-2-45-16,3-3-23 0,0-5 12 0,1-1 9 15,-2 0-44-15,0 0-41 0,-3 0 20 0,-2-4 1 16,-6-6-78-16,1-1 58 0,-3-3 16 0,-4-1 0 16,-3-1-59-16,-3-4 25 15,-3 2 26-15,-4-3-27 0,0 1-137 0,0-1 56 16,-11 1 50-16,-5 1-23 0,-3 2 30 0,1 4-5 15,-8-1 7-15,1 6 97 0,-3 6-36 0,-1 2-8 16,-1 0 167-16,2 16-90 0,3 7-45 0,-2 8-10 16,4 5 87-16,6 1-35 0,4 6-35 0,6-8 19 15,3 15 131-15,4-6-76 0,0 0-42 0,9-5 33 16,9-6-38-16,0-2 9 0,7 0-46 16,1-7-95-16,2-3 48 0,1-4 23 15,-4-2-247-15,-2-6 136 0,1-2 61 0,-1-1 14 16,-3-2-405-16,-1-2 187 0,-4-2 112 0,1 0 16 15,-2 0-101-15,0-2 93 0,2-13 46 0</inkml:trace>
  <inkml:trace contextRef="#ctx0" brushRef="#br0" timeOffset="-95883.54">21701 14918 1229 0,'2'-7'0'0,"-2"1"0"0,0 5 0 16,0 1 0-16,0 0 0 0,0 0 0 0,-8 0 0 0,-1 0 0 0,0 3 151 0,-3 8-60 0,-3 2-21 0,-2 8-8 0,-1-1-54 0,-3 5 0 16,1-1 25-16,-1 1-62 0,4-6 39 0,-2-1-8 15,4-2 31-15,6-7 41 0,2-1-20 0,0-1-1 16,5-3 110-16,2 0-69 0,0-1-31 16,2 1 0-16,12 0 67 0,4-2-48 15,5-1-17-15,7 2-8 0,-2-3 18 0,4 0-20 16,0 0-1-16,0 0-56 0,-2 0 8 0,0-3 27 15,-4 0 0-15,-5-1-233 0,-1 3 116 0,-2-3 59 16,-7 2-485-16,1 0 253 0,-5 2 86 0,-2 0 76 16,-3-2-338-16,0 2 201 0,-2 0 91 0,0-2 58 15,-2-2-160-15,-9-6 106 0</inkml:trace>
  <inkml:trace contextRef="#ctx0" brushRef="#br0" timeOffset="-95733.93">21763 14928 668 0,'-13'-13'0'0,"0"3"0"0,4 5 0 0,-1 2 0 0,3 2 0 0,-1 1 0 0,0 0 0 0,3 4 292 0,1 11-130 0,0 7-65 16,1 3-32-16,-1 5 129 0,-1 2-85 0,-2 3-38 0,4 5 223 16,-3-2-131-16,2-1-65 0,-1 1-24 0,1-3-84 15,1 0 22-15,-2 2 0 0,1-4-323 0,3 3 180 16,-3 0 78-16,2-6 43 0,2-6-560 0,0-1 285 16</inkml:trace>
  <inkml:trace contextRef="#ctx0" brushRef="#br0" timeOffset="-95557.08">21684 15486 1567 0,'0'0'0'16,"2"0"0"-16,3 2 0 0,4-2 0 0,2 0 0 0,3 0 0 0,9 0 0 0,2 0 0 0,3 0 179 0,0 0-64 0,2-2 274 0,0-2-179 0,0 3-88 16,0-4-45-16,0 2-46 0,-6-2 10 15,4 2-17-15,-7-1 9 0,0 1-365 0,-3-1 183 16,-2 2 90-16,-3 2-459 0,-3 0 248 0,-1 0 145 15,-2 0-17-15,-1 0-205 0,-3 0 158 0</inkml:trace>
  <inkml:trace contextRef="#ctx0" brushRef="#br0" timeOffset="-95249.89">22224 15104 794 0,'0'-9'0'0,"0"3"0"0,0 3 0 0,0 0 0 0,0 2 0 0,0 1 0 0,2 0 428 0,3 4-189 0,2 11-107 0,1 7-50 15,-2 5 343-15,-2 2-197 0,-1 11-97 0,-1-3 172 16,-2 14-139-16,0 0-66 0,0 2-32 0,0-1 21 16,0-2-27-16,0-5 8 0,-4 9-35 0,3-10-25 15,1-7 25-15,-2-2 0 16,2-1-5-16,0-10 13 0,0 1-8 0,0-3-1 16,0-3 31-16,2-4-30 0,-1-4 8 0,1-3-9 15,0-1-47-15,-2-3 21 0,2-2 0 0,-2 0-48 16,0-2 35-16,0 0 9 0,0 0-21 0,0 0 15 15,0 0 0-15,0 0 5 0,0 0-52 0,-4 0 20 16,1 1 0-16,-1-1 13 0,-1 2-218 0,2-2 98 16,-1 2 57-16,0-1-328 0,3-1 188 0,-1 2 94 15,2 1 47-15,0 0-473 0,0 1 252 16,0 2 138-16</inkml:trace>
  <inkml:trace contextRef="#ctx0" brushRef="#br0" timeOffset="-94695.27">22684 15365 1037 0,'-8'-13'0'0,"8"5"0"0,0 7 0 0,1-1 0 0,11-2 0 0,5 1 0 0,4-1 0 0,9 2 312 0,2-3-140 0,1 2-70 0,3-1-34 15,1 1 117-15,2 1-67 0,-2 0-47 16,-2 2-25-16,-3 0-13 0,-3 0-1 16,-7 0 1-16,0 0-134 0,-1 4 63 0,-7 2 35 15,-5-3-303-15,-2 3 169 0,-3-2 68 0,-2 1 54 16,-2 1-502-16,0-2 242 0,-11-1 121 0</inkml:trace>
  <inkml:trace contextRef="#ctx0" brushRef="#br0" timeOffset="-94506.77">22952 14952 1404 0,'0'-1'0'0,"0"1"0"0,0 0 0 0,2 7 0 0,4 7 0 0,0 9 0 0,-1 6 0 0,0 6 0 0,-3 10 167 0,0 1-68 0,-2 4 352 0,0 4-209 15,-5 1-105-15,-4 4-44 0,-2-3 36 0,2 1-48 16,2-4-24-16,0-4-1 0,0-1-335 0,6-11 164 16,1-1 69-16,0-6-514 0,0-10 297 15,8-2 147-15,6-8 26 0,4-6-314 0</inkml:trace>
  <inkml:trace contextRef="#ctx0" brushRef="#br0" timeOffset="-94173.18">23256 15422 636 0,'9'0'0'0,"5"0"0"0,-3 0 0 0,1 4 0 0,-1 3 0 0,1 3 434 0,4-3-201 0,2 1-100 0,7 0-50 15,-4-2 194-15,7-5-125 16,-2-1-60-16,3 0-64 0,3 0 5 0,-2-10 0 16,0-3 7-16,-5-3-195 0,0 0 94 0,-4-3 47 15,-2 0-61-15,-6 1 54 0,-2-1 35 0,-3-2-8 16,-4-1-186-16,-4-3 96 0,0 4-13 0,-2-5 46 15,-10 5-63-15,-5-3 36 0,-2 6 23 0,-2 1 141 16,-1 6-61-16,-6 5-29 0,0 6-9 0,-4 0 287 16,0 11-141-16,-2 15-49 0,4 5 83 15,4 6-77-15,7 0-5 0,1 12 6 16,9-2 100-16,9 0-80 0,0 0-38 0,7-2-1 16,7-7 93-16,13 7-70 0,-1-7-32 0,2-5-66 15,3-6-1-15,2 0 37 0,-3-9 8 0,4-2-365 16,0-4 178-16,-2-5 90 0,0-4-247 0,-4-3 122 15,-5 0 90-15,-2 0-19 0,1-7-441 0,-2-6 259 16,-5-2 130-16</inkml:trace>
  <inkml:trace contextRef="#ctx0" brushRef="#br0" timeOffset="-93890.15">23982 14832 1369 0,'1'-6'0'0,"-1"6"0"0,2 0 0 0,-2 0 0 0,0 5 0 0,0 3 0 0,-10 8 0 0,-1 2 0 0,0 1 164 0,-6 5-69 0,1-3-32 16,-2 1 10-16,2-1 0 0,2-6-40 0,2 2 8 15,0-2 28-15,3-2-1 0,3-5-35 0,2-1 80 16,3-3-41-16,1 0 9 16,0-1-48-16,0-1 55 0,7-2-28 0,7 3 1 15,6-3 61-15,1 0-36 0,5 0-31 0,-4 0 0 16,4 2-45-16,-1-2-1 0,1 3 24 0,-6-1 8 15,3 1-211-15,-2-1 101 0,0 2 51 16,-5 0-446-16,2 0 232 0,-7-2 78 0,-2 2-343 0,-1-3 232 16,-4 1 116-16,-2 1 58 0,-2-3-254 0,0 0 148 15</inkml:trace>
  <inkml:trace contextRef="#ctx0" brushRef="#br0" timeOffset="-93737.13">24065 14851 864 0,'-7'-4'0'16,"4"0"0"-16,0 2 0 0,0 2 0 0,1 0 0 0,2 2 0 0,-2 11 367 0,2 4-167 0,0 7-84 0,-3-1-33 0,-1 9 122 0,0 2-86 16,0 1-43-16,-2 3 45 0,1 0-44 15,0 2-14-15,-4 5-145 0,2-4-158 0,0 4 136 16,1 2 69-16,3 0-543 0,3-5 307 16</inkml:trace>
  <inkml:trace contextRef="#ctx0" brushRef="#br0" timeOffset="-93216.54">24488 15384 571 0,'8'-28'0'0,"-4"0"0"0,2 4 0 0,-1-3 0 0,-3 4 0 0,-2-3 147 0,0 2-60 16,0-1 222-16,-7 7-138 0,-3 2-69 0,-3 8-34 15,0 2 179-15,-4 4-111 0,-6 2-52 0,5 8-25 16,-1 12 60-16,-1 9-43 0,4 1-13 0,1 10-9 15,7-7 2-15,1 8-24 0,7-2 1 0,0 1-8 16,0-5 16-16,5-1-8 0,6-4-1 0,5-4-68 16,0-3 34-16,2-10 1 0,3 0-153 0,-1-7 86 15,2-6 24-15,3 0 30 16,-2-5-226-16,-3-11 116 0,-1-6 29 0,0-2 41 16,-2-5-99-16,-4-1 59 0,-2 0 31 0,0-2 2 15,-4 6 20-15,0-6 8 0,-4 11 0 0,-1 3 35 16,0 7 0-16,-2 0-35 0,0 8 207 0,0 1-99 15,-7 2-38-15,-2 7-32 0,4 13 167 16,0 4-87-16,3-2-14 0,2 8 50 0,0-1-36 0,0-1-30 16,9 0 8-16,6-4-71 0,-2-4 49 15,8 2-8-15,0-7-1 0,1-6-34 0,3-3-1 16,-1-6 36-16,-1 0-127 0,2-3 56 16,-2-9 14-16,-2-7 21 0,-4-4-111 0,-4-3 60 15,-2 0 16-15,-5-4 1 0,-2-3-4 0,-4 0 0 16,0-3 8-16,0 0 50 0,-10-1-10 0,-3 3-22 15,-4 3-6-15,-1 3 30 0,-5 3 3 0,0 7-26 16,2 8 122-16,0 2-56 0,-2 6-18 16,0 2-1-16,5 0 28 0,0 8-15 0,4 6-2 0,2 4-32 15,7 1-140-15,5-1 68 16,0 3 37-16,1 2-368 0,15-2 189 0,6 0 78 16,4-4 51-16,6 0-345 0,8 0 192 0,-10-7 89 15,4-3-60-15,-2-3 99 0</inkml:trace>
  <inkml:trace contextRef="#ctx0" brushRef="#br0" timeOffset="-92955.34">25195 15251 518 0,'3'-18'0'0,"-3"1"0"0,0 5 0 0,-2 0 0 0,-10 2 0 0,-7-1 0 0,-4 5 132 0,5 4-49 0,-5 0-25 0,2 2 251 0,1 0-130 16,-1 5-77-16,3 6-35 16,8 3 204-16,2 2-120 0,8 0-59 0,0 2 62 15,2 3-66-15,13-1-27 0,4 0 0 0,4-2-60 16,3 1 1-16,-2 2 39 0,2-4-71 0,-1 1 31 15,-2-2 1-15,-7-1 31 0,1-2-116 0,-6 3 66 16,-4-3 21-16,-4 1-63 0,-3 1 37 0,0 0-7 16,-14 0 1-16,-4-4 33 0,-8 2-5 0,-2-1-17 15,-1-3-27-15,-3-2 18 0,1-2 1 16,-1 2 24-16,5-7-275 0,4 0 129 16,1 0 64-16,5-7 28 0,5-11-165 0,10-8 85 15,2-10 55-15,2-7 24 0,10-7-315 0,3-14 169 16</inkml:trace>
  <inkml:trace contextRef="#ctx0" brushRef="#br0" timeOffset="-92633.61">25287 14819 1198 0,'12'-25'0'0,"6"8"0"0,5 5 0 0,1 2 0 0,0 5 0 0,2-1 0 0,4 4 0 0,2 0 288 0,2 2-131 0,-1 0-63 16,2 4-30-16,-1 7 159 0,-5 2-87 0,0 5-55 15,-7 0-25-15,-4 4-70 0,-9 3 23 0,-4 1 0 16,-3-3-48-16,-2 5 31 0,-7 0 1 0,-16 2 40 15,-3 0-103-15,-7-2 51 16,3-6 34-16,-1 1-94 0,-2-4 48 0,2-4-16 0,5-4 26 0,7-3 82 16,8-2-43-16,-1-3 2 0,6 0 227 15,6-3-111-15,0 0-61 0,15 1-9 16,12 2 138-16,5 2-89 0,8 2-42 0,-1 2-14 16,0 4-1-16,1 2-25 0,-8 3 8 0,7 6-99 15,-7 2 45-15,-7-1 24 0,-1 3-36 0,-8 0 29 16,-8-2 9-16,-4 6 19 0,-4-3 34 0,-7 0 0 15,-16-4-34-15,-11 1-35 0,2-7 78 0,-16 0-28 16,-1-4-12-16,-4-7-107 0,-1-1 50 0,-2-7 23 16,0 0 30-16,6 0-444 0,3-4 201 0,15-9 105 15,-1-4-345-15,8-4-183 0</inkml:trace>
  <inkml:trace contextRef="#ctx0" brushRef="#br0" timeOffset="-89971.27">26251 15275 857 0,'0'0'0'16,"0"0"0"-16,0 0 0 0,0 0 0 0,0 0 0 0,0 0 0 0,0 0 0 0,0 0 188 0,0 0-70 0,5-2-47 15,6 2 238-15,-2 0-138 0,7 0-69 0,0 0-35 16,3 0 197-16,6 0-121 0,0 0-54 0,6 0 85 16,-1 0-70-16,-1 0-36 0,2 2 8 0,0 2-3 15,-1-1-40-15,1 3 0 0,-5-1-33 0,-5-3 33 16,2 5 8-16,-7-4-9 0,0 1-34 0,-5-2-1 15,-4 2 36-15,1-4 0 16,-7 1-47-16,2-1 19 0,-1 0-1 0,-2 0-35 0,0 0 25 0,0 0-19 16,0 0 46-16,0 0-42 15,0-3 34-15,-5-5-5 0,-1 0-98 0,3 0 45 16,0 3 27-16,-4 0-11 0,6-1-352 0,-1 2 166 16,1 3 95-16,1-1 22 0,0 2-465 0,1 0 269 15</inkml:trace>
  <inkml:trace contextRef="#ctx0" brushRef="#br0" timeOffset="-89469.96">27037 15231 1648 0,'-5'0'0'0,"3"0"0"0,2 0 0 0,-3 0 0 0,3 0 0 0,0 0 0 0,0 0 0 0,0 1 0 0,0 5 0 0,10 1 232 0,3 2-92 0,4-5-57 0,4 4 160 15,3-3-105-15,2-1-53 0,1 0-15 0,-3-4-29 16,7 0-8-16,-3 0 0 0,-3 0-41 0,-2-2 1 15,-3-2 40-15,2-5 8 0,-6 1-174 0,0-1 83 16,-3-2 41-16,-5 0-83 0,1-1-59 0,-4-1 35 16,-3-1 59-16,0-2-137 15,0 0 85-15,-2-4 16 0,0-3-21 0,0 3 32 16,-6-8 9-16,-2 2 40 0,-1-2-47 0,-1 1 24 16,2 7-1-16,-4 2 16 0,-3 10 27 0,-2 6-19 15,-5 2 0-15,-6 12 151 0,0 19-75 0,-2 8-46 16,0 6 7-16,1 5 253 15,7 5-134-15,3 4-44 0,6-3 263 0,5 2-160 0,7-2-67 0,1-4-41 16,0-4 86-16,11-5-63 0,6-9-25 16,3 1-7-16,3-6-54 0,3-5 0 15,2-5 21-15,-1-5-217 0,-2-7 117 0,5-3 46 16,-5-4 28-16,-5 0-490 0,4 0 205 0,-1-10 137 16,-7-5-395-16,5-6 256 0,-5-1 124 0,2-7 62 15</inkml:trace>
  <inkml:trace contextRef="#ctx0" brushRef="#br0" timeOffset="-89212.64">27797 14806 885 0,'8'-13'0'0,"-3"6"0"0,2 3 0 0,-6 1 0 0,1 3 0 0,-2 0 177 0,0 4-72 0,0 10-36 0,-13 4 114 16,-4 5-66-16,-3-3-47 0,-2 3 0 0,2 0 38 15,4-9-38-15,-3 2 0 0,2-4 11 0,2-2-49 16,5-4 1-16,2 0 0 0,1-5 90 0,3 1-45 15,4-2-14-15,0 0-9 0,0 0 68 0,5 0-45 16,14 0-23-16,5-2 13 16,0 1 7-16,7-5-42 0,-1 2 0 0,2 0-23 0,-2 1 0 15,-4 0 23-15,-2 1-218 0,1 2 105 16,-1 0 56-16,-6 0 29 0,-1 0-470 0,-4 0 230 16,-1 0 68-16,-4 5-138 0,-1-4-39 0,-4 1 156 15,-1 0 78-15,-2-2-103 0,0 0 81 0</inkml:trace>
  <inkml:trace contextRef="#ctx0" brushRef="#br0" timeOffset="-89047.08">27873 14648 1167 0,'-9'-15'0'0,"2"8"0"0,2 2 0 0,1 2 0 0,1 1 0 0,1 2 0 0,-1 4 0 0,3 12 231 0,0 9-100 0,0 4-40 16,0 2 356-16,0 11-207 0,0-3-104 0,0 4-51 15,0 0 84-15,0-5-60 0,-3 11-43 0,2-6 1 16,-1-2-284-16,2-7 125 0,0 4 62 0,0-1-469 15,0-3 261-15,0-4 136 16,0-8 60-16,5-1-342 0</inkml:trace>
  <inkml:trace contextRef="#ctx0" brushRef="#br0" timeOffset="-88881.02">28135 15102 1349 0,'7'0'0'16,"2"0"0"-16,5 0 0 0,-2 0 0 0,1 0 0 0,1 0 0 0,-1 0 0 0,4 0 494 0,-1 0-231 0,3 0-115 0,1 0-38 0,-4 0-42 0,0 0 0 16,-5 0-35-16,1 0-452 15,-2 0 226-15,-1 0 121 0,-1 5-280 0,-5-1 192 16</inkml:trace>
  <inkml:trace contextRef="#ctx0" brushRef="#br0" timeOffset="-88727.43">28161 15330 1224 0,'-14'9'0'0,"7"2"0"0,2 1 0 0,5-5 0 0,0 1 0 0,0-1 0 0,0 1 0 0,11-2 0 0,4 1 560 15,5-1-264-15,4-1-132 0,-2-2 143 0,4 2-141 0,0-3-66 16,0-1-34-16,0 1-397 0,1 0 182 0,-4 1 99 16,-2 1-717-16,2 2 394 0,-5-3 197 0</inkml:trace>
  <inkml:trace contextRef="#ctx0" brushRef="#br0" timeOffset="-88122.89">28623 15099 1005 0,'0'-8'0'0,"4"6"0"0,5 2 0 0,5 0 0 0,2 8 0 0,2-3 0 0,0 4 0 0,6-1 271 0,3 4-119 0,3-3-60 0,0-1-30 15,2-1 85-15,-2-1-61 0,2-1-27 0,-4-3-32 16,-2 0 5-16,1-2 1 0,-6 0 8 0,-1 0-76 15,0-4 34-15,-3-5 0 0,-6-3 34 0,-3 0-104 16,-2-5 48-16,-3 2 27 16,-3-3-182-16,0-2 94 0,-9-3 18 0,-1 7 34 15,-10-7-29-15,2 2 24 0,-2 3-3 0,-5 2 61 16,0 4-6-16,2 6-39 0,-9 2-1 0,2 4 84 16,0 2-35-16,-2 20-1 0,2 5-23 0,7 2 202 15,-2 11-83-15,11-1-54 0,1 5 224 0,8 3-128 16,5-1-64-16,0 3-25 0,5 2 156 0,12-3-98 15,2-2-48-15,2-1-133 0,1-5 42 0,4-8 29 16,0-2-8-16,1-4-147 0,-2-3 84 0,0-8 42 16,0-4-452-16,-6-6 241 15,4-5 74-15,0 0 73 0,0-2-490 0,-6-14 265 16,1-5 132-16</inkml:trace>
  <inkml:trace contextRef="#ctx0" brushRef="#br0" timeOffset="-87864.58">29412 14629 1357 0,'7'-16'0'0,"-4"10"0"0,1 4 0 0,-1 2 0 0,-3 0 0 0,0 2 0 0,-6 9 0 16,-5 5 0-16,-2 4 177 0,-7 2-72 0,1 0-36 0,-4 3 40 0,1 2-41 0,0-5-1 16,4-1 6-16,1-7 0 0,4 2-41 0,4-7 9 15,4 0 52-15,0-3-30 0,5-1 0 0,0-1 39 16,7-4-35-16,12 0 9 0,7 0-43 0,1 0 65 15,3 0-32-15,2-1-1 0,0-3-32 0,3 0-16 16,-3 2 16-16,-4 0-1 16,1 0-183-16,-8 2 92 0,1 0 54 0,0 0 15 15,-4 0-479-15,-6 0 235 0,-1 0 83 0,-4 0-398 16,-4 0 250-16,1 0 137 0,-2 0 65 0,-2-2-242 16</inkml:trace>
  <inkml:trace contextRef="#ctx0" brushRef="#br0" timeOffset="-87727.94">29546 14580 1213 0,'-7'-6'0'0,"-1"5"0"0,5 1 0 0,-1 0 0 0,-3 7 0 0,4 8 0 0,0 8 0 0,-1 1 0 0,-1 7 250 15,-4 7-108-15,-2 2-55 0,1 3 263 0,2 2-159 16,-2-5-71-16,-2 11-48 0,2-4-186 0,-2 0 74 16,2 0 36-16,2-2 0 0,3-4-552 0</inkml:trace>
  <inkml:trace contextRef="#ctx0" brushRef="#br0" timeOffset="-87192.61">29755 15212 568 0,'5'-26'0'0,"2"6"0"0,1 2 0 0,-3-3 0 0,2-2 128 0,-4 2-47 0,-1 3-24 0,-2 1 183 16,0 3-88-16,0 1-67 0,0 6-26 0,-12 0 89 15,1 5-57-15,-8 2-30 0,-1 2 9 0,-3 17 39 16,-2 3-39-16,0 5 1 0,4 2 82 0,3 5-61 16,1 2-21-16,6 0-8 15,6-1 35-15,3 2-32 0,2-3 0 0,0 0-33 16,8-4 30-16,7-1-8 0,2-7-22 0,3-3-106 16,2-8 53-16,-2-6 35 0,9-3-9 0,-3-2-208 15,1-2 117-15,-4-10 31 0,2-8-271 0,-4-2 132 16,-3-2 54-16,0-2 55 0,-2-4-39 0,-5 2 46 15,1-3 21-15,-6 9-24 0,0-3 48 16,-1 5-1-16,-4 3 0 0,-1 7 186 16,0 1-93-16,-1 7-54 0,-10 2-16 0,1 0 242 15,2 9-95-15,2 9-73 0,-3 3 171 0,9 1-100 16,0 6-31-16,0-1-35 0,1-4 31 0,10 4-34 16,2-5 0-16,4-5-25 0,3 5-8 0,-2-12 0 15,4 0 0-15,-2-5-32 0,2-5 32 0,2 0 8 16,-5 0-104-16,1-10 48 0,-2-4 24 0,-4-7 0 15,-4-1-350-15,-1-1 167 16,-1-7 61-16,-3 0 50 0,-3-4-10 0,-1-1 24 16,-1-1-3-16,0-1-8 0,-1 1 41 0,-11 3-13 15,-3 5-4-15,-1 6 93 0,-5 8-37 0,-1 3-29 16,-2 5 9-16,-3 5 82 0,3 1-36 0,-1 6-28 16,5 9-80-16,3-1 26 0,0 9 11 0,7-1 20 15,5 3-321-15,5 0 150 0,0 1 67 0,5-5 33 16,14 5-179-16,6-9 111 0,7-7 56 0</inkml:trace>
  <inkml:trace contextRef="#ctx0" brushRef="#br0" timeOffset="-86933.31">30426 15133 1533 0,'0'-20'0'0,"0"6"0"0,-8 2 0 16,-9 0 0-16,-7 0 0 0,2 3 0 0,-5 5 0 0,3 2 0 0,2 2 0 0,3 0 191 0,1 7-83 0,7 6-37 0,2 1 114 0,9 1-76 15,0 4-30-15,8 2 12 0,9-4-29 0,5 0 0 16,5-2-30-16,2 3-30 16,1-3 8-16,-1-1 22 0,-7 2-86 0,-3-3 44 15,0 2 21-15,-8 1 0 0,-4-2-62 0,-6 1 38 16,-1 0-5-16,0 2 22 0,-18-2-73 0,-4-2 39 16,-8 0-3-16,0-1-63 0,-6-1 37 15,-1-3 25-15,-2-3-14 0,2-3-132 0,2-1 70 0,6-1 40 16,6 0-127-16,3-1 83 0,5-10 40 0,5-6 0 15,10-6-288-15</inkml:trace>
  <inkml:trace contextRef="#ctx0" brushRef="#br0" timeOffset="-86578.26">30590 14663 1745 0,'16'-17'0'0,"2"4"0"0,5 4 0 0,-4-1 0 0,6 0 0 0,-7 3 0 0,4 3 0 0,4 3 0 0,-5 1 0 0,-1 0 188 0,-1 5-82 16,-8 9-36-16,-1 6-1 0,-9 4-36 0,-1 4-1 16,0 0-121-16,-1 3 56 0,-14 3 34 0,-5 4-1 15,-4-4-92-15,2 1 63 0,-1-9 39 0,-2 1-91 16,0-4 52-16,7-10-19 0,1 1 27 0,7-7 108 16,2 0-45-16,1-7-24 0,7 0 103 0,0 0-54 15,12-3-31-15,7-7 7 0,8 3 204 0,3 2-104 16,1 1-56-16,0 2-26 0,1 2 22 15,-3 0-24-15,-6 0 7 0,4 13-103 0,-11 0 34 16,0 4 1-16,-6 4 35 0,-5 4-68 16,-5-5 42-16,0 9-8 0,-15-5 8 0,-7 2-19 15,-5-4 37-15,-3 1-32 0,-7 1 9 0,2-5-9 16,-6-2 18-16,-2-4-27 0,3-4-107 0,5-4 60 16,4 0 32-16,5-5-280 0,6 0 147 0,4 0 59 15,5-7 41-15,9-7-378 0,2-5 208 0,6-3 101 16,15 2-388-16</inkml:trace>
  <inkml:trace contextRef="#ctx0" brushRef="#br0" timeOffset="-86338.9">31147 14941 1557 0,'0'-7'0'16,"0"-1"0"-16,0 4 0 0,11-2 0 0,-1 1 0 0,0-1 0 0,4-2 250 0,2 3-109 0,4 1-45 16,4 3 237-16,1 0-150 0,-1-2-75 0,3 1-38 15,2 2 4-15,1 0-33 0,0 0-9 0,2 0-213 16,0 0 107-16,-2 2 54 0,0 2 26 0,-5-3-401 16,5 0 210-16,-7 2 109 0,-2-1-608 0,-1-2 306 15,-3 0 173-15,-7 0 78 0</inkml:trace>
  <inkml:trace contextRef="#ctx0" brushRef="#br0" timeOffset="-86099.53">31887 14458 297 0,'-6'-2'0'0,"-1"-4"0"0,4 3 0 0,0 1 0 0,1 2 0 0,1 0 0 0,-1 0 544 0,2 5-255 0,0 9-128 16,0 11-64-16,0 1 301 0,3 5-174 0,7 10-100 15,-2 6 160-15,3 14-126 16,-6 1-62-16,-2 4-32 0,0-3 115 0,-3 14-78 16,0-2-34-16,-5-4 1 0,-7 3-21 0,4-3-14 15,-2-9 8-15,0 14-199 0,3-14 96 0,4-9 47 16,-1 14-551-16,4-25 293 0,0-4 91 0,0-13 92 16,2-3-620-16,1-15 339 0,6-7 169 0</inkml:trace>
  <inkml:trace contextRef="#ctx0" brushRef="#br0" timeOffset="-85902.84">32241 15384 2429 0,'0'-24'0'0,"0"22"0"0,8 2 0 0,-3 0 0 0,-2 0 0 0,-3 0 0 0,0 0 0 0,0 0 172 0,-3 0-70 0,-5 0-27 0,3-6-112 16,0 1 34-16,0-1 1 0,-7 1-809 0</inkml:trace>
  <inkml:trace contextRef="#ctx0" brushRef="#br0" timeOffset="-79938.66">5672 9260 1070 0,'0'0'0'0,"0"0"0"0,0 0 0 0,0 2 0 0,0 2 0 0,2-1 0 0,2 3 340 0,2-1-153 0,2 2-78 0,-1-2 98 16,-2 0-79-16,5 4-52 0,-1-4-21 0,-3 1-60 16,1-1 38-16,-1 1 0 0,-2-1 7 0,0 1-74 15,0-1 34-15,-3 3-1 16,-1 0-249-16,0-1 141 0,0 1 80 0,0 1-587 15,0-1 296-15</inkml:trace>
  <inkml:trace contextRef="#ctx0" brushRef="#br0" timeOffset="-79796.36">5699 9593 1348 0,'0'7'0'0,"0"3"0"0,0-5 0 0,0-1 0 0,0-2 0 0,0 1 0 0,0 1 0 15,0-1 0-15,2 0 77 0,3 3-22 0,1-3 0 0,0 5-23 0,3-1-133 0,-2 3 75 16,-1 1-515-16</inkml:trace>
  <inkml:trace contextRef="#ctx0" brushRef="#br0" timeOffset="-79648.64">5712 9901 961 0,'-3'9'0'0,"-2"-4"0"0,5 3 0 0,0-3 0 0,-3-4 0 0,3 1 0 0,0-2 0 0,0 0 377 0,3 0-164 0,11-2-94 15,2-8-44-15,4-4 170 0,-2-4-106 0,3-1-53 16,-4 3-19-16,5-7-239 0,-4 5 102 0,0-1 52 16,-3 2 25-16,1 0-532 0,0-1 285 0</inkml:trace>
  <inkml:trace contextRef="#ctx0" brushRef="#br0" timeOffset="-79459.16">5909 9448 826 0,'-10'-2'0'0,"5"0"0"0,-1 2 0 0,6 0 0 0,0-2 0 0,0 0 536 16,0-1-252-16,14-3-117 0,7-1-71 0,1-1 358 15,2-1-210-15,1 1-106 0,-5 2-52 0,5 1-65 16,-2 1 12-16,-1 1 0 0,-2 1-188 0,-1 1 93 16,-6 1 48-16,-3 0-479 15,2 0 259-15,-4 0 133 0,-3 1 67 0,-2 4-653 16,-1-3 327-16</inkml:trace>
  <inkml:trace contextRef="#ctx0" brushRef="#br0" timeOffset="-78937.59">6028 9145 1596 0,'-2'-2'0'0,"2"2"0"0,0 0 0 0,0 0 0 0,0 0 0 0,0 2 0 0,0 8 0 0,4 3 0 0,0 2 0 0,-1 4 104 16,2 7-36-16,-5 3-3 0,0 2-32 0,0 3-1 15,0 0 1-15,-7 2-119 0,-4 0 60 0,-1-4 37 16,0-2-8-16,-3 2-55 0,-1-7 42 0,-1-2 21 16,7-4 0-16,-3-3-28 0,4-4-25 0,1-5 27 15,3-1 98-15,2-2-38 0,1-2-9 16,2-1 48-16,0-1-32 0,7 0 1 0,7 0-3 0,3 0-4 16,3 0 5-16,0-1 9 0,4-4-16 15,-4 0-95-15,0 1 45 0,-1-1 0 16,-2-1-112-16,-5 1 76 0,0 1 19 0,-4 0-73 15,-2 2 43-15,-1 0 28 0,-4 1-6 0,-1 1 75 16,0 0-32-16,0 0-1 0,-8 7-32 0,-4 4 102 16,2 4-48-16,-4 2-20 0,1 3 13 0,0 4 193 15,1-1-86-15,4-4-57 0,-2 4 74 0,3-4-64 16,2 2-26-16,0-6-67 0,5-3-1 16,0 0 41-16,0-4 8 0,0-3-158 15,2-1 75-15,9-4 37 0,1 0 0 0,0 0-73 16,2-5 33-16,-1-7 29 0,2-1-23 0,-2 2-122 15,3-1 51-15,-4 1 47 0,1 2-15 0,0 1 29 16,-5 4-20-16,2 1 176 0,-1 1-70 0,-1 2-33 16,0 0-8-16,3 0 245 0,-6 5-116 0,0 7-66 15,1 1-10-15,-1 0 206 0,-1 2-91 0,1-2-70 16,-2 1-28-16,2-1-4 0,-2-4-30 0,-1 0 1 16,1-1-133-16,-1-3 62 0,1-2 36 15,-3 0-429-15,2-1 217 0,1-2 118 16,-2 0 32-16,4 0-609 0,-2 0 320 0,2-5 160 15,-2-3 81-15</inkml:trace>
  <inkml:trace contextRef="#ctx0" brushRef="#br0" timeOffset="-78767.05">6394 9506 1633 0,'0'-1'0'0,"5"-1"0"0,-2 2 0 0,0 0 0 0,4 0 0 0,1 0 0 0,6 0 351 0,0 0-158 0,4-3-81 15,1 2 353-15,-1-1-217 0,2 0-99 0,-1-3-149 16,2 2 32-16,1 1 1 0,-5-1 0 0,-1 2-543 16,-4-2 279-16,4 1 128 0,-5 0 68 0,-2 2-761 15,2 0 395-15</inkml:trace>
  <inkml:trace contextRef="#ctx0" brushRef="#br0" timeOffset="-78620.92">6770 9280 1131 0,'7'0'0'0,"0"0"0"0,2 0 0 0,-2 0 0 0,-2 0 0 0,1 0 0 0,1 0 510 0,-1 0-239 0,2 2-119 15,-1-2-59-15,0 3-116 0,0-1 24 0,2 5 0 16,-2-1 31-16,0 5-677 0</inkml:trace>
  <inkml:trace contextRef="#ctx0" brushRef="#br0" timeOffset="-78481.51">6837 9715 2809 0,'-6'28'0'0,"1"0"0"0,2-11 0 0,-3-4 0 0,3 0 0 0,0-3 0 0,1-5 0 0,0-1 295 0,2-4-122 0,0 2-75 0,0-2 157 16,0 0-112-16,0 0-54 0,2 0-29 0,0 0-859 16,5 2 411-16</inkml:trace>
  <inkml:trace contextRef="#ctx0" brushRef="#br0" timeOffset="-77242.56">6896 16643 650 0,'-10'-6'0'0,"6"4"0"0,2 2 0 0,1 0 0 0,-2 0 0 0,2 0 329 0,1 0-148 0,0 0-74 0,0 0 228 16,0 3-151-16,1 3-67 0,3 0-47 0,6 0 75 15,-1 0-56-15,1 1-29 0,1 0 87 0,-2-1-49 16,4 2-36-16,-3-1-1 0,-3-2-65 0,2 0 37 16,0 0 0-16,-4 1 8 0,1-2-259 0,-3-1 126 15,-1 1 62-15,0-2-505 0,1 3 238 0,-3 0 146 16,0 3-240-16,2 2 179 0</inkml:trace>
  <inkml:trace contextRef="#ctx0" brushRef="#br0" timeOffset="-77107.52">6944 16886 638 0,'-8'8'0'0,"0"-1"0"0,4 3 0 0,-2-1 0 0,3-2 0 0,-2-1 357 0,1-2-162 0,3-1-81 16,1-2 112-16,0 3-88 0,0-2-57 0,0 2-24 15,1-3 143-15,8 2-84 0,0 2-33 0,3-2-29 16,-1 3-295-16,0 1 137 16,2-1 68-16,-2 2-578 0,0 3 317 0</inkml:trace>
  <inkml:trace contextRef="#ctx0" brushRef="#br0" timeOffset="-76964.9">6961 17281 1289 0,'-3'7'0'15,"1"1"0"-15,0-5 0 0,2 2 0 0,0-5 0 0,0 0 0 0,0 0 208 0,2-8-88 0,9-5-43 0,2-4 116 0,2-6-84 16,0 2-38-16,0 0-1 16,2-2-42-16,-2 0 4 0,-1 5 9 0,2-6-8 15,-1 8-462-15,0-1 232 0</inkml:trace>
  <inkml:trace contextRef="#ctx0" brushRef="#br0" timeOffset="-76774.4">7136 16798 1141 0,'-4'0'0'0,"4"0"0"0,0 0 0 0,7 0 0 0,3 0 0 0,5 0 585 0,4-2-280 15,7 1-136-15,-1-3-68 0,1 3 142 0,2-3-105 16,-6 1-45-16,9 1-34 0,-7 1-28 0,-3-2 1 15,-1 0 1-15,-3 1-412 0,-6-1 215 0,2 3 93 16,-7 0 53-16,-2-1-497 0,-1 1 274 0,-3 0 37 16,0 0-334-16,-9-1 257 0</inkml:trace>
  <inkml:trace contextRef="#ctx0" brushRef="#br0" timeOffset="-76272.33">7282 16565 406 0,'3'-5'0'0,"0"3"0"0,3-1 0 0,3 3 0 0,-2 0 0 0,1 8 318 0,2 5-135 0,-2 2-78 0,-2 4-37 16,4 6 102-16,-6-3-68 0,-1 5-35 0,-1 1 75 16,-2 1-58-16,0 2-26 0,-6-1-72 0,-8-2 24 15,-1-1-1-15,-5-4 32 0,-4 1-48 0,0-5 1 16,-3-2 39-16,0-3-1 16,0-5 11-16,8 1-2 0,0-4-9 0,1-1 1 15,7-3 19-15,3 0 0 0,2-2-25 0,4 0 143 16,2 0-73-16,0 0-32 0,7 0-38 0,7 0 5 15,3 0 1-15,3-4 8 0,10-1-98 0,-5-1 45 16,2-2 23-16,-3 3-1 0,-3-1-154 0,1 3 91 16,-3 0 19-16,-8 2-48 0,0 1-5 0,-3 0 44 15,-6 0-7-15,1 7 27 0,-3 4-27 0,-3 3 30 16,-8 1-38-16,-2 0 261 16,-7 5-105-16,6-6-58 0,-5 10 207 0,2-4-117 15,3 1-39-15,1-4-36 0,0 2 62 0,2-1-34 16,5 0-30-16,1-3 1 0,3-1-70 0,2-4 24 15,0-3 1-15,0 1-18 0,0-5 17 0,8 0 0 16,4-3 25-16,2 0-171 0,2-3 60 0,-2-5 52 16,3-6-112-16,-2 1 68 0,1-1 11 0,1 4 25 15,-4-1 9-15,-1 2 4 0,-1-2-17 16,2 8 16-16,-5-1 101 0,2 2-48 16,-1 1-22-16,-2 1 67 0,-1 0-32 0,2 0-26 15,-1 7 223-15,-4 4-113 0,3 1-36 0,0-4-31 16,-4 5 89-16,2 1-59 0,-1-3-29 0,1-2 0 15,1 0-173-15,-3 1 80 0,5-2 27 0,-4 1 1 16,2-5-492-16,-2 0 253 0,2 0 103 0,0 0-552 16,0-3 329-16,1-1 165 0,2 0-169 0</inkml:trace>
  <inkml:trace contextRef="#ctx0" brushRef="#br0" timeOffset="-76109.71">7625 16795 841 0,'3'0'0'0,"3"0"0"0,-1 3 0 0,2 0 0 0,2-2 0 0,2 1 604 0,-1 0-289 16,7-1-141-16,-2-1 234 0,3 0-188 0,3 0-93 15,-3 0-39-15,1 0-293 0,0 0 119 0,-2 0 59 16,-7 0 30-16,4 0-296 0,-7 2 171 16,-1 4 73-16</inkml:trace>
  <inkml:trace contextRef="#ctx0" brushRef="#br0" timeOffset="-75949.14">7664 17051 1058 0,'-14'7'0'0,"8"-2"0"0,-1 1 0 0,6-3 0 0,-3-1 0 0,4 0 0 0,0 0 0 0,4 0 537 0,10 0-256 0,3-2-124 0,3 0 169 16,1 0 4-16,6 0-148 0,-4 0-67 16,7 0-191-16,-4 0 55 0,-4 0 26 15,3 0-602-15,-3 0 315 0,-1 2 166 0,-2 1 70 16,-2 3-292-16,-3-1 134 0</inkml:trace>
  <inkml:trace contextRef="#ctx0" brushRef="#br0" timeOffset="-75618.99">8253 16748 1866 0,'-7'-2'0'0,"7"0"0"0,0-1 0 0,0 0 0 0,0 1 0 0,0 1 0 0,0-1 293 0,2 0-134 0,0 0-63 16,0 0 160-16,1 2-111 0,2 0-56 0,-3 0-20 15,2 0-394-15,-2 0 179 16,1 9 89-16,0 3 45 0,-3 1-371 0</inkml:trace>
  <inkml:trace contextRef="#ctx0" brushRef="#br0" timeOffset="-75481.2">8276 17095 1084 0,'-2'7'0'0,"-4"3"0"0,4-4 0 15,1-4 0-15,-2 1 0 0,2-3 0 0,0 0 706 0,1 0-341 0,0 0-166 0,0 0 144 0,0 0-156 16,0 0-76-16,0 0-32 16,0 0-610-16,0 0 281 0</inkml:trace>
  <inkml:trace contextRef="#ctx0" brushRef="#br0" timeOffset="-74688.38">9103 16547 1480 0,'-11'-4'0'0,"3"2"0"0,4 2 0 0,0 0 0 0,3 0 0 0,1 0 0 0,0 0 0 0,0 0 0 0,1 4 235 0,12-4-93 15,4 0 207-15,5 0-158 0,1 0-80 0,3 0-38 16,-1-4 46-16,-2 0-35 0,4-3-30 0,0 3 1 16,-6-2-69-16,1 5 23 0,-3-1 1 0,0-1-236 15,-7 3 125-15,0 0 67 0,-4 0 33 0,0 3-512 16,-5 2 260-16,-2 0 55 0,-1 2-311 0,0 0 238 15,0-3 119-15</inkml:trace>
  <inkml:trace contextRef="#ctx0" brushRef="#br0" timeOffset="-74371.22">9326 16287 979 0,'4'7'0'0,"1"5"0"0,-1 0 0 0,-1 1 0 0,-1-3 0 0,0 5 0 0,1 3 0 0,-3-2 208 0,0 5-87 15,0-1-44-15,0 7 16 0,-5-6-22 0,-4 5-7 16,-2-1-104-16,-4-1 37 0,-2-2-1 0,-2-1 37 16,3-6-74-16,-5 0 33 0,0-1 0 15,4-5 41-15,-4 0-28 0,4-3 25 0,4 1-42 16,1-3 75-16,2 0-35 0,4 2-15 16,1-1-21-16,3 4 185 0,2 3-65 0,0 3-46 15,0 6 70-15,5 3-51 0,3 2-27 0,0 1 1 16,-1 6 13-16,0 1-7 0,-1 0-33 0,-3 1 1 15,1 1-6-15,-1-3 6 0,-1 2 8 0,0-2-48 16,-2 0 0-16,0-5 40 0,0-6 0 0,0 1-251 16,0-8 109-16,0-3 63 0,0-2-420 0,-2-6 223 15,-3-4 80-15,3 0 65 16,2-9-321-16,0-14 197 0,0-3 95 0</inkml:trace>
  <inkml:trace contextRef="#ctx0" brushRef="#br0" timeOffset="-74059.73">9105 16786 650 0,'0'-6'0'16,"1"3"0"-16,3 1 0 0,2 1 0 0,1-1 0 0,6-1 382 0,2 1-174 0,4-4-80 0,6 1 180 0,-2 3-138 0,5-3-68 15,-3 4-35-15,2 1 26 16,-3 0-22-16,6 0-8 0,-11 0-53 0,0 0 1 16,-1 0 21-16,-6 0 1 0,-3 0 25 0,-2 0-25 15,-2 1 0-15,-3 1-1 0,-2 2 68 0,0 2-26 16,0 0-7-16,0 1 181 0,-8 0-107 0,4 3-54 15,-2 1-28-15,3 0 91 0,-1 1-63 0,4 4-27 16,0 1 74-16,0 0-51 0,0 4-25 0,0 0 8 16,6 5-69-16,3 0 0 15,1 0 35-15,-1 4 139 0,0 1-516 0,-2-2 267 0,1 4 50 16,0-2-333-16,-3 0 158 0,-1 0 103 16,-2-2 0-16,-1-5-147 0,-1-2 104 0,0 0 55 15,0-6-241-15,0-5 147 0,-1-1 75 0,-7-4 29 16,1-6-285-16,-2 0 165 0,1 0 83 0,-3-14 41 15</inkml:trace>
  <inkml:trace contextRef="#ctx0" brushRef="#br0" timeOffset="-73901.16">9200 16904 1261 0,'0'0'0'0,"0"0"0"0,0 1 0 0,0 3 0 0,0-4 0 0,2 2 0 0,4-2 267 0,3 0-117 0,4 0 222 0,4 0-162 16,-2 0-92-16,2 0-43 0,0 2-8 0,-1 0-34 15,2 2 0-15,-4 0 8 0,0-1-367 0,-5 3 180 16,0 2 89-16,-4 0 45 0,-2 4-607 0,0-2 315 16</inkml:trace>
  <inkml:trace contextRef="#ctx0" brushRef="#br0" timeOffset="-73764.52">9230 17095 1180 0,'-1'0'0'0,"1"2"0"0,0-2 0 0,0 0 0 0,0 0 0 0,0 0 0 0,1 0 0 0,5 0 0 0,5 0 320 0,1 0-144 0,-1 0-72 16,0 0-38-16,2 0 0 0,-2 0-25 0,1 0-9 16,-1 0-203-16,-4 1 102 0,2 1 50 15,-1 3 26-15,-6 0-503 0</inkml:trace>
  <inkml:trace contextRef="#ctx0" brushRef="#br0" timeOffset="-73614.92">9239 17215 977 0,'0'4'0'16,"0"-1"0"-16,0-1 0 0,0 3 0 0,0-4 0 0,0 0 0 0,7 2 0 0,4-1 318 0,2-2-142 0,-1 1-71 0,4-1-35 0,0 0 0 15,0 0-29-15,-2 3-9 16,0-3-162-16,-5 3 81 0,3 1 41 0,-4 1 0 16</inkml:trace>
  <inkml:trace contextRef="#ctx0" brushRef="#br0" timeOffset="-73413.46">9038 17385 1446 0,'-7'0'0'0,"3"0"0"0,0 0 0 0,4 0 0 0,0 0 0 0,7 0 0 0,15 0 326 16,8 2-138-16,4 1-82 0,1-1 312 0,2-1-192 15,13 1-97-15,-7 2-48 0,-3 0 47 0,8-2-52 16,-4 1-22-16,-3-3-211 0,-6 2 95 0,4 0 47 15,1 1 32-15,-4-3-494 0,-4 0 255 0,-2 0 127 16,-1 0-629-16,-5 0 346 0</inkml:trace>
  <inkml:trace contextRef="#ctx0" brushRef="#br0" timeOffset="-73214.99">9760 16801 1507 0,'0'-10'0'16,"0"9"0"-16,0-2 0 0,3 3 0 0,8-1 0 0,3-2 0 0,4 3 0 0,3-2 528 0,4 1-247 0,5-2-124 0,0 0 47 0,2-2-77 15,0 4-52-15,-4-2-21 16,2-1-289-16,-7 2 133 0,-3-1 68 0,-5 2 41 16,0 1-493-16,-6 0 259 0,-2 0 130 0,-4 0-243 15,-3 0 69-15,0 1 116 0</inkml:trace>
  <inkml:trace contextRef="#ctx0" brushRef="#br0" timeOffset="-72914.4">9921 16468 1239 0,'-2'-13'0'0,"0"5"0"0,1 5 0 0,1 0 0 0,0 3 0 0,0 3 0 0,0 11 0 0,1 11 0 0,7 3 433 0,4 11-200 15,-3 5-100-15,2 5-42 0,0 5 178 0,-1 0-118 16,-3 2-59-16,3-1-83 0,-5-2 23 0,-1-8 9 15,0 10-8-15,-2-8-71 0,-2-4 36 0,0-8-1 16,0 0-141-16,-2-9 96 0,-6-5 37 0,-2-3 21 16,-1-9-148-16,0-6 78 0,-8-3-17 0,3 0 38 15,-3-7-5-15,0-9-1 0,0-4-16 16,2-2 146-16,1-3-54 0,2 3-30 16,1-8 13-16,3 5 24 0,7 7-11 0,1-2 0 15,2 0 139-15,0 5-63 0,2 0-44 0,9 2-23 16,2 2 32-16,6 1-21 0,1 2 29 0,7 1-30 15,-3 4-285-15,1-2 129 0,3 0 65 0,-1 2-590 16,-4-2 285-16,9 2 149 0,-3-4 83 0</inkml:trace>
  <inkml:trace contextRef="#ctx0" brushRef="#br0" timeOffset="-72623.11">10273 16397 1066 0,'3'-20'0'0,"-2"11"0"0,2 3 0 16,3 3 0-16,-3 0 0 0,1 3 0 0,1 0 0 0,2 0 415 0,-4 6-191 0,1 1-87 0,0 7-57 0,-2 1 5 0,-1 0-26 16,-1 3 0-16,0 2-331 0,0-3 160 0,-1 1 69 15,-7 1 38-15,-4-2-290 0,1-2 164 16,0-2 81-16,-2-3-68 0,0-2-37 16,-1-6 67-16,5 3-15 0,0-4 186 0,-1-1-58 15,5 0-37-15,1 0 8 0,2 0 360 0,2 0-171 16,0 0-105-16,4 0 370 0,13-3-201 0,8-5-110 15,-2 3-54-15,4-1 116 0,-1-1-84 0,3 1-42 16,-7 2-131-16,5 1 40 0,-5 1 25 16,0-3-1-16,-4 4-182 0,-4-1 103 15,-3 0 60-15,-2 0 18 0,-4 2-616 0,-3 0 240 16,0 0 175-16</inkml:trace>
  <inkml:trace contextRef="#ctx0" brushRef="#br0" timeOffset="-72489.33">10265 16583 949 0,'-11'3'0'0,"5"5"0"0,1-1 0 0,-2-1 0 0,6 2 0 0,-1-3 0 0,2 2 0 0,0 1 335 0,0-2-151 0,3 1-68 0,9 1-98 0,-3-1 14 15,2-1 1-15,1-1 0 16,-1 1-192-16,1-4 104 0,3 0 40 0,-6-2 24 16</inkml:trace>
  <inkml:trace contextRef="#ctx0" brushRef="#br0" timeOffset="-72246.97">10472 16601 890 0,'5'0'0'0,"0"4"0"0,-3 6 0 0,-2 2 0 0,0 2 0 0,-7 4 0 0,-6 2 0 0,-2-2 0 0,-5 5 126 0,-1-3-46 0,-2 1-24 0,-2-2-22 16,2-3-2-16,-6-1 9 0,1-2-73 0,-2 0 33 16,0-3-1-16,2-5 33 0,7 0 36 0,1-4-28 15,2 1-9-15,8-2 1 0,1 0 86 0,4 0-44 16,3 0-6-16,2 0 224 0,4-2-134 0,13-4-63 15,8 1 26-15,3-1 24 0,2 1-57 0,4-1-20 16,1 1-70-16,-1 3 34 0,1-1 0 0,-3 2 0 16,0 1-294-16,-9 0 155 0,3 0 65 15,-7 0 37-15,-2 0-581 0,-8 0 289 16,0 5 86-16,-4 0-127 0,-5-3 157 0</inkml:trace>
  <inkml:trace contextRef="#ctx0" brushRef="#br0" timeOffset="-71977.49">10293 16844 1004 0,'-6'0'0'0,"3"0"0"0,1-3 0 0,2 3 0 0,0 0 0 0,0 0 0 0,0 4 0 0,0 8 0 0,2 1 0 0,0 3 192 0,-1 4-80 0,1 4-39 16,-2-3 59-16,0 7-54 0,0-8-22 0,-3 3 0 16,-6-2-68-16,-2-2 23 0,2-5 8 0,0 0 18 15,2-7-4-15,-3-2 0 0,5 1-1 0,1-2 65 16,0-3-24-16,2 2-8 0,2-1 124 0,0 0-77 15,0 5-40-15,10-1 0 0,2 1 112 16,4 0-80-16,3 1-35 0,-1 2-1 0,3-3-11 0,4 2-25 16,-7 1 9-16,3 0-260 0,0 0 125 15,-5-1 64-15,2 1 31 0,-4 0-223 16,-5-3 115-16,1 1 64 0,-2-2-633 0,-3-3 322 16,-3-1 160-16,0-2 81 0,-1 0-309 0</inkml:trace>
  <inkml:trace contextRef="#ctx0" brushRef="#br0" timeOffset="-71821.91">10432 16992 1096 0,'0'-8'0'0,"2"5"0"0,4 1 0 0,-1 2 0 0,-1 0 0 0,-1 5 0 0,-1 8 0 0,1 2 0 0,-1 3 344 0,-2 6-156 16,0 2-69-16,-2 2-11 0,-8 2-37 0,1-1 0 16,-5-3-171-16,0-2 67 0,1-5 41 0,-8 3-8 15,2-6-396-15,-3-5 212 0,1-4 105 0,-4-1 54 16,2-6 32-16</inkml:trace>
  <inkml:trace contextRef="#ctx0" brushRef="#br0" timeOffset="-71702.22">10071 17217 852 0,'-19'-19'0'0,"7"4"0"0,1 0 0 0,4 6 0 0,4-3 0 0,3 3 0 0,0 2 111 0,3 1-39 0,15 0 1 16,3 0 257-16,7 1-152 0,-1-1-73 0,6 1 219 16,6-1-146-16,-3-1-65 0,8-1-44 0,0-1-290 15,-1-2 127-15,1-2 63 0,-3-1-701 0,-6 1 391 16</inkml:trace>
  <inkml:trace contextRef="#ctx0" brushRef="#br0" timeOffset="-71558.47">10907 16543 1348 0,'9'-13'0'0,"0"5"0"0,-6 3 0 0,1 1 0 0,-2 2 0 0,-2 0 0 0,0 2 0 16,-4 2 0-16,-12 13 296 0,2 6-123 0,-5 1-74 0,1 5-396 0,-2 1 166 0,-4 7 81 15,2 3-576-15</inkml:trace>
  <inkml:trace contextRef="#ctx0" brushRef="#br0" timeOffset="-71415.58">10581 16948 1255 0,'-6'0'0'0,"4"0"0"0,2 0 0 0,0 0 0 0,2-1 0 0,11-6 0 0,7-6 0 0,5 3 206 0,3-1-91 0,2-1-41 15,4 1 172-15,0-2-107 0,2 0-53 0,0 3-18 16,-4 0 6-16,-4 3-21 0,-5 1 1 0,-2 2-22 15,0 3-287-15,-8-1 152 0,-1 0 64 0,-3 2-461 16,-3 0 266-16,-5 0 71 0</inkml:trace>
  <inkml:trace contextRef="#ctx0" brushRef="#br0" timeOffset="-71236.54">10811 16735 658 0,'-5'-2'0'0,"1"0"0"0,3 2 0 0,1 0 0 0,0 4 0 0,0 9 531 0,1 6-249 0,5 1-117 0,5 8-70 0,-3 2 354 0,-1 4-208 16,-3 2-104-16,0 1-52 0,-1 1 81 0,-1-1-71 16,-2 1-31-16,0-3-191 15,0-2 79-15,0-4 41 0,0-4-405 0,0-1 217 16,-4-5 115-16,1-6 56 0,1-4-642 0,-4-3 324 16,5-6 114-16</inkml:trace>
  <inkml:trace contextRef="#ctx0" brushRef="#br0" timeOffset="-71111.88">10765 16988 889 0,'-5'-7'0'0,"2"0"0"0,1 6 0 0,-2 1 0 0,1 0 0 0,-5 3 0 0,3 11 327 0,-3-2-148 15,-1 6-73-15,0 0-36 0,-3 2 61 0,1-2-53 16,3 1-23-16,0-4-150 0,5-6 64 0,3-1 32 16,0-4-551-16</inkml:trace>
  <inkml:trace contextRef="#ctx0" brushRef="#br0" timeOffset="-70977.01">10913 16961 712 0,'12'13'0'0,"-2"1"0"0,-2-1 0 0,0-2 0 0,-4 0 0 0,1 1 551 0,-3-4-260 0,2 3-120 0,-1-3-74 16,1-1 58-16,-1-4-62 0,2 1-30 0,-1-2-475 16,1-2 231-16,1 0 103 0,-1-2 55 0</inkml:trace>
  <inkml:trace contextRef="#ctx0" brushRef="#br0" timeOffset="-70829.79">11068 16795 1039 0,'7'0'0'0,"0"0"0"0,0 0 0 0,-3 1 0 0,2 5 0 0,-5 3 0 0,4 0 288 16,-1 2-128-16,-3 2-64 0,3-2 232 0,-2 0-140 16,0 3-81-16,0 0-38 0,1-3-217 0,-1-1 90 15,2-2 46-15,-1-4 30 0,4 1-607 0,-2-4 306 16</inkml:trace>
  <inkml:trace contextRef="#ctx0" brushRef="#br0" timeOffset="-70620.9">11240 16486 1177 0,'3'-7'0'0,"5"3"0"0,0 4 0 0,-1 0 0 0,-1 23 0 0,1 5 0 0,0 14 0 0,0 2 580 0,-4 7-266 0,1 1-144 0,-2 7-69 16,0-3 332-16,-1 0-200 0,-1 1-100 0,0-5-42 15,0 0 6-15,0-2-32 0,0-6-1 0,0-7-185 16,0-2 77-16,0-11 46 0,-5 0-396 16,-2-8 213-16,-2-5 107 0,2-3 53 15,-2-6-246-15,0-2 55 0,-3 0 99 0,3-2-18 16,2-19-302-16,3-7 200 0</inkml:trace>
  <inkml:trace contextRef="#ctx0" brushRef="#br0" timeOffset="-70128.84">11512 16610 995 0,'15'7'0'0,"2"9"0"0,-4 7 0 0,-3 1 0 0,-3 3 0 0,-3 6 763 0,-2 2-365 0,0 3-174 15,-1 0 345-15,-1 1-268 16,0-2-135-16,0-3-66 0,0-5-17 0,0 3-30 16,0-11 1-16,0-1-21 0,0-7-406 0,0-4 203 15,0-4 110-15,0-5-653 0,0 0 373 0,0-5 187 16,-3-11 92-16,-1-10-620 0,-1 1 316 0,-4-7 170 15,0-9-99-15,0 0 131 0,0-5 65 0,-3 1 98 16,5 4 0-16,0-11 0 16,0 4 0-16,7 5 0 0,0 8 0 0,0-1 0 15,0 10 0-15,5 0 95 0,8 6-44 0,-1 4-42 16,9 1-20-16,0 4 411 0,2 3-198 0,4 2-32 16,2 0 100-16,3 1-118 0,-1 3-60 0,4 0-30 15,-3 0 35-15,2 0-36 0,-4 1-1 0,0-2-27 16,-5 1 0-16,-4 2 0 0,2-1 8 0,-7 1-9 15,0 0 52-15,-3 0-26 0,-3 0 0 16,-1 0 109-16,-4 9-60 0,-3 3-40 16,0 7-1-16,-2 3 220 0,0 2-127 0,0 5-63 15,0 2 234-15,0 5-153 0,0 7-72 0,2 0-36 16,4 5 50-16,2 1 73 0,1 2-192 0,0 1 0 16,1-4 0-16,1 0 0 0,0-4 0 0,1-2 0 15,-3-5 0-15,-2 1 0 0,1-5-268 0,-4-2 196 16,-2-9 28-16,-2-1 33 0,0-8-232 0,0 2 117 15,-11-9 15-15,-1 3 42 0,-7-5-73 16,-5-4 54-16,-1 0 20 0,-7 0-101 0,1-2 68 0,-1-9 34 16,-8-10 0-16,4-4-383 15,4-1 200-15,-5-14 113 0,5-5-407 0,0-9 255 16,7 10 129-16</inkml:trace>
  <inkml:trace contextRef="#ctx0" brushRef="#br0" timeOffset="-70015.14">11621 16841 1205 0,'-11'-22'0'0,"4"5"0"0,1 6 0 0,3 0 0 0,3 0 0 0,0 4 0 0,0-1 0 0,7 0 0 0,5-2 257 15,6 1-112-15,5 0 228 0,2 1-170 0,3 0-85 0,1 0-34 16,1 4 15-16,0-2-32 0,-2 2-1 0,-5 3-33 16,-1-2-490-16,-3 3 253 15,-2 0 114-15,-4 0-699 0</inkml:trace>
  <inkml:trace contextRef="#ctx0" brushRef="#br0" timeOffset="-69862.55">11674 16955 662 0,'-2'5'0'0,"0"-2"0"0,2-3 0 0,0 0 0 0,2 0 286 16,7 0-130-16,5-3-62 0,0-5 340 16,5 1-200-16,-1 2-101 0,3-3-42 15,2-1-15-15,-3 1-21 0,1-1 0 0,-2 4-23 16,-4 2-485-16,-3 1 251 0,-5 0 113 0,-1 0-587 16</inkml:trace>
  <inkml:trace contextRef="#ctx0" brushRef="#br0" timeOffset="-69703.98">11766 16430 2236 0,'0'0'0'0,"1"14"0"0,3 14 0 0,-4 13 0 0,0 9 0 0,0 17 0 15,0 5 0-15,0 6 0 0,0 2 0 0,-5 12 393 0,1-14-171 0,0 23-99 0,1-8-483 0,-4 2 196 16,4 3 98-16,-6 4 50 0</inkml:trace>
  <inkml:trace contextRef="#ctx0" brushRef="#br0" timeOffset="-69036.36">12210 16793 731 0,'-12'-2'0'0,"3"1"0"0,5-2 0 0,2 3 0 0,2 0 0 0,0 0 353 0,0 0-160 0,6 0-80 0,10 0-32 16,9 0 109-16,3 0-79 0,4-1-39 0,1-5 207 16,3-2-124-16,-1 1-53 0,0 1-38 0,-3-2 5 15,-4 3 0-15,-4 0-36 0,1 2-218 0,-6 0 118 16,-3-1 45-16,-6 2 28 0,-1 0-372 0,-5 0 198 15,-2 0 99-15,-2 2-7 16,0 0-448-16,-4-1 246 0,-5-1 123 0,-5-3-96 16</inkml:trace>
  <inkml:trace contextRef="#ctx0" brushRef="#br0" timeOffset="-68843.88">12384 16380 913 0,'0'-6'0'0,"0"4"0"0,3 2 0 0,3 0 0 0,-2 15 0 0,4 5 0 0,-3 6 0 0,4 14 450 0,-2 6-200 0,0 5-113 16,-2 16-52-16,-3-4 303 0,0 2-177 16,0 0-90-16,0-10-36 0,-2 5 17 0,0 0-34 15,0-3-1-15,0-6-216 0,0 1 91 0,0-11 53 16,0 0 15-16,0-5-176 0,-2-7 99 0,-2-9 50 16,2-5-507-16,-1-7 266 0,-3-3 49 0,0-5 94 15,2-2-356-15</inkml:trace>
  <inkml:trace contextRef="#ctx0" brushRef="#br0" timeOffset="-68697.26">12369 16807 662 0,'2'0'0'0,"1"0"0"0,-3 13 0 0,0 7 0 0,-1 2 0 0,-8 2 341 0,-2 5-155 0,2 1-76 0,0 1 77 16,-1 3-69-16,1-3-46 0,4-2-1 0,1-8-103 15,2 1 32-15,2-2 0 0,0-7-370 0,0-5 194 16,0-4 101-16,4-4 50 0</inkml:trace>
  <inkml:trace contextRef="#ctx0" brushRef="#br0" timeOffset="-68573.06">12412 16960 457 0,'5'-12'0'0,"4"5"0"0,1 1 0 0,0 4 0 0,-1 2 159 0,1 0-68 16,-1 0-29-16,2 10 0 0,1 2 170 0,-3 2-100 16,2 1-42-16,0 2-32 0,0-2-46 0,3 2 21 15,-1-7 0-15,1 3-388 0,4-7 196 0,-1-6 88 16</inkml:trace>
  <inkml:trace contextRef="#ctx0" brushRef="#br0" timeOffset="-68097.92">12906 16355 1498 0,'9'-19'0'0,"-3"12"0"0,0 1 0 0,-4 5 0 0,-1 1 0 0,-1 0 0 0,-5 18 0 0,-5 1 0 0,-7 9 0 0,0 0 352 0,-1 4-159 0,-1 0-81 0,0 2 4 15,2-4-33-15,2-3-30 0,4-6 1 0,0 0-139 16,4-9 60-16,4-6 36 16,1 1-121-16,2-3 71 0,0-4 36 0,4 0 0 15,11-4-54-15,4-8 21 0,1-3 26 0,3 2-60 16,0 0-48-16,-1-1 21 0,-1 7 38 0,0-2 60 16,-3 3-26-16,-3 5-11 0,0-1 156 0,-7 2-66 15,0 0-35-15,-5 13-14 0,-3 5 231 16,0 5-106-16,-7 5-61 0,-10 1-10 0,-2 2 43 0,-3 2-8 15,-7 2-35-15,8-7-5 0,-3 2-58 0,-2-2 37 16,3-3-1-16,1-1-214 16,1-5 103-16,4-2 56 0,-2-2-431 0,5-4 212 15,0-2 119-15,5-5 16 0,1-4-327 0,3 0 200 16,0-2 101-16,5-14 50 0,0-8-113 0,0-7 73 16,0 1 50-16,0-1-1 0,3 13-43 0,-1-4 58 15,0 5 59-15,0 4 4 0,-1 1-6 0,3 4 2 16,2 3 377-16,3 4-207 0,4-1-102 15,4 0-58-15,6 2 591 0,-1 0-285 16,5 2-142-16,1 6-67 0,0 5 271 0,1 1-165 16,4 1-94-16,-3 0-43 0,-2 2 15 0,0-2-30 15,0-1 1-15,-5-6-249 0,0 6 105 0,-3-5 58 16,-5 2-470-16,-2-1 263 0,-8-2 132 0,2 3 74 16,-7-3-612-16,0 2 302 0,0 0 152 0</inkml:trace>
  <inkml:trace contextRef="#ctx0" brushRef="#br0" timeOffset="-67860.56">12883 16988 942 0,'-6'0'0'0,"3"0"0"0,-1 2 0 0,2 0 0 0,1 0 0 0,1-1 0 0,0 1 0 0,0 2 0 0,0-3 139 0,5 5-54 0,4-5-17 0,5 2 68 16,-1 0-52-16,2-2-26 0,1 3 1 0,0-2-50 15,-1 1 32-15,0 1-8 0,-4 2-38 0,0 0 37 16,-5 1 1-16,0 4 0 0,-4-1 45 0,-2 3-9 15,0 0-36-15,-6 2 40 0,-8-2 1 0,-7 2-41 16,5-4 7-16,-5 1-12 16,-1-5 5-16,1 0 0 0,0-4-125 0,3-3 63 15,1 0 39-15,4 0-9 0,1-4-321 0,5-8 164 16,3-1 64-16,4-3 48 0,0-4-449 0,4-6 234 16</inkml:trace>
  <inkml:trace contextRef="#ctx0" brushRef="#br0" timeOffset="-67718.94">13203 16725 1653 0,'18'-2'0'0,"-1"1"0"0,2-1 0 0,2 0 0 0,-4-3 0 0,3 4 0 0,1-4 0 0,4 0 0 0,-1 0 217 0,-4 1-92 16,5 2-23-16,-2-2-34 0,-3 1 8 0,1 1-44 16,-2 0-324-16,-3 2 163 0,-2 0 80 0,-5 0 42 15,0 0-521-15</inkml:trace>
  <inkml:trace contextRef="#ctx0" brushRef="#br0" timeOffset="-67503.16">13370 16393 1309 0,'0'0'0'0,"0"5"0"0,5 14 0 0,-1 4 0 0,0 5 0 0,2 9 0 0,-3 8 165 15,1 6-58-15,0 4-41 0,-2 1 425 0,-1 1-229 16,-1 3-115-16,0-3-49 15,0 2 141-15,0-3-103 0,0-1-52 0,-5-5-25 16,1-1-211-16,-1-9 101 0,-1-1 38 0,2-9-459 16,-2-9 253-16,3-7 126 0,-1-4-543 0,-1-7 264 15,-1-3 173-15,0-1 83 0,2-22-140 0,-1-3 111 16</inkml:trace>
  <inkml:trace contextRef="#ctx0" brushRef="#br0" timeOffset="-67388.96">13299 16872 951 0,'0'-21'0'0,"0"11"0"0,0 5 0 0,0 0 0 0,0 5 0 0,0 0 0 0,-2 13 180 0,-8 8-74 0,-1-1-36 0,0 4 8 16,-5 4 157-16,4 3-101 16,-4-4-51-16,3 1-176 0,1-1 63 0,5-8 40 15,0-1-9-15,5-7-511 0</inkml:trace>
  <inkml:trace contextRef="#ctx0" brushRef="#br0" timeOffset="-67224.88">13391 16879 1380 0,'11'6'0'0,"8"10"0"0,-5 0 0 0,0 0 0 0,-3-2 0 0,-2 0 0 0,1 1 176 0,-1 1-72 0,0-3-27 15,-2-2 321-15,2-2-183 0,0-1-91 0,-2-3-46 16,3 0-290-16,-1-5 131 0,2 0 52 0,-1 0-566 16,-1 0 313-16,0-10 158 0</inkml:trace>
  <inkml:trace contextRef="#ctx0" brushRef="#br0" timeOffset="-67076.51">13635 16855 1236 0,'3'-14'0'0,"7"3"0"0,-1 0 0 0,3 1 0 0,-2 2 0 0,6 2 0 0,0-2 0 0,2 4 0 0,5 1 425 15,0-2-197-15,4 4-97 0,-1-1 177 0,2-1-138 16,-1 2-60-16,3 0-43 0,-4 1-31 0,-4 0-3 16,-1 0 0-16,-2 0-359 0,-6-2 187 0,-2 2 83 15,-3 0 43-15,-4 0-500 0,-2 0 270 0,-2 0 56 16,0 0-368-16</inkml:trace>
  <inkml:trace contextRef="#ctx0" brushRef="#br0" timeOffset="-66882.48">13826 16519 1047 0,'-3'-5'0'0,"1"4"0"0,2 1 0 0,0 4 0 0,0 13 0 0,0 7 0 0,2 6 524 0,5 9-245 0,0 6-124 0,1 1-60 16,-2 3 256-16,1 1-163 0,-1 1-78 15,-3 0 236-15,1-1-157 0,-2-1-78 16,0-5-284-16,-2 7 99 0,0-3 53 0,0-5 27 16,0-7-560-16,0-1 293 0,0-11 155 0,-2-3 66 15,-2-9-736-15,0-4 372 0,1-8 186 0</inkml:trace>
  <inkml:trace contextRef="#ctx0" brushRef="#br0" timeOffset="-66734.33">13800 16892 1001 0,'0'-13'0'0,"0"4"0"0,0 4 0 0,0 2 0 0,0 3 0 0,-2 0 224 0,-2 13-99 0,-3 4-47 0,-1 6 157 16,-3-1-102-16,0 4-49 0,-1 3 119 0,-1-1-90 15,2 0-39-15,0-4-1 0,1-3-304 0,1-1 140 16,1-2 58-16,4-8 32 0,1 0-471 0,3-6 249 16,0-4 126-16</inkml:trace>
  <inkml:trace contextRef="#ctx0" brushRef="#br0" timeOffset="-66578.22">13821 16905 1250 0,'11'-1'0'0,"2"1"0"0,2 1 0 0,-2 11 0 0,2 3 0 0,0 1 324 0,2 5-146 15,0-2-72-15,-2 3 239 0,-1-2-156 0,-2-2-70 16,1 3 114-16,1-5-100 0,-3 1-50 0,2-3-25 16,-3-5-413-16,-1-1 202 0,3-4 88 0,-5-3 50 15,4-1-672-15,-6 0 357 0</inkml:trace>
  <inkml:trace contextRef="#ctx0" brushRef="#br0" timeOffset="-66399.19">14315 16499 1167 0,'7'-1'0'0,"-2"1"0"0,1 0 0 0,-4 8 0 0,-2 8 0 16,0 7 0-16,0 2 595 0,-11 6-272 0,-4 6-150 0,0-1-70 0,-2 2 177 0,4-6-124 15,-2 4-62-15,1-3-236 16,3-1 83-16,2-2 45 0,1-7 24 0,3-1-562 16,5-2 288-16,0-9 149 0,0-7-338 0</inkml:trace>
  <inkml:trace contextRef="#ctx0" brushRef="#br0" timeOffset="-66237.81">14419 16541 1032 0,'12'-14'0'0,"5"7"0"0,2 6 0 0,-3 1 0 0,2 0 0 0,-2 3 285 0,1 9-130 16,2 2-61-16,0 0-31 0,-2 0 433 0,-2 1-232 16,-2 1-107-16,0-1-87 0,-2 0 0 0,-1-2-37 15,-3 0-1-15,1 0-453 0,-3-3 235 0,1 3 105 16,-4-2-590-16,-2 2 346 0,0 2 174 0,-10 2-24 16</inkml:trace>
  <inkml:trace contextRef="#ctx0" brushRef="#br0" timeOffset="-65960.58">14481 16829 819 0,'-7'0'0'0,"0"0"0"0,1 1 0 0,0 5 0 0,-1 2 0 0,1 3 0 0,-1 2 269 0,-3 5-123 0,3 5-56 0,-4 3-29 15,-3 2 89-15,1 3-59 0,-2 0-20 0,0 3 127 16,-2-2-82-16,2-3-41 0,0-2-22 0,4-6 118 16,2-3-61-16,3-8-43 0,2 0 83 15,0-7-58-15,4 1-30 0,0-4 0 0,4 0-59 16,11 0-8-16,6-9 38 0,-1-4 0 0,5 2-33 0,-1-2 0 15,3 0 41-15,1 0-166 16,0 5 78-16,-2 0 40 0,-5 3 1 0,2 4-132 16,-5 1 77-16,-3 0 2 0,-2 0 124 0,-5 10-47 15,-4 1 0-15,-2 0-48 0,0 0 196 0,-2 5-83 16,0-7-40-16,0 0-16 0,0-1-6 0,0-3 13 16,0-1 13-16,0-2-494 0,5-2 230 0,4 0 109 15,5 0 54-15,-1-6-586 0,2-5 295 0</inkml:trace>
  <inkml:trace contextRef="#ctx0" brushRef="#br0" timeOffset="-65788.03">14923 16720 1765 0,'11'-5'0'0,"0"2"0"0,5-3 0 0,-2-1 0 0,2-2 0 0,4-1 0 0,5-1 0 0,1 1 0 0,0-1 76 0,-1 1-13 0,7-1-8 0,-6 1 584 16,0 0-304-16,-2 0-150 0,-3 4-77 15,-1-1-230-15,-10 3 73 0,1 3 41 16,-2-2-656-16,-6 3 348 0,-1 0 174 0,-2 8 96 16</inkml:trace>
  <inkml:trace contextRef="#ctx0" brushRef="#br0" timeOffset="-65327.17">14925 16941 808 0,'-10'4'0'0,"5"-1"0"0,3 1 0 0,2-4 0 0,0 0 0 0,0 0 368 0,2-1-159 0,5-5-92 0,5-4 262 16,1 2-173-16,2 0-87 0,0 0-43 0,-2 1 13 16,0 2-32-16,-4 4 0 0,1 1-119 0,-2 0 47 15,-7 11 24-15,-1 10 8 0,0 7-16 0,0 2-1 16,-7 2 33-16,-1 2 0 0,2-3 47 0,3-4-15 16,-1 7-9-16,4-13 15 0,0-1-3 0,0-5-36 15,2-4-21-15,3-5-12 0,7-5 39 0,1-1-8 16,0-1-153-16,4-17 74 0,-1-8 47 0,-2-2 7 15,4-11-405-15,-4 0 201 0,-3-1 76 16,1-3 57-16,-3-3-322 0,-4 4 170 16,-1-12 96-16,-2 1 27 0,0-2 32 0,-2-9-1 15,0 9 23-15,0-17 43 0,0 10 0 0,0 9-35 16,0 3 164-16,0 16-82 0,0 8-49 0,0 8 8 16,0 3 406-16,0 8-216 0,0 6-45 0,0 1-75 15,3 12 274-15,2 19-163 16,2 11-78-16,4 16 168 0,3 4-122 0,-1 14-63 15,0 5-22-15,2 1 55 0,0-1-46 0,0-5-25 16,2-4-53-16,-2-4 0 0,0-16 38 0,0 3-9 16,0-8-99-16,-2-13 49 0,-2-2 26 0,-3-10-1 15,-4-9-210-15,0-3 85 0,-3-7 70 0,1-3-419 16,-2-3 220-16,0-21 110 0,0-6 30 0,0-6-258 16,-3-8 166-16,-3-5 83 0,-2-3-161 0,1-16 122 15,-1 10 52-15,-1-21 40 0,-3 1-345 0,0-13 188 16</inkml:trace>
  <inkml:trace contextRef="#ctx0" brushRef="#br0" timeOffset="-65237.79">15308 16323 1616 0,'0'-24'0'0,"0"6"0"0,0 6 0 0,0 6 0 0,4 2 0 0,1 4 0 0,2 0 0 0,0 3 181 15,2 7-67-15,0 2-44 0,3 3 18 0,-1 8-28 16,3-4 0-16,-2 7-27 0,3-6-346 0,4 4 169 16</inkml:trace>
  <inkml:trace contextRef="#ctx0" brushRef="#br0" timeOffset="-65037.32">15779 16398 1413 0,'23'-23'0'0,"3"7"0"0,6 6 0 0,4 5 0 0,-4 2 0 0,0 3 0 0,-4 0 157 0,0 15-54 0,-1 4-40 16,1 13 36-16,-7 6-32 0,-5 3-1 0,-3 7-26 15,-3-2 55-15,-6 4-32 0,-3 0 1 0,-1-3-58 16,-1-2 0-16,-10-10 35 0,-3 9-8 0,1-12-89 15,-2 2 45-15,0-4 22 16,-2-4-326-16,4-2 155 0,-4 2 87 0,6-2 8 16</inkml:trace>
  <inkml:trace contextRef="#ctx0" brushRef="#br0" timeOffset="-64909.15">16057 17452 1371 0,'2'11'0'0,"3"0"0"0,0-1 0 0,-3-4 0 0,0-4 0 0,-2-2 77 0,0 0-33 0,-4 0 1 0,-1-8 358 16,-2-6-185-16,5-2-84 0,-1-7-55 0,-5-3-922 16</inkml:trace>
  <inkml:trace contextRef="#ctx0" brushRef="#br0" timeOffset="-54571.93">17515 16648 712 0,'0'-7'0'0,"-2"-1"0"0,2 4 0 0,-2-1 0 0,0 1 0 0,2 1 0 0,-2 1 0 0,2-1 0 0,-2 1 214 0,2 1-90 16,0 1-46-16,0 0-23 0,0 3 127 0,0 15-79 15,0 6-36-15,0 6 160 0,0 9-97 0,-2 3-48 16,0-3 53-16,-2 14-55 0,1-9-24 0,-3 2 1 16,1-1 48-16,1-2-36 0,-2-6 8 15,2 4-44-15,1-3-38 0,1-3 1 16,0-2 37-16,0-7-1 0,0-5-190 0,0-4 92 16,1-7 49-16,-1-1-385 0,2-6 202 0,-2-3 101 15,-3 0-360-15,4-9 217 0,-1-17 105 0,0-3 52 16,2-11-120-16,0-6 86 0</inkml:trace>
  <inkml:trace contextRef="#ctx0" brushRef="#br0" timeOffset="-54375.9">17417 16570 697 0,'0'-27'0'0,"0"8"0"0,0 6 0 0,0 6 0 0,0 1 0 0,0 2 177 0,0 4-72 0,2 0-29 0,9 4-7 16,2 12 280-16,2 7-158 0,6 3-80 0,3 8 258 15,2 6-160-15,1 2-93 0,1 1-41 0,2 3 67 16,-2-1-54-16,-1 0-28 0,-5-7-117 0,6 11 41 15,-3-8 24-15,-4-2 0 0,-7-5-99 0,3 2 61 16,-4-4 40-16,-1 0-8 0,-5-4-322 16,-3-7 113-16,0 1 108 0,-3-7-402 0,-1-2 226 15,0-7 126-15,0 0 57 0,-3-6-261 16,-10 0 160-16</inkml:trace>
  <inkml:trace contextRef="#ctx0" brushRef="#br0" timeOffset="-54248.66">17563 17051 797 0,'-16'-10'0'0,"4"2"0"0,5 4 0 0,-1 0 0 0,5 1 0 0,-1 1 0 0,4 0 291 0,0-1-128 0,5 0-66 16,10 1 22-16,4 1-35 0,6 1-29 0,-2 0-1 15,4 0-127-15,3 0 53 16,2 0 27-16,0 0 7 0</inkml:trace>
  <inkml:trace contextRef="#ctx0" brushRef="#br0" timeOffset="-53998">18241 16735 942 0,'4'-23'0'0,"-1"4"0"0,-3 0 0 0,0 1 0 0,0 0 0 0,-7 5 0 0,-4 3 0 0,0 4 0 0,-2 4 191 0,-4 2-78 0,-4 3-41 0,-2 17 9 15,-1 13-10-15,0 3 0 0,1 6-39 0,2 4 139 16,1 3-69-16,5 0-26 0,4-2-9 0,7-10 155 15,4 4-94-15,0-8-48 0,2 0 130 0,13-4-80 16,4-7-53-16,3-3-22 0,4-4-145 0,4-4 62 16,0-5 30-16,0-4 8 0,2-2-167 0,-4 0 95 15,1 0 47-15,-3 0-618 16,-1-5 268-16,-5 0 170 0</inkml:trace>
  <inkml:trace contextRef="#ctx0" brushRef="#br0" timeOffset="-53830.46">18501 17047 1387 0,'4'0'0'0,"1"0"0"0,-1 0 0 0,-1 0 0 0,-1 0 0 0,0 7 0 0,0 2 0 0,-1 2 0 0,2 0 428 0,-3 2-198 16,0 2-91-16,0-1-67 0,0 0 0 0,0 3-39 16,-4-7 0-16,-2 2-149 0,3-4 82 0,-5 2 30 15,5-2-444-15,-3-3 241 0,2 1 120 0,2-3 60 16</inkml:trace>
  <inkml:trace contextRef="#ctx0" brushRef="#br0" timeOffset="-53464.78">19117 16780 1036 0,'0'-13'0'0,"0"2"0"0,0 3 0 0,0-5 0 0,0 0 0 0,0-3 0 0,0 0 0 0,0-2 126 0,0 0-46 0,0 1-24 0,-2 0 56 0,0-1-31 16,-2 4-8-16,-4-1-15 0,3 2-25 16,-6 0 0-16,-3 3 0 0,0 5-32 0,-4 0 32 15,-2 5-1-15,-4 0 1 0,-1 7 45 0,-1 13-23 16,-3 6 9-16,-2 12 80 0,2 1-55 0,3 1-28 15,6 3-1-15,1-2 114 0,10-3-62 0,3 8-44 16,6-12 55-16,0 2-45 0,2-1-23 16,13-3 0-16,4-4 31 0,1 0-30 0,4-6-1 15,-1-4-22-15,2-3-191 0,1-3 96 0,-4-6 56 16,8-6-186-16,-5 0-193 0,-1-2 164 16,1-14 112-16,-3-2-568 0,-1-5 326 0,0 1 159 15,-5-5-264-15</inkml:trace>
  <inkml:trace contextRef="#ctx0" brushRef="#br0" timeOffset="-53294.24">19237 16667 1060 0,'0'-11'0'0,"2"0"0"0,-2 4 0 0,0 4 0 0,0 1 0 0,2 2 0 0,0 0 136 0,1 10-51 0,1 9-19 16,1 3 411-16,-1 4-223 0,3 4-110 0,-4 4-56 16,1 1 316-16,-2 1-177 0,-1-1-101 0,1 0-69 15,0-3 1-15,0-5-26 0,0-4 1 0,-1 2-382 16,1-4 187-16,0-6 97 0,0-4-540 0,0-4 290 15,1-3 165-15,-2 0-8 0,-1-4-204 0,0 0 164 16,0-10 83-16</inkml:trace>
  <inkml:trace contextRef="#ctx0" brushRef="#br0" timeOffset="-52936.54">19192 16615 972 0,'-6'-24'0'0,"3"6"0"0,3 3 0 0,0 0 0 0,0 2 0 0,5 2 0 0,11-2 206 0,2 5-78 16,6 0-52-16,3 2-22 0,1 5 189 0,0-2-105 15,1 3-52-15,-8 0-6 0,9 4-8 0,-9 10-39 16,0 1-118-16,-8-1 59 0,0 7 29 0,-7 0 9 16,-2 6-60-16,-4-1 41 0,0 0-1 15,-10 2 41-15,-5-2-14 0,-2-5-14 16,-5 4-5-16,-1-6 113 0,2-5-49 0,5-4-26 16,-1-3-28-16,6-1 236 0,2-3-112 0,2-3-38 15,5 0 136-15,2 0-100 0,2 0-41 0,17 0-33 16,6 0 1-16,1 0 0 0,5 0-26 0,0 0 0 15,-1 4-17-15,1 8-7 0,-6 2 24 0,1 6-102 16,-1 2 51-16,-6 0 26 0,-4 1 7 0,-1 5-84 16,-9-1 51-16,-3-1-5 15,-2 2 112-15,-2 1-49 0,-15-1-24 0,-3-5-9 16,-5 1 227-16,-3-3-106 0,-2-5-51 0,-4-3-22 16,-2-4-40-16,2-3 151 0,-4-4-166 0,5-2 0 15,-1 0-249-15,6 0 188 0,10-8 55 0,0-2-657 16,9-2 303-16,7 0 172 0,2 1-605 15,6 1 379-15</inkml:trace>
  <inkml:trace contextRef="#ctx0" brushRef="#br0" timeOffset="-52785.95">20024 17095 1926 0,'3'0'0'0,"-1"0"0"0,-2 0 0 0,0 0 0 0,-7 0 0 0,-14 0 0 0,-3 10 0 0,-2-2 232 0,-2 6-100 15,-3-1-41-15,0 1 159 0,0 0-108 0,0 1-55 16,1 4-524-16,-2 1 235 0,0 3 126 0</inkml:trace>
  <inkml:trace contextRef="#ctx0" brushRef="#br0" timeOffset="-52213.43">20337 16436 1480 0,'-7'-14'0'0,"5"7"0"0,0 7 0 0,2 0 0 0,0 7 0 0,0 11 0 0,0 10 0 0,0 10 0 0,2 6 0 0,4 3 199 0,-1 1-76 0,1 1-49 0,0 3 148 16,-2-2-94-16,-1 3-48 15,-1-1-32-15,0-1-7 0,-2-1-8 0,0-4-1 16,0-9-83-16,0-2 42 0,0-8 29 0,0-2-8 16,0-6-303-16,-6-8 162 0,3-4 81 0,-5-7-514 15,2 0 264-15,-1-11 112 0,1-13 76 0</inkml:trace>
  <inkml:trace contextRef="#ctx0" brushRef="#br0" timeOffset="-51862.91">20142 16484 1293 0,'0'-14'0'0,"0"6"0"0,2 6 0 0,7 0 0 0,5 2 0 0,0 0 0 0,9 0 0 0,5 0 189 16,6 2-77-16,2 6-40 0,7 1 116 0,-5 0-78 15,-5 4-30-15,3 2-8 0,-2 1-67 0,-6 2 1 16,-3 2 27-16,-9 0-147 0,-6 1 82 0,-8 8 28 15,-2 0 1-15,-12 6-61 16,-13 1 48-16,-6-5 25 0,1-2-4 0,-10 2-19 0,3-8 0 0,7-5-11 16,-4-3 166-16,6-4-76 0,10-6-29 15,4-2-5-15,5-2 87 0,3-1-38 16,6 0-31-16,2 0 124 0,22-1-62 0,9-5-43 16,8-2 0-16,0 4-132 0,4 1 49 0,2 3 24 15,-8 0-90-15,12 0 53 0,-17 9 31 0,-1 5-1 16,-4 6-100-16,-8 1 47 0,-12 1 12 0,-4 8 22 15,-5 0-4-15,-3 0-15 0,-16 1 0 16,-7 2 168-16,-1-9-72 0,-12 3-32 0,4-6 74 0,2-8-47 16,-3-2-23-16,3-6 19 15,8-5-250-15,-7 0 102 0,12 0 61 0,1-7 23 16,4-14-550-16,12-5 268 0,3-6 112 0,0-8 78 16</inkml:trace>
  <inkml:trace contextRef="#ctx0" brushRef="#br0" timeOffset="-51671.43">20999 16470 1302 0,'2'-8'0'0,"-2"4"0"0,1 4 0 0,-1 0 0 0,0 6 0 0,0 10 0 0,-7 9 308 16,-8 10-138-16,4-2-60 0,-7 12 329 0,4-4-203 16,0 2-102-16,3-1-50 0,2 0 54 0,-1-8-44 15,3 4-35-15,-2 0 0 0,1-7-340 0,0 0 157 16,3-10 79-16,1-1-199 0,2-9 134 0,-1-1 72 15,1-7 35-15,0-3-678 0,0 0 280 0,-1-7 176 16</inkml:trace>
  <inkml:trace contextRef="#ctx0" brushRef="#br0" timeOffset="-51495.56">20905 16431 1081 0,'11'-20'0'0,"3"10"0"0,-2 6 0 0,1 2 0 0,3 2 0 0,-2 2 0 0,3 16 0 0,4 5 507 0,-2 7-229 0,5 13-126 0,-5 1-60 15,1 6 345-15,1 2-202 0,-1 1-101 0,1-2 18 16,-1-3-63-16,-1 0-29 0,-3-6 1 16,-2-8-202-16,-3 2 87 0,-2-6 52 15,1 0-504-15,-8-8 269 0,0-1 135 0,-2-2 67 16,0-5-734-16,-11-3 359 0</inkml:trace>
  <inkml:trace contextRef="#ctx0" brushRef="#br0" timeOffset="-51371.76">20920 16807 1446 0,'-10'-11'0'0,"7"5"0"0,3-1 0 0,0 4 0 0,2-3 0 0,7 0 0 0,8-1 0 0,8 1 0 0,0 0 203 0,2 3-85 0,3 1-43 0,2-1-201 16,1 2 87-16,6 1 32 0</inkml:trace>
  <inkml:trace contextRef="#ctx0" brushRef="#br0" timeOffset="-51039.75">21663 16506 1152 0,'-5'-5'0'0,"5"5"0"0,0 0 0 0,0 4 0 0,2 10 0 0,1 1 125 0,2 3-51 0,-2 6-20 0,-1 7-1 16,0 0 283-16,0 0-151 0,0 0-69 0,-2 2 33 15,0-1-58-15,0-1-29 0,0-3-175 0,-2 0 73 16,-4-3 45-16,0-4-9 0,-1-2-337 0,1-4 187 15,1-4 94-15,-2-3 44 0,0-5-239 0,0-2 74 16,3-1 86-16,1-1-49 0</inkml:trace>
  <inkml:trace contextRef="#ctx0" brushRef="#br0" timeOffset="-50728.4">21560 16404 465 0,'-5'-36'0'0,"3"14"0"0,2 1 0 0,0 2 0 0,0 4 241 0,11 3-95 16,8 0-61-16,6 2 269 0,5 2-161 0,11-1-80 15,1 2-40-15,8 3 176 0,-2 2-112 0,5 0-53 16,-4 2-77-16,-1 0 0 0,0 0 26 0,-11 0 8 16,2 2-148-16,-5 4 70 15,-4-1 35-15,-7 2-1 0,-2 0 2 0,-8 3 7 16,0 0 27-16,-7-3 21 0,-1 1 1 0,-3 2-68 16,0-1-1-16,-2 0 305 0,0 3-137 0,0-1-66 15,0-1 239-15,0 3-148 0,0 0-72 0,0 3-30 16,0 4 132-16,0 6-88 0,0 0-45 0,0 5-21 15,2 2 157-15,3 4-212 0,2 9 0 16,0-5-172-16,2 0 143 0,-2-5 30 0,1 4 1 16,2-5-349-16,-3-3 170 0,3-1 102 15,-5-11-488-15,1 1 265 0,-3-3 133 0,-1-7 57 16,0-1-311-16,-2-4 193 0,0-3 97 0,0-2 48 16,-7-1-314-16,-2 0 174 0,-7 0 97 0</inkml:trace>
  <inkml:trace contextRef="#ctx0" brushRef="#br0" timeOffset="-50560.86">21797 16472 1622 0,'-17'-12'0'0,"8"4"0"0,3 5 0 16,3 1 0-16,-2 0 0 0,5-2 0 0,0 1 0 0,10 1 0 0,13-3 229 0,-3 4-90 0,10 0-58 0,0-4 177 0,2 4-114 15,0 0-55-15,0-2-28 0,-6 1-243 0,6 2 103 16,-11 0 56-16,-1 0-241 0,-3 0 149 0,-1 0 74 15,-9 5 45-15</inkml:trace>
  <inkml:trace contextRef="#ctx0" brushRef="#br0" timeOffset="-50404.76">21840 16629 739 0,'-2'1'0'0,"0"-1"0"0,2 3 0 0,0-3 0 0,0 0 0 0,6 0 0 0,4 0 257 0,3 0-112 0,4-3-57 0,-1 0-27 15,2 0 77-15,0-3-57 0,-1 3-24 0,0-2-308 16,-2 4 142-16,-4-1 71 0,-2 2 44 0,-2 0-242 16</inkml:trace>
  <inkml:trace contextRef="#ctx0" brushRef="#br0" timeOffset="-50205.87">21861 16746 731 0,'-7'0'0'0,"0"0"0"0,5 0 0 0,2 0 0 0,0 0 0 0,0 0 0 15,2-5 123-15,10 0-45 0,3 0-14 0,4 3-9 0,2 0 151 0,-1 2-86 16,1 0-44-16,0 0-9 16,-5 2-31-16,2 7-4 0,-8 2 1 0,0 5-111 15,-7-1 55-15,0 3 28 0,-3 1 8 0,0 0-130 16,-8 0 75-16,-7 1 28 0,1-5-78 0,-2-1 22 16,-1-5 40-16,2-3-35 0,0-5-167 0,0-1 77 15,1-1 61-15,3-17 30 0,4-6-130 0,-3-6 84 16</inkml:trace>
  <inkml:trace contextRef="#ctx0" brushRef="#br0" timeOffset="-49934.12">21845 16390 1382 0,'2'-23'0'0,"0"11"0"0,5 3 0 0,-2 3 0 0,0 6 0 0,1 0 0 0,-1 8 0 0,4 13 0 0,-2 5 0 0,-2 3 163 0,-1 5-57 16,1 9-41-16,-3 1 31 0,3-1-32 0,-3-2 0 15,-1-3-150-15,-1 1 68 0,0-1 21 0,0-2 0 16,-10-1-298-16,-2-3 163 0,-4 0 83 0,-2-6-287 15,-5-1 165-15,0-8 25 0,2-4 60 16,0-8 40-16,-2 0 14 0,3-1-9 16,1-4 8-16,1 0 307 0,9 2-153 0,-2-2-77 15,6 0 477-15,0 0-232 0,5 3-141 0,0 2-11 16,7 1 90-16,11 1-98 0,6 1-48 0,6 2-16 16,10-3 252-16,0 0-143 0,3-3-70 0,1-2-7 15,2-2-33-15,-3 0 9 0,8 0-40 16,-7-8-526-16,2-3 263 0,-5 0 131 0,-6 1-709 15,4-1 353-15</inkml:trace>
  <inkml:trace contextRef="#ctx0" brushRef="#br0" timeOffset="-49754.13">22479 16431 1517 0,'7'-14'0'0,"7"4"0"15,4 4 0-15,1-2 0 0,4-1 0 0,1 5 0 0,-2-2 0 0,8 1 318 0,1 0-134 0,-1 2-80 0,2-3 122 0,-2 2-96 0,0 1-49 16,-2-1-286-16,-5 1 127 16,-1 2 51-16,-3-1 30 0,-8 0-560 0,-1 2 283 15,-5 0 144-15,-5 0 68 0,0 10-281 0,-3 3 160 16</inkml:trace>
  <inkml:trace contextRef="#ctx0" brushRef="#br0" timeOffset="-49212.95">22695 16422 955 0,'-7'1'0'0,"0"6"0"0,3 3 0 0,1 2 0 0,-3 8 0 0,-1 1 0 0,-2 3 0 0,-1 4 0 0,-1 2 164 0,-4 0-70 16,-4 3 203-16,2 1-132 0,-1-6-67 0,-1 1-32 15,6-10 55-15,1-5-48 0,5-4 0 0,3-5-40 16,0-2-23-16,4-3 0 0,0-3 31 0,8-13-9 16,8-4-100-16,5 2 51 0,2-3 24 0,0 6-28 15,-5 4 36-15,5 2-9 0,-4 4-43 0,-3 2 29 16,0 3-12-16,-5 0 1 0,-6 6 37 0,-1 8-12 15,-4 1-15-15,0 4 12 0,-4 4 67 16,-7-3-31-16,-3-2 8 0,-2-1-71 16,-1-2 7-16,0-4 28 0,2-4 16 0,0-2-83 15,3-5 38-15,-2 0-2 0,5 0-223 0,1-14 119 16,2-8 45-16,4-6 35 0,2-4-298 0,0-11 159 16,0-2 75-16,0-3 38 0,2-4-156 0,5-5 98 15,0-1 39-15,0 0 25 0,0 1 31 0,1 7 0 16,2 10 1-16,-3 5 85 0,0 13-51 0,-1 8-13 15,-1 3 407-15,5 9-214 0,-1 2-99 16,0 11-56-16,5 15 475 0,1 13-240 16,0 3-108-16,3 19-60 0,0 2 279 0,1 10-170 15,-1 5-77-15,3 5-51 0,2-7 139 0,-1-2-90 16,2-5-46-16,5-9-114 0,-3-15 43 0,4 0-8 16,0-6-139-16,-5-8 86 0,-2-5 44 0,-3-11 29 15,-3-6-381-15,-4-5 197 0,-2-4 40 16,-3-2 69-16,-6-13-364 0,-2-8 185 0,0-6 106 0,-4-4 47 15,-10-12-50-15,0 2 49 0,-2-5 25 0,0-1 32 16,0 3-7-16,4 13 0 0,-6 1 0 0,7 11 81 16,-4 2-41-16,2 6-7 15,-2 8 359-15,0 2-152 0,-2 3-112 0,0 11 8 16,-2 6 224-16,-2 3-138 0,1 4-82 0,-3 1-155 16,2 1 41-16,1-2-1 0,5-7 41 0,4 2-546 15,4-9 269-15,0-3 126 0</inkml:trace>
  <inkml:trace contextRef="#ctx0" brushRef="#br0" timeOffset="-49076.78">22905 15948 2051 0,'11'-23'0'0,"5"10"0"0,0 7 0 0,0 4 0 0,-2 2 0 0,0 0 0 0,-3 14 0 0,0 8 626 0,-8-1-289 15,2 8-156-15,-3 0-74 0,1-5-418 0,5 3 172 16</inkml:trace>
  <inkml:trace contextRef="#ctx0" brushRef="#br0" timeOffset="-48567.13">23387 16380 1474 0,'0'-8'0'0,"0"8"0"0,2 0 0 0,8 3 0 0,1 6 0 0,1 0 0 0,3 0 0 0,4-4 149 0,4 5-59 16,9-4-20-16,8-4 203 0,1-2-121 0,5 0-59 16,-1 0-34-16,-2 0 1 0,-5 0-19 0,3-1-8 15,-4-1-297-15,-1-3 149 0,-8 1 74 0,-5 2 37 16,-9 1-542-16,2 1 276 0,-7 0 85 15</inkml:trace>
  <inkml:trace contextRef="#ctx0" brushRef="#br0" timeOffset="-48408.98">23771 16419 1086 0,'-4'4'0'0,"4"3"0"0,0 7 0 0,0 0 0 0,0 1 0 0,0 5 0 0,-3 1 0 0,-2 5 0 0,0-1 123 0,-3 4-45 0,-1 1 181 0,-2 0-105 16,-2 2-65-16,-3-3-28 0,2 0-87 15,1-5 30-15,-1-6-1 0,2-2 38 0,-2-5-361 16,5-5 177-16,0-2 87 0,0-4 45 16,2-3-519-16</inkml:trace>
  <inkml:trace contextRef="#ctx0" brushRef="#br0" timeOffset="-48258.07">23610 16548 821 0,'5'-3'0'0,"4"3"0"0,5 0 0 16,-3 7 0-16,2 9 0 0,-1 0 217 0,2 5-84 0,4 1-54 0,-2 1 349 0,3-1-198 0,-3-1-99 15,2-2 18-15,-1-4-51 0,3 6-36 16,-4-8 0-16,0 0-256 0,0-1 114 16,-4-5 56-16,-4-4 37 0,0 2-482 0,-5-4 251 15,-1-1 125-15,-2 0-482 0</inkml:trace>
  <inkml:trace contextRef="#ctx0" brushRef="#br0" timeOffset="-47995.58">23518 16375 537 0,'-5'6'0'0,"5"8"0"0,0 8 0 0,3 2 0 0,1 5 0 0,1 0 152 0,-3 6-64 0,0 7-27 15,-2 2 176-15,0-1-102 0,0-7-51 0,-6 1-18 16,-4 1-37-16,-1-5 4 0,-1-3 0 0,-6-1-14 16,5-10 22-16,0-3-9 0,-2-2 1 0,6-6 53 15,1-1-26-15,1-4-1 0,5 1 144 0,0-1-89 16,2 0-41-16,2 2 1 15,10 1 18-15,11 1-29 0,4 0 8 0,6-2-38 16,10-2-1-16,3 2 1 0,-2-5 0 0,4 0 135 16,-9 0-60-16,12 0-41 0,-6 0-1 0,-1-2-396 15,-3-3 181-15,-9 0 91 0,5-3-603 0,-5 5 297 16,-2-1 172-16,-7 2 53 0</inkml:trace>
  <inkml:trace contextRef="#ctx0" brushRef="#br0" timeOffset="-47829.52">24106 16563 1142 0,'0'-13'0'0,"5"4"0"0,6 2 0 0,3-1 0 0,6 1 0 0,-1-1 0 0,5-2 0 0,-4 5 293 0,7-1-130 0,-6 0-65 16,2 1-197-16,-3 1 62 0,1 2 35 0,-4 1 0 15,-2 1-425-15,-6 0 215 0,1 0 108 0,-7 0 53 16</inkml:trace>
  <inkml:trace contextRef="#ctx0" brushRef="#br0" timeOffset="-47496.99">24246 16157 1280 0,'2'18'0'0,"4"9"0"16,0 16 0-16,-5 3 0 0,1 4 0 0,-2 14 0 0,0-9 0 0,0 19 202 0,-5-11-85 0,-3-1-42 0,2-9 78 15,-1 3-52-15,0-4-38 0,1-4 0 16,3-15-66-16,3-2 36 0,0-11 0 0,0-4 7 16,0-8-91-16,0-2 41 0,3-6 22 0,6 0-128 15,-1-12 74-15,5-6 46 0,-2-7-117 0,0 2 63 16,1-4-3-16,1-3 26 0,-1-2-73 0,4-2 27 16,1-6 18-16,0 1 0 0,2-1-93 0,1-2 58 15,1 1 30-15,0 5-18 0,5-8 8 0,0 7 37 16,-2 4 0-16,-1 6 72 0,2 2-36 15,-5 9-8-15,1 1 114 0,-2 3-69 0,-1 5-31 0,-2 2 0 16,-2 3 82-16,2 0-55 16,-5 2-3-16,2 0 0 0,-4 0-127 0,0 0 47 15,0 0 23-15,-4 0-126 0,1 0 74 0,-5 0 37 16,1 0-311-16,-2 7 159 0</inkml:trace>
  <inkml:trace contextRef="#ctx0" brushRef="#br0" timeOffset="-47298.52">24563 16550 1034 0,'-9'2'0'0,"3"0"0"0,1 2 0 0,1-4 0 0,1 2 0 0,1-2 0 0,2 0 0 0,0 0 0 0,0 0 321 0,0 0-144 0,2 0-72 0,1 0-19 16,5 0-30-16,-3 2-1 0,1 1-22 0,-2 2-82 15,0 1 41-15,-2 2 9 16,-1-1-185-16,1 1 108 0,-2 0 55 0,0 0 27 0,0-3-339 0,0 0 173 15,0 0 23-15,0 0 64 0,0-2-253 16</inkml:trace>
  <inkml:trace contextRef="#ctx0" brushRef="#br0" timeOffset="-46786.86">24554 16762 734 0,'-7'3'0'0,"1"-1"0"0,-1-2 0 0,-1 0 0 0,2 0 0 0,0-2 0 0,1-7 0 0,2 1 147 0,1-2-48 0,-1-3-38 15,3 1 139-15,0 1-84 16,0 2-41-16,0 0-21 0,0-1-69 0,0 3 20 16,3 2 0-16,0-1 28 0,1 1-194 0,-1 4 97 15,1-1 57-15,-2 2-223 0,0 0 124 16,0 0 23-16,0 0 43 0,-2 0-16 0,0 0-9 0,0 0-6 16,0 2 85-16,0-2-26 0,0 1 0 0,0-1-21 15,0 0 164-15,0 0-63 0,0 0-44 0,0 0 5 16,0 0 93-16,0 0-61 0,0-1 0 0,0-1 10 15,1-2-70-15,-1 3 40 16,0-1-18-16,0-2-109 0,0 2 56 0,0-3 18 16,0 4-73-16,0-1 37 0,0-1 27 0,0 1-7 15,0 0-75-15,0-1 32 16,0 1 28-16,-1-3-9 0,-1 2 2 0,0-2 10 0,0 2 7 0,0 0 72 16,2-2-32-16,-1 4-1 0,1-3-31 0,-3 1 181 15,2 0-86-15,1 2-28 0,-2-2 76 0,0 2-41 16,2-4-36-16,0 4 6 0,0-3 165 0,0 1-81 15,2-4-50-15,7 4-24 0,0-2 23 16,3-1-24-16,-1 2 8 0,0 1-62 16,1 1 0-16,-3 0 31 0,1 2-1 0,-4 0-64 15,-1 0 41-15,-1 4-8 0,-3 9-30 0,-1 2 21 16,0-1 0-16,-3 4 12 0,-6-2-6 0,-3 1-6 16,1-1 0-16,-1-2-8 15,1-2-14-15,2-5 10 0,-2-1 0 0,3-2-98 0,1-4 57 0,1 0 23 16,2 0-1-16,3-2-107 0,1-6 66 15,0-3 20-15,0 2-129 0,0 1 79 16,5 1 38-16,2-1-8 0,2 5-39 0,0 2 43 16</inkml:trace>
  <inkml:trace contextRef="#ctx0" brushRef="#br0" timeOffset="-46634.66">24511 16933 1049 0,'-11'4'0'0,"1"0"0"0,3-2 0 0,-2-2 0 0,0 0 0 0,4 0 0 0,3-6 0 0,2-5 332 0,0-2-153 0,0-6-73 16,9-2-173-16,7 0 49 0,1-1 26 0,1-2 8 15,2 1-511-15,-4-1 253 0</inkml:trace>
  <inkml:trace contextRef="#ctx0" brushRef="#br0" timeOffset="-46309.39">24618 16126 644 0,'0'0'0'0,"0"6"0"0,3 9 0 0,6 3 0 0,-2 7 0 0,2 9 0 0,-1 9 494 15,0 5-235-15,-2 6-113 0,2 2 321 0,-3 3-218 16,2 0-107-16,-2-3-47 0,3 1 56 0,-3-6-60 16,5-2-28-16,-1-4-1 0,0-12-272 0,3-5 130 15,1-4 52-15,0-5-184 0,2-7 122 0,0-9 61 16,-1-3 39-16,0 0-471 0,-2-1 149 0,-1-14 146 15,-2-3-85-15,-4 2 110 16,-2-3 45-16,-2-1 36 0,-1 2 109 0,0 3-41 16,0 0-1-16,-7 1-39 0,-1 6 286 0,-1-4-139 15,-1 3-74-15,1 4 126 0,0 1-48 0,-2 0-66 16,-1 2 319-16,0 2-174 0,-2 0-82 0,1 4-42 16,-2 7-6-16,0 4-36 0,0-2 9 0,2 2-8 15,0 0-274-15,-1 0 137 16,4-4 68-16,2-1 35 0,0-3-483 0,3-3 244 15,3-4 69-15,2 0-155 0</inkml:trace>
  <inkml:trace contextRef="#ctx0" brushRef="#br0" timeOffset="-46177.74">24770 16128 1334 0,'8'0'0'0,"1"0"0"0,2 4 0 0,0 5 0 0,-3 2 0 0,0 0 0 0,-1 6 0 0,1 0 193 16,-2 4-71-16,1 5-49 0,0-1-152 15,0-3 56-15,7 2 28 0,-1-1 0 16</inkml:trace>
  <inkml:trace contextRef="#ctx0" brushRef="#br0" timeOffset="-45988.25">25292 16445 2126 0,'0'6'0'0,"0"13"0"0,4 9 0 0,2 8 0 0,-2 0 0 0,-2 6 0 0,1 8 0 0,-1-10 0 0,0 12 0 0,0-16 334 0,-2-1-151 16,0 2-75-16,0-9-30 0,0 5-168 0,0-11 62 15,0-2 30-15,0-3-486 0,0-7 258 0,0-3 138 16,0-5 56-16,0-2-593 0,2 0 308 0,-2-9 90 16</inkml:trace>
  <inkml:trace contextRef="#ctx0" brushRef="#br0" timeOffset="-45734.92">25271 16054 1274 0,'-1'-16'0'0,"1"4"0"0,1 3 0 0,18-3 0 0,8 2 0 0,5 4 0 0,7 4 0 0,11 2 393 0,-1 0-180 0,0 8-90 0,2 10 106 16,-2 7-98-16,-4 7-41 0,0 11-32 0,-10 7-90 15,-8 6 33-15,-8 9 0 0,-6 0 48 0,-9-3-8 16,-4 20-8-16,-8-6-1 15,-14 0 106-15,-11 1-53 0,-4-6-26 0,-4-2 8 16,-5-7-34-16,0-4-1 0,-7-7 1 0,-3-8 183 16,-2-7-92-16,7-13-37 0,-3-7-238 0,14-8 92 15,3-5 45-15,5-3 24 0,11 0-376 0,4-13 187 16,8-5 97-16,9-11 17 0,0 3-429 0,7 0 206 16</inkml:trace>
  <inkml:trace contextRef="#ctx0" brushRef="#br0" timeOffset="-45586.32">26062 17048 2043 0,'4'0'0'0,"6"0"0"0,8 0 0 0,-4 3 0 15,-7 4 0-15,-6-3 298 0,2-1-137 0,-3-3-64 0,0 0-32 0,0-15-794 0,-3-8 381 0</inkml:trace>
  <inkml:trace contextRef="#ctx0" brushRef="#br0" timeOffset="-38865.46">14037 17647 757 0,'2'-5'0'0,"-2"-1"0"0,1 4 0 0,-1-2 0 0,0-2 0 0,0 2 0 0,0-3 0 0,0 2 0 0,0-1 97 0,0-2-32 0,0 1 0 16,0 0 11-16,-1-1-13 0,-1-2-9 0,2 1-21 16,-2 0-16-16,-2-3 16 0,2 0 0 0,-2 4 8 15,0-4-34-15,1 3 1 16,-3-2 25-16,1 1-22 0,-3 2 0 0,0 0 30 0,-1 1-5 0,2 0-4 16,-3 2-17-16,1 1 14 15,0 0 44-15,-1 2-15 0,2 2-7 0,-1 0-22 16,2 0 45-16,1 0-1 0,0 0-40 0,4 0 16 15,-2 0-16-15,3 6-1 0,1-1 1 0,0 1-49 16,0 4 25-16,0 1 7 0,0 2-43 0,0 3 29 16,0 4-10-16,0 5 37 0,1-2-22 0,1 3 26 15,0 4-47-15,2 5 61 0,0-1 24 0,2 4-25 16,-1 0 0-16,1 6 14 0,-1-11 4 0,3 7-40 16,0-2 18-16,-1-3 14 15,0-1-6-15,-1-3-17 0,-2 1-66 0,0-4 32 16,-2-7 2-16,0 2 32 0,-2-2-97 0,0-3 41 15,0-3 15-15,-8-1 0 0,-5-3-41 0,0-2 30 16,-3-3 4-16,0-4-10 0,-3 0 2 0,0-2 0 16,4 0 0-16,-2 0-114 0,6-8 53 0,4-4 37 15,1-3-293-15,6-5 153 0,0-5 77 0,4 4 39 16,12-4-344-16,5-1 195 16</inkml:trace>
  <inkml:trace contextRef="#ctx0" brushRef="#br0" timeOffset="-38601.15">14299 17588 715 0,'2'-29'0'0,"-2"2"0"16,0 5 0-16,0-3 0 0,0 5 0 0,-7 3 0 0,-2 4 0 0,0 3 117 0,0 5-33 16,-3 2-31-16,2 3 115 0,-1 0-68 0,-2 0-34 0,3 14 0 15,-1 3 74-15,0 5-58 0,3 0-24 0,0 4-1 16,5 2 100-16,1 1-61 0,2 4-24 0,0-1 52 15,0-2-45-15,0 5-23 0,2-2 4 0,5-1 0 16,-1 1-19-16,2-1-9 0,-1-4-22 0,-2 1-1 16,-1-2 24-16,0-1 0 0,-1-3-81 0,-2 3 36 15,-1-4 22-15,0-1 1 0,0 2-223 16,0-2 115-16,0-2 34 0,-4-1-402 0,-2 1 218 16,3-2 97-16,-3 2 59 0,1-2-354 15</inkml:trace>
  <inkml:trace contextRef="#ctx0" brushRef="#br0" timeOffset="-38397.7">14080 18304 1201 0,'0'0'0'0,"0"2"0"0,0-2 0 0,0 5 0 0,0 0 0 0,0 2 0 0,1 5 0 0,3-2 0 0,0 3 0 0,2 1 314 0,-2 1-133 15,-1 2-78-15,1 0 24 0,0 0-47 0,-3 0-24 16,1-3-197-16,0 0 96 0,-2 0 34 0,0-3 22 15,0-4-122-15,0 1 72 0,0-5 36 0,-2-3 8 16,-1 0-341-16,-1 0 113 0,0-2 107 0,1-9-36 16,-1-5-162-16,0-4 133 0,-4-6 78 0</inkml:trace>
  <inkml:trace contextRef="#ctx0" brushRef="#br0" timeOffset="-38184.22">14055 18323 632 0,'-4'-19'0'0,"-1"3"0"0,1 8 0 0,2 1 0 0,1 1 0 0,1 2 0 0,0 2 186 0,0 1-77 0,1-4-38 0,14 3 226 16,2-1-132-16,4 1-57 0,8 2-43 0,-4 0 199 15,5 0-116-15,-2 0-57 0,2 10 21 0,-1 3-6 16,-3 4-41-16,-3 3 0 0,-3 4-13 0,-5 0-19 16,-4 4 0-16,-5 1 8 0,-3 3 9 0,-3 2-17 15,-3 0 0-15,-12-1 58 0,-4 0-28 16,-3-6 7-16,-2-2-37 0,-3-3 39 16,-1-6-39-16,1-5 0 0,-1-3-1 0,5-8-106 15,-2 0 49-15,4 0 29 0,2-3-358 0,6-11 174 16,4-3 95-16,5-3 30 0,4 0-534 0,0 0 278 15,4-5 139-15,9 10 70 0</inkml:trace>
  <inkml:trace contextRef="#ctx0" brushRef="#br0" timeOffset="-37138.4">14855 17535 786 0,'-5'-15'0'0,"-1"5"0"0,4 0 0 0,-1 1 0 0,-1 3 0 0,-1 1 0 0,0-1 0 0,0 4 0 0,-1 0 120 0,-1 2-47 16,0 10-1-16,-5 13 87 0,-1 11-63 0,-1 9-31 16,1 7 185-16,0 16-112 0,4-3-53 0,3 4-26 15,4-2 85-15,2-11-55 0,0 5-21 0,2-4-7 16,7-9 93-16,7-5-61 0,0-1-30 0,3-12-74 15,4 0 30-15,1-3-9 0,0-4-224 16,1-5 124-16,0-3 61 0,-4-4 31 0,-1-3-409 16,-1-3 179-16,-1-3 113 0,-1 0 4 0,-2-6-179 15,2-13 129-15,-4 0 56 0</inkml:trace>
  <inkml:trace contextRef="#ctx0" brushRef="#br0" timeOffset="-36578.9">15094 17392 1064 0,'2'-13'0'0,"11"7"0"0,0 2 0 0,0 4 0 0,2 0 0 0,-2 1 0 0,4 14 0 0,3 8 251 0,-4 4-113 0,1 5-53 0,-2 9-26 16,-4-2 90-16,-1 1-59 16,-7-1-20-16,-1 9-6 0,-2-5-31 0,0-2 0 15,-3-1 0-15,-9-9-12 0,-3 3 20 0,-4-5-8 16,-1-5-2-16,-3-5 2 0,0-7 0 0,-1-6-1 15,4-4-45-15,-3-2 19 0,-2 0 0 0,7-13 27 16,5-7-84-16,3-1 44 0,3-10 3 0,5 2-39 16,2-4 23-16,0-1 0 0,11 3 17 15,7-1-81-15,2 4 32 0,4 1 26 16,1 3-113-16,-1 4 62 0,2 2 21 0,-1 4-5 16,3-1-141-16,-2 3 85 0,-3 0 42 0,-3 3 21 15,3 2-103-15,-2-2 54 0,-3-1 39 0,-1 1 2 16,-4 2-1-16,-1-1 31 0,-3 0-1 15,-2 3 25-15,-1-1 9 0,-3 5-34 0,-2-1 192 0,1 0-95 16,-2 0-49-16,0 2-32 0,0 2 328 0,0 12-158 16,0 6-42-16,0 6-51 15,0 0 248-15,0 5-130 0,0 3-77 0,0 0 52 0,8-1-60 16,4-1-30-16,6-4 0 0,-2-8-32 16,7 3 1-16,-4-12 1 0,4-2-71 0,-3-3 35 15,1-6 1-15,-3 0 43 0,-1-2-122 0,-2-13 58 16,-3-3 27-16,-1-6 1 0,-6 1-78 0,-3-1 48 15,1-9-8-15,-3 3 0 0,0-4-2 0,-10-1 0 16,-3-3 11-16,-1 6 12 0,-2-3-4 0,-2 2 7 16,2 5-2-16,-1 6-32 0,0 8 0 15,0 4 30-15,1 6 26 0,-2 4-1 0,3 0-20 16,2 4-1-16,4 14-47 0,-1-1 20 16,4 3-2-16,3 3 26 0,3 6-302 0,0-6 142 15,0 4 63-15,0-4-340 0,0 7 213 0,2-7 101 16</inkml:trace>
  <inkml:trace contextRef="#ctx0" brushRef="#br0" timeOffset="-36362.82">15324 17749 652 0,'-14'0'0'0,"5"-3"0"0,0 0 0 0,2-9 0 0,2 1 0 0,3-4 102 0,2-2-26 0,0-5-9 16,17 1 175-16,3-2-105 0,12-3-51 0,2 2-28 15,-2 7 128-15,12-1-80 0,-13 10-37 0,5 4 12 16,0 4-17-16,-6 0-1 0,0 10-22 0,-2 8 67 15,-3 4-38-15,-3 7 0 0,-2 1 28 0,0 2-33 16,-4-1 8-16,1-1-40 0,-2-3 23 16,2-1 0-16,1-5-23 0,-4-6-1 15,2 0-196-15,0-5 94 0,-1-7 52 0,2 0-183 0,-3-3-163 0,-2 0 156 16,-3 0 100-16,0-3-426 16,-6 0 251-16</inkml:trace>
  <inkml:trace contextRef="#ctx0" brushRef="#br0" timeOffset="-36124.49">15071 17878 1182 0,'-25'0'0'0,"7"2"0"0,7 1 0 0,7-1 0 0,0 1 0 0,4-1 0 0,2-2 0 0,23 0 363 0,15 0-166 0,2 0-81 16,11 0 198-16,11 0-141 0,-7 0-62 0,16-7-43 15,-8 2 12-15,-1-3-24 0,-9 3 0 0,3 0-23 16,0-1-45-16,-6 1 18 0,-4 4 0 0,-13 0-260 16,1 1 144-16,-12 0 71 0,1 0-456 0,-12 0 212 15,-1 0 139-15,-9 6 4 0,-3 1-321 0,0 3 215 16</inkml:trace>
  <inkml:trace contextRef="#ctx0" brushRef="#br0" timeOffset="-35830.75">15308 18035 614 0,'-11'0'0'0,"6"0"0"0,2 0 0 0,3 0 0 0,0 0 0 0,4 0 0 0,13 0 0 0,6 2 371 0,3 6-160 0,4 2-94 0,0 3 92 0,0 2-88 0,-1 4-44 15,-4 5-72-15,-4-4 36 0,0 8-9 0,-10-1 1 0,-6 1-92 0,-3 1 46 16,-2-2 23-16,0-1 8 0,-14 1-53 0,-6-5 34 15,-1-1 9-15,-6-4 0 0,-1-2-23 0,-2-6 4 16,0-3-9-16,2-6 18 0,-3 0-7 0,5 0 12 16,1-6 40-16,7-6-36 0,-3-10 4 0,7 5-4 15,2-3-26-15,5 1-1 0,3-3 33 16,4 3-2-16,0 1-44 0,0 0 39 16,5 4-4-16,8-1 3 0,3 1-68 0,0 3 32 15,5 2 8-15,4-3-245 0,-1 5 113 0,3 1 66 16,0 4-333-16</inkml:trace>
  <inkml:trace contextRef="#ctx0" brushRef="#br0" timeOffset="-35613.33">15590 18159 581 0,'0'0'0'0,"0"0"0"0,0 0 0 0,0 0 0 0,1-1 0 0,8-5 414 0,2 0-191 0,1 3-95 0,6 1-39 15,-2 2 152-15,1 0-104 0,1 0-52 0,-4 10-13 16,-1 0 0-16,-1 3-31 0,-7 3-8 0,-3 2-27 15,-2 1-1-15,0 4 28 0,-5-2-52 0,-13 3 22 16,2-2 0-16,-5-2 30 0,0-1-99 0,-1-2 49 16,5-5 20-16,-1 0-8 15,0-5-273-15,3-5 139 0,6-2 42 0,1 0-241 16,5 0 142-16,3-15 86 0,0-5 38 0,7-6-142 16,10 4 90-16</inkml:trace>
  <inkml:trace contextRef="#ctx0" brushRef="#br0" timeOffset="-35446.78">15807 18068 1286 0,'4'-6'0'0,"1"3"0"0,-5 3 0 0,0 0 0 0,0 1 0 0,-10 13 0 0,1 4 0 0,-5 5 228 0,7 0-97 0,-1 4-49 15,3 1 307-15,5-1-178 0,0-2-81 16,0 6-53-16,3-4 111 0,12-4-78 16,2-2-38-16,6 1-214 0,2-6 96 0,0-1 35 15,5-4 22-15,2-3-483 0,0-5 252 0,0-3 127 16,-2 0-308-16,0 0 126 0,-3-5 125 0</inkml:trace>
  <inkml:trace contextRef="#ctx0" brushRef="#br0" timeOffset="-35287.21">16103 17985 1746 0,'-11'0'0'0,"3"0"0"0,2 0 0 0,2 0 0 0,1 0 0 0,3 0 0 0,0 0 0 0,2-1 0 0,12-2 258 0,4 2-117 0,3 1-53 0,0-2 68 15,6 0-61-15,-1-1-31 0,1 2 8 0,5-3-213 16,-6 1 87-16,0-2 43 0,-4 4-607 0</inkml:trace>
  <inkml:trace contextRef="#ctx0" brushRef="#br0" timeOffset="-34890">16805 17320 1211 0,'-6'-28'0'0,"6"15"0"0,0 4 0 0,3 0 0 0,6 0 0 0,4 2 0 0,2 3 144 0,1 3-56 0,4 1-28 15,4 0 113-15,-2 0-62 0,4 11-43 0,-1 6 0 16,-3 5-13-16,-2 3 0 0,-2 5-22 0,-7-1-42 16,-3 5 16-16,-6-1 1 15,-2 0-64-15,0 3 45 0,-14 3 21 0,-4-7 9 16,-9 7-69-16,-1-6 34 0,-3-1 22 0,-3-6-19 16,6-7-47-16,-4-3 22 0,2-3 21 0,3-5-8 15,5-6 0-15,0-2 5 0,1 0 14 0,5-3 10 16,5-12-10-16,4-3 0 0,3 2 4 0,4-5 16 15,0 2-18-15,4 0 2 0,14-2-20 16,1 6 19-16,4 2 2 0,2 2-2 0,0 1-159 16,0 3 71-16,9 1 36 0,-2 3 21 15,-2-2-169-15,1 4 87 0,-3-3 45 0</inkml:trace>
  <inkml:trace contextRef="#ctx0" brushRef="#br0" timeOffset="-34532.82">17197 17373 630 0,'2'-6'0'0,"0"2"0"0,0 2 0 0,0 2 0 0,-2 0 0 0,0 4 0 0,0 10 436 0,0 5-194 0,0 5-109 16,0 1 200-16,0 2-150 15,0 4-75-15,0-1-38 0,-4 0-30 0,2 1-8 16,0-3 1-16,0-1 0 0,0-4-306 0,2-3 153 16,0-5 85-16,0-1-170 0,0-7 119 15,0-4 59-15,0-3-480 0,0 0 241 0,0-2 89 16,0-12 76-16,0-11-131 0,-2-1 99 0,-1-6 61 0,-3-8 72 15,1 4 0-15,-4-12 0 0,9 12 0 16,0-2 0-16,0 3 0 0,0 3 0 0,5 6 0 16,2 0 0-16,4 7 0 0,5 4 0 15,-2 2 265-15,4 7-128 0,0 0-31 16,1 6-52-16,4-3 173 0,-5 3-98 0,3 0-47 0,-4 3-25 16,-2 7 49-16,-2 1-41 0,-1 3 1 0,-7 2-34 15,-3 0 6-15,-2 2-5 0,0 0 8 0,-9 3 11 16,-9-2-19-16,-2-3-1 0,-2 2-40 0,-1-5 41 15,2-3 8-15,-1-1-8 0,1-2-174 0,2-3 85 16,4-4 30-16,4 0 26 0,-1 0-394 0,5 0 194 16</inkml:trace>
  <inkml:trace contextRef="#ctx0" brushRef="#br0" timeOffset="-34297.39">16698 17874 1538 0,'-20'0'0'0,"10"-2"0"0,8 0 0 0,2 2 0 0,0 0 0 0,15 0 0 0,5-1 0 0,14-1 0 0,8-7 0 0,5-2 361 0,9-5-156 16,10-3-90-16,-7 0 50 0,1 0-65 15,1 1-34-15,-10 3-1 0,1-2-181 0,-5 4 70 0,-2-1 39 16,-11 5-140-16,-2 2 90 0,-8 5 45 0,-1 0 30 15,-4 2-430-15,-10 0 155 0,-4 0 125 0,-3 8-417 16</inkml:trace>
  <inkml:trace contextRef="#ctx0" brushRef="#br0" timeOffset="-34012.36">16869 17904 1125 0,'-5'4'0'0,"5"5"0"0,0 1 0 0,2 0 0 0,10-2 0 0,11 5 0 0,2-3 146 0,0 6-56 0,3-2-21 0,-2 4 32 0,1 1-34 16,-6 2 0-16,-3 0-35 0,-3 4-34 0,-5-4 8 15,-7 10 27-15,-3-1-104 16,0 0 53-16,-14 10 25 0,-11-3-60 0,-5 1 51 16,-6-1 13-16,0-3-16 0,-6-6 79 0,1-3-24 15,1-9-32-15,7-6-35 0,-4-6 95 0,5-3-40 16,4-1 0-16,8-1-16 0,1-13 99 0,8-4-26 15,4-9-37-15,7 1-52 0,0-1 0 0,12-4 27 16,15-3-235-16,-2 6 121 0,8-3 50 16,1 4 22-16,0 2-377 0,1 4 174 0,-1 6 96 15,3 1 19-15,0 0-170 0</inkml:trace>
  <inkml:trace contextRef="#ctx0" brushRef="#br0" timeOffset="-33702.19">17230 18030 865 0,'9'-11'0'0,"-4"1"0"0,-1 3 0 0,-1-4 0 0,-1 1 0 0,0-1 0 0,0 1 202 0,-2 1-84 0,0 2-43 16,0 0 273-16,0 2-158 0,0 0-70 0,0 4-48 16,0-3 62-16,-2 1-50 0,-2 1-26 0,3 1-65 15,-1-2 48-15,0 3-8 0,0 0-1 0,2 0-62 16,0 0 31-16,-2 0 1 0,2 0-50 0,0 0 36 15,0 0 23-15,0 0-1 0,0 3-51 0,0 0 30 16,0 1-12-16,0 2-2 0,0 0 65 16,2-1-37-16,2 0-6 0,-1 3 49 15,3-1-17-15,2 1-2 0,-1 2-11 0,2 0 89 16,1 2-37-16,0-1-24 0,-1 2 7 0,2 3-73 16,1 0 13-16,-2 2 35 0,2 0-419 0,-1 0 198 15,-2 3 87-15,0-1 53 0,3 1-648 0,-1-7 335 16</inkml:trace>
  <inkml:trace contextRef="#ctx0" brushRef="#br0" timeOffset="-33519.68">17629 17801 1566 0,'0'-13'0'0,"0"10"0"0,0 0 0 0,0 3 0 0,0 0 0 0,-8 13 0 0,-3 10 0 0,-4 8 498 0,-3 3-225 0,-7 14-124 0,-7 8-58 15,0 0 132-15,-1 5-96 0,-1 2-46 0,-3 8-272 16,-4 13 108-16,4-8 58 0,3-10 29 0,-1 4-264 16,1-10 146-16,8-12 81 15</inkml:trace>
  <inkml:trace contextRef="#ctx0" brushRef="#br0" timeOffset="-32909.63">17811 17594 592 0,'-9'-14'0'16,"5"4"0"-16,1 7 0 0,3 2 0 0,0 0 0 0,0 1 0 0,5 0 234 0,10 13-101 0,6 5-41 0,3 10-34 15,3 4 141-15,1 4-83 0,2 2-41 0,-2 2 3 16,-1 5-15-16,-6 0-8 0,-3-2-22 0,-9 1-85 16,-7 2 42-16,-2-2 21 0,0-5-51 0,-21 8 32 15,-1-5 0-15,-6-2 41 0,-4-3-38 0,-2-3-5 16,2-7 6-16,-10-1-157 0,12-11 82 0,-4-3 19 15,3-8 27-15,8-4-191 0,1 0 95 0,8-2 42 16,7-14-170-16,7-4 111 0,0-5 57 16</inkml:trace>
  <inkml:trace contextRef="#ctx0" brushRef="#br0" timeOffset="-32503.9">18414 17980 1119 0,'4'0'0'0,"1"0"0"0,-3 0 0 0,-2-2 0 0,-3-4 0 0,-12-1 0 0,-1 0 0 0,4-2 0 0,-2 2 76 0,5 2-22 0,-2 0 0 0,3 4 31 16,-1 1-30-16,0 0-1 15,0 11-33-15,0 13 11 0,2 8 1 0,2 5 8 16,-1-2 40-16,2 4-25 0,4-2 1 0,0-3-24 16,0-4 28-16,2-7 9 0,9-2-37 0,2-6-33 15,1-6 1-15,0-5 32 0,2-4-1 0,0 0-101 16,1-11 41-16,-2-10 29 0,-1-3-116 0,-3-7 65 15,0-3 23-15,0-3 3 0,-2-8-96 16,2 1 58-16,-1-3 10 0,0-3 21 16,1-10-46-16,-1 5 22 0,0-15 7 0,-1 0 0 15,3-4 13-15,-3 2 6 0,2 0-7 0,-4 12 11 16,-2 3-6-16,-1 21 1 0,-2 14 109 0,-2 11-52 16,0 2-22-16,0 9-7 0,-4 18 161 0,-7 24-83 15,-1 4-28-15,1 18-26 0,4-4 225 0,1-1-109 16,0 19-42-16,1-6 99 0,1-1-81 0,1-3-40 15,1-12-1-15,2 5-11 0,0-10-8 16,0-1-21-16,0-12-186 0,0-1 93 0,3-4 46 16,3-4 32-16,-1-6-450 0,1-8 224 15,0-6 85-15,0-5 65 0,1-4-545 0,0-4 277 16,1-19 151-16</inkml:trace>
  <inkml:trace contextRef="#ctx0" brushRef="#br0" timeOffset="-32322.93">18636 17917 385 0,'9'-19'0'0,"5"6"0"0,0 2 0 0,2 6 0 0,-4 3 0 0,6 2 296 0,-4 0-123 0,2 7-74 0,-2 9-34 16,0 5 99-16,-3 3-65 0,-2-1-34 0,-5-1 39 16,-2 9-41-16,-2-2 1 0,0 0-1 15,-8-2-30-15,-8 1-1 0,-3-3 9 16,-2-1-43-16,-3-7-1 0,-1-1 36 0,1-4-1 16,3-6-97-16,1-3 44 0,-1-3 27 0,4 0-271 15,4-1 123-15,5-13 76 0,7 0 8 0,1-11-327 16,3-2 166-16,14 1 94 0</inkml:trace>
  <inkml:trace contextRef="#ctx0" brushRef="#br0" timeOffset="-31813.26">18993 17711 1227 0,'0'-3'0'0,"0"0"0"0,-14 3 0 0,-4 4 0 0,-10 13 0 0,-2 10 0 0,3 5 0 0,3 3 0 0,-3 8 0 0,5 2 288 0,5 5-131 16,4-4-63-16,7 1-30 0,6-2 148 0,0-10-89 15,8 6-38-15,12-10-87 0,10 0-1 16,-1-11 35-16,6-5-109 0,11-6 55 0,-11-7 36 16,10-2-9-16,-5-2-271 0,-8-11 133 15,2-5 79-15,-4-5-26 0,-6 0-268 0,-4-1 137 16,-2-2 89-16,-6-2 63 0,-2-1 1 0,-4-1 25 16,-2 1-8-16,-3-4 152 0,-1 1-71 0,0 4-37 15,0 9 203-15,-9 0-111 0,-4 6-69 0,0 7 12 16,-3 4 133-16,-2 2-46 0,1 14-57 0,-1 8 33 15,0 8 66-15,3 2-71 0,4 0-32 16,3 4 17-16,3-2-24 0,3 0 0 0,2-10-16 16,0 0-87-16,4-1 40 0,10-8 0 15,2-4-132-15,4-5 86 0,1-6 50 0,4 0-4 16,-3-2-119-16,0-15 41 0,1-4 45 0,-4-5-16 16,-1-2-206-16,-2-4 93 0,-2-7 68 0,-2-3-57 15,-3-1 62-15,-1-4 31 0,-3-6-8 0,2-9-6 16,-2-1 22-16,-1-6 1 0,3 1 51 0,0 7-7 15,1-10-22-15,-2 22 0 16,-4 12 206-16,0 12-103 0,-1 8-51 0,-1 6-34 16,0 7 183-16,0 4-66 0,0 25-57 0,-3 15 14 15,-3 3 187-15,3 6-73 0,-2 7-74 0,3 11 153 16,0-1-109-16,1 4-56 0,1-3-27 0,0-9 67 16,0 5-51-16,0-6-22 0,3-8 0 0,11-11-21 15,-1-4 0-15,0-11 8 0,4-2-267 0,-2-7 129 16,0-8 65-16,2-6-851 0,-2 0 427 15</inkml:trace>
  <inkml:trace contextRef="#ctx0" brushRef="#br0" timeOffset="-31692.58">19547 17890 1613 0,'2'-10'0'0,"0"4"0"0,0 4 0 0,1 2 0 0,1 0 0 0,-1 6 0 0,1 7 0 0,3 0 0 0,2 5 0 0,0 0 0 0,3 1 0 0,-1 0 0 0,3-1 14 0,0-1 19 0,0-2-1 16,4-2-512-16,-2-1 245 0,1-5 122 0</inkml:trace>
  <inkml:trace contextRef="#ctx0" brushRef="#br0" timeOffset="-31527.57">19932 17570 1432 0,'3'-8'0'0,"-1"6"0"0,0 2 0 0,-2 7 0 0,0 22 0 0,-13 12 0 0,-10 16 0 0,-3 5 319 0,-6 8-143 0,-2 2-72 0,-1 8 282 15,-6 8-180-15,5-5-87 0,-2 1-182 0,1 2 47 16,1-13 33-16,1 4-8 16,1-8-564-16,2-4 294 0,2-8 147 0</inkml:trace>
  <inkml:trace contextRef="#ctx0" brushRef="#br0" timeOffset="-29828.81">12279 17727 1293 0,'-7'0'0'0,"2"0"0"0,-1 0 0 0,1 3 0 0,1 4 0 0,-3 7 0 0,1 1 0 0,0 1 0 0,1 10 0 0,1-3 0 0,0 6 0 0,3 1 117 0,1 3-42 0,0 2-21 0,0 0 0 16,0-2 79-16,7 0-42 0,4-2-33 0,3-3 17 15,2-3-20-15,3-5-1 0,2 0-59 0,-3-8 8 16,9 1 30-16,-5-7 0 0,-2-2-32 0,3-4 0 16,-2 0 31-16,0 0 9 0,-4-12-91 0,0-8 29 15,-4-1 25-15,-4-6-16 0,1-1-69 0,-7-3 32 16,1-3 28-16,-2-2-53 0,-2 0 36 0,0 0 8 15,-2-3 1-15,-9 4-1 0,-3-1 21 16,0 2-7-16,-3 4 14 0,-3 5-10 16,4 11 0-16,-5 2-4 0,-1 9 46 0,-2 2-18 15,4 1-1-15,-4 7 32 0,9 4-25 0,-2 6 10 16,4-1-30-16,4 2-6 0,3-2 9 0,4-1 8 16,2-3-6-16,0 3-157 0,0-3 74 0,5-1 36 15,9-4-273-15,2 0 138 0,4 1 68 0,1-5 33 16,5 2-128-16</inkml:trace>
  <inkml:trace contextRef="#ctx0" brushRef="#br0" timeOffset="-29653.29">12718 17805 1083 0,'7'0'0'16,"5"3"0"-16,-3-3 0 0,0 2 0 0,3-2 0 0,-1 0 0 0,2 0 0 0,4 0 392 0,1 0-180 0,3 0-90 0,4 0 72 15,0 0-80-15,-4-2-33 0,8-3-8 0,-8 0-245 16,2-1 103-16,-5 1 50 0,1 3 27 16,-8-1-209-16,4 3 113 0,-6 0 60 0</inkml:trace>
  <inkml:trace contextRef="#ctx0" brushRef="#br0" timeOffset="-29496.7">12791 18110 1750 0,'0'5'0'0,"0"0"0"0,2 1 0 0,6-4 0 0,3 0 0 0,2-1 0 0,8-1 0 0,5 0 0 0,0 0 287 16,3 0-119-16,1 0-71 0,2 0 126 0,-2 0-95 15,2-1-47-15,-4-5-24 0,-4 0-133 0,4-3 51 16,-5 4 28-16,3-2-632 0</inkml:trace>
  <inkml:trace contextRef="#ctx0" brushRef="#br0" timeOffset="-24129.27">20358 17733 892 0,'-2'-2'0'0,"2"2"0"0,0 0 0 0,0-1 0 0,2-2 0 0,7 2 0 0,9-2 0 0,4-5 216 0,-2 1-83 16,9-5-55-16,-1 2 24 0,0 1-34 0,-1 2-1 15,-5 1-34-15,-2 3 41 0,0 0-9 0,-8 3-32 16,0 0-60-16,-1 0 30 0,-4 0 0 0,0 4 37 16,-2 4-217-16,-3 1 104 0,0 0 53 0,-2 0 26 15,0 3-424-15,0-3 201 0,0 4 66 0</inkml:trace>
  <inkml:trace contextRef="#ctx0" brushRef="#br0" timeOffset="-23959.73">20475 17931 771 0,'-9'6'0'0,"2"2"0"0,5 2 0 0,1-5 0 0,1 0 0 0,0-4 150 16,0 1-59-16,5-2-29 0,12 0 290 0,4 0-159 15,-2 0-72-15,2-2-48 0,1 1 85 0,-3-4-63 16,0 3-31-16,-3-1 0 0,-4 1-229 0,1-2 94 16,-1 2 52-16,-3 0 26 0,-2 2 0 0,-2 0 26 15,1 0-427-15,0 0-106 0</inkml:trace>
  <inkml:trace contextRef="#ctx0" brushRef="#br0" timeOffset="-23347.85">21261 17562 691 0,'2'-7'0'0,"-2"3"0"0,3-1 0 0,-3 0 0 0,0 2 0 0,0-3 0 0,0 1 0 0,0-2 0 0,0 3 85 0,0-4-26 0,0-2 9 16,0 2 32-16,-3-4-34 0,1 1 1 0,0 0-10 0,-1-2 1 15,-1 3-17-15,-1-3-8 16,-1 1 0-16,-2 3 0 0,-1 0-1 0,2 4 1 15,-2-1 8-15,-3 0-8 0,1 3 0 0,2 2 121 16,-1-1-61-16,0 2-22 0,3 0-7 0,-3 0 115 16,5 0-73-16,-3 2-37 0,3 2 8 0,1-1-14 15,1 2-8-15,-2-1-22 0,1 1 43 0,1 0-22 16,-1 1 1-16,1 1-14 0,-3 1 1 0,2 3-9 16,-2-2 0-16,1 4 26 15,-1 3-26-15,1 1 8 0,-1 1-9 0,1 1 1 16,-2 8 0-16,4-6 0 0,-1 6 50 0,2-5-17 15,0 7-8-15,2-4-26 0,0 2-2 0,0-1 2 16,0-6 1-16,0 4 8 0,0-1-58 0,0-1 25 16,2 1-1-16,2 3-46 0,-2-2 35 0,-1-1 16 15,1 6-6-15,0-1-18 0,-2-2 32 0,0 2-15 16,0 1 44-16,0-3-3 0,0 4-30 0,0-4-7 16,0 0 39-16,0-3-30 15,0 4-2-15,0-4 17 0,0 1-46 0,0-3 41 16,0 2-7-16,0-3-41 0,0 1-1 15,-2-3 47-15,-1 2-7 0,-3-5-30 0,-1 0-1 0,-2-2 17 16,-1-2-18-16,-1-1-5 0,-1-2 27 0,-3-1-10 16,1-2-90-16,-3-4 43 0,-3 2 25 0,4-3-7 15,-1 0-102-15,0 0 55 0,0 0 33 16,2-4-307-16,2-7 158 0,2-3 72 0,3 1 49 0,2 1-421 16,6 0 229-16,0 1 117 15</inkml:trace>
  <inkml:trace contextRef="#ctx0" brushRef="#br0" timeOffset="-22167.47">21383 18163 484 0,'0'-9'0'0,"0"6"0"0,0 1 0 0,0-1 0 0,-3 2 0 0,1-1 0 0,-2 2 0 0,-1 0 0 0,1 0 467 0,-1 0-222 0,0 8-105 0,1 2-54 15,1 3 16-15,-3 6-34 0,1 0 8 0,-1 7 25 16,0-3-34-16,-1 4 0 0,0 2-35 0,-1 3 32 16,-2-2-23-16,1 2-8 0,0-3-99 0,2-3 50 15,-2-4 24-15,4-2 1 16,1-5-258-16,1-3 118 0,1-3 76 0,0-4 9 15,2-2-168-15,0-3 73 0,0 0 59 0,0 0-281 16,7-8 165-16,2-10 82 0</inkml:trace>
  <inkml:trace contextRef="#ctx0" brushRef="#br0" timeOffset="-21974.99">21341 18109 487 0,'1'-21'0'0,"1"10"0"0,0 2 0 0,0 3 0 0,-2 3 0 0,0 0 0 0,2 3 414 16,1 0-182-16,9 8-104 0,3 11 215 0,0 6-155 15,3 8-77-15,2 5-40 0,-4-3 183 0,9 12-115 16,-6-2-53-16,-1-2-27 0,1 0-45 0,0-1 19 16,-2-8 8-16,0 0-121 0,-2-2 56 0,-2-8 29 15,-4-3-1-15,0-2-259 0,-2-7 139 0,-3 2 74 16,-3-7-448-16,1-4 235 0,-2 1 79 0,0-4 64 16,-2 0-257-16,-6 0 168 15</inkml:trace>
  <inkml:trace contextRef="#ctx0" brushRef="#br0" timeOffset="-21843.05">21401 18391 700 0,'-14'-10'0'0,"7"2"0"0,1 6 0 0,3-3 0 0,-1 4 0 0,0-4 0 0,3 3 266 0,1 0-108 0,0-3-67 0,1 3 3 16,12 0-31-16,3 0 0 0,0 2-30 0,5 0-97 16,5 0 45-16,1 8 25 15,2 2-397-15,-1-1 210 0</inkml:trace>
  <inkml:trace contextRef="#ctx0" brushRef="#br0" timeOffset="-21608.66">21916 18280 1020 0,'0'-17'0'0,"0"1"0"0,0-2 0 0,0 1 0 0,-10-2 0 0,-3 6 0 0,-1 0 0 0,0 5 150 0,-2 3-58 0,2 3-30 0,-6 2 74 16,2 0-55-16,-3 6-24 0,5 13 107 0,-2 2-66 15,1 5-32-15,6 4 8 0,2-1 89 0,2 4-64 16,4 0-34-16,3-3 1 0,0 1 119 0,3-9-67 16,13 5-47-16,5-9 0 0,1-3-38 0,3-5-1 15,3-4-162-15,-3-4 89 0,6-2 33 0,-2 0 0 16,-1 0-187-16,-3-5 114 16,3-3 57-16,-6 5 36 0,8-3-835 0</inkml:trace>
  <inkml:trace contextRef="#ctx0" brushRef="#br0" timeOffset="-20867.45">22120 17903 1017 0,'-6'0'0'0,"3"0"0"0,1 0 0 0,0 0 0 0,2 0 0 0,-2 0 0 0,2 0 0 0,0 0 0 15,0 0 0-15,7 0 0 0,11 0 233 0,2 0-92 0,6 0-59 0,3 0-24 0,2 0 74 0,1 0-50 16,4 0-24-16,-1 0 7 0,2 0-32 0,-3 0 0 16,-3 0 0-16,0 0-144 0,-10 0 72 0,0 0 44 15,-1 0-260-15,-10 0 143 0,-2 0 37 0,-3 0 47 16,-2 0-32-16,-1 0 34 0</inkml:trace>
  <inkml:trace contextRef="#ctx0" brushRef="#br0" timeOffset="-20687.93">22334 17538 993 0,'-7'-7'0'0,"3"5"0"0,2 0 0 0,2 2 0 0,0 2 0 0,0 10 206 0,0 9-87 0,0 8-43 0,0 9-22 16,0-1 9-16,0 14-30 16,0-1 464-16,0 3-232 0,0 3-117 0,0-1-57 15,0-10-148-15,0 11 40 0,0-11 25 0,0-2 0 16,2-2-413-16,5-9 219 0,2 1 118 0,3-4 46 15,-1-2-625-15</inkml:trace>
  <inkml:trace contextRef="#ctx0" brushRef="#br0" timeOffset="-20290">23106 17736 1001 0,'2'-40'0'0,"1"12"0"0,4 3 0 0,0 2 0 0,-2-3 0 0,1-2 0 15,-2 2 0-15,-1-1 0 0,0-1 141 0,1 1-59 0,-3-4-24 0,1 3 38 0,-2 2-31 16,0 5 0-16,0-1-12 0,0 3-20 0,-10 4 0 16,-1 2-1-16,-1 5 1 0,-4 3 0 0,-2 5 8 15,-5 0 17-15,0 13 59 0,-1 8-43 16,2 2-20-16,1 5 120 0,2 5-63 0,4 1-43 15,1 0 1-15,7 1 171 0,2 9-103 0,3-6-52 16,2 2 75-16,0 11-68 0,0-3-30 0,0 1 1 16,0 5 92-16,2 0-62 0,1-4-21 0,1 3-9 15,-2-3-30-15,1 2 0 0,-1-6 0 0,1-1-104 16,-1-7 60-16,-2 1 18 16,0-3-136-16,0-4 82 0,0-10 39 0,0 1 10 15,0-5-101-15,-7-3 25 0,-2-3 39 0,0-6-25 16,-1 1-213-16,1-1 91 0,-2-4 79 0,2-2 35 15,-1 0-265-15,4 0 150 0,1 0 75 0,5 0-434 16,0-4 259-16,0-2 126 0,5 1-329 0</inkml:trace>
  <inkml:trace contextRef="#ctx0" brushRef="#br0" timeOffset="-19979.15">23408 18201 527 0,'0'-15'0'0,"0"2"0"0,0-1 0 0,0 4 0 0,-1-2 0 0,-3-1 329 0,-2-1-147 0,1 1-67 16,-3 0 89-16,0 3-85 0,-1 0-43 16,-2 2-22-16,-2 5 34 0,-3 1-20 0,0 2-8 15,-3 4-27-15,-1 11 13 0,1 9-13 16,-2 5-1-16,2 0 90 0,2 5-49 0,6 0 0 15,2 1 93-15,4-2-67 0,5 5-33 0,0-8 8 16,0 2 60-16,9-5-50 0,3-4-26 0,8-5 0 16,-4-3-186-16,3-3 89 0,-1-5 31 0,1-3-164 15,4-4 102-15,0 0 52 0,-3-6 25 0,1-6-611 16,2-9 253-16,-3 0 161 0,1-2 62 0,-2-3-353 16,-1-4 223-16</inkml:trace>
  <inkml:trace contextRef="#ctx0" brushRef="#br0" timeOffset="-19821.57">23548 18154 2252 0,'2'-17'0'0,"-1"8"0"0,-1 1 0 0,0 5 0 0,2 1 0 0,0 2 0 0,0 0 0 0,0 8 0 0,0 7 0 0,1 8 0 0,-1 0 0 0,2 7 0 0,-1 1 0 0,0 0 229 15,1 3-99-15,-2-2-48 0,-1-3-10 0,1 2-39 16,0-9-1-16,0 2-367 0,-1-8 183 0,1-4 93 16,-2-4 54-16,2 0-236 15,-2-6 136-15,0 0 70 0,0-2-20 0,0 0-552 16,0-9 279-16,0-10 151 0,0-8-154 0</inkml:trace>
  <inkml:trace contextRef="#ctx0" brushRef="#br0" timeOffset="-19509.27">23555 18133 1193 0,'-5'-23'0'0,"3"5"0"0,2 5 0 0,0 2 0 0,2 2 0 0,7-1 0 0,8 2 0 0,1 2 0 0,7 1 0 0,-2 3 155 16,-3 0-62-16,3 2-30 0,-1 0 110 0,-2 0-74 15,-1 9-33-15,-3 1-1 0,-3 4-70 0,-2-3 0 16,-5 6 46-16,-2-2-58 0,-4 0 26 0,0 1-1 15,-2 0 25-15,-13 0-55 0,2-2 36 0,-3 0-9 16,0-4 82-16,-2-1-27 0,6-1-39 0,2-4 4 16,2-2 197-16,3-1-98 15,1-1-46-15,4 0-22 0,0 0-1 0,2 0-22 0,14 0 8 0,7 0 147 16,2 0-77-16,1 6-40 16,3 6 1-16,-1 3-73 0,-3 3 42 0,0 5-8 15,-4 5-61-15,-5-1 31 0,-4 4-1 0,-5-1 31 16,-6-6-74-16,-1 9 33 0,0-10 7 0,-10 1 82 15,-9-7-38-15,-4-3-1 0,2-5-36 0,-11-1 74 16,2-5-28-16,-2-2 0 0,-2-1-30 0,2 0-61 16,-3-4 44-16,5-7 18 0,3-3-556 0,2-2 266 15,8-4 124-15,12-1 48 0</inkml:trace>
  <inkml:trace contextRef="#ctx0" brushRef="#br0" timeOffset="-18904.12">24373 17815 677 0,'-10'-5'0'0,"2"3"0"0,3-1 0 0,3 1 0 0,0 2 0 0,2 0 0 0,0 0 0 0,0 0 164 0,9 0-66 0,14 0-32 16,-1 0 194-16,6 0-114 0,4 5-48 16,0-3-37-16,3 4 112 0,1-2-70 15,-1 3-36-15,-2 1 3 0,1-2-29 0,-4 0-8 16,0 0 0-16,-3-1-132 0,-6-3 66 0,-1-1 32 15,-5-1 9-15,-4 2-243 0,-5-2 122 0,-1 0 71 16,-3 0-377-16,-2 0 199 0,0 0 58 0,0 0 68 16,-6-5-190-16</inkml:trace>
  <inkml:trace contextRef="#ctx0" brushRef="#br0" timeOffset="-18690.64">24710 17315 1024 0,'-4'0'0'0,"0"0"0"0,3 5 0 0,-3 10 0 16,0 4 0-16,1 8 0 0,-1 4 0 0,-1 13 402 0,4 5-184 0,-3 4-93 0,0 9 274 0,0 1-183 15,3-8-84-15,-3 15-53 0,3-8 1 16,1-6-24-16,0 2 1 0,0-5-290 0,0-6 141 16,0 6 58-16,0-6 34 0,0-10-183 15,0 2 108-15,0-8 54 0,0-8-484 0,0-2 249 16,0-11 50-16,0 0 86 0,0-9 44 0,0-1 13 15</inkml:trace>
  <inkml:trace contextRef="#ctx0" brushRef="#br0" timeOffset="-18133.59">25563 17662 556 0,'2'-13'0'0,"-2"1"0"0,0-1 0 0,0 2 0 0,0-1 0 0,0-3 98 0,0-1-32 0,0-1 0 15,0 2 63-15,0-3-40 0,0 3-32 0,-2-2-1 16,0-1 28-16,0 2-26 0,0 2 9 0,-1-1 12 15,-3 0-7-15,1 4-39 0,0 2-1 0,0 1 45 16,-3 2-22-16,3 0 8 16,-3 5 2-16,2-1-33 0,-1 0 1 0,2 0 0 0,1 2 36 0,0 0-28 15,0 0-8-15,2 0 0 0,0 0-1 0,2 0 1 16,-2 0 0-16,2 0 29 16,-3 0-29-16,3 0 0 0,-4 0 0 0,0 0-23 15,-1 0-1-15,-2 0 32 0,0 6-30 0,-1-2-5 16,0 4 26-16,-2-1-11 0,1 0-32 0,3 3 36 15,-1 1 0-15,-2 0-14 0,2 3 32 0,0 1-24 16,2 1 3-16,-1 2 1 0,0 2 74 0,2 7-34 16,0-4 1-16,3 8 30 0,-1 0-23 0,2 9-7 15,0 3-32-15,0 3 1 0,0 4 0 16,0 3 0-16,2 3 101 0,1 0-54 0,1-2-24 16,0 2 0-16,0-1-70 0,-2-3 24 15,0-9 7-15,0 7-80 0,-2-4 49 0,0-12 22 16,0 4 1-16,-8-4-129 0,-2-7 74 0,-2 1 12 15,-2-11-156-15,-3-1 80 0,0-2 50 0,-1-6 3 16,-1-2-88-16,-1-6 43 0,4 0 35 0,1 0 10 16,0 0-252-16,5-13 138 0,3-3 61 0,3-11-370 15,4 0 223-15,0-4 113 0</inkml:trace>
  <inkml:trace contextRef="#ctx0" brushRef="#br0" timeOffset="-17924">25545 18041 1444 0,'9'4'0'0,"-4"2"0"0,1 3 0 0,-1 1 0 15,-3 3 0-15,0 0 0 0,-2 9 0 0,0-2 530 0,0 9-253 0,0-4-122 0,0 1-61 0,0 1 65 0,0-3-64 16,0-2-22-16,0 3-67 16,-2-4 27-16,0-3 0 0,2-1 0 0,-2-5-329 15,-1-4 172-15,3-2 75 0,0-2-461 0,-2-2 267 16,-2-2 132-16,1 0-25 0,1-6-334 0,-2-8 222 15,-1-10 108-15,3-1 53 0,-1-7-83 0,-4-10 68 16</inkml:trace>
  <inkml:trace contextRef="#ctx0" brushRef="#br0" timeOffset="-17614.81">25506 18092 691 0,'-2'-23'0'0,"-3"3"0"0,3 8 0 0,2 1 0 0,0 1 0 0,0 3 0 0,2 2 0 0,13-3 316 0,6 0-146 16,1 1-68-16,7-1-35 0,-1 3 177 0,2 0-98 15,0 2-61-15,-2 3 14 0,-4 0-34 0,-4 5 1 16,0 8-98-16,-5 2 40 0,-2 3-7 0,-7 3 32 15,-4 0-103-15,-2 7 52 0,0-4 25 0,-14 1 8 16,-4-1-36-16,-3 1 26 0,-2-3-11 0,1-5 0 16,-3-2 58-16,6-3 3 0,-1-3-70 0,3-5 94 15,6-1-37-15,3-3 0 0,2 0-11 16,3 0 152-16,3 0-66 0,2 0-42 16,11-1-22-16,9-1-55 0,3-1 0 0,-3 2 43 15,9 1-152-15,-5 0 72 0,-1 6 36 0,-2 7 0 16,-2 2-177-16,-8 3 101 0,1 5 21 0,-8 1-31 15,-3 1 15-15,-3-1 32 0,0 1-30 0,-8-4 101 16,-9 5-31-16,1-6-27 0,-5-1 199 0,0-6-94 16,4-4-35-16,-5 0-31 0,2-2 17 0,2-6 1 15,3-1 6-15,4 0-27 0,0 0-338 16,7-8 161-16,4-12 86 0,0-4-516 16,13-10 283-16</inkml:trace>
  <inkml:trace contextRef="#ctx0" brushRef="#br0" timeOffset="-17414.35">26051 17991 1429 0,'2'-6'0'0,"-1"2"0"0,2 3 0 0,-3 1 0 0,0 0 0 0,0 0 0 0,0 0 0 0,-3 11 343 0,-5 11-155 0,-4 5-69 16,1 2 265-16,-2 15-175 0,0-5-88 16,3 2-45-16,-1 3 25 0,2-5-26 15,-4 12-8-15,1-7-299 0,1-2 133 0,2-7 65 16,-1-2 42-16,3-4-182 0,2-9 103 0,0-1 51 15,4-9-497-15,-1-2 175 0,2-3 147 0,0-5 85 16,0 0-318-16,0-18 198 0,7-6 99 0</inkml:trace>
  <inkml:trace contextRef="#ctx0" brushRef="#br0" timeOffset="-17239.81">26051 17942 1926 0,'6'-13'0'0,"-1"3"0"0,0 7 0 0,0 0 0 0,1 3 0 0,1 0 0 0,0 16 0 0,4 6 0 0,-1 8 0 0,3 9 269 0,-1 5-118 0,-1-4-51 0,4 12 203 16,-4-3-135-16,4-1-68 0,-2-3-38 0,0-1-29 16,-1-8 8-16,-1 1-9 0,-2-3-263 0,0-6 132 15,-2-5 66-15,-2-5 33 16,-4-5-480-16,2 0 215 0,-3-6 143 0,0-2-627 16,0-2 358-16</inkml:trace>
  <inkml:trace contextRef="#ctx0" brushRef="#br0" timeOffset="-17096.2">25938 18335 1566 0,'-11'-8'0'0,"6"3"0"0,1 0 0 0,4 2 0 0,0-3 0 0,0 1 0 0,6-3 0 0,8 1 275 16,7 2-113-16,4 0-69 0,-2 1 104 0,2 1-82 16,2 1-41-16,-3 2-21 0,-1 0-216 0,4 0 93 15,-1 13 52-15</inkml:trace>
  <inkml:trace contextRef="#ctx0" brushRef="#br0" timeOffset="-16964.55">26635 18590 1685 0,'0'-17'0'0,"0"5"0"0,0 9 0 0,0 1 0 0,0 0 0 0,0 0 0 0,0 1-72 0,0-1 53 0,0-1 25 0</inkml:trace>
  <inkml:trace contextRef="#ctx0" brushRef="#br0" timeOffset="-6809.17">8634 15157 575 0,'0'0'0'0,"0"0"0"15,0 0 0-15,0 0 0 0,0-2 0 0,0-3 0 0,2 0 0 0,0 4 0 0,1-1 0 0,-3-2 0 0,0 3 0 0,3 1 0 0,-3 0 26 0,0-3 12 0,0 3-7 0,0 0 0 0,0 0-16 16,0 0 15-16,0 0 0 0,0 0 7 15,0 0 47-15,0 0-25 0,2 0 1 16,-2 0 22-16,0 0-16 0,2 0-8 0,0 0-25 16,1 0 57-16,3 0-29 0,0 0 0 0,0 0 21 15,-1 0-28-15,-1 0-1 0,7 4-20 0,-6-2 18 16,-3-2-18-16,3 0 8 0,-2 4 0 0,1-4-9 16,1 1 1-16,-1-1 0 0,3 3 21 0,0-3-13 15,-2 0-8-15,4 0-1 0,4 0 25 16,1 0-1-16,0 0-23 0,2 0 15 15,-1 0-15-15,-1 0-1 0,-4 0 1 0,6 0-38 16,-4 0 38-16,-3 0 8 0,5 0-31 0,-1 0 23 16,5 0-1-16,-4 0 1 0,7 0-29 0,0-3 28 15,7-2-2-15,-3-2-12 0,4-5-19 0,1 2 22 16,-4 3 5-16,-3 2-24 0,2-3 21 0,-5 3-1 16,1 1 2-16,-4 0-42 0,-3 2 1 0,4 1 40 15,-5-1-3-15,-1 2-5 0,2 0 4 0,-3 0-11 16,-1 0-42-16,1 0 21 0,2 0-2 15,-2 0 15-15,-1 0 32 0,2 0-27 16,4 0 4-16,0 0 48 0,3 0-25 0,2 0 2 16,4 0-23-16,-5 0 8 0,3 0-7 15,0 0 19-15,-2 0 10 0,2 0-17 0,-2 0-5 0,-3 0 11 16,3 0-45-16,-1 0 6 0,-4 0 27 0,3 0-43 16,-3 0 41-16,4 0-7 0,-3 0 5 0,-1 0-9 15,3 0 8-15,0 0-21 0,0 0 38 16,0 0-20-16,1 0 1 0,-1 0 2 0,1 0-7 0,1 0 5 15,-2 0 0-15,-1 0 2 16,2 0-6-16,1 0 8 0,-3 0-4 0,3 0-33 16,0 0 32-16,-1 0-2 0,6 0 1 0,-3 0-1 15,6-2 0-15,-1-1-1 0,3-4 1 0,1 1 10 16,4 1-8-16,-2-3-2 0,-1 3-25 0,-3-3 24 16,0 0 1-16,-3 3-1 0,3 1 3 0,-9 1-3 15,6-1 1-15,-4 3-29 0,3-3 28 0,-5 1-3 16,1 1 0-16,3 0-36 15,-2 1 36-15,3-2-4 0,-3 1 4 0,2 1-20 16,-2-1 15-16,5-2 2 0,1 1-6 0,-1-2 5 16,2 2 1-16,-2 2-3 0,-3-2 7 0,7 0-6 15,-9 0 1-15,4 2-1 0,-6-3 3 0,2 2-2 16,-2 1 1-16,0-2 6 0,0 1-6 0,-1 0 0 16,0 2 22-16,4-1-1 0,-4 1-18 0,5-2-2 15,-1 0 11-15,1 0-9 0,2 1 2 0,1-4-2 16,0 2-10-16,2-1 10 0,0 0 2 0,-1-1-7 15,1 1 7-15,0 2-1 16,-5-2 1-16,5 3 21 0,-2-1-23 0,-5 0 1 16,0 2-3-16,4 0 16 0,-6 0-12 0,8-3-1 15,-3 3 4-15,-1-1-4 0,3-1 3 0,-3 0-2 16,5-2 21-16,-1 2-20 16,-1-3 1-16,2 1 23 0,0 0 0 0,-2 0-22 0,-1 3 4 0,3-1-20 15,-2 2 17-15,0 0 0 0,-1 0 4 0,-4 0-27 16,2 0 4-16,1 0 18 0,-1 0-22 15,0 3-1-15,3-1 18 0,-4 0 3 16,-2 1-34-16,5-2 32 0,-3 1-7 0,3 0-10 16,-3 0 11-16,0-2 2 0,-1 3-4 0,3-3 0 15,1 1 3-15,-1-1 0 0,0 0-1 0,0 1 2 16,1-1-2-16,1 1 1 0,0-1 9 0,-1 3-9 16,-1-1 0-16,-1 0 0 0,-2 2 7 0,6-2-7 15,-5 0 1-15,3-1-1 0,-1 1 1 0,-2-2 0 16,8 2 1-16,-4-2 1 15,4 0-1-15,-2 0-1 0,2 0 1 0,0 0 40 16,-1 0-39-16,4 0 0 0,-1 0-9 0,0 0 9 16,-1 0 1-16,3 0 1 0,-1 0-17 0,1 0 15 15,-2 0 1-15,0 0 3 0,2 0-4 0,-1 0 1 16,-1-2-2-16,0 0 25 0,-1 1-24 0,1-1 0 16,10 0-2-16,-12-1 34 0,7 2-30 15,4-1-1-15,-1 0 23 0,-1-1-21 0,2 2 5 0,-9 0 3 16,5 0-38-16,-3 1 34 15,1 0-3-15,-3-3 1 0,-4 3-25 0,-2-2 1 16,4 2 22-16,-5 0-39 0,-1-2 36 0,-3 2 0 16,-1-2-6-16,1 2-6 0,-2 0 9 0,-5 0-6 15,1-1 30-15,-2 1-25 0,0 0-1 0,-4 0 1 16,1 0 18-16,-5 0-15 0,1 0-1 0,-3 0 11 16,-1 0-11-16,-1 0 4 0,0 0-3 0,-1 0-83 15,-2 0 40-15,0 0 20 0,0 0-141 16,0 0 67-16,-12 0 43 0,-16 5 9 15,-13 21-712-15,-12 13 361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9:00:01.8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0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16T09:02:31.652"/>
    </inkml:context>
  </inkml:definitions>
  <inkml:trace contextRef="#ctx0" brushRef="#br0">1332 8783 674 0,'-2'0'0'0,"-1"0"0"0,0 0 0 0,1 2 0 0,-1-2 0 0,1 0 0 0,0 2 0 0,2-2 0 0,-1 0 0 0,1 0 98 16,0 0-32-16,0 0 8 0,0 0-1 0,0 0-40 15,0 0 8-15,0 0 19 0,0 0-27 0,0 0 0 16,0 0-1-16,0 0 35 0,0 0-26 0,0 0-8 16,1 0 0-16,1 0 27 0,0 0-1 0,3 0-26 15,-2 0 8-15,0 0 16 0,2 0-24 0,2 0 20 16,-2 0-20-16,3-2-1 0,-3 0 9 0,2 0-25 15,2 2 17-15,-1-2 0 16,0 1-1-16,3-1-17 0,-3 0 26 0,3 0-8 16,1 0-1-16,0 0-11 0,-1 0 10 0,0 0 10 15,2 1-31-15,2-2 20 0,0 1-3 0,0 1-3 16,2-3 4-16,-2 2 8 0,1-2-9 0,2 2-21 16,-2-1 22-16,-1 1-1 0,5 0 0 0,-3 1-5 15,-2-2 4-15,5 1 0 0,0 1-3 16,0-1-36-16,0 2 36 0,1 0-11 15,0-2-15-15,-1 2 25 0,1 0-3 0,0 0-26 16,-1 0 24-16,1 0 7 0,0 0-9 0,-1 0-10 16,2 0 11-16,2 0 1 0,0 0-4 0,-2 0 2 15,2-2 0-15,1-1 0 0,1 2-1 0,-2 0-9 16,3-1 10-16,-2-1 3 0,2 2-5 0,1-3-9 16,-1 2 10-16,2 0-28 0,0 0 26 0,1 1 4 15,-1-2-5-15,-4 2-31 0,3 1 30 16,-1 0 1-16,-1 0-3 0,-3 0-7 15,5 0 6-15,0-2 2 0,1 0-3 0,3 0 18 16,-2-2-18-16,2-2 4 0,1 0-5 0,0 0-11 16,0-2 13-16,1 1-18 0,-1 1 18 0,-1-2 2 15,3 3-3-15,0 1 5 0,-3 0-4 0,-1 0-1 16,1 0 1-16,0 3-13 0,-2-1 11 0,2 0 1 16,0 0-2-16,1 0 4 0,-1 2-5 0,0-2 3 15,3 0-12-15,-1 1 10 0,1-2 2 0,-3 2-2 16,1-1-21-16,0 0 22 0,1-2-3 15,1 2-15-15,0-1 14 0,-2 1 2 16,-1 0-3-16,-5 2-27 0,6 0-1 0,-4 0 28 16,-4 0-3-16,4 0-39 0,-2 0 36 0,-5 0 2 15,6 0-3-15,-4 0 1 0,-2 0-3 0,1 0 27 16,0 0-25-16,-3 0 0 0,-1 0-2 0,-2 0 32 16,0 0-28-16,-4 0 0 0,0 0 0 0,-2 0-6 15,-1 0 9-15,1 0-1 0,-3 0 4 0,0 0-29 16,-1 2 0-16,0-2 24 15,-2 2-31-15,-2-2 30 0,0 0-4 0,-1 0-78 16,1 0 32-16,-2 0 18 0,-1 0 0 0,0 0-147 16,0 0 78-16,0 0 39 0,0 0 0 0,-8 0-324 15,4 0 179-15,-6-4 89 0,2-3 46 0,-1-7-373 16,1-5 201-16</inkml:trace>
  <inkml:trace contextRef="#ctx0" brushRef="#br0" timeOffset="217.41">3976 8295 569 0,'-3'-2'0'0,"3"1"0"0,0 1 0 0,0 0 0 0,2 0 0 0,6 0 297 16,6 0-132-16,-1 0 56 0,6 0-86 0,6 3-55 15,-2 2-24-15,0 5 177 0,4 0-100 0,-3 2-50 16,-1 2-17-16,3 0-12 0,-5 1 1 0,-2-1-22 16,-3 3-1-16,0-2-19 0,-5 2 7 0,-2-2 13 15,-7 3-1-15,1 5-44 0,-3 2 22 0,-3 2-1 16,-11 3 32-16,-8 6-9 0,0-2 1 0,-4 0-49 15,-1 0 21-15,-3 1-24 16,4-6 46-16,-6 6-312 0,2-5 144 0,3-7 64 16,1-2 38-16,0-4-555 0</inkml:trace>
  <inkml:trace contextRef="#ctx0" brushRef="#br0" timeOffset="1169.08">1960 6389 668 0,'0'-8'0'0,"0"4"0"0,-3 0 0 0,3 2 0 0,-3 1 0 0,0 1 0 0,3 0 0 0,-3 0 117 0,-1 0-34 0,3 0-30 16,-1 0 1-16,2 6 21 0,-2 7-21 0,1 2-1 16,1 5-12-16,0 6 7 0,0 5-16 0,0 3 1 15,0 8 0-15,0 1 51 0,0-3-17 0,0 15 13 16,0-4-24-16,0 3 1 15,0 10-24-15,0-1 23 0,1 7 8 0,1 5-31 16,0 15 0-16,-1-3 32 0,3 3 0 0,-1-4-32 16,4-5 8-16,0 21 16 0,2-8-25 0,0 3 1 15,1 1-3-15,0-2 2 0,0-13 9 0,-1 15-55 16,-1-23 23-16,-3 7 0 0,0-4 23 0,1 1-39 16,-2-4 42-16,0 1-15 0,-3-5 9 0,-1 2-68 15,0-2 31-15,0-1-1 16,0-8 23-16,0 8-45 0,0-16 22 0,0 2-8 15,2-1-6-15,1-7 33 0,-1-3-7 0,-1 6-57 16,1-6 28-16,0-3-7 0,-1-9 34 0,-1 4-56 16,0-12 20-16,2 0-10 0,-2-3 37 0,0-5-73 15,0-6 33-15,0-2-9 0,0-3 35 0,0-3-89 16,-2-1 43-16,-3-2-41 0,-1 0 38 0,-2-2-8 16,-1-14 46-16,2-3-233 0,1-8 116 0,1-6 59 15,-1-9 29-15,3-5-240 16,1-6 139-16</inkml:trace>
  <inkml:trace contextRef="#ctx0" brushRef="#br0" timeOffset="1421.82">1939 6417 829 0,'-9'-6'0'0,"0"5"0"0,7 1 0 0,-4 0 0 0,-1 0 0 0,-1 0 0 0,-1 7 0 0,-2 4 82 16,-2 10-28-16,-1 2 8 0,1 5-29 0,-1 4 0 0,1-1-1 0,2 3-96 16,1-2 44-16,5-3 26 0,-1-8 0 0,3 0-264 15,3-10 132-15,0-2 66 0,0-8 33 0</inkml:trace>
  <inkml:trace contextRef="#ctx0" brushRef="#br0" timeOffset="1550.48">1865 6428 771 0,'3'-6'0'0,"0"5"0"0,4-2 0 0,-1 3 0 0,2 0 0 0,1 0 0 0,4 4 0 0,3 5 0 0,5 1 211 16,4 3-93-16,2 1-48 0,0 4 1 0,3 3-38 15,-3 1-1-15,3 3-114 0,0 1 53 0,2 6 31 16,-5 1 0-16,-4 4-358 0</inkml:trace>
  <inkml:trace contextRef="#ctx0" brushRef="#br0" timeOffset="2353.34">2112 8738 471 0,'-7'-6'0'0,"0"3"0"0,2-4 0 0,-1 5 0 0,1-4 0 0,-2 0 0 0,2-2 0 0,0 3 88 15,0-3-19-15,0 3-9 0,2 0-27 0,0 2 26 16,-1 1 1-16,-1 1-28 0,1-1 50 0,1 2-9 16,0 0-41-16,-2 2 11 0,2 7-10 0,0 3 8 15,-3 2-8-15,6 0 22 0,0 0-22 0,-2-1-1 16,2-3 1-16,0 1-12 0,0-3-9 0,0-1 20 16,0-3 1-16,2-1-31 0,1-3 31 0,3 0-59 15,-1 0 23-15,1 0-8 16,-1-3 36-16,2-6-41 0,-2-5 15 0,-1 1-4 15,-1 0 22-15,0 0-47 0,-1-2 21 0,-1 4-9 16,-1 1 27-16,0 1-34 0,0 0-1 0,0 3 25 16,0 1 4-16,-6 1-15 0,3 0 14 0,-2 2-5 15,-1 2 68-15,-2 0-30 0,0 2-1 0,3 11 32 16,-1-1-28-16,3 8 9 0,1-2-36 0,-1 1 68 16,3-2-30-16,0 0 14 0,0-2-41 0,0-4 17 15,8-1-12-15,-2-3 11 0,4-1-9 16,-4-2-63-16,2-4 29 0,1 0-10 15,-1 0 16-15,-1 0-8 0,1-4 28 0,-2-9-55 16,-3 3 23-16,2-3-7 0,-4-4 30 0,1 2-35 16,0-3-1-16,-2-1 18 0,0 0 9 0,0 0-28 15,-2 1 25-15,-4 1-3 0,-1 3 3 0,-2 1 33 16,-1 4 1-16,2 3 9 0,-2 2-1 0,-2 3-35 16,1 1-2-16,0 0 91 0,1 5-41 0,-1 8-12 15,4 4-3-15,-2 2 20 16,6 0 1-16,2-1-24 0,1-1-11 0,0-5-31 15,0 5-6-15,1-6 47 0,4-2-6 0,7-4-211 16,3 1 98-16,1-3-292 0,0-3 183 0,3 0 78 16,0 0 48-16,5-3-193 0,1-3 113 15,0-3 49-15</inkml:trace>
  <inkml:trace contextRef="#ctx0" brushRef="#br0" timeOffset="3375.39">3376 6894 657 0,'-2'-6'0'0,"1"4"0"0,-3-1 0 0,2-1 0 0,-3 0 0 0,3 1 0 0,-1 1 0 0,0 0 154 0,0-1-64 0,3 2-29 15,-5 1 0-15,3 0 26 0,1 0-26 0,-2 0 7 16,1 8-35-16,1 1 11 0,1 2-11 0,0 0-1 16,0 0 1-16,0 2 41 0,0-5-41 0,0 4-41 15,0-5 41-15,1 0 0 0,1-1-1 0,2-2-45 16,0-3 19-16,-1-1 0 0,2 0 26 0,-1 0-57 16,0 0 19-16,1-1 7 0,0-9 9 0,-3 0-14 15,0-2 11-15,1 0 9 0,-3-4-19 16,0 6-8-16,0-5-14 0,0 4 35 15,0 1-1-15,0 1-1 0,-3 4-3 0,-1-1 60 16,-1 2-28-16,-2 2 0 0,2 1-23 0,-1 1 41 16,1 0-18-16,-1 5 4 0,0 5-17 0,2 2-11 15,3 2 14-15,1-1-6 0,0 1 16 0,0-6-40 16,0 2 33-16,0 0-6 0,1-5-42 0,3 1 0 16,5-3 35-16,-4 0-40 0,3-3 13 0,-2 0 1 15,1 0 12-15,0 0-41 0,-2-3 19 0,1-6 2 16,-1-1 15-16,-1-1-33 15,0 0-6-15,-2 0 41 0,1 1-10 0,-3-1-8 16,0 1 6-16,0 1 7 0,0 2 23 0,0 1-24 16,-6 1-4-16,1 2 89 0,0 2-40 0,-3-1 0 15,3 2-37-15,-2 0 58 0,0 0-24 0,4 9 15 16,-2 1-41-16,2 1 42 0,3-1-37 0,0-1 1 16,0 2 14-16,0-2-19 0,0 1 10 0,0-3 8 15,6-1-50-15,-1-1-1 16,2 0 39-16,0-4-59 0,0 0 26 0,1-1-11 15,-3 0 37-15,4 0-57 0,-3 0 24 0,-4-2-7 16,4-8 31-16,-3 0-39 0,1-1 35 0,-1 2-10 16,-2-2 7-16,-1-2-26 0,0 2 24 0,0 1-2 15,0 0 1-15,0 2-2 0,-4 1-1 0,-1 1 50 16,0 5-23-16,0-1 5 0,-4 2-26 0,1 0 73 16,3 0-33-16,-3 3 8 0,3 7-40 0,2 0 31 15,-1 3 1-15,2-2-16 16,-1 0-6-16,3 1 13 0,0-3-12 0,0 0-24 15,0-1 25-15,0-3 5 0,5-1 0 0,-1 0-92 16,1-1 41-16,-2-3 15 0,2 0 0 0,-4 0-83 16,3 0 47-16,-3 0 17 0,1 0 0 0,0-3-142 15,1 1 78-15,-2-2 26 0,1 2-150 0,1 2-114 16,0 0 154-16,2 0-136 0</inkml:trace>
  <inkml:trace contextRef="#ctx0" brushRef="#br0" timeOffset="20507.43">8648 7195 987 0,'-2'-5'0'0,"0"4"0"0,2-2 0 0,-3 2 0 0,0 1 0 0,1-2 0 0,0 2 0 0,0 0 210 15,2 0-93-15,0 0-42 0,0 0-21 0,0 0 62 16,0 0-42-16,0 0-13 0,0 0-7 0,0 10-34 16,0 3 13-16,0 5 0 0,0-1 93 0,0 7-39 15,0 7-31-15,0 1 64 0,0 1-44 0,0 3-22 16,0 7 0-16,0-5 31 0,0 11-30 0,0-2-1 16,2-2-21-16,0 2 39 0,0 0-39 15,1-9 8-15,0 10-8 0,1-12-27 16,-2 1 27-16,1-1 0 0,1-2-23 0,-2-2 8 15,0-2 15-15,0-4-72 0,0-3 35 0,-2 0 8 16,0-3 0-16,0-3-110 0,0-4 58 0,0-3 19 16,0-1 0-16,0-2-157 0,0-5 89 0,0 0 26 15,-2-2 32-15,-4 0-291 0,4-2 149 0,-1-16-151 16,3-3 149-16,0-8 67 0,-2-3 46 0</inkml:trace>
  <inkml:trace contextRef="#ctx0" brushRef="#br0" timeOffset="20807.68">8563 7443 1011 0,'0'-14'0'0,"0"7"0"0,0 1 0 0,0-2 0 0,0-3 0 0,5 4 0 0,3-5 0 0,4 2 350 16,4 2-150-16,10 0-87 0,-4 1-41 0,5-2 139 16,-1 8-89-16,2-1-22 0,-5 2-26 0,7 0-8 15,-3 2-33-15,-2 10-23 16,-4 1 0-16,-3 4 23 0,-5-1 8 0,2 9-69 15,-8-3 31-15,0 2 0 0,-5-2 30 0,-2 4-23 16,0-6 8-16,0 6 15 0,-7-5-1 0,-4 0 25 16,-2-2-1-16,-1-2-52 0,-3-2 16 0,-1-4 4 15,2-2 0-15,-3-3-53 0,-1-2 25 0,5-3 11 16,-3-1 38-16,3 0-273 0,2 0 120 0,2-5 52 16,2-4 32-16,0-1-327 0,6 1 132 0,3-4 98 15,0 1 45-15,0 1-255 0,5 0 150 16,9 2 74-16,4-3-266 0,5 3 175 15</inkml:trace>
  <inkml:trace contextRef="#ctx0" brushRef="#br0" timeOffset="20967.27">9116 7450 1518 0,'3'4'0'0,"3"-1"0"15,-4 1 0-15,-1-1 0 0,1-2 0 0,1-1 0 0,0 2 0 0,1-2 261 0,0 1-114 0,3-1-58 0,5 3-27 0,-1-2 186 16,-2 1-100-16,6-2-61 15,-2 2-28-15,3 0-126 0,-2 2 49 0,2-1 26 16,-2 1-415-16,-1 2 216 0,1 1 111 0,-2 0-537 16,-1 5 266-16,-2-1 167 0</inkml:trace>
  <inkml:trace contextRef="#ctx0" brushRef="#br0" timeOffset="21122.85">9206 7733 1092 0,'-8'10'0'0,"0"-5"0"0,5 1 0 0,-1-3 0 0,2-1 0 0,2-2 0 0,0 0 0 0,9 0 557 16,10 0-266-16,5-6-129 0,2-5-65 0,-3-2 273 16,2 3-169-16,-4 0-263 0,3 0 44 0,-7 2 25 15,1 5 0-15,-4 1-632 0,-1 2 328 0,-2 0 174 16</inkml:trace>
  <inkml:trace contextRef="#ctx0" brushRef="#br0" timeOffset="22097.87">9843 7579 587 0,'-8'-7'0'0,"2"2"0"0,2 0 0 0,-1-1 0 0,1-1 0 0,2-1 0 0,-1 3 0 0,0-2 233 0,3-1-100 0,0 1-50 15,0-1-25-15,3 1 67 16,4-1-49-16,4 2-16 0,5 1 0 0,2-1-27 15,1 3 0-15,2 0 19 0,1 3-19 0,-1 0-1 16,1 4 1-16,-5 9-29 0,-2 3 29 0,0 3 7 16,-1 4-7-16,-5 2-33 0,-4 3 33 0,-3 0 0 15,-2 2-5-15,0 2 14 0,0-1-19 0,-5 0 9 16,-6-2-4-16,-5-3 1 0,2-2-2 0,-4-5-24 16,-3 2-9-16,1-6 33 0,-3-4 0 0,4-3-53 15,-3-5 24-15,0 1 6 16,1-4 15-16,4 0-193 0,0 0 82 0,4 0 49 15,3-2-211-15,3-5 114 0,1 1 44 0,6-4-152 16,0-1 107-16,2 0 55 0,14-4 26 0,0 0-91 16,12-2 63-16,-1-2 28 0</inkml:trace>
  <inkml:trace contextRef="#ctx0" brushRef="#br0" timeOffset="22335.23">10276 7448 1053 0,'0'-10'0'0,"-6"7"0"0,-1-3 0 0,-6 1 0 0,-2 3 0 0,0 0 0 0,-2 2 0 0,-1 0 0 16,0 0 156-16,-3 12-65 0,3 6 79 0,1 3-69 0,0 3-34 15,0 6 0-15,6 1 67 0,-1 2-55 0,7 0-23 16,3-1 0-16,2 0 64 0,0-4-44 0,5-3-13 16,13 3-9-16,-1-7-2 0,3-1-19 15,3-3 0-15,-2-4-101 0,7 3 47 16,-2-7 27-16,2-3-236 0,-4-1 124 0,-1-2 68 15,2 2 13-15,-5-5-392 0,1 0 178 0,-2 0 109 16,-3 0 20-16,2-5-271 0,-6-7 165 0</inkml:trace>
  <inkml:trace contextRef="#ctx0" brushRef="#br0" timeOffset="22519.76">10516 7496 1177 0,'0'0'0'0,"0"0"0"0,0 0 0 0,-2 3 0 0,1 4 0 0,-1 1 0 0,2 2 288 0,0-2-127 0,0 3-56 0,3 2 134 16,7-1-103-16,1-1-51 0,3 0-27 0,-1 3-140 15,0-1 65-15,0 0 21 0,0-2 0 0,1 1-365 16,-2-1 197-16,-1-1 98 0,1-3-238 0,1-2 157 16,-1-5 78-16</inkml:trace>
  <inkml:trace contextRef="#ctx0" brushRef="#br0" timeOffset="22742.17">10799 7320 1033 0,'-7'-2'0'0,"4"1"0"16,-1 1 0-16,0 0 0 0,-1 0 0 0,0 0 0 0,-1 5 0 0,0 8 405 0,0 6-178 0,-1 8 205 0,-2 4-200 0,-3 9-100 15,1 3-49-15,-3 8-25 0,0 3 114 16,-5 10-73-16,4-2-33 0,-2 2 71 15,2 0-52-15,0 2-26 0,4-12 8 0,-5 14-168 0,7-18 67 16,0 4 34-16,0-5-361 0,2-11 205 0,2-2 90 16,3-5 49-16,0-10-502 0,2-5 212 0,0-6 139 0,0-4-340 15,0-6 241-15,2 0 118 0,4-13 58 0</inkml:trace>
  <inkml:trace contextRef="#ctx0" brushRef="#br0" timeOffset="23059.44">10851 7179 737 0,'3'-18'0'0,"7"8"0"0,1 2 0 0,-2 1 0 0,1 2 0 0,1-1 0 0,3 2 449 16,-1 3-208-16,4 1 34 0,-2 0-125 0,2 0-59 16,-2 7-29-16,0 6-40 0,-2 3 10 15,-2-2 9-15,-1 5-8 0,-3-1-68 16,-5 3 33-16,0 0 1 0,-2 5 33 0,0-5-144 15,-13 5 68-15,-1-3 38 0,-2-1-85 16,-3-1 29-16,0-2 38 0,2-6 83 0,0-1-42 0,1 0 0 16,0-2-45-16,7-5 317 0,2 0-140 0,0-2-63 15,4-3-23-15,1 1 133 0,2-1-76 0,0 0-43 16,3 0 90-16,13 0-59 0,5 0-41 16,-1-1 43-16,5-5-39 15,-1-1 0-15,-1 3-38 0,-1-2-199 0,2 2 96 0,-3 2 51 16,-2 0 26-16,0 2-649 0,0 0 306 0,-3 0 172 15,0 0 33-15</inkml:trace>
  <inkml:trace contextRef="#ctx0" brushRef="#br0" timeOffset="23890.59">11634 7906 663 0,'0'0'0'0,"0"0"0"0,0 0 0 0,0 0 0 0,0 0 0 0,0 0 0 0,0 0 152 0,0 0-60 15,0 0-30-15,0 0 109 0,0 0-70 0,0 0-25 16,0 0-9-16,0 3 9 0,-3 8-21 0,-4 0 0 16,0 1-23-16,0 4-67 0,-2-3 29 0,-1 0 0 15,1 0-195-15,-1-2 116 0,3-5 59 0,-1 0-162 16,2-3 100-16,3-1 12 0,1-2 39 0,2 0-327 16</inkml:trace>
  <inkml:trace contextRef="#ctx0" brushRef="#br0" timeOffset="24267.8">12104 7567 737 0,'0'0'0'0,"0"0"0"0,0 1 0 0,0 5 0 0,0 1 0 0,0 5 121 0,0 1-44 0,0 2-22 0,0 5 51 16,0 1-28-16,0 5-9 0,2 0-36 0,7 2 82 15,3-3-42-15,0 2 1 0,6-3-33 0,0-2 17 16,1 1 0-16,0-6-25 0,-2-2-4 0,2-2 4 16,1-3 8-16,-1-1-41 0,-2-5 33 0,1-3 0 15,-2-1 0-15,-2 0-3 0,2-1 11 0,-3-10-8 16,-2-7-1-16,1-4-22 0,-3-4 14 16,-4-3 7-16,-1-2-3 0,-1-4-40 0,0 1 17 15,-3-3 0-15,0 0-38 0,0 1 26 16,-10 0 1-16,-1 0-50 0,-3 5 32 0,2 3 0 15,-3 3 25-15,0 9-23 0,-2-2-14 0,-2 7 40 16,-2 5-21-16,3 5-11 0,-3 1-12 0,0 0 35 16,-1 5-18-16,3 8-31 0,0 0 18 0,4 3-1 15,2-2-112-15,3 3 64 0,3-1 20 0,2 0-231 16,3-1 131-16,2 4 66 0,0-2 34 16,0 3-246-16,0-2 131 0</inkml:trace>
  <inkml:trace contextRef="#ctx0" brushRef="#br0" timeOffset="24584.98">11959 7940 1219 0,'-15'7'0'0,"6"-3"0"0,-1-2 0 0,1-2 0 0,2 0 0 0,3 0 0 0,1-4 0 0,3-6 0 0,0-2 0 0,5-3 151 0,9-4-63 0,6 0 44 15,0 1-50-15,4-3-24 0,3 0 0 0,1 2 11 16,0 2-8-16,1 4-29 0,-3 2 1 0,-6 8 23 15,5-2-23-15,-3 5 8 0,-2 0-9 0,1 0-27 16,-3 10 28-16,-2 5 0 0,3 2 27 0,-6-1 9 16,4 7-37-16,-4 0 63 0,1-1-31 0,-2-1 0 15,2-2-31-15,1 0 53 0,0-1-30 0,0-1-1 16,2-2-22-16,0 0 25 0,0-2-26 0,-1-1 9 16,3-3-8-16,-4 0-27 15,2-3 26-15,1 0 1 0,0-3-91 0,1 0 54 16,-1-3 14-16,0 0-289 0,0 0 145 0,-1-3 55 15,-1 0 42-15,0-5-464 0,-2-2 239 0,2 3 114 16,-3 0 58-16,0-1-395 0,0-1 226 0</inkml:trace>
  <inkml:trace contextRef="#ctx0" brushRef="#br0" timeOffset="24784.34">12838 7615 1351 0,'2'-4'0'0,"0"2"0"0,2 1 0 0,-1-1 0 16,1 0 0-16,2 0 0 0,2 0 0 0,4 0 465 0,2-1-220 0,2 1-107 0,2-1-52 0,0 2 105 15,-1 0-79-15,4-2-32 0,-4 3-7 0,2 0-203 16,-5 0 82-16,2 0-144 0,-2 0 113 0,-5 0 63 16,3 0 21-16,-3 0-517 15,1 0 267-15,-4 5 56 0,-1 3 91 0</inkml:trace>
  <inkml:trace contextRef="#ctx0" brushRef="#br0" timeOffset="24966.31">12964 7842 1317 0,'-7'8'0'0,"1"-2"0"0,4-1 0 0,0-1 0 0,2-2 0 0,0-2 0 0,0 0 0 0,0 0 0 0,12 0 492 15,4 0-230-15,1 0-115 0,2-2 98 0,1 0-110 16,0-2-51-16,-2 2 34 0,-3 1-42 0,0 1-22 15,-5 0 8-15,3 0-290 0,-4 0 131 0,1 0 65 16,-3 0 32-16,-1 0-490 0,-1 1 270 0,-1 1 83 16</inkml:trace>
  <inkml:trace contextRef="#ctx0" brushRef="#br0" timeOffset="25994.87">13504 7361 952 0,'-12'-1'0'0,"6"1"0"0,1 0 0 0,1 0 0 0,4 3 0 0,0 6 0 0,0 5 108 0,0 2-37 0,9 2 224 15,4-2-122-15,6 5-75 0,0-2-32 0,0 0 148 16,2-2-90-16,-3 0-46 0,-1-3-15 0,2 3-7 15,-2-2-23-15,-2 0-1 0,-2 1-190 0,-2-1 96 16,1-3 55-16,-5 0-138 0,-3-3 89 0,1-1 44 16,-3-4 23-16,0-2-479 0,0 0 224 0,-2-2 59 15,0 0 76-15,2-12-193 0,0-10 135 0</inkml:trace>
  <inkml:trace contextRef="#ctx0" brushRef="#br0" timeOffset="26218.27">13881 7183 1222 0,'2'-8'0'0,"1"7"0"0,-1-1 0 0,0 2 0 0,-2 0 0 0,0 0 0 0,0 11 0 0,0 6 0 0,-5 7 0 0,-3 5 470 0,-4 9-223 0,-2 4-107 15,-4 6 260-15,-3 9-184 0,0 4-91 16,0-3 43-16,-6 18-72 0,1-2-31 0,2 0-1 0,0-1-3 16,-1-2-1-16,4-10-19 15,-3 13-8-15,3-12-111 0,4-9 56 0,1-3 28 16,0-6-257-16,5-11 151 0,0-8 62 0,5-3-402 15,0-11 187-15,5-3 116 0,-1-4 58 0,2-4-202 16,0 0 128-16,0-12 61 0,11-11 29 0,6-4-379 16,2-7 205-16</inkml:trace>
  <inkml:trace contextRef="#ctx0" brushRef="#br0" timeOffset="26671.58">14140 7482 1022 0,'2'-10'0'0,"-1"5"0"0,-1 2 0 0,0-4 0 0,0 4 0 0,0-1 0 0,0 2 0 0,-3 0 165 0,1 2-66 0,0 0-24 16,0 0-10-16,2 4 112 16,0 10-72-16,0 2-37 0,0 0 1 0,0 3 57 15,6 2-51-15,6 1-21 0,2-1 55 0,3-4-38 16,0-2 8-16,6 0-6 0,1-3-40 0,2-5 0 15,0-1 0-15,2-6-15 0,2 0 23 0,-1 0-8 16,1-6 0-16,-2-7-47 0,-1-4 24 0,-1-2 0 16,-4-3-61-16,-3-3 38 0,-2 1 7 0,-2-2-139 15,-4 1 69-15,-3-1 43 0,-4 3 6 16,-3-7-121-16,-1 2 59 0,0 0 38 0,-3 0 2 16,-9 0-35-16,3 7 12 0,-6 2 8 15,0 4 22-15,-2 4 55 0,0 7-23 0,-2 2 1 16,1 2 197-16,-3 10-102 0,0 8-47 0,3 7 246 15,0 5-129-15,2 2-74 0,0 3-7 0,4 8 142 16,0 1-93-16,4 1-45 0,3 2-23 0,1 2 26 16,4-6-16-16,0 11-8 0,0-5-25 0,0-2-29 15,2 0 0-15,4 1 28 0,-3-7-237 0,5 5 115 16,-2-9 61-16,1-2-428 16,-1-1 206-16,1-7 123 0,-1-5 10 0,2-6-350 15,-1-5 217-15,0-3 110 0,5-8 54 16,-1 0-316-16,5-6 177 0</inkml:trace>
  <inkml:trace contextRef="#ctx0" brushRef="#br0" timeOffset="26867.84">14807 7368 1778 0,'0'0'0'0,"0"0"0"0,-4 14 0 0,-6-3 0 0,-1 6 0 0,-2 4 0 0,3 4 0 0,1 4 0 0,0 3 489 0,3 4-229 0,2-1-113 15,2-1-57-15,2 2 55 0,0-4-48 0,0 3-36 16,6-6 0-16,7-1-274 0,0-2 123 0,3-5 70 16,2 2-196-16,3-6 125 0,-4-9 62 0,3 1-650 15,1-3 339-15,-2-6 72 0,0 0 121 16</inkml:trace>
  <inkml:trace contextRef="#ctx0" brushRef="#br0" timeOffset="27104.35">14942 7541 1240 0,'-4'-14'0'0,"2"4"0"0,2 1 0 0,0 2 0 0,0-1 0 0,0 1 0 0,11 5 0 0,6-2 412 16,3 4-194-16,3 0-92 0,2 0-47 0,0 6 121 15,-3 10-83-15,0 3-34 0,-1 3-77 0,-5 3 27 16,-4 2-1-16,-3-1-72 16,-3 2 37-16,-4-3 8 0,-2 5 27 0,-2-1-120 15,-11-1 61-15,-6-1 29 0,-3-3 1 0,-4 0-118 16,-4-4 64-16,1-2-11 0,-1-6 33 0,4 1-137 15,7-6 74-15,4-5 11 0,2-1-150 0,5-1 99 16,5 0 50-16,3-10-98 0,3-12 73 0,15 1 29 16,4-6 9-16,7-8-225 0,-2 0 131 0,3 1 65 15</inkml:trace>
  <inkml:trace contextRef="#ctx0" brushRef="#br0" timeOffset="27263.92">15223 7480 570 0,'9'-19'0'0,"-4"10"0"0,-1-3 0 0,-3 7 0 0,-1 1 122 0,0 2-36 16,-3 2-31-16,-9 0 417 0,-1 6-220 0,0 11-110 15,-2 3-54-15,2 4 342 0,1 4-202 0,3 1-98 16,4 3-49-16,5-2 127 0,0 0-88 0,0 0-35 16,7-2-157-16,9-2 52 0,2-1 27 0,1-2-402 15,1-5 215-15,1-3 114 0,0-3 45 16,2-3-298-16,-3-4 173 0,1-1 1 16,-3-4-47-16,-3 0-402 0</inkml:trace>
  <inkml:trace contextRef="#ctx0" brushRef="#br0" timeOffset="27455.41">15423 7382 1659 0,'2'-15'0'16,"5"4"0"-16,2 2 0 0,1 3 0 0,3 1 0 0,2 4 0 0,0 1 0 0,8 1 0 0,-2 15 0 0,1 4 467 0,-1 5-217 0,1 9 117 0,-5-1-159 0,0 11-91 16,-8-1-43-16,-2 2 39 15,-5 2-40-15,-2 1-1 0,0-6-31 0,-13 11-44 16,-6-6 36-16,-2-3 0 0,-4-1-1 0,-5-3-268 15,2-5 142-15,-12 2 60 0,7-6-613 0,4-8 324 16,1-2 93-16,9-4-513 0</inkml:trace>
  <inkml:trace contextRef="#ctx0" brushRef="#br0" timeOffset="27645.9">16191 8026 2095 0,'0'0'0'0,"0"0"0"0,4 4 0 0,-2-2 0 0,-1-1 0 0,-1 2 350 0,0-1-163 0,0 2-77 0,0-3 12 16,0 3-45-16,0-2-22 16,0 0 8-16,0 1-774 0,0 1 367 0</inkml:trace>
  <inkml:trace contextRef="#ctx0" brushRef="#br0" timeOffset="30748">16896 7238 1243 0,'0'0'0'0,"0"0"0"0,0 0 0 0,0 0 0 0,0 5 0 0,0 5 0 0,0 2 0 0,0 2 153 0,0 1-60 0,0 2-30 0,0 0 10 0,0 3-32 15,0 0-8-15,-7 3-29 16,0 0 1-16,0 1 28 0,1-5 0 0,-4 4-18 16,3-4 18-16,0-1 0 0,-1-4 0 0,3-5-1 15,-2 0 1-15,4-2 8 0,-1-5-8 0,2 0-34 16,0-2 30-16,2 0-34 0,-1 0 107 0,1 0 43 15,0 0-60-15,0 0-18 0,0 0-35 0,3 0 1 16,8-3 0-16,3-1-19 0,2-2 18 16,3 5 1-16,1-2 0 0,1 1-21 15,0 1 20-15,4 1 9 0,1 0-8 0,-2 0-51 16,0 0 25-16,3 0-18 0,-3 0-46 0,-1 0 37 16,-1 0 18-16,-1 0-82 0,-2 0 46 0,-4 0 18 15,-4 0 1-15,-1 0-13 0,-3 0 21 0,-3 0 10 16,-1 0 0-16,-1 0 39 0,-2 0-21 0,0 0-12 15,0 0-18-15,0 1 196 0,0-1-89 0,0 0-37 16,0 2 180-16,0 1-108 0,-2 0-39 0,-1 4-63 16,-1-1 5-16,2 4 1 15,0 3 8-15,2 0-43 0,0 4 1 0,0 1 33 16,0 3 1-16,0 0-74 0,4 3 45 0,3 3-9 16,-1-2 38-16,2-1-142 0,-3 0 44 15,-1 1 39-15,0-5-83 0,-1 3 53 0,1-1 11 0,-2-2 11 16,-2 0-8-16,0-3 29 0,0-3-15 0,0 0 45 15,0-2-1-15,-4-2-31 0,-3-2-3 0,-1-3 22 16,-2-1-20-16,-2-2 3 16,-3 0 10-16,-2-2-115 0,-1 0 52 0,-3 0 25 0,1-6-383 15,-6-4 200-15,4-8 96 0,-4-3-465 16,-1-9 280-16</inkml:trace>
  <inkml:trace contextRef="#ctx0" brushRef="#br0" timeOffset="30924.08">16779 7361 1312 0,'-2'2'0'0,"2"2"0"0,0 0 0 0,0-3 0 0,6-1 0 0,6 0 0 0,9 0 0 0,4 0 251 16,3 0-109-16,2 0-55 0,-3 0 151 0,6 0-107 16,-3 0-49-16,-2 0-157 0,-2 0 54 0,-4 3 27 15,1-1 8-15,-5 2-422 0,2 1 220 0,-5 0 111 16,-4 6 55-16,-5-1-529 0</inkml:trace>
  <inkml:trace contextRef="#ctx0" brushRef="#br0" timeOffset="31107.65">16795 7754 1274 0,'-3'0'0'0,"3"0"0"0,0 0 0 0,0 0 0 0,0 0 0 0,7 0 0 0,7 0 0 0,2 0 437 15,9 0-202-15,-3 0-101 0,3 0-50 0,-5 0 21 16,5 0-39-16,-3 0-1 0,3 0-32 0,-4 0-396 16,2 0 198-16,0 0 107 15,2 2-264-15,-1-1 174 0</inkml:trace>
  <inkml:trace contextRef="#ctx0" brushRef="#br0" timeOffset="31290.66">17404 7365 1574 0,'0'-4'0'0,"-2"3"0"0,2-2 0 0,0 3 0 16,-2 0 0-16,2 0 0 0,0 0 0 0,0 0 0 0,0 0 232 0,0 0-99 0,0 4-42 0,0 6-188 0,2 1 64 16,0-2 33-16,-1 2-182 0,1-3 107 0,0 0 62 15,0-1 19-15,0-1-541 0,-2-2 264 0,1-4 131 16</inkml:trace>
  <inkml:trace contextRef="#ctx0" brushRef="#br0" timeOffset="31836.2">17347 7258 686 0,'-7'-11'0'0,"1"3"0"0,1 3 0 0,3 1 0 0,2 0 0 0,0 2 0 0,0-4 259 0,11 5-118 0,8-1-53 16,1 0-28-16,7 0 134 0,-5 2-72 0,7 0-34 15,-1 0-27-15,-4 0-1 0,-3 2-27 16,0 6-49-16,-5-1 33 0,-1 3-9 15,-4-1 25-15,-3-2-165 0,-2 4 83 0,-4 2 41 0,-2-1 28 16,0 1-196-16,-12 4 97 0,-4-1 7 0,-4 2 39 0,-2-4-73 16,2 2 14-1,-7-1 35-15,1-2 118 0,3-1-52 0,3-4 1 0,-1 0 188 16,4 0-102-16,2-2-51 0,4-3-11 0,3-1 90 16,4 0-58-16,2-2-5 0,1 3 16 0,1-3 78 15,0 0-61-15,7 0-31 0,7 0 1 0,0 0-79 16,4 0 32-16,-2 0-8 0,1 0-140 0,1 0 82 15,-2-3 41-15,-2 1-339 0,-3 0 164 0,-1 2 93 16,-2-1 14-16,-2 1-158 0,-4 0 83 16,0 0 59-16,-2 0 21 0,0 0-189 15,0 0 113-15,0 0 57 0,-4 1 29 0,0-1-59 16,-2 0 46-16,2 0 74 0,1 0-32 16,-1 0 32-16,2 0 0 0,2 0 141 0,-1 0-111 0,1 0-27 15,0 0 0-15,0 0 72 0,0 0-31 0,0 7-35 16,0 1 40-16,0 4 191 0,1-1-75 0,1 3-70 15,0 2-6-15,0 0 5 0,0 1-22 0,-2 0-9 16,0-2-82-16,0 1 26 0,0-3 0 16,0-4-42-16,0-1 42 0,0-3-8 15,0-1 34-15,-2-2-43 0,-2-2 11 0,1 0 0 16,1 0 3-16,0 0 54 0,0-2-62 0,2-2 18 16,0-1-24-16,0-3 132 0,0 1-47 0,0 1-31 15,4-1 51-15,5-1-34 0,-4 3-5 0,5-2-76 16,-2 2 38-16,-1 0-9 0,0 1 24 0,-1 2-250 15,-2 0 117-15,0 0 65 0,-2 1 13 16,0 1-184-16,-1 0 82 0,-1 0 59 0,0 0-11 16</inkml:trace>
  <inkml:trace contextRef="#ctx0" brushRef="#br0" timeOffset="32454.9">17396 7564 784 0,'-5'19'0'0,"-2"7"0"0,2 3 0 0,0-1 0 0,1 2 0 0,2 0 0 0,0-2 0 0,2-5 159 0,0 1-63 16,0-3-24-16,0-5-7 0,4-2-39 15,3-5 7-15,3-3 0 0,1-2-1 0,0-4-24 16,3 0-9-16,2-12 34 0,1-5-119 0,-2-5 59 16,2-3 30-16,-2-3-174 0,2-4 93 0,0-7 18 15,-2 1 34-15,2-3-148 0,-2-2 64 0,0 1 17 16,4-6 36-16,-2 2 8 0,-1 3 17 0,4 0-1 15,-4 4 0-15,0 4 47 16,2-8-19-16,-5 14 0 0,2-2 193 0,-5 9-104 0,-1 3-42 16,-5 10 199-16,-1 1-117 0,-1 3-34 15,-2 3-37-15,0 2 106 0,0 2-63 16,-9 17-18-16,-6 3-8 0,0 4-37 16,0 2-1-16,-2 0 1 0,2 2-54 15,4-5 35-15,0-1-8 0,5-5 27 0,4-5-22 0,0-4 1 16,2 0 20-16,0-6 9 0,2-4-70 0,8 0 16 15,2 0-1-15,6-4-7 0,0-11-1 0,-1 4 26 16,1-2 9-16,3-1 22 0,-1 3 1 0,-2 2-29 0,-1 1 49 16,-1 3-1-16,0 3-41 15,-7 1 5-15,3 1 29 0,-5 0 6 0,-1 3-31 0,-3 10 65 16,-1 4-31-16,-2 5-7 0,-2 1-10 16,-9 2-5-16,-2 1 6 0,-4-1-8 0,0 0-144 15,-1 2 69-15,-3-3 35 0,-2 0-4 0,-2 1-311 16,4-4 154-16,-4-3 84 0,2-3-201 0,7-5 131 0,-2-5 39 15,8-3 33-15,-4-2-233 0,5 0 141 0,1-11 70 16,1-6 36-16,3-4-116 0,2-1 87 16,2-1 97-16,0 3 0 0,0 1 0 15,0 4 0-15,0 3 0 0,2 1 0 0,2 6 237 16,3-1-124-16,3 3 400 0,0 0-261 16,6 3-88-16,1 0-71 0,7 0 171 0,-1 6-115 15,3 2-58-15,1 2-30 0,1-2 224 0,-6 2-119 0,4 3-70 16,-3-2-32-16,-2-2-107 0,-3 1 37 0,1-1 1 15,-4-2-421-15,-1 1 226 0,-5-4 116 0,0 1-555 16,-1-1 321-16,-4-2 110 0</inkml:trace>
  <inkml:trace contextRef="#ctx0" brushRef="#br0" timeOffset="32712.22">17736 7675 1007 0,'-7'6'0'0,"1"3"0"0,2-3 0 0,2 0 0 0,0-4 0 0,2 3 0 0,0-1 0 0,0-3 0 0,0-1 0 0,4 3 146 0,6-3-56 0,1 0-29 0,0 0 8 0,3 0-69 16,-4 0 0-16,-1 0-32 15,3 0 31-15,-3 2 1 0,-1 4 41 16,-2-3 36-16,0 4-22 0,-5 3 0 0,1 1-22 16,-2 0 8-16,0 3 25 0,-2-1 0 0,-5 0 17 15,-3 0 11-15,-3-2-31 0,1 2 9 0,0-3-80 16,-3-3 1-16,2 1 40 0,0-5-1 0,-1-1-264 15,3-2 140-15,0 0 52 0,3 0 34 16,-1-2-434-16,5-9 214 0,2-4 72 16,2-4-99-16,0-11 114 0</inkml:trace>
  <inkml:trace contextRef="#ctx0" brushRef="#br0" timeOffset="32881.75">18106 7204 1122 0,'11'-8'0'0,"1"5"0"0,-1 0 0 0,-6 2 0 0,-1-2 0 0,-2 3 0 0,-2 0 235 16,0 0-102-16,0 0 198 0,-2 10-150 0,-9 3-65 16,-2 2-46-16,-4 2-76 0,0 0 39 0,0 3 0 15,0-2 0-15,2-3-441 0,0 2 217 16,4-4 111-16,4-3 57 0,3 0-292 0</inkml:trace>
  <inkml:trace contextRef="#ctx0" brushRef="#br0" timeOffset="33044.33">18285 7182 1673 0,'2'1'0'0,"1"5"0"0,-1 3 0 0,-2 2 0 0,0 1 0 0,-7 2 0 0,-9 5 0 0,0 1 0 0,-1 4 129 0,-3 0-49 0,0 2-23 0,-1 3-39 16,0-2-7-16,0 1 21 0,-2 1-403 15,2-1 202-15,3-2 100 0,4-7 60 0,7 0-250 16,5-8 146-16</inkml:trace>
  <inkml:trace contextRef="#ctx0" brushRef="#br0" timeOffset="33207.89">18209 7386 753 0,'6'0'0'0,"2"5"0"0,-4 3 0 0,1 5 0 0,-3 0 0 0,0 6 557 0,-2 4-262 0,0 3-131 15,0 2-58-15,-4 4 187 0,-1-2-130 0,-3 4-65 16,2 2-32-16,0-3-132 0,1 1 58 15,-1-3 16-15,3-7 0 0,1-4-182 0,2-3 103 0,0-7-584 16,0-3 333-16,0-7 164 0</inkml:trace>
  <inkml:trace contextRef="#ctx0" brushRef="#br0" timeOffset="33444.25">18313 7204 1301 0,'17'-11'0'0,"3"3"0"0,3 0 0 0,-3 1 0 0,1-1 0 0,-2 5 0 0,-2-3 0 0,0 4 181 0,-4 0-66 0,2 2 25 16,-5 0-53-16,-3 0-28 0,-2 8 1 0,-3 3-56 15,-2 4 37-15,0 4-8 0,-7 3 0 16,-10 1-70-16,-2 1 35 0,-5 3 0 0,-1-1 11 16,-9 7-8-16,2-4 32 0,-1 1 0 0,-1 0 0 15,0-4-130-15,6-3 65 0,0-3-211 16,9-4 122-16,4-4 49 0,6-4 32 0,2-3-173 0,7-4 89 0,0-1 37 15,5 0-314-15,13-6 184 16</inkml:trace>
  <inkml:trace contextRef="#ctx0" brushRef="#br0" timeOffset="33556.96">18473 7372 906 0,'14'0'0'0,"0"3"0"0,-1 4 0 0,-6-3 0 0,-1 3 0 0,-2 2 255 0,-2-3-111 0,0 4-47 15,-1-3-36-15,1 3 158 0,0-1-93 0,-2 4-46 16,2-2-24-16,0-1-286 0,-1 3 127 0,3-2 68 15</inkml:trace>
  <inkml:trace contextRef="#ctx0" brushRef="#br0" timeOffset="33724.07">18356 7570 1116 0,'-4'0'0'0,"1"0"0"0,1 0 0 0,2 0 0 0,0 0 0 0,0 0 265 16,3 0-116-16,10 0-50 0,3 0-37 0,0 0 157 15,1 0-93-15,0-2-46 0,0 1-24 0,1-2-237 16,-4-1 103-16,-1 2-510 16,-3 0 295-16,-1-3 150 0,-2 1 73 0,-3 0-360 15</inkml:trace>
  <inkml:trace contextRef="#ctx0" brushRef="#br0" timeOffset="33984.91">18448 7517 728 0,'-9'0'0'0,"5"0"0"15,0 0 0-15,4 3 0 0,0 2 0 0,0 1 0 0,0 3 0 0,2 2 0 0,4 0 57 0,1 2 0 0,-3 2-45 0,-1 3-1 0,-1-2 30 16,0 3-8-16,-2 0-59 0,0 1 29 0,-4 1 0 16,-8 1 30-16,-2-5-140 15,-4 2 61-15,-3-2 29 0,-2-1 0 16,-1-3 31-16,2-4-26 0,2-1 22 0,0-1 223 16,1-2-109-16,4-3 271 0,6 0-181 0,1 0-83 15,3-2-53-15,3 0 115 0,2 0-80 0,0 0-41 16,4 2 1-16,12-2-32 0,9 0 156 0,3 0-82 15,4 0 73-15,3 0-78 0,3 0-38 0,-2 0 7 16,0 0-230-16,-2 0 92 16,-3 0 46-16,-1 0-603 15,1 2 325-15,-7-2 158 0,8 3 77 0,-5-3-897 0</inkml:trace>
  <inkml:trace contextRef="#ctx0" brushRef="#br0" timeOffset="39958.15">18805 7318 1440 0,'-6'0'0'0,"2"0"0"0,1 0 0 0,1 0 0 0,2 0 0 0,0 0 0 0,0 0 115 0,9 0-45 16,5 0-1-16,4 0 108 0,5 0-73 0,1 0-35 16,-1-1 7-16,9-2 45 0,-2 0-44 0,-2-1-23 15,-1 3 1-15,-2-4-89 16,-6 3 41-16,2 1-8 0,-4-1-215 0,-4 0 124 15,-4 2 63-15,-1 0-184 0,-5 0 87 0,-1 0 66 16,-2 0 34-16,0 0-536 0,-4 7 264 0</inkml:trace>
  <inkml:trace contextRef="#ctx0" brushRef="#br0" timeOffset="40131.68">18799 7491 1251 0,'-13'10'0'0,"4"-5"0"0,-1 1 0 0,4-3 0 0,5-3 0 0,-1 0 0 0,2 0 0 0,2 0 0 0,13 0 0 0,7-1 333 0,1-1-142 0,7-4-83 16,-4 2 106-16,1 1-90 0,-7 0-46 0,4 2-98 16,-3 1 23-16,-4 0-1 0,-2 0 31 0,-6 0-144 15,1 0 72-15,-4 1 44 0,-2 5-9 0,-3-2-397 16,-1 2 155-16,0-3 129 0,0 2-28 0</inkml:trace>
  <inkml:trace contextRef="#ctx0" brushRef="#br0" timeOffset="40294.56">18910 7372 1351 0,'0'5'0'16,"0"2"0"-16,0 6 0 0,0-2 0 0,0 3 0 0,0 0 0 0,0 6 0 0,-2 0 0 0,-1 5 212 0,-3 1-89 0,0 3-46 0,-2-2 34 0,1 3-40 0,-2 2 9 16,-1-2-47-16,3-2-106 0,-1-2 54 15,3-4 25-15,0-4 1 0,2-6-394 0,1-3 206 16,2-5 107-16</inkml:trace>
  <inkml:trace contextRef="#ctx0" brushRef="#br0" timeOffset="40460.11">18961 7647 881 0,'7'13'0'0,"-1"4"0"0,-1 2 0 0,1-1 0 0,-2 3 0 0,2 0 0 0,-1-2 479 0,3 1-223 0,-1-1-112 0,5 0 113 15,0 0-112-15,0-4-48 0,1-5-37 16,4-1-148-16,0 0 60 0,0-5 31 15,1-4-1-15,1 0-116 0,1-2 69 0,0-13 39 16,-3-2-402-16,-2-6 220 0,0-1 60 0,-4-4-463 16</inkml:trace>
  <inkml:trace contextRef="#ctx0" brushRef="#br0" timeOffset="40608.71">19383 7202 1283 0,'5'0'0'0,"-2"4"0"0,1 3 0 0,0 1 0 0,-3-1 0 0,1 0 0 0,0 3 0 0,-2-1 371 16,0 1-170-16,2 0-83 0,0-1-35 0,-1-1-75 16,1 4 25-16,2-4 0 0,2-1-356 0,3-3 179 15,2-4 96-15,1 0-657 0</inkml:trace>
  <inkml:trace contextRef="#ctx0" brushRef="#br0" timeOffset="40865.08">19667 7146 749 0,'2'0'0'0,"0"0"0"0,-2 1 0 0,0 5 0 0,-2 2 0 0,-10 1 0 0,0 4 287 0,-6 2-119 0,-2 2-72 16,-1 2-31-16,-3 1-64 0,-1 0 31 0,1-3 1 15,2 0 8-15,-7 1-167 0,5-3 80 0,1-4 39 16,5-2-44-16,-5 1 42 0,4-4 29 0,4-1-27 16,4-1 0-16,1-2-4 0,3 0 0 0,5-1 235 15,0-1-102-15,2 2-69 0,0-2-22 0,6 2 255 16,15 0-127-16,2-2-63 15,2 0-24-15,7 0 67 0,0 0-53 0,2 0-26 16,0-2-25-16,0-3-3 0,-8 1 9 0,8-1-193 16,-12 1 92-16,1 2 46 0,-2-1 24 0,-10 2-516 15,0-2 264-15,-3 3 75 0,-6 0 82 0</inkml:trace>
  <inkml:trace contextRef="#ctx0" brushRef="#br0" timeOffset="41044.6">19306 7534 1723 0,'-9'4'0'0,"1"1"0"0,4-1 0 0,4-2 0 0,0-2 0 0,2 0 0 0,19 0 0 0,4 0 0 0,1 0 0 0,4 0 219 15,2-3-97-15,2-2 20 0,-4 2-54 0,2-3-28 16,-4 5 0-16,-6-3-121 0,1 2 43 0,-4 1 25 16,-3-2 0-16,-4 3-362 15,-4 0 194-15,-3 0 105 0,-1 0 40 0,-4 0-575 16,0 0 289-16</inkml:trace>
  <inkml:trace contextRef="#ctx0" brushRef="#br0" timeOffset="41202.18">19491 7393 1445 0,'-4'11'0'0,"-2"3"0"0,0 0 0 0,1 2 0 0,-3 3 0 0,1 3 0 0,-1 3 0 0,1 2 232 0,-3 2-100 0,0 3-49 0,-4 2 77 15,1 0-67-15,-2-1-31 16,0-1 1-16,-2-2-92 0,2-1 31 0,1-9 8 15,2-1 23-15,4-6-350 0,2-3 176 0,2-5 86 16,4-5-506-16,0 0 285 0</inkml:trace>
  <inkml:trace contextRef="#ctx0" brushRef="#br0" timeOffset="41348.78">19445 7596 1339 0,'10'0'0'0,"1"0"0"0,0 6 0 0,3 5 0 0,2 4 0 0,1 2 363 0,6 2-164 0,1 2-84 0,4-2 464 15,2 3-278-15,0-2-134 0,2 3-67 0,-2-2 53 16,2-1-60-16,0 1-22 0,-2 0-8 0,2-2-399 16,-2-1 184-16,-2-3 93 0,-3-1-842 0</inkml:trace>
  <inkml:trace contextRef="#ctx0" brushRef="#br0" timeOffset="45607.23">20392 7313 589 0,'-2'-2'0'0,"0"-1"0"0,0 2 0 0,2 1 0 0,0-1 0 0,0 1 291 0,-1 0-134 0,1 0-62 15,0 0-31-15,0 2 145 0,0 14-88 0,0 1-36 16,0 7 91-16,0 1-72 0,0 1-36 0,0 2-53 15,0 0 18-15,-2-4 8 0,0 9-8 16,0-4-159-16,-1 1 80 0,1-5 39 0,-1-5 1 16,-1 0 46-16,2-7-147 0,1-4 70 0,-3-3-17 15,2-5-329-15,-1-1 184 0,-1-3-168 0,4-20 172 16,0-5 81-16,0-10 40 0,0-3-99 16,0-2 71-16,0 4 26 0,0-12 76 0,0 19-32 15,0-4 32-15,0 5 0 0,0 10 0 0,0 0 15 16,0 4-9-16,-2 4-39 0,0 3 33 0,2 5 304 15,-2 1-151-15,2 2-93 0,0-1 22 0,6-1 328 16,8-2-180-16,9 2 20 0,0-1-109 0,2 1-46 16,8-1-35-16,-3 1 13 0,1 1-40 0,-3 2 0 15,-6-1 8-15,2 2-33 0,-3 0 0 0,-4 0 25 16,-4 0 0-16,-4 0-45 0,0 0 31 16,-3 6-8-16,-1 1 21 0,-4 4 37 15,1 0 0-15,-2 5 91 0,0 1-55 16,0 2-40-16,-3 5-1 0,-2-5-55 0,-2 7 23 15,3-2 1-15,0-1 8 0,3 5-106 0,-1-4 50 16,0 3 23-16,2-7 0 0,0 3-381 0,0-2 184 16,0-3-434-16,-2-3 289 0,2-2 151 0,-2 0 75 15,-1-5 38-15</inkml:trace>
  <inkml:trace contextRef="#ctx0" brushRef="#br0" timeOffset="45778.85">20537 7420 793 0,'-9'-6'0'0,"2"4"0"0,2 0 0 0,1 2 0 0,2 0 0 0,-1 0 0 0,1 0 312 0,0 6-140 0,2 9-69 0,0 4-27 16,0 3 145-16,-4 5-93 0,3-1-48 0,-4 5 3 15,0 1-25-15,-1-1 8 16,-1-1-140-16,1 0 53 0,-2-2 27 0,1-7 0 16,1 2-305-16,-1-7 174 0,2-1 75 0,0-5 41 0,1-3-485 15,1-3 204-15,3-4 134 0</inkml:trace>
  <inkml:trace contextRef="#ctx0" brushRef="#br0" timeOffset="45925.98">20516 7651 566 0,'2'0'0'0,"-1"0"0"0,3 0 0 0,-2 0 0 0,1 2 0 0,-1 1 437 0,-1 3-201 0,3 2-102 16,0-1-51-16,-1 2 249 0,-1 1-141 16,2 1-84-16,-2 2-36 0,-1-1-10 15,1-1 0-15,0-1-20 0,1-4-322 0,-1 2 156 16,-1 0 79-16,1-5-535 0,4 1 297 0</inkml:trace>
  <inkml:trace contextRef="#ctx0" brushRef="#br0" timeOffset="46080.97">20774 7556 1031 0,'2'1'0'0,"-1"2"0"0,1 1 0 0,-2-1 0 0,0 2 0 0,0-2 0 0,0 3 291 0,-2 1-129 0,1 0-57 15,-1 0-115-15,2 0 21 0,0 1 1 0,0-1-432 16,2-1 223-16</inkml:trace>
  <inkml:trace contextRef="#ctx0" brushRef="#br0" timeOffset="46319.51">20955 7133 765 0,'0'-2'0'0,"0"2"0"0,0 0 0 0,0 12 0 0,0 11 0 0,0 6 372 16,0 6-170-16,0 3-77 0,0 12 104 0,3-1-98 16,0 4-49-16,1-1 111 15,2 1-80-15,-1 0-32 0,-1-3-8 0,-1-1-73 16,-1-6 32-16,0-6 1 0,-2 1 0 0,0-4-75 0,0-2 34 16,-6-7 20-16,-3-5 0 0,-3-5-118 15,-2-2 69-15,-1-7 39 0,0-4-246 0,-1-2 100 16,-2 0 71-16,5-6-148 0,0-9 98 0,2-7 15 15,4-6 42-15,5-5-325 0,2-2 179 0</inkml:trace>
  <inkml:trace contextRef="#ctx0" brushRef="#br0" timeOffset="46887.99">21380 7101 319 0,'0'-6'0'0,"0"2"0"0,0-1 0 0,0 3 0 0,0-4 0 0,0 2 270 15,0 1-118-15,0-1-51 0,2 1-39 0,3-2 141 16,7 2-85-16,-1-1 52 0,4 3-69 0,0 1-26 15,4 0-9-15,-3 0-4 0,2 0 0 0,-2 10-29 16,1 3-1-16,-2 4 9 0,-1 6 1 0,-3 1-9 16,-1 0 0-16,-5 3-25 0,-1-1 8 0,-2 6 17 0,-2-1-33 15,0-2 0-15,-6 3 33 16,-8-3 0-16,0 2-42 0,-3-3 7 16,-2-3 1-16,0 1-6 0,-2-5-5 0,3-8-7 15,-5 0 40-15,2-6-43 0,1-1 36 0,1-6-10 16,3 0-27-16,0 0 29 0,3-7 5 0,2-7-6 15,3-1 3-15,3-2-26 0,3 0 24 0,2-3-2 16,0 1 2-16,0 0-2 0,6 0 1 0,4 0-2 0,4 3-74 16,4-5 34-16,-2 6 1 15,5-2-48-15,-7 5 40 0,4 4 14 0,-2-1 0 0,1 3-279 16,0 0 121-16,2 2-240 16,-3 3 197-16,3-2 100 0</inkml:trace>
  <inkml:trace contextRef="#ctx0" brushRef="#br0" timeOffset="47216.78">21814 7089 965 0,'0'-3'0'0,"-2"2"0"0,-2 0 0 0,-1 1 0 0,-1 0 0 0,-4 1 0 0,1 15 167 0,-2 4-59 15,-1 6-42-15,3 4 153 0,0 2-93 16,2 0-46-16,0 2-24 0,5-1 8 0,2 0 55 15,0-3-44-15,0-2-22 0,2-3-20 0,8-6-1 16,3-1 9-16,3-3-69 0,-2-5 30 0,4 0 1 16,0-5 30-16,1-5-43 0,-1 0 29 0,3-2-8 0,-2-15-95 15,-4-1 54 1,0-6 5-16,-2 0 20 0,-4-4-105 0,1-3 56 16,-4 0 11-16,-1-5-50 0,-3-7 34 0,0 5 18 0,-2-10-11 15,0 4-52-15,0 9 35 0,-6-1 20 16,-3 8 19-16,-3 9-9 0,-2 3 4 0,-5 8 2 15,0 4 1-15,-2 4-36 0,-1 0 1 0,3 13 26 0,-2 7-178 16,2 5 94-16,3 2 46 0,0 1 23 16,4 3-207-16</inkml:trace>
  <inkml:trace contextRef="#ctx0" brushRef="#br0" timeOffset="47446.74">21571 7393 979 0,'-11'0'0'0,"4"0"0"0,3 0 0 0,-1 0 0 0,5-5 0 0,0-11 0 0,0 4 0 0,2-3 163 0,10-2-65 0,8 0-33 0,0 5 99 16,4-2-70-16,3 4 41 0,-1 3-101 0,2 4-1 0,-3 2-1 16,-5 1 17-16,6 4-16 0,-8 11 0 0,-2 3-1 15,0 3 28-15,-2 2-1 0,-3-5-18 16,3 9-9-16,-2-5-1 16,2-5 1-16,3-2-172 0,0 0 165 0,4-3 16 0,3-3-9 15,0-4 1-15,3-1-282 16,-3-4 133-16,3 0 56 0,-7 0-146 0,1-3 89 0,-2 1 54 15,-3-4 3-15,-7 0-308 0,1 2 168 0,-6 3 75 16,-2-1 50-16</inkml:trace>
  <inkml:trace contextRef="#ctx0" brushRef="#br0" timeOffset="47708.74">21166 7674 1421 0,'-10'0'0'0,"7"0"0"0,3 0 0 0,0 0 0 0,3 0 0 0,17 0 0 0,5 0 0 0,15 3 206 0,5-3-87 0,6 0-35 0,5 0 207 16,10-3-129-16,-4-5-4 16,-2-2-63-16,-10 3-32 0,9-3 10 0,-3 3-41 0,-5 1-34 15,-6-1 0-15,-8 1 35 0,0 2 0 16,-12 1-253-16,2 1 122 0,-5-2-363 15,-9 2 212-15,-1 0 129 0,-5 1 3 0,-5 1 49 0,-2 0-342 16,0 0 188-16,-11 0 95 0,-13 1-227 16</inkml:trace>
  <inkml:trace contextRef="#ctx0" brushRef="#br0" timeOffset="48000.96">21303 7827 821 0,'-3'0'0'0,"3"0"0"0,0 0 0 0,1 0 0 0,10 0 0 0,2 0 0 0,6 0 276 0,4 0-113 0,5 0-69 0,1 4 38 16,-1 5-50-16,-1 3-25 0,-2 3 1 16,-6 0 10-16,4 5-8 0,-7-1-27 0,-7 0-30 15,1 1 0-15,-6 3 30 16,-2 0 8-16,-2 1-9 0,-2 0-49 0,-12-1 25 0,-2-4-1 16,-5 0 26-16,1-5-58 0,-7 2 24 0,1-7-1 15,-1-4-28-15,1-3 26 16,0-2-7-16,7 0-55 0,-7-2 29 0,10-9 21 0,0-4-14 15,2-3 11-15,5 0 13 0,2 2 3 0,3-1-1 16,4 2 17-16,0 2-21 0,0-2 3 16,6 3-99-16,5 1 46 0,4 2 23 0,2-3 0 15,2 7-103-15,2-1 59 0,2 0 21 0,6 3 13 16,-3 0-327-16,1 2 170 0</inkml:trace>
  <inkml:trace contextRef="#ctx0" brushRef="#br0" timeOffset="48203.42">21690 7932 1194 0,'5'2'0'0,"3"0"0"0,1-2 0 0,2 0 0 0,-1 0 0 0,3 0 0 0,-2-2 0 0,5-3 216 0,-2 3-96 0,2 0-43 0,-2 2 128 0,0 0-87 15,-1 0-42-15,-3 0-70 0,-1 9-8 16,-4 4 35-16,-3 0-171 16,-2 4 85-16,0 2 43 0,-5 0 30 0,-15 4-9 0,2-3-95 15,-5-1 58-15,-1-2 30 0,-3-2-272 0,6-5 131 0,-8 0 18 16,8-4 49-16,0-2-158 0,7-4 97 0,0 0 49 15,9-4-150-15,3-11 103 0,2-6 49 0,0-1 23 16,14-4-76-16</inkml:trace>
  <inkml:trace contextRef="#ctx0" brushRef="#br0" timeOffset="48369.98">21907 7827 584 0,'10'-5'0'0,"0"3"0"0,-1 2 0 0,-6 0 0 0,-1 0 0 0,-2 11 33 0,0 2 273 0,-2 6-128 16,-9 3 250-16,2 1-198 0,1 3-99 0,3-1-49 15,1-3 71-15,4 1-52 16,0-1-38-16,0-1-1 0,4 0-26 0,13-3-4 0,-1 0 1 16,5-7-258-16,8 0 125 0,1-5 66 0,2-3 34 15,1-3-1-15,1 0-497 0,0 0 265 0,-1-6-443 16</inkml:trace>
  <inkml:trace contextRef="#ctx0" brushRef="#br0" timeOffset="48575.43">22454 7438 1496 0,'-3'-2'0'0,"3"2"0"0,0 0 0 0,1 0 0 0,5 0 0 0,4 0 0 0,1 0 67 0,5 0 109 0,3 0-75 16,4 0-35-16,0-1-86 0,-3-2 26 0,3 2 1 15,-2-1 34-15,-3 0-417 0,1 2 197 0,-4 0 98 16,-3 0-450-16,-5 2 250 0</inkml:trace>
  <inkml:trace contextRef="#ctx0" brushRef="#br0" timeOffset="48724.04">22498 7670 1130 0,'-5'7'0'0,"5"-2"0"0,0-1 0 0,0 0 0 0,0-4 0 0,2 1 0 0,8-1 0 0,3 0 298 0,3 0-137 0,4 0-64 0,1 0-32 0,1 0-40 16,-2-1 8-16,3-1 8 0,0 0-8 16,-2 1-363-16,-1-2 181 0</inkml:trace>
  <inkml:trace contextRef="#ctx0" brushRef="#br0" timeOffset="48909.55">22892 7551 1381 0,'1'-10'0'0,"13"3"0"0,9 0 0 0,1-3 0 0,4 1 0 0,2 0 0 0,12-4 0 0,-5 7 208 0,12-3-92 0,-4-1-42 16,2 5 53-16,-4-1-47 0,2 2-23 0,-9 2 7 0,4 1-176 16,-7 1 72-16,-1 0 37 0,-3 0-381 15,-8 0 206-15,0 0 110 0,-3 0-481 0</inkml:trace>
  <inkml:trace contextRef="#ctx0" brushRef="#br0" timeOffset="49221.02">22984 6952 1142 0,'8'-18'0'0,"3"8"0"0,10 8 0 0,-1 0 0 0,3 2 0 0,-2 0 0 0,-1 0 0 0,-3 12 218 15,-1 7-92-15,0 5-47 0,-5 4-23 0,-3 5-15 16,-6 2 0-16,-2 0-8 0,0 2 0 0,-2-1-153 16,-12 0 77-16,-2-2 37 0,-5-2 9 15,-2-2-30-15,0-8 31 0,2-3-66 16,1-8 12-16,-2-2 33 0,2-6-9 0,0-3 59 16,1 0-37-16,7-7-25 0,1-9 19 0,2-3 141 15,8-1-65-15,1-5-24 0,0 1-1 0,8-1 5 16,8-1 0-16,5 2-30 0,4-1 38 0,0 2-206 15,3 3 85-15,1 1 44 0,1 2-167 0,-2 6 97 16,-3 2 42-16,5 2-380 0,-4 1 199 16,-3 2 99-16,-1 0 51 0</inkml:trace>
  <inkml:trace contextRef="#ctx0" brushRef="#br0" timeOffset="49388.78">23382 6999 1131 0,'0'-6'0'0,"0"4"0"0,0 1 0 0,0-1 0 0,0 0 0 0,0 2 0 0,0 0 0 0,0 0 0 0,0 0 321 0,0 0-149 0,0 13-69 15,0 2-35-15,0 7 196 0,2 3-115 0,-2-1-50 16,2 8-37-16,-1-3-58 0,1-1 0 0,-2-2 29 16,3 0-330-16,-3-5 174 0,0 2 73 0,2-5-176 15,-2-3 130-15,0-5 46 16,0-1 39-16,0-5-550 0,0-4 268 0,0 0 130 16,0-2 65-16</inkml:trace>
  <inkml:trace contextRef="#ctx0" brushRef="#br0" timeOffset="49560.32">23339 6924 773 0,'0'-25'0'0,"4"5"0"0,5 1 0 16,5 2 0-16,2 5 0 0,3-1 0 0,-1 6 272 0,9 2-120 0,-6 3-52 0,5 1 204 0,1 1-136 15,-4 0-68-15,-4 3 49 16,1 8-58-16,-4 0-21 0,-2 4-9 0,-5 1-49 16,-6 0 21-16,-3 5 0 0,0 1-1 0,-7 1-101 15,-12 1 47-15,1-3 27 0,-5 2 0 0,0-3-270 16,-1-1 148-16,2 1 54 0,-3-2 41 0,0 2-591 15</inkml:trace>
  <inkml:trace contextRef="#ctx0" brushRef="#br0" timeOffset="49889.44">22971 7688 1057 0,'-16'0'0'0,"15"0"0"0,1 0 0 0,0-2 0 0,6 2 0 0,3-1 0 0,4 1 0 0,2 0 0 0,0 0 321 0,2 0-144 0,3 5-25 16,-1 7-52-16,4 3-37 15,-6 1 0-15,-2 5-115 0,-4 3 43 0,-4-1 21 0,-5 0 7 16,-2 5-22-16,0-3 0 0,-7 0 35 16,-8-2 1-16,-4-2-67 0,-2-7 39 0,-4 6-9 15,-2-10-13-15,1-2-34 0,1-4 10 0,4-2 24 16,-1-2 43-16,3 0 0 0,5-3-28 0,2-12 21 15,5 1-12-15,3-4-2 0,4 0 9 0,0 2 6 16,0-3-10-16,7 1-2 0,9 2 5 0,2-1-10 16,-1 5 12-16,8-1-5 15,-7 4 5-15,3 0-80 0,-3 3 34 0,3 0-213 16,0 3 110-16,-1-1 63 0,-1 2 18 0,2 0-403 16,-2 2 212-16,0-2 105 0</inkml:trace>
  <inkml:trace contextRef="#ctx0" brushRef="#br0" timeOffset="50020.43">23288 7729 669 0,'0'-1'0'0,"2"-1"0"0,-2 1 0 0,0 1 0 0,0 0 374 0,0 0-171 0,0 0-86 16,0 0-33-16,2 0 261 15,1 0-156-15,6 0-78 0,0 0-39 0,0 1 36 16,3 2-29-16,0 3-9 0,-1 1-37 0,3-3-311 16,-1 1 156-16,0 0-574 0,0-2 359 0</inkml:trace>
  <inkml:trace contextRef="#ctx0" brushRef="#br0" timeOffset="50172.02">23613 7551 1128 0,'0'-10'0'0,"2"3"0"0,0 2 0 0,0 3 0 0,0 0 0 0,-2 2 0 0,0 11 0 0,-8 17 524 0,-11 14-245 0,-9 14-124 16,-4 10-60-16,-5 5 356 0,-11 19-213 0,2 2-102 15,-16 21-52-15,0 3 15 0,-9 11-33 0,-3 6 8 16,-1 5-560-16</inkml:trace>
  <inkml:trace contextRef="#ctx0" brushRef="#br0" timeOffset="52733.94">9084 8593 1005 0,'0'0'0'0,"0"-3"0"0,0-5 0 0,0-3 0 0,0 3 0 0,0-1 0 0,3 1 0 0,3 1 118 16,-1 0-43-16,3 2-21 0,0 2 8 0,-1 1-11 15,5 0-18-15,-3 2 0 0,2 0 0 0,1 2 9 16,-1 9-1-16,0 2-8 0,0 2-8 0,2 8 8 16,-4-3 0-16,0 3-37 0,-4 0 45 0,0 4-8 15,-1 0 0-15,-1 1-30 0,-3 0-6 0,0 1 34 16,0-3-4-16,0 4-50 0,-8-4 23 0,0 0-5 15,-2-6 27-15,-1 0-43 0,0-3 20 16,-6-4-13-16,4-4-7 0,-4-3 27 16,1-3 5-16,-2-3-25 0,4 0 1 0,-4-6 15 15,6-8 4-15,-2-3 15 0,3-1-16 0,1-2-4 16,6-2 5-16,1 2 40 0,3 1 0 0,0 0-36 16,0 0-3-16,3 4 40 0,9-2 2 0,3 4-30 15,0 0-32-15,4 2 34 0,2 1-6 0,-1 3-145 16,2 2 72-16,5-1 31 0,-3 4-1 0,3-2-339 15,1 2 175-15,0 0 67 0,-6 1 44 16,8-2-244-16,-9 2 145 0,4-1 74 16,-2-3 37-16,-3-4-105 0,-1 2 62 0,-5 0 112 15,0-2 0-15,-3-1 0 0,-4 2 0 0,1 1-61 16,-8-1 61-16,2 3 0 0,0 3 0 0,-2-2 192 16,0 2-123-16,0 0-59 0,0 2-18 0,0 0 433 15,0 0-205-15,-2 8-51 0,0 7-68 0,-4 6 118 16,2 3-96-16,1 2-46 0,3 2 87 0,0 1-65 15,0-2-34-15,0-4 3 0,2 0-9 16,6-5-27-16,3-1 1 0,3-6-47 16,0-3 23-16,1-3 8 0,0-3 16 0,0-2-60 15,0 0 30-15,-2-2 0 0,1-11 30 0,-3-3-62 16,-4-4 26-16,0-4-8 0,-4 0-62 0,0 0 32 16,-3-3 25-16,0 1-26 0,0-6 22 0,-8 3-14 15,-1-2 33-15,-2-1-75 0,-1 2 35 0,0 6 9 16,-4-2 3-16,5 6-21 0,-3 5 0 0,1 3 24 15,-3 4 8-15,3 4-37 0,-2 4 34 0,3 0-8 16,1 0-148-16,0 13 69 16,1 3 38-16,5 1 8 0,1 5-206 0,4-2 117 15,0 3 60-15,0-2-99 0</inkml:trace>
  <inkml:trace contextRef="#ctx0" brushRef="#br0" timeOffset="52983.96">9367 8842 1027 0,'-13'0'0'0,"3"0"0"0,3 0 0 0,1 0 0 0,1-3 0 0,5-8 0 0,0-6 0 0,0-4 0 0,13 1 0 0,8-5 198 0,3 2-87 0,5 0-39 15,1 1 16-15,0 6-1 0,0 5-27 0,-5 5 22 16,7 2-9-16,-5 4-40 0,-1 0-1 0,1 10 14 16,-5 7-13-16,0 3 8 0,2 3-8 0,-4 1 92 15,-2-1-45-15,1 1-24 0,0-3 0 0,-2-2 24 16,6 2-9-16,-4-6-38 0,3-3-68 0,0 0 34 15,-1-5 8-15,1-3-213 0,-1-1 112 0,0-3 61 16,-3 0 18-16,0 0-414 16,-7 0 190-16,1-1 112 0,-3-1 17 0,-6 0-126 15,1-1 101-15,-2 1 52 0</inkml:trace>
  <inkml:trace contextRef="#ctx0" brushRef="#br0" timeOffset="53240.27">9084 9085 738 0,'-16'0'0'0,"7"2"0"0,5-2 0 0,1 2 0 0,3-2 0 0,0 0 0 0,5 0 493 0,18 0-230 0,7 0-115 15,11 0 217-15,3-7-166 0,4-4-75 0,5 0 101 16,-3-1-96-16,4 1-49 0,-4 0-23 0,-2 3-77 15,-5 0 34-15,6 1-7 0,-5 3 25 16,-10 0-273-16,1 2 136 0,-3 1 69 16,-7-1 43-16,-2 0-200 0,-5 2 85 0,-4 0 65 15,-5 0-52-15,-2 0-458 0,-3 0 253 0,-3 2-197 16</inkml:trace>
  <inkml:trace contextRef="#ctx0" brushRef="#br0" timeOffset="53568.41">9333 9200 1068 0,'-11'2'0'0,"6"2"0"0,0-3 0 0,3-1 0 0,2 0 0 0,0 0 0 0,2 0 0 0,12 0 151 16,9 0-59-16,0 0-30 0,5 5 148 0,-4 2-81 16,6 2-52-16,-4 5 8 0,0 2-25 0,-7 4-1 15,0-1-26-15,-6 2-17 0,0 7-8 0,-5-2 25 16,-7 3 0-16,-1-1-47 15,0 0 23-15,-3 0 8 0,-11-1 16 16,-4-2-63-16,-1-5 31 0,-6-1-4 16,1-5-19-16,2-6 10 0,-8 0-4 0,3-7-38 0,1-1 30 0,-1 0-11 15,5-2 40-15,1-10-45 0,2-2-1 0,3-1 33 16,2-2 5-16,5 1-8 0,4 0 5 0,5 0-8 16,0-1 8-16,0 2 36 0,3 0-36 0,10 0-3 15,3 2 9-15,1-1-7 0,1 3 1 0,7 0-165 16,-3 2 78-16,0 2 39 0,4 2 0 0,-4 1-333 15,6 2 181-15,-2 1 86 0</inkml:trace>
  <inkml:trace contextRef="#ctx0" brushRef="#br0" timeOffset="54007.75">9746 9314 841 0,'0'-4'0'0,"3"0"0"0,-1-1 0 0,3 4 0 0,2-2 0 0,1 1 0 0,4 1 0 0,0 1 328 0,1 0-139 0,6 0-83 16,-3 1-36-16,4 10 137 0,-3 0-87 0,1 0-43 15,-2 4-4-15,-2 0-8 0,-2 5-32 0,-4-3-88 16,-3 1 44-16,-3 6 22 0,-2-1 8 0,0 0-41 15,-2 0 27-15,-11 0 0 0,-2-3 28 0,-2-3-133 16,-2-2 34-16,-4 2 39 16,2-5-22-16,1-3-123 0,-1 2 60 0,3-4 47 15,1 1-180-15,8-4 110 0,0-2 51 0,2-2-162 16,7 0 106-16,0 0 54 0,2-6 18 0,14-11-101 16</inkml:trace>
  <inkml:trace contextRef="#ctx0" brushRef="#br0" timeOffset="54192.34">10071 9329 755 0,'4'-11'0'0,"0"4"0"0,-2 2 0 0,-2 2 0 0,0 1 0 0,-8 2 0 0,-3 0 0 0,-2 10 390 15,-2 8-171-15,-2 7-97 0,3 3-45 0,0 3 285 16,3 4-165-16,3-1-82 0,7-1 92 0,1-1-92 16,0-3-41-16,1-3-81 0,14-4 0 0,6-3 39 15,4-2 9-15,5-6-348 0,1-1 170 0,3-6 85 16,4-2 42-16,-1-2-209 0,0 0 65 0,-2-6 84 15,-1-10-55-15,-6 0-442 0</inkml:trace>
  <inkml:trace contextRef="#ctx0" brushRef="#br0" timeOffset="54375.37">10583 8904 1269 0,'0'-2'0'0,"0"2"0"0,0 0 0 0,3 0 0 0,7 0 0 0,-1 0 0 0,2 0 509 0,0 1-242 0,5 0-117 16,0 2-59-16,2 0 31 0,-2-2-44 0,3 3-15 15,-2-1-294-15,-2 1 131 0,0 1 67 0,-3 3-612 16,-2 0 326-16,-4 1 165 0</inkml:trace>
  <inkml:trace contextRef="#ctx0" brushRef="#br0" timeOffset="54513">10641 9160 1514 0,'-14'8'0'0,"7"0"0"0,2-1 0 0,3-3 0 0,0-2 0 0,2-1 0 0,0-1 0 0,5 0 0 0,10 0 541 15,4 0-259-15,1 0-124 0,1-1-63 0,2-1 73 16,0-2-67-16,0 2-26 0,0 2-358 0,-2 0 158 16,2 0 79-16</inkml:trace>
  <inkml:trace contextRef="#ctx0" brushRef="#br0" timeOffset="55590.74">11356 8710 652 0,'-8'-4'0'0,"3"2"0"0,1 1 0 0,2-2 0 0,1 3 0 0,1 0 0 0,-2 0 150 0,2 0-59 0,0 0-29 15,0 0 195-15,0 0-112 0,3 6-48 0,6 3 177 16,3 1-121-16,-1 2-60 0,3 0-31 0,-1 3 106 16,-1 0-59-16,2 2-42 0,1 4-1 0,-2 0-55 15,-2-1 0-15,-2 4 22 0,0-2-57 0,-2 9 25 16,-3-5 0-16,-1 1-225 0,1-5 129 0,-2 1 64 15,-1-2 40-15,4-4-489 16,-3-8 233-16,2 0 69 0,1-5 73 0,4-4-283 16,1 0 170-16</inkml:trace>
  <inkml:trace contextRef="#ctx0" brushRef="#br0" timeOffset="55836.59">11758 8575 932 0,'4'-10'0'0,"0"5"0"0,-3 3 0 0,1 0 0 0,-2 0 0 0,0 2 0 0,0 0 0 0,0 0 391 0,0 4-179 0,-2 13-90 16,-7 5 78-16,-1 3-84 16,-4 13-33-16,-5 8 198 0,-5 8-124 0,-1 3-62 15,1 5-32-15,-5 3 96 0,5-6-54 0,-8 15-41 16,2-6 0-16,2-1 3 0,-2-4-34 0,1 1 0 16,4-11 7-16,0 3-127 0,2-4 59 0,2-7 31 15,7-12-104-15,-2-1 67 0,5-11 41 16,2-1-374-16,2-11 184 0,1-1 49 0,4-5 61 15,0-3-329-15,2 0 176 0,0-6 101 16,0-6 46-16,4-10-294 0,9 1 170 0,4-4 77 16</inkml:trace>
  <inkml:trace contextRef="#ctx0" brushRef="#br0" timeOffset="56265.03">11935 8817 1491 0,'0'-4'0'0,"0"2"0"0,-6 2 0 0,-2 0 0 0,-1 6 0 0,-1 3 0 0,5 4 0 0,-1 5 0 0,5 0 0 0,1 2 331 15,0 2-150-15,1 0-65 0,10 0-46 0,5-2 106 16,5-4-71-16,1 0-36 0,2-5-9 0,5-2 9 16,1-3-36-16,2-5-31 0,-2-1 31 0,0 0-1 15,0 0 1-15,-7-5-57 0,5-11 24 0,-6 0 1 16,-1-5 31-16,-4-1-112 0,-1-3 32 0,-4 3 41 15,-1-6-22-15,-4 0-137 16,-3 3 63-16,-2-3 50 0,0 3-117 0,-2 3 69 16,0-8 26-16,-4 6-80 0,-5-3 62 0,0 1 30 15,-5 3-1-15,3 6 1 0,-2 4 7 0,2 2 23 16,0 6 0-16,-1 3 69 0,1 2-35 0,0 0-8 16,-1 9 73-16,1 10 60 0,2 3-66 0,-1 5-44 15,1 2 263-15,2 6-138 0,-2 5-40 0,4 2 62 16,1 1-41-16,1 2-45 0,-1 2-22 15,2-8 89-15,2 12-60 0,0-6-26 16,0-2 1-16,0-1-54 0,0-6 28 0,0-1 8 16,4 1-202-16,3-5 97 0,0-2 48 0,2-3 24 15,-4-7-410-15,1 0 205 0,-1-4 62 0,0-8-349 16,0 1 226-16,-1-7 113 0,-1-1 47 0,3 0-147 16,-3-6 106-16</inkml:trace>
  <inkml:trace contextRef="#ctx0" brushRef="#br0" timeOffset="56470.9">12607 8377 1557 0,'0'-5'0'0,"0"3"0"0,0 0 0 0,0 0 0 0,0 0 0 0,0 2 0 0,0 0 0 0,0 0 338 0,0 2-153 0,0 9-76 16,0 2-39-16,0 4 37 0,0 4-30 15,-2 5-7-15,0 1-164 0,-3-1 63 16,1 0 32-16,2-1-432 0,0-2 240 0,1 0 108 16,1 0 58-16,0 0-615 0</inkml:trace>
  <inkml:trace contextRef="#ctx0" brushRef="#br0" timeOffset="56678.35">12812 8610 1139 0,'0'2'0'0,"0"6"0"0,-6 3 0 0,-1 4 0 0,-1 0 0 0,-3 6 0 0,0 3 162 0,-1 7-65 0,3 2 389 15,2 1-219-15,0 5-121 0,6-1-57 0,1-1 174 16,0 1-116-16,1-2-57 0,8-2-20 0,5-4-173 16,2-3 68-16,2-2 34 0,3-4 0 0,-7-7-375 15,7 0 213-15,2-5 93 0,-2-3-200 16,-1-4 90-16,1-2 95 0,-2-2-570 0</inkml:trace>
  <inkml:trace contextRef="#ctx0" brushRef="#br0" timeOffset="56935.66">12947 8815 683 0,'-8'-8'0'0,"5"3"0"0,1-1 0 0,2 0 0 0,0 1 0 0,0-1 466 15,2 3-217-15,9-3-99 0,8 4-64 0,2 0 276 0,5 2-165 0,-2 0-81 16,1 0-43-16,-4 10 160 15,5 4-105-15,-8 0-47 0,1 6-24 0,-6-2 9 16,1 1 1-16,-5 2-43 0,-4 4 8 0,-3 0 1 16,-2 1 0-16,-2-2-46 0,-10 2 24 0,-8 1 7 15,-1-5 15-15,0-2-76 0,-4 0 38 0,0-3 0 16,-3-4 37-16,4-3-289 0,-8-2 131 0,6-2 43 16,3-2-309-16,2-1 168 0,9-3 95 0,0 0-111 15,8 0 108-15,4-3 49 0,0-10 26 0,12-4-348 16,12-3 186-16,2-5 85 15</inkml:trace>
  <inkml:trace contextRef="#ctx0" brushRef="#br0" timeOffset="57134.13">13279 8781 556 0,'4'-13'0'0,"0"5"0"0,-3 2 0 0,-1 1 0 0,0 1 0 0,-5 1 0 0,-6 3 498 16,-2 0-233-16,-2 0-116 0,2 9-58 0,-4 6 366 15,-1 8-216-15,4 1-104 0,1 6 247 0,3-1-176 16,3 3-87-16,3 3 78 0,4-3-87 15,0 0-39-15,0-2-1 0,7 0-66 16,9-1 0-16,0-6 35 0,4 2-9 0,2-5-235 16,0-3 118-16,1-1 59 0,-2-7 37 0,-1-1-462 15,3-6 173-15,-2-2 140 0,-3 0-510 0,-1 0 308 16,-2-8 146-16,-2-6-288 0,0 0 224 0,-7-5 113 16</inkml:trace>
  <inkml:trace contextRef="#ctx0" brushRef="#br0" timeOffset="57341.08">13451 8704 601 0,'3'-15'0'0,"5"3"0"0,-1 4 0 0,3-1 0 0,-1 3 260 0,2 2-105 0,5 2-65 15,-2 2-29-15,7 0 450 0,0 2-239 0,-1 11-120 16,-1 1-51-16,4 9 372 0,-5 4-220 0,-2 4-110 16,-2 9 216-16,-4 0-163 0,-8-1-73 0,0 14 222 15,-2-4-345-15,-2 1 0 0,-12 3 0 0,-2-4 0 16,-3-1 0-16,-4-3 0 15,1-3 0-15,-2-5 0 0,-3-3 0 0,3-6 0 16,-3-1 0-16,-1-6-369 0,4-3 191 0,7-5 101 16,0-3-975-16,8-7 509 0</inkml:trace>
  <inkml:trace contextRef="#ctx0" brushRef="#br0" timeOffset="58682.08">14934 8434 908 0,'0'0'0'0,"0"0"0"0,4-2 0 0,3 0 0 0,3 0 0 0,1 2 113 0,2 0-45 0,4 0 1 16,-2 0-36-16,4 4 101 0,2 9-50 0,-6 2-17 16,4 6 68-16,-3 2-51 0,-4 2-25 0,-1 4 54 15,-4 1-40-15,0 2 8 0,-6 0-49 0,1-1 66 16,-2 1-33-16,0 0 1 0,-2 0-34 0,-9 0 39 16,-2-1-38-16,-3-4-1 0,2-2 1 15,-5-2-27-15,4-8 27 0,-6-3 8 0,2-2-72 16,-1-4 32-16,-3-5 0 0,2-1-40 15,1 0 27-15,-1-3 14 0,2-11-5 0,4 2-20 16,2-5 12-16,2-1-1 0,4 0 1 0,3 0 86 16,4 0-34-16,0 1-5 0,0 1-28 0,2-1 37 15,9 0 5-15,6-1-21 0,3 2-47 0,1-1 44 16,2 4-7-16,1 0 0 0,2 1-274 0,2 1 130 16,2 2 64-16,2-1-464 0,2 3 246 0,-1-1 124 15,-1 3 60-15,-7-1-327 16,7-4 198-16,-6 3 96 0,-7-3 48 0,1-2-91 15</inkml:trace>
  <inkml:trace contextRef="#ctx0" brushRef="#br0" timeOffset="59054.08">15368 8499 685 0,'0'-11'0'0,"0"4"0"0,0-2 0 0,0 6 0 0,0-2 0 0,0 3 0 0,0 0 331 0,0 2-153 0,0 0-72 16,0 0-37-16,0 10 90 0,0 5-54 0,0 1-41 16,2 5 205-16,0 0-119 0,0 5-58 15,-1 0 36-15,-1-3-39 0,0 5-32 16,0-2-1-16,0 1-173 0,0 1 75 0,0-2 38 15,0-1 7-15,0 1-274 0,0-6 151 0,-1-1 72 16,-1-5 39-16,0-3-470 0,0-4 220 0,2-3 98 16,-3-4-50-16,1 0 89 0,-2-2 44 0,2-18-132 15,-1-5 80-15,-4-11 53 0,2-6 22 0,-6 0-35 16,1-5 90-16,1 3 0 0,3 11 0 0,1-3 0 16,-4 4 0-16,2 2 0 0,4 10 0 0,-1-3 33 15,4 6-28-15,0 2-15 0,0 2 160 0,0 0-51 16,7 1-57-16,9 1 26 15,7-1 302-15,2 1-157 0,3 2-91 0,2 0 114 16,0 4-102-16,-1 3-51 0,-7-1-17 0,3 3 14 16,-5 0-24-16,-3 3 0 0,-2 8-23 0,-5 2-50 15,-4-1 34-15,-5 6-9 0,-1 3-27 0,0 1 25 16,-9 1 1-16,-6-3-9 0,0-1 9 16,-8 1 25-16,2-2 1 0,0-4-163 0,1-4 72 15,-1-1 16-15,1-1 27 0,1-3-289 16,5 1 145-16,0-4 56 0,5 4 41 0,-3-2-314 15</inkml:trace>
  <inkml:trace contextRef="#ctx0" brushRef="#br0" timeOffset="59342.87">14882 8948 1352 0,'-20'0'0'0,"4"4"0"0,5 0 0 0,1-2 0 0,6 0 0 0,3-1 0 0,-1-1 157 16,2 2-66-16,0 0-29 0,12 0 218 0,11-2-124 0,7 0-61 15,6 0 196-15,11-2-132 0,3-5-64 0,10-7-31 16,-12 3 63-16,8-4-47 0,-1 1-16 16,-1 2 32-16,-1 1-32 0,-4 2 0 0,-4 6-150 0,-10 3 60 15,3 0 37-15,-7 0-8 0,-4 0-248 0,-4 8 139 16,-1 0 70-16,-5 1 26 0,-2-1-492 15,-4-3 216-15,-1-1 130 0,-4 0 47 0,-4-1-183 16,-1-1 129-16,-1 0-352 0,0 0 245 16</inkml:trace>
  <inkml:trace contextRef="#ctx0" brushRef="#br0" timeOffset="59661.53">15147 9072 801 0,'-19'5'0'0,"8"5"0"16,2-5 0-16,2 0 0 0,5-3 0 0,0-2 0 0,2 1 286 0,0-1-126 0,8 6-64 0,7 0 156 0,3 3-101 0,3 2-64 0,-1 4-27 16,1 2 1-16,-5 2 40 0,0 4-34 15,-6-5 8-15,1 11-42 0,-5-3 20 0,-3 1-20 0,-3 0 0 16,0 3-10-16,-5-1 18 16,-6 0-8-16,-3-2-51 0,-4-3 25 0,-1-1 1 0,-1-6-43 15,1-7 42-15,-8 5-8 16,6-10 33-16,0-4-130 0,-2-1 58 0,0 0 18 15,3-1 4-15,1-9-17 0,4-3 1 0,0-3 17 16,6 0-12-16,0 0 14 0,2-1 9 0,5 2-15 16,2-3 103-16,0 4-45 0,0-1-21 0,6 1-3 15,6-4 9-15,4 4 4 0,0 1-26 0,6 0 11 0,0 4-196 16,-1-1 92 0,9 1 45-16,-5 4-180 0,3-2 107 0,0 6 44 15,1 0 30-15,-6-2-421 0,7 0 221 0,-11 3 108 0</inkml:trace>
  <inkml:trace contextRef="#ctx0" brushRef="#br0" timeOffset="59828.08">15416 9221 908 0,'0'-2'0'0,"0"0"0"0,0 0 0 0,0 2 0 0,0 0 0 0,0 0 0 0,-3 0 232 0,1-2-100 16,2 2-41-16,0 0 202 0,0 0-129 0,2 6-67 16,6 1-31-16,1 3 65 0,0-1-40 15,3 3-325-15,-1-1 134 16,2-1 66-16,0-1 33 0,2-1 1 0,1-2-197 15,-2 0 112-15,0-3 58 0,0-3 30 0,0 0-570 16,-1 0 238-16</inkml:trace>
  <inkml:trace contextRef="#ctx0" brushRef="#br0" timeOffset="60048.49">15692 9085 1088 0,'0'-8'0'0,"0"2"0"0,0 2 0 0,0-2 0 0,0 5 0 0,0-2 0 0,0 2 0 0,0 1 0 0,0 0 401 0,0 9-176 15,-5 9-100-15,-4 5 263 0,0 8-177 0,-8 6-89 16,0 2-45-16,-2 6 165 0,-4 4-109 0,3 2-50 0,-3 1-26 16,1 1 3-16,2-1-19 0,-1-1-8 0,0-4-98 15,4-2 49-15,0-3 24 0,2-10 1 16,5-4-224-16,-1-2 120 0,2-4 64 0,1-6 32 0,4-5-437 16,1-2 214-16,3-5 40 0,-2-2 80 0,2-2-316 15,0 0 192-15,0 0-78 16,2-2 136-16,10-9 59 0</inkml:trace>
  <inkml:trace contextRef="#ctx0" brushRef="#br0" timeOffset="60282.87">16119 8875 1603 0,'0'-3'0'0,"0"2"0"16,0-1 0-16,5 2 0 0,2 0 0 0,2 0 0 0,2 0 119 0,5-1 282 0,0-1-184 0,3 0-84 0,2 0-54 15,4 1-23-15,-5-2 11 0,6 2-1 0,-5 1-33 0,1-3-300 16,-3 3 146-16,0 0 77 0,-4 0 38 0,-3 0-539 16,-3 0 286-1,-2 8 148-15,-3-1-324 0,-3 5 204 0</inkml:trace>
  <inkml:trace contextRef="#ctx0" brushRef="#br0" timeOffset="60438.45">16211 9127 2045 0,'-13'11'0'0,"4"-4"0"0,3 1 0 0,0-3 0 0,3-3 0 0,3 1 0 0,0-3 0 0,0 1 0 0,0-1 0 0,12 0 162 0,0 0-65 0,6 0-24 0,0 0 147 15,1 0-94-15,3 0-46 0,-1 0-340 16,0-1 154-16,2-2 66 0,-5 1 36 15,3 1 0-15,-3 1-679 0</inkml:trace>
  <inkml:trace contextRef="#ctx0" brushRef="#br0" timeOffset="62217.12">16864 8965 189 0,'-5'0'0'0,"3"0"0"0,0 0 0 0,1 0 0 0,-1 0 125 16,0 0-46-16,2 0-23 0,-2 0 8 0,2 0 62 16,0 0-46-16,0 0 38 0,0 0-42 0,0-4-22 15,0 1 8-15,0-1 36 0,0 0-33 0,0-2 0 16,0 4-33-16,0-5 65 0,0-1-25 0,0 3-7 16,0 0-33-16,0-2 41 0,0-1-40 15,0 0 25-15,0 1-25 16,0-1-1-16,0 0 1 0,0 1-28 0,2-3 28 15,0 2 8-15,0 1-8 0,-2 2-41 0,1-3 1 16,1 3 40-16,-2-1-39 0,2 2 1 0,-2 0 32 16,3 1 1-16,-1-1-39 0,-2 0-1 0,2 1 26 15,-1-1 2-15,1-2-2 0,0 2 3 0,0-1-9 16,0 1 8-16,-1-2-17 0,3 0 17 0,0 1-3 16,-2 1-11-16,1 0 11 0,-1 1 0 0,1-1 0 15,-1 3-25-15,1-2 24 0,-1 1-36 16,0 1 35-16,0-1-1 0,0 2-1 15,-1 0 1-15,3 0-15 0,0 0 11 0,-1 0 1 16,4 0-3-16,-4-2 5 0,3 2-3 0,-3 0 0 0,3 0 11 16,-3 0-11-16,3 0-1 0,-1 0 1 0,0 0 44 15,0 0-43-15,0 0 3 16,1 2 38-16,-1 3 2 0,2 1-39 0,-2-1 9 16,1 3 30-16,-1 2 3 0,1-3-36 0,2 4 16 15,-3-2-13-15,-1 1 11 0,1 3-10 16,-1-2-28-16,1 1 29 0,-2 1 5 15,-1 0-45-15,0 2 45 0,0 2-6 0,-2 2-31 16,0 1-1-16,-2 5 27 0,-6-2 2 0,-3-1-2 0,-4 6 0 0,0-2-61 16,0 0 29-16,-4 1-33 0,0-3 28 15,3-3-7-15,-7 3 32 0,4-6-66 0,-1 2 29 16,3-7-11-16,-2-1 39 0,0-3 0 16,2-3-4-16,2-1-12 0,-2-1 98 15,4-2-44-15,1-1-20 0,2 1-2 0,0-2-19 0,3 0 176 16,2 0-81-16,0 0 54 0,1 0-63 15,3 0-7-15,1 0-27 0,0 0 93 0,0 0-52 16,0 1-26-16,8 5 17 0,3-4-8 0,5 5-36 16,2-4 40-16,2 2-40 0,4 0 1 0,-3-4 8 15,7 4-8-15,-3-4-1 0,1 3-27 0,1-2 28 16,-7-1-1-16,4 2-72 0,-3-2 32 0,-1 1 0 16,-3-2-38-16,-2 2 37 0,-1-2 11 15,-5 0 5-15,0 0-1 0,-3 0-175 16,0 0 66-16,-3 0-192 0,-1 0 125 0,0 0 67 0,2-2-315 15,-3-1 193-15,1-3 96 0,0-2 48 16,2-1-464-16,-3 2 247 0,6-2 138 0,-2-3 63 0,3 3-191 16</inkml:trace>
  <inkml:trace contextRef="#ctx0" brushRef="#br0" timeOffset="62530.8">17304 8922 741 0,'0'-7'0'0,"0"3"0"0,0-3 0 0,0 3 0 0,0-2 0 0,2 0 430 16,4-1-198-16,3 1-100 0,6 0 211 0,0 5-146 15,2-3-87-15,4 4-38 0,-3 0 69 0,3 0-54 16,-3 8-27-16,2 8 8 0,-1 0-58 0,-5 6 23 16,-2-2 0-16,-3 3-40 15,-1 1 0-15,-7-1 48 0,-1 5-9 0,0-1-67 0,0-1 34 16,-12 2 0-16,-6-2-35 0,0 0 31 15,-3 1-6-15,0-5-55 0,-1-1 38 0,0-2 11 0,-3 0 0 16,2-7 9-16,-5 2-42 0,4-3 19 16,-2-4-129-16,1 3 69 0,4-6 33 15,1 1 15-15,1-3-1 0,8 0-155 0,-1-2 83 0,5 0 42 16,1 0-223-16,5 0 137 0,1 0 63 16,0 0-263-16,7-8 163 15,12-3 83-15,-3-2 32 0</inkml:trace>
  <inkml:trace contextRef="#ctx0" brushRef="#br0" timeOffset="62770.68">17663 8815 501 0,'0'-17'0'16,"0"8"0"-16,0-1 0 0,-2 1 0 0,-9 5 0 0,-4 2 360 0,-2 2-164 0,-4 0-81 15,4 12 190-15,-7 10-140 0,1 2-66 0,-1 12-33 0,3 0 184 16,4 2-108-16,6-5-47 0,2 5-35 15,4-1 168-15,5-1-97 0,0-4-50 0,0 0 28 16,10-8-31-16,7 6-7 0,2-7-38 0,2-1 0 0,1-4-33 16,1-3 33-16,-1-2-226 0,5-3 109 15,-7-4 58-15,3-1 30 16,-2-4-462-16,-3-1 210 0,1 0 128 0,-2 0-264 0,-2-1-20 0,-1-8 185 16,0-1 93-16,-1-2-293 0</inkml:trace>
  <inkml:trace contextRef="#ctx0" brushRef="#br0" timeOffset="62920.8">17841 8954 1136 0,'0'-6'0'0,"0"4"0"0,0 0 0 0,0 1 0 0,0 1 0 0,0 0 0 0,0 0 55 0,0 0 184 0,0 0-103 0,0 0 193 16,8 5-152-16,0 3-72 16,1 1-37-16,2 1-128 0,0 0 55 15,0-2 15-15,1 4-1 0,-1-3-451 0,0 1 238 16,1-1 118-16,-1-2-555 0</inkml:trace>
  <inkml:trace contextRef="#ctx0" brushRef="#br0" timeOffset="63201.74">18241 8687 1734 0,'0'-5'0'0,"2"0"0"0,0 4 0 0,-2-1 0 0,0 0 0 0,0 2 0 0,-4 0 0 0,-5 8 0 0,-2 15 127 0,-4 3-47 0,-4 8-15 0,-3 7 194 16,-3 8-113-16,-3 8 59 0,-1-2-86 16,-1 4-43-16,2-3-13 15,-9 15 32-15,1-1-31 0,-3-1 0 0,-3 2-31 0,3 1 29 16,2-2 7-16,1-5-36 0,6-5 0 0,5-10-108 16,-1-2 54-16,5-5-228 0,3-7 148 15,0-1 60-15,4-7 35 0,2-7-14 0,3-2-325 16,2-6 145-16,3-3 83 0,0-5 19 0,2-1-103 15,2-4 84-15,0 0 42 0,0 0-300 0,2-9 163 16,9-4 93-16</inkml:trace>
  <inkml:trace contextRef="#ctx0" brushRef="#br0" timeOffset="63406.94">18289 9513 1477 0,'0'0'0'0,"0"12"0"0,0-3 0 0,0-5 0 0,0-2 0 0,0 0 0 0,0-2 616 15,0 0-291-15,0 0-139 0,0 0-80 16,0 0 280-16,0 0-177 0,0 0-88 16,0 0-355-16,0 0 141 0,0 0-918 15,0 0 502-15,0 0 252 0</inkml:trace>
  <inkml:trace contextRef="#ctx0" brushRef="#br0" timeOffset="66966.64">19810 8760 750 0,'0'-9'0'0,"-2"5"0"0,2 2 0 0,0 1 0 0,0-1 0 0,0 0 0 0,0 2 279 0,0 0-115 0,0 0-70 0,5 0 192 0,5 0-127 0,1 0-64 16,0 4-30-16,5 3 54 16,-4 2-47-16,4 5-1 0,-2-1 1 0,2 2-39 15,-2 0 0-15,2 0 8 0,-3 2-102 0,0-2 47 16,-2 0 23-16,-2 0-192 0,0 1 107 0,-2-6 63 15,-2 2 17-15,-1-2-365 0,0-4 153 0,-1-2 98 16,-1 0 6-16,0-2-144 0,3-2 112 0,-2 0 52 16</inkml:trace>
  <inkml:trace contextRef="#ctx0" brushRef="#br0" timeOffset="67192.53">20170 8552 1507 0,'2'-6'0'0,"0"5"0"0,0-1 0 0,-2 2 0 0,0 0 0 0,0 0 0 0,0 2 0 0,0 13 0 0,-6 7 0 0,-1 4 208 0,-5 10-92 0,-2 5-41 0,-4 5 213 16,-2 2-127-16,-6 15-64 0,1-11-24 15,-5 15 98-15,0-2-70 0,-2-2-33 16,-1 1-1-16,2-4-17 0,7-9-9 0,-3 3-8 16,7-7-131-16,1-4 65 0,7-11 34 0,-4 0-322 15,7-7 185-15,-3-3 61 0,5-3 50 0,1-4-446 16,3-4 189-16,1-5 125 0,2-2 52 0,0-2-273 15,0-2 173-15,2 0 86 0,10-4 43 0</inkml:trace>
  <inkml:trace contextRef="#ctx0" brushRef="#br0" timeOffset="67584.48">20240 8926 883 0,'3'-6'0'0,"-1"4"0"0,-2 1 0 0,0 1 0 0,0 0 0 0,0 0 0 0,-5 0 376 0,-1 9-171 0,3 4-87 16,3 0-34-16,0 4 175 0,0-1-113 0,1 0-57 16,8 1-28-16,11 2 60 0,-2-8-36 0,10 4-31 15,-1-6 12-15,3-1-33 16,1-3-1-16,0-1-70 0,0-4 44 0,1 0-8 16,-2 0 34-16,-3-4-172 0,-4-9 86 0,-2-2 43 15,-7 0 30-15,2-3-274 0,-7-3 128 0,-2 0 31 16,-5-1 42-16,0-1-146 0,-2 1 75 0,0-5 50 15,-4 5-4-15,-5-1 24 0,-3 6-1 0,-1 1 5 16,-2 2 19-16,-1 7-1 0,0 1 0 0,0 4 140 16,0 2-70-16,2 0-43 0,-2 13 8 0,1 8 221 15,3 6-121-15,2 2-33 0,1 3-40 16,1 7 241-16,5 4-127 0,-2-4-29 16,3 2 19-16,2-1-50 0,0 0-25 0,0-4-18 15,0 4-7-15,0-1-1 0,0-2 1 0,0-1-169 16,0-2 84-16,0-2 51 0,2-3 13 0,3-9-391 15,-2-1 196-15,3-4 62 0,-1-7 60 0,1-3-433 16,1-5 235-16,3 0 113 0,3-10-210 0</inkml:trace>
  <inkml:trace contextRef="#ctx0" brushRef="#br0" timeOffset="67770.98">20776 8504 791 0,'3'-5'0'0,"3"3"0"0,-1 2 0 0,-1 0 0 0,-1 0 0 0,-1 0 0 0,0 6 425 0,-2 4-196 0,3 1-98 16,-3 7-49-16,0 1 115 0,0 6-86 0,0 3-40 15,0 0-162-15,-3 2 61 0,-1 1 32 0,3-7-471 16,-3 7 240-16,4-4 122 16,0-5 62-16</inkml:trace>
  <inkml:trace contextRef="#ctx0" brushRef="#br0" timeOffset="67951.5">20967 8753 710 0,'0'5'0'0,"-7"9"0"0,-2 1 0 0,0 2 0 0,0 7 0 0,1 2 0 0,1 7 538 0,-1-2-252 0,3 1-127 16,1 3 286-16,4-4-207 0,0-5-94 0,0 8-80 15,0-5 0-15,8-2-31 0,3-2 0 0,2-3 0 16,0-7 8-16,4 3-9 0,-2-8 1 0,2-2-398 15,-2-2 199-15,2-4 100 0,-2-2-941 16</inkml:trace>
  <inkml:trace contextRef="#ctx0" brushRef="#br0" timeOffset="68162.95">21074 9003 1270 0,'-4'-13'0'0,"2"4"0"0,0-5 0 0,2 5 0 0,0-3 0 0,2 3 0 0,12 4 0 0,0-1 0 0,6 4 191 16,-1 2-71-16,4 0-48 0,-4 3 150 0,0 9-95 15,2 5-47-15,-7 2-23 0,0-2-16 0,-1 4-8 16,-5-1-1-16,-3 1-33 0,-3 1-1 0,-2 2 34 16,0-3-155-16,-10 3 74 0,-4-5 41 0,-4 0 20 15,0-2-192-15,-3-4 99 16,0-4 6-16,1 1-204 0,-3-3 105 0,4-1 74 16,5-4 21-16,3-2-212 0,1 0 120 0,6-2 74 15,4-13 32-15</inkml:trace>
  <inkml:trace contextRef="#ctx0" brushRef="#br0" timeOffset="68336.87">21376 8838 1523 0,'2'-4'0'0,"-2"4"0"0,0 0 0 0,0 2 0 0,-11 7 0 0,-1 8 0 0,-2 3 0 0,3 5 0 0,1-2 265 0,1 7-121 0,5-2 165 15,2-2-139-15,2 0-68 0,0 1-35 0,2-7-75 16,12 5 16-16,2-5 0 0,-3-5 25 0,8 4-322 15,-5-8 161-15,3 1 88 0,2-4 33 0,-4-1-218 16,0-1 130-16,-1-4-39 0,-2-2-483 0</inkml:trace>
  <inkml:trace contextRef="#ctx0" brushRef="#br0" timeOffset="68556.64">21560 8821 578 0,'0'-17'0'0,"0"9"0"0,7-1 0 0,2 1 0 0,2 3 0 0,1 3 404 0,2 0-189 0,2 2-92 16,2 0-44-16,3 15 225 0,-3 4-136 0,-1 5-59 16,-4 6-42-16,1 2 80 0,-7 2-57 15,-2 2-29-15,-3-1-4 0,-2 3 9 16,0 5-33-16,-14-4-24 0,-4-1 1 0,-3-1 23 16,0-1 0-16,0-5-105 0,-2 0 48 0,-4-2 29 15,4-6-1-15,-4-2-333 0,3-3 171 0,3-7 49 16,1 0 55-16,1-5-476 0,8-5 249 0,1-1 124 15</inkml:trace>
  <inkml:trace contextRef="#ctx0" brushRef="#br0" timeOffset="68705.25">21773 8999 1130 0,'9'0'0'0,"4"4"0"0,2-2 0 0,0-2 0 0,2 0 0 0,2 0 0 0,-1 0 206 0,3 0-87 0,2-2-43 0,0 0-7 15,-1 0 7-15,0 0-43 0,-2 2 0 0,-2 0-422 16,-3 0 204-16</inkml:trace>
  <inkml:trace contextRef="#ctx0" brushRef="#br0" timeOffset="68861.84">21725 9255 955 0,'-9'7'0'0,"2"3"0"0,5-2 0 0,2-1 0 0,0-4 0 0,2-3 0 0,12 0 0 0,11 0 369 0,0 0-168 0,3 0-85 16,2 0-41-16,0 0 32 0,-5-2-29 16,8 1-9-16,-4-4-392 0,-4 2 178 0,-4-1 88 0,4 0 46 15,-3 1-540-15</inkml:trace>
  <inkml:trace contextRef="#ctx0" brushRef="#br0" timeOffset="69273.63">22284 8997 1021 0,'-12'-7'0'0,"6"-4"0"0,5 4 0 15,1 2 0-15,0-4 0 0,0-1 168 0,1 1-59 0,10 0-43 0,10-3 287 0,6 5-160 16,1-1-81-16,4 2 116 0,2 4-90 16,-2 2-57-16,-2 0-23 0,-4 0-60 15,-8 12 1-15,0 3 42 0,-4 5-8 0,-4 3-158 16,-8 0 79-16,-2 3 39 0,0 2 0 0,-7 1-56 16,-12 0 44-16,-8 5 26 0,1-5-10 0,-6-3-198 15,5-5 53-15,-4-1 102 0,0-3-4 0,1-4-1 16,5-1-8-16,4-4 306 0,2 0-132 15,6-4-71-15,1-2-18 0,7-1 345 16,1 1-160-16,2-2-12 0,2 3-83 0,2-2-33 0,12-1-30 16,8 2 1-16,4-2-21 15,2 0 0-15,4 0-302 0,-4 0 159 0,6 0 67 0,-2 0 38 16,-4 0 0-16,-1 0-571 0,-6 0 263 0,2 0 98 16,-2 0 99-16,0 0-489 0,-4 0 287 0</inkml:trace>
  <inkml:trace contextRef="#ctx0" brushRef="#br0" timeOffset="69494.03">22670 8976 1538 0,'0'-15'0'0,"6"6"0"0,7-1 0 0,2-5 0 0,0 3 0 0,5 1 0 0,5 7 0 0,2 1 109 0,-1 3-38 16,-8 0 8-16,9 10 216 0,-8 5-130 0,-5 6-28 15,0 3-52-15,-5 1-26 0,-5-1 8 0,-4 8-90 16,0-4 28-16,-2 1 0 0,-14-2 28 0,-2-1 0 0,-5 1-117 15,2-2 54-15,-4-7-57 0,0-1 60 0,-1-2 21 16,-1-4-1 0,7-7-350-16,-1 0 174 0,7-4 51 0,4 0 54 15,3-1-254-15,7-11 150 0,0-7 66 0,10-6-247 16,19-4 165-16,1-1 83 0</inkml:trace>
  <inkml:trace contextRef="#ctx0" brushRef="#br0" timeOffset="69680.69">23074 8869 1039 0,'5'-12'0'0,"-3"4"0"0,-2 2 0 0,0 2 0 0,-3 3 0 0,-14 1 0 0,-7 0 0 0,-3 11 426 0,1 8-201 0,-1 3-96 0,2 5 304 31,2 0-201-31,4 4-99 0,8 1-42 0,4-2-33 0,7 0 132 16,0-2-79-16,1-2-39 0,14 0 48 0,6-2-36 16,2-2-30-16,2-3-261 0,4-1 119 0,-1-3 61 15,0-3 30-15,-3-3-511 0,5-3 267 0,-4-3 136 16,-6 0 17-16,1-3-642 0,-2 0 348 0,-8 0 167 15</inkml:trace>
  <inkml:trace contextRef="#ctx0" brushRef="#br0" timeOffset="69814.33">23219 9027 776 0,'0'-8'0'0,"0"7"0"16,2-1 0-16,-1 0 0 0,3 1 29 0,3-2 318 0,2 3-157 0,2 0-79 0,1 0 93 15,2 0-77-15,1 8-51 0,-2 1-22 0,0 3-66 16,1-1 23-16,-2 0-1 0,-1 0 31 0,3 0-460 15,-3-1 223-15,1-4 112 0</inkml:trace>
  <inkml:trace contextRef="#ctx0" brushRef="#br0" timeOffset="69963.08">23585 8828 778 0,'0'-17'0'0,"0"8"0"0,0 1 0 0,0 4 0 0,0 3 0 0,-7 1 0 0,-10 15 460 0,-3 20-214 16,-5 14-107-16,0 0 209 0,-8 17-162 0,-1 2-76 15,-10 14-39-15,0-1 263 0,-6 7-150 0,-6 9-68 16,-10 21-46-16,4-10-269 16,0 2 115-16,-2 7 59 0</inkml:trace>
  <inkml:trace contextRef="#ctx0" brushRef="#br0" timeOffset="71457.67">24883 8781 685 0,'0'-5'0'0,"-2"-1"0"0,-2 2 0 0,1 2 0 0,-1 1 0 0,0-2 0 0,-2 3 0 0,1 0 131 0,1 0-53 0,-1 0-23 15,1 8 1-15,2 3 124 0,2 4-73 0,0 2-29 16,0 2 90-16,0 2-67 0,2 5-35 0,3-3 82 15,4-5-50-15,5 7-36 0,-1-5-1 0,1-1 10 16,2-2 0-16,-2-2-38 16,6 0 8-16,-1-4-8 0,-1-1 0 0,3-4-1 15,2-2 1-15,-3-4-46 0,3 0 31 0,-2 0-8 16,-3-4-71-16,5-12 48 0,-6 0 21 0,-2-3-161 16,-2 0 77-16,0-6 43 0,-6 1 2 0,1 0-130 15,-6-2 64-15,0 0 42 0,-2 3-3 0,0-8-52 16,0 5 32-16,-8 2 15 0,-1 5 7 15,-2 2 23-15,-3 4-8 0,1 4 8 0,-2 5 92 0,0 2-46 16,0 2-22-16,-2 4-1 16,0 13 190-16,1 7-84 0,-2 6-55 0,4 2 221 15,2 4-113-15,1 7-68 0,4-9-2 0,0 13 132 16,4-8-90-16,1-3-43 0,2 3-23 0,0-3 23 16,0-1-14-16,0-3-8 0,2-2-86 0,6-1 31 15,-1-3 0-15,1-1-205 0,-1-5 127 0,3 2 50 16,-3-5 30-16,0 0-413 0,-1-2 182 15,0-9 111-15,-2 2 5 0,0-5-306 0,-1-1 193 16,0-2 96-16,3 0 49 0,0-5-118 0</inkml:trace>
  <inkml:trace contextRef="#ctx0" brushRef="#br0" timeOffset="71642.17">25456 8422 1406 0,'2'-5'0'0,"2"3"0"0,-3 2 0 0,-1 0 0 0,0 0 0 0,0 0 0 0,0 0 0 0,0 9 0 0,-1 6 326 0,-8 0-147 0,0 8-73 15,-2-1-37-15,2 5-60 0,-4 1 23 0,5 0 1 16,-1 2-157-16,3-2 79 0,0 1 38 0,5-3 9 16,-1 8-499-16,2-6 260 0</inkml:trace>
  <inkml:trace contextRef="#ctx0" brushRef="#br0" timeOffset="71838.67">25565 8725 917 0,'0'0'0'0,"0"0"0"0,0 0 0 0,-6 6 0 16,-3 8 0-16,-5 5 0 0,2 4 425 0,-4 5-201 0,5 0-95 0,1 1 267 0,1 2-181 15,4-2-91-15,3-5 24 0,2 8-61 0,0-6-27 16,2-1-1-16,7-3-177 0,4 0 75 0,0-5 46 15,4 1-8-15,1-5-414 0,2-4 226 16,-1-2 113-16,-1-5 56 0,3-2-659 16,-5 0 331-16</inkml:trace>
  <inkml:trace contextRef="#ctx0" brushRef="#br0" timeOffset="72052.11">25657 8897 1238 0,'-2'-22'0'0,"-4"8"0"0,3 2 0 0,1 1 0 0,-1-1 0 0,3 1 0 0,0 3 0 0,7 3 0 0,7 3 201 0,5 0-84 0,4 2-34 15,1 0 103-15,-3 9-78 0,0 6-37 0,-3 5 136 16,-1 2-87-16,-6-1-36 16,3 5-29-16,-9 0 2 0,-3 0 0 0,-2 3-25 15,0-2 1-15,-9 2-70 0,-10-3 30 0,-1 0 1 16,-1-1-115-16,-4-5 77 0,4-5 47 0,-7 4-309 16,6-8 136-16,1-4 83 0,2 0 43 0,6-4-185 15,1-3 81-15,3 0 62 16,6 0 26-16,3-5-250 0,0-8 138 0,3-8 70 0</inkml:trace>
  <inkml:trace contextRef="#ctx0" brushRef="#br0" timeOffset="72263.83">26032 8715 1332 0,'4'-9'0'0,"0"3"0"0,-4 5 0 0,0 1 0 0,0 0 0 15,-13 11 0-15,-7 10 0 0,4 1 254 0,-3 4-103 0,1 6 338 0,-1 0-228 0,6 0-115 16,1 3-56-16,5-3 138 0,4-7-90 0,3 7-57 15,0-5-23-15,3-3 133 0,6-2-79 0,6-1-40 16,-2-6-169-16,4 2 60 16,2-4 35-16,0-2 0 0,2-3-409 0,-1-2 222 15,-2-5 119-15,2-1-616 0,-2 0 295 0,0 0 179 16,-4 0 90-16,2-7-418 16</inkml:trace>
  <inkml:trace contextRef="#ctx0" brushRef="#br0" timeOffset="72486.6">26243 8604 1719 0,'7'-1'0'0,"7"1"0"0,-2 0 0 0,2 0 0 16,1 5 0-16,2 7 0 0,-1 5 0 0,3 3 0 0,-2 5 271 0,-2 5-111 0,0 0 125 0,-3 6-125 0,-4 1-64 0,-2 1-32 0,-4 1 23 15,-2 1-19-15,0 3-8 0,-8-5-27 0,-5 1-35 16,-5-2 35-16,-1-5 8 0,-7 5-8 0,5-8-66 15,-6-3 33-15,2-1 0 0,-2-5-179 16,5-6 114-16,-1 2 21 0,4-7-412 16,3-5 194-16,4 1 122 0,2-5 21 0,7 0-365 15,3-3 230-15,0-12 111 0</inkml:trace>
  <inkml:trace contextRef="#ctx0" brushRef="#br0" timeOffset="72643.17">26558 8858 1263 0,'7'-5'0'0,"1"3"0"0,2 2 0 0,-1 0 0 0,4-2 0 0,2 2 0 0,0 0 151 0,6 0-59 0,3 0-30 16,1 0 390-16,-3 0-202 15,7 0-112-15,-10 0-84 0,5 0-21 0,-4 0 0 16,2 5-1-16,-6 3-469 0,-3 1 231 0,-3 2 119 16,-5 1 60-16,-4 1-653 0</inkml:trace>
  <inkml:trace contextRef="#ctx0" brushRef="#br0" timeOffset="72787.31">26620 9080 1490 0,'-18'7'0'0,"4"3"0"0,9-2 0 0,-1-3 0 0,4-1 0 0,2 0 0 0,0-3 0 0,8 1 249 0,11-1-108 0,5 2-54 16,2-3 122-16,-2 0-80 0,8 0-53 0,-2 0-65 16,-1 0-1-16,3 0 23 0,-4 0 0 0,-4 0-479 15,5 0 236-15,-3 0 121 0,-6-3 61 0</inkml:trace>
  <inkml:trace contextRef="#ctx0" brushRef="#br0" timeOffset="73116.62">27064 8787 931 0,'-4'-17'0'0,"4"5"0"0,0-1 0 0,2 2 0 0,9-1 0 15,6 4 456-15,1 2-216 0,9 2-104 0,-1 3 93 0,1 1-98 0,-1 0-49 16,-4 1-17-16,3 13 51 0,-6 2-41 0,-3 3-22 15,-4 4 1-15,-5 1-95 0,-6 4 46 0,-1 2-9 16,-1 4 37-16,-18 4-119 16,-1-5 60-16,-6 1 30 0,0-5-50 0,1-1 34 15,-4 0 23-15,3-5-2 0,1-3 6 0,3-3-35 16,3-4 0-16,1 0 227 0,1-4-98 0,8-3-45 16,2-2-25-16,1-2 285 0,5-1-137 0,1-1-82 15,0 0 61-15,0 3-67 0,7-3-33 0,9 0 0 16,1 0 37-16,1 0 67 0,3 0-170 0,-1 0 0 15,5 0 0-15,1 0 0 0,-5 0 0 16,8-3-433-16,-8 2 262 0,0-1 103 16,0 0 50-16,0 0-796 0,-2 2 383 0,0-2 203 15,-3 0-408-15,1-3 301 0,-2-3 152 0</inkml:trace>
  <inkml:trace contextRef="#ctx0" brushRef="#br0" timeOffset="73344.09">27478 8842 906 0,'0'-20'0'0,"0"5"0"0,0 4 0 0,0-2 0 0,0 4 0 0,0-2 0 0,9 5 409 0,3 0-191 0,8 4-93 0,1 0 157 16,4 2-125-16,-1 0-61 0,-2 6-24 0,3 7 209 15,-5 2-124-15,0 4-62 0,-3 2-31 0,-6 0 48 16,0 6-43-16,-5-1 0 0,-4 1-69 0,-2 1 0 16,0 1 33-16,-15-3 8 0,-4 0-89 0,-2 0 40 15,-4-3 1-15,0-3-158 0,-2-2 88 0,3-5 58 16,-6-1-19-16,9-4-145 0,-1-4 60 15,3-2 57-15,8-2-11 0,-1 0-313 16,5-2 182-16,7-8 88 0,0-4-290 0,7-7 189 16,14 0 94-16,5-1 39 0,10-6-251 0</inkml:trace>
  <inkml:trace contextRef="#ctx0" brushRef="#br0" timeOffset="73529.14">27935 8714 954 0,'9'-17'0'0,"-2"5"0"0,-7 4 0 0,0 2 0 0,0 0 0 0,-12 4 0 0,-13 2 246 0,-3 0-107 0,0 9-53 15,-3 8 363-15,-1 4-200 0,-5 11-112 16,8 0 312-16,5 5-208 0,5 1-104 16,9-5-52-16,7 5 141 0,3-2-100 0,0-2-47 15,9 0 115-15,12-4-81 0,11-1 72 0,-6-6-185 16,17-2-225-16,-2-5 145 0,0-2 56 0,2-5-655 16,-1-3 355-16,-9-2 187 0,3-1 45 0,-3 1-794 15,-1-4 427-15</inkml:trace>
  <inkml:trace contextRef="#ctx0" brushRef="#br0" timeOffset="73674.75">28394 9119 1998 0,'7'6'0'0,"5"6"0"0,0-4 0 16,-3-2 0-16,0 0 0 0,-2-5 0 0,-2 4 0 0,1-4 275 0,-3-1-122 0,-1 0-52 0,0 2 665 0,-1-2-367 15,3 0-182-15,-4 0-426 0,0 0 129 0,0-3 52 16,0-3 31-16</inkml:trace>
  <inkml:trace contextRef="#ctx0" brushRef="#br0" timeOffset="93616.32">9714 10228 322 0,'-2'0'0'0,"-1"0"0"0,2-3 0 0,-2 1 0 0,1 2 0 0,-1 0 0 0,1 0 262 0,-1 0-119 0,0 0-55 16,2 0-27-16,-1 0 54 0,0 0-41 0,-1 10-13 15,1 3-7-15,2-1-24 0,0 6 3 0,0-1 0 16,0 2 25-16,0-1 9 15,2 3-34-15,6 0 37 0,3-3-37 0,5 5 0 16,0-4 0-16,0-2 38 0,4 2-7 0,1-4-31 16,1-2-1-16,-1-2-2 0,3 0 2 0,-3-3 9 15,2-1-38-15,-1-3 0 0,1 0 30 0,-1-4-59 16,0 0 30-16,-3 0 6 0,1 0 10 16,-4-6-75-16,1-5 38 0,-6-2 14 0,1-2-1 15,-3-2-20-15,-3-2 6 0,-5 1 1 0,1-3-33 16,-2 0 26-16,0 0-1 0,0 0 9 0,-2 1-4 0,-7-3-12 15,-3 5-8-15,1 1 31 16,-1 0 9-16,0 4-14 0,-1 3-2 0,-2 3 86 16,4 2-38-16,-2 2 0 0,-1 3-36 0,2 0 68 15,-2 0-27-15,3 12-1 0,0 5-19 0,-1 5 110 16,3 3-46-16,2 3-27 0,-1 0 0 0,4 3 90 16,2 4-54-16,0-1-28 0,2-1 54 0,0 5-34 15,0-3-28-15,2 1-18 0,4 0-4 0,2 0 1 16,1-3 8-16,0-1-69 0,-2-1 30 15,3-4 0-15,-2-2 31 0,-3-4-205 16,2 1 92-16,2-5 49 0,-6 0-266 0,4-5 145 16,-3-3 44-16,2-2-243 0,0-2 151 0,-1-5 87 15,3 0 41-15,1 0-255 0,3-6 147 0,2-13 73 16</inkml:trace>
  <inkml:trace contextRef="#ctx0" brushRef="#br0" timeOffset="93880.61">10351 10283 1120 0,'2'-2'0'0,"-2"1"0"0,0 1 0 0,0 0 0 0,0 0 0 0,-5 0 0 0,-3 0 0 0,-2 1 163 0,3 11-66 0,0 3 134 16,1 7-100-16,-1 1-49 0,2 0-16 0,2 8 96 15,3 0-64-15,0-3-33 0,0 2 0 0,0 0 20 16,2-6-18-16,6 8-8 0,1-6-38 15,2-1 12-15,1-3 0 0,-3-3 0 16,4 0-115-16,-2-4 53 0,0-2 31 0,0-2-280 16,3-4 134-16,-5-3 82 0,0-4 12 0,5 0-392 15,-3 0 188-15,-1-7 111 0,1-10 55 0,-2-1-270 16,-1-3 154-16</inkml:trace>
  <inkml:trace contextRef="#ctx0" brushRef="#br0" timeOffset="94099.02">10473 10388 1199 0,'0'-7'0'0,"0"4"0"0,0-1 0 0,0 0 0 0,0 2 0 0,0-2 0 0,2 2 0 0,4 1 134 16,7-2-51-16,2 3 252 0,0 0-155 0,2 0-73 15,2 4-38-15,-3 8 78 0,2 1-57 0,-4 2-20 16,0 2-9-16,-1 0-77 0,-3 1 25 0,-3 1-1 16,-3 2 25-16,-3-2-94 0,-1 1 43 0,0 0 25 15,0 0 0-15,-10-3-88 0,-4 0 57 16,-1-5 0-16,0 0-53 0,-3-4 12 15,-2-1 34-15,-1-3-215 0,3 0 113 0,-1-4 31 16,3 0 40-16,2 0-225 0,5 0 127 0,3 0 64 16,3-8 31-16,3-5-232 0,0-2 137 0,5-4 63 15</inkml:trace>
  <inkml:trace contextRef="#ctx0" brushRef="#br0" timeOffset="94291.51">10709 10326 459 0,'1'-7'0'0,"1"3"0"0,-2 1 0 0,0-1 0 0,0 2 0 0,0 2 469 0,-5 0-218 0,-4 0-101 16,0 2 98-16,0 9-108 0,-1 4-54 0,1 4 165 16,0 4-110-16,5-3-45 0,3 7-36 0,1-1 56 15,0-4-42-15,3 3-20 0,12-4-1 0,-2-3-95 16,7 3 32-16,3-6 22 16,-2-2-256-16,2-3 139 0,-3-1 68 0,1-2-404 0,-3-2 222 0,1 2 75 15,-1-5 65-15,-6-2-184 0,1 0 115 0,-3 0 50 16</inkml:trace>
  <inkml:trace contextRef="#ctx0" brushRef="#br0" timeOffset="94524.89">10926 10133 1058 0,'2'-7'0'0,"4"5"0"0,1 1 0 0,1-1 0 0,1 2 0 0,2 0 0 0,3 2 0 0,-1 8 486 0,2 4-218 0,3 6-122 16,-2 3 218-16,0 1-165 0,0 2-83 0,-5 5 15 15,0 1-41-15,-1-1-32 16,-7 3-1-16,-1 6-9 0,-2 1-15 0,0 2-1 16,-7-6 9-16,-11 10-98 0,2-4 44 0,-3-4 23 15,2-6-206-15,-5-1 114 0,-1-4 65 0,0-5-391 16,-1-6 176-16,5-8 108 0,-2-2 10 0,2-4-346 16,5-3 205-16,3-3 116 0,2-13 53 0</inkml:trace>
  <inkml:trace contextRef="#ctx0" brushRef="#br0" timeOffset="94651.55">11155 10281 1572 0,'21'-1'0'0,"0"1"0"0,-3 0 0 16,0-2 0-16,-2 2 0 0,1-2 0 0,0 2 0 0,2-2 0 0,0 2 0 0,3 0 125 0,-3 0-38 0,2 0-174 0,-3 0-205 0,1 7 163 15</inkml:trace>
  <inkml:trace contextRef="#ctx0" brushRef="#br0" timeOffset="94816.11">11240 10594 983 0,'-18'7'0'0,"9"-1"0"0,4-3 0 0,1-3 0 0,1 0 703 0,3 0-336 0,0 0-166 16,7 0-77-16,12-2 223 0,-1-1-157 0,9-5-79 15,-4 1-39-15,-2 1 317 0,2 1-182 0,2 0-88 16,-4 2-453-16,-1 1 183 0,-1 2 92 15,-3 0-848-15,0 0 466 0</inkml:trace>
  <inkml:trace contextRef="#ctx0" brushRef="#br0" timeOffset="96724.66">11897 10379 810 0,'0'-7'0'0,"-2"-3"0"0,2-3 0 0,0 0 0 0,0-2 216 0,4 2-96 0,6-2-44 15,1 3-8-15,0 2 0 16,2 2-35-16,2 2 8 0,2 3-9 15,0 1 10-15,2 2-10 0,0 0-3 0,1 0 3 16,1 5 9-16,-2 6-8 0,-3 2 0 0,2-1-23 16,-4 3 0-16,-2-2 23 0,-3 4 8 0,-1 0-14 15,-3 2 5-15,-3 1-4 0,-2 5 2 0,0-1 0 16,0-1 0-16,-9 7 4 0,-4-3-5 0,-3-4 1 16,0 0-1-16,-3-2-73 0,2-8 41 0,-3-2-7 0,-3-3-97 15,2-2 59-15,-1-6 32 16,1 0-11-16,0 0-129 0,3 0 70 15,0-4 41-15,4-5-77 0,2 1 53 0,3-2 7 16,5 0-172-16,4 2 105 0,0-4 48 0,0 3 24 0,9 0-181 16,7-1 102-16,4 2 44 0,8 0 33 15</inkml:trace>
  <inkml:trace contextRef="#ctx0" brushRef="#br0" timeOffset="96971">12357 10264 815 0,'2'-12'0'0,"0"3"0"0,-2-5 0 0,0 3 0 0,-2 0 0 0,-7 0 0 0,0 1 78 0,-5 3-23 0,3-1 106 16,-3 6-65-16,3 0-31 0,-1 2 8 0,-2 0 5 15,1 6-22-15,0 9-1 0,0 7-22 0,2 3 92 16,1 4-50-16,3 8-22 0,3-2 102 0,2 3-62 0,2 1-29 16,0-2 7-16,0-1 18 0,9-4-28 15,5-1 0-15,2-4-28 16,5-4-78-16,-2-4 48 0,7-2-451 0,-1-4 466 15,-1-4 15-15,1-3 0 0,1-2 0 0,-6-4-191 16,3 0 85-16,-2 0-185 0,-1-4-70 0,-1-7 138 16,-2-4 79-16,-2-4 30 0,1-5-260 0</inkml:trace>
  <inkml:trace contextRef="#ctx0" brushRef="#br0" timeOffset="97286.16">12568 9957 970 0,'-9'-10'0'0,"3"5"0"0,1 3 0 0,2 0 0 0,1 0 0 0,0 2 218 0,2 0-92 16,0 0-47-16,0 0 65 0,10 0-60 0,5-2-25 0,2 0-1 15,1 2 62-15,3 0-43 0,0 0-14 0,-3 0-101 16,2 8 36-16,-8 1-1 0,0 0-87 16,-3 5 61-16,-3-1 39 15,-4 2-8-15,-2 2 31 0,0 2-100 0,-2 0 47 16,-11-3-18-16,-2-1 24 0,-2 0-22 0,-2-3 35 15,0-1-29-15,1-3 87 0,0-3-37 0,2 1 188 16,4-5-96-16,1 1-51 0,4-1-12 0,3-1 0 0,0 0 214 16,4 0-107-16,-2 0-66 0,2 0-28 15,2 0-37-15,10 0 8 0,4 0-29 0,5 0 9 16,4 0 19-16,-1 0 1 0,2 0-58 0,-4 0 29 0,7 0 0 16,-7 0 37-16,7 0-424 0,-5 0 201 0,2 3 64 15,-2 3 62-15</inkml:trace>
  <inkml:trace contextRef="#ctx0" brushRef="#br0" timeOffset="103395.1">13000 10336 886 0,'-4'-2'0'0,"0"0"0"0,3 0 0 0,1 1 0 0,0-2 0 0,0 3 0 0,0 0 165 16,0-1-71-16,0-1-31 0,1 0 1 0,10 0 131 15,5 1-81-15,0-2-33 0,3 1-8 0,6-1 54 16,-1 1-47-16,2-1-24 0,4 1 0 0,2-2 135 15,2-2-83-15,2 0-8 0,-4 2-33 0,0 1-1 16,0-1-33-16,-7 2-81 0,4 1 37 0,-8-1 22 16,0 2-1-16,-3 0-196 0,-3 0 109 0,-4 0 63 15,1 0-177-15,-5 0 104 16,-1 0 9-16,-3 0-361 0,-1 0 197 0,0 0 96 16,-2 0 61-16,0-3-268 0,-4-4 161 0</inkml:trace>
  <inkml:trace contextRef="#ctx0" brushRef="#br0" timeOffset="103588.09">13311 9957 911 0,'-7'-8'0'0,"2"6"0"0,1 0 0 0,2 0 0 0,-3 2 0 0,4 0 0 0,-1 0 402 0,2 15-176 0,0 8-101 16,0 3-46-16,0 4 209 0,0 11-128 15,0 2-17-15,0-6-47 0,0 13-35 0,0-4-1 0,0-1-112 16,0-1 42-16,0-2 22 0,0-4 7 0,0 1-284 15,0 0 149-15,0-3 74 0,0 0 37 16,2-4-545-16,-2-6 268 0,1 0 71 0,2-7 90 16</inkml:trace>
  <inkml:trace contextRef="#ctx0" brushRef="#br0" timeOffset="104040.95">14159 10246 803 0,'2'-13'0'0,"-1"2"0"0,1-4 0 0,0 0 0 0,-2-1 0 0,0-2 125 0,0 0-50 0,0 2-21 16,0-1 0-16,0 0 44 0,-5 2-32 0,-1-2 87 15,0 2-64-15,-1 0-28 0,1 0-1 16,-3 0 14-16,-1 2-1 0,-1 2-32 0,-2-1 43 16,0 3-26-16,-2 3 0 0,-4 4-25 0,0 0 54 15,-3 2-31-15,-3 4 0 0,-1 13-23 0,-1 6 71 16,-3 7-36-16,4 0 8 0,-4 13-43 0,4 0 48 15,2 3-24-15,5-2-1 16,4 1 110-16,7-5-59 0,2 10-41 0,6-4 0 16,0-3 142-16,2 0-88 0,14-2-43 0,-2-5-15 15,11 5 96-15,-1-5-63 0,5-6 109 0,-1-7-204 16,4-2 0-16,0-7 0 0,3-4 0 0,1-6 0 16,-3-4-175-16,3 0 176 0,-2-12-539 15,0-10 262-15,2-4 102 0,-10 3-793 0,2-1 468 16</inkml:trace>
  <inkml:trace contextRef="#ctx0" brushRef="#br0" timeOffset="119346.78">11088 6886 587 0,'0'0'0'0,"0"0"0"0,0 0 0 0,0 0 0 0,0 0 86 0,0 0-31 16,0 0 1-16,0 0-24 0,0 0 57 15,0 0-29-15,0 0 34 0,0 0-35 0,0 0 0 16,0 0 23-16,0 0-24 0,0 0-1 0,0 0-16 0,0 0 17 16,0 0 0-16,0 0-25 0,0 0-19 15,0 0 19-15,1 0 8 0,3 0-8 0,2 0 29 16,2-1-30-16,-3-1 1 16,3 0-25-16,-1 0 8 0,1 0 17 0,-1 0 0 0,1 0-24 15,-3 1 1-15,2-1 21 0,2 2-12 16,-4 0 10-16,0 0-1 0,1 0-4 15,1 0 8-15,0 0-7 0,0 0 8 0,0 0-11 0,0 0 3 16,2-2-9-16,-2 2 37 0,2 0-27 0,1 0 6 16,-3 0-8-16,3-3 3 0,-1 3 2 0,-1 0-20 15,1 0 18-15,0-1 7 0,1 1-38 16,1 0 30-16,-2 0-1 0,3 0 0 0,-1 0-23 16,0 0 28-16,3 0-9 0,-4 0-4 15,4 0 3-15,1 0 2 0,-3 0-3 0,6 0-10 0,-4 0 11 16,2 0 0-16,0 0-1 15,2 0-4-15,-3 0 4 0,1 1 5 0,0-1-5 0,0 3-17 16,0-1 17-16,-3-2-1 0,4 2 0 16,-2-1 5-16,0 1-5 0,1 0-1 0,0-2 0 15,2 2 1-15,0 0-14 0,-2-2 17 0,3 4-4 0,0-3 0 16,-1 1-42-16,2 2 41 0,-4-2-1 16,1 1 2-16,0 1-2 0,0 2-36 0,-2 0 33 15,2-1 1-15,0 1 17 0,0 2-17 16,2-1-1-16,-1 1-5 0,3-1 4 0,0 0 0 0,4-1-2 15,-5-1 4-15,2 1-11 0,1-1 9 0,3-2 0 16,-4 1 30-16,1-3-26 0,4 1-1 0,-7 1 37 16,4-3-36-16,3 1-1 0,-3-1 0 15,-1 0 5-15,4 0 33 0,0 0 0 0,-1 0-32 0,3-1 39 16,-1-4-36 0,-4 2-15-16,8-1 17 0,-5 0-2 0,-1 2 5 15,0 1-3-15,2-1-46 0,-4 2 28 0,5 0-8 16,-3 0 15-16,2 0 4 0,-1 0 1 0,1 0-5 0,-4 0 11 15,8 2-11-15,-2-1 3 16,2-1 1-16,0 0-3 0,-1 0 0 0,4 0 4 0,-1 0-11 16,0 0 7-16,-3 0 4 0,3 0-3 0,-2 0-21 15,2 0 3-15,-1 0 180 0,-1 0-344 16,0 0 332-16,0 0-166 0,0 0 0 0,-2-1 0 0,0 1 0 16,0 0 0-16,2-2 0 0,-2-1-172 0,0 2 177 0,2-2 162 15,0 0-167 1,0-1 0-16,-2-1 0 0,0 1 0 0,0-1 0 0,0 1 0 15,0 0 0-15,-1 0 0 0,1 3 0 16,-2-1 0-16,0-1 0 0,-1 2 0 0,3 1 0 16,-2 0 0-16,0 0 0 0,2 0 0 0,0 0 0 0,1-1 0 15,0-2 0-15,1 1 0 0,2-2 0 16,2-1 0-16,-1 1 0 0,1-2 0 16,1 0 0-16,1 1 0 0,5-1 0 0,-2 3 0 15,1-1 0-15,-6 0 0 0,1 1 0 16,2-1 0-16,-1 1 0 0,0 2 0 0,-3-1 0 15,1 0 0-15,-2 1 0 0,-1 1 0 16,-1 0 0-16,-2 0 0 0,0 0 0 0,0 0 0 0,0 0 0 0,2 0 0 16,2 0 0-16,-2 1 0 15,0-1 0-15,-4 0 0 0,4 2 0 16,-4-2 0-16,-1 0 0 0,-6 0 0 0,3 0 0 0,-4 0 0 16,1 0 0-16,-3 0 0 0,-2 0 0 0,-2 0 0 15,-3 0 0-15,-2 0 0 0,-2 0 0 0,-1 0 0 16,0 0 0-16,-4 0 0 0,0-2 0 0,-1 2 0 15,-1-1 0-15,2-2 0 0,-2-4 0 0,0-1 0 0,0-1 0 16,0-2 0-16,0 0 0 0,-7 1-890 16,-5 2 488-16,-8 6 185 0</inkml:trace>
  <inkml:trace contextRef="#ctx0" brushRef="#br0" timeOffset="120726.43">15413 10425 923 0,'-4'-8'0'0,"1"4"0"0,1 2 0 0,2-1 0 0,0 2 0 0,-2-1 0 0,2 2 64 0,0-1 140 0,0 1-78 16,0 0-50-16,0 0-22 0,0 9 63 0,2 4-42 16,3 4-21-16,3 3 8 0,2 7-44 0,-3-4 15 15,-2 1 0-15,4 2-41 0,-2 1-1 16,-4-3 50-16,3 6-8 0,-4-1 0 0,-1-6-195 15,1-1 97-15,-2-1 49 0,0-2-314 16,0-3 165-16,0-7 45 0,-3-1 53 0,-3-6-218 16,-1-2 126-16,0-2-112 0,-2-15 123 0</inkml:trace>
  <inkml:trace contextRef="#ctx0" brushRef="#br0" timeOffset="121021.79">15377 10305 1250 0,'0'-15'0'0,"0"5"0"0,0 3 0 0,2-3 0 15,5-1 0-15,5 2 0 0,7-3 0 0,5 3 247 0,4-5-98 0,4 3-63 0,0 0 253 16,5 1-153-16,-4 5-77 0,3 1-38 16,-1 2 26-16,-1 2-37 0,-4 0 1 0,0 0-28 0,-7 2-44 15,-1 6 23-15,-1-2 7 0,-2 1-24 0,-4-2 0 16,-4 1 38-16,-3 0 26 16,-1-3 0-16,-2 1-18 0,-1 0-12 0,-2 2 62 15,1-3-30-15,-1 5-20 0,-1-1-15 0,-1 1 150 16,0 5-72-16,0 0-35 0,0 3 0 0,0 2 56 15,0 4-38-15,0 5-31 0,0-1-53 0,2 4 29 16,0 3 1-16,0 0-206 0,3 3 112 16,1 1 42-16,-3-2 26 0,6 3-173 0,-4-2 71 0,1-1 58 15,-3-5-16-15,3 1-489 0,-5-9 254 0,1-1 128 16,0-4 64-16,-2-6-341 0,0-3 194 16,0-2 110-16,-2-6-301 0,-9 0 200 15</inkml:trace>
  <inkml:trace contextRef="#ctx0" brushRef="#br0" timeOffset="121205.88">15540 10405 1071 0,'-20'2'0'16,"5"4"0"-16,6 0 0 0,1-2 0 0,3-2 0 0,3 1 514 0,2 1-241 0,2 0-120 16,11 0-52-16,10-1 121 0,-1 0-94 0,4 0-48 15,0 1-23-15,4-3 69 0,0 3-38 0,0-2-32 16,-3 1-121-16,-4 0-167 0,1-1 133 0,-5-1 65 15,-4 1-505-15,0 0 282 0,-5-2 93 0,-5 0-510 16</inkml:trace>
  <inkml:trace contextRef="#ctx0" brushRef="#br0" timeOffset="121502.7">15657 9915 1183 0,'-5'-5'0'0,"3"3"0"0,-2 2 0 0,2 0 0 0,0 5 0 0,2 16 0 0,0 6 239 16,0 6-103-16,0 7 127 0,2 12-120 0,2 1-54 16,0 4-29-16,-1 1-124 0,-1 0 48 0,0 2 33 15,1-4-8-15,-3-1-198 0,0-5 111 16,0-4 55-16,-5-11 28 0,-4 1-66 16,0-5 43-16,-3-6 24 0,1-6-158 0,-2-6 74 15,-2-4-18-15,4-5-11 0,-5-2 281 0,7-2-98 16,-2 0-60-16,3 0 375 0,4 0-182 0,3 0-69 15,-1 0-62-15,2 0 199 0,0 0-123 0,9 0-60 16,6 0-30-16,6 0 29 0,5 0-34 0,0 0 0 16,3 0-43-16,2 0 17 0,0 0 0 0,0 0-323 15,0 0 157-15,-3 0 83 0,2 0 42 0,-2-2-683 16,0 0 305-16,1-1 139 0</inkml:trace>
  <inkml:trace contextRef="#ctx0" brushRef="#br0" timeOffset="121889.78">16324 10139 1624 0,'-23'0'0'0,"7"4"0"0,6 11 0 0,-1 0 0 0,-4 0 0 0,4 5 0 0,0 7 0 0,2 2 485 15,0 3-226-15,7-2-104 0,2 5-66 0,2-2 165 16,14-1-111-16,8 2-55 0,7-8-28 0,-3-5-41 15,7-2-8-15,8-2 22 0,-4-8-73 0,-5-5 36 16,6-2 0-16,-2-2-164 0,-3 0 96 0,-1-9 53 16,-6-7 25-16,-2-2-269 0,-5-7 134 15,-4-2 10-15,-5 0 52 0,-5-4-57 0,-3 0 45 16,-3-5 23-16,-1-3-8 0,-3-6 3 16,-8 1 0-16,-6 3 29 0,1 9 31 0,-4 1-31 15,1 10-9-15,-8-2 92 0,7 18-41 0,-8 3-22 16,5 2 1-16,1 11 330 0,0 15-166 0,-1 15-59 15,4 2-49-15,2 4 281 0,4 4-148 16,2 4-69-16,2 1 28 0,4 2-56 0,1 7-25 0,4-6-201 16,0-7 89-16,0 5 45 0,4-4-194 15,8-3 115-15,1-4 62 0,0-5 30 0,-2-10 0 16,5 0 27-16,-5-9-686 16,3-1 285-16,2-8 170 0,-2-5-355 0</inkml:trace>
  <inkml:trace contextRef="#ctx0" brushRef="#br0" timeOffset="122089.25">16991 10207 1476 0,'-14'1'0'0,"7"16"0"0,0 2 0 0,0 4 0 0,-5 0 0 0,-1 10 364 15,1 2-157-15,0 7-92 0,2 1-41 0,7-1 311 16,3-7-177-16,0 12-87 0,2-13-119 15,12 6-7-15,4-10 37 0,0 2 1 0,4-9-516 16,3 0 258-16,-5-7 137 0,8-2 57 16,-2-10-724-16,-1-4 371 0</inkml:trace>
  <inkml:trace contextRef="#ctx0" brushRef="#br0" timeOffset="122362.52">17221 10332 806 0,'-12'0'0'0,"0"2"0"0,3 15 0 0,-6 8 0 0,3-1 480 0,1 8-223 0,4 7-113 0,5 3-55 0,2-6 333 16,0 2-199-16,2 0-95 0,13-5-50 16,4 0-23-1,3-6 1-15,2-6-15 0,3-5-358 0,-1-6 175 16,2-8 88-16,-1-2 43 0,-1-2-289 16,-2-16 174-16,-3-4 76 0,-4-6 41 0,-2-4-180 0,-6 0 92 15,-3-7-35-15,-4 3 41 0,-2-7 18 0,0 1 0 16,-12 3 40-16,-2-2 1 0,-4 9 35 0,-2 0-9 0,-4 4-27 15,-3 8 105-15,-1 7 112 16,-2 8-184-16,0 5-22 0,7 0-16 0,-5 5-4 16,11 10 22-16,2 3 22 0,6 0-14 15,3 3 30-15,6 0-346 0,0-1 156 0</inkml:trace>
  <inkml:trace contextRef="#ctx0" brushRef="#br0" timeOffset="122563.12">17524 10216 1870 0,'4'-4'0'0,"6"2"0"0,-1 2 0 16,2 0 0-16,0 0 0 0,4 0 0 0,1 8 340 0,4 9-154 0,1 4 516 0,-3 4-641 0,1 7-20 0,0 8 41 15,-6 1-22-15,-2 3-29 0,-3 3 1 0,-6 3-55 32,-2 2 35-32,0 0-7 0,-8-2 28 0,-7-3-280 0,-4-3 140 15,-1-5 69-15,-3-11 44 0,-5 0-470 0,0-7 248 0,-4-3 68 16,2-9-878-16,-1-7 967 15,9-2 18-15,-2-1 8 0,7-16-870 0,6-10 863 0</inkml:trace>
  <inkml:trace contextRef="#ctx0" brushRef="#br0" timeOffset="122684.93">17751 10398 1368 0,'28'-10'0'0,"0"9"0"0,4 1 0 0,-7 0 0 0,-4 0 0 0,-1-2 0 0,1 2 0 0,-2 0 139 16,1 0-53-16,1 0-27 0,-2 0-76 0,-1 0 20 0,-2 2-650 15</inkml:trace>
  <inkml:trace contextRef="#ctx0" brushRef="#br0" timeOffset="122823.09">17885 10625 1928 0,'-10'14'0'0,"8"-3"0"0,2-3 0 0,0-1 0 0,0-1 0 0,4-1 0 0,11-1 0 0,1-1 130 0,7-3-41 0,4 0-32 0,-3 0-293 15,3 0 135-15,3-2 66 0,0-3-332 16,2 0 183-16,-2-5 92 0</inkml:trace>
  <inkml:trace contextRef="#ctx0" brushRef="#br0" timeOffset="123084.33">18328 10383 738 0,'0'-9'0'0,"0"5"0"0,0 1 0 0,0 0 0 0,0 3 0 0,0 0 28 0,-4 17-28 0,2 6 0 0,2 2 0 15,0 9 401-15,4 7-184 0,9-4-92 0,6 1 634 0,2-5-364 16,2-6-173-16,2-1-98 0,5-5-105 0,0-6 14 16,2-10 0-16,-2-5 8 0,0 0-218 0,-2-15 105 15,-1-9 52-15,-2-10-121 0,-7-2 87 0,-6 2 52 0,-3-11 13 16,-7 2-300-16,-2-3 146 0,0 2 0 16,-13-1 7-16,-5 8 12 0,-8-5 49 0,2 18 21 15,-10 3 72-15,-2 10-26 16,-1 9 1-16,-2 2-34 0,5 9 162 0,2 12-77 0,7 4-38 15,3 7-2-15,9 3 0 0,7-2 6 0,6 3-311 16,0-1 146-16,6 7 66 0</inkml:trace>
  <inkml:trace contextRef="#ctx0" brushRef="#br0" timeOffset="123612.33">19363 9679 1107 0,'-21'0'0'0,"6"0"0"0,5 13 0 0,5 5 0 0,-1-2 0 0,3 2 0 0,1 3 0 0,2 3 196 16,-2 6-81-16,2 5-42 0,-2 0 1 0,1 7 190 15,-2-6-107-15,-1 10-66 0,2-2-29 16,-1-2 1-16,-1-1-30 0,-1 0-291 0,1-6 153 0,2 1 65 16,-1-3 37-16,0-5-458 0,3-9 205 0,0-4 135 15,0-7 7-15</inkml:trace>
  <inkml:trace contextRef="#ctx0" brushRef="#br0" timeOffset="123753.96">19273 10154 1432 0,'0'-11'0'0,"-2"5"0"0,2 2 0 0,0-1 0 0,0 0 47 0,7-3-15 16,6 1 1-16,10 0 0 0,1 2 194 0,1-3-98 0,0 5-39 16,4-4 132-16,-1 7-94 0,-3-3-48 15,-3 3-378-15,3 0 165 0,-5 0 91 0,1 0 33 16,-5 7-596-16,-4 5 310 0,-4 1 155 0</inkml:trace>
  <inkml:trace contextRef="#ctx0" brushRef="#br0" timeOffset="123900.56">19299 10342 1286 0,'-21'1'0'0,"9"5"0"0,1-2 0 0,6-2 0 0,1 0 0 0,4-2 0 0,0 0 209 15,9 0 412-15,18-2-559 0,1-4 0 0,6-3-21 16,0 1-14-16,3 1 6 0,-1 0-1 0,-2-1 1 0,0 3 0 16,-8-1 8-16,0 4-372 0,-3 1 183 0,-4 1 90 0,-7 0-508 15,-3 0 300-15</inkml:trace>
  <inkml:trace contextRef="#ctx0" brushRef="#br0" timeOffset="124078.15">19477 10181 787 0,'0'-2'0'0,"0"2"0"0,-2 0 0 0,-2 2 0 0,-1 10 0 0,-1 7 462 0,1 4-215 0,-3-1-99 16,1 10-61-16,-3 2 135 0,-3 7-95 15,2-3-47-15,-2 2-24 0,1-4 9 0,1 1 11 16,0 0-22-16,1-3 1 15,3-5-367-15,3-5 172 0,3-5 95 0,1-4-535 0,0-7 303 16,1-3 152-16</inkml:trace>
  <inkml:trace contextRef="#ctx0" brushRef="#br0" timeOffset="124235.73">19526 10440 526 0,'7'0'99'0,"3"0"-50"0,-4 0-24 15,-2 9 0-15,-1 2 564 0,1 4-270 0,-1 2-147 16,1 8 350-16,3-3-244 0,-4-3-123 0,3 5-17 15,-1-1-45-15,1 1-34 0,-1-3 0 16,5 0-393-16,-3-6 183 0,2-3 92 0,2-6 54 0,-1 0-660 16,1-6 349-1,1 0 175-15,-1-6 86 0</inkml:trace>
  <inkml:trace contextRef="#ctx0" brushRef="#br0" timeOffset="124637.65">19744 10321 1633 0,'0'-9'0'0,"2"7"0"0,0 2 0 0,-2 0 0 0,0 0 0 0,0 8 0 0,1 0 0 0,1 4 240 16,0 3-103-16,0 0-53 0,1 2 33 0,0 0-46 0,-1 0-1 16,0 0-272-16,2-3 117 0,-3-2 59 0,3-3-430 15,0-2 240 1,-3-5 125-16,1-2 62 0,0 0-360 16,-2-1 197-16,0-9 37 0,0-6 67 0,0-8-10 0,-4 2 32 15,-1-2 1-15,-2-4 32 0,-1-1-8 0,0-1 8 0,5-2 1 16,-1 7 136-16,4 2-68 0,0 3-34 15,0 3-9 1,0 1 489-16,7 5-221 0,9 2-136 0,2 5-9 0,7 0 222 0,-5 4-144 0,11 0-85 16,-3 0-39-16,0 11 114 0,0 5-76 0,-4 3-37 0,-1 1 7 15,-4 4-72-15,-3 1 0 0,-4 1 27 16,-5 1 0-16,-5 0-95 0,-2 1 56 16,-2 1 15-16,-15-1 1 0,-1-1-28 15,-7-3 25-15,-3-2-38 0,-2-5 23 0,0 1-6 16,0-8-11-16,2 0 39 0,1-3 92 0,5-4-48 15,3 0 171-15,2-3-106 0,8 0 38 0,1 0 38 16,5 0-159-16,3 0-7 0,0 0-61 16,3-6 27-16,14-1-1 0,6-1 35 0,-1-1-240 15,5 0 120-15,1 0 68 0,4 2 22 0,-2 0-604 16,2-1 301-16,0 5 128 0,-6 0 77 16,8 2-636-16,-8 0 349 0</inkml:trace>
  <inkml:trace contextRef="#ctx0" brushRef="#br0" timeOffset="124913.35">21055 10146 943 0,'-10'-18'0'0,"3"-2"0"0,0 2 0 0,-2-3 0 0,-5-1 0 0,1 1 276 0,-6 1-122 0,1 1-61 16,-3 6-29-16,-4 6-1 15,-3 4 114-15,-4 3-77 0,-3 17-33 0,-1 10 126 0,1 12-80 16,-6 10-40-16,13-5 88 0,1 9-68 0,6 0-30 16,7 2-1-16,9-3 248 0,5-1-138 15,0-1-62-15,10-4-42 0,8-2 196 0,3-4-116 16,5-2-57-16,4-6-30 0,-1-6-101 0,12-2 32 16,-4-7-1-16,2-6-516 0,3-7 278 15,-1-4 140-15,-5 0 78 0,9-6-430 0,-6-11 171 0,2 0 138 0</inkml:trace>
  <inkml:trace contextRef="#ctx0" brushRef="#br0" timeOffset="125121.79">21424 10207 3209 0,'-18'0'0'0,"11"0"0"0,7 0 0 0,0 0 0 0,0 0 0 0,2 0 0 0,7 3 0 0,6-3 62 0,4 2-29 0,3-2-1 0,7 0 110 16,2 0-46-16,1 0-36 0,0-2-146 16,0 0 59-16,-2-1 30 0,-1 1-551 0,-7-2 298 0,0 2 137 0,-3 1-1363 31,-3 1 1453-31,-7 0 25 0,-2 0-84 0,-5 5-920 0</inkml:trace>
  <inkml:trace contextRef="#ctx0" brushRef="#br0" timeOffset="125264.4">21465 10388 1142 0,'-16'10'0'0,"11"-3"0"0,1-1 769 0,4-2-730 0,0-2-6 16,0 0 0-16,4-2 1035 15,13 2-998-15,1 0-29 0,10-2-8 0,-1 0 90 0,3 0-45 16,2 0-23-16,0 0 1 0,0-4-449 0,-1-2 209 16,1 0 108-16,-3 1-760 0,-1 1 433 0,-5 2 216 0</inkml:trace>
  <inkml:trace contextRef="#ctx0" brushRef="#br0" timeOffset="125599.6">22143 10197 2045 0,'-18'-4'0'0,"13"4"0"0,5 0 0 0,0 0 0 0,-6 0 0 0,1 10 0 0,-2 5 220 0,0 4-94 0,5 1-38 0,2 4 257 0,0 7-156 0,0-1-78 15,5 2 108-15,8-1-94 0,3 2-37 16,5-5 34-16,2-4-89 0,5-1 0 16,2-8 0-16,2-6-26 0,9-5 26 0,1-4 0 15,-1 0 0-15,0-13-214 0,-2-7 107 16,-9 0 62-16,2-6-269 16,-5 0 153-16,-6-5 49 0,-4 2 44 0,-8-4-227 0,-5 0 110 15,-4-3 56-15,0-7-94 0,-18 5 158 0,-4-1-1 0,-9 3 0 16,-10 6 8-16,-5 10-7 0,-16 7-1 0,9 9 0 15,-2 4 140-15,4 4-70 16,12 10-43-16,0 11 9 0,11 2 65 0,11 2-51 0,9 2-23 0,8-2 13 16,7 4-5-16,21 4-512 0</inkml:trace>
  <inkml:trace contextRef="#ctx0" brushRef="#br0" timeOffset="127845.89">23635 10081 1119 0,'-7'0'0'0,"3"4"0"0,3 10 0 0,-1 4 0 0,0 2 0 15,-2 1 0-15,2 5 165 0,1 2-66 0,-1 3 195 0,2 9-130 0,-2 2-66 16,2-6-25-16,0 10 8 0,0-4-25 15,0-6 1-15,0 2-186 0,0-5 81 0,0-9 49 0,2 1-9 16,1-5-290-16,-1-6 165 16,0-5 83-16,0-3 41 0,0-6-563 0</inkml:trace>
  <inkml:trace contextRef="#ctx0" brushRef="#br0" timeOffset="128160.7">23527 9964 1032 0,'-4'-19'0'0,"2"8"0"0,2 2 0 0,0-1 0 0,6 3 0 0,15-2 0 0,7 0 411 0,4 2-188 0,9 0-96 0,-2 2-47 0,-1 1 107 16,9-2-82-16,-4 5-36 15,1 1 81-15,-3 0-58 0,-9 0-30 0,7 0-46 16,-6 0-8-16,-3 0 25 0,-7 3-1 0,0 2-32 16,-4 3-1-16,-3-2 42 0,-5-1-8 0,-2 1 37 15,0 0 1-15,-6 1-38 0,1-1-1 0,-2 3 84 16,-2 1-47-16,0 1 1 0,0 4 138 0,0 2-88 15,0 2-44-15,0 5-13 0,0 6 86 0,0 1-58 16,0 4-29-16,0 6-71 16,0-2 183-16,0-3-174 0,0 9 0 0,2-9-293 15,-1 1 196-15,6 1 65 0,0 0-166 0,-1-4 83 16,-1-3 64-16,1-2-27 0,-2-7-469 0,0-1 257 16,-2-5 128-16,-2-6-325 0,0-3 231 0,0-3 111 15,0-2 57-15,-10-2-344 0</inkml:trace>
  <inkml:trace contextRef="#ctx0" brushRef="#br0" timeOffset="128321.78">23709 10233 1231 0,'-15'-8'0'0,"2"2"0"0,7 1 0 0,3 3 0 0,3 0 0 0,0-1 0 0,0-3 0 0,13 2 0 0,6 0 318 0,7 3-147 0,0-1-69 15,2 0 32-15,0 2-51 0,0 0-25 0,-5 0-158 16,2 0 61-16,-3 2 37 0,-3 4-1 0,-2 1-411 15,-8-3 223-15,0 3 120 0,-1-3 48 0</inkml:trace>
  <inkml:trace contextRef="#ctx0" brushRef="#br0" timeOffset="128497.31">23876 9987 1190 0,'0'-2'0'0,"-2"2"0"0,2 2 0 15,0 13 0-15,-2 2 0 0,-1 6 0 0,-1 3 0 0,0 4 428 0,-1 4-197 0,-2 1-91 0,-3 8 48 0,-1-1-78 0,-3-1-38 16,3-2 0-16,-3-7-117 16,3 4 47-16,0-7-8 0,3-1 39 0,1-10-373 15,-1 1 186-15,5-8 93 0,1-3 55 0,0-6-572 16,2-2 290-16,0-2 57 0</inkml:trace>
  <inkml:trace contextRef="#ctx0" brushRef="#br0" timeOffset="128620.98">23803 10338 1471 0,'7'-4'0'0,"1"2"0"0,2 2 0 0,-1 0 0 0,-2 0 0 0,5 0 0 0,-3 4 0 0,2 3 0 0,3 3 0 0,-2 1 174 16,-1 1-63-16,3 2-194 0,-3 1 58 0,-1 1 28 15,-1 3 1-15,-2-2-206 0,-1 1 126 0,-3 1 50 16</inkml:trace>
  <inkml:trace contextRef="#ctx0" brushRef="#br0" timeOffset="128771.57">23752 10629 1900 0,'-20'0'0'0,"3"0"0"0,4 0 0 0,-1 0 0 0,3 0 0 0,6 0 0 0,-2 0 0 0,7 0 0 0,0 0 0 0,2 0 256 0,14 0-111 0,7-1-56 15,1-2 64-15,2 3-60 0,4-1-22 0,-2 1-371 16,2 0 166-16,0 0 83 0,0 0 42 0,-1 0-261 16,2 0 160-16,-2 0 67 0,1 0 38 0</inkml:trace>
  <inkml:trace contextRef="#ctx0" brushRef="#br0" timeOffset="129079.75">24428 9936 1641 0,'18'-11'0'0,"0"7"0"0,-1 4 0 0,-2 0 0 0,0 11 0 15,-4 10 0-15,-1 4 0 0,-1 4 220 0,-2 6-93 0,-1 1-48 0,-4-1-2 0,0-1-9 0,-2 3-35 16,0-3 0-16,0-2-134 0,0-4 67 0,0-5 42 15,0-1-403-15,0-7 212 0,-2-6 104 0,-2-5 54 16,1-4-399-16,2 0 199 16,0-8 61-16,1-6 64 0,0-7 34 0,0-2-1 15,0 2 35-15,0 0 220 0,1 0-106 0,5 0-57 16,2 1-29-16,1 4 164 0,0 1-96 0,5 0-56 16,-1 4 418-16,-1 0-207 0,4-1-38 0,-1 5-73 15,-3 1 39-15,-2 3-49 0,-1-1-36 0,2 1-183 16,-4 3 77-16,0 0 39 0,-3 0-1 0,-2 0-385 15,-1 4 208-15,-1 4 108 0,0 1 12 0,0 0-446 16,-10-2 225-16</inkml:trace>
  <inkml:trace contextRef="#ctx0" brushRef="#br0" timeOffset="129538.42">24380 10078 1634 0,'-2'14'0'16,"2"9"0"-16,0 2 0 0,0 6 0 0,0 3 0 0,0 7 0 0,2-2 0 0,3 10 0 0,-1-5 0 0,1-9 223 0,1 5-96 0,2-5-38 0,1-5 25 0,2-4-41 16,-1-7 0-16,3-3-40 0,1-8-153 15,0-5 84-15,3-3 31 0,1-3-100 0,0-15 69 16,-1-8 35-16,2-4-1 0,-1-5-251 0,1-9 73 16,-3-2 92-16,0 0-205 0,-2-6 129 0,0 1 66 15,-1 0 25-15,-1 2 17 0,-3 11 23 0,0 3 0 16,-1 12 0-16,-7 8 203 0,4 4-110 0,-4 5-42 15,1 3 332-15,0 6-166 0,-2 22-97 16,0 7-9-16,0 7 184 0,0 10-91 16,2 0-70-16,0 2 231 0,3 1-149 0,2-3-75 15,4-10-30-15,1 8 83 0,2-15-64 0,2-2-33 16,4-4 1-16,-2-7-122 0,1-9 53 16,2-3 14-16,1-7-259 0,-3 0 141 0,4-5 70 0,-5-14 35 15,-3 0-115-15,2-11 23 0,-4 2 56 0,0-6-276 16,-3-2 143-16,-1-7 60 0,-5 3 32 15,0-9-26-15,-3 8 36 0,-1 8 1 0,0 1 36 0,0 9 40 16,0 1-48-16,-3 8 9 16,-6 5 186-16,-5 7-93 0,1 2-47 0,-8 8-24 15,2 13 123-15,-1 5-37 0,-6 10-48 0,3-3 22 16,-1 5 183-16,0-1-75 0,3-5-60 0,0 4-167 16,4-6 51-16,10-7 26 0,0-2-1 0,7-1-470 15,0-6 239-15,2-4 96 0,14-4-562 0</inkml:trace>
  <inkml:trace contextRef="#ctx0" brushRef="#br0" timeOffset="129897.4">25347 9985 1825 0,'-2'0'0'0,"-3"9"0"0,-2 5 0 0,0 4 0 0,0 7 0 0,-1-1 0 0,6 4 0 0,2 1 0 0,0 1 0 0,2 0 491 0,11-6-232 0,6 0-114 15,4-3 3-15,2-4-85 16,4-5-1-16,-1-3-21 0,2-5-196 0,0-4 93 16,-2 0 48-16,1-4-104 0,-5-12 76 0,-3 1 45 15,-1-7-7-15,-2 1-276 0,-8-3 73 0,0-2 103 16,-4-3-61-16,-4 0-16 0,-2-6 77 0,0 0 36 16,0-1-5-16,-8 4 40 0,-3 0 0 0,0 13-7 15,-5-3 122-15,0 9-57 0,0 5-28 0,0 6 350 16,-1 2-169-16,0 4-102 0,-1 19-7 0,8 5 158 15,-2 12-67-15,7 5-66 0,1 3-12 0,2 7 154 16,0 11-106-16,2-4-49 16,0 2 121-16,0-1-85 0,-1 2-42 0,1-11-13 15,-2 8-153-15,2-5 62 0,0-2 30 0,0-6-462 16,0-4 247-16,0-12 131 0,0 2 36 16,3-13-343-16,5-1 132 0,3-8 118 0,2-9 20 0</inkml:trace>
  <inkml:trace contextRef="#ctx0" brushRef="#br0" timeOffset="130079.43">25899 10088 2009 0,'-13'-3'0'0,"0"0"0"0,0 3 0 0,1 4 0 0,-1 9 0 0,0 11 0 0,3 5 0 0,1 5 321 0,6 8-148 15,1-9-70-15,2 12 168 0,0-11-119 0,2 5-60 16,9 1-21-16,4-5-94 0,0-3 28 0,2-1 0 15,1-5-518-15,1-4 273 0,-2-5 144 0,2-5-715 16,2-1 403-16</inkml:trace>
  <inkml:trace contextRef="#ctx0" brushRef="#br0" timeOffset="130309.83">26018 10250 1172 0,'-4'-13'0'0,"2"1"0"15,2 3 0-15,0 0 0 0,9-1 0 0,4 1 0 0,4 5 0 0,1 1 411 0,5 3-190 0,-2 0-94 0,-1 7-39 16,1 8 91-16,-3 4-72 0,-4 2-38 16,-2 0-1-16,-5 5-36 0,-5-3 9 0,-2 10-60 15,0-5 26-15,-7 0 0 0,-9-1 26 0,-4 1-85 16,-2-5 51-16,-5 2 13 0,-3-4-1 0,-2-1-141 16,-2-4 77-16,2-4 3 0,8-2 34 0,1-7-227 15,12 0 115-15,0-3 36 0,6 0-108 0,5-14 81 16,9-9 34-16,17-6 31 0,4-3-354 15</inkml:trace>
  <inkml:trace contextRef="#ctx0" brushRef="#br0" timeOffset="130467.4">26331 10071 1169 0,'2'-3'0'0,"-2"3"0"15,0 0 0-15,-6 1 0 0,-13 15 0 0,1 0 0 0,-2 7 0 0,0 5 456 0,4 4-215 0,2 2-104 0,5 0 377 0,5-1-240 0,2 1-113 16,2 0-68-16,0 0 25 0,8-4-43 0,5 0-21 15,2-4-363-15,0-5 179 16,5 3 78-16,1-7 42 0,-5-6-273 0,6-1 157 16,-3-6 80-16,-1-1-811 0</inkml:trace>
  <inkml:trace contextRef="#ctx0" brushRef="#br0" timeOffset="130685.82">26516 9972 1988 0,'6'-8'0'0,"6"6"0"0,3 2 0 0,0 0 0 0,2 2 0 0,2 15 0 0,-6 4 0 0,4 7 0 0,-6 4 295 0,-2 2-136 0,-2 9 66 15,-4-3-96-15,-1 0-48 0,-2-1-24 0,-2-1 78 16,-13 4-56-16,-2-2-23 0,-4-5 0 0,-3 1-121 16,-3-5 48-16,2-3 34 0,-3 1-9 0,-1-4-311 15,1-7 167-15,6-8 85 0,2-6-473 0,4-4 208 16,3 0 115-16,8-12 84 0,5-12-416 15</inkml:trace>
  <inkml:trace contextRef="#ctx0" brushRef="#br0" timeOffset="130803.5">26705 10073 1267 0,'13'0'0'0,"4"0"0"0,7 0 0 0,-1 2 0 0,-3-2 0 0,1 3 0 0,0 1 102 0,1 2-35 15,3 2 0-15,-1-3 224 0,-1 5-129 0,-5 0-57 16,3 1-40-16,-3 1-487 0</inkml:trace>
  <inkml:trace contextRef="#ctx0" brushRef="#br0" timeOffset="130961.08">26772 10442 1915 0,'0'0'0'0,"0"0"0"0,12 0 0 0,6 0 0 0,4-2 0 0,0-6 0 0,-2 2 0 0,6-1 0 0,1-4 228 0,1 5-98 0,-2-2-48 0,3 1-80 15,-5 1 7-15,4-1 24 0,-4 1 0 16,-1 0-512-16,-5 1 256 0,1-3 128 16</inkml:trace>
  <inkml:trace contextRef="#ctx0" brushRef="#br0" timeOffset="131161.15">27211 10092 858 0,'10'-10'0'15,"12"1"0"-15,2 2 0 0,3 1 0 0,-6 4 0 0,4 2 411 0,0 0-189 0,-7 13-86 0,3 8 298 16,-9 4-200-16,-4 2-101 0,-5 5-50 0,-3 2 46 16,0 2-40-16,-9 5-32 0,-9-5 0 0,-7-1-52 15,-2 0 27-15,-2-2 1 0,1-5-100 0,-13 4 46 16,5-5 27-16,3-9-348 0,2 0 188 0,10-9 93 16,4-5 31-16,2-3-423 0,6-1 180 0,9-1 120 15,0-18 60-15,15-6-413 0</inkml:trace>
  <inkml:trace contextRef="#ctx0" brushRef="#br0" timeOffset="131357.63">27650 10006 839 0,'1'-13'0'0,"1"7"0"0,-2 0 0 0,-5 4 0 0,-12 1 0 0,-8 1 232 0,5 7-99 0,-5 14-42 16,3 7 478-16,-3 6-267 0,12-3-135 0,0 5-68 15,5 0 336-15,5 1-194 0,3 3-108 0,0-3 4 16,0-1-52-16,11-4-26 0,3 0 0 0,6-4-257 15,2-3 111-15,3-6 60 0,0-5-493 16,4-2 277-16,-2-7 137 0,-4-1 56 16,8-4-314-16,-7 0 105 0,1-2 113 0,-3-10-380 15,0-6 247-15</inkml:trace>
  <inkml:trace contextRef="#ctx0" brushRef="#br0" timeOffset="131612.18">27827 9750 1822 0,'13'-10'0'0,"13"3"0"0,4 0 0 0,0-1 0 0,2 3 0 0,-4 3 0 0,-7 2 0 0,3 0 0 0,-4 6 407 15,-5 9-188-15,-5 1-84 0,-6 5 7 0,-4 5-54 16,0 3-28-16,-19-1-121 0,-5 0 46 0,0-2 33 16,-3-1-9-16,0-1-93 0,3-4 58 0,8-2 30 15,-4-4-1-15,10-2 58 0,3-1-29 0,2-4-1 16,5-1 2-16,0-2 113 0,6-2-60 0,20-2-29 15,4 0 159-15,7 0-93 16,0-2-44-16,3-5-88 0,-8 1 21 0,6 0 8 16,-3 3 12-16,-3 1-397 0,-2 2 199 0,-3 0 100 15,-5 0 49-15,-2 3-890 0,0 7 441 0</inkml:trace>
  <inkml:trace contextRef="#ctx0" brushRef="#br0" timeOffset="131741.81">28339 10438 2098 0,'0'0'0'0,"6"4"0"0,13 1 0 0,-6-3 0 0,-2-2 0 0,-8 0 139 0,0 0-57 0,0 0-25 0,-3 0-189 16</inkml:trace>
  <inkml:trace contextRef="#ctx0" brushRef="#br0" timeOffset="139180.04">18579 4744 624 0,'-2'-4'0'0,"2"2"0"0,-1-2 0 0,1 2 0 0,-2 1 0 0,0-1 0 0,2 0 0 0,0 2 203 16,0 0-77-16,0 0 92 0,0 0-93 0,0 0-46 15,0 0-23-15,2 0 86 0,5 0-47 0,7-2-35 16,-2 0 1-16,2 0 20 0,3 1-25 0,-2-5 1 16,3 5-16-16,1-1 21 15,1 2 0-15,-2 0-29 0,3 0-35 0,-1 0 1 16,-1 0 42-16,2 0-107 0,-3 0 50 0,3 0 24 15,-4 0 1-15,0 0-168 0,-3 0 82 16,-2 0 45-16,-1 0-2 0,-3 0-195 0,0 0 94 0,-5 0 54 16,-1 0 8-16,0 0-62 0,-2 0 51 0,0 0 26 15,0 0-44-15,0 0 27 0,-7 0 8 0,-2 0 25 16,-3 0 10-16,3 0-1 0,-5 2 0 0,5-1 108 16,-2 2-50-16,1-3-28 15,1 0-1-15,0 3 199 0,3-3-96 0,0 0-66 16,2 0 7-16,0 0 108 0,3 0-40 0,-1 1-49 15,0 1 192-15,0 0-101 0,0 2-62 0,1 1 92 16,-1 1-73-16,2 2-37 0,-2-1-1 0,0 2 100 16,2 2-73-16,-2 2-31 0,2-1-1 0,-2 2 54 15,2 0-42-15,0 1-14 0,0 2-8 0,0-2 6 16,0 2-27-16,0 0-1 0,0-1-38 16,0 2 8-16,0 0 31 0,0 3-68 0,0 0 33 15,0-1 1-15,0 3 34 0,0-2-103 16,0-1 45-16,0 3 6 0,0-2 0 0,0-2-89 15,0 1 55-15,-2-2 13 0,0 0 0 0,0-1-28 16,0-3 28-16,0 1-14 0,-1-1-4 0,1-5 24 16,-2 2 13-16,-1-1-37 0,1-1 1 0,-2-4 21 15,0 1 8-15,-1 1 30 0,2-5 6 0,-3 1-36 16,2 0 0-16,-1-3 67 16,-1 3-31-16,1-1 1 0,2-2-30 0,-2 0 99 15,2 0-46-15,-1 0-13 0,1 0 36 0,3 0-19 16,-2 0-1-16,3 0 79 0,1 0-52 0,0 0-14 15,0 0 0-15,0 0 40 0,0 0-35 0,0 0-3 16,3 0-1-16,10 0 14 0,2 0-31 0,4 0 11 16,0 0-10-16,1 0-1 0,-1 0 1 0,2 0 0 15,-3 0-35-15,-1 0 8 0,-2 0 27 0,1 0-179 16,-4 0 84-16,0 3 33 0,-1-1 29 0,-2 4-334 16,1-3 163-16,-3 1 64 15,1 0 46-15,-1-1-387 0,1 1 199 0,0-2 112 16,1 1 52-16,0-3-348 0,1 0 200 0,3 0 100 15</inkml:trace>
  <inkml:trace contextRef="#ctx0" brushRef="#br0" timeOffset="139417.4">19139 4866 1456 0,'-4'0'0'0,"0"2"0"0,4-2 0 0,0 0 0 0,0 0 0 0,0 0 0 0,6 0 0 0,8-2 120 0,4 0-44 0,1 0 145 0,4 0-86 0,0 0-55 16,2 0-23-1,-4 2 9-15,2 0 0 0,0 0-34 0,-3 0-72 0,-1 0 31 0,-3 4 1 16,0 0-191-16,-2 0 116 0,0-1 57 16,-5 1 38-16,2 0-8 0,-3-1-366 15,-1 1 152-15,-3-1 104 0,0-2-323 0,-2 1 190 16,-1 4 107-16</inkml:trace>
  <inkml:trace contextRef="#ctx0" brushRef="#br0" timeOffset="139594.93">19205 5186 1783 0,'-1'2'0'0,"1"2"0"0,0-4 0 0,1 0 0 0,8 0 0 0,2 0 0 0,5 0 0 0,2 0 0 0,3 0 237 0,4-1-102 0,-3-5-51 15,-2 0-18-15,9-1 108 0,-6-1-71 0,-2 1-279 16,0 0 104-16,0 1 52 0,0 0 35 0,-3 0-297 0,2 2 158 16,-4 4 78-16</inkml:trace>
  <inkml:trace contextRef="#ctx0" brushRef="#br0" timeOffset="141188.23">9476 11519 973 0,'-5'0'0'16,"2"0"0"-16,3 0 0 0,0 0 0 0,0 0 0 0,0 0 0 0,5-2 0 0,4-5 335 0,5 0-155 0,6-2-74 16,1-2 212-16,2 2-143 0,2-3-71 0,-1 4-27 15,5-2 82-15,-7 5-62 0,0-1-33 0,1 1-71 16,0 3 48-16,-2-2-8 0,-3 2-1 0,-2 2-58 15,-2 0 30-15,-3 0-1 0,-1 0 38 0,-3 0-278 16,-1 3 134-16,-1 3 68 0,-3-2-434 0,1 0 225 16,-3 0 65-16,0 1-107 0,0-3 127 0,-3 2 62 15,-4-4 33-15,-4 2-68 0,-1-2 41 0,-1 0 33 16,2 0 1-16,-2 0 47 16,2 0-23-16,0 0 0 0,1 0 148 0,1 0-70 15,1 0-39-15,0 0 0 0,3 0 284 16,1 0-158-16,2 0 271 0,0 1-195 0,2 5-64 15,0 4-56-15,0 0-28 0,0 5 167 0,0 3-89 16,0 0-57-16,2 7-23 0,3 0 61 0,-2 3-42 0,2 2-23 16,0 3 9-16,-2 9 18 0,-1-3-24 0,0 3 0 15,0 1-137-15,0 2 56 0,-2-6 37 16,0 10-215-16,0-9 117 0,0-3 59 0,0-1 26 16,0-6-218-16,0-6 85 0,-2-1 65 15,-2-5-14-15,-3-2 8 0,0-7 13 0,0-2-1 16,-2-1 21-16,0-2 56 0,1-2-25 0,-1 0 1 15,1-2 210-15,0 0-115 0,4 0-46 0,1 0 347 16,1 0-187-16,2 0-93 0,0 0-8 0,0 0 125 16,0 0-88-16,5 0-56 0,11 0-23 0,2 0 119 15,3 0-71-15,4 0-37 0,-4 0 9 16,7 0-10-16,-8 0 134 0,8 0-201 16,-1 2 0-16,-3-2 0 0,-2 1 0 0,1 2-468 15,-2-2 315-15,-3 1 85 0,1 0 48 0,-1 0-683 16,-2-1 327-16,1-1 176 0,-2 0 83 0,2 0-495 15,1-1 289-15</inkml:trace>
  <inkml:trace contextRef="#ctx0" brushRef="#br0" timeOffset="141336.81">10199 11762 1175 0,'0'-8'0'0,"-2"4"0"0,2 2 0 0,0-2 0 0,0 3 0 16,0-3 141-16,4 2-46 0,6 0-35 0,1 0 370 0,3-2-199 0,0 3-99 15,1-1-50-15,0 2-75 0,2 0 26 0,-2 0 0 16,0 0-1-16,-2 6-591 0,-2 5 295 0,-3 2 157 16</inkml:trace>
  <inkml:trace contextRef="#ctx0" brushRef="#br0" timeOffset="141491.41">10236 11987 689 0,'-16'11'0'0,"1"2"0"0,2-1 0 0,4-5 0 0,-1 1 0 0,4-5 501 0,3 0-234 0,-1-3-109 15,4 0 312-15,0 3-211 0,2-3-117 0,10 0 20 16,8 0-65-16,1 0-32 0,2-6 0 0,-2-2-211 16,7 0 85-16,-3 0 47 0,0-1 23 0,-2 1-634 15,4 2 329-15</inkml:trace>
  <inkml:trace contextRef="#ctx0" brushRef="#br0" timeOffset="142183.62">11307 11457 979 0,'0'-8'0'0,"0"2"0"0,0-2 0 0,0-4 0 0,0 1 0 0,-2-4 0 0,2 0 221 16,-1-2-94-16,-1-1-39 0,0-1-31 0,0 0 62 15,0 0-42-15,-1 0-23 0,-1 1 1 0,-1-1 26 16,0-1-48-16,0 4 0 0,-1-1-1 0,-1 1 32 15,-3 2-31-15,-1 1 8 16,0 4 55-16,-1 1-32 0,-3 2 0 0,2 5-32 16,-2-2 74-16,-2 3-28 0,1 0-9 0,0 7-36 0,1 4 112 15,0 2-55-15,2 2-29 0,1 4 8 0,1 3 116 16,4 3-77-16,3 3-37 0,4 4 72 16,0 3-56-16,0 3-18 0,0 9-9 0,0-4 142 15,4 3-33-15,3-1-169 0,1-3 0 16,2 13 0-16,1-7 0 0,-2 2 0 0,1-4 0 0,1 2 0 15,-4-8 0-15,0 9 0 0,0-7 0 16,-4-5 0-16,-1 1 0 0,0-1 0 0,-2-1 0 0,0-5 0 16,0 2 0-16,-9-5 0 0,-3-3 0 15,-1-3 0-15,0-5 0 0,-2 0 0 0,-2-4 0 0,0-3-165 16,0-5-102-16,1-1 122 16,0-4 45-16,3 0-285 0,1 0 175 0,5 0 89 0,-2-9-148 15,5-1-82-15,4 1 151 16,0-7 87-16,0 2 41 0,2 1-193 0,11 0 116 0,4-1 58 0,1 0-339 15,7 2 202-15</inkml:trace>
  <inkml:trace contextRef="#ctx0" brushRef="#br0" timeOffset="142415.87">11435 11820 1018 0,'2'-15'0'0,"-2"6"0"0,0 1 0 0,0 4 0 0,0-2 0 0,0 4 0 0,-8 2 426 0,-1 0-197 15,0 0-90-15,-1 16 119 0,1 6-112 0,-2 5-57 16,1 10-28-16,1 2 284 0,5-3-147 0,-1 3-88 0,5 1 27 16,0-5-53-16,0-1-25 0,0-3-1 15,5-7-212-15,8 4 90 0,-1-11 48 16,2 1-765-16,2-2 781 16,0-5-1-16,0-5 42 0,0-3-1208 0,2-3 1116 0,-4 0 1 15,4 0 7-15,-4-2 10 0,2-7-263 0</inkml:trace>
  <inkml:trace contextRef="#ctx0" brushRef="#br0" timeOffset="142692.14">11649 11991 387 0,'2'-6'0'0,"0"3"0"0,-2 0 0 0,0 2 0 0,0 1 0 0,0 0 0 0,-4 5 475 16,-1 10-225-16,-3 8-108 0,5 0 303 0,-1 4-206 15,4 0-103-15,0-3 192 0,0 8-152 16,0-8-71-16,7-5-37 0,6 0-74 0,3-3 0 0,-2-5 47 15,5-7-107-15,-2-2 50 0,2-2 24 16,-2 0-230-16,3-12 128 0,-6-6 71 0,0-5 24 0,-5-4-272 16,0 1 135-16,-4-2 68 0,-3 0-14 15,0 1 15-15,-2-4 7 0,0-2 28 0,-4 5 82 16,-5-3-42-16,-3 8-20 0,1 3 138 16,-2 2-74-16,-2 7-32 0,-2 3-22 0,2 6 47 15,-2 2-28-15,2 0 11 0,2 12-123 0,2 7 57 16,3-1 21-16,3 3 17 0,3 1-395 0,2 3 180 15,0 3 100-15,6-3-420 16,4-3 251-16</inkml:trace>
  <inkml:trace contextRef="#ctx0" brushRef="#br0" timeOffset="142861.68">12006 12087 1080 0,'0'3'0'0,"0"1"0"0,0 0 0 0,0 2 0 0,0 1 310 0,-5 4-139 0,-2 0-61 15,0 4 230-15,0 2-154 0,1 2-77 0,-1 2-37 16,-1 0-93-16,1-1 35 0,1 0-8 0,1 0 27 16,-1-5-448-16,2-1 223 0,2-7 121 0,0 3 48 0,2-6-620 15,0-4 317-15</inkml:trace>
  <inkml:trace contextRef="#ctx0" brushRef="#br0" timeOffset="143128.97">12185 11978 953 0,'2'4'0'0,"1"5"0"0,-1 8 0 16,-2 0 0-16,0-1 0 0,0 4 168 0,0 2-67 0,0-1-26 0,0-1 325 0,0 0-183 15,0-2-93-15,6-2-45 0,5-4 29 16,2-4-30 0,2 1-8-16,0-7-242 0,0-2 102 0,2 0 51 15,-2-6 26-15,0-9-245 0,-4-4 132 0,-1-2 69 16,-2 1-164-16,-5-3 105 0,-1 3 37 0,-2-1 18 0,0-2-20 15,-5 5-1-15,-7-3 239 0,-1 4-104 16,-3 4-54-16,2 0-33 0,-2 5 209 0,0 4-105 16,-1 3-37-16,2 1-31 0,1 0-43 0,2 3 34 15,4 12-597-15,3 0 490 16,5 4 52-16,0 0 24 0,2-3-273 0,12 2 123 0,5-8 76 0</inkml:trace>
  <inkml:trace contextRef="#ctx0" brushRef="#br0" timeOffset="143312.47">12568 11937 1523 0,'1'0'0'0,"1"3"0"0,4 3 0 0,-4-1 0 0,2 1 0 0,0 3 0 0,1 4 0 0,1 0 0 0,1 5 348 0,1 1-157 16,-2-1-79-16,-1 8-40 0,-3-3 48 0,0 9-48 16,-2-4-1-16,0 2-204 0,-7-2 82 15,-7 1 43-15,-1-7 28 0,-4 4-397 0,1-3 205 16,-5-5 102-16,-3 0 50 0,-3-7-288 0,-1 0 81 0,-2-4 103 15</inkml:trace>
  <inkml:trace contextRef="#ctx0" brushRef="#br0" timeOffset="143733.34">11493 10937 382 0,'0'-12'67'0,"0"4"8"0,0 2-42 0,0 2 75 15,-3 1-37-15,-5-1-1 16,-4 1 211-16,1 3-117 0,-3 0-69 0,-3 8-31 16,-3 11 156-16,2 3-93 0,-1 12-47 0,4-2-16 0,0 10 90 15,4 0-61-15,6-9-29 0,1 6 104 16,4-2-132-16,0-2 5 0,0-2-8 0,9-2-31 15,4-6 0-15,2 0 31 0,0-7 8 0,6 3-245 16,-2-4 118-16,-1-5 59 0,3-1 30 0,-3-3-504 16,2-5 224-16,-1-3 136 0,-1 0-399 15,-1 0 253-15</inkml:trace>
  <inkml:trace contextRef="#ctx0" brushRef="#br0" timeOffset="143925.87">11587 10958 1391 0,'2'-9'0'16,"0"1"0"-16,-2 6 0 0,0 0 0 0,0 0 0 0,0 2 0 0,1 0 0 0,1 0 220 0,3 0-85 0,0 11-56 0,1 5 155 15,-1 6-101-15,-1 2-50 0,0 5 150 16,-3 2-92-16,-1 2-59 0,0 2-24 0,0 1-160 16,0-1 68-16,0 0-427 0,0-2 254 0,0-1 117 0,0-4 61 15,0-5-598-15,3-2 309 16,1-4 116-16,3-6-117 0</inkml:trace>
  <inkml:trace contextRef="#ctx0" brushRef="#br0" timeOffset="144081.44">11837 11242 615 0,'8'-4'0'0,"1"1"0"0,-2 3 710 0,-1 0-624 0,-4 0-26 0,2 0-1 0,-2 8 171 16,-2 3-98-16,0 1-42 0,0 3-33 0,0 3 279 15,-8 5-152-15,-5-1-75 16,-1 3-137-16,2-4 38 0,-1-1-8 0,-1-1 31 0,1-2-451 15,2-4 226-15,3-5 112 0,3-1 65 0,1-3-605 16,2-4 318-16,2 0 112 0</inkml:trace>
  <inkml:trace contextRef="#ctx0" brushRef="#br0" timeOffset="144264.96">12031 10997 1264 0,'2'-1'0'0,"0"1"0"0,-1 0 0 0,3 0 0 0,-2 3 0 0,0 10 0 0,-1 0 0 0,3 6 582 16,-2 2-274-16,0 3-138 0,0 2-69 0,-2-1 228 16,0 7-152-16,1-2-73 0,-1 0-238 15,3-2 83-15,-1 1 42 0,0-9 29 16,0 2-522-16,-1-5 267 0,5-5 134 0,-2-3 67 16,1-6-282-16,0 0 86 0,4-3-423 0</inkml:trace>
  <inkml:trace contextRef="#ctx0" brushRef="#br0" timeOffset="144440.49">12222 10907 929 0,'17'-13'0'0,"2"3"0"0,7 6 0 0,-3 0 0 0,2 3 0 0,0 1 598 0,2 0-282 16,-3 5-133-16,3 12-80 0,-6 6 421 0,-1 6-246 0,-5 2-122 16,-4 10 172-16,-7-4-139 0,-4 16-83 0,0-3-36 0,-8-1-73 15,-9-1 36-15,-1-1 0 0,-3-9-474 16,-7 7 233-16,1-10 121 0,3-9 59 0,-4 3-936 15,2-3 445-15</inkml:trace>
  <inkml:trace contextRef="#ctx0" brushRef="#br0" timeOffset="145306.94">13065 11593 1216 0,'-5'-10'0'0,"5"5"0"0,0-3 0 0,0 0 0 0,7-1 0 0,10-4 0 0,4-1 0 0,1 3 0 0,5 2 159 0,-3 6-54 0,10-1 88 15,-4 4-80-15,0 0-40 0,-2 5 0 16,-3 10-5-16,-7 3 8 0,3 7-33 16,-6 2-10-16,-5 1 0 0,-7 2 0 15,-3 5-1-15,0-2-24 0,0 0 25 0,-13 1-1 16,0-4 1-16,-4-3-88 0,-2-5 43 0,2-7-195 16,-3-2 112-16,-1-6 42 0,0 0 34 0,3-7-5 0,2 0-299 15,4 0 131 1,2-12-50-16,8-3 105 0,2-7 52 0,0 1-223 15,15-6 137-15,8-1 62 0</inkml:trace>
  <inkml:trace contextRef="#ctx0" brushRef="#br0" timeOffset="145500.59">13603 11375 1239 0,'5'-8'0'0,"-3"5"0"0,-2 3 0 0,0 0 0 0,-11 1 0 0,-6 13 0 15,-2 3 0-15,2 3 130 0,0 5-40 0,1 2-33 0,0 6 302 0,2 6-162 0,2-1-83 16,6-5 150-16,3 3-108 0,3-1-66 0,0-3-32 15,0-3 0 1,11-1-25-16,6-3 0 0,4-5 8 0,4-3-102 0,-2-3 47 0,5-4 23 16,1-1-363-16,1-4 193 15,-6-5 105-15,8 0 40 0,-5 0-24 0,-1-5-566 16,-4-6 282-16,3-1-253 0</inkml:trace>
  <inkml:trace contextRef="#ctx0" brushRef="#br0" timeOffset="145684.07">13907 11372 827 0,'0'3'0'0,"-1"1"0"0,1-3 0 0,-3 3 0 0,3 0 510 0,0 4-239 0,0-1-119 0,3 2 125 16,4 2-122-16,2 1-52 0,2 1-40 0,3 1 44 16,-2 0-37-16,4 2 0 0,-2-2-402 15,2 1 191-15,0-2 83 0,0 0 45 0,-2-3 23 16,2 0-565-16,-2-1 282 0,2-3 142 0</inkml:trace>
  <inkml:trace contextRef="#ctx0" brushRef="#br0" timeOffset="145889.97">14239 11246 601 0,'0'-8'0'0,"0"4"0"0,0 2 0 0,0 0 0 0,0 2 264 15,-2 2-121-15,-3 20-54 0,-3 7 361 0,-1 10-209 0,-4 8-104 16,-2 6 285-16,-4 17-199 0,-2-7-95 15,1 7-48-15,-3-1 150 0,2 1-98 16,5-12-42-16,-5 13-120 0,8-18 31 0,-2 3-1 16,2-5 33-16,1-3 0 0,3-6-367 15,2-3 179-15,-1-5-166 0,2-10 177 0,4-7 88 0,2-5-16 16,0-9-556-16,0-3 302 16,5-3 146-16,7-23 74 0</inkml:trace>
  <inkml:trace contextRef="#ctx0" brushRef="#br0" timeOffset="146179.72">14232 11172 1082 0,'13'-15'0'0,"4"5"0"0,2 1 0 0,-3-3 0 0,4 4 0 0,-2 0 416 16,3 4-184-16,-2 2-103 0,1 2 29 16,-1 0-62-16,0 2-32 0,-2 10 0 0,-2 0-36 15,0 9 4-15,-6 0 1 0,-1 3-144 0,-6 1 72 16,-2 1 36-16,0 2 8 0,-10 1 28 0,-7-2-103 15,-2-2 51-15,-1-2 27 16,3-9-5-16,-2 2-11 0,0-5-2 0,4-2-13 16,0-1 235-16,6-4-106 0,-1-2-49 0,7-1-20 15,-1-1 120-15,2 0-51 0,2 0-40 0,0 0 88 16,4 0-61-16,11 0-21 0,7 0 3 0,5 0-20 0,-1 0-1 16,6-1-21-16,0-3 0 0,-8 2-188 15,12 0 89-15,-8 2 50 0,0 0-561 0,-1 0 274 16,-2 0-226-16,2 0 243 0,-3 0 127 0,-3 0 63 15</inkml:trace>
  <inkml:trace contextRef="#ctx1" brushRef="#br0">3035 16179 0,'0'0'0,"0"0"15,0 0-15,0 0 16</inkml:trace>
  <inkml:trace contextRef="#ctx1" brushRef="#br0" timeOffset="6040.79">26264 17129 0,'0'0'16</inkml:trace>
  <inkml:trace contextRef="#ctx0" brushRef="#br0" timeOffset="156532.31">15062 11803 1080 0,'0'0'0'0,"0"-4"0"0,0-2 0 0,0 1 0 0,0-3 0 0,0-3 0 0,0 0 53 16,0-3 102-16,0-1-66 0,0 1-28 0,-4-2 14 16,1-1-21-16,-3 4 0 0,0-2 15 0,-1 4-8 15,-1 0-28-15,1 5 18 0,-5 0-19 0,1 5 1 16,-3 1 8-16,-4 1-35 0,-1 20-18 0,-1 13 22 16,1 6 0-16,-2 3 23 15,8-4 39-15,-4 16-8 0,8-6-32 16,3-4 45-16,6-9-23 0,0-1 1 0,0-9-14 0,9 2 22 15,5-11-30-15,4-4 0 0,9-5-70 0,-3-8 36 16,3 0 7-16,1-10-146 0,4-18 83 0,-4-5 40 16,1-9-234-16,-4-7 124 0,-2-4 53 0,0-12-50 15,-7 5 55-15,-2-2 8 0,-5-2 1 16,-2-1 6-16,-1 2-7 0,-4-19 6 16,0-7 23-16,0 5-1 0,0 13 0 0,0-3 33 0,-1 20-41 15,-1 11 8-15,0 13 151 0,0 9-75 16,0 4-38-16,0 10 0 0,0 5 324 0,0 4-166 15,-5 26-53-15,-5 13 166 0,3 8-119 16,-3 16-61-16,5 7 42 0,0 3-57 0,2 4-23 0,1 0 130 16,0 0-78-16,2-3-38 0,0-9-74 15,0 8 14-15,0-11 0 0,2-13 20 0,6 0-369 0,1-3 184 16,2-12 102-16,3-4 37 0,-5-12-568 16,5-3 287-16,-2-10 115 0,1-7 77 15,1 0-231-15,2-16 154 0,-4-12 74 0</inkml:trace>
  <inkml:trace contextRef="#ctx0" brushRef="#br0" timeOffset="156735.79">15413 11493 1917 0,'4'-6'0'0,"2"5"0"16,1 1 0-16,-1 0 0 0,1 0 0 0,5 1 0 0,-1 8 0 0,6 7 0 0,1 2 272 0,0 5-120 0,-2 3 138 15,-1 5-121-15,0-1-72 0,-1 1-32 0,-3 1-38 16,-6 0 5-16,0 0 1 0,-3 0 8 0,-2 1-142 0,0-4 67 0,-9-3 33 15,-3-3 0-15,-2-7 34 0,-1 2-107 16,-4-7 49-16,1-2 29 0,-3-1-378 0,2-6 191 0,2-2 35 16,7 0-381-16,-2 0 252 15,10-13 123-15,2-11-329 0,0-1 226 0</inkml:trace>
  <inkml:trace contextRef="#ctx0" brushRef="#br0" timeOffset="156922.79">15768 11397 1555 0,'4'-5'0'0,"-2"5"0"0,-2 0 0 0,0 5 0 0,0 10 0 0,-9 8 0 0,-5 7 0 0,-1 8 304 0,3 3-136 0,-2 4 150 16,5-5-134-16,-3 13-80 0,8-9-36 0,4-1 280 15,0-9-157-15,7 4-80 0,9-7-30 0,3-2-87 16,5-5 38-16,4-5 1 0,2-4-408 16,0-6 204-16,2-5 110 0,2-4 43 0,-2 0-614 15,-2-8 274-15,0-7 182 0,-2-4-522 16,-7 4 325-16</inkml:trace>
  <inkml:trace contextRef="#ctx0" brushRef="#br0" timeOffset="157094.37">16080 11604 864 0,'-7'0'0'0,"3"0"0"16,0 0 188-16,3 0-77 0,1 0-39 0,0 1-1 16,0 1 441-16,9-2-243 15,7 3-119-15,7-2-58 0,0-1 111 0,1 3-85 16,-2-3-35-16,10 0-28 0,-4 0-109 0,0 0-135 15,1 0 111-15,-3 0 56 0,-7 0-473 0,1 0 260 16,-1-3 133-16,-8 2-261 0,-1-2 184 0,-2 0 10 16,-6-3 66-16</inkml:trace>
  <inkml:trace contextRef="#ctx0" brushRef="#br0" timeOffset="157261.81">16296 11292 497 0,'-13'-7'81'0,"5"1"-24"0,1 3-1 0,3 3 148 16,0 0-90-16,1 3-40 0,3 12 434 15,0 9-238-15,0 6-119 0,0 6-50 0,0 11 293 16,2 0-180-16,-1 4-91 0,-1-1-45 0,0 1-49 16,2-6 12-16,-2 9-8 0,0-5-703 15,0-1 677-15,2-2 1 0,-2-4 24 0,2-7 9 16,0-1-8-16,-1-5-312 0,1-8 156 0,5-1 77 0,2-7-728 0</inkml:trace>
  <inkml:trace contextRef="#ctx0" brushRef="#br0" timeOffset="157519.12">16822 11454 767 0,'-11'-6'219'0,"4"-1"-109"0,5 3-55 0,-1 2-28 0,3 2 1 0,0 0-28 16,0 0 236-16,0 0-102 0,3 8-50 15,8 6-26-15,3 3 9 16,4 2 732-16,1 2-383 0,1-1-192 0,3 1-45 0,-2 0-72 0,-3-4-30 16,4 4-7-16,-3-3-256 0,-4-3 109 0,2 2 55 15,-4-2 28-15,-2 0-219 0,-1-2 120 0,-5 0 62 16,-1-1-717-16,-1-3 366 0,-1 0 183 16,0-3-454-16,-2-2 314 0</inkml:trace>
  <inkml:trace contextRef="#ctx0" brushRef="#br0" timeOffset="157716.6">17179 11298 1212 0,'1'-19'0'0,"3"8"0"0,0 0 0 0,-3 2 0 0,1 7 288 0,-2-1-128 0,0 3-56 0,0 14-39 0,0 15 420 16,-2 13-226-16,-10 14-113 0,-6 6 256 16,0 7-176-16,-3 7-101 0,-5 12-46 0,1-3 84 15,-1 5-64-15,-3 2-34 0,6-12 152 16,-9 18-217-16,4-11 0 0,4-14 0 0,1 2 0 15,5-9-404-15,4-16 243 0,5-10-534 0,1-5 362 16,5-12 130-16,0-8 102 0,3-6-616 16,0-9 334-16,6 0 179 0</inkml:trace>
  <inkml:trace contextRef="#ctx0" brushRef="#br0" timeOffset="157966.93">17384 11553 2405 0,'0'-19'0'0,"0"11"0"0,12 5 0 15,1-5 0-15,3 3 0 0,0-1 0 0,3 3 0 0,4 1 0 0,1 2 341 0,4 0-155 0,0 5-68 0,-1 10 58 0,-3 3-71 0,-1 6-37 16,-5 1-79-16,-2 3 21 16,-7 1 9-16,-6 3 14 0,-1 2-49 0,-2 0 24 0,-3 1 0 15,-16 5 25-15,2-11-107 0,-11 6 49 0,3-11 29 16,-7-4-166-16,-1 0 54 15,-8-4 59-15,10-8-18 0,0-2-255 0,6-4 129 0,4-2 80 16,3 0-327-16,6-4 203 0,8-9 94 0,4-4-160 16,0-6 135-16,16-2 68 0</inkml:trace>
  <inkml:trace contextRef="#ctx0" brushRef="#br0" timeOffset="158181.34">17879 11492 588 0,'8'-9'131'0,"-7"4"94"0,-1-1-95 15,0 2-49-15,-13 1-16 0,-11 3 388 16,-2 0-209-16,-3 7-106 0,-4 14-53 0,8 1 387 16,-1 7-212-16,-1 9-118 0,7-3-54 0,6 5 199 15,9-8-127-15,3 7-64 0,2 0-23 0,2 4 25 16,15-7-33-16,3 0 149 0,1-8-214 0,6-1-240 16,1 0 203-16,-3-2 31 0,4-6 0 0,-5-4-457 15,3-5 248-15,-6-3 124 0,1-6 70 0,0-1-720 16,-1 0 355-16,-2-1 176 0,-2-9 89 0,-3-1-438 15</inkml:trace>
  <inkml:trace contextRef="#ctx0" brushRef="#br0" timeOffset="158465.29">17999 11283 670 0,'-6'-19'172'0,"4"8"-86"15,2 0-44-15,0-3 429 16,4 0-223-16,12 7-108 0,4 0-54 0,4 5 136 0,3 2-95 15,-3 0-39-15,6 7-32 0,-5 9 105 0,-5 5-65 16,-1 3-31-16,-4 2-1 0,-5-1-120 0,-5 6 39 16,-3-3 26-16,-2 3-1 0,-2-3-137 0,-13-2 80 15,-4-1 50-15,-3-5-82 0,-1-3 72 0,5-8 0 16,-5-1-18-16,0-4 35 0,5-1 200 16,1-3-102-16,4 0-58 0,1 0-22 0,5 0 219 0,3 0-110 15,2-3-33-15,2-1-39 0,0-4-53 16,7 0 23-16,14 1 0 0,4 2-554 15,3-3 540-15,2 3 13 16,2-1 1-16,0 5 0 0,0-2-310 0,0 1 151 0,-8 2 47 0,12 0 45 16,-8 0-788-16,0 7 398 0</inkml:trace>
  <inkml:trace contextRef="#ctx0" brushRef="#br0" timeOffset="158926.14">18643 11715 1173 0,'-5'-12'0'0,"3"-2"0"0,-2-2 0 0,-1-4 0 0,-1 1 0 0,0 0 213 0,0 2 15 0,1 1-97 0,-1 2-49 0,-3 1 69 16,-1 5-59-16,-1 3-22 0,-4 3-7 16,-2 2-31-16,-4 2 34 0,1 15 0 0,-2 7 107 15,-1 7-96-15,-4 8-44 0,9-1 0 0,3 0 213 16,4 4-178-16,5-8-36 0,3 5 9 0,3-3 20 15,0-4 0-15,3-4-28 0,8-2 0 0,2-9-69 16,4 0 43-16,0-7-9 0,2-5 35 0,4-5 0 0,1 0-245 16,-2-11 123-16,3-14 69 0,1-7 22 0,-1-5-390 15,-2-7 190-15,-3 0 57 0,1-7-164 16,-3-2 128-16,1-11-173 16,-4 3 303-16,-2-8 14 0,2-3-30 15,-2-8 0-15,-2 2 22 0,1 3 8 0,-3 17 115 16,-3 3-57-16,-4 19-29 0,-1 10-1 0,-1 10 387 15,0 0-203-15,0 11-106 0,-1 5-53 0,-7 3 344 16,-1 26-173-16,-1 13-51 0,-1 15-58 0,4 5-24 0,1 6 228 16,2 2-126-16,2 2-64 0,2-8-24 0,0 15 108 15,0-9-74-15,0-4 63 0,4-5-69 0,4-8 104 16,1-7-613-16,2 6 285 16,1-19 79-16,-1-3-1309 15,0-9 1360-15,1-6-1 0,-3-7-24 0,6-8-1189 16,-2 0 1171-16,2-12 4 0,-4-10 0 0,0-6-729 0,-2-6 696 0</inkml:trace>
  <inkml:trace contextRef="#ctx0" brushRef="#br0" timeOffset="159065.76">18940 11576 827 0,'0'-25'0'0,"2"4"0"0,3 3 0 0,1 0 0 0,0 4 0 0,2 5 519 16,-3 0-242-16,4 6-123 0,1 1-52 0,3 2 390 16,1 0-229-16,0 8-116 0,4 8 79 0,-6 2-159 15,6 6-8-15,-4 0-26 0,1 1 0 0,-2 1-620 16,0 1 310-16,-1-8 163 0,4 5 70 15,-2-10-778-15,2 2 412 0,4-9 206 0</inkml:trace>
  <inkml:trace contextRef="#ctx0" brushRef="#br0" timeOffset="159262.24">19477 11246 696 0,'8'-25'0'0,"-2"4"0"0,1 2 0 0,-4 4 0 0,-1 6 24 0,0 1 505 0,-2 6-249 0,0 2-123 16,-13 23 235-16,-9 21-172 0,-10 18-97 15,-6 18-45-15,-3 3 484 0,-2 8-265 0,-10 23 88 16,8-8-33-16,-19 37-352 0,6-10 0 0,-2-3 0 16,5-4 0-16,7-8-226 0,8-20 208 0,2 4 22 0,8-12-1 15,8-18 30-15,3 1-327 0,4-16-195 0,6-12 232 16,0-3 134 0,3-18-388-16,2-7 239 0,4-8 119 0,0-5-619 0</inkml:trace>
  <inkml:trace contextRef="#ctx0" brushRef="#br0" timeOffset="159452.73">19652 12310 2478 0,'-4'0'0'0,"4"4"0"0,7 3 0 0,1-1 0 0,-4-4 0 0,-2-2 121 0,-2 0-51 16,0 0-30-16,2 0-765 0</inkml:trace>
  <inkml:trace contextRef="#ctx0" brushRef="#br0" timeOffset="183609.04">2748 8424 951 0,'-4'0'0'0,"1"0"0"0,-3 0 0 0,4 0 0 0,-1 0 0 0,1 0 0 0,1 0 0 0,1 0 112 0,0 0-43 0,0 0-1 15,0 0 7-15,0 0-22 0,0 0 1 16,0 0-13-16,1 0 24 0,4 0-1 0,6 2-31 15,3 2 52-15,-1 2-26 0,5 1 8 16,-2 1-34-16,1 1 7 0,1 1-7 0,1-1-1 16,3 2-19-16,-5-2-9 0,4 2 29 0,0-1-76 15,1-1 61-15,-5 1 14 0,3-3 9 16,-2 3-37-16,0-3-8 0,-5-1 35 0,0 1-19 0,-4-1-18 16,-1 0 25-16,-2-1 0 0,-1 1 73 15,-3-1-36-15,-1 5-2 0,-1 1 101 16,0 3-109-16,-9 7-19 0,-6 1 4 0,-2 4-2 0,-5 8-64 15,-1 0 34-15,1-3 10 0,-6 11-90 0,2-9 57 16,7-2 27-16,-5-1 4 0,4-4-386 0,7-7 184 16,-1 0 97-16,6-10 27 0,3 1-532 0,5-9 286 15</inkml:trace>
  <inkml:trace contextRef="#ctx0" brushRef="#br0" timeOffset="184515.26">3387 6924 453 0,'0'0'0'0,"0"0"0"0,0 0 0 0,0 0 0 0,-1 0 0 0,1 3 33 0,-3-1 36 0,3 1-12 0,-2 0 0 15,2 1-24-15,0 0 8 0,0 0 48 16,0-3-28-16,0 3 0 0,0 1 26 0,0-1-28 15,0 2 9-15,0 2 18 0,0 0-26 0,0 0-1 16,0 4 16-16,0-1-21 0,0 2 8 0,0 2 3 16,0 1-32-16,0 0 0 0,0 5-1 0,0-1 0 15,0 3 9-15,0 1-8 0,0 0-41 0,0 3 41 16,0-1 0-16,0 0 0 16,0-1 8-16,0 5-38 0,0 1 0 0,0-1 30 15,0-1 0-15,0 1 0 0,0 2-24 0,0-2-7 16,0 2 14-16,0 2 23 0,0 0-19 0,0 0 10 0,0 1-14 15,0 7 7-15,0-2-1 0,0 1-23 16,0 0 23-16,0-2 7 0,0 12-25 16,2-4 18-16,1 0 0 0,-2-2 0 0,4 0-41 15,-1-6 4-15,2 3 33 0,0-3-52 16,-3-3 23-16,2-5 0 0,-2 0-4 0,0-7 2 0,-1 2 17 0,0-3 5 0,1-2-39 16,-3 0 1-16,0-1 26 15,0-1 5-15,0-4-12 16,0-1 0-16,0-4 2 0,0-1 4 0,0 0-7 0,0-4 25 0,0-2-20 15,0 2 1-15,0-5-1 16,0 1-4-16,0-1 6 0,0 0 1 0,0 0-21 0,0 0 21 16,0 0-1-16,0 0-73 0,0 0 33 15,0 0-6-15,0-6 41 0,0-2-253 0,0-4 118 0,0-1 59 16,0-1-325-16,0 0 180 0,0-1 103 0,2-4 47 0</inkml:trace>
  <inkml:trace contextRef="#ctx0" brushRef="#br0" timeOffset="184961.77">3389 7436 567 0,'-3'0'0'0,"0"0"0"0,1 0 0 0,-1 0 0 0,-1 0 0 0,-1 0 135 0,3 0-51 0,-5 0 54 0,3 4-53 0,-4 8-25 0,3 1 107 16,-6 6-71-16,3 3-32 16,-2 1 6-16,1 1-1 0,-1 1-36 0,4-3 8 15,-2 0-87-15,-1-1 39 0,4-2 1 0,1-2-372 16,3-2 384-16,-4-5 35 0,5 3-9 15,0-5 1-15,0-5-187 0,0 1 84 16,0-4 6-16,0 0 33 0,0 0-322 0,8-10 161 0,-1-8 79 16</inkml:trace>
  <inkml:trace contextRef="#ctx0" brushRef="#br0" timeOffset="185094.91">3351 7471 870 0,'3'-7'0'0,"-1"2"0"0,-1 3 0 0,2 2 0 0,1 0 0 0,1 0 0 0,2 8 179 0,3 3-73 0,0 2-28 0,5 2 253 15,-4 2-149-15,5 2-75 0,-3 1-5 16,2 1-35-16,-2-2 9 0,2 5-44 0,1-1-392 0,-3 1 196 16,1-1 98-16,2 0 49 0,1-4 34 0</inkml:trace>
  <inkml:trace contextRef="#ctx0" brushRef="#br0" timeOffset="209105.4">2062 8631 241 0,'0'0'0'0,"-2"4"0"0,2-2 0 0,-3 0 0 0,0-1 0 0,1 1 0 0,0-2 25 0,1 2-1 0,-2-2 16 16,2 0-14-16,1 0 0 0,-2 0 0 16,2 0 0-16,-3 0-18 0,3 0 23 0,-2 0-6 15,2 0 19-15,-2 0-18 16,1 0-1-16,1 0 37 0,-2 0-28 0,2 0-8 16,0 0 1-16,0 0 42 0,0 2 0 0,0-2-36 15,0 0 5-15,0 0 27 0,0 0 1 0,0 0-34 0,0 0 0 16,0 0 1-16,0 0 8 0,0 0-8 0,0 0-13 15,0 0 12-15,0 2 1 0,0-2 2 16,0 0 6-16,0 0-9 0,0 0 8 0,0 0-7 16,0 0-1-16,0 0 9 0,0 0 13 15,0 0-22-15,0 0 1 0,0 0 0 16,0 0-17-16,0 0 25 0,0 0-8 0,0 0 0 16,0 0-34-16,0 0 1 0,0 0 32 0,2 0 4 0,-1 0-33 15,1 0-3-15,0 0 28 0,3 0-19 0,-1-2 16 16,-1 0 0-16,2-3-5 0,0-1 0 0,0 0 2 15,1 0-6-15,-1-1-26 0,1 1 34 0,-3-1-4 16,3 1-1-16,-2 1-23 0,1-1 0 16,1 1 22-16,-2-2-29 0,1 2-3 0,2-2 27 15,-1-2 1-15,1 0-15 16,0-1 14-16,-2 0-4 0,3-1 2 0,0-1-28 16,0 1 26-16,-2 0-6 0,1 0 5 0,-4 3 24 15,2-1-25-15,1 2 0 0,-2-1 25 0,1 0-23 16,0 1 0-16,0-1 10 0,0 1-8 0,0-2 0 15,4 0-38-15,0-3 37 0,-2-2 0 0,4 0 3 16,0-1-26-16,-3-2 22 0,4-1-1 0,0-1 1 16,1 1-44-16,-1 1 43 0,-2-1-7 15,1 2 4-15,0 1-39 0,-1 0 37 0,-2 0-5 0,4 2 4 16,-6-2 3-16,3 2-5 0,0 0-2 16,-1-2 2-16,1 2 33 0,0-2 1 15,1 0-30-15,0 0 15 0,0 0-13 0,2-2-2 16,1-1 6-16,-1 2-1 0,1-3 1 0,2-1-3 15,-1-2 7-15,0 5-32 0,-3-3 27 0,4 2-5 16,-1-1 3-16,0-4 0 0,0 5-4 0,-1-2 3 16,0-1-2-16,1 1 3 0,-1-2-13 0,1 1 11 0,-1 1-1 15,1 1 0-15,-3 0-20 0,5 0 21 16,-6-1 0-16,4 1-26 0,0 1-1 16,-4-2 24-16,1 1-1 15,0 3-16-15,0-1 14 0,-1 0 0 0,-1 2-3 0,2-2 32 0,-1 0-31 16,-1 2 1-16,1-2-1 0,0-1 41 0,4 1 1 15,0-5-38-15,0 7 4 0,-3-3 6 0,3 1-3 16,-1 0-4-16,-1 0-12 0,0 2 14 16,1 2 6-16,-1-2-44 0,0 2 1 0,-1-1 35 15,0 0 0-15,0-1-36 0,2 0 32 16,-2-2 1-16,0 2-8 0,1-2 7 16,-2 2-6-16,0 0 4 0,0-2-8 0,-3 3 16 15,1 0-12-15,2 0 3 0,-4 4-2 0,0-2 43 16,-1 2-39-16,1 0 11 0,1 2-8 0,-1-1-2 15,2 2 4-15,-3-2-8 0,1 2 7 0,4-3-2 16,-1 1 1-16,1-2-40 0,-1 0 38 16,4 1 1-16,-7 1-2 0,4-1-25 15,-3 3 24-15,0-1 1 0,-2 3-14 0,0 1 12 0,-4 2-6 16,1 0 32-16,0 0-27 0,-2 1 0 16,0 1-1-16,0 0 82 0,0 0-37 0,0 0-17 15,0 0-1-15,0 0 42 0,0 0-24 0,-2 0 0 16,-1 0-13-16,1 0-34 0,-1 0 23 0,0 0 10 15,1 0-8-15,-1 0-35 0,-1 0 40 0,0 1 2 16,3 1-114-16,-4 3 47 0,2 0 26 0,-1 3-240 16,3-1 121-16,-4 0 48 0,5 4 36 0,0-2-557 15,0 7 287-15</inkml:trace>
  <inkml:trace contextRef="#ctx0" brushRef="#br0" timeOffset="209919.33">2573 7448 253 0,'0'0'0'0,"0"0"0"16,0 0 0-16,-3 0 0 0,1 0 0 0,1 0 0 0,-2 0 271 0,1 0-120 0,0 0 61 0,2 0-90 0,0 0-45 0,0 0-14 15,0 0 8-15,0 0-1 0,0 0-37 0,0 0-1 16,0 0-6-16,0 0 15 16,2 0-8-16,4 0-1 0,4 0 33 0,1 0-1 15,-1-2-31-15,4-4 34 0,2 1-8 16,1-1-27-16,-1-1 1 0,1 1-12 0,4-2 12 16,-3 3 8-16,2 1-49 0,0-2 1 0,-2 3 40 15,1-1-1-15,-1 0-21 0,-4 3 4 0,2-3 17 16,-2 2-19-16,-4-1-42 0,-1 2 19 0,2-3 0 15,-3 2-7-15,-3 0 33 0,2 0-11 0,-3 2 47 16,-1-1-3-16,-1 1-35 0,1 0 2 0,-3 0 80 16,0 0-36-16,0 0 1 0,0 0-32 15,0 0 65-15,0 0-17 0,0 1-8 16,0 10-19-16,0 3 85 0,-7 2-52 0,2 6-25 16,-4 0 74-16,0 10-53 0,1 5-24 0,-3 5-181 15,0 7 79-15,2 11 40 0,4-4 8 0,3 19-808 16,2-1 387-16</inkml:trace>
  <inkml:trace contextRef="#ctx0" brushRef="#br0" timeOffset="210960.51">9544 13003 629 0,'-7'0'0'0,"3"0"0"0,1-2 0 0,3 2 0 0,0 0 228 0,0 0-98 0,0 0-48 0,0-1-25 16,12-2 280-16,3 2-156 15,7-2-74-15,3 0 249 0,1-1-162 16,4-2-80-16,-8 3 114 0,10-1-102 0,-3 0-46 16,-1 2-24-16,-7 2-5 0,3 0-18 0,-2 0 8 15,-1 0-8-15,-2 0-63 0,-2 0 32 0,-2 0-1 16,-6 0 32-16,-1 0-304 0,-2 0 148 0,-2 0 78 15,-3 0-581-15,-1 2 301 0,0 4 123 0,0 1 77 16,-11 2-329-16,0 3 210 0,-7-3 106 0</inkml:trace>
  <inkml:trace contextRef="#ctx0" brushRef="#br0" timeOffset="211128.87">9708 13085 1313 0,'-12'0'0'0,"0"2"0"0,5 1 0 0,1-3 0 0,1 1 0 0,0-1 0 0,4 0 0 0,-2 0 0 0,3 0 225 0,0 4-87 0,0 4-58 0,0 1 285 15,0 4-167-15,4 3-82 0,-1 8-42 0,1-2 96 16,-1 6-72-16,1-2-33 0,-2 2-64 16,1-1-1-16,-1-1 33 0,3-5-385 0,-1 1 188 0,1 1 98 15,0-4 50-15,2-3-533 16,-3-2 237-16,3-7 156 0,2-3-10 0,-2-4-330 16</inkml:trace>
  <inkml:trace contextRef="#ctx0" brushRef="#br0" timeOffset="211362.25">9857 13045 725 0,'4'-7'0'0,"0"4"0"0,-3 1 0 0,1-1 0 0,-2 2 0 0,0 1 611 0,3 0-294 15,-1 8-142-15,0 12 145 0,1 5-144 0,3 3-64 16,-1 8-43-16,1 5 298 0,-1 1-167 0,3 1-83 16,-2 1 47-16,-1-2-58 0,3 10-40 0,-2 0 0 15,1 11-163-15,-1-1 65 0,-1 3 32 0,-3-8 9 16,2 13-351-16,-3-20 188 0,1 1 93 0,0-12-180 15,-2-3 60-15,0-11 88 0,0-1-61 0,0-13-159 16,0-4 140-16,0-3 70 0,0-4-174 0,0-7 114 16,-5-19 70-16,-3-7 29 15,1-9-297-15,-2-3 164 0</inkml:trace>
  <inkml:trace contextRef="#ctx0" brushRef="#br0" timeOffset="211506.86">9765 13298 945 0,'-5'-13'0'0,"-1"7"0"16,3 0 0-16,-2 2 0 0,0-1 0 0,3-1 0 0,0 2 474 0,2 0-221 0,0-3-110 0,0 1 193 0,2 1-151 16,5 0-68-16,3-1-45 0,1 0 0 0,1 3-39 15,-1-1 0-15,0 2-355 16,-1 2 185-16,1 0 81 0,-2 0 44 0,1 3-581 16,-2 9 313-16</inkml:trace>
  <inkml:trace contextRef="#ctx0" brushRef="#br0" timeOffset="211646.49">9783 13371 1239 0,'-9'6'0'0,"2"-3"0"0,2 1 0 0,-4-2 0 0,2 0 0 0,2-2 249 0,3 0-113 15,0 0-51-15,2 0 187 0,0 0-119 0,0 0-61 16,2 0-21-16,5 0-77 0,5-2 0 0,-3 2 39 16,3 0-1-16,-3 0-475 0,2 2 233 0,-2 6 122 0</inkml:trace>
  <inkml:trace contextRef="#ctx0" brushRef="#br0" timeOffset="211789.11">9724 13640 929 0,'-15'10'0'0,"4"-2"0"0,2-2 0 0,-1 0 0 0,2-5 0 0,3 1 0 0,3-2 63 0,2 0 387 0,0 0-209 0,6-2-104 0,11-9-6 16,-1-2-41-16,11-2-32 0,-1-2-1 0,4-2-437 15,0-2 207-15,8-4-206 0,-8 4 211 0</inkml:trace>
  <inkml:trace contextRef="#ctx0" brushRef="#br0" timeOffset="212104.77">10102 13296 1084 0,'0'-6'0'0,"0"-1"0"0,0-1 0 0,0-3 0 0,0-2 0 0,7-1 0 16,6 4 498-16,-2 1-233 0,7 0-116 0,0 6-50 0,1 0 183 15,-1 3-124-15,2 0-63 0,-1 3-28 0,-5 10-35 16,0 2 9-16,-3 3-8 0,-4 8-184 0,-3-4 92 0,-4 4-466 15,0 0 518-15,0-3 9 16,-11 7 31-16,-5-8 0 0,0-1-36 0,0-7-178 0,-4 0 29 0,1-5 61 16,1-3-246-16,-3-4 152 0,4-2 76 0,-1-2-140 15,2-14 109-15,5-2 1 16,-1-6 115-16,5 0-9 16,1 4 0-16,3 0 1 0,1 2-1 0,0 6 315 0,2 0-154 0,0 3-80 15,0 3-40-15,4 3 238 0,7 1-117 0,2 0 482 16,2 2-280-16,2 0-150 0,5 7 226 15,1 3-187-15,0 1-85 0,5 4-56 0,-2 1-23 0,1 0 1 16,0 0-170-16,1-2 73 0,1-1 45 16,-1-1-650-16,-2-3 339 0,3-3 170 0,-1-6-713 15,-3 0 415-15</inkml:trace>
  <inkml:trace contextRef="#ctx0" brushRef="#br0" timeOffset="212264.86">10565 13028 679 0,'-7'-11'0'0,"4"6"0"0,1 4 0 0,0-1 0 16,0 0 401-16,2-1-184 0,0 3-92 0,0 0 567 0,2 5-333 16,7 6-164-16,4-1-80 0,0 6 148 0,4 0-115 0,-4 0-50 15,4 1-497-15,0 0 215 16,0-2 109-16,-2-2 53 0,1-2-694 0,0-3 377 16,0-2 179-16</inkml:trace>
  <inkml:trace contextRef="#ctx0" brushRef="#br0" timeOffset="212455.99">10870 12864 1723 0,'2'-19'0'0,"-2"6"0"0,1 2 0 0,1 1 0 0,0 3 0 0,0 3 0 0,0 1 0 0,0 3 0 16,-2 0 204-16,0 20-85 0,0 6 376 0,-4 16-232 0,-11 10-114 0,-2 2-51 16,-8 20 259-16,2-3-163 0,-2 1-80 0,1-2-41 15,-3-3 40-15,7-10 80 0,-8 16-193 0,5-12 0 16,4-10-232-16,-1 3 149 0,4-6 57 0,7-18-216 15,4-2 134-15,0-11 70 0,5-4 35 0,0-8-742 16,0-5 327-16,7-2 184 0</inkml:trace>
  <inkml:trace contextRef="#ctx0" brushRef="#br0" timeOffset="212619.56">10943 13011 1971 0,'8'-8'0'0,"-1"6"0"0,4 1 0 0,-2-2 0 0,1 3 0 0,1 0 0 0,3 0 0 0,-1 0 659 0,6 4-317 0,1-1-154 0,1 4-135 0,0-4-20 0,4 5 0 0,0-2-287 16,-6-1 144-1,4 2 71-15,-3 1 44 0,1-2-764 0,-4-2 396 0,-2 3 198 16</inkml:trace>
  <inkml:trace contextRef="#ctx0" brushRef="#br0" timeOffset="212766.28">11077 13202 648 0,'-23'16'0'0,"7"-4"0"0,2 1 0 0,5-4 0 0,0-1 21 0,6 0 533 0,1-1-265 16,2-2-128-16,2 0-64 0,12-1 414 0,4-4-239 0,3 0-85 15,5 0-81-15,1 0-36 16,-1 0-1-16,-2 0-36 0,-2-3-275 0,1-3-635 16,0-1 451-16,-3-1 230 0</inkml:trace>
  <inkml:trace contextRef="#ctx0" brushRef="#br0" timeOffset="213000.66">11355 13057 1966 0,'-4'-11'0'0,"4"2"0"0,0-3 0 0,0 1 0 0,7 0 0 0,6 1 0 0,4 3 0 0,10 1 348 0,-2 5-157 0,4 1-79 0,-1 0-32 0,2 1 137 16,0 15-93-16,-2 2-106 0,-1 5 14 15,-5 2 9-15,-3 4-8 0,-6-1-52 0,-2 7 26 16,-7-4 0-16,-2 5 26 0,-2 0-98 0,-8 5 44 15,-11-6 28-15,-1 0-110 0,-8-6 53 0,-2 1 36 0,0-7-30 16,-9 5 24-16,0-9-186 16,7-4 95-16,-1-2 28 0,11-5-260 15,6-5 148-15,2-3 84 0,6 0 40 0,8-6-143 16,0-14 91-16,17-6 45 0,9-3-372 0</inkml:trace>
  <inkml:trace contextRef="#ctx0" brushRef="#br0" timeOffset="213181.17">11881 12916 600 0,'0'-11'0'0,"0"4"0"0,0-1 0 0,-11 4 0 0,-3 1 0 0,-2 0 279 0,-2 3 135 0,-3 3-183 0,1 14 302 15,1 3-250-15,0 8-125 16,1 12 207-16,6 0-166 0,5-2-75 16,7 15-50-16,0-6-20 0,5 2 213 0,14-2-116 0,8-2-43 15,4-4-29-15,7-5 97 0,1-2-176 0,5-6 0 16,0-3-367-16,6-5 220 0,-2-5 98 0,1-2-943 15,-2-3 455-15</inkml:trace>
  <inkml:trace contextRef="#ctx0" brushRef="#br0" timeOffset="-213792.37">13163 12912 1571 0,'2'0'0'0,"4"0"0"15,5 0 0-15,2 0 0 0,2 0 0 0,4 0 0 0,1 0 0 0,3 6 78 0,2 4 75 0,-1-1-61 0,-5 1-29 16,2 1 2-16,-3 2 1 0,-1-1-25 0,-2 5 31 16,-2-3-39-16,-5 1 0 0,-3-1-1 0,-3 1-18 15,-2 4 26-15,0-1-7 0,-6 2 0 0,-10 1 31 16,-3 0-31-16,-6 0 0 0,1-3 8 0,-4 1-76 16,-2-2 34-16,0-2-3 0,-2-4-53 0,4 0 34 15,5-2 30-15,-1-2-230 0,3-3 113 0,2-3 43 16,6-1 33-16,2 0-253 0,5 0 123 0,3 0 56 15,3-5 37-15,0-8-215 0,12-7 126 16,9 0 64-16,8-4 24 0,6-2-228 0</inkml:trace>
  <inkml:trace contextRef="#ctx0" brushRef="#br0" timeOffset="-213584.32">13616 12823 1276 0,'11'-15'0'0,"-7"4"0"0,0 7 0 0,-4-2 0 0,0 2 0 0,-10 3 0 0,-3 1 0 0,0 0 128 15,-2 3-51-15,-2 8 100 0,-4 7-72 0,6 2-36 0,-1 3 0 0,0 3 144 16,5 3-95-16,4 1-42 16,1 3-22-16,4-1 109 0,2-2-65 0,0-6-24 15,6 6-9-15,9-6 4 0,4-3-36 0,4-2-191 16,2-2 96-16,3-4 55 0,0-2 16 0,1-1-166 16,1-4 95-16,-2 0 48 0,-1-3 23 0,-5-1-555 15,2-2 265-15,1 0 93 0,-3 0 77 0,1-2-342 16</inkml:trace>
  <inkml:trace contextRef="#ctx0" brushRef="#br0" timeOffset="-213333.99">14081 12596 1474 0,'2'-5'0'0,"0"4"0"0,-2 1 0 0,2 0 0 0,-2 0 0 0,0 0 0 0,0 7 0 0,0 8 241 0,0 6-109 0,0 3-49 0,0 4 172 15,-7 2-112-15,-3 1-54 0,1 5-21 16,-4-3 4-16,0 4 0 16,-1 0-39-16,0-2-87 0,0-1 43 0,-1-1 31 15,0-2-9-15,2-3-288 0,-2-1 155 0,6-9 78 16,-4-1 38-16,6-6-243 0,-2-1 73 0,6-7 83 16,3-1-229-16,0-2-10 0,0 0 149 0,1-11-196 15,11-10 176-15</inkml:trace>
  <inkml:trace contextRef="#ctx0" brushRef="#br0" timeOffset="-213230.27">14012 12948 1012 0,'7'-7'0'0,"5"0"0"0,-1 5 0 0,-2 0 0 0,1 0 0 0,-1 2 0 0,-1 0 133 0,1 0-42 0,-1 5-34 0,-1 3 253 15,1 2-139-15,-1 1-69 0,1-2-32 16,-1 0-29-16,3 4-8 0,-3-3 0 0,3-4-450 16,-3-3 226-16,6 1 111 0,-1-4-537 0</inkml:trace>
  <inkml:trace contextRef="#ctx0" brushRef="#br0" timeOffset="-213010.86">14416 12562 1444 0,'2'-2'0'0,"-1"1"0"0,3 1 0 0,-2 0 0 0,-2 8 0 0,0 7 0 0,0 7 167 0,0 3-67 0,-4 3-34 16,-3 5 1-16,-4 5 274 0,-6 10-158 0,0 1-76 15,-7 6 109-15,1 2-92 0,-3 2-46 16,-1-10-14-16,-1 6-8 0,1-5-14 0,-2-4-9 15,1-5-1-15,2-3-266 0,3-10 141 16,2-1 59-16,4-9 33 0,2-2-205 16,6-7 119-16,3-3 61 0,3-6-636 0,3 0 319 15,0-2 155-15,7-15-323 0</inkml:trace>
  <inkml:trace contextRef="#ctx0" brushRef="#br0" timeOffset="-212845.29">14345 13001 1631 0,'7'-5'0'0,"-2"2"0"0,-1 1 0 0,0 2 0 0,-1 0 0 0,-2 5 0 0,1 10 0 0,2 2 319 0,1 1-144 0,3 7-70 16,-1-3 218-16,1 0-137 0,3 7-81 0,0-4-36 15,1 2-152-15,2-2 58 0,0-5 37 0,4 4-192 16,0-4 106-16,-4-7 53 0,2 0-533 0,0-4 294 16,0-3 113-1,-2-5 81-15,0-1-585 0</inkml:trace>
  <inkml:trace contextRef="#ctx0" brushRef="#br0" timeOffset="-212510.6">14839 12829 1686 0,'0'-11'0'0,"0"7"0"0,0-1 0 0,-4 4 0 0,-1 1 0 0,-5 1 0 0,4 13 0 0,-1 8 0 0,3 5 149 15,1 1-59-15,0 5 244 0,3 3-151 0,0 4-67 0,3-3-46 16,7-1 118-16,7-3-77 15,4-2-40-15,3-8 1 0,3-2-69 0,-1-3-8 16,3-5 38-16,1-5-1 0,-3-8-151 0,1 0 76 16,-3 0 46-16,5-10-160 0,-7-9 92 0,-5-3 49 15,-1-2-98-15,-2-7 60 0,-5 1-16 0,-5-5 33 16,-1-1-89-16,-4-7 49 0,0 3 8 16,-2-5 0-16,-7 5-1 0,-8-6 8 0,0 6 29 0,-2 10 1 15,-4 4-42-15,0 5 1 0,0 10 32 0,-7 2 102 16,0 9-46-16,1 0-24 15,3 9 59-15,0 8-41 0,7-2-22 0,-3 8 24 16,10-3 93-16,3 1-59 0,5-1-15 0,4 1-1 16,0-3-151-16,4 1 73 0,13-1 25 0,5-7-421 15,2-2 210-15,8-5 104 0,2-4 27 0</inkml:trace>
  <inkml:trace contextRef="#ctx0" brushRef="#br0" timeOffset="-212310.14">15384 12496 1297 0,'0'0'0'0,"0"0"0"0,0-2 0 0,2-2 0 0,1-3 0 0,4-1 0 0,4 0 0 0,5 3 530 16,2-3-249-16,7 1-124 0,-1 1 86 0,1 1-106 16,-5 1-44-16,8 2-308 0,-7 1 123 0,4-2 63 15,-2 3 30-15,-3 0-476 0,-1 0 262 0,-3 0 119 16,0 0 63-16,-5 4-285 0,-4 0 77 0,-1 1 109 15,-4-1 2-15</inkml:trace>
  <inkml:trace contextRef="#ctx0" brushRef="#br0" timeOffset="-212058.57">15671 12450 834 0,'-8'0'0'0,"4"0"0"0,0 0 0 0,1 0 0 0,-1 0 0 0,0 3 0 0,1 4 0 0,1 6 260 0,-2 1-114 0,1 3-56 15,-6 1-29-15,2 4 97 0,0-1-54 0,-5 5-112 16,-1-3 20-16,0 0 0 0,-2-3 21 0,-1 0-68 15,0-4 42-15,-3-1-8 16,2-2 34-16,2-4 49 0,2-1-25 0,4-4 1 0,-1-2 67 16,5 0-51-16,1 0-16 0,2-2-28 0,2 0 229 15,0 0-113-15,6 0-49 0,9 0-36 0,3 0 85 16,7-2-57-16,0 0-28 0,-1 0-62 16,-2 0 7-16,3 2 27 0,3 0-393 0,-7 0 197 0,2 0 97 15,-2 0-246-15,0 0 149 16,-4 0 88-16,-2 0-8 0,-2-2 41 15,-3-1-572-15,-1-2 290 0,-3-3 137 0,-3-4-178 0</inkml:trace>
  <inkml:trace contextRef="#ctx0" brushRef="#br0" timeOffset="-211926.93">15795 12612 1474 0,'0'-9'0'0,"0"2"0"0,0 2 0 0,0 2 0 0,0 1 0 0,0 0 0 16,0 2 0-16,0 0 0 0,0 0 107 0,0 7 224 0,0 5-150 0,5-1-73 0,2 3-38 15,-1 1 0-15,2-1-8 0,-2 2-30 0,-1 2 1 0,0-1-422 16,-3 0 210-1,0 0 106-15,0 2 61 0,-2-3-575 0,0 3 267 16,-4 0 161-16</inkml:trace>
  <inkml:trace contextRef="#ctx0" brushRef="#br0" timeOffset="-211511">15560 12971 1155 0,'-20'4'0'0,"6"1"0"0,5-2 0 0,1 0 0 0,2-3 0 0,4 0 0 0,2 0 137 0,0 0-45 0,10 0-33 16,5-6 175-16,0-1-101 0,4-4-49 0,0 3-159 15,-1-1 62-15,3-3 19 0,-2 3 0 0,-3-1 27 16,0 3-397-16,-5 1 197 0,-2-1 107 0,-3-1-334 16,-2 2 191-16,-2-1 96 0,-2-2-12 15,0-1 43-15,-4 1-11 0,-6-1 32 0,1 0-1 16,0 2 58-16,-1 2 0 0,1 3-35 0,1 1 202 0,1 0-96 16,1 2-53-16,2 0-27 0,1 5 319 0,1 9-162 15,2 4-30-15,0 7-57 16,0-1 212-16,0 6-121 0,2 1-61 0,-1 0-30 15,5 1 137-15,-2 0-88 0,2-3-15 0,-1-9-33 16,4 0 1-16,0-2-32 0,-2-7-39 0,2-4 15 16,2-3 0-16,3-4 24 0,-2 0-204 0,6-15 102 15,-2-7 59-15,7-12 17 0,-2 0-338 0,2-2 168 16,-3-3 45-16,-1 3-108 0,5-11-5 16,-4 7 98-16,-2 6 51 0,0 1-10 0,-1 5 29 15,-4 6-8-15,-1 6 189 16,-5 7-76-16,1 3-37 0,-3 3 0 0,1 3 324 15,-2 0-190-15,0 3-67 0,-3 10-50 0,1 2 486 16,0 3-240-16,0 0-107 0,-2-1-6 0,2 2-65 16,0-2-29-16,-1 0-346 0,1-3 158 0,0-2 81 15,3-3 47-15,0-2-277 0,1-2 154 0,1-1 78 0</inkml:trace>
  <inkml:trace contextRef="#ctx0" brushRef="#br0" timeOffset="-211278.62">16195 12469 2195 0,'2'-9'0'0,"-1"3"0"0,3 2 0 0,-2 1 0 0,3 3 0 0,-1 0 0 0,2 6 0 0,2 12 0 0,-3 7 0 0,1 7 175 0,-3 7-72 0,2 3 265 16,-3 4-168-16,-1 0-83 0,1-3-34 0,-2 10 45 16,0-5-48-16,0-3-23 0,0-1 0 0,0-7 16 15,0 3-32-15,0-5-8 0,0-3 0 0,-2-6-128 16,-1-5 64-16,-5-2 32 0,0-6 8 0,-1-2-304 15,-1-5 146-15,-1-2-464 16,-1-3 271-16,-4-1 155 0,1 0 69 0,0 0-164 16,0-5 125-16,2-8 62 0,2-8 31 0</inkml:trace>
  <inkml:trace contextRef="#ctx0" brushRef="#br0" timeOffset="-210955.97">16446 12444 1197 0,'4'-5'0'0,"0"0"0"0,-1-3 0 0,-1 3 0 0,1-1 0 0,-3 5 0 0,0-2 415 0,0 2-192 0,0-1-94 16,2 2-49-16,-1 0 86 0,3 3-71 0,-2 11-31 16,2 0 0-16,-1 4 154 0,-1 0-93 0,0 5 112 15,1 5-106-15,-1 0-49 0,0 2-25 0,0 4 84 16,1 7-55-16,-3-6-18 0,0 15-8 15,0-4 38-15,0 3-33 0,-3 4 0 0,-3 0-32 16,1-1 163-16,0 3-196 0,-1-3 0 16,1-1 0-16,-2-4 0 0,4-9 0 0,1-3 0 0,0-9 0 15,2-1 0-15,0-8 0 0,0-6 0 0,0-4-173 16,0 0 120-16,0-7 13 0,0 0-278 0,0 0 137 16,2-4 84-16,-2-8-500 0,0-3 274 15,0 2 149-15,0-2 70 0,0-2 36 0</inkml:trace>
  <inkml:trace contextRef="#ctx0" brushRef="#br0" timeOffset="-207559.35">17899 12687 1102 0,'2'0'0'0,"4"0"0"0,6 0 0 0,0-2 0 0,6 1 0 0,0-1 0 0,1-2 0 0,2 3 69 16,-1-3-9-16,1 3-28 0,0 0-60 0,-3 1 30 16,1 0 7-16,-2 0 21 0,-2 0-84 0,-6 0 37 15,1 0 1-15,-2 0 37 0,-3 0-228 0,-3 1 104 16,0 4 52-16,-2-4-193 0,0 1 113 0,0 2 27 16,-2-3-6-16,-7 1 43 0,-3-2 0 0,1 0 34 15,0 0 54-15,-3 0-26 16,5 0-9-16,-2 0-19 0,-1 0 82 0,2 0-41 15,2-2 0-15,0 2 216 0,3 0-126 0,1 0-27 16,0 0-40-16,2 8 247 0,2 5-128 0,0 0-32 16,0 6 76-16,0 5-84 0,2 1-39 0,0 3 0 15,2 2 4-15,-1 4-21 0,1 3 8 0,-2 5-29 16,0 0-90-16,-1-4 46 0,-1 3 21 0,0 1-78 16,0-4 59-16,0 1 16 0,-1-2 1 0,-5-3-176 15,-3-3 93-15,0-4 18 16,-1-6-70-16,1 0 59 0,-4-6 2 0,1-2 22 15,1-5 125-15,2-3-52 0,-3-1-41 0,5-2 7 16,0 0 264-16,3-2-132 0,1 0-49 0,0 0-38 16,3 0 168-16,0 0-95 0,0 0-12 0,8 0 64 15,7 0-67-15,4 0-33 0,2 0 76 0,6 0-59 16,-1 0-24-16,3 0-1 0,-1 2-99 0,-2 1 37 16,-1 1 8-16,3 2 30 0,-4-2-341 15,-1-1 171-15,-1 1 66 0,1-2-253 16,-1-2 121-16,-1 0 97 0,2 0-17 0,-5 0-376 15</inkml:trace>
  <inkml:trace contextRef="#ctx0" brushRef="#br0" timeOffset="-207396.81">18453 12962 1267 0,'-1'-2'0'0,"-3"0"0"0,2-1 0 0,0 3 0 0,2 0 0 0,0 0 0 0,0 0 0 0,2 0 394 0,7 0-180 15,9 0-90-15,-2 0-43 0,5 0-8 0,0 0-40 16,1 0-1-16,1 0-170 0,-2 0 86 0,0 0 50 16,-3 0-550-16,-3 0 280 0,0 0 141 0</inkml:trace>
  <inkml:trace contextRef="#ctx0" brushRef="#br0" timeOffset="-207250.2">18497 13161 1108 0,'-28'13'0'0,"7"-5"0"0,4 3 0 0,0-2 0 0,6-3 0 0,-1-2 0 0,7-1 0 0,1 0 0 0,4-3 408 0,0 1-187 0,2-1-95 0,11 0 43 16,4 0-13-16,8 0-61 0,1 0-31 0,0 0-279 15,4-1 124-15,0-3 70 0,0 2-286 0,0-1 170 16</inkml:trace>
  <inkml:trace contextRef="#ctx0" brushRef="#br0" timeOffset="-206682.72">19595 12740 723 0,'0'-5'0'0,"0"-2"0"0,0-2 0 0,0 0 0 0,0-7 0 0,0 2 0 0,-1-1 0 0,-5-6 129 0,2 2-49 15,-1-2-23-15,1 3 29 0,-4-1-18 0,1 0-8 16,0 4-29-16,-4-2 1 0,-1 5 1 0,-1-2 0 15,-1 3-15-15,0 3-7 0,-4 3 22 0,2 3-1 16,1 2 32-16,-2 0 1 0,2 0-33 0,2 7 72 16,-1 7-35-16,1 1-1 0,3 1-35 0,-1 3 118 15,6 2-51-15,0 0-37 0,3 2 113 0,0 2-72 16,2 2-36-16,0-1 1 0,0 4 39 0,0 2-42 16,0 2 1-16,2 1-35 0,1 8 95 15,-1-3-47-15,0 0-15 0,2 7 41 0,-1-2-37 16,-1-3 0-16,0 2-36 0,0 0 31 15,1-8 9-15,-3 9-40 0,0-8-36 0,0 0 36 16,0 1 0-16,-3-5-1 0,-5-1-32 0,1-1-8 16,-4-3 41-16,-1-2 0 0,0-4-23 0,-4 0 0 15,2-6 31-15,-7 2-122 0,1-4 51 0,-1-1 13 16,-4-6 0-16,2 0-228 0,3-4 121 0,-1-3 45 16,0 0-281-16,5 0 159 0,2 0 84 0,7-3 42 15,0-4-276-15,3-2 163 16,4-2 77-16,0-3 40 0,4 4-150 0,8-2 94 15,7 0 39-15,6 1 32 0,-1 2-335 0</inkml:trace>
  <inkml:trace contextRef="#ctx0" brushRef="#br0" timeOffset="-206284.27">19717 13327 978 0,'-1'0'0'0,"1"0"0"0,-2 0 0 0,-4 3 0 0,1-3 0 0,-1 4 0 0,-2 3 0 0,5 4 267 0,-3 5-117 0,1 0-59 0,1 2-29 0,2 6 113 0,0-2-63 15,2 5-44-15,0-2 0 16,0-7 8-16,6 2-21 0,5-1-1 0,2-2 24 15,2-4-7-15,2-4-38 0,0-3-40 0,0-4 0 16,1-2 40-16,0 0 8 0,-4-6-87 0,2-9 39 16,-4-7 0-16,0 1 40 0,-4-1-131 0,-3-1 66 15,-3-3 3-15,0 0 22 0,-2 3-68 0,0-1 38 16,-4 1 4-16,-5 2-7 0,-5 1 15 0,0 4 15 16,-5 1 22-16,0 8 0 15,-5 2-25-15,3 5-1 0,-6 0 65 0,5 1-29 16,5 9 8-16,0 2-34 0,2 0-64 0,8-4 32 15,3 1 8-15,3 2-263 0,1-3 133 0,0 0 69 16,1-1 24-16,7-3-175 0,6-1 108 0,0-3 49 16</inkml:trace>
  <inkml:trace contextRef="#ctx0" brushRef="#br0" timeOffset="-206000.15">19924 12247 1661 0,'-7'-10'0'0,"3"6"0"0,3 3 0 0,-2 1 0 0,3 0 0 0,-2 0 0 0,0 0 0 0,0 12 180 16,2 9-66-16,-1 8-44 0,-1 9 241 0,-2 4-139 16,2 2-69-16,0 5-36 0,1 2-22 0,-1 0-12 15,0 2 0-15,2-3-1 0,0 0-509 0,0 2 254 16,2-1 137-16</inkml:trace>
  <inkml:trace contextRef="#ctx0" brushRef="#br0" timeOffset="-202261.17">20642 12614 468 0,'0'-7'0'0,"0"0"0"0,0-2 0 0,0 2 0 0,-2 2 0 0,0-1 166 0,-2 2-58 0,1 2-42 0,-1 0 75 16,-1-1-54-16,-2 3-27 0,0 0 0 16,0 0 34-16,-4 9-35 0,-1 4 0 0,-1 0 33 15,-2 8-30-15,0 1 0 0,-1 4-22 0,2 5 108 16,0 0-58-16,0 10-29 16,5-2 1-16,-2 0 101 0,8-1-58 0,-3 9-39 15,6-4 43-15,0-2-37 0,0-5-1 0,0 2-38 16,8-5 56-16,4-1-32 0,2-2 0 0,3-3-65 0,3-5 0 15,0-2 41-15,-1-2 8 0,1-1-167 16,-1-5 80-16,-1-1 39 0,-1-1 0 0,-2-2-293 0,-1-5 155 16,-2 1 43-16,2-4-199 0,-1 0 110 15,-1 0 79-15,1 0-408 0</inkml:trace>
  <inkml:trace contextRef="#ctx0" brushRef="#br0" timeOffset="-200749.45">20895 12859 617 0,'-7'-1'0'0,"-1"0"0"0,3-2 0 0,-1 1 0 0,0 0 0 0,1-3 0 0,1 1 0 0,-2 1 69 0,5 0-7 0,-1 2 27 0,0-1-28 16,0 0 0-16,2 1-28 0,0-1 34 0,0 2-7 16,0 0-28-16,0 0 1 0,0 0 22 0,0-2 0 15,0 0-14-15,0-3-8 0,0 2 29 0,0-3 0 16,0 1-30-16,0-2 31 0,0 4 8 0,0-2-38 15,0 1 0-15,0 1 44 0,0-3-21 0,0 4-1 16,0-3 24-16,0 4-47 0,0-1 1 0,0 1 0 16,0-2-16-16,0 2 16 0,0 1 8 15,0-2-8-15,0 2-27 0,0 0 0 0,0 0 27 16,0 0-51-16,0 0 28 0,0 0-7 16,0-2 13-16,0-2-23 0,2-1 6 15,3-1 1-15,-1-1-21 0,3 2-5 0,2 0 29 0,2-1 10 16,-2 1 29-16,4-1 1 0,0 1-35 0,3 2 3 15,0 0 60-15,1 0-28 0,0 3 4 0,0 0 24 16,1 0-16-16,0 6-6 0,1 4-11 16,-3 2 17-16,3 8-13 0,-4-7-12 0,0 6-8 15,0 0 10-15,-3 2 1 0,-1-1 0 16,-2 4-41-16,-6 1 40 0,1-4 5 0,-1 8-6 16,-3-2-25-16,0-1 23 0,-8 0-5 0,-3-1-34 15,-5 0-5-15,0-2 34 0,-3-2 4 0,0-4-29 16,-2-2-6-16,0-3 33 0,-2-1-168 0,-2-6 72 15,1 1 41-15,1-6 20 0,3 0-210 0,-3 0 85 16,4 0 63-16,2-3 2 0,4-1-145 0,2-4 93 16,5 1 47-16,0-3-185 0,6-3 120 0,0 1 56 15,3-3-265-15,11-3 160 0,9 1 80 16,5-2 32-16</inkml:trace>
  <inkml:trace contextRef="#ctx0" brushRef="#br0" timeOffset="-200490.09">21383 12785 962 0,'4'-9'0'0,"-1"-1"0"0,-3 1 0 0,0-2 0 0,0-1 0 0,-8-1 0 0,-3 2 0 0,0 2 0 0,-1-1 280 0,-1 4-123 16,1 1-63-16,-2 3 100 0,-2 2-85 0,2 0-38 16,-6 4 0-16,2 14 29 0,1 1-33 0,-1 8 8 15,0 3 4-15,4 2-23 0,4 3 0 0,2-1-23 16,8 1 123-16,0 0-54 0,0-2-39 0,11-1 1 15,7-4 68-15,3-2-49 0,1-1-26 0,4-4-57 16,0 0 33-16,3-6 0 0,-1-2-91 16,2-2-110-16,-2-1 100 0,-1-7 59 0,5 1-502 15,-7-4 233-15,1 0 135 0,-3 0 22 16,0-10-189-16,-3-1 131 0,1-7 77 0,-2-2 34 16</inkml:trace>
  <inkml:trace contextRef="#ctx0" brushRef="#br0" timeOffset="-200042.04">21558 12425 736 0,'-14'-11'0'0,"6"5"0"0,0 2 0 0,5-2 0 0,-1-1 0 0,4-1 271 16,0-1-119-16,0-1-52 0,11 1 152 0,10 0-110 15,2-1-54-15,-1 3 1 0,4 0-29 0,-5 4 10 16,9 1-38-16,-10 2-49 0,3 0 25 16,-2 0-1-16,-3 4-37 0,1 5 39 0,-3 1-7 0,-4 1 30 15,-2 2-32-15,-2-1 0 0,-5-1 33 16,-1 2-50-16,-2 1-5 0,0-3 13 16,0 0 21-16,-5 0 39 0,-7 1 0 0,1-4-39 15,-5 2-1-15,2-2 86 0,-2-1-39 0,2 1-13 16,-2-1-1-16,4 1 107 0,2-1-64 0,0-1-27 15,7-2 34-15,-1-1-31 0,4 1 0 16,0 4-31-16,2-2 1 0,12 0 0 16,2-3-1-16,9 6-21 0,-3-1 21 0,-3-1 9 0,3 3-8 0,-2 1-87 15,-2 0 43-15,-1 3 22 0,-6 0 0 16,-2 2-112-16,-4 2 58 0,-3-1 13 16,-2 1 2-16,0-1 23 0,-7 1 7 0,-7-2 75 15,-7 0-38-15,1-5-6 0,-5-2-32 0,-1-5 137 16,-1-2-63-16,2-2-20 0,-5 0-4 0,4 0-139 15,4-11 53-15,1-1 22 0,5-7 37 0,6 1-577 16,6-5 273-16,4 2 122 0,0-1 73 0</inkml:trace>
  <inkml:trace contextRef="#ctx0" brushRef="#br0" timeOffset="-198174.67">24554 12607 502 0,'-7'0'0'0,"3"-4"0"0,2 2 0 0,2 1 0 0,0 1 227 0,0 0-96 0,0 0-50 0,2 0-24 16,9 0 76-16,4 0-43 0,2 11-32 0,2 6-1 15,0 1 118-15,1 5-71 0,-1 1-36 0,-1 4 51 16,2 2-47-16,-4 4-1 0,-2-2-38 0,-5 3 27 16,-1 3 0-16,-6 0-19 15,-2-1-20-15,0 7 11 0,-10-7 1 0,-7 1 0 16,-4-3 13-16,2-6-5 0,-6 1-8 0,-3-5 0 16,-1 1-21-16,-1-8 20 0,-2-3 1 0,2-4-140 15,0-4 64-15,4-4 26 0,3-3 22 0,3 0-340 16,1 0 167-16,10-3 61 0,-1-8-315 0,8 0 195 15,2-4 98-15,3-5 47 0,17 0-118 16</inkml:trace>
  <inkml:trace contextRef="#ctx0" brushRef="#br0" timeOffset="-197740.82">25060 12421 1099 0,'8'-19'0'0,"-4"8"0"0,2 3 0 0,-3 2 0 0,-1 3 0 0,1 1 0 0,-1 2 0 0,0 0 0 0,0 0 296 0,3 10-132 0,2 4-65 0,1 4-33 16,0 6 149-16,-1 4-82 0,-1 2-55 15,-3 6 35-15,3-1-40 0,-5 10-1 16,1-4-39-16,-2-3 62 0,0 13-35 0,0-6 0 16,0 0-3-16,0 0-1 0,0 0-23 0,0-5 8 15,-2-1-21-15,2-2 12 0,0-4 1 0,0-4 0 16,0-10-39-16,0 0 16 0,0-6-1 0,0-3-57 15,0-5 33-15,0-3 21 0,0-2-12 0,-5 0-16 16,0-3 11-16,-1-11-1 16,-1-1-147-16,-3-3 80 0,1-3 27 0,-4-4 25 15,1 1-224-15,-1-2 113 0,-2 1 38 0,0 3 34 16,0 7-94-16,-3 0 67 0,-2 7 31 0,-6 4 82 16,1 4-26-16,0 0-1 0,-3 12-34 0,1 5 91 15,3 4-42-15,3 3-20 0,4 2 291 0,5-2-152 16,9-2-51-16,1 7-44 0,2-4 293 15,3-4-150-15,15-3-51 0,3-1-46 16,4-3-2-16,4-2-44 0,1-3 1 0,1-4-263 0,1-4 131 16,3-1 66-16,-4 0 41 0,2-1-240 15,-3-9 104-15,-1-1 75 0,-3-4-620 0,1 0 319 16,-6 2 153-16,4-4 88 0</inkml:trace>
  <inkml:trace contextRef="#ctx0" brushRef="#br0" timeOffset="-197514.79">25333 12857 1027 0,'0'-12'0'0,"0"5"0"0,0 1 0 0,0-1 0 0,8 0 0 0,3 4 0 0,3 2 0 0,1 1 0 0,2 0 392 0,1 0-184 0,-1 7-88 0,1 4 140 15,4 7-114-15,-5-2-56 16,-4 1-21-16,4 7 8 0,-7-1-22 0,0 0 1 16,-5-5-52-16,2 7 0 0,-5-4 37 0,-2 2-9 15,0-2-66-15,-2 2 33 0,-10-4 0 0,-3-1 34 16,-2-3-100-16,-5 0 35 15,1-1 30-15,-3-5-188 0,-3 0 97 0,-1 1 48 0,6-5-5 16,-9 0-278-16,13 0 149 0,-1-4 69 0,7-1-90 16,4 0 75-16,3 0 51 0,5-1 20 15,3-12-240-15,15-6 130 0</inkml:trace>
  <inkml:trace contextRef="#ctx0" brushRef="#br0" timeOffset="-197323.65">25756 12704 1285 0,'3'-10'0'0,"-1"7"0"0,1 2 0 0,-3-2 0 0,0 3 0 0,-12 0 0 0,1 6 0 0,-6 13 0 0,1 4 338 0,-3 7-153 0,-4 7-76 15,5 0 150-15,0-1-105 16,0 9-65-16,6-3-28 0,4-4 54 0,7-1-42 16,1-3 1-16,0-2-33 0,13-5-34 0,6-2 25 15,4-6 1-15,1 0-381 0,2-6 190 0,-3-1 104 16,7-6 39-16,-2 0-714 0</inkml:trace>
  <inkml:trace contextRef="#ctx0" brushRef="#br0" timeOffset="-196617.02">22212 12852 730 0,'-13'-9'0'0,"-1"4"0"0,7 1 0 0,0 2 0 0,1 0 0 0,3 1 0 0,1-1 154 15,2 2-61-15,0 0-22 0,0 0 250 0,14 0-144 16,11 0-72-16,2-2-36 15,3 2 228-15,5-2-124 0,8 0-74 0,-1-1-33 0,-10 2 32 0,5-1-33 16,-3 2 0-16,-6 0-133 0,4 0 46 16,-9 0 27-16,-1 0 1 0,-1 3-89 15,-7 6 59-15,-2-2 36 0,-3 0-442 0,-3 2 224 16,-3-2 52-16,0-2 76 0,-3 0-470 0</inkml:trace>
  <inkml:trace contextRef="#ctx0" brushRef="#br0" timeOffset="-196437.5">22443 12444 1072 0,'-2'-14'0'0,"1"5"0"0,-1 5 0 0,2 1 0 0,-3 0 0 0,3 3 0 0,0 15 477 0,0 12-222 0,0 10-103 16,0 12 139-16,0 3-130 0,0 16-63 0,0-5-33 15,0 4 118-15,-2-6-67 0,2 15-46 0,0-9 0 16,0-2-409-16,2 0 186 0,4-3 92 0,4-10-647 15,-1 7 365-15</inkml:trace>
  <inkml:trace contextRef="#ctx0" brushRef="#br0" timeOffset="-194217.65">23061 12700 763 0,'-5'-10'0'0,"0"4"0"0,3 2 0 0,2-3 0 0,0 3 0 0,0-3 0 0,0 2 168 0,10 0-72 0,5 3 47 0,4 2-55 15,-1 0-28-15,3 0 0 0,0 9 118 0,4 9-77 16,-5-1-34-16,-3 4 0 0,0 4 23 0,0 1-28 16,-4 1 8-16,-1 1-37 0,-3 1-1 0,-2-2 1 15,-5 3-1-15,0 0-17 0,-2 2 26 0,-2 0-8 16,-13 0 18-16,-2 0-18 0,-5-2 0 15,-3-2 0-15,-3-1 32 0,0-5-32 16,-2-5-1-16,-2-4 1 0,2-6-40 0,2-2 16 16,3-5 9-16,0 0 12 0,5 0-178 0,3-5 79 15,6-8 44-15,4-1-273 0,7-3 146 0,0-4 55 16,11-2 44-16,10 2-352 0,4-4 186 0,5 0 93 16,0 0-120-16,2 3 110 0,1-1 52 0,-4 3 25 15</inkml:trace>
  <inkml:trace contextRef="#ctx0" brushRef="#br0" timeOffset="-193996.25">23416 12797 272 0,'15'-12'0'0,"-4"1"0"0,-4-1 0 0,0 1 0 0,-4 2 276 0,-1-3-122 0,-2 4-60 0,0 3-31 15,0 2 116-15,-10 1-65 0,-4 2-45 0,-1 0 1 16,-6 9 237-16,0 10-137 0,-2 6-68 0,3 6 249 16,-4 7-163-16,5-3-77 0,6 5-40 0,4-1 208 15,5-4-124-15,4 6-53 0,0-4 66 0,6-1-68 16,10 0-34-16,5-7 0 0,5-1-69 0,3-3 8 15,2-3 28-15,1-5 0 16,2-3-315-16,0-7 158 0,0-3 78 0,-1-4-533 16,-3 0 290-16,-1 0 79 0,-5-4-397 0,-4-6 287 15,-1-1 144-15,-3-3 63 0,-9-11-328 0,-5-1 221 16</inkml:trace>
  <inkml:trace contextRef="#ctx0" brushRef="#br0" timeOffset="-193602.19">23683 12387 1400 0,'-8'-13'0'0,"7"5"0"0,1 4 0 0,0-1 0 0,0-1 0 0,3 1 0 0,10-1 263 0,4 2-115 16,3 3-50-16,1-2 132 0,2 3-99 0,0 0-49 0,-3 0-25 15,1 10-45-15,-2 1 29 0,-4 0-8 0,-3 2-35 16,0 1 1-16,-7 0 33 15,1 4 9-15,-6-2-41 0,0 4 32 0,0-2 1 0,-11 1 34 16,-2-4-34-16,-4 0 8 0,0-2-9 16,0-2 53-16,2-2-27 0,0-6-5 0,5 2-23 15,0-3 95-15,6 0-51 0,0-2-20 0,2 0 39 16,2 0-30-16,0 0 0 0,8 0-22 0,7 0-6 16,5 0-2-16,3 0 0 15,3 0-33-15,-1 0 0 0,-3 0 41 0,1 6-8 0,-1 3-49 0,-3 5 25 16,-2 0 0-16,-6 4 23 15,-1 0-62-15,-6 1 24 0,-3 2 0 0,-1-1 101 0,0 0-43 16,-12 1 0-16,0-7-37 0,-9 3 157 16,1-5-172-16,-3-4 0 0,2-4 0 0,-4-2 0 15,4-2 0-15,-4 0 0 0,4 0 0 0,1-8 0 16,1-5 0-16,6-2 0 0,-1-2-661 0,7-3 360 16,2 2 115-16,3 2-621 0,2 0 387 0</inkml:trace>
  <inkml:trace contextRef="#ctx0" brushRef="#br0" timeOffset="-181579.87">26297 12832 965 0,'0'-3'0'0,"0"1"0"0,0 2 0 0,0 0 0 0,8 0 0 0,0 0 0 0,6-2 256 0,1 0-112 0,4-3-56 15,4 1 2-15,1-2-29 16,-3 2 8-16,1 0-36 0,1 1-104 16,-3 2 52-16,-1 1 26 0,-1 0 0 0,-2 0 34 0,-1 0-130 15,-4 6 61-15,0 3 30 0,-3 3 0 0,-2 0-418 16</inkml:trace>
  <inkml:trace contextRef="#ctx0" brushRef="#br0" timeOffset="-181410.31">26395 13100 1277 0,'-6'0'0'0,"5"0"0"0,1 0 0 0,0 0 0 0,0 0 0 0,1 0 684 15,7-3-615-15,6-3-36 0,5-1 0 0,4 0-77 16,-2 1 51-16,5-3 25 0,-2 5 1 0,3 3-180 15,-1-1 89-15,2 2 46 0,-1 0-502 16,3 0 269-16,-4 0 139 0,-1 3 70 0</inkml:trace>
  <inkml:trace contextRef="#ctx0" brushRef="#br0" timeOffset="-181091.59">26850 12794 1691 0,'0'-25'0'0,"0"11"0"0,0 1 0 0,1-1 0 0,9-2 0 0,2 1 0 0,6 0 0 0,-1 5 236 0,3 0-101 0,5 5 27 0,-3 3-65 16,1 2-24-16,0 4-8 0,-1 15-32 0,-5 4-24 15,-4 3-1-15,-3 4-110 0,-3 3 76 16,-5 6 25-16,-2 5 0 0,0-3 34 0,-12 0-153 16,-6 1 77-16,1-9 46 0,-4-1-9 0,-1-3-109 15,-2-6 58-15,0-7 29 0,6-6-32 0,-3 0 89 16,0-6-22-16,3-3-11 0,6 1 97 15,-1-2-49-15,6 0-28 0,0 0 0 16,6 0 292-16,-1 0-123 0,2 0-81 0,0 0-6 0,10 0 27 16,5 0-38-16,6 0-17 0,-1 0 0 15,6 0-37-15,-1 0-287 0,1 2 144 0,-1 1 80 16,5 1 27-16,-5-1 0 0,1 2-220 0,1-1 91 16,1-3 73-16,-5-1-26 0,7 0-521 0,-3 0 286 0,-2 0-243 15,-1 0 265-15</inkml:trace>
  <inkml:trace contextRef="#ctx0" brushRef="#br0" timeOffset="-180736.52">27646 12706 295 0,'7'-26'0'0,"-1"-1"0"0,-1 2 0 0,-1-3 0 0,1-3 202 0,-5 1-76 0,3 0-51 0,-1 1-21 0,-2 9 94 15,0-1-57-15,0 3-21 0,-5 5 41 16,-4 1-39-16,0 7-1 0,-3 1-38 0,1 2 117 15,0 2-51-15,-3 0-37 0,4 0 117 16,-1 9-74-16,-3 7-35 0,5-1-1 0,-3 4 86 0,3 6-65 16,2 2-28-16,0 1-1 0,1 1 102 0,3 2-65 15,-2 3-25-15,5 1 43 16,0 3-41-16,0 5-22 0,0-3 1 0,0 1 87 16,0-4-46-16,2 11-35 0,1-6 0 0,4 2 4 15,-4-1 0-15,3 0-31 0,-2-5-49 0,-1 2 20 16,-1-3 1-16,-1-3 28 0,-1-1-1 0,0-2-106 0,0-5 62 15,-6 0 18-15,-4-8-172 0,-3 2 76 0,-2-6 52 16,-3-1-102-16,-1-3 68 0,-2 0 6 0,-1-5 27 16,3-2-250-16,-2 0 128 0,5-1 64 15,4-2 24-15,2 0-297 0,2 0 169 16,8 0 84-16,0-6-325 0,0-3 205 0,13-2 94 16,11-5 59-16</inkml:trace>
  <inkml:trace contextRef="#ctx0" brushRef="#br0" timeOffset="-180474.22">27724 13161 1278 0,'2'0'0'0,"0"0"0"0,-2 0 0 0,0 4 0 0,0 7 0 0,-4 2 0 0,-3 4 0 0,0 4 160 0,0 3-68 0,0-6-30 16,5 5 275-16,2-3-151 0,0 0-78 0,2-5-28 16,7-2 3-16,9-2-25 0,-1-3 0 0,1-5-26 15,5-3-150-15,-2 0 84 0,4-5 29 0,-4-11-249 16,-3-2 143-16,-4-5 72 0,-2 1-187 0,-7 2 80 15,-1-8 69-15,-4 1-24 0,0 0 37 0,0 3 31 16,-9 2-8-16,-8-1 8 0,1 8 101 0,-3 3-51 31,-3 3-25-31,1 3 186 0,-1 6-111 0,2 0-19 0,3 0-34 0,3 8 76 16,7-1-44-16,3 5 7 0,3-1-307 0,1 2 134 16,0 1 62-16,7-3 36 0,9-3-223 0,0 1 104 15</inkml:trace>
  <inkml:trace contextRef="#ctx0" brushRef="#br0" timeOffset="-180287.72">27986 12235 1597 0,'0'-30'0'0,"0"15"0"0,0 7 0 0,2 6 0 0,-1 0 0 0,2 2 0 0,-2 0 0 0,0 2 242 0,-1 14-105 0,0 10-52 16,0-1 126-16,0 14-89 0,-2-6-37 0,-6 14-29 15,1-2-85-15,4 3 31 0,0 0 0 0,-1 4 31 16,1-2-465-16,2 0 228 0</inkml:trace>
  <inkml:trace contextRef="#ctx0" brushRef="#br0" timeOffset="-179512.08">28237 12744 775 0,'-7'-9'0'0,"4"4"0"0,-1 2 0 0,3-2 0 0,1 0 0 0,0 0 0 0,0-3 92 0,0 1-29 0,8 1 141 0,5 0-85 0,6 3-35 16,1-1-30-16,5-1 37 0,-4 5-29 0,5 0 1 16,-8 0-31-16,4 9 52 15,-3 3-30-15,-1 6 0 0,-3 2 12 0,-5 5-33 16,-2 1 0-16,-4-3-22 0,-3 9-8 0,-1-3 29 16,0 2 1-16,-6-1-48 0,-7 0 24 0,-4 0 8 15,-3-2 16-15,-2-1-29 0,0-4 2 0,-2-2-1 16,3-2-2-16,-2-6-24 0,-6 2 9 0,5-8 1 15,3 0-128-15,-2-5 73 0,-3-2 25 0,8 0-194 16,0-2 104-16,2-8 56 0,7-3 16 0,4-2-213 16,3-2 120-16,2-1 51 15,2-7 38-15,16 3-101 0,7-3 65 0</inkml:trace>
  <inkml:trace contextRef="#ctx0" brushRef="#br0" timeOffset="-179294.56">28627 12673 1082 0,'0'0'0'0,"0"0"0"0,0 0 0 0,-5 0 0 0,-7 0 0 0,-5 7 0 0,-4 7 125 0,0 6-47 0,-2 8 320 0,3-1-186 15,1 4-90-15,5-1-45 0,7-1 188 0,5 4-116 0,2-3-50 16,2 1-38-16,10-4-62 0,6 0 34 16,2-4 0-16,4 2 0 0,1-5-81 0,1-4 36 15,1-1 23-15,0-6 0 0,1-1-281 0,-2-3 151 16,-3-3 85-16,0-2-541 0,1 0 278 15,-4 0 99-15,2-3-248 0,-6-10 198 0,1-8 111 16,-7-3 53-16</inkml:trace>
  <inkml:trace contextRef="#ctx0" brushRef="#br0" timeOffset="-175885.81">29546 12105 637 0,'-7'-7'0'0,"5"5"0"0,2 2 0 0,0 0 0 0,0 5 0 0,0 8 0 0,0 1 207 0,0 5-87 0,0 7-35 16,2 4-31-16,3 7 44 0,4 5-32 0,-1 3-1 0,2 4 33 16,-1 4-25-16,-1 3-7 0,-1-2-6 15,1 0 0-15,-3 1-27 0,0-2 0 0,-2-8-3 16,1 6 2-16,2-10 1 0,-3-6 0 0,1-3-58 15,-1-7 29-15,-1-2 8 16,-1-7 21-16,3-5-41 0,-4-5 41 0,0-2-61 0,0-4 20 0,0 0 5 16,-7-2 6-16,-3-15 0 0,0-3 7 15,-2-7 6-15,2 1-9 0,-1 1-100 0,-6-5 46 16,4 14 26-16,-3-2-6 0,-4 9-9 0,1 5 32 16,-7 4-7-16,1 4 8 0,-5 21 30 15,3 4 0-15,0 7-32 0,9 0 151 0,-2 9-72 16,9-9-36-16,5 0 151 0,5-2-84 0,1-5-44 15,1-7 8-15,14 4-26 0,6-11-11 0,5-1 1 16,3-7 0-16,6-4-239 16,0-3 127-16,-2 0 48 0,-1-3 30 0,0-8-510 15,1-3 250-15,-3-3 91 0,-1-3-151 0,-4 0 149 0</inkml:trace>
  <inkml:trace contextRef="#ctx0" brushRef="#br0" timeOffset="-175658.38">29797 12600 1141 0,'4'-14'0'0,"2"10"0"0,2 2 0 0,-1 1 0 0,5-1 0 0,-1 2 0 0,3 0 0 0,-1 7 420 0,8 12-194 0,-5 2-96 15,1 5-49-15,-2 4 126 0,0 2-78 0,-2 2-53 16,-5-1-21-16,3 2-46 0,-6-2 24 0,-2 0-1 16,-3 1-25-16,0-3-9 0,0-1 35 0,-8-2-117 15,-9-2 58-15,-1-3 30 0,-1-6 7 0,-11-1-224 16,5-1 116-16,-4-9 12 0,1 0 44 0,-1-4-284 15,8-2 140-15,-3 0 74 0,3-2 40 16,6-7-242-16,4-7 140 0,8-6-182 16,3-3 153-16</inkml:trace>
  <inkml:trace contextRef="#ctx0" brushRef="#br0" timeOffset="-175484.85">30133 12518 491 0,'4'-2'82'0,"-4"2"-41"16,-6 2 0-16,-11 13 103 0,-4 6-56 0,-1 4-19 15,-2 8-8-15,0 3 340 0,4 1-184 0,2 0-92 16,2 3-46-16,8-6 237 16,2 2-146-16,6-2-68 0,0 0-35 0,0-4 65 15,9-2-49-15,10-4-17 0,-1 1-212 0,4-4 89 16,3-1 46-16,2-6-194 0,-2 2 118 0,-2-4 69 16,4-2 21-16,-1-4-701 0</inkml:trace>
  <inkml:trace contextRef="#ctx0" brushRef="#br0" timeOffset="-174815.45">28659 12322 738 0,'0'-16'0'0,"0"1"0"0,-6 2 0 0,6 4 0 0,0-1 0 0,0 0 0 0,0 0 0 0,3-1 131 0,11 1-49 0,7-1-25 0,2 2 0 16,5 2 118-16,2 2-62 0,1 3-45 0,-1 0 69 15,-2 2-52-15,-6 0-26 16,0 9 0-16,-4 5-36 0,-4 3 10 16,-3 4 0-16,-4 2-32 0,-5 2 0 0,-2 1 32 0,0 3 8 15,-9-1-48-15,-8 0 0 0,-2 0 39 0,-5-4 1 16,0-1-35-16,5-8 16 0,-5 2 14 0,2-6-42 16,4-2 34-16,6-1-12 0,2-4 75 0,5-2-26 15,2-1-5-15,3-1-27 0,0 0-3 0,7 0 7 16,12 0-3-16,7 0 14 0,2 0-12 15,2 0 4-15,-3 0-3 0,1 0 9 16,-2 9-32-16,-8 0 9 0,1 4 14 0,-5 2-52 16,-1 2 24-16,-6 1-9 0,-5 1 57 0,-2 2-2 15,0 1-35-15,-11-1 7 0,-5-1 44 0,-2-2 0 16,-4-3-40-16,2-7 12 0,-7 2-112 0,9-6 50 16,-6-2 25-16,3-2 1 0,1 0-109 0,3-2 65 15,2-13 23-15,3-2-413 0,2-6 188 0,10 3 110 16,0-4-358-16,3 5 223 15</inkml:trace>
  <inkml:trace contextRef="#ctx0" brushRef="#br0" timeOffset="-174295.27">30518 12624 418 0,'0'0'0'0,"0"-2"0"0,0 2 0 0,0-2 0 0,0 2 0 0,0 0 237 15,0 0-106-15,0 0-49 0,0 0 167 0,0 0-108 16,7 0-54-16,1 0 143 0,6 0-103 0,1 4-47 16,3 1-23-16,1-1 16 0,-1 0 1 0,1 2-33 15,0-3-8-15,3 1-19 0,-1-1 18 0,-3 1 1 16,0-2 8-16,-3 1-158 0,2 0 74 0,-4-3 38 15,0 1-343-15,-4 2 182 16,-1-1 57-16,1 0-405 0,-5 5 241 0</inkml:trace>
  <inkml:trace contextRef="#ctx0" brushRef="#br0" timeOffset="-174109.19">30515 12962 1066 0,'0'0'0'0,"0"0"0"0,5 0 0 0,2 5 0 0,5-3 0 0,-1 0 0 0,1-2 0 0,6 2 380 0,6-2-174 0,1 0-86 0,-2 0 247 16,-1 2-167-16,0 0-75 0,-1 0-161 15,1-1 34-15,-3 2 0 0,-1 0 35 0,-2 1-396 16,-2-1 206-16,0 1 91 0,-3 2 49 0,-1 0-229 0,1-3 116 16,-5 1 77-16</inkml:trace>
  <inkml:trace contextRef="#ctx0" brushRef="#br0" timeOffset="-173839.41">31158 12873 1631 0,'0'-4'0'0,"0"2"0"0,0 2 0 0,0 0 0 0,3 0 0 16,5 0 0-16,6 0 0 0,1 0 0 0,10 0 0 0,4 0 247 0,3-1-111 0,-1-6 158 0,4 2-131 0,0 1-65 16,0-3-32-16,0 3 92 0,-4 3-67 0,-3-2-29 15,-1 3 0-15,-7 0-87 0,4 0 29 0,-4 6 8 0,-3 3 21 16,-1-2-136-16,-2 0 68 0,-1 1-420 0,-7-1 226 16,5 0 75-16,-6 1 79 0,1-2-535 15,-4 1 289-15,0-2 144 0</inkml:trace>
  <inkml:trace contextRef="#ctx0" brushRef="#br0" timeOffset="-173497.32">31372 13029 916 0,'-13'0'0'16,"6"0"0"-16,7 1 0 0,0-1 0 0,0 0 0 0,0 0 0 0,7 0 228 0,8 0-97 0,1-1-41 0,3 0-33 0,-1 1 131 0,2 0-78 15,-2 0 80-15,-2 2-79 0,-1 11-31 0,-5-1-8 16,1 4-66-16,-5 0 0 15,-3 5 26-15,-3-1 1 0,0 3-73 0,-1 2 33 16,-15-3-1-16,0 1 41 0,-6-3-154 0,0-3 76 0,0-2 29 16,-4 1-114-16,1-7 49 15,4-4 40-15,-2-1-14 0,2-2 21 0,0-2-12 16,2 0 5-16,6 0 151 0,5-2-64 16,-1-4-35-16,6 1 1 0,3-2 255 0,0 1-132 0,0-4-48 15,11 5-39-15,5-1 174 0,4 1-95 0,2 2-39 16,3 1-32-16,0 1 38 15,0 1-31-15,5 0-10 0,-4 0-20 0,-1 0 8 16,3 0-8-16,-8 3-168 0,0 1 84 0,2 0 42 16,-7-1 21-16,-2 1-378 0,2-1 187 0,-5-2 62 15,-1-1 58-15,-4 0-425 0,0 0 218 0,0 0 120 16,-5-1 57-16,0-13-331 0</inkml:trace>
  <inkml:trace contextRef="#ctx0" brushRef="#br0" timeOffset="-173297.85">31585 11985 1660 0,'0'-26'0'0,"0"24"0"0,2 6 0 0,9 13 0 0,-3 1 0 0,-3 3 0 0,-1 5 0 0,-2 4 0 0,-2 6 147 0,0 3-58 0,0 6-27 0,-2-1 35 0,-4 9-36 0,3-3 0 16,-2 1-108-16,2-1 41 15,-2 1-1-15,0-8 48 0,-4 12-394 0,3-6 192 16,-4 2 97-16</inkml:trace>
  <inkml:trace contextRef="#ctx0" brushRef="#br0" timeOffset="-173108.36">31928 13405 2190 0,'-17'-16'0'0,"17"16"0"0,0 12 0 0,6-1 0 0,5-7 0 0,-3-2 0 0,-6 0 0 0,3-2 0 0,-2 0-467 0</inkml:trace>
  <inkml:trace contextRef="#ctx0" brushRef="#br0" timeOffset="-160979.9">6453 7303 787 0,'-5'0'0'0,"4"3"0"0,-2-3 0 0,3 0 0 0,0 1 0 0,0-1 0 0,0 0 265 0,0 0-115 0,0 4-51 0,0-1-37 15,0 1 30-15,0 2-29 0,0-1 0 0,0 2 110 16,0 4-75-16,3-4-32 0,-2 2 76 15,4 0-55-15,-4 0-27 0,3-2 8 0,0 0-6 16,-2 0-29-16,1-5 0 0,1 4 0 0,-1-4-45 16,-3 0 31-16,2 0-9 0,1 0-111 15,-2-2 66-15,1 2 34 0,1 0 1 16,-3 0-135-16,0 3 52 0,0 4 48 0,0 3-470 16,0 2 237-16,0 2 111 0,0 3 54 0</inkml:trace>
  <inkml:trace contextRef="#ctx0" brushRef="#br0" timeOffset="-160804.58">6417 7656 646 0,'-8'0'0'0,"4"0"0"0,-1 0 0 0,-1 0 0 0,4 0 0 0,-2 0 441 16,4 0-205-16,0 0-101 0,0 0 64 0,0 2-87 15,0 2-40-15,6 2-26 0,2 0-13 0,2 1-1 16,-4 0 9-16,7 4-235 0,-5 1 109 0,0-1 59 15,1 3 30-15,-1 3-505 0,-1 1 254 0</inkml:trace>
  <inkml:trace contextRef="#ctx0" brushRef="#br0" timeOffset="-160628.05">6458 8049 1321 0,'-8'9'0'0,"2"-1"0"0,1-3 0 0,1 0 0 0,1-5 0 0,-1 0 0 0,2 0 0 0,2 0 0 0,0 0 216 0,0 0-91 0,2-6 24 15,5-4-57-15,5-3-30 0,2 2 8 0,-1-4 12 16,1 0-25-16,3-1 0 0,1 1-24 0,-3 0-154 16,3 2 72-16,-2 0 42 0,1 0-157 15,2 1-116-15,-4 2 129 0,1 0-397 16,-2 1 244-16,-3 1 136 0</inkml:trace>
  <inkml:trace contextRef="#ctx0" brushRef="#br0" timeOffset="-160409.75">6678 7538 589 0,'-4'-9'0'0,"0"5"0"0,0 0 0 0,1 0 0 0,0 1 0 0,2-2 0 0,-1 2 483 0,2-1-228 16,0-3-112-16,6 1-55 0,8-1 213 0,-1-1-134 16,7 1-59-16,-2 1 42 0,1 2-59 15,4 1-28-15,-3-1-134 0,1 2 52 0,2 0 34 16,-4 2-8-16,2 0-90 0,-5 0 58 0,0 0 29 15,1 0-1-15,-9 4-320 0,3 0 102 0,-1 1 110 16,-4 1-30-16,-1-3-274 0,0 5 188 0</inkml:trace>
  <inkml:trace contextRef="#ctx0" brushRef="#br0" timeOffset="-160013.29">6782 7249 814 0,'0'0'0'0,"-3"0"0"0,3 0 0 0,-2 0 0 0,0 0 0 0,1 0 160 0,-1 2-68 0,2 4-29 0,0 1 162 0,0 4-96 15,0 2-48-15,3 2-26 16,4 2-23-16,-2 2 1 0,1 3 0 0,-3 1-123 16,-1 0 69-16,0-1 23 0,-2 5 0 0,0-1-94 15,0-2 63-15,-7 2 31 0,-2-5 6 0,-3 5-101 16,-4-3 50-16,5-8-30 0,-6 1 32 0,2 0 7 15,1-5 15-15,-2-3 151 0,3-1-71 0,3-1-30 16,0-2-1-16,2-3 160 0,2 1-86 0,4 0-29 16,1-2-29-16,-2 0 101 0,3 0-58 0,0 1-27 15,3-1 7-15,6 0-68 16,4 0 1-16,1 0 30 0,2 0-15 0,1 0 16 16,1 0 8-16,2-1-49 0,-2-3-1 0,1 0 42 15,0 1 0-15,-2-1-114 0,-2 3 59 0,1-2 6 16,-4 2-1-16,-1 1-170 0,-2 0 95 0,0 0 34 15,-1 0 27-15,-4 0-235 0,2 0 119 0,-3 4 40 16,0-1-63-16,-2 1 68 0,1 0 27 0,-2-1-172 16,0 0 108-16,0 3 53 0,0-1 26 0,-2 0-152 15,-3-3 81-15</inkml:trace>
  <inkml:trace contextRef="#ctx0" brushRef="#br0" timeOffset="-159554.52">6832 7728 507 0,'-8'1'0'15,"2"-1"0"-15,1 3 0 0,1-2 0 0,-1-1 0 0,1 0 0 0,0 0 198 0,2 0-75 0,2 0-48 0,-1 0-22 0,1 0 144 16,0 0-83-16,0 0-40 0,0 2-13 16,0 5-43-16,0 2 14 0,-3 1 1 0,1 3 0 15,-4 1-45-15,3 2 31 0,-2 2-9 0,-3 0-3 16,0 3 0-16,-1-5 26 0,0 4-67 16,1-5 42-16,-2 0-12 0,1-3 1 0,4-4-6 15,-2-1 24-15,0 1-20 0,3-2 16 0,-1-2 103 16,3-1-49-16,0-3-20 0,2 2 71 0,0 1-40 15,0-2-25-15,0 1 20 0,0 1-51 0,4 0 13 16,5-2 0-16,1-1 10 0,3 3-10 0,2-3 0 16,-2 0-1-16,3 0-76 15,-2 0 38-15,1 0 8 0,0-3 31 0,0-1-260 16,-1 3 121-16,-2-3 43 0,3 3 35 0,-7-2-339 16,3 1 175-16,2 1-137 0,-5-1 149 0,0-2 73 15,-1 0 37-15,0-1-46 0,-4-1 46 0,0-4 0 16,-1-1 37-16,0 3-32 0,-2-7 32 0,0 5-8 15,0-4 8-15,0 3 125 0,0 2-63 0,0 1-31 16,-4 1 1-16,3 3 259 0,1 2-104 0,-2 0 255 16,2 0-197-16,0 2-68 0,0 0-57 0,0 0 59 15,0 6-61-15,3 4-26 16,1 3 0-16,-1 1 168 0,1 4-97 0,0-1-40 16,-1 4-33-16,-2-3-46 0,3 0 0 0,-2 2 22 15,0-2-277-15,0-1 147 0,-1 0 60 0,1-1 36 16,0-2-414-16,2-3 210 0,-3 0 59 0,3-1-134 15,2-2 123-15,1-3 62 0,-1-3 31 0</inkml:trace>
  <inkml:trace contextRef="#ctx0" brushRef="#br0" timeOffset="-159361.03">7113 7746 1539 0,'0'-3'0'0,"0"-1"0"0,2 0 0 0,0 1 0 0,0-1 0 0,1-2 0 0,3 3 0 0,0-2 0 0,3 4 189 0,2-1-78 0,1 0-30 0,1 0 4 0,2 2-26 0,2 0 0 16,0 0-26-16,0 0-86 15,2 0 51-15,-3 0 13 0,3 0 1 0,0 0-232 16,-1 0 127-16,-2 0 63 0,-1 0 39 0,-2-3-404 16,0 1 135-16,-6-3 122 0</inkml:trace>
  <inkml:trace contextRef="#ctx0" brushRef="#br0" timeOffset="-159161.06">7634 7476 1532 0,'2'0'0'0,"-1"0"0"0,1 0 0 0,0 0 0 0,1-2 0 0,-2 0 0 0,0 1 0 0,2-2 250 0,3 2-109 0,-1-1-14 16,1 2-48-16,-1 0-22 0,3 0 7 0,-2 2-312 15,2 5 140-15,-5 4 70 0,0 0 36 16,1 7-544-16,-1 0 286 0</inkml:trace>
  <inkml:trace contextRef="#ctx0" brushRef="#br0" timeOffset="-159014.92">7682 7820 2193 0,'0'5'0'16,"0"1"0"-16,0-2 0 0,0-3 0 0,0-1 0 0,0 0 0 0,0 0 0 0,0 0 0 0,0 0 0 0,0 0 256 0,0 0-112 0,0 0-47 0,3 0-128 0,0 0 32 0,-1 0 0 16,2 0 32-16,0 4-658 0,1 2 336 15</inkml:trace>
  <inkml:trace contextRef="#ctx0" brushRef="#br0" timeOffset="-155398.97">6228 14207 1084 0,'0'1'0'0,"0"4"0"0,0 2 0 0,0 0 0 0,0 2 0 0,2-2 0 0,5 2 162 0,2 0-69 0,0-1-30 0,2-1 102 15,3 1-66-15,-1-1-33 0,1-1 14 0,-1 1-48 16,1-1 1-16,-1 0 0 0,2-1-106 0,-4-1 53 15,0 2 35-15,1-3-9 16,-3 3-262-16,-2-2 145 0,-1 0 63 0,0-1-422 16,-2 1 192-16,-1 0 130 0</inkml:trace>
  <inkml:trace contextRef="#ctx0" brushRef="#br0" timeOffset="-155245.39">6332 14509 603 0,'-2'9'0'0,"0"1"0"0,0-4 0 0,1-3 0 0,-2-1 0 0,3-2 0 0,0 2 391 0,0 0-179 16,0 1-81-16,3 2-54 0,4 0 20 0,3 1-32 15,-2 3 0-15,3 0-290 0,-2 3 124 0,0 0 67 16,-2 0-454-16,1 3 236 0</inkml:trace>
  <inkml:trace contextRef="#ctx0" brushRef="#br0" timeOffset="-155084.81">6369 14825 1165 0,'-8'6'0'0,"2"-1"0"0,1 0 0 0,0-3 0 0,3 0 0 0,-1 0 0 0,3-2 222 0,0 0-95 0,0 0-47 15,0 0 101-15,5-4-66 0,6-7-45 0,4-1 0 16,2-2 56-16,0 1-46 0,-2-3-24 0,2 2 8 16,0-4-318-16,-2 4 144 0,1-1 71 0,-2 1-451 15,2 2 262-15,0-3 86 0</inkml:trace>
  <inkml:trace contextRef="#ctx0" brushRef="#br0" timeOffset="-154888.33">6582 14331 1150 0,'-5'-5'0'0,"0"4"0"0,1-1 0 0,2 2 0 0,2-2 0 0,0 0 0 0,2-3 298 0,10-4-132 0,10 5-67 0,-1-4 284 0,6-1-179 16,1 1-86-16,2 1-43 0,1 1 23 0,-4 0-33 0,-5 4 9 15,3 0-288-15,-3 1 124 16,-2 1 61-16,-4 0 31 0,-2 0-348 0,-5 0 197 16,0 5 87-16,-3 1 29 0,0 1-251 0,-5-2 58 15,1 0 100-15,0-3-306 0</inkml:trace>
  <inkml:trace contextRef="#ctx0" brushRef="#br0" timeOffset="-154292.25">6726 14089 906 0,'-6'-6'0'0,"-2"3"0"0,4 2 0 0,0-1 0 15,1 1 0-15,1-2 0 0,-1 3 213 0,3 0-91 0,0 0-44 0,0 3 75 0,3 5-65 0,2 4-27 16,3 3 0-16,0 2-80 0,-3 0 26 0,-2 3 8 16,1 6-50-16,-4-1 34 0,0 2 0 0,0 0 34 15,-6 1-122-15,-3-5 69 0,-4 7 23 0,-1-5-104 16,-2-3 57-16,-1-1-8 15,2-4 25-15,-4-3 91 0,3 0-35 0,-2-1-13 0,1-1-24 16,4-5 192-16,7 0-88 0,-5 1-30 0,5-4 49 16,6-1-28-16,-3-1-31 0,3 0 33 15,0 0-29-15,3-2 9 0,11 0-63 0,2 0 1 0,3 0 26 16,-2 0-1 0,2 0-63-16,0-2 39 0,0 0-7 0,-1-2-43 0,-3 3 36 0,1-1 9 15,-4 2 0-15,-4 0 1 0,3 0 15 0,-7 0-69 16,0 0 30-16,-2 0-4 0,0 2 0 0,-2 3 19 0,0 5 100 15,0-1-45 1,-8 3-23-16,-3 1-2 0,-1 3-21 0,0 1 139 16,-6 4-66-16,6 0-22 0,-2-1 28 0,1 3-22 15,4-4 0-15,-3 1-66 0,3 1 15 0,3-5 0 16,1-1-12-16,3-5 0 0,1 0 35 0,1-3 8 16,0-3-9-16,0-1-153 0,3-3 71 0,8 0 21 15,2-1 23-15,3-8-70 0,0-5 39 16,1 1-16-16,1 0 24 0,1 0-12 0,-3 0 29 15,3 1-15-15,-2 1 44 0,-2 4-5 0,0-1-25 16,-3 5-2-16,-2 0 39 0,1 2-13 16,-2 1 126-16,-3 0-64 0,0 1-35 0,0 9-7 15,-4 1 186-15,1 2-93 0,-1 3-50 0,0-3-11 16,1 2 0-16,-2-1 25 0,0-2-19 0,2 3-113 16,-2-5 39-16,4 2-1 0,-4-2 39 0,3-1 0 0,-1 0-330 15,0-1 151-15,0-1-189 16,1-1 152-16,-1-2 91 0,1 1 6 0,2-4-459 15,1-1 261-15,1 0 125 0,1 0 63 0,3-14-327 16,-1-8 195-16</inkml:trace>
  <inkml:trace contextRef="#ctx0" brushRef="#br0" timeOffset="-154138.15">7101 14383 1146 0,'3'-7'0'0,"3"3"0"0,-1 2 0 0,-1-2 0 16,2 3 0-16,1-1 0 0,3-2 282 0,0 2-125 0,4-2-62 0,2 1 310 0,3-2-191 0,-2 2-91 15,2 0 41-15,4-2-66 16,-3 2-32-16,3-2 7 0,-2 4-162 0,-3-3 61 16,1 2 30-16,-1 2 0 0,-6 0-501 0,-4 0 274 15,3 12 124-15,-7 1-675 0</inkml:trace>
  <inkml:trace contextRef="#ctx0" brushRef="#br0" timeOffset="-153957.5">7228 14569 1890 0,'-15'10'0'0,"4"-2"0"0,3 0 0 0,-2 1 0 0,8-6 0 0,-3-2 0 0,5 2 0 0,0 0 260 0,2-3-113 0,13 0-50 15,8 0-36-15,1 0 142 0,2 0-86 0,4-3-41 16,-1-1 17-16,-7 1-22 0,4 0-7 0,0 2-32 16,1-2-407-16,-6 3 203 0,2 0 103 0,-3 0-581 15,1 0 309-15,-2 4 179 0,-1 2-9 0</inkml:trace>
  <inkml:trace contextRef="#ctx0" brushRef="#br0" timeOffset="-153796.93">7799 14311 963 0,'0'0'0'0,"0"-1"0"0,1-1 0 0,2-1 0 0,-3 3 66 0,0-1 96 0,1 1-69 15,1 0 325-15,1 0-193 0,0 0-96 0,1 0-48 16,1 7-16-16,1 3-123 0,-3 3 45 0,1 1 23 15,1 3-569-15,-2 1 296 16</inkml:trace>
  <inkml:trace contextRef="#ctx0" brushRef="#br0" timeOffset="-153672.28">7860 14663 1275 0,'0'7'0'0,"0"0"0"0,0-2 0 0,0-1 0 0,0-4 0 0,0 0 0 0,0 0 678 0,0 0-323 0,0 0-161 0,0 0-81 16,0 0 277-16,0 0-182 15,0 0-88-15,0 0-226 0,0 0 69 0,1 0 35 16,2 0 9-16</inkml:trace>
  <inkml:trace contextRef="#ctx0" brushRef="#br0" timeOffset="-131173.31">1205 14038 578 0,'-10'0'0'0,"3"0"0"0,0 0 0 0,7 0 0 0,-5 0 0 0,3 0 0 0,1-2 95 0,-2 0-32 16,3 2 83-16,0-2-57 0,0 0-28 16,0 1 8-16,0-2 11 0,0 2-24 0,0-3 0 15,3-1-23-15,0 3 48 0,2-3-16 0,2 4-7 16,-3-1 1-16,2 0 0 0,-3-1-27 0,1 2 38 16,2-1 7-16,-4 2-44 0,3 0 0 15,0 0 21-15,2 0-21 0,-2 0 0 0,3 0 8 0,1 0-25 16,-1 0 17-1,0 0 0-15,3 0-41 0,-5 0 41 0,6 0 8 0,-4 2-8 0,6-1-36 16,-5 2 35-16,4-3 1 0,-2 2-1 0,2 0-50 16,-1-2 13-16,1 4 0 15,3-4 0-15,-2 2-1 0,2-1 26 0,-1 0-5 16,2 2-3-16,-1-1 4 0,1-2-5 0,1 1 30 0,2-1-25 0,1 0 3 16,0 0-5-1,-1 0 34-15,2 0-29 0,-2 0-2 0,7 0 24 0,-5 0-17 16,1 0-1-16,0 0 10 0,-1 0-10 15,2 0-2-15,-2 0 4 0,1 0 22 0,0 0-23 16,4 0 0-16,-3 0 0 0,1 0 19 0,-2 0-12 16,9 0-6-16,-7 0 0 0,5-1-14 15,-1-1 14-15,1-1 0 0,0 2 8 0,2 0-22 0,-1-1 15 16,1-1-1-16,2 2-22 0,1-1-1 16,-2 0 26-16,3 2-30 0,-4 0 22 0,0 0 0 15,-1 0 2 1,1 0-3-16,-7 0 3 0,9 0-3 0,-4 2 0 0,0 1-1 0,0 0 0 15,2-1 9-15,0-1-4 0,0-1-5 0,1 0 11 16,-3 0-10-16,2 0 1 0,0 0-1 0,1 0-35 16,0 0 34-16,1 0 1 0,-2 0 0 0,-2 0-1 15,1 0 1-15,1-1-37 0,0 1 34 0,0-2-3 16,4-1-1-16,-1 3 1 0,-2-1 2 0,1 1-32 16,-1 0 30-16,2 0-4 0,-2 0 4 15,-3 0-32-15,2 0 0 0,-2 0 28 16,2 0-39-16,-2 0 3 0,2 0 1 0,0 0 25 15,-2 0-25-15,2 0 23 0,-2 0 3 0,0 0-4 16,0 0 2-16,0 0-5 0,-1 0 3 0,-2-2 15 16,5 0-15-16,-5-2 0 0,-1 2-1 0,0 1 5 15,-4-1-4-15,4 0 2 0,-4 0-15 0,0-1 16 16,1 3-2-16,-1 0 10 0,0 0-9 0,-3 0-1 0,5 0 1 16,-2 0 9-16,0 0-10 15,-1 0 1-15,3 0-1 0,-5 0 0 0,1 0 12 16,3 0-11-16,-2 0 0 0,-1-1 5 15,2 0-4-15,-2-2 1 0,0 0 3 0,-1 2-3 16,0 1 0-16,-2-2-17 0,0 2 16 0,-4 0 0 16,2 0 0-16,-2 0 0 0,-4 0-38 0,1 0-1 15,0 0 37-15,-1 0-58 0,-4-2 26 0,4 2 0 0,-4-1 3 16,-2-1 20-16,2 0-11 0,-4 2 5 16,1 0-1-16,0 0 3 15,-2-2-7-15,0 2 5 0,0 0-14 0,0 0-8 0,0 0-5 16,-2 0 24-16,-6 0-343 0,1 0 165 15,1 2 75-15,-3 5-493 0,5 2 291 16,0-4 147-16</inkml:trace>
  <inkml:trace contextRef="#ctx0" brushRef="#br0" timeOffset="-130925.98">4570 13609 631 0,'0'0'152'0,"0"0"-76"0,6 0-38 0,4 3 275 16,-2 0-141-16,3 5-69 0,-2 1-36 0,-2 2 301 16,4 3-171-16,2 0-83 0,0 1-40 0,1 0 79 15,0-1-60-15,0 1-22 0,1 0-119 16,-1-4 73-16,-3 2 7 0,-1-2 1 0,-4 0-15 0,0 0 23 16,-4 5-8-16,-2-4 0 0,0 4-70 15,-5 2 34-15,-11 2 1 0,-3-2 43 0,-5 5-264 16,-8 2 100-16,-2-1 70 0,-6 2-4 0,-3 3-503 15,-9-1 252-15,-8 4 142 0,-1-5 66 0</inkml:trace>
  <inkml:trace contextRef="#ctx0" brushRef="#br0" timeOffset="-129908.4">2457 11057 297 0,'0'-5'0'0,"0"2"0"0,0 2 0 0,0-1 0 0,0 0-8 15,0 0 1-15,0 1-3 0,-2-1 226 0,2 2-91 16,0 0-47-16,0 0-22 0,0 0 13 0,0 2 7 0,0 6-43 15,0 4 46-15,0 1-23 0,0 2-1 0,0 2-22 16,0 3 64-16,0 1-37 0,0 6 1 0,0-1 21 0,0 2-25 16,0 2 0-16,0 4 20 0,0 0-44 15,0 4-1-15,-1 5 27 0,-3-2 0 0,-1 3-26 16,0-4 28-16,0 11-29 0,0-2 1 0,-1 1 0 16,1 5 35-16,-1 0-35 0,1 0 8 15,0 12-9-15,3-7 31 16,-2-1-30-16,2 4 0 0,-3-2-1 0,4-6 19 15,-5 13-18-15,4-5 0 0,-3 4 0 0,2-2 24 0,1 1-24 16,-1-7 8-16,-2 12-9 16,2-7 11-16,-3 3-10 0,3 0 0 0,-4 5-1 0,3 3 14 15,-3 2-13-15,2 4 0 0,-2-3 0 0,2 2-30 16,2-2 0-16,-2-1 38 0,-2 1-21 0,2-3-31 16,0 0 41-16,-2-2-3 0,4-4 2 0,-2-5-26 15,-1 13-5-15,1-7 25 0,-1 3 1 16,1 1-44-16,0-2 41 0,2-6 2 0,-4 13-3 15,4-8-25-15,-1 0-1 0,-1 1 21 0,0 1 2 16,0-9-35-16,2 9 31 0,-2-9-2 16,4-12 1-16,-3 5-4 0,4-3-24 0,-1-8 27 15,-2 8-1-15,2-6-6 0,-1-4-23 0,-3 1-4 16,3-5 31-16,1 9-29 0,-2-8-92 0,-2 0 104 16,3-5 8-16,-3 1-4 0,4-2-162 15,-5-3 139-15,1-9 18 0,2 0-5 16,-1-5-71-16,0-2 30 0,2-7-5 0,-1-1-244 15,-1-2 136-15,3-4 68 0,-3-2 34 0,2 0-378 16,-1 0 198-16,1-14 111 0,2-10 52 0,0-14-392 16,0-15 222-16</inkml:trace>
  <inkml:trace contextRef="#ctx0" brushRef="#br0" timeOffset="-129537.4">2465 11253 386 0,'0'-13'29'0,"-8"7"0"0,5 0-29 0,-2 4 81 16,1-1-30-16,-3-1 0 0,2 2-23 0,-3-1 127 16,3 3-61-1,-5 0-23-15,1 0-7 0,-3 14-4 0,-4 5 1 16,1 5-29-16,-3 6 9 0,-3 10-57 0,2-2 24 15,-2 1 0-15,1 0 25 0,8-4-153 0,-3-1 84 16,4-1 29-16,6-9-155 0,0-2-274 0,5-10 210 0</inkml:trace>
  <inkml:trace contextRef="#ctx0" brushRef="#br0" timeOffset="-129387.8">2457 11157 782 0,'0'0'0'0,"2"8"0"0,6 5 0 0,3 0 0 0,0 0 0 0,0 4 0 0,3 0 302 16,1 3-135-16,0 1-67 0,5 5 37 0,2 2-88 16,0 3-765-16,5 5 706 0,-2-1 21 0,-1 2-275 15,3 5 140-15</inkml:trace>
  <inkml:trace contextRef="#ctx0" brushRef="#br0" timeOffset="-128528.95">2229 13934 445 0,'-7'-1'0'0,"4"-2"0"0,-2 2 0 0,0-2 0 0,0 2 0 0,1 1 194 0,1 0-80 16,-2 0-33-16,2 0-8 0,1 1 10 15,2 7-25-15,0 0 0 0,0 1-25 0,0 3 56 0,0 0-33 16,0 0 1-16,0-1-24 0,0 0 36 16,3-4 1-16,1 3-29 0,2-2-8 0,-2-2 17 15,3-1-17-15,-1-2 0 0,-1-1-32 0,2-2 39 16,0 0-7-16,0 0-50 0,1-2 25 0,0-8-177 15,1-3 159 1,-4-4 44-16,1 0-15 0,-3-2-199 0,1-2 170 0,-1 3 20 0,-3-2-12 0,0 2-25 16,0 3-14-16,-7 3 38 0,1-1 8 15,-2 6-16-15,-1-1-8 0,-1 7 2 0,-1 1 83 16,2 0-39-16,-1 0-3 0,0 12 156 16,4 5-159-16,0 1-25 0,1 1 10 0,3 1 165 15,2 1-146-15,0-1-11 0,0 0 13 0,2-5 36 16,6 3-29-16,3-5-7 0,0 0 21 0,2-4-57 15,-1 0 44-15,3-4 6 0,-1-2-9 0,-1-3-64 16,-1 0 32-16,3 0-1 0,-3-1 28 0,0-11-76 16,-4-3 29-16,1 1 20 0,-6-3-66 15,-1 0 40-15,-2-1 13 0,0 1 1 0,0-1-16 16,-5 2-1-16,-8 2 22 0,2 3 5 0,-1 0-8 16,2 3 5-16,-3 2-8 0,4 3 7 0,-1 1 23 15,-1 2 0-15,2 0-25 16,1 0 44-16,0 11 2 0,3 2-40 0,2 4 7 0,3 1 29 15,0 2 6-15,0-2-36 0,0 1 8 0,1-2 7 16,6-5-8-16,4 2-2 0,1-6-27 16,1-3 28-16,4-3-114 0,0-2 54 0,0 0 25 0,4-9-166 15,-7-6 178-15,4-8 5 0,-6 0-8 0,-4 1 8 16,-5 2-9-16,-1-5 0 16,-2 1-16-16,0 3 131 0,0 1-59 15,-13 3-29-15,-1 6-3 0,-5 3 302 16,-2 6-313-16,-4 2-1 0,4 0 12 0,-3 11 33 0,4 9-5 15,4-1-1-15,2-1-69 0,4-1 33 0,7-2 0 0,3-1 26 16,0-3-412-16,8-2 197 0,15-8 96 0,14-1 36 0,3-1-606 16</inkml:trace>
  <inkml:trace contextRef="#ctx0" brushRef="#br0" timeOffset="-127294.56">3941 11878 379 0,'-1'0'0'0,"1"-2"0"0,-3 0 0 0,1 0 0 0,-1 1 184 15,-1-3-67-15,2 3-46 0,-1 1-1 0,1 0 93 16,-3 0 28-16,2 0-80 0,0 0-30 0,1 8 123 15,-1 2-157-15,0 0-14 0,-1 0-1 0,4 3 162 16,-1-4-135-16,1 5-26 0,0-5 0 0,0 3 35 16,0-3-35-16,0-1-1 0,3-1 9 15,5-1-24-15,-3-3-9 0,3 1 25 0,1-4 0 16,-2 0-1-16,1 0-52 0,1 0 23 0,-1 0-1 16,0-4 31-16,-3-3-91 0,0-2 44 15,-1-1 11-15,1-3-69 0,-4 0-58 0,1 0 130 16,-2 1 2-16,0 4 0 0,0-2 18 15,0 0-21-15,0 3-7 0,-2 1 5 0,-4 4 67 16,0 0-32-16,1 2 1 0,-1 0-33 0,-5 0 51 16,5 10-23-16,-1 2 7 0,1 6-27 0,4-4 53 15,-1 4-24-15,3-1 7 0,0-2-27 0,0-2 34 16,0-4-29-16,0 1 11 0,3-1-9 16,5-3-17-16,-1-3 18 0,3 0 3 15,0-3-53-15,-2 0 28 0,0 0-6 0,3 0-25 16,-3-4 22-16,-1-6-3 0,-1 0-65 15,-2 1 86-15,1-4-2 0,-3 2-7 0,-2 0-22 16,0-1-1-16,0-1 23 0,0 3-6 0,0 1-3 0,0 2 5 16,0 0 0-16,-7 0-6 0,1 4 62 0,0 1-26 15,-1 0 0-15,1 2-29 0,-1 0 50 16,0 7-20-16,0 3 8 0,4 3-30 0,2 0 37 16,-1 1-33-16,2-3 10 0,0 0-8 0,0-1-3 15,0-1 5-15,2-4 6 0,4 1-48 0,0-2 0 16,2-4 6-16,-1 0 0 0,1 0 31 0,0 0-75 15,-1 0 34-15,0-8-5 0,-3-1 36 0,1 0-9 16,-1-5-61-16,-1 1 26 0,-2 0 0 0,1 0 21 0,-2 2 7 16,0 2-10-16,0-1 8 0,0 3-12 15,0 1 78-15,-3 0-34 0,-4 4-1 16,2 1-35-16,-1 1 65 0,-3 0-24 0,1 3 0 0,3 9-15 16,-1 1 89-16,4 2-35 15,-1 0-28-15,1-2 90 0,2 2-36 16,0-2-81-16,0-5 19 0,0 1 14 0,2-4-11 0,1 1-432 15,5-4 206-15,3-2 98 0,2 0 53 0,-2-2-377 16,8-7 203-16</inkml:trace>
  <inkml:trace contextRef="#ctx0" brushRef="#br0" timeOffset="-124277.24">11486 1228 850 0,'0'-1'0'0,"0"-5"0"0,0-1 0 16,0 2 0-16,0-1 0 0,0 3 0 0,0-3 0 0,0 1 119 0,0 1-43 0,4-3-13 0,1 1 36 0,2-2-33 0,3 1 0 15,-1 1-34-15,1-1 40 16,-2 3 7-16,1-2-46 0,0 4 23 0,1 1 1 16,-1-2-24-16,-2 3 0 0,2 0 10 0,3 0-10 15,-3 3-1-15,2 2-16 0,-1 5 17 0,1-1 0 16,0 0 8-16,1 3-38 0,-1-3 0 0,-1 2 29 0,1 2 1 15,-2-1-37-15,-2 1 0 0,2 0 23 0,-6 2 24 16,1 1-22-16,-2 2 3 0,-2 1-6 0,0-1 34 16,0 2-29-16,-6 5 0 0,-1-7-1 0,-5 3-25 15,1 1 28-15,-2-4 4 16,0 0 0-16,0-2-63 0,-1-1 27 16,2-4-54-16,-4-2 36 0,3-1 4 0,0-1 27 0,-2-3-111 15,1-2 49-15,2-2 29 0,1 0 3 16,-1 0-150-16,3 0 74 0,0 0 40 0,2 0 8 15,2-2-89-15,3-4 50 0,0 1 21 0,2-4-176 16,0-1 106-16,2-1 54 0,8-1 27 0,1 2-216 16,2-2 113-16</inkml:trace>
  <inkml:trace contextRef="#ctx0" brushRef="#br0" timeOffset="-123964.95">11902 1183 444 0,'3'-13'0'0,"-3"3"0"0,0 3 0 0,0-2 0 0,0-1 0 0,-3 2 118 16,-4 1-47-16,2 1 33 0,-3 1-35 0,3 2-1 15,-2-1-35-15,0 1 61 16,0 2-35-16,0 1 0 0,-2 0 10 0,0 0 0 16,0 0-36-16,2 8 8 0,-5 2 50 0,3 3-30 0,0 3 1 15,-3 2-29-15,3 5 100 0,0-5-41 0,-1 9-34 16,2-5 44-16,3 3-34 0,0 0-1 15,3-1 72-15,2-2-45 0,0 3-35 0,0-2 0 16,0-2 9-16,5 1-1 0,6-4-34 0,3 1 8 16,4 0-9-16,1-4-41 0,2-2 20 15,1-2-143-15,1-1 83 0,0-5 48 0,-2 1 14 16,2-2-145-16,0-1 78 0,-2-3 11 16,-3 0 30-16,3 0-429 0,-2 0 192 0,-2-2 109 0,2-5-277 15,-5-2 193-15,2-3 96 0</inkml:trace>
  <inkml:trace contextRef="#ctx0" brushRef="#br0" timeOffset="-123771.31">12198 1024 1294 0,'1'-10'0'0,"-1"4"0"0,0 2 0 0,0 1 0 0,0 1 0 0,0-1 0 0,0 2 0 0,0 0 0 0,0 1 224 16,0 0-95-16,6 0 5 0,2 0-51 0,1 0-25 15,-1 5 9-15,2 3-194 0,2 1 80 0,-3-1 40 16,-1 3 0-16,0-4-324 0,-3 2 177 16,1-1 94-16,-1 2-426 0,-3-2 188 15</inkml:trace>
  <inkml:trace contextRef="#ctx0" brushRef="#br0" timeOffset="-123367.74">12164 1134 802 0,'-11'2'0'0,"-1"2"0"0,5 2 0 0,0-3 0 0,1-1 0 0,1 0 0 0,2 0 345 0,3 0-156 16,0 0-79-16,5-2-38 0,13 0 63 0,3 0-42 0,5 0 95 16,0 0-77-16,0 0-39 0,4 0 0 15,0 0-79-15,-3 0 9 0,4 0 31 0,-2-2 0 0,-5 0-81 16,-1 0 41-16,-1 0-1 0,-3 2 49 16,0 0-88-16,-8 0 39 0,2 0 1 15,-3 0-1-15,-5 0 1 0,1 0-12 0,-4 0 121 0,0 0-55 16,-1 0 1-16,-1 0-53 15,0 0 129-15,0 0-46 0,0 4-32 0,0-2-2 0,0 3 0 16,0-1 26-16,0 2 0 0,2 2-29 0,0 1-32 0,0 0-1 16,0 2 25-16,2 2-32 0,0 2-1 15,0 0 41-15,-1 3-8 0,1 0-31 0,1 3 0 16,-3 0 12-16,2 1 15 0,-2-1-73 16,-1 0 29-16,2-1 8 0,-3-1-38 0,0 2 23 15,0-5 0-15,0 2-12 0,0-3 39 16,0-3-5-16,-6-2 4 15,0-3-53-15,-1 0 24 0,-2-1-5 0,-3-4 22 16,-1-2-70-16,-2 0 35 0,0 0 13 0,-2 0 0 0,1-6-304 0,-2-3 149 16,0-8 77-16,1-2-295 0,2-5 186 0,0-7 92 15,4-8 38-15,1-11-279 16,4 1 166-16,2-2 84 0,-1 0-100 0</inkml:trace>
  <inkml:trace contextRef="#ctx0" brushRef="#br0" timeOffset="-123206.45">12331 980 883 0,'0'-20'0'0,"0"0"0"0,0 10 0 0,0-1 0 0,0 4 0 0,0 4 0 0,0 1 0 0,4 2 276 0,0 0-121 0,1 5-61 0,1 7-31 16,-1 3 0-16,-1 4 163 0,0 7-101 0,-3 0-18 16,-1 6-37-16,0 2-1 0,0 2-36 0,-9-1 8 0,0 1-53 15,-2 0 23-15,-2-3-1 16,0-1-173-16,-3-4 97 16,5-3 58-16,-2-3-332 0,0-3 154 0,2-3 98 0,-1-5 2 15,5-6 40-15,0-3-321 0,1-2 172 0,3 0-139 16</inkml:trace>
  <inkml:trace contextRef="#ctx0" brushRef="#br0" timeOffset="-123078.79">12271 1277 1438 0,'11'0'0'0,"0"0"0"0,3 0 0 0,-3 0 0 0,-2 0 0 0,3 0 0 0,-3 1 0 0,2 2 0 0,1 2 128 0,-1-1-47 0,-2 0-16 0,3 1 28 16,-1 1-29-16,-2 1-1 0,3 1-171 15,0-2 70-15,0-1 44 0,1-1-471 16,1-4 249-16,4 0 124 0</inkml:trace>
  <inkml:trace contextRef="#ctx0" brushRef="#br0" timeOffset="-122900.27">12851 776 1164 0,'2'0'0'0,"-2"0"0"0,2-2 0 0,-2 2 0 0,1 0 0 0,-1 0 215 0,3 0-91 16,-3 0-45-16,0 0 101 0,0 3-65 0,0 7-45 0,0 0-78 15,0 2 41-15,0 3-1 0,0-2 1 16,0 2-366-16,0-2 179 16,0-1 94-16,0 0 46 0,-4-4-535 0,-4 4 265 0</inkml:trace>
  <inkml:trace contextRef="#ctx0" brushRef="#br0" timeOffset="-122736.7">12720 819 543 0,'-7'0'0'0,"3"0"0"0,0 3 0 0,1-1 0 0,3 1 354 15,-1-2-161-15,1 0-80 0,0-1-40 0,1 0 0 0,8 0 224 16,2 0-137-16,0 0-10 0,2 0-58 16,-2 0-30-16,3 0 0 0,-1 0-21 0,2-1-274 15,-2 0 132-15,1-4 68 0,2 2-461 0,-2-3 260 16,4 2 136-16,-1-2-394 16</inkml:trace>
  <inkml:trace contextRef="#ctx0" brushRef="#br0" timeOffset="-121553.31">13051 726 664 0,'5'0'0'0,"2"0"0"0,-3 0 0 0,0 5 0 0,-3-2 0 0,-1 2 0 0,0 0 33 0,0 2 160 16,-9 1-80-16,-2 3-31 0,-8 2-25 0,3 0 9 15,-9 4-34-15,1-2 1 0,-5 2-139 16,1 0 70-16,-2-1-37 0,-2 2 61 0,4-2 19 0,0-1-1 16,4 0 27-16,5-1-97 0,0 1 42 15,2-2-3-15,4-1 95 0,4 2-44 16,1-1-1-16,3-3-57 0,3 1 208 0,2-1-80 0,0 1-45 31,0-2-7-31,0-1 15 0,0 0-5 0,4-1 7 0,1-1-88 0,1-3 29 16,-1 1 1-16,3-2 30 0,-2-2-345 0,1 0 168 0,-2 0 66 15,1 0-315-15,-1-4 167 0,-2-3 99 16,-1-7 35-16,0 4 21 0,-2-4-35 0,0 2 106 16,0 0 0-16,-7 0 0 0,-2-1 0 0,2 3 0 15,0 1 0-15,1 1-17 0,0 1 13 0,2 1 374 16,4 3-180-16,0-1-111 0,0 1 5 0,14-1-44 0,8 0 317 15,4 1-162-15,4 1 81 0,4-2-114 16,4 3-69-16,0 0-30 16,-3 1 0-16,3 0 23 0,-5 0-27 0,-6 0 9 0,6 0-134 0,-10 0 49 15,0 2 25-15,-5 3 0 0,-6-1-81 0,-3 2 61 16,-3-2 19-16,-5 1-1 16,-1 0-289-16,0 5 150 0,-9-2-277 0,-8 0 171 15,-3 4 108-15,-3-3 48 0,0 1 26 16,-3-1-170-16,0-2 97 0,2 1-55 0,-6 0 80 0,2-4 37 0,-1-1 68 15,3 1 0-15,1 0 0 0,5 0 0 0,-1-1 0 16,2 2 0-16,3 1 127 0,2 2-73 16,3-2 302-16,4 1-171 0,-1 0-97 15,4 1-3-15,2-1-41 0,0 1 273 16,2 0-143-16,0-1-46 0,0-1-53 0,0 2-20 16,0-1-1-16,2-2-21 0,2 3-244 0,-1-5 130 15,2 2 53-15,-1-2 31 0,-3-3-154 0,1 0 92 16,0 0-260-16,0 0 133 0,0 0 88 15,-2-8-8-15,0-1 38 0,0-2-32 0,0 0 33 16,0 0 135-16,0-1-46 0,-2 4-27 0,2-3-1 0,0 2-27 16,0 2 272-16,0 1-145 15,2-2 90-15,5 2-78 0,7 4-57 0,2-4 15 16,3 2-27-16,-1 1 194 0,3 2-100 0,2-1-49 16,-2 2 10-16,-3 0-29 0,0 0 7 0,-4 3-37 0,2 4-100 15,-5 0 49-15,-6-1 26 0,2 0 0 16,-4 1 32-16,-1-2-154 0,-2 3 73 0,0 0-36 15,-5 0 50-15,-7-1-4 0,-3 0 24 0,0 0-34 0,-2 1-8 16,-4-3-2-16,4 0 33 0,1-2-6 16,2 1 3-16,1 0-5 0,2-3 7 0,1 1-26 15,5-2-1-15,-1 2-107 16,3 0 59-16,1 0 39 0,0 0 0 0,0 4-162 16,0 0 92-16,-2 1 46 0,0 2-62 0,0 0 58 15,-1 3 25-15,0 1 0 0,-3-2 25 0,-2 2 33 16,3-2 0-16,-2 1 0 0,-1-3-55 0,2-3 55 15,1 1 0-15,2-1 191 16,-4-3-136-16,4 2-40 0,0-4-24 0,1-1 2 16,0 2 310-16,1-2-127 0,1 0 49 0,0 0-101 15,2 0-45-15,-2 0-23 0,2 0-1 0,0 3 16 16,0-2 8-16,0 0-107 0,0 3 31 0,0-3-1 0,0 0 31 16,0 2 0-16,4-3-77 0,5 0 35 15,4 0-48-15,2 0 43 0,6-3 24 0,1-3-28 16,1-2 10-16,7-4-18 0,-2 3 9 0,2-3 22 15,0 3 27-15,-1 3 0 0,-5 1-35 0,6 1 4 16,-10 4 107-16,3 0-49 16,-4 0-19-16,-4 2-1 0,-3 7-4 0,-1 4 62 15,-4-1-28-15,-4 2 23 0,-1 1-27 0,-2 1-1 16,0-3-23-16,0 0-50 0,-7-1 20 0,-4-2 1 16,-1-1-55-16,1-2 38 0,-2-5 8 0,0 0 30 0,0-2-329 15,-1 0 152-15,2 0 59 0,-2-2-238 16,1-7 136-16,0-7 78 0,-2-2 35 15,2-3-66-15,-2-4 53 0,4 5 19 0,-1-3 9 0,3 4 110 0,-2 0-42 16,3 6-20 0,2 3 117-16,3 3-78 0,-1 2-26 0,2 3 0 0,0 2-35 15,1 0 382-15,1 5-140 0,0 7 163 16,0 5-161-16,0 5-90 0,0 1-43 0,1 3-23 0,5 3 106 16,-3-5-56-16,3 7-163 0,-3-2 45 15,2 0 23-15,-1-1 0 0,-1 0 23 0,1 1-180 16,0-1 86-16,-3 3 47 15,1-5-504-15,0-3 260 0,0-3 79 0,0 0-301 0</inkml:trace>
  <inkml:trace contextRef="#ctx0" brushRef="#br0" timeOffset="-121375.49">13237 917 1203 0,'0'-8'0'0,"1"6"0"0,5 0 0 0,-1 2 0 0,-3 0 0 0,2 0 124 16,0 0-46-16,0 0 22 0,1 0-37 0,3 4-1 0,-1 4-29 15,1 2-1-15,0 0-495 0,-1 0 217 0,0-1-262 16</inkml:trace>
  <inkml:trace contextRef="#ctx0" brushRef="#br0" timeOffset="-121100.23">13495 842 769 0,'6'0'0'0,"2"0"0"0,-2 0 0 0,-3 0 0 0,-1 0 0 0,-2 0 286 0,0 0-130 0,0 0-62 0,0 0-9 15,-9 0-25-15,-5 9-1 0,0 3-18 0,-7 5-9 0,0 0-48 16,1 1 25-16,-1-2-1 0,-2-1-141 16,3-1 91-16,-5 0 33 0,2-1 21 0,5-5-105 15,-3-1 60-15,6-1-1 16,4-2 28-16,2-2 31 0,0-2-26 0,6 0 205 0,1 0-100 0,2 0-51 0,0 0-25 15,8 0 54-15,9 0-34 16,5 0 5-16,3-2-1 0,1 0 41 0,2-1-22 16,2-2-8-16,0 4-31 0,-2-1-78 0,-1 2 40 15,-1 0-1-15,-5 0 48 0,-1 0-271 16,-1 0 129-16,-4 0-345 0,-3 0 217 0,-1 0 87 16,-6 0 55-16,-1 0 4 0,-3 0-261 0</inkml:trace>
  <inkml:trace contextRef="#ctx0" brushRef="#br0" timeOffset="-120765.13">13361 672 1024 0,'0'2'0'0,"0"2"0"0,0 2 0 0,0 1 0 0,0 2 0 0,0 4 0 0,0 5 79 0,0 4 339 0,1 2-193 0,1 2-96 15,2 5 138-15,-1-2-117 0,-1 5-51 0,2-1-174 16,-2-1 54-16,1 1 27 0,-2-1 0 0,1 0 27 0,-2-6-145 15,0 8 68-15,0-7-363 16,0-7 219-16,0 3 111 0,0-9 10 0,0-3 47 0,0-4-467 16,0-4 228-16,-3-3 112 15,-2 0-67-15,1-8 82 0,-1-8 54 0,1-6 7 16,1-3 71-16,-1 6 0 0,-3-3 0 0,4 0 0 0,-3 2 6 16,3 1-18-16,1 5 100 0,-2 1-62 15,1 6-29-15,-1 2-8 0,0 3-22 0,0 0 359 16,-2 2-165-16,-3 2 149 0,0 9-138 0,-5 5-61 15,-2 4-43-15,0-1 0 0,0 2-85 0,2-6 24 0,2 4 0 16,0-4 34-16,8-4-321 0,1 0 157 16,1-6-122-16,2 0 134 15,0-5 34-15</inkml:trace>
  <inkml:trace contextRef="#ctx0" brushRef="#br0" timeOffset="-120650.43">13311 1091 321 0,'14'-9'0'0,"1"3"0"0,2 4 0 0,-1 2 0 0,0 0 0 0,0 0 316 0,1 0-142 0,0 8 36 16,0 0-89-16,2-1-44 0,0 2-14 15,-2 0 93-15,-3-1-61 0,2 3-32 16,-3-1 1-16,-2 1-31 0,-3 0-207 0,1 1 99 16,-4-1-395-16,-1-2 243 0,-2 1 123 0</inkml:trace>
  <inkml:trace contextRef="#ctx0" brushRef="#br0" timeOffset="-120457.95">13345 1212 838 0,'-7'4'0'0,"1"8"0"0,3 0 0 16,1 0 0-16,0 1 174 0,2 5-71 0,0-2-27 16,0 3 116-16,2-2-80 0,3 0-40 0,6 2 1 15,1-1-6-15,1 1 9 0,2 4-43 0,-2-8-194 16,2 2 96-16,0-4 49 0,0-1 25 0,0-4-345 16,-2 0 176-16,1-2 91 0,-5-6 45 0,0 0-353 15,-1 0 140-15,-1 0 107 0,-5-9-12 0</inkml:trace>
  <inkml:trace contextRef="#ctx0" brushRef="#br0" timeOffset="-119840.8">13509 1353 865 0,'0'-15'0'0,"-2"8"0"0,-1 2 0 0,2 1 0 0,-1 2 0 0,-2 2 0 0,-3 0 0 0,0 4 83 0,-1 7-28 0,-2 6-1 0,-2 7 102 16,-4-1-62-16,0 4-30 0,-2-2 7 0,-2 1-9 16,-2 0-29-16,-1-3-90 0,-2-2 45 0,0-4 22 15,4-1 9-15,-8-4 13 0,8-4-155 0,0-5 77 0,5 0 40 16,-1-3-152-16,6 0 70 0,0 0 48 0,3-10-41 15,4-5 36-15,4-4-1 0,0-4 0 16,2 3 40-16,13-8-19 16,4 1-22-16,3 4 18 0,8-8 71 0,2 3-33 15,-2 4 4-15,10-7 25 0,-2 3-25 16,3-3 0-16,0 0 8 0,1-3 0 0,-1-1-19 0,-2 1 4 16,1-2-8-16,-1 1-5 0,-3-1 7 0,-4 1-1 15,-6 9 34-15,-1-3-33 0,-9 9 0 0,0 0 65 16,-9 9-31-16,-2 2 0 0,-1 3-27 0,-2 5 249 15,-2 1-118-15,0 0-48 16,-9 10-33-16,-8 13 125 0,0 5-66 0,-4 7-46 16,1 0 0-16,-1 3 2 0,4-8-1 0,2 4-98 15,4-9 37-15,-2 9-7 0,7-15 30 0,2 1-43 16,3-2 22-16,1-9-1 0,0 0 30 0,0-4-117 16,1-2 54-16,7-3 2 0,3 0 21 0,1 0-71 15,0 0 40-15,0-3-1 0,3-4-1 0,-2 2 72 0,0 2-21 16,2 0-9-16,-3 1 45 0,0 1-25 0,2 1-1 15,-5 0-19-15,0 1 33 0,-2 7 9 16,2 4-41-16,-7 2 16 0,-1 3-17 0,-1 2 17 0,0 4-9 16,-9-5-17-16,-6 6 17 15,0-5 2-15,-2 0-80 0,-4 0 35 0,1-2 0 16,-3-2 34-16,-3 1-190 0,1-6 85 16,5-2 47-16,-3-3-215 0,4 1 120 0,1-5 41 15,2-1 40-15,4 0-61 0,0 0 46 0,3-7 23 16,1-8 0-16,3-4-44 0,3-2 38 0,2-1-1 15,0 1 133-15,0 1-52 0,0 1-26 0,4 8 328 16,5-2-172-16,2 4-92 16,2 6-44-16,4 0 3 0,6 3 441 0,3 0-183 15,2 6-126-15,2 9 113 0,4 0-114 0,3 5-57 16,-6-3-29-16,4 6 89 0,7 2-64 0,-6-4-26 16,-1 3 0-16,-1-1-580 0,-1 0 276 0,-2-3 147 15,0 3-847-15</inkml:trace>
  <inkml:trace contextRef="#ctx0" brushRef="#br0" timeOffset="-119095.11">14320 1012 788 0,'-3'-2'0'0,"3"0"0"0,-2 1 0 0,2 1 0 0,0 0 0 0,0 0 0 0,0 0 0 0,2 5 55 0,7 4 213 0,2 1-122 0,4 1-56 16,2 1 66-16,5 0-61 0,-1-1-31 16,0-1 89-16,3 1-64 0,-3-1-28 0,0-1-1 15,-3-2-27-15,-1 0-84 0,0-2 50 0,-4 0 13 16,-4 0-283-16,3-4 152 0,-4 3 75 16,-1-2-437-16,-2-2 208 0,4 0 132 0,-6 0 13 0</inkml:trace>
  <inkml:trace contextRef="#ctx0" brushRef="#br0" timeOffset="-118840.78">14735 931 751 0,'3'0'0'0,"0"0"0"0,-1 0 0 0,0 2 0 0,-2 0 0 0,0 2 0 0,0-1 33 0,0 2 219 16,0 6-102-16,0 0 149 0,0 2-133 15,-4 1-67-15,-2 10-33 0,-3 2 123 0,-2 4-70 16,-5 7-47-16,-2 5 25 0,-1-1-32 0,-4 3 0 0,1 0-32 15,-4 2 8-15,1-3-47 0,-1 1 1 16,-2 2-16-16,-1-3 27 16,1 0-1-16,4-7 36 0,-6 6-8 0,4-6-177 15,-1-1 89-15,5-9-236 0,-3 2 147 0,3-3 51 0,-1-4 44 16,6-7-11-16,1 0-262 0,2-5 145 16,3-3-454-16,2-5 561 0,1-1 37 0,4 0 1 15,4 0-1-15</inkml:trace>
  <inkml:trace contextRef="#ctx0" brushRef="#br0" timeOffset="-118643.31">15026 829 841 0,'6'-7'0'16,"1"4"0"-16,1 0 0 0,0 3 0 0,-3 0 0 0,1 0 46 0,-1 0 237 0,2 0-125 0,-2 0-72 15,2 8-26-15,0 0 8 0,1 2-35 0,-2-1-1 0,0 2-88 16,-1 0 44-16,-3 0 22 0,0 1-330 16,-2 1 166-16,0-1 85 0,0 2-352 15,-2-3 199-15</inkml:trace>
  <inkml:trace contextRef="#ctx0" brushRef="#br0" timeOffset="-118479.73">14959 995 1210 0,'-8'0'0'0,"4"0"0"0,0 0 0 0,4 0 0 0,0 0 0 0,0 0 0 0,6 0 0 0,9 0 209 0,10 0-89 0,2 0-43 0,3 0-22 0,3 0 215 16,1 0-122-16,2 0-35 0,-3-3-40 15,-1-2-1-15,-4 2-39 0,-5-1 8 0,1 0-218 16,-3 1 104-16,-2-1-379 0,-4 2 242 0,-5 1 121 16,-5 1 60-16,-1 0 25 0,-4 0-604 0</inkml:trace>
  <inkml:trace contextRef="#ctx0" brushRef="#br0" timeOffset="-118327.14">15109 1007 483 0,'-8'7'0'0,"3"2"0"0,1 1 0 0,0-1 0 0,3-2 303 0,-1 1-139 0,2 1-65 16,0 1-34-16,0 1 113 0,0-1-72 0,0 1-102 16,0 2-9-16,2-2 38 0,1 3 0 0,3-3 0 15,-3-4-349-15,6 2 180 16,-4-2 79-16,2-4-410 0</inkml:trace>
  <inkml:trace contextRef="#ctx0" brushRef="#br0" timeOffset="-118178.53">15214 1062 1392 0,'4'-3'0'0,"-2"3"0"0,-1 0 0 0,1 0 0 0,0 0 0 0,-2 4 0 0,0 3 0 0,0 3 0 0,0 0 120 0,0 1-43 0,2-2-22 0,-2 2 21 15,0 0-22-15,0-2 9 0,0 3-30 0,0-3-276 16,0 1 138-16,0-2-133 0,0-3 136 0,0 0 75 15,0 3 26-15,0-5 0 0,-9 4-445 0</inkml:trace>
  <inkml:trace contextRef="#ctx0" brushRef="#br0" timeOffset="-118037.84">15043 1173 783 0,'-13'0'0'0,"4"0"0"0,-1 3 0 0,1 2 0 0,2 3 0 0,-1 1 0 0,2 2 0 0,2 1 285 0,1 1-131 0,1-2-60 16,2 2-31-16,0-1 92 0,0-1-61 0,0 2-23 15,2-2-275-15,8-1 119 16,2-1 59-16,5-3 29 0,6-1-418 0,-1-5 220 0,8 0 102 16</inkml:trace>
  <inkml:trace contextRef="#ctx0" brushRef="#br0" timeOffset="-117588.68">15421 1183 743 0,'4'0'0'0,"-1"0"0"0,-1 0 0 0,0 2 0 0,-2 0 0 0,0 1 0 0,0-1 189 0,0 2-78 0,0 1-39 16,0 2 0-16,0-1-19 0,0 2-12 0,0 4-9 0,0-1 1 16,-4 2-207-16,-5 0 104 0,-3 0-151 0,0 5 127 15,-8-2 56-15,2 3 30 0,-5-3-48 0,1 2 34 0,2-2-41 16,0-4 25-16,3 1 41 0,1-2-26 16,0-1-48-16,4-2 38 0,2-5 243 0,4 1-120 15,2-3-41-15,3-1-33 16,1 2 263-16,0 1-132 0,1-3-33 0,9 0 37 0,3 1-63 15,3 3-28-15,0 1 11 16,1 1 0-16,-2 1-39 0,0 5 9 0,-2 0-22 16,-4 2 14-16,-3 2 0 0,-2 0 0 0,-2 5-25 15,-2-1 8-15,-3 5 16 0,-13-3 1 0,-3-1-22 16,-1-1-1-16,-5-2 23 0,2-7 8 0,-7 4-85 16,4-8 36-16,0-1-145 0,0-4 84 0,1-2 34 15,4 0 25-15,-3-4-75 0,7-7 43 16,-2-7 9-16,8 2 1 0,2-2-85 15,1-2 45-15,6 0 104 0,2 4-28 0,0-2-12 16,2 5-18-16,6 4-19 0,7 1 296 0,2 4-131 0,5 3-65 16,3 1-23-16,3 0 329 0,4 3-152 0,1 11-70 15,9 4-57-15,-2 0 95 0,2 0-72 0,4 1 11 16,-1 0-42-16,4-3-12 0,-1 2-8 0,1-3-510 16,1-2 245-16,0-2 122 0,-1-1 60 0,-8-3-799 15,8 0 405-15</inkml:trace>
  <inkml:trace contextRef="#ctx0" brushRef="#br0" timeOffset="-117444.06">16165 1814 1271 0,'-4'0'0'0,"4"-4"0"0,0 2 0 0,-2 1 0 0,0-5 0 0,1 0 0 0,-1 1 340 0,-1-3-154 0,3-1-69 0</inkml:trace>
  <inkml:trace contextRef="#ctx0" brushRef="#br0" timeOffset="-114943.68">16829 816 537 0,'-2'-8'0'0,"-1"-3"0"0,3 4 0 0,-2-2 0 0,0 0 0 0,0-4 0 0,2 3 0 0,-2 0 172 0,0-1-70 0,2 2-35 0,0 2 59 16,-1 1-47-16,1 0-14 0,0 4-9 0,0 1 115 16,0-1-69-16,0 2-34 0,0 0-1 15,0 0 6-15,0 13-7 0,0 3-34 0,0 7 131 16,1 4-66-16,1 2-32 0,0 4 9 0,0 2 38 16,-2 3-40-16,0 9 0 0,0-4-39 0,0 2-5 15,0-5 13-15,0 12-49 0,0-8 19 0,0-10 1 0,0 7 21 16,0-4 0-16,2-9-34 0,0 4 12 15,-1-11 1-15,3 0 21 0,1-7-38 16,-4-5 1-16,1 0-3 0,0-4-5 16,0-3 22-16,-2-2 8 0,0 0 20 15,0 0 1-15,0 0-21 0,0-5-3 0,0-8-50 16,-6-1 25-16,0-1 3 0,-1-4-203 0,-1 0 103 0,-1-5 54 16,-1-1 17-16,1 3-208 0,-2 3 100 0,1-2 59 15,-2 5 2-15,-1 3 12 0,-3 3 0 0,2 2 38 16,-4 5 1-16,1 3 65 0,-3 0-28 15,-1 0-1-15,0 13 34 0,-1 3-35 16,1 5-1-16,2 4 166 0,3-1-78 0,5 2-56 16,-1-1 5-16,8 2 202 0,2-7-93 0,2 4-28 15,0-2-48-15,2-1-15 0,7-2 29 0,5-1-27 0,2-5-48 16,5-1 9-16,2-2 13 0,2-2 0 0,-5-5-86 16,6-3 42-16,-1 0 23 0,-2 0 7 15,2-2-387-15,-2-5 164 16,0-6 104-16,-2 2-482 0,-1-5 275 0,-1 3 129 15,4-5-299-15</inkml:trace>
  <inkml:trace contextRef="#ctx0" brushRef="#br0" timeOffset="-114682.38">16951 1126 1407 0,'0'-5'0'0,"2"-1"0"0,3 1 0 0,2 1 0 0,3-1 0 0,4 1 0 16,1-1 235-16,2 4-100 0,-1 1-52 0,3 0 96 0,0 0-77 15,0 12-35-15,-2 0 0 0,1 5 51 16,-4-2-43-16,-3 6-13 0,-2-2-8 0,-1 2-23 16,-2 1 2-16,-4-1-1 0,-2-1 1 0,0 1-28 15,-2 2-9-15,-10-7 37 0,-1 1-49 0,-2-1 25 16,-4-6-1-16,2 2-151 0,-3-6 81 0,-1-2 27 16,0-1 26-16,-1-3-170 0,1 0 90 15,0 0 24-15,4 0 30 0,-1 0-360 0,9-4 182 16,2-2 90-16,2-1-254 15,5-2 164-15,0 0 94 0,5-4 44 0</inkml:trace>
  <inkml:trace contextRef="#ctx0" brushRef="#br0" timeOffset="-114437.03">17313 1042 1242 0,'2'-9'0'0,"-2"3"0"0,0-1 0 0,0 1 0 0,-5 0 0 0,-3 2 0 0,-2 2 0 0,1 1 249 0,0 1-112 0,-2 0-53 0,1 1 225 0,1 13-138 15,0 1-70-15,-1 5 96 16,1 6-86-16,3 2-39 0,1 1 31 16,3 1-34-16,2 0-1 0,0-3-27 0,0 7 11 15,0-6-19-15,7-2-1 0,4-4 1 0,3-1-61 16,1-4 39-16,0 0-9 0,1-2 31 0,4-4-79 16,-4-2 39-16,3 0 1 0,0-6 34 0,-2-1-364 15,0-2 147-15,1 0 93 0,0 0-393 0,-2-2 229 16,1-3 105-16,0-6-329 15,-4 4 226-15,0-2 113 0,1-3 56 0</inkml:trace>
  <inkml:trace contextRef="#ctx0" brushRef="#br0" timeOffset="-114155.31">17554 1105 819 0,'0'0'0'0,"0"0"0"0,0 0 0 0,0 0 0 0,0 0 0 0,0 0 0 0,0-2 343 0,0 0-159 15,5-1 168-15,5 0-159 0,1 0-81 0,4 2-31 16,0 0 65-16,2 1-57 0,0 0-28 0,0 0 0 16,2 0 74-16,0 0-43 0,-3 0-33 0,2 0 2 15,-4 0 1-15,2-3-29 0,-2 1 0 0,-4 1-162 16,1-1 76-16,-2 0 44 0,-1-1 20 0,-2 2-362 15,-2 1 165-15,-3 0-188 16,1 0 154-16,0 0 100 0,-2 0 11 0,0 0 37 0,0 9-408 16</inkml:trace>
  <inkml:trace contextRef="#ctx0" brushRef="#br0" timeOffset="-113971.8">17653 1237 718 0,'-5'5'0'15,"1"2"0"-15,1-4 0 0,3 1 0 0,-2-4 0 0,2 0 208 0,0 2-88 0,0-2-43 0,0 2 351 16,0 0-202-16,9-1-96 0,4 1-49 0,0 1 218 16,2-3-134-16,4 0-58 0,-2 0-43 0,2 0-31 15,-2 0-1-15,1 0-119 0,-1 0 60 0,0 0 38 16,-2 0-9-16,0 0-456 0,0 0 244 0,0 0 121 16,0-3 61-16,-2 3-629 0,3 0 293 0</inkml:trace>
  <inkml:trace contextRef="#ctx0" brushRef="#br0" timeOffset="-113521.02">18125 1112 450 0,'2'-14'0'0,"0"6"0"0,2 0 0 0,-1-2 0 0,-1 3 0 0,2-1 402 0,-2 5-185 16,-1-2-92-16,1 4-46 0,0-1 331 0,-2 0-193 0,0 2-92 15,2 0 59-15,-2 0-75 16,0 4 58-16,0 7-71 0,0 4-32 0,0 3 0 15,0 2-31-15,0 0 47 0,0 1-16 0,2-1-8 16,2-1-23-16,4 2-28 0,-1-1 1 0,4-4-13 16,1 0 9-16,2 2 30 0,2-5 1 0,-2 0-26 15,4-2-1-15,-2-1 27 0,3-5 8 0,0 0-95 16,0-5 38-16,0 0 5 0,1 0 0 0,-3 0-28 16,2-2 27-16,-4-3-16 0,2-6 27 0,-4 1 2 15,1-6 3-15,-5 3-6 16,2-5 19-16,-4 2-17 0,1-3 2 0,-2-2 0 0,-3 1-4 15,1-7 5-15,-2 5 0 0,-1-8-77 0,-1 2 37 16,0 0-2-16,0-2-7 0,-1 5 18 0,-7 4-3 16,-3-1 15-16,0 3 31 0,-4 2-5 0,-1 4-21 15,0 2 89-15,-3 4-45 0,0 2-20 16,-1 4 0-16,-1 1 23 0,-2 0-1 16,3 0-30-16,-1 6-5 0,2 4 30 0,1 3-1 0,0-1-1 15,4 1-18-15,-2 3 46 0,2 0-37 0,2 1 6 16,3-1-40-16,0 2 0 15,-2-1 31-15,6-5-2 0,0 2-146 0,1-3 64 16,2 0 36-16,0 1 13 0,1-3-358 0,1 0 170 0,0 0 85 16,0 1-212-16,0 2 150 0,0 2 76 0</inkml:trace>
  <inkml:trace contextRef="#ctx0" brushRef="#br0" timeOffset="-107831.4">11578 2042 621 0,'0'-1'0'0,"0"0"0"0,0 1 0 0,0 0 0 0,0 0 0 0,0 0 152 0,0 0-60 15,0 0-22-15,0 0 120 0,7 0-79 0,2 2-39 16,3 5 0-16,1 0 102 0,1 0-63 0,-2 3-43 16,6-2 0-16,-4 1 4 0,4-1 0 0,-2-1-48 15,0 3 17-15,-2-1-9 0,2-2 1 0,-4 3-161 16,0 0 81-16,-3-4 40 0,-1 2 7 0,-3 2-317 16,0-1 150-16,0-1 92 15,-3-1 4-15,0-1-380 0,0-3 200 0,-1 1 114 0</inkml:trace>
  <inkml:trace contextRef="#ctx0" brushRef="#br0" timeOffset="-107590.04">11923 1915 1110 0,'0'0'0'0,"0"0"0"0,0 0 0 0,0 2 0 0,0-2 0 0,0 4 0 0,0 0 0 0,0 3 175 15,0 5-71-15,0 1-28 0,0 3 184 16,0 9-114-16,0 2-57 0,0 4-28 0,-7 9 122 15,-2-5-67-15,-3 12-46 0,-1-1-8 0,0-3-23 16,0 2-6-16,0-2-84 0,1-5 51 0,0 7 12 16,0-12-1-16,1 1 22 0,0-2-81 0,1-6 40 0,1-5 8 15,0 0 33-15,-2-6-277 0,4-4 94 0,0-3 77 16,2-2-297-16,-1-5 173 16,1-1 82-16,4 0-230 0,1-4 156 0,0-11 78 15,1-4 31-15</inkml:trace>
  <inkml:trace contextRef="#ctx0" brushRef="#br0" timeOffset="-107418.5">12155 1988 963 0,'5'-1'0'0,"-1"1"0"0,0 0 0 0,-1 0 0 0,1 0 0 0,-2 1 0 0,-1 5 203 0,4-1-85 0,-3 3-42 15,3-1 144-15,1 4-98 0,-1-3-45 0,3 1-22 16,0 2-149-16,-3-2 63 0,1 0 40 0,-1-2-8 15,1 3-376-15,0-4 200 0,-4 2-317 16,0-1 235-16</inkml:trace>
  <inkml:trace contextRef="#ctx0" brushRef="#br0" timeOffset="-107076.41">12107 2159 935 0,'-9'3'0'0,"2"0"0"0,1 1 0 0,2-4 0 0,2 2 0 0,2-2 0 16,0 2 160-16,2-2-63 0,15 0-33 0,6 0 1 0,3 0 118 0,2 0-79 15,4 0-35-15,0-2-1 16,1 0 13-16,2 0-25 0,-3-1-52 0,-2-2-8 0,-2 2 37 16,-4-1 0-16,-1 3-57 0,-2-1 29 15,-5-1 7-15,0 1 21 0,-7 2-25 0,0 0-1 16,-1 0 26-16,-3 0 0 0,-1 0-32 16,-2 0-4-16,0 0 21 0,0 2-27 0,-1 4 110 0,1-1-41 15,0 3-14-15,0 4 9 0,1-1 21 0,2 2-15 0,-1 1-12 16,-1 4-46-16,1 1 30 0,0 2-68 15,-1-3 33-15,-1 3 2 0,2-1 31 16,-2 1-47-16,-1-1 18 0,-1 0-14 0,0-3 35 16,0-1-119-16,0-1 53 0,0-2 16 0,-7-1-2 15,0-3-66-15,-2-2 45 0,-3-1 10 16,1-1 0-16,0-4-183 0,-3 1 101 0,2-2 35 16,-4 0-199-16,5 0 126 0,-4-8 64 0,4-7 23 15,-2-9-85-15,3-12 62 0,3-7 32 0,3-17 0 16</inkml:trace>
  <inkml:trace contextRef="#ctx0" brushRef="#br0" timeOffset="-106906.88">12387 1860 982 0,'0'-9'0'0,"0"6"0"16,0 1 0-16,0 2 0 0,0 0 0 0,0 9 0 0,0 5 183 0,0 5-75 0,0 3-30 0,0 6-7 0,0 0 173 0,0 4-106 0,0 3-52 16,-2 7-27-16,-5-7 41 15,-2 9-37-15,-3-5-1 0,3-5-29 0,-2 3-134 16,-1-3 67-16,1-2 42 15,-2-3-305-15,3-10 165 0,0 1 83 16,0-5-215-16,2-5 137 0,1-5 9 0,3-2-279 16,1-3 182-16,1 0 91 0</inkml:trace>
  <inkml:trace contextRef="#ctx0" brushRef="#br0" timeOffset="-106790.18">12269 2317 295 0,'6'-7'0'0,"1"5"0"0,1 0 0 0,-1 2 0 0,3 0 200 0,-1 0-76 15,2 0-49-15,1 0-22 0,-1 0 266 0,2 0-143 16,2 0 96-16,-4 2-111 0,5 2-68 0,-2-2-31 15,0 1-220-15,2 1 96 0,0-2 55 0,0-2 16 16,3 0-485-16,4 0 252 0</inkml:trace>
  <inkml:trace contextRef="#ctx0" brushRef="#br0" timeOffset="-106614.65">12927 1749 1276 0,'0'-5'0'0,"2"3"0"0,-1 2 0 16,1 0 0-16,0 0 0 0,-2 0 0 0,0 9 0 0,0 2 298 0,0 0-133 0,0 2-57 0,-5 2-42 0,1 2-143 15,-3 0 54-15,2-3 29 0,1 0-1 16,3-2-454-16,-3-2 228 0,0 0 114 16,1-2 59-16</inkml:trace>
  <inkml:trace contextRef="#ctx0" brushRef="#br0" timeOffset="-106474.03">12793 1844 1145 0,'-4'0'0'0,"0"0"0"0,1 2 0 0,-1 1 0 0,1-1 0 0,1 1 0 0,2 0 0 0,0-1 0 0,0 2 78 15,0 0-23-15,0-1 31 0,5 2-27 16,4-3 8-16,5 1-35 0,1-1-296 0,2-2 149 16,5 0 73-16,2 0 38 0</inkml:trace>
  <inkml:trace contextRef="#ctx0" brushRef="#br0" timeOffset="-105453.49">13099 1738 850 0,'0'-1'0'0,"0"1"0"0,0 0 0 0,-4 0 0 0,-7 4 0 0,-2 6 0 0,-2 3 0 0,-2 1 0 0,-1 0 137 0,2 2-44 16,-4 6-34-16,1-6-153 0,-2 1 64 16,3 0 31-16,-3-1-90 0,2 0 69 0,-5 2 22 15,3-4 0-15,-2 1-204 0,7-4 105 0,-3 2 51 16,4-2 29-16,0 1-75 0,4-4 37 0,-1 5-13 15,4-5 0-15,3 2 189 0,0-2-81 0,-1-1-37 16,4-2 191-16,-2 1-94 0,2 0-53 0,2-2 26 16,0-1-31-16,0 1 9 0,0-2 0 0,0-2-155 15,0 0 62-15,0 0 45 0,0 0 7 16,3-2-251-16,2-5 123 0,-1-5 48 16,1 2 35-16,-1-4-132 0,-1 1 66 0,3 1 124 15,-1 1-28-15,4 0 0 0,0 0-27 0,2 2 122 16,4-1-70-16,6-3-22 0,1 2 0 0,6-3 301 15,2-1-152-15,4 3-42 0,0-2-48 0,-1 2 183 16,-2 4-104-16,-5-1-51 0,-5 6-26 0,2 1-62 16,-5 1 44-16,-3 1-8 0,-5 0-168 15,-3 0 85-15,-1 0 41 0,-4 1-159 16,-2 4 105-16,0 5 22 0,-8 0 30 0,-7-1-78 0,-6 5 45 0,1-4-14 16,1 0-25-16,-6 3-26 15,1-1 32-15,2-3 22 0,-1 0 6 0,0 3 57 16,5-5-49-16,-3 4 133 0,4 0-60 0,2 1-31 15,0-1-1-15,4 0 165 0,4-1-83 0,-2 1-44 16,4 0-8-16,1-2 44 0,3 3-35 0,-1-3 2 16,2 0 20-16,0 1-8 0,0-2-2 0,0-1-22 15,-2-2 23-15,2 2-159 16,-2-4 75-16,2 1-50 0,-4-3-14 0,3-1 54 16,-3 0 11-16,0 0-20 0,0 0 13 0,0-3 2 15,2-9 3-15,2 1 47 0,0 0-47 0,0-2 12 16,0 0-16-16,6 1 128 0,6 1-49 0,0 0-28 15,4 4-3-15,0-4 147 0,3 4-63 0,-2 4 56 16,0-1-58-16,-1 3-34 0,0 1-3 0,-5 0-34 16,1 0 13-16,-3 0-2 0,0 1 0 0,-5 4-102 15,0 3 52-15,-2-1 33 0,-2-1-12 16,0 3-69-16,0-1 34 0,-10 2 26 0,-3-1-157 0,0 1 82 16,-2-3 21-16,-1 2-75 15,0 1 46-15,-1-1 34 0,0 2-3 0,2-3 9 16,-1 2 12-16,0-1 3 0,1 2 0 0,0-2 77 15,2 0-38-15,-1 3-9 0,4 0-30 0,-1-3 66 16,-1 2-21-16,3-2-1 0,0 3-12 0,-2-1 106 16,2-1-41-16,2-2 38 15,2 0-40-15,1 0-28 0,-1-3 2 0,4-1 18 16,-1-2 6-16,2-2-41 0,0 0 14 16,0 0-35-16,8 0 27 0,5-6 3 0,2-5-3 0,3-1-5 15,3-4 2-15,-1 2 0 0,3 2-1 0,-2 0 5 16,6-1-7-16,-3 6 44 0,-4 1 1 0,5 2-42 15,-4 2 2-15,-1 2 54 0,-1 0-27 0,-3 0 0 16,2 2-14-16,-5 8-7 0,-3 0 5 0,-1-1 6 16,-2 4-8-16,-3-5-64 0,-3 2 33 0,2 1-1 15,-3-3 32-15,0 1-72 0,0-3 25 0,-8 0-170 16,-1-2 90-16,2-3 51 16,-7-1 10-16,7 0-228 0,-6 0 123 0,1-1 58 15,3-7 5-15,0-4-97 0,-1-4 69 0,1-5 27 16,-2-5 9-16,2 1-20 15,4 1 28-15,0 4-1 0,-1 0 58 0,4 6-39 0,-1 1 8 0,1 5 224 16,0 3-112-16,2 3-56 0,-2 2-36 0,2 0 400 16,0 10-195-16,-3 8-61 0,3 8-60 0,-1 4 318 15,1 1-170-15,0 6-97 16,0 0-45-16,0 0 143 0,0 1-94 0,0 2-46 16,0-3-16-16,0 0-185 0,0 1 77 0,1-3-178 15,6 2 128-15,-4-1 63 0,3-5 40 0,-1 0-578 16,-1-11 287-16,1 1 85 0</inkml:trace>
  <inkml:trace contextRef="#ctx0" brushRef="#br0" timeOffset="-105272.98">13309 1867 1199 0,'0'-4'0'15,"2"1"0"-15,2 3 0 0,2 0 0 0,-2 0 118 0,-2 0-43 0,1 0-12 0,1 0 164 0,0 4-96 0,-1 7-50 16,1-3-24-16,1 5-287 0,4-1 140 0,-4 3 57 16,4-5 33-16,1 2-598 0,-2-6 283 0</inkml:trace>
  <inkml:trace contextRef="#ctx0" brushRef="#br0" timeOffset="-105030.63">13556 1815 926 0,'3'-5'0'0,"-1"2"0"0,0 1 0 0,-2 2 0 0,0 0 0 0,-2 0 0 0,-11 7 0 0,-4 11 123 0,-1 0-44 0,-3 3-26 16,-4 4-20-16,3-4-1 0,-2 2 9 0,-1-1-52 16,-1-1 21-16,-1-3 0 0,1-3 23 0,2-2-95 15,-4-3 44-15,7-6 25 16,2 0 0-16,6-1-4 0,4-3 0 0,1 0-11 16,4 0 127-16,4 0-60 0,0 0-21 0,4-6 86 15,17 1-50-15,1 0-15 0,8-2-7 0,1 2 0 16,4 2-20-16,1 0 1 0,-1 2 0 0,-1 0-27 15,-2 1-7-15,0 0 33 0,-6 0 1 16,-5 0-172-16,2 0 86 0,-7 0 39 0,0 0-422 0,-5 0 213 16,-4 0 78-16,1-3-283 0</inkml:trace>
  <inkml:trace contextRef="#ctx0" brushRef="#br0" timeOffset="-104829.18">13432 1578 713 0,'0'5'0'0,"0"4"0"0,1 8 0 0,1-1 0 0,0 0 0 0,-2 5 0 0,0 3 403 0,2 7-185 15,-2 1-84-15,2-1-55 0,-2 4 329 0,0 1-188 0,0 1-135 16,0-2-26-16,0 2 8 0,0 1-34 16,0-1-440-16,0-1 221 0,0 0 109 0,0-5 54 15,0-2-220-15,-2-4 134 0,0-5 71 0,0-8-51 16</inkml:trace>
  <inkml:trace contextRef="#ctx0" brushRef="#br0" timeOffset="-104693.08">13366 2075 654 0,'0'-10'0'0,"-5"7"0"0,-1 1 0 0,-2 2 0 0,-1 0 0 0,-2 0 97 0,-3 9-33 0,0 6 9 16,-4 4 211-16,2 0-126 0,0 0-63 0,2 2-32 15,2-5 9-15,-1 5-39 0,6-2 0 0,0-4-385 16,7-6 192-16,0 2 96 0,0-5 57 0,7-5-423 15</inkml:trace>
  <inkml:trace contextRef="#ctx0" brushRef="#br0" timeOffset="-104570.9">13383 2149 887 0,'11'-7'0'0,"8"3"0"0,-4 3 0 0,-1 1 0 0,4 0 0 16,-3 0 0-16,2 1 0 0,2 5 328 0,-3 2-148 0,3-3-74 0,-2 3-36 0,-2-2 54 15,0 0-37-15,-1 1-31 0,-7-1-139 0,2 2 58 16,-3-4 29-16,0 2-438 0,-4-2 242 0,-1-2 108 0</inkml:trace>
  <inkml:trace contextRef="#ctx0" brushRef="#br0" timeOffset="-103789.64">13362 2242 880 0,'-17'6'0'0,"2"3"0"0,4 2 0 0,0-1 0 0,2 1 0 0,1 1 0 0,2 1 0 0,4 1 337 0,2 2-151 0,0-1-77 16,0-1-38-16,0 0 106 0,4 1-65 0,4-4-43 15,-1 2-73-15,2-4-1 0,1-1 38 0,-1 0-236 16,2-6 126-16,3-1 51 0,-1-1 30 0,1 0-286 16,-2-3 155-16,1-9 31 0,2-2 55 0,-2-4-227 15,-1 2 118-15,1-2 59 16,-4 2 29-16,3 1 49 0,-5 5-28 0,0 1 8 16,-1 3 139-16,0 4-69 0,-2 1-35 0,-2 1 63 15,-2 0-57-15,0 12-16 0,0 6 0 0,-12 4 244 16,-3-1-119-16,0 2-26 0,2-7-38 0,-8 9 24 15,3-9-24-15,-1 1 1 0,2-3-1 0,-4-3-142 16,0-2 56-16,3-1 33 0,-3-6-170 0,0 3 87 16,5-5 48-16,-2 0-32 0,6 0 34 15,0-2-5-15,5-7 0 0,1-4 27 16,4-2-6-16,2-4-35 0,0-3 29 0,4 0 129 16,10-2-61-16,6 0-29 0,2 0 0 0,1-1 75 15,3-1-46-15,4 1-6 0,5-1 5 0,-2 2-22 16,1-1-10-16,-2 2-80 0,9-5 38 0,-6 1 3 15,1 0 39-15,0-1-62 0,-2 1 28 0,-4-1-9 16,4-4 35-16,-8 8-82 0,0-4 35 0,-2 4 1 16,-3 1 1-16,-6 6 72 0,-1 2-21 0,-7 7-12 15,-2 3 211-15,-1 3-104 0,-2 2-55 16,-2 0 203-16,0 6-120 0,-7 13-44 16,-4 2-33-16,-5 1 65 0,2 4-45 0,-2 1-13 15,1 1-8-15,0-2-15 0,2-2-8 0,2-3 1 16,-1-2 0-16,5-2-60 0,2-6 26 0,-1-2 0 15,4-1-39-15,0-6 36 0,2 0 1 0,0-1-63 16,0-1 42-16,0 0 10 0,6 0-1 0,5 0 24 16,0-1-1-16,3-1-30 0,0 2 1 0,3 0 91 15,-2 0-34-15,2 0 0 16,-4 9-33-16,3 3 40 0,-5 3 7 0,-2 3-40 16,-3 2 61-16,0 8-27 0,-6-5 0 0,0 0 19 15,0 7 2-15,-14-2-40 0,-1-2 8 0,-4 1-26 16,1-2 20-16,1-9 9 0,-8 7-6 0,9-11-98 15,-9 3 44-15,6-6 24 0,-3-2-3 0,1-1-244 16,2-6 115-16,1 0 66 0,-2 0-220 16,6-4 129-16,-3-10 50 0,4-2-39 15,1-7 61-15,3 0 26 0,3-1 0 0,3 6 105 16,3-3-47-16,0 6 8 0,0 5-40 0,0 1 147 16,0 3-74-16,0 4-36 0,9 2-8 0,4 0 383 15,2 2-154-15,6 11-110 0,-1 2 328 0,5 3-205 16,1-3-94-16,1 5 17 0,3 1-64 0,-2-2-32 15,2-1 0-15,2-1-517 0,0-2 251 0,2 0 113 16,1-2 60-16,1-1-363 0,1-5 190 0</inkml:trace>
  <inkml:trace contextRef="#ctx0" brushRef="#br0" timeOffset="-103439.56">14352 2169 1250 0,'-13'-12'0'0,"7"7"0"0,2 4 0 0,4-1 0 0,-2-3 0 0,2 3 290 16,0-2-120-16,0 3-73 0,10-1-32 0,10 0 103 15,5 2-68-15,3 0-33 0,4 0 8 0,0 9-9 16,-4 5-34-16,-1 1 1 0,-5 2-24 0,-5 1-1 16,-4 0 33-16,-3 4-71 0,-3 5 31 0,-5-2 1 15,-2 2 30-15,-4 1-52 16,-13 0 34-16,-7-2-12 0,-8 2 1 0,4-9-20 16,-6-2 6-16,0-4 3 0,0-3-2 0,2-6-135 15,2-2 73-15,2-2-130 0,8 0 96 0,-1 0 35 16,6-4 30-16,7-8-326 0,6-3 167 0,2-5 83 15,16-4 43-15</inkml:trace>
  <inkml:trace contextRef="#ctx0" brushRef="#br0" timeOffset="-103246.08">14789 2062 1034 0,'6'-6'0'0,"-1"4"0"0,-4 1 0 0,-1-1 0 0,-6 2 0 0,-10 0 0 0,-5 2 426 0,-2 14-196 0,1 9-91 0,-6 5-57 16,5 5 370-16,2 4-210 0,6 0 95 0,6-6-152 15,1 7-68-15,6-2-47 0,2-1-28 16,2-2-9-16,12-2-1 0,4-8 1 0,3 0-218 16,5-2 104-16,4-5 57 15,-1-5 29-15,3-3-415 0,-2-6 221 0,0-4 93 16,0 0 57-16,0-2-652 0,0-11 329 0,4-10 165 0</inkml:trace>
  <inkml:trace contextRef="#ctx0" brushRef="#br0" timeOffset="-102936.24">15255 1790 1163 0,'0'-4'0'0,"4"2"0"0,4 0 0 0,-1 0 0 0,1 2 0 0,-3 0 0 0,3 0 317 0,-2 0-146 16,1 6-69-16,0 3-35 0,-3 3 18 0,1-1-26 16,-4 2 8-16,-1 2-34 0,0-1-248 0,0 3 124 15,-6 0 62-15,-7-3-343 0,0 3 200 0,-4-4 93 16,-4 4-218-16,-1-4 142 0,0-1 32 0,-1-5 37 15,0 0 1-15,3-3 27 0,1-3-1 16,4-1 26-16,3 0 151 0,3 0-84 16,2 0-29-16,3 0 0 0,3 0 320 0,1 0-179 15,1 0-63-15,16-1 347 0,9-1-204 16,2-3-88-16,8-3 117 0,-2 1-111 16,3-1-56-16,-1 3-19 0,-2-3 5 0,-2 4-20 0,-2-2-1 15,-8 5-20-15,3-1-125 0,-4-1 71 0,-5 2 23 16,-4 1-1-16,-1 0-432 0,-4 0 231 0,-2 0 89 15,-5 0-559-15</inkml:trace>
  <inkml:trace contextRef="#ctx0" brushRef="#br0" timeOffset="-102786.39">15203 1945 1164 0,'-3'14'0'0,"3"5"0"0,0-3 0 0,0 2 0 16,0-2 0-16,0 4 0 0,0-3 0 0,1 5 331 0,1-2-149 0,0 1-75 0,0 2-37 0,0-5-64 15,0 1 9-15,-1-1 18 0,-1 0 0 0,0-5-368 16,0-4 183-16,2-3 93 0,0-3-493 0</inkml:trace>
  <inkml:trace contextRef="#ctx0" brushRef="#br0" timeOffset="-102497.91">15351 1996 1213 0,'6'-2'0'15,"0"2"0"-15,1 0 0 0,-2 0 0 0,1 4 0 0,-1 2 0 0,-4 2 0 0,5 0 196 0,-3 2-82 0,-1 0-32 0,2 4 136 0,-2 0-92 0,0-1-47 16,-2 0-23-16,0 0-134 0,0-4 64 0,0 3 19 16,0-3 0-16,-4 0-134 15,-2-1 81-15,-1 0 49 0,-3 1-361 0,-1-2 195 16,-3 0 46-16,-2 1-294 0,-1 0 178 0,-1-4 93 16,-2-3 58-16,2-1-86 0,-1 0 85 0,3 0 85 15,4 0 0-15,1 0 0 0,1 0 0 0,1-1 0 16,1-2 0-16,3 2-14 0,1 1-19 0,3 0 33 15,-2 0 119-15,3 0 65 0,0 0-68 0,0 1 283 16,0 5-159-16,0 1-87 0,0 2-64 16,0-3 77-16,0 1-66 0,3 1-34 15,2-4 0-15,4 2-317 0,2-2 138 0,3-3 73 16,4-1 36-16</inkml:trace>
  <inkml:trace contextRef="#ctx0" brushRef="#br0" timeOffset="-102110.52">15488 2109 1279 0,'6'0'0'16,"1"0"0"-16,1 0 0 0,-4 0 0 0,0 0 0 0,-2 0 0 0,-1 0 0 0,1 0 85 0,0 0-26 0,0 3 77 0,-2 7-52 0,0 1-17 15,0 2-9-15,-6 5-159 16,-3-4 67-16,-4 6 33 0,-4 0 1 0,2-3-183 16,-8 5 101-16,3-3 52 0,3-6 27 0,0 2-81 15,2-2 46-15,6-5-11 0,1-1 84 0,2-1-77 16,2-5-1-16,2 2 224 0,2 0-96 0,0 1-52 15,2 0-20-15,8 2 271 0,1-1-133 0,0 4-35 16,1 1-44-16,1 1 98 0,-4 2-73 16,1 3-32-16,-3-1 0 0,-3 1-35 0,-2 1 3 15,-2 0-18-15,0 2-9 0,-9-2 27 16,-9 3 0-16,0-5-139 16,1-3 70-16,-6-3 42 0,-3 2-8 0,4-4-333 0,1-6 171 0,-4-1 51 15,3 0 53-15,-2-1-374 0,4-12 200 0,4-3 101 16,0-7 50-16,6 1-98 0,2 1 66 0,5 0 232 15,0 1-74-15,3 4-38 0,0 8-1 16,0-2 223-16,3 5-139 0,4 2-56 16,7 3-32-16,4 0 596 0,5 8-296 0,0 5-75 15,9 2-91-15,6 2 364 0,0 3-232 0,3-4-117 16,0-1-57-16,1 0-85 0,-5-4 34 0,12 2-892 16,0-3 442-16,3-1 221 0</inkml:trace>
  <inkml:trace contextRef="#ctx0" brushRef="#br0" timeOffset="-101176.33">16972 1640 787 0,'1'-15'0'0,"-1"2"0"0,2 3 0 0,0 2 0 0,0 2 0 0,-2 5 0 0,0-1 0 0,0 0 229 0,2 2-98 0,0 0-49 16,2 15-25-16,-2 12 54 0,2 10-43 0,-3 6 0 15,1 9 216-15,0-1-125 0,-2 4-63 0,2 1 111 16,-2-2-91-16,0 3-42 0,0-5-20 16,0 3 64-16,0-4-35 0,0-4-29 15,0-12 0-15,0 1 29 0,0-4-25 0,0-10 0 16,0 3-17-16,0-6 33 0,0-4-20 0,0-8 0 16,0-1-40-16,0-3 19 0,0 0 8 0,0-3-84 15,0 0 37-15,-7-3 1 0,-2-6 38 0,-2-5-220 16,1-2 110-16,-6-7 30 0,2 1 32 0,-3-4-269 15,0-3 135-15,-4 0 40 0,0 1 38 0,1 3-89 16,-1 3 64-16,4 8 66 16,-3 1-3-16,1 5 0 0,1 7-7 0,0-1 191 15,4 2-91-15,2 0-47 0,3 11-22 0,1 6 270 16,2 2-143-16,6 6-32 0,0-2-45 0,0 3 251 16,8 0-130-16,9-2-61 0,4 2-38 0,3-4-8 15,4-1-22-15,3-2-149 0,-1-4 75 0,2-2 36 16,-1-5 9-16,3-3-502 0,-2-3 257 0,1-2 92 15,-1 0 76-15,2 0-616 0,-2-2 321 16,-2-9 171-16</inkml:trace>
  <inkml:trace contextRef="#ctx0" brushRef="#br0" timeOffset="-101029.15">17242 2165 692 0,'-5'-8'0'0,"1"5"0"0,1 1 0 0,2 1 0 0,1 1 0 0,0 0 343 0,0 0-156 0,0 0-77 16,6 0-30-16,7 6 282 0,2 2-164 0,-2 0-198 15,3 1 1-15,2 1 31 0,-1 0 9 0,-2 2-218 16,2 1 105-16,-2-1 52 0,0-2 26 0,0 0-545 16,0-1 276-16</inkml:trace>
  <inkml:trace contextRef="#ctx0" brushRef="#br0" timeOffset="-100826.89">17565 1944 814 0,'0'-14'0'16,"0"9"0"-16,0 3 0 0,0 0 0 0,0 2 0 0,0 2 0 0,0 17 0 0,0 5 341 0,0 12-154 0,-7 2-77 0,-6 9 320 16,-6 4-190-16,-4 13-107 0,-1 2 219 15,-4 3-159-15,0-2-80 0,0 0-40 0,-1-7 39 16,-6 15-43-16,5-13 0 0,3-13-37 0,4 3-123 16,7-14 62-16,2-1 39 0,5-12-8 0,4-1-343 15,3-11 187-15,2-6 93 0,0-6 47 0,0-1-664 16,11-4 300-16,8-16-262 0</inkml:trace>
  <inkml:trace contextRef="#ctx0" brushRef="#br0" timeOffset="-100656.53">17738 2124 868 0,'9'-14'0'0,"5"6"0"0,4 2 0 0,3 2 0 0,0 0 224 0,-1 0-95 0,-1 2-32 0,-2 1-40 16,2-2 273-16,2 2-149 15,2 1-112-15,-5 0 1 0,1 0-29 0,-3 0-9 16,0 0-450-16,-2 0 225 0,-4 1 113 0,-1 5 57 16</inkml:trace>
  <inkml:trace contextRef="#ctx0" brushRef="#br0" timeOffset="-100498.34">17753 2369 1607 0,'-4'4'0'0,"4"1"0"0,0 2 0 0,5-5 0 0,9-2 0 0,1 0 0 0,2 0 0 0,2 0 0 0,5 0 0 0,2-2 0 0,-1-2 195 0,5-1-85 0,0-1-38 0,2-1-416 15,0 1 189-15,2-2 93 0,-3 1 56 0,1 2-505 16,-2-6 261-16</inkml:trace>
  <inkml:trace contextRef="#ctx0" brushRef="#br0" timeOffset="-100245.46">18347 2162 887 0,'0'-6'0'0,"0"4"0"0,0 2 0 0,0 0 0 0,-2 0 0 0,-2 3 0 0,2 9 0 0,0 1 301 16,2 0-125-16,0 2-76 0,0 5-34 0,8-4 119 15,3 1-77-15,2 0 88 0,4-2-74 0,0-4-49 16,3 0 1-16,5-3-86 0,0-7 22 0,-1-1 0 16,-2 0 31-16,4 0-97 0,-6-5 44 0,0-6 22 15,-3-4 1-15,-1 0-165 0,-6-2 102 0,-2 0 4 16,-3-2-38-16,-3-2 11 0,-2-1 36 0,0-3-27 15,-2 3-82-15,-11-6 45 0,0 3 36 0,-5 3-18 16,-3 1 26-16,-6 5 0 16,1 4 18-16,-2 6 89 0,0 5-41 0,-2 1 0 15,2 1-40-15,3 17 43 0,2 2-8 0,5 3-21 16,5 3-213-16,3 2 99 0,7 1 50 0</inkml:trace>
  <inkml:trace contextRef="#ctx0" brushRef="#br0" timeOffset="-68841.89">11974 4561 607 0,'-12'-9'0'15,"2"2"0"-15,0 1 0 0,3 4 0 0,-3-1 0 0,5 1 0 0,-3 0 0 0,3 2 0 0,3 0 70 0,-1 0-9 0,2 0 64 16,1 0-46-16,0 0-23 0,0 0 0 0,0 0 12 16,0 0-8-16,0 0-27 0,0 0 0 0,1 0 104 15,2 0-53-15,3 0-17 0,-1 0-8 0,0 0 17 16,3 2-22-16,0 0 0 0,-1-1 53 0,2 3-28 16,0-2-9-16,2 0 50 0,-1 0-43 0,1 0-22 15,5-2 0-15,-3 0 57 0,2 0-44 16,-2 1 0-16,2-1-35 0,-2 0 49 0,1 4-24 0,-3-2 7 15,0 0-7-15,1 2-26 0,0 2 1 16,2-1 0-16,-1-2-5 0,2 3 13 16,2-2-8-16,2-1 32 0,4 1 1 0,4-4-34 15,-1 0 1-15,3 0 27 0,1 0-27 0,0-4 0 16,2-1-1-16,1-1 22 0,-3 3-22 0,-3 1 9 16,5 0-14-16,-6 0 6 0,1 2 0 0,-3 0 0 15,2 0-28-15,-4 0 35 0,7 0-7 0,-5 2 20 16,5 0-20-16,-3 0 0 15,2-1 0-15,-4 1 139 0,8 1-172 0,0-3 0 16,0 0 0-16,0 0 0 0,2 0 0 0,-2 0 0 16,2 0 0-16,-4 0 0 0,0 0 0 0,-2 0 0 15,-2 0 0-15,0 0 0 0,6 0 0 0,-4 0 0 16,4 0 0-16,-2 0 0 0,2 0 0 0,0 0 0 16,0 0 0-16,0 0 0 0,0 0 0 0,0 0 0 15,1-3 0-15,-6 1 0 0,3 1 0 0,0-1 0 16,0 2 0-16,0 0 0 0,-2 0 0 0,2 0 0 15,2 0 0-15,0 0 0 16,2 0 0-16,0 0 0 0,2 0 0 0,-2 0 0 16,1 0 0-16,-1 0 0 0,0 0 0 0,3 0 0 15,2 0 0-15,-4 0 0 0,1 0 0 0,1 0 0 16,-3 0 0-16,1-2 0 0,1 2 0 0,-2-2 0 16,0 2 0-16,0-1 0 0,0 1 0 0,-3 0 0 15,-4 0 0-15,5 0 0 0,-4 0 0 0,-8 0 0 16,3 0 0-16,-2 0 0 0,-3 0 0 15,-2 0 0-15,-7 0 0 0,2 0 0 0,-1 0 0 16,-5 0 0-16,0 0 0 0,-1 0 0 16,-2 0 0-16,0 0 0 0,1 0 0 0,-3 0 0 15,0 0 0-15,0 0 0 0,0 0 0 0,0 0 0 16,0-3 0-16,0 1 0 0,-5-1 0 0,-1-3 0 16,-3 1 0-16,0 1-450 0,-3 2 207 0,2 0 110 15,-4 2-975-15</inkml:trace>
  <inkml:trace contextRef="#ctx0" brushRef="#br0" timeOffset="-67188.97">16583 4435 970 0,'-4'0'0'0,"1"0"0"0,-1 0 0 0,2 0 0 15,2 0 0-15,0 0 0 0,-2 0 0 0,2 0 0 0,0 0 126 0,0 0-46 0,0 0-24 0,0 0 47 0,0 0-36 16,0 0 9-16,2 0-2 0,2 0 0 15,3 0-42-15,1 0 1 0,1 2 66 16,1-2-25-16,1 2-8 0,0 1-34 0,-2-3 42 16,3 0-20-16,-1 0-1 0,-2 1-12 0,3-1 43 15,-3 0-26-15,4 0 0 0,-1 0-4 0,-1 0 0 16,-2 0-13-16,5 0-4 16,-2 0-4-16,2 0-1 0,-1 0 1 0,2 0-4 0,0 0 4 15,0 0 0-15,4 0 0 0,0 0-10 0,2 0 10 0,1 0 8 16,-1 0-8-16,1 0-15 15,0 0 13-15,1 0 1 0,-1 0-34 0,1 0 39 16,-1 4-10-16,4-1 11 0,-1 2-10 0,0-2 0 16,1 1 0-16,-2 0 17 0,6-1-16 0,-4 1 0 15,2-2-1-15,3 2 18 0,-3-2-16 0,-2 1 8 16,6-3-7-16,0 0-11 0,2 2 12 0,-1-2-2 16,3 0-27-16,0 0 6 0,0 0 19 0,0 0 1 15,-1 0-46-15,2 0 22 0,-1 0-7 16,-1 0 6-16,4 0-14 0,-2 0 30 0,1 0-12 0,-1 0-31 15,1 0 14-15,0 0 2 16,-1 0 7-16,6 0-32 0,-7 0 33 0,2 0 6 16,4 0-8-16,-6 0 7 0,8 0-6 0,-5 0 27 15,2 0 1-15,-1 0-23 0,1 0 2 0,-4 0 14 16,11 0-13-16,-7 0 0 0,3 0 2 0,0 0 16 16,1 0-14-16,-1-2 0 0,6-1 3 0,-5-1-9 15,-2 0 8-15,3-2-3 0,-5 3 7 0,-4-3-3 16,5 3-5-16,-5-2 0 15,2 0 0-15,-3 2 1 0,1-2 1 0,-2 3-18 16,1-1 17-16,6 0-1 0,-1-2 1 0,-2 2-14 16,0-1 12-16,-2 1 3 0,3-3-4 0,3 0-13 15,-9 2 13-15,3-1 0 16,-1-1-41-16,0 0 42 0,-4 0-6 0,0 3 186 0,-2-1-189 0,0 0 0 16,-2 2 0-16,3-1 0 0,-4 1 0 0,1 0 0 15,0 0 0-15,-1 2 0 0,1 0 0 0,-3-1 0 16,7-2 0-16,-6 3 0 15,2-1 0-15,1-1 0 0,-6-1 0 0,9 0 0 16,-4 1 0-16,1-2 0 0,-3 2 0 0,2 1 0 16,-5-1 0-16,4 0 0 0,-6 2 0 0,2 0 0 15,0 0 0-15,-3 0 0 0,1 0 0 0,2 0 0 16,-2 2 0-16,2 1 0 0,-2 1 0 0,6 0 0 16,-4-2 0-16,5 2 0 0,-1-2 0 0,3-2 0 15,-2 1 0-15,1-1 0 0,-7 0 0 0,3 3 0 16,0-3 0-16,-7 0 0 0,1 0 0 15,-3 1 0-15,-2-1 0 0,1 2 0 16,-3 0 0-16,-1 0 0 0,1-1 0 16,-2 1 0-16,1-2 0 0,-2 2 0 0,3-2 0 0,-3 0 0 15,0 0 0-15,0 0 0 0,-2 0 0 0,-2 0 0 16,-1 0 0-16,0 0 0 0,-3 0 0 0,3 0 0 16,-2 0 0-16,1 0 0 0,-3 0 0 0,0 0 0 15,2 0 0-15,-1-2 0 0,1 0-367 0,-2-3 245 16,2 2 53-16,-2-1-791 0,0 2 413 15</inkml:trace>
  <inkml:trace contextRef="#ctx0" brushRef="#br0" timeOffset="-37865.6">19912 917 685 0,'-3'-2'0'0,"1"-1"0"0,0 0 0 0,2-1 0 0,0 2 157 0,0-2-53 0,0 2-40 16,0 1-1-16,0-3 22 0,0 2-26 0,0 1 0 15,4-2 7-15,4 1-8 0,-1 2-25 0,4 0 39 16,1 0-39-16,1 0 0 0,-2 0 8 0,4 5 4 16,-2 2-12-16,4 2 0 0,-2 1 0 0,2 1-2 15,-2 0 2-15,0 3 0 16,-2-1 0-16,1 1-24 0,-1 3 0 0,-3 0 32 16,-5 1-42-16,-1 0 0 0,-1 0 22 0,-3 3-14 15,0-2 16-15,0 1 8 0,-7 0-11 0,-8 2 19 16,0-3-18-16,-2-3 2 0,-2 2-3 0,2-5 7 15,-6 2-5-15,5-4 1 0,-5 0 2 0,1-4-65 16,2 1 29-16,-3-4 5 0,2 2-156 0,0-5 85 16,6-1 35-16,4 0-240 0,-1 0 124 15,7 0 65-15,1-1 19 0,4-9-250 16,0-2 146-16,13-4 72 0,12 0 37 0</inkml:trace>
  <inkml:trace contextRef="#ctx0" brushRef="#br0" timeOffset="-37621.89">20337 857 623 0,'-13'-5'0'0,"3"2"0"0,-6 1 0 0,0 0 0 0,-4 2 0 0,-1 0 140 0,1 0-45 16,-2 12-35-16,3 1 123 0,2 6-75 0,5-3-38 15,5 5 0-15,3 0 81 0,3 5-63 0,1 0-28 16,0-2 1-16,7-1 13 0,8 0-20 0,-2-5 8 15,8 5 8-15,-1-7-37 0,1 2 0 0,2-3-86 16,1-2 43-16,-4-2 29 0,7 0-7 0,-6-4-197 16,-1 1 109-16,1-1 53 0,0-2-2 0,-1-2-347 15,-1-3 181-15,2 0 53 16,-3 0 56-16,7-3-251 0</inkml:trace>
  <inkml:trace contextRef="#ctx0" brushRef="#br0" timeOffset="-37442.42">20601 899 1383 0,'-8'0'0'0,"5"0"0"0,0 0 0 0,1 0 0 0,2 0 0 0,0 0 0 0,0 0 0 0,8-2 0 0,9 1 386 0,0-1-176 0,3 0-89 16,1 0-36-16,0 1-29 16,2 1 1-16,-1 0-24 0,0 0-1 0,-1 0-280 15,-2 0 149-15,0 1 61 0,-1 5-393 0,-3-1 232 16,-2 3 116-16,1 2-260 0,-7-3 160 0</inkml:trace>
  <inkml:trace contextRef="#ctx0" brushRef="#br0" timeOffset="-37282.86">20634 1056 790 0,'-14'3'0'0,"5"0"0"0,2-2 0 0,2 1 0 0,3-2 0 0,0 0 0 0,2 0 396 0,0 0-182 0,2 0-90 16,9 1-46-16,6 2 94 0,3-2-61 0,5 3-44 15,-2 2-212-15,3-2 88 0,1 2 46 0,-2-1-188 16,0-2 124-16,5 5 50 0,-2-4 28 0,0 1-469 16</inkml:trace>
  <inkml:trace contextRef="#ctx0" brushRef="#br0" timeOffset="-36948.74">21151 956 901 0,'-5'-10'0'16,"0"4"0"-16,-1 1 0 0,-1 1 0 0,0 0 0 0,0 3 0 0,-3 1 0 0,4 0 395 0,-1 0-185 0,1 1-89 0,0 11 131 0,2 1-110 16,4 4-55-16,0 1 3 0,0 3-33 0,0 6 0 15,4-5-24-15,10-2-34 16,-2 4 34-16,6-8 8 0,3 6-8 0,1-10-62 16,2 1 30-16,-1-5 1 0,-3-4 31 0,5-2-110 15,-3-2 37-15,-1 0 34 0,-1-6-126 0,1-9 69 16,-1-2 15-16,-8 0-52 0,1-9 38 0,-3 3 25 15,-4-3-19-15,-3-2 37 0,-3 0-14 0,0 3 7 16,-3-5-14-16,-10 5 47 0,-6 3-35 0,-2 3 3 16,-6 5 0-16,-1 4 96 0,-4 5-39 15,0 3-25-15,-2 2 162 0,3 0-86 16,2 5-33-16,8 2 31 0,0 4-28 0,3 3 0 16,9-2-13-16,4 0-181 0,5 2 82 0,0 1 42 15,0 0 6-15,14 2-164 0,5-3 87 0,6 2 46 16,1-1 6-16,3-1-466 0</inkml:trace>
  <inkml:trace contextRef="#ctx0" brushRef="#br0" timeOffset="-36609.65">21741 819 1129 0,'-2'-6'0'0,"2"2"0"0,0 3 0 0,0-1 0 0,0 2 0 0,0 0 0 0,0 0 0 0,3 0 133 15,7 0-49-15,0 3-27 0,2 3 131 0,1 3-70 0,1 1-47 16,2-2 1-16,2 5-13 0,-1-3 1 0,-1 2-27 16,0 0 8-16,0-4-43 0,0 2 0 0,-4 0-165 15,1-3 100-15,-1 0 50 16,-3-1 33-16,0-1-425 0,-1-1 206 0,0-3 61 16,1-1 65-16</inkml:trace>
  <inkml:trace contextRef="#ctx0" brushRef="#br0" timeOffset="-36359.73">22256 646 755 0,'-4'0'0'0,"-1"0"0"0,4 0 0 0,-3 0 0 0,2 0 0 0,-2 0 409 0,1 0-189 0,-1 0-93 16,-1 2 142-16,-4 13-118 0,0 1-51 0,-5 11 157 15,-2 1-112-15,-5 6-56 0,3 1-28 0,-3 2 1 16,3-6 9-16,-7 13-38 0,3-3 0 0,-3-1-121 15,5 3 61-15,-3-2 30 0,6-6 8 0,-5 9-177 16,6-13 100-16,2 3 49 0,-2-3-234 0,4-3 96 16,-2-6 73-16,3-1-78 0,2-2 66 15,-1-5 20-15,1-2 1 0,3-5-112 0,1-1 68 16,0-4 47-16,5-2-1 0,0 0-174 16,0-4 106-16</inkml:trace>
  <inkml:trace contextRef="#ctx0" brushRef="#br0" timeOffset="-36167.11">22573 488 1056 0,'5'-21'0'0,"4"14"0"0,3 5 0 0,-1-1 0 0,-4 0 0 0,-2 2 0 0,0 1 0 0,-1 0 240 0,0 0-108 0,1 0-50 15,-1 5-24-15,-1 6-54 0,2 2-1 0,-3 3 38 16,0 0-280-16,-2-2 135 0,0 2 69 0,0 2 33 15,-2-4-362-15,-8 2 176 0,-1-2 92 0,-3-1-184 16,-4-1 124-16</inkml:trace>
  <inkml:trace contextRef="#ctx0" brushRef="#br0" timeOffset="-36031.46">22422 674 1086 0,'-16'2'0'0,"4"-2"0"0,3 2 0 0,4-1 0 0,1-1 0 0,1 0 0 0,3 0 0 0,0 0 0 0,10 0 143 0,13 0-56 0,2 0-27 0,4 0 100 16,3 0-68-16,-1 0-29 0,3 0-1 0,1 0-23 15,-3 0-6-15,-9 0 8 0,4 0-263 0,-3 0 127 16,-4 0 64-16,-4 0 32 0,0 0-440 0,-7 0 230 16</inkml:trace>
  <inkml:trace contextRef="#ctx0" brushRef="#br0" timeOffset="-35882.86">22488 708 689 0,'-7'2'0'0,"5"1"0"0,0 3 0 0,2-2 0 0,0-1 0 0,0 4 195 0,0-1-80 0,0 0-42 16,2 4 1-16,1 3 41 0,3 0-32 0,-1 1-30 16,0 3-131-16,-1-1 55 0,-1 1 28 15,1-2-366-15,0 2 205 0,-3-4 89 0</inkml:trace>
  <inkml:trace contextRef="#ctx0" brushRef="#br0" timeOffset="-35723.57">22638 753 762 0,'0'2'0'16,"2"0"0"-16,0 3 0 0,-2-1 0 0,0 2 0 0,2-1 0 0,-2 1 269 0,0 1-118 0,2 0-59 0,-1 2-30 0,1 1 37 15,1 1-25-15,-3-1-9 16,0 0-114-16,0 1 41 0,0-1 0 0,0-1-318 16,0 0 188-16,0-1 81 0,-10 1 45 0</inkml:trace>
  <inkml:trace contextRef="#ctx0" brushRef="#br0" timeOffset="-35580.92">22449 836 818 0,'-4'6'0'0,"4"1"0"0,0-1 0 0,0-1 0 0,0-2 0 0,0 2 0 0,0-2 0 0,0 0 157 16,0 3-53-16,0 3-40 0,4-2 0 0,3 0-85 15,2 2 27-15,5-4 1 0,0-1-381 0,4-1 188 16</inkml:trace>
  <inkml:trace contextRef="#ctx0" brushRef="#br0" timeOffset="-35200.15">22757 870 502 0,'5'0'0'0,"-1"0"0"0,-2 0 0 0,0 0 0 0,-2 0 0 0,0 0 90 16,0 0-29-16,-2 1 150 0,-4 6-90 0,-1 1-35 16,0 3-31-16,-2-1 55 0,2 2-38 0,0-1 0 15,0-1-40-15,-2 3-38 0,2 0 15 0,-2-1-1 16,2 0-65-16,0-1 45 0,2-2 22 0,1 1-14 15,1 0 15-15,1-1-1 0,0-2 23 0,2 1-67 16,0 0 27-16,0-1-10 16,0 0-3-16,4 1 113 0,1-2-41 0,2 1-6 0,2 1-37 15,-4-1 94-15,0 0-44 0,-1 0-8 16,-2 3-43-16,-2 1 29 0,0 1-8 0,-4-1 25 16,-10 0-59-16,-4 0 10 0,-4-2 28 0,0 2-137 15,-3-7 63-15,2 2 29 0,-5-4-6 0,2-2-122 16,6 0 72-16,-3 0 17 0,2-2 24 0,3-6-58 15,0-5 24-15,6-1 20 0,0-1 1 0,6-2 66 16,3 2-24-16,3 6-15 0,0-3 253 0,0 3-123 16,3 0-53-16,8 5 93 15,5 2-75-15,3 2-12 0,4 0 4 0,4 0 155 16,1 11-98-16,6 4-49 0,3 3-25 0,-5-2 74 16,10 7-53-16,-5-3-23 0,1 1-276 0,-1 0 128 15,0-3 62-15,-4 1-466 0,7 1 237 0,-3-2 134 16,0-2 25-16,0 1-290 0</inkml:trace>
  <inkml:trace contextRef="#ctx0" brushRef="#br0" timeOffset="-35074.49">23357 1373 1301 0,'0'0'0'0,"0"3"0"0,0-1 0 0,0 0 0 0,0-2 0 0,0 0 0 0,0 0 0 0,0 0 447 0,0 0-206 0,0-4-105 16,0 2-434-16,0-1 166 0</inkml:trace>
  <inkml:trace contextRef="#ctx0" brushRef="#br0" timeOffset="15579.99">19840 1648 135 0,'-2'0'0'0,"0"0"0"0,2 0 0 0,0 0 0 0,0 0 0 0,0 0 64 16,0 1-20-16,0-1-3 0,0 0 45 0,0 0-29 16,0 0 1-16,0 0 0 0,0 0 8 0,0 0-33 15,0 0 0-15,0 0 32 0,0 0 0 0,0 0-33 16,0 0 9-16,0 0 34 0,0 0-22 0,0 0 1 16,0 0-21-16,0 0 32 0,0 0 9 15,0 0-36-15,0 0-5 0,0 0 0 16,0 0-1-16,0 0 12 0,0 0-3 0,0 0-8 15,0 0-1-15,0 0-2 0,0 0 2 0,0 0 1 16,0 0 8-16,0 0-35 0,2 0 0 0,0 0 26 16,1 0-44-16,1 0 17 0,2 0 0 0,0 0 22 15,1 0-34-15,0 0 0 0,2 0 29 16,-2 2-22-16,2-2 20 0,0 2-3 0,1-2-6 16,-1 2 16-16,0-2-14 0,0 0 3 0,0 1 2 15,-2-1 28-15,0 2-29 0,0-2 0 16,-2 2 4-16,1-2 17 0,-1 0-10 0,-1 2-9 15,1-2 11-15,2 0-10 0,-2 0 3 0,2 0 16 16,0 0-11-16,5 0-6 0,-1 0 1 0,0 0-6 16,5 0 5-16,-2 0 1 0,2 0 6 0,-2 0-27 15,4 0 20-15,-2 0-1 0,3 0 1 0,-1 0-33 16,-2 0 3-16,3 0 28 0,-3 1-43 0,2 4 0 16,-4-4 32-16,6 3-29 15,1 0-8-15,0 0 37 0,2-2-7 0,-2-2 28 16,4 1-29-16,-3-1 7 0,0 2-12 0,3-2 20 15,-2 2-14-15,-1 0 3 0,-1-2-2 0,1 2 35 16,0-2-31-16,1 2 38 0,0-2-35 0,1 0-2 16,-2 2 5-16,1-2-21 0,0 2 20 0,0-2-2 15,-2 0 2-15,2 0-11 0,0 0 8 0,-1 0 3 16,3 0-2-16,-3 0-9 0,-1 0 8 0,1 0 0 16,-1 0-30-16,2 0 31 15,-3 0-6-15,1 0 9 0,0 0-8 0,-1 0 2 16,1 0-3-16,0 0 9 0,0 0-7 0,-3 0 0 15,1 0 1-15,1 0 23 0,1 0-23 0,0 0 2 16,1 0-2-16,3-2 20 0,-3 0-16 0,5 2-3 16,-3-2 24-16,0 2-26 0,6 0 8 0,-3-2-3 15,-1 2-28-15,2 0 0 0,-1 0 26 0,-3 0-28 16,5 0-2-16,-4 0 27 0,2 0-2 16,-3 0-28-16,-3 0 26 0,6 0 2 15,-2 0-9-15,-4 0-2 0,2 0 5 0,3 0 2 16,-4 0 9-16,1 0-11 0,3 0 1 0,-1 0 28 15,0 0-26-15,-5 0-1 0,8 0 3 0,-5 0 3 16,3 0-4-16,1 0 2 0,-1 0-1 0,-1-2-11 16,2 0 11-16,-3 0 0 0,5 1 0 0,-5-1-13 15,1-1 13-15,-5 2-1 0,6 0-6 0,-3-2 4 16,4 1 1-16,-4 0 2 0,2 1 5 16,0 1-8-16,-1-3 1 0,-4 3-3 15,7 0 3-15,-3 0 0 0,-3 0 0 0,2 0-34 16,-1 0 33-16,1 0 0 0,-2 0 0 0,-3 0-41 15,3 3 39-15,-2-2-2 0,-1 1-15 0,1 0 13 16,-2 1 2-16,2-2-8 0,-3 0 7 0,3 4-4 16,1-4 1-16,-4 1-7 0,-1-2 8 0,0 2-1 15,-1 0 0-15,-3-2-9 0,-1 0 8 0,1 0 1 16,-1 0 1-16,0 0 30 0,0 2-29 0,-1-2-1 16,-2 0 28-16,2 0-26 15,-2 0-1-15,0 0-6 0,0 0 7 0,-1 0 2 16,-3 0-3-16,4 0-61 0,-4 0 29 0,1 0 0 15,-2 0 31-15,0-4-245 0,-1-1 109 0,-1-1 53 16,0 2 32-16</inkml:trace>
  <inkml:trace contextRef="#ctx0" brushRef="#br0" timeOffset="20101.45">2365 12560 281 0,'0'0'0'0,"0"-1"0"0,0-2 0 0,0 1 0 0,0 1 0 0,0-2 0 0,0 1 6 0,-2 1 25 16,2-2 0-16,0 2-34 0,0-1-6 16,0-2 33-16,0 2-23 0,0 0 22 0,0 1 0 15,0 1 5-15,0 0 5 0,0-3-11 0,0 3 0 16,-1 0 0-16,1 0 47 0,0 0-16 0,-2 0-9 15,2 0-19-15,0 0 55 0,-2 0-25 0,1 0 8 16,1 0-10-16,0 0 24 0,-3 0-22 16,3 0 0-16,-2 0 31 0,1 0-26 0,1 0 7 0,-3 0-34 15,-1 0 21-15,3 0 1 16,-2 0-23-16,1 0 32 0,-3 0 7 0,2 3-38 16,1-2 0-16,-2 3 28 0,1-2 0 0,1 0-28 15,-1 1 26-15,1 0-26 0,1-2 0 0,-1 1-1 16,0 2-5-16,2-4 5 0,-1 2 9 0,-2 2-21 15,1-2 13-15,0 1 0 0,1-1 0 0,-3 2-36 16,3 2 44-16,-3-3-9 0,2 3-5 0,-3-1-28 16,2 4 24-16,0-5 5 0,-2 4-1 15,0 2-17-15,2-3 12 0,-3 4 3 0,-1-1-25 16,4 1 24-16,-5 1 4 0,3 5-38 16,-4 1-1-16,-1 4 33 0,1 1-3 0,-2 1-24 15,0 3 1-15,-2-1 22 0,-1 2-7 0,1-1-17 16,2-1 16-16,-2 0 4 0,3-5-6 0,-4 4 40 15,5-5-5-15,1 1-30 0,-3-2 43 16,3-4 0-16,0 2-32 0,3-5 19 0,-4 1-17 0,5-3-5 16,0-1 16-16,-1-1-38 15,3-2 39-15,-3-1-14 0,1-2 8 0,1 2-61 16,3-1 24-16,-2-3 6 0,-1-1-33 0,3 3 24 16,0-3-9-16,-2 0-1 0,2 0-7 0,0 0 36 15,0 0-12-15,0 0-45 0,0 0 21 0,-1 0 0 16,1 0 19-16,0 0-60 0,0 0 27 0,0 0-1 15,0 0 23-15,0 0-189 0,0 0 81 0,0 0 45 16,0 0-282-16,0-4 165 0,0-5 82 0,8 1 41 16,4-6-389-16,-1 3 207 0</inkml:trace>
  <inkml:trace contextRef="#ctx0" brushRef="#br0" timeOffset="20869.5">2395 12501 59 0,'0'0'0'0,"0"0"0"0,0 0 0 0,0 0 0 0,0 0 0 0,0-1 57 16,0-1-20-16,0 0 3 0,0 0-25 0,0 2 8 16,0-2-8-16,0 2 1 0,0 0-15 0,0 0 17 15,0 0-3-15,0 0 2 0,0 0-2 0,0 0 0 16,0 0 3-16,0 0 27 0,0 0 0 0,0 0-28 15,0 0 0-15,0 0 46 0,0 0-16 0,0 0-1 16,0 0 4-16,0 0 8 0,0 0-34 0,0 0 14 16,0 0 58-16,0 0-32 0,0 0-1 0,0 0 17 15,0 0-24-15,0 0 0 16,0 0-16-16,0 0 31 0,0 0 0 0,0 0-38 16,0 0-1-16,0 0 23 0,0 0-14 0,0 0-8 15,0 0 18-15,0 0-18 0,0 0 0 0,0 0 0 16,2 0 21-16,2 2-21 0,0 0-1 0,-1 2 18 15,2 0-18-15,-2-1 1 0,1 1 8 0,1 0 18 16,0 1-26-16,-2 1-1 0,2 1 1 16,0 1 29-16,-3-1 7 0,5 4-36 0,-4-3 21 15,4 4 0-15,-4-1-21 0,2 0 0 16,0 2 15-16,2 1-15 0,-2-2-1 0,2 1-11 16,-1 0 11-16,0 3 1 0,2-1 8 0,0 0-49 15,-1 1 0-15,1 2 41 0,-1 1-1 0,0-2-57 16,1-2 33-16,0 3-20 0,1-1-1 0,1 1-7 15,-2-4 39-15,2 1-12 16,-1 0-24-16,2-2 21 0,1 2 10 0,0-3-28 16,-4 2 1-16,4 0 16 0,-1-3 3 0,-1 2 21 15,1 1-19-15,-2-2-2 0,-2 1 1 0,4-1 37 16,-5 1-34-16,2-2-1 0,-1 0 37 0,-2-4-35 16,2 4-1-16,-2-4 32 0,0-1 6 0,-2-1-34 15,-1-1 6-15,-1-1 19 0,1 0-23 0,1-2 6 16,-1-1 6-16,-2 0 17 0,0 2-21 0,0-2-4 15,0 0 7-15,0 0 33 0,0 0-34 0,0 0-2 16,0 0-42-16,0 0 1 0,0 0 41 0,0 0-301 16,0 0 137-16,0 0 72 0,0-2 26 0,-2-2-291 15,-1-3 137-15,3-1 78 16</inkml:trace>
  <inkml:trace contextRef="#ctx0" brushRef="#br0" timeOffset="26650.73">2470 11847 156 0,'0'0'0'0,"-2"0"0"0,1 0 0 0,-1 0 0 0,-1 0 96 16,0 0-34-16,1 0 7 0,2-1-42 0,-2 1 50 16,2 0-22-16,0 0 0 0,0 0-22 0,0 0 49 15,0 0-50-15,0 0 33 0,0 0-3 0,0 0-29 16,0 0 0-16,0 0 61 0,0 0-35 0,-1 0 1 15,-1 6 8-15,2 3 0 16,-2 1-35-16,2-1 8 16,0 0-8-16,0-2 21 0,0 1 0 0,0 0-21 15,0-3-7-15,0-1 15 0,0-2-9 0,2 0-66 0,3-2 33 16,0 0 0-16,0 0 34 0,-2 0-85 0,2 0 36 16,-2-2 11-16,0-2 0 0,-2-1 28 0,-1-3-90 15,0 1 29-15,0-1-10 0,0 3 20 0,-7-1 0 16,0 2 27-16,-2 2-10 15,0 0-3-15,-3 2 8 0,1 0-3 0,0 8 69 0,1 5-31 16,4 0 1-16,-2 2-25 0,2 1 89 16,3 0-37-16,3-1 33 0,0-1-32 0,0-4-1 15,0 0-20-15,0 0-45 0,12 1 36 0,-2-5-3 16,1-3 12-16,0-2-69 0,0-1 34 0,5 0-5 16,-3 0 25-16,-2 0-35 0,0-3 11 0,-3-4 5 15,1-5-4-15,-3 1-43 0,-2 0 16 0,-3-2 1 16,-1 1 2-16,0 1 1 0,0-5 14 0,0 5 9 0,-5 0 12 15,-1 6-14-15,-3-2-3 0,-1 3 2 0,4-1 40 16,-5 4 0-16,3 1-34 0,0 0 37 0,-1 0-32 16,2 6-4-16,2 4 34 15,2 2 1-15,0 1-24 0,1 0-6 0,2 1 32 16,0-3 3-16,0 4-25 0,2-4-4 0,7-1 8 16,0-3-7-16,5-1 5 0,2-4 0 0,-2-2-38 15,2 0-1-15,1-2 32 0,-2-7-52 0,-1-3 23 16,-1-1 3-16,-1-2-15 0,-2 0 35 0,-6 2-9 15,0-2 7-15,-1 1-38 0,-1 3 34 16,-2-2-11-16,0 2 9 0,-2 2 21 16,-6 2-22-16,0 0-3 0,0 2 2 0,-1 0 31 15,0 4 0-15,3 1 8 0,-3 0-34 0,1 0 4 16,3 6-2-16,0 6 18 0,0 0-16 0,4 1 5 16,1 1-5-16,0 0 22 0,0-2-18 0,0 1 1 15,0-6-3-15,3 3-28 0,5-5-1 0,0 1 27 16,-1-4 3-16,0-2-93 0,3 0 42 0,-5 0 18 15,4 0-37-15,-4-4 24 0,-2-3-1 0,2-3 12 16,-4 1 15-16,-1-1-14 16,0-1 11-16,0 2 2 0,-3 1-16 0,-7-2 9 15,-2 5 1-15,1 0 31 0,0 1 1 0,-2 0-27 16,3 2 6-16,-5 2 27 0,5 0 9 0,-1 0-38 16,0 0 41-16,3 0-35 0,0 0 1 0,3 0 18 15,1 2-17-15,-1 0-2 0,3 0 1 0,2 0 9 16,0-2-5-16,0 2-3 0,0 0 3 0,0-2-8 15,0 1 7-15,0-1-2 0,0 0 1 16,0 0-40-16,0 0 38 0,0 0 0 16,0 0 36-16,0 2-36 0,0-2-1 0,0 0 72 15,0 0-32-15,0 0 0 0,0 0-31 0,0 0 24 16,0 0 5-16,0-2-28 0,0 1 14 0,0-1 16 16,0 0-14-16,0 2-5 0,0 0 16 0,0 0-42 15,0-2 31-15,0 2-4 0,0 0-16 0,0 0 19 16,0 0-8-16,0 0-33 0,0 0-4 0,2 0 36 15,1 0-6-15,-1 0 31 0,2 0-7 0,-1 0-19 16,0 0-3-16,1 0 33 16,0 2 1-16,1 0-26 0,0 0 0 0,-3-1 37 15,4 1 4-15,0 0-39 0,-1 0 25 0,-2-1 6 16,2 1-20-16,1-2-1 0,0 0 0 0,1 3-3 16,1-3 6-16,-3 0-29 0,3 0 22 0,1 0 1 15,-3 0 1-15,-1 0-28 0,3 0 23 0,2 0 9 16,-2 0-12-16,-2 0-30 0,1 0-6 0,2 0 37 15,0 0-23-15,-2 2 5 0,4-2 9 16,-3 0-19-16,0 2-3 0,1-2 24 16,1 0-5-16,-1 0-33 0,1 0 32 0,-3 0 2 15,2 0-4-15,0 0 0 0,1 0 0 0,-1 0 4 16,1 0-7-16,0 0 24 0,-1 0-21 0,2 0 2 16,-3 0 20-16,1 0-18 0,1-2 1 0,-2 2 32 15,3-2-32-15,-3-1 0 0,2 3 2 0,1-2-12 16,-2 2 12-16,2-1-1 15,2 1 3-15,-2-2-31 0,2 2 27 0,1 0 3 16,-3-2-3-16,5 2-19 0,-2 0 17 0,2 0 1 16,-1-2-13-16,0 2 9 0,0 0 2 0,0 0 12 15,-2 0-12-15,3 0-1 0,-6 0 0 0,6 0 10 16,-4 0-9-16,1 0 1 0,1 0 0 0,-1 0-31 16,-2 0 32-16,5 0-2 0,-3 0 0 0,-1 0-17 15,1 0 16-15,1 0 0 0,-3 0-30 0,1 0 25 16,0 0 3-16,-1 0-15 0,-2 2 13 15,3 0-2-15,-2 0 2 0,1 1 20 16,0 2-20-16,0 0-2 0,1-1 1 0,0 0 5 16,-1-3-3-16,3 3 1 0,-3-2-2 0,3 0-10 15,-1 0 11-15,3-2 1 0,-3 1-1 0,0-1 0 16,1 0 0-16,-1 0 24 0,4 0-24 0,-6 0 0 16,5 0 1-16,-3 3 27 0,2-3 0 0,0 1-24 15,-1 1-2-15,0-2 24 0,1 2 1 0,-1-2-16 16,0 0-5-16,2 0 2 0,-1 0 0 0,-1 0 5 15,2 0-16-15,-2 0 14 0,-1 0-2 16,4 0-38-16,-6 0 36 0,3 0-2 16,1 0 5-16,-1 0-28 0,-1 0 23 0,4 0-5 15,-4 0 4-15,1 0 4 0,2 0-3 0,-2 0-5 16,2 0 3-16,-1 0 1 0,2 0-1 0,-3 0 1 16,2 0-13-16,0 0 12 0,0 0 0 0,-2 0-31 15,-1 0 0-15,0 0 28 0,-1 0 2 0,-1 0-50 16,-1 0 22-16,-1 0-5 0,-2 0 26 0,1 0-28 15,-5 0 23-15,3 0-6 16,-4 0 6-16,1 0-2 0,-2 0 1 0,1 0-5 16,-2 0 41-16,0 0-36 0,0 0 0 0,0 0 38 15,0 0 0-15,0 0-31 0,0 0-5 0,-2 0-110 16,-5-2 55-16,-1 0 28 0,0 1 1 0,1 1-597 16,0-3 303-16,0 3 147 0,2 0 72 0</inkml:trace>
  <inkml:trace contextRef="#ctx0" brushRef="#br0" timeOffset="27362.94">3238 11544 417 0,'-9'0'0'0,"4"0"0"0,-4 0 0 0,4 0 0 0,-2-2 0 0,1 2 110 16,-1-2-43-16,1-1 1 0,0 3-36 0,3 0 133 15,1 0-66-15,0 0-25 0,-2 0 84 0,4 0-63 16,0 0-32-16,0 0 43 0,0 0-29 15,0 0-8-15,0 0-36 0,0 0 37 16,0 0 1-16,3 5-39 0,2-3 9 0,3 3 28 16,-2-1-36-16,0 2 0 0,2 0 0 0,2-1 37 15,-3 1 8-15,5 3-45 0,-4-3 38 0,4 2 0 16,1 0-38-16,-1 0 21 0,3 2 8 16,1-3-29-16,1 2 0 0,1 1-1 0,-2-1 1 0,3 2 0 15,-1 0 8-15,2 1-38 0,-5-1 30 0,5 1 0 16,-3 0-1-16,-1-2-35 0,0 1 9 0,-2 1 26 15,2-3-39-15,-3 0 0 16,-2 1 22-16,0-1 19 0,-1-3-9 0,-1 1-3 16,-3-1-8-16,1 2 41 0,-4-2-2 0,0-1-30 15,0 1 7-15,-1-2 41 0,0 3-19 0,-2-2 0 16,0 1-16-16,0 1 24 0,0-1-12 0,0 2-30 16,0-1 15-16,0 1-1 0,0 0 1 0,0-3-34 15,0 2 9-15,0 1 25 0,-2 0-1 0,-1 2-17 16,-2 2 14-16,-1-1 2 0,-3 4 0 15,-1 2-26-15,-3 6 22 0,-4-1 0 16,0 4-52-16,-3 0 24 0,-2 1-1 16,0 1-322-16,1-2 164 0,-1 1 70 0,0-1 44 0,4 0-683 15,6-3 339-15</inkml:trace>
  <inkml:trace contextRef="#ctx0" brushRef="#br0" timeOffset="29834.12">1868 14511 267 0,'0'-10'0'0,"-2"0"0"0,-2 2 0 0,1 1 0 0,-2-3 0 0,0 0 123 0,-1 1-45 0,1 2-24 16,1 1 0-16,-1 3 51 0,3-2-27 0,-3 1-9 16,2 3-10-16,0-1 1 0,-2 1-27 0,3 1 67 15,-3 0-26-15,1 0-7 0,-2 1-34 0,1 12 59 16,-5 3-30-16,5 7 1 0,-2 0-22 0,0 7 52 16,4-1-31-16,1 0 1 0,1 0 33 0,1-7-32 15,0 0 8-15,1-2-39 0,6-4 25 16,7 0 0-16,-1-7-25 0,4-4 32 15,4-3-24-15,1-2-9 0,2 0 1 0,1-7 6 16,-2-8-7-16,2-5 1 0,-1-6 8 0,-2 0-60 16,-3-3 25-16,-5-2 1 0,-6-1 26 0,-3 0-73 15,-3 0 41-15,-2 0-2 0,-2 5-47 0,-11 0 27 16,-4 5-1-16,-1 5 19 0,-2 5 17 0,-7 2-17 16,3 7 11-16,-3 1 21 0,0 2 1 0,0 2-29 15,5 7 7-15,-7 7 15 0,7-4-15 0,4 0 6 16,1-1-5-16,9-3-112 15,0 1 55-15,2-3 25 0,6 0-340 0,0 1 165 16,0 0 90-16,14 1-221 0,6-2 140 0</inkml:trace>
  <inkml:trace contextRef="#ctx0" brushRef="#br0" timeOffset="30543.96">1620 11553 1116 0,'-7'0'0'0,"0"0"0"16,4-2 0-16,0 2 0 0,-2-2 0 0,2 2 0 0,-1 0 0 0,-3 0 0 0,7 0 248 0,-5 0-108 0,3 0-53 0,1 2 35 15,-2 9-49 1,1 3 0-16,-3 4-40 0,0 8 74 0,1 3-37 0,-1 7 8 15,-3 7-10-15,0 0 0 0,1 4-35 0,0 1 0 0,-1 3-38 16,0 0 46-16,1-2-8 16,0 0-63-16,2-4 31 0,2-3 0 0,0-7 32 0,1 1-45 15,-1-3 11-15,3-4 1 0,0-9-198 16,0 1 104-16,0-5 34 0,3-4 32 16,-1-5-269-16,1-1 137 0,2-4 45 0,1-2 41 0,0 0-215 15,2-15 119-15,-1-11 73 16,-1-3-244-16</inkml:trace>
  <inkml:trace contextRef="#ctx0" brushRef="#br0" timeOffset="30883.08">1570 11567 1217 0,'0'-2'0'0,"-2"-1"0"0,2 3 0 0,-3 0 0 0,3 0 0 0,0 10 0 0,0 1 142 0,3 2-55 15,5 8-18-15,8 3 319 0,-3 3-177 16,4 4-89-16,1 7 138 0,2 0-113 0,-1 5-49 0,-1 0-65 15,2 0 0-15,-2 0-1 0,4 1 1 16,-3-3-258-16,-1-6 138 0,2 7 55 0,-5-10 33 16,2 4-156-16,-4-4 94 0,-1-2 47 0,-4-7-392 15,-1 2 156-15,-4-2 115 0,0-6 21 0,-3-4-200 16,0-3 141-16,-6-7 62 0,-9-3 43 0,-5 0-142 16,-2-3 89-16,-4-15 44 0,-4 0-67 0,-8-9 59 15,3 1 27-15,3 0 58 16,4 3 0-16,-1 1 3 0,5 7-3 0,-5-6 73 15,9 10-52-15,1 1-26 0,3 1-1 0,8 3 371 16,2 3-174-16,1-1-59 0,5 2 278 0,0-2-188 16,8 0-95-16,9 1-47 0,5-1-16 0,7-2 121 15,-1 5-77-15,4-1-37 0,3 0-320 0,10 1 141 16,-7-2 78-16,9 3 28 0,-3 0-301 0</inkml:trace>
  <inkml:trace contextRef="#ctx0" brushRef="#br0" timeOffset="31746.77">4200 11179 560 0,'-17'-17'0'0,"6"12"0"0,9 3 0 0,1 2 0 0,1 0 212 0,0 0-81 0,0 0-54 16,0 7 142-16,0 9-94 15,0 4-46-15,1 5 177 0,3 5-103 0,5 3-65 16,-1 3-27-16,1 2 57 0,4-1-43 0,-3 7-21 16,-1-9 9-16,4 8-111 0,-7-7 40 0,1 2 1 15,-1-2 39-15,-2-1-94 0,0-3 55 16,-1-5 16-16,-3-3-232 0,0-4 91 16,0-7 74-16,0-3-237 0,0-7 106 0,-5-3 61 0,-1 0 48 15,0-18-136-15,1-13 91 0,1-8 46 16,0-6 15-16,-1-5-141 0,-3-5 85 0,2-1 44 15,-1 1-35-15,-2 3 55 0,-1 10 56 0,2-1 0 16,-1 5 0-16,2 9 0 0,1 6 0 0,0 6 194 16,3 6-127-16,1 3-45 0,2 5 424 15,0-1-201-15,5 0-120 0,17 2 264 16,2-1-170-16,6-1-97 0,5 1-45 0,1 2 97 16,1 1-71-16,1 0-35 0,-2 5-37 0,-4 7 2 0,-6 3 0 0,-2 0-1 15,-7 2 1-15,-4 4-64 16,-5-1 40-16,-6 8-8 0,-2-1-13 15,0 0 18-15,-12 4 0 0,-7-1 27 0,-3-2 8 16,-5-2 27-16,-3-4-36 0,1 0-47 16,2-6 147-16,9-3-58 15,-2-5-18-15,8-4 41 0,4 1-33 0,3-3-10 0,5-2 0 0,0 0-13 0,17 0-18 16,7-7 10-16,8 0-157 0,4 2 79 0,1-1 39 16,1 4 8-16,0 2 30 0,-3 0-225 0,-5 6 104 15,-6 8-55-15,-5 7 70 16,-10-1 13-16,-1 9 26 0,-8-2-22 0,0 3 227 15,-17 6-104-15,-7-2-45 0,-4-8 133 0,-12 8-82 16,1-9-31-16,-1-5 158 0,0-5-76 0,5-9-52 16,3-1 14-16,2-5-417 0,4-1 190 0,12-18-1736 15,3-10 1850-15,11-12 0 16</inkml:trace>
  <inkml:trace contextRef="#ctx0" brushRef="#br0" timeOffset="34902.75">9589 14357 939 0,'-4'-7'0'0,"0"1"0"0,2 1 0 0,-1-2 0 0,1 1 0 0,0 3 98 0,0-1-33 0,0 3 101 0,2-1-59 0,0 2-41 16,0 0 0-16,0 5-33 0,0 13 21 15,0 6 1-15,0 4-14 0,2 12 75 0,0-2-42 16,0 8-21-16,0 1 54 0,0-2-37 0,1-8 8 16,3 2-45-16,2-6 17 0,3-1-17 0,0-14 0 0,4 2-35 15,2-9 9-15,2-4 26 0,0-7-1 16,6 0-33-16,-2-7 0 0,2-14 34 16,-2-7-105-16,-2-9 37 0,-3 1 31 0,-4-3-1 0,-5 7-1 0,-2-10-82 15,-5 4 49-15,-2 1 4 16,0 0 1-16,-5 5-8 0,-11 3 36 15,-1 5 61-15,-2 7-32 0,-7 0-3 0,1 7-28 16,-2 7 56-16,0 3-27 0,-3 0 10 0,2 5-13 16,2 8 58-16,1 4-35 0,4 2-3 15,6-2-45-15,1 0 31 0,2-1 11 16,7 0-15-16,3-6-307 0,2 0 146 0,0 1 66 0,2-4-462 16,12-2 244-16,11-3 134 0,3-2-288 15,4 0 208-15</inkml:trace>
  <inkml:trace contextRef="#ctx0" brushRef="#br0" timeOffset="35104.11">10164 14090 918 0,'5'-14'0'0,"-1"4"0"0,-1 4 0 0,-3 3 0 0,0 0 0 0,0 3 0 0,-2 0 0 0,-5 12 446 0,-2 6-210 0,0 9-102 16,-5 7-51-16,3 7 252 0,-4 3-151 0,2 8 50 15,-2 2-105-15,2 3-48 16,2-2-24-16,-1 2 0 0,3 0-167 15,2-3 80-15,0 0-164 0,4-3 113 0,-1-6 57 16,2-13-459-16,2-5 225 0,0-9 139 0,0-5-10 16,0-5 58-16,7-8-53 0,7-8-315 15</inkml:trace>
  <inkml:trace contextRef="#ctx0" brushRef="#br0" timeOffset="35278.64">10109 14179 1258 0,'2'-26'0'0,"-1"14"0"0,1 1 0 0,0 5 0 0,1 4 0 0,0 0 0 0,-1 2 0 0,6 8 237 0,3 15-103 0,4 3-50 16,1 8 350-16,0 1-193 0,5 12-108 0,-1-1 95 16,1 1-97-16,0 1-49 0,1-1-25 0,-3-8-37 15,6 7-9-15,-4-4 22 0,-1-4 0 0,-1-1-347 16,-7-4 174-16,1 5 94 0,-1-6-502 0,-7 1 284 16,-1-5 54-16,-2-9 101 15,-2-2-419-15</inkml:trace>
  <inkml:trace contextRef="#ctx0" brushRef="#br0" timeOffset="35424.3">10122 14640 1571 0,'-15'-9'0'0,"8"5"0"0,1 1 0 0,4-1 0 0,2-2 0 0,0 3 0 0,0-3 0 0,6 1 0 0,7 0 343 0,2 0-155 16,3 1-78-16,3 0-39 0,6 1-5 15,-1 1 8-15,4-2-41 0,0-3-411 0,2 5 206 16,-2-4 102-16</inkml:trace>
  <inkml:trace contextRef="#ctx0" brushRef="#br0" timeOffset="35561.94">10663 14287 1119 0,'-6'-1'0'0,"6"-1"0"0,-1 2 0 0,1 0 0 0,-2 0 0 0,2 2 492 0,0 5-230 0,0 2-114 16,0 0-58-16,7 1-296 0,2 3 128 0,5-2 43 15,-1 3-349-15</inkml:trace>
  <inkml:trace contextRef="#ctx0" brushRef="#br0" timeOffset="35687.6">10716 14579 1413 0,'-13'14'0'0,"3"0"0"0,3-3 0 0,-1-2 0 0,3-3 0 0,0-3 0 0,4 0 0 0,-1-3 622 0,2 0-299 0,0 0-145 0,2 0 48 16,6 0-97-16,1 0-48 0,2 0-16 0,3-5-685 15,0-2 327-15</inkml:trace>
  <inkml:trace contextRef="#ctx0" brushRef="#br0" timeOffset="36363.78">11428 14469 521 0,'-17'-11'0'0,"2"-4"0"0,6 4 0 0,0 1 0 0,6 2 242 0,1-6-96 0,2 0-61 16,0-4-26-16,8-2 60 0,10 1-43 0,5 0 97 16,5 2-62-16,2 1-43 0,4 8-1 15,0 4-34-15,0 4 51 0,-4 0-26 0,0 5-34 16,-2 15 8-16,-3 1 1 16,-5 7 0-16,-3 1-28 0,-4 7 28 15,-7 1 8-15,-4 9-8 0,-2-5 25 16,0 0-25-16,-16 1-1 0,-5-1 77 0,1-7-30 0,-8 3-9 15,4-10-37-15,-7-5-3 0,1-5 3 0,0-6 0 0,2-5 8 0,-4-6-212 16,6 0 101-16,6-2 52 16,2-13 23-16,9-2-484 0,6-4 225 0,3-7 124 0,9 2-414 0,17-6 256 15,4 0 127-15</inkml:trace>
  <inkml:trace contextRef="#ctx0" brushRef="#br0" timeOffset="36561.25">11937 14246 1361 0,'0'-10'0'0,"-5"3"0"16,-7 4 0-16,-7 1 0 0,-5 2 0 0,1 0 0 0,-2 15 0 0,-1 5 0 0,-2 12 235 0,8-2-93 0,-5 12 203 0,8-1-157 15,4 0-77-15,9-7-39 16,4 3 94-16,0-2-59 0,6-4-41 0,15-2-152 16,2-6 59-16,6-2 30 0,4-3-1 0,2-5-118 15,1-4 71-15,-3-6 38 0,3 0-470 0,-2-3 247 0,-2 0 123 16,-2-3-12-16,-2-4-447 0,-9-3 267 15</inkml:trace>
  <inkml:trace contextRef="#ctx0" brushRef="#br0" timeOffset="36701.89">12098 14350 1756 0,'-7'0'0'0,"5"0"0"0,2 0 0 16,0 0 0-16,0 0 0 0,0 0 0 0,9 0 0 0,6 0 0 0,2 0 243 0,4 0-105 0,1 0-44 0,1 0-28 0,0 0-34 0,-2 0 1 0,8 0-224 15,-8 0 112-15,0 0 64 0,-3 0 19 0,-1 0-602 16</inkml:trace>
  <inkml:trace contextRef="#ctx0" brushRef="#br0" timeOffset="36852.15">12168 14511 1150 0,'-10'7'0'0,"7"0"0"0,1 0 0 0,0-2 0 0,2-3 0 0,0 0 0 0,0 0 0 0,6-2 451 15,8 2-210-15,4-2-95 0,2 0-64 0,4 0-24 16,3 0 0-16,-1 0-26 0,0 0-542 0,-1 0 280 16,5-2 127-16,-4-2-321 0</inkml:trace>
  <inkml:trace contextRef="#ctx0" brushRef="#br0" timeOffset="37118.94">12600 14357 1103 0,'-4'6'0'0,"2"4"0"0,0 3 0 0,0-1 0 0,1 5 0 0,1 6 0 0,0-1 54 0,0 2 454 0,1 1-237 0,9-4-111 16,5 2 136-16,1-3-132 0,5-6-65 0,2-1-34 15,-1-8-142-15,6-2 51 0,-1-3 29 0,-1-1-273 16,1-14 151-16,-6-11 76 0,0-1 46 16,-5-5-130-16,-5-2 80 0,-4-3 40 15,-5 1 0-15,-2-1-273 0,-4 0 93 0,-12-2 81 16,-5 5 40-16,-2 8 67 0,-5 0 1 0,-4 7-34 15,2 8 161-15,-6 5-76 0,4 6-43 0,-1 3 175 16,3 15-85-16,5 7-56 0,5 3 6 0,6 2-15 16,7-1 17-16,5-1 0 0,2 3 4 0,2-2-324 15,13-1 150-15,6-1 65 0</inkml:trace>
  <inkml:trace contextRef="#ctx0" brushRef="#br0" timeOffset="37660.54">13661 14165 1080 0,'-10'-9'0'0,"8"5"0"0,2 4 0 0,0 0 0 0,12 0 0 0,1 0 0 0,0 9 0 0,0 1 266 0,-2 1-116 0,1 4-51 15,3 3-37-15,-4 0 1 0,1 1 0 16,-1-1-30-16,-2 2 0 0,1-2-207 16,-1-1 99-16,-2-3-431 15,3-8 252-15,-1 0 125 0,0-4-126 0,1-2 109 0</inkml:trace>
  <inkml:trace contextRef="#ctx0" brushRef="#br0" timeOffset="37852.04">13980 13977 1444 0,'4'-5'0'0,"-1"3"0"0,-1 2 0 0,0 0 0 0,-2 9 0 0,0 10 0 0,-7 8 0 0,-8 8 140 0,-2 8-54 15,-2 5-27-15,-7 12 204 0,2-10-106 0,-5 18-67 16,3-4-81-16,1-2 1 0,3 1 22 0,2 1 1 15,2-10-136-15,0 14 64 0,4-18 36 0,2-2 0 16,0-11-368-16,3 1 210 0,1-11 93 0,3-7 50 0,3-7-514 16,2-7 250-16,0-6 124 0</inkml:trace>
  <inkml:trace contextRef="#ctx0" brushRef="#br0" timeOffset="38049.21">14333 13898 1410 0,'0'-5'0'0,"0"3"0"0,0 2 0 0,0 0 0 15,0 7 0-15,0 8 0 0,-9 8 0 0,-4 6 162 0,-2 7-69 0,-2 6-30 0,-4 5 241 16,-3 11-136-16,1-4-67 0,5-4-26 0,-3 2-6 16,4-3-37-16,-2-5 1 0,6-9-306 0,-2-1 152 15,4-9 86-15,1-1 29 0,4-11-492 0,1-4 256 16,3-5 129-16,0-4-297 0</inkml:trace>
  <inkml:trace contextRef="#ctx0" brushRef="#br0" timeOffset="38194.85">14179 14282 1024 0,'10'-5'0'0,"-1"4"0"0,-2 1 0 0,-3 0 0 0,-2 0 0 0,1 0 0 0,-2 4 262 0,1 6-114 0,-2 1-58 15,2-2-20-15,2 4 142 0,-1-2-89 0,5 0-45 16,-1 1-322-16,1-3 138 0,1-3 78 0,4-2 26 15,2-4-551-15,0 0 275 0</inkml:trace>
  <inkml:trace contextRef="#ctx0" brushRef="#br0" timeOffset="38358.06">14540 14026 892 0,'3'-4'0'0,"3"4"0"0,-4 0 0 0,0 4 0 0,-2 11 0 0,0 8 0 0,-2 3 390 16,-9 6-178-16,-4 4-82 0,-6 8-53 0,-2 2 92 15,-1 1-68-15,-2 0-34 0,0 2 4 0,5-9 9 16,-7 6-47-16,3-8-1 0,7-10-277 0,-3 0 139 16,5-4 69-16,0-6-478 0,5-5 267 15,3-6 135-15</inkml:trace>
  <inkml:trace contextRef="#ctx0" brushRef="#br0" timeOffset="38507.18">14439 14351 979 0,'12'-1'0'0,"2"1"0"0,-1 0 0 0,-2 0 0 0,1 3 0 0,-3 7 0 0,0 3 281 0,3 2-125 0,-3 2-61 16,2 0 213-16,1 1-129 0,-2-1-78 0,4 2-34 15,-1-2-248-15,2-2 107 0,2-1 53 0,-2-2-553 16,2-3 295-16</inkml:trace>
  <inkml:trace contextRef="#ctx0" brushRef="#br0" timeOffset="38814.86">14922 14174 1776 0,'-10'0'0'0,"4"16"0"0,1 5 0 0,3 4 0 0,-2 0 0 0,2 4 0 0,2 6 0 0,0-1 0 0,0 0 228 0,11-6-98 0,4-2-49 0,8-4 66 16,1-4-49-16,5-4-37 0,1-6 0 0,2-4-203 15,-1-4 87-15,-1 0 44 0,-1-10-91 0,-3-9 63 16,-4-2 36-16,-5-6 0 0,-6-3-224 16,-1 0 68-16,-8-2 85 0,-2-2-145 0,0-1 94 15,-5-4 42-15,-14 3 26 0,-2 0 45 16,-2 5-7-16,-3 3-14 0,-6 3 0 0,-1 8 71 16,-2 4-35-16,1 10 0 0,2 3 89 0,2 0-44 15,8 3-35-15,3 10 5 0,7 0 9 0,7-2 1 16,5 3-2-16,0 1-235 0,17 1 101 0,10-5 54 15,10-2 24-15</inkml:trace>
  <inkml:trace contextRef="#ctx0" brushRef="#br0" timeOffset="39320.51">15478 13897 1316 0,'-11'0'0'0,"6"0"0"0,3-2 0 0,2 0 0 0,0 0 0 0,2-3 0 0,9-1 0 0,6-1 239 0,2-2-103 0,3 4-44 0,5-1 20 16,-3 1-39-16,1 3-1 0,0 0-39 0,-5 1-307 16,1-2 161-16,0 3 69 0,-7 0 39 0,-5 0-475 15,1 0 234-15,-6 0 117 16,-2 0-135-16,0 0 119 0,-2 0 57 0,-2 0 27 16,-6 3 73-16,-3 0-23 0,0-1-8 0,-3 0 93 15,1 3-53-15,0-1-27 0,0 5 0 0,0-2 309 16,-2 2-139-16,2 4-91 0,-1 0 30 0,-2 6 259 15,0-1-162-15,2 1-75 0,-7 3 70 0,2 4-81 16,-2-4-40-16,-1 0-1 0,-1 0 42 16,3-4-33-16,1-1-29 0,1-2 36 15,4-6-28-15,5-2-1 0,3-2-27 0,0-3 136 16,4-2-72-16,2 0-32 0,0 0 0 0,5 0 19 16,9 0-26-16,5-1 9 0,5-6-88 0,1 1 27 15,1-1 0-15,2 0 26 0,1 2-400 0,-5 0 207 16,6-1 68-16,-6 2-557 0,2 0 299 0,-5 1 159 15,2 1 80-15,-3 1-174 16,-3-4 131-16,-4 2 61 0,-3-4 31 0,1 0-249 0,-5-2 139 0,-5-1 62 16,1-3 57-16,-2 2 54 0,0 0 0 15,0 1 181-15,0 1-112 0,-3 2-60 16,-5 0-16-16,3 0 435 0,-1 3-228 0,2 3-116 16,2-1 21-16,0 2 189 0,2 0-100 0,0 0-81 15,0 7-40-15,0 5 117 0,4 3-78 0,2-2-32 16,2 4-214-16,-3-1 84 0,0 3 41 0,1 1 21 15,-3 2-538-15,-3 1 287 0,0 2 125 0</inkml:trace>
  <inkml:trace contextRef="#ctx0" brushRef="#br0" timeOffset="39739.15">15478 14406 1025 0,'-18'4'0'0,"9"0"0"0,1 0 0 0,4-4 0 0,4 0 0 0,0 0 0 0,0-6 171 0,10-5-69 0,7 1-34 0,2-4 130 16,5 0-87-16,-2 1-39 0,3-3 0 0,0 1-102 15,-3 0 31-15,-3 2 9 0,0-1-331 0,-5 5 177 16,0-2 88-16,-7 2 45 0,-1 4-335 0,-5-2 185 16,-1 0 3-16,0-2-66 0,-3 2 95 0,-6-4 49 15,-3 3 15-15,1-2 63 16,0 3 0-16,1 1-31 0,-1 3 0 0,2 0 102 16,-3 3-59-16,1 0-18 0,4 4 263 0,-3 13-143 15,1 8-24-15,3 0 248 0,1 7-125 0,1-2-78 16,1 6-50-16,1 0 142 0,2-2-95 0,0 2-49 15,0-10-16-15,0 5 1 0,3-8-9 0,5-2-24 16,1-6-68-16,0-2 34 0,-1-5 8 0,1-5 26 16,4-3-227-16,-1 0 113 0,-1-1 57 15,4-16 29-15,-2-2-330 0,4-8 121 16,0 0 95-16,0-6-172 0,1-5 124 0,0-3 62 16,-2 8 23-16,3-10-74 0,-3 12 57 0,-2 0 27 15,-3 10 1-15,3 3 188 0,-7 5-88 0,2 6-32 16,-1 4 152-16,-2 3-95 0,-1 0-49 0,1 3-24 15,-1 11 390-15,-1 0-148 0,0 5-111 16,0 0 153-16,-2 3-122 0,2-3-59 16,-1-1-23-16,3 0-223 0,-1-5 92 0,3-5 47 0,0-1-431 15,3-3 239-15,2-4 127 0</inkml:trace>
  <inkml:trace contextRef="#ctx0" brushRef="#br0" timeOffset="39953.21">16073 13868 351 0,'1'-24'0'0,"1"9"0"0,4 6 0 0,-3 4 0 16,1 3 0-16,4 2 0 0,-2 0 470 0,1 13-223 0,0 11-108 0,2 6 306 0,-4 11-207 0,-1 6-102 15,-3 4-44-15,1 13 257 16,-2-6-158-16,0 2-80 0,0-8-38 0,0 3 57 16,0-4-52-16,0-4-23 0,0-5-241 0,0-7 110 15,0 2 54-15,0-9 35 0,0 1-191 0,0-9 105 16,-3-1 53-16,-1-9-543 0,-1-3 279 0,-4-4 53 15,6-3 103-15,-3 0-273 0,3-12 184 16</inkml:trace>
  <inkml:trace contextRef="#ctx0" brushRef="#br0" timeOffset="40124.75">16496 13665 1510 0,'10'-7'0'0,"10"7"0"0,0 10 0 0,-1 12 0 0,-5 6 0 0,-2 10 262 0,-3 4-115 16,-1 17-57-16,-5 2 159 0,-1 1-108 0,-2-2-46 0,0 15-36 16,0-8 125-16,0-1-75 0,-2 4-39 15,-1-7 1-15,1-8-384 0,0 0 169 0,0-3 88 16,2-13-638-16,0 0 352 0</inkml:trace>
  <inkml:trace contextRef="#ctx0" brushRef="#br0" timeOffset="40263.38">16998 14770 1805 0,'2'-13'0'0,"0"7"0"0,3 5 0 0,-1-1 0 0,-2-1 0 0,-1 0 0 0,2-5 0 0,-1-1-208 16</inkml:trace>
  <inkml:trace contextRef="#ctx0" brushRef="#br0" timeOffset="41119.56">18367 13895 1317 0,'-2'0'0'0,"-5"0"0"0,3 0 0 0,0 6 0 15,1 3 0-15,-3 2 0 0,-2 2 0 0,3 3 0 0,-3 4 204 0,1 7-90 0,-3 2 51 0,-1 11-67 0,0 1-32 16,-2 5 0-16,0 8 56 0,-3-2-48 0,4 0-1 15,-4 3-93-15,1 0 26 0,4-3 0 0,0 0-169 16,0-4 93-16,2-5 52 0,4-11 25 16,0-5-399-16,1-9 204 15,2-7 69-15,2-5-323 0,0-6 205 0,0-9 102 16,2-26 51-16</inkml:trace>
  <inkml:trace contextRef="#ctx0" brushRef="#br0" timeOffset="41307.06">18269 13836 1582 0,'4'-10'0'0,"4"7"0"0,0 3 0 0,1 6 0 0,-4 9 0 0,5 5 0 0,-1 9 289 0,8 8-128 0,-2 7-56 15,4 4 320-15,1 14-196 0,1-3-98 0,0 3-49 0,1 2 30 16,-1-10-31-16,4 12-8 0,-5-17-41 0,2 3-314 16,1-3 157-16,-4-4 79 0,-6-5-201 0,0-3 135 15,-5-1 73-15,-4-6 36 0,-2-7-1 0,-2-5-639 16,0-9 260-1,-12-3-248-15</inkml:trace>
  <inkml:trace contextRef="#ctx0" brushRef="#br0" timeOffset="41448.68">18239 14344 1489 0,'-5'-2'0'0,"5"2"0"0,0 0 0 0,0 0 0 0,3 0 0 0,11 0 158 0,4 0-67 15,7 0-29-15,1 0 205 0,4 6-117 16,1-1-58-16,2 1-336 0,1 1 134 0,0-1 71 15,1-1 36-15,1-1-287 0,-2 1 162 16,2-5 88-16</inkml:trace>
  <inkml:trace contextRef="#ctx0" brushRef="#br0" timeOffset="41615.34">18855 14158 796 0,'0'-6'0'0,"2"6"0"0,-2 0 0 0,0 7 0 0,0 13 0 0,0 3 0 0,0 8 553 0,-2 1-260 0,-1 5 96 15,-1 0-179-15,0 0-96 0,3 1-29 0,-1-4-235 16,2-1 91-16,0-3 46 0,0-7 23 16,0-1-520-16,0-9 276 15,0-3 128-15,0-5 66 0,0-5-320 0,0-2 176 0</inkml:trace>
  <inkml:trace contextRef="#ctx0" brushRef="#br0" timeOffset="41942.91">18741 14168 782 0,'-6'-23'0'15,"4"6"0"-15,2 0 0 0,0 4 0 0,8 4 140 0,11 0-54 0,5 2-26 0,6 4 7 0,2 1 240 16,2 0-138-16,0 2 0 0,-1 0-69 0,-1 7-33 16,-3 7 7-16,-3 0-41 0,-5 3-130 15,-6 1 65-15,-4 2 32 0,-3 1-111 16,-8 2 80-16,0 3 27 0,-6 0 1 0,-13-2 29 16,-4-2-16-16,0 3 64 0,-6-4-26 0,1-2-37 15,3-5-46-15,4-2 37 0,3-3 261 0,6-6-123 16,3 2-44-16,4-3 172 0,5-2-118 0,0 0-59 15,7 0-18 1,18 0-1-16,1 0-31 0,6-2-8 0,2 2 0 0,0 0-94 0,-1 0 47 16,-1 8 23-16,-7 3-54 0,3 4 34 0,-13 1 22 15,0 7 0-15,-8-5-63 0,-5 5 41 0,-2 0-6 16,-2 3-6-16,-17-2 157 0,-3 1-61 16,-6-3 58-16,-4-3-57 0,-1-1-21 15,-2-4-4-15,-1-3-20 0,3-5-280 16,1-3 138-16,3-3 65 0,9 0-275 0,1-7 163 0,7-11 78 15,5-10 42-15,7-10-702 0</inkml:trace>
  <inkml:trace contextRef="#ctx0" brushRef="#br0" timeOffset="42072.56">19402 14016 1833 0,'13'0'0'0,"-1"9"0"0,-3-2 0 0,-2 1 0 0,-3-1 0 0,0 4 0 0,-2-1 272 0,0 1-124 0,0-3-57 0,0 1-29 0,-1 0-330 15,1-1 150-15,0-1 84 16,2 3-753-16,-2-1 379 0</inkml:trace>
  <inkml:trace contextRef="#ctx0" brushRef="#br0" timeOffset="42191.24">19440 14334 2020 0,'0'14'0'0,"0"1"0"0,0-1 0 0,-4-4 0 0,-2 1 0 0,3-3 0 0,1 0 206 0,0-4 181 0,0-1-178 0,2 1-80 0,0-1-52 16,0 0-22-16,0-3-62 0,2 0-1 15,2 0-814-15,3 0 435 0</inkml:trace>
  <inkml:trace contextRef="#ctx0" brushRef="#br0" timeOffset="47861.81">20054 14014 1340 0,'0'-2'0'0,"2"-1"0"0,1 3 0 15,4 0 0-15,-2 0 0 0,2 6 0 0,1 1 0 0,-1 5 0 0,3-1 207 0,-1 4-88 0,2 1-34 0,1-2 131 0,-1 1-92 16,3 2-46-16,-4 0-22 0,1 2-20 15,1 0 5-15,1-1-8 0,-4 3-67 0,3 3 34 16,-3 1 0-16,-2 0-255 0,0-5 152 0,-2 2 64 16,2 1 36-16,-1-5-515 0,1-2 250 0,1-4 80 15,2-5 70-15</inkml:trace>
  <inkml:trace contextRef="#ctx0" brushRef="#br0" timeOffset="48060.28">20608 13807 1478 0,'2'-5'0'0,"1"5"0"0,-1 0 0 0,-2 13 0 0,0 5 0 0,-5 8 0 0,-8 12 0 0,-4 5 172 0,-5 14-69 0,-5 4-36 15,3 5 340-15,-5 5-191 0,3 4-92 0,0 3 81 16,1-1-86-16,1-2-43 0,5-11-14 0,-5 14-155 16,5-10 63-16,0-5 31 0,5-10 0 0,-2 0-382 15,3-14 214-15,1 1 96 0,3-11-502 16,4-9 231-16,1-9 157 0,4-8-134 0,0-3 135 15</inkml:trace>
  <inkml:trace contextRef="#ctx0" brushRef="#br0" timeOffset="48211.91">20617 14201 1371 0,'15'-14'0'0,"5"7"0"0,0 0 0 0,-1 2 0 0,4-4 0 0,-2 3 0 0,4 4 0 0,-4-1 400 15,7 1-188-15,-1 1-89 0,-4-1-193 0,2 2 51 16,-2 0 26-16,-5 0-609 0,-1 0 303 0,-4 5 150 16</inkml:trace>
  <inkml:trace contextRef="#ctx0" brushRef="#br0" timeOffset="48362.02">20666 14400 1019 0,'-16'10'0'0,"6"-1"0"0,6 3 0 0,2-5 0 0,2 0 0 0,0-4 217 0,2 1-91 0,12-1-39 15,8-2-31-15,2-1 331 0,5 0-177 0,-1 0-89 16,5 0-44-16,-1 0 55 0,2-4-53 0,-2-3-24 16,0 0-483-16,-2 0 230 0,-2-2 116 0,-7 5-588 15,-1-4 339-15</inkml:trace>
  <inkml:trace contextRef="#ctx0" brushRef="#br0" timeOffset="48555.04">21275 13827 2097 0,'0'0'0'0,"0"0"0"0,0 3 0 16,0 11 0-16,0 5 0 0,0 4 0 0,0 3 0 0,0 4 0 0,-7 11 308 0,0 1-138 0,2-3 113 0,-2 12-129 0,1-5-61 16,2 4-30-16,1-2-257 0,-2 3 114 0,2-2 64 15,-3 2 21-15,-1 5-265 0,-5 8 147 16,1-2 72-16,-2 5 37 0</inkml:trace>
  <inkml:trace contextRef="#ctx0" brushRef="#br0" timeOffset="48714.62">21509 14511 1572 0,'0'0'0'0,"2"0"0"0,3 7 0 0,-4 3 0 0,1 1 0 0,-2 3 0 0,0 2 0 0,-5 7 282 0,-5 1-124 0,1 0-63 16,0-3-23-16,-3 8-131 0,3-8 46 0,-1 5 23 16</inkml:trace>
  <inkml:trace contextRef="#ctx0" brushRef="#br0" timeOffset="49392.78">22334 14190 743 0,'-13'-25'0'0,"6"5"0"0,4 5 0 0,3 3 0 0,0 3 0 0,0-2 0 0,8 3 121 16,5-2-47-16,8 3-1 0,2 4 17 0,1 1-28 16,0 2 0-16,-1 0 88 0,7 3-63 0,-7 13-27 15,-1 0 0-15,-3 5-14 0,-3 3-13 0,-6-1 8 16,-1 8-46-16,-7 0-1 15,-2 1 39-15,0 1 0 0,-9 0-56 0,-10 1 36 16,-1-2-8-16,-7-4 28 0,1-3-77 0,-2-2 34 16,0-5 0-16,3-6-45 0,-2-2 19 0,4-7 22 15,2-3-2-15,5 0-198 0,5-1 103 0,8-14 35 16,3-9 17-16,0-4-222 0,16-5 124 0,12-1 63 16,4-2 30-16</inkml:trace>
  <inkml:trace contextRef="#ctx0" brushRef="#br0" timeOffset="49566.32">22760 13944 1397 0,'4'-10'0'0,"-2"6"0"0,-2 3 0 0,-2 1 0 0,-11 1 0 0,-8 15 0 0,2 1 0 0,-1 6 0 0,1 3 209 0,1 3-88 0,2 3-36 0,2 4 212 16,6 1-132-16,2-1-66 0,6-2-33 0,0-2 37 16,4 0-27-16,13-7-8 0,6 1-36 15,4-7-56-15,8-3 28 0,-1-5 1 16,3-1-295-16,-2-3 157 0,1-3 83 0,-1-4-495 15,-1 0 240-15,-1 0 148 0,-7-1-1 0</inkml:trace>
  <inkml:trace contextRef="#ctx0" brushRef="#br0" timeOffset="49765.78">23243 13768 1437 0,'0'0'0'0,"2"3"0"0,-2 15 0 0,0 3 0 0,0 5 0 0,-2 2 0 0,-9 9 0 0,-2 8 223 16,-1-3-95-16,0 4 169 0,-4-1-132 0,6-2-67 16,1-6-24-16,-1 5-136 0,3-4 47 0,0-4 24 15,0-6 0-15,4-8-373 0,-1-2 206 0,5-7 91 16,-1-4-196-16,2-7 148 0,0 0 20 0,0-7 55 16</inkml:trace>
  <inkml:trace contextRef="#ctx0" brushRef="#br0" timeOffset="49892.45">23157 14034 980 0,'5'-8'0'0,"4"4"0"0,1 3 0 0,-2 1 0 0,1 0 0 0,-2 0 0 0,1 11 0 0,0 0 210 0,-1 4-88 0,0 0 61 15,1 1-75-15,0 0-30 0,-1 1-8 0,3-2-275 16,-1-1 119-16,0-4 59 0,2-2 30 0,3-3-510 16,-1-5 251-16</inkml:trace>
  <inkml:trace contextRef="#ctx0" brushRef="#br0" timeOffset="50077.81">23504 13789 1119 0,'6'-10'0'0,"-3"4"0"16,2 4 0-16,-2 2 0 0,-1 0 0 0,-2 15 0 0,0 9 0 0,0 5 131 0,-5 8-49 0,-9 2 260 0,0 6-154 0,-6 7-69 16,-1 0-48-16,-4 8 124 0,0-5-80 15,4-7-42-15,-5 5 0 0,4-4-113 0,-1-6 32 0,6-9 0 16,1-2-372-16,4-12 206 15,4-5 104-15,5-5-252 0,-1-6 170 0,4-4 21 16</inkml:trace>
  <inkml:trace contextRef="#ctx0" brushRef="#br0" timeOffset="50205.59">23386 14146 1067 0,'8'-5'0'0,"3"3"0"0,0 2 0 0,-1 0 0 0,-3 7 0 0,0 6 136 0,1 5-52 0,0 0-17 0,1 7-9 16,0-2 220-16,-2 2-123 15,3-3-223-15,-2-2 51 0,3 1 33 0,2-1-8 16,0-5 24-16,2-2-531 0,2-3 262 0</inkml:trace>
  <inkml:trace contextRef="#ctx0" brushRef="#br0" timeOffset="50512.28">23756 14070 884 0,'1'-10'0'0,"1"7"0"0,1 3 0 0,-3 0 0 0,0 13 0 0,0 8 203 0,0 10-77 0,-5 8-51 0,5 2-21 16,0 1 402-16,0 0-211 0,0-9-107 0,2 5-44 0,10-6 157 16,6-3-109-16,5-9-55 0,2-3-211 0,3-6 79 15,-3-9 47-15,7-2-9 0,-2 0-290 0,-2-13 165 16,-5-8 82-16,-3-3-308 0,-5-5 148 0,-4-1 104 16,-4-3-28-16,-5-3 21 0,-2-6 39 0,0 2 1 15,-6 1 32-15,-8-9 62 16,-3 6-27-16,-2 5-1 0,0 9-25 0,-3 2 109 15,-1 12-62-15,-4-1-21 0,2 11 245 0,-1 4-133 16,5 0-26-16,1 3 53 0,4 10-23 0,5 1-50 16,5 4 29-16,4 2-79 0,2 1 25 0,0 1-2 15,12-7-374-15,10 7 178 0,6-10 86 16,2-3-525-16,4-5 274 16</inkml:trace>
  <inkml:trace contextRef="#ctx0" brushRef="#br0" timeOffset="51011.95">24198 13836 1339 0,'-9'-10'0'0,"8"0"0"0,1 7 0 0,0-1 0 0,4 0 0 0,9 0 0 0,3 0 209 0,2 1-93 0,6 0-41 0,1 0 113 16,0 1-78-16,2 0-39 0,-4 0 9 0,1 0-117 16,-1 1 36-16,-3 1-1 0,-1 0 35 0,-6 0-411 15,-1 0 202-15,-5-2 104 16,-3 2-402-16,-4 0 243 0,0-2 14 0,0 0-91 15,-9 0 141-15,-3 0 72 0,1 1 95 0,0-3 0 16,1 0 0-16,1 0 0 0,0 0 0 0,0 3 0 16,2-2 0-16,2 3 195 0,1 0-99 0,0 0-72 15,1 4-25-15,-1 8 321 0,-2 1-124 0,0 4-91 16,-3 4 12-16,-2 0 119 0,-3 4-106 0,-2 0-49 16,-1 1-24-16,-4-2 94 0,1-1-60 0,2-7-20 15,-1 2-9-15,4-3 67 16,3-4-49-16,4-4-23 0,0-1 38 0,5-2-23 15,3 0-8-15,0-3-32 0,2-1 46 0,13 0-22 16,7 0-1-16,-1 0-53 0,9-1-8 0,-2-3 39 16,2-3-1-16,-1-1-412 0,-3 1 203 0,-4 2 86 15,1 0-550-15,-2 1 298 0,-5 1 154 16,0 1-111-16,-6 0 134 0,-2-4 58 0,-2-2 42 16,-5 1 0-16,2-5-74 0,-1 5 71 0,-2-2 69 15,0 4 0-15,0 0 0 0,0 4 0 0,0-3 0 0,-2-2 0 16,-5 2 0-1,4 3 351-15,1-2-190 0,-2 1-86 0,4 2-52 16,-2-1 44-16,2 1 162 0,0 0-53 0,0 0-75 16,0 7-35-16,2 3 48 0,0 3-41 0,2 0-278 15,-2 2 126-15,-2 2 53 0,0 0 29 0,0 1-439 16,0 0 221-16,-8-4 120 0,-4 2 22 0</inkml:trace>
  <inkml:trace contextRef="#ctx0" brushRef="#br0" timeOffset="51404.6">24304 14168 967 0,'-9'0'0'0,"4"0"0"0,1 0 0 0,1 0 0 0,1 0 0 0,2 1 0 0,0-1 0 0,0 0 67 0,5 2 152 16,8-2-93-16,-1 0-161 0,4 0 41 15,0 0-7-15,1 0 34 0,1 0-1 0,-3 0-174 16,2 0 88-16,-6-2 51 0,-2-3-402 0,1 0 209 16,-4-1 104-16,-3 1 52 15,-1-2-217-15,0-1 124 0,-2-1 71 16,0-2 62-16,0-1 0 0,-2 2 0 0,-5 2 0 0,-2 2 152 15,0 5-94-15,0-2 720 0,-3 3-777 0,1 0-14 16,1 17 49-16,-1 2-30 0,4 8 203 0,1 1-88 16,3-1-44-16,3 6 159 0,0-2-102 0,0-4-43 15,0 5-33-15,6-7-16 0,1-7-9 16,7-2 0-16,-3-3-1 0,6-8-247 0,-1-3 120 16,2-2 64-16,1-6-368 0,-1-11 214 15,0-5 74-15,-1-5 15 0,-1-1-162 0,-2-4 118 16,-3-3 32-16,3-7-110 0,-5 3 92 0,-2 3 40 15,2 0 86-15,-2 4 0 0,-3 12 0 0,-1-1 0 16,-1 9 0-16,0 3 217 0,0 5-119 0,-2 3-65 16,1 1 338-16,1 5-195 0,1 11-61 0,-3 1 123 15,2 1-107-15,-2 2-49 0,0 7-25 0,0-6 14 16,0 1 0-16,2-1-30 0,0-3-329 16,-1-3 160-16,5-5 80 0,-1-3 41 0,1-3-442 15,1-4 213-15</inkml:trace>
  <inkml:trace contextRef="#ctx0" brushRef="#br0" timeOffset="51624.02">24805 13745 908 0,'0'-6'0'0,"0"4"0"0,0 2 0 0,0 0 0 0,0 6 0 0,0 7 377 0,3 6-171 0,-2 4-87 0,2 6 113 0,-1 3-91 0,-2 10-58 0,0-4-25 15,0 2 0-15,0 3 142 0,2 1-84 16,-2-7-33-16,0 11-109 0,0-13 30 15,0 5 0-15,0-5-118 0,0-3 73 0,-4-7 45 16,-3-1-8-16,0-6-231 0,2-2 128 0,-3-6 69 16,3-5-28-16,-3-2-144 0,2-3 46 0,-1 0 69 15,0 0 6-15,1-7-225 0,3-8 141 0</inkml:trace>
  <inkml:trace contextRef="#ctx0" brushRef="#br0" timeOffset="51822.48">25099 13515 1271 0,'2'-5'0'16,"3"5"0"-16,5 0 0 0,-1 11 0 0,-1 8 0 0,-1 4 0 0,1 9 463 0,1 10-219 0,-3 6-106 0,-1 2-52 0,-3 3 150 16,2 3-102-16,-3-2-42 0,2 3 127 15,-3 0-92-15,0-1-48 0,0 0-23 16,0-1-77-16,0-5 35 0,0-2-8 0,0-2-399 15,0-10 213-15,0-1 107 0,-4-1 52 0,0-2-823 16</inkml:trace>
  <inkml:trace contextRef="#ctx0" brushRef="#br0" timeOffset="51967.1">25570 14804 1598 0,'4'-11'0'0,"8"11"0"0,-3 0 0 0,-4 0 0 0,-1 0 0 0,-1 0 0 0,2-2 13 0,-3-6 0 16,-2-2-29-16</inkml:trace>
  <inkml:trace contextRef="#ctx0" brushRef="#br0" timeOffset="56932.5">9489 15446 1068 0,'-2'0'0'0,"1"0"0"0,-1 0 0 0,0 0 0 0,2-2 0 0,0 2 0 0,0 0 0 0,0 0 121 16,0-1-45-16,7-3-21 0,7 3 159 0,2 0-94 15,3-2-44-15,5 2 54 0,3 1-48 0,-1-2-25 16,0 2 8-16,4-2 73 0,-1 0-53 0,-1 1-26 16,-2-1 0-16,-4 0 9 0,3 2-8 0,-4-3-27 15,0 2-76-15,-5 1 38 0,0 0 0 0,-5 0 46 16,0 0-198-16,-5 0 95 16,-2 0 36-16,-1 0-129 0,-1 0 56 0,-2 0 54 15,0 1-19-15,0 2-200 0,-7-1 103 0,-7 0 64 16,3-2 32-16,2 1-76 0,-1-1 58 0,-5 0 26 15,5 0 24-15,1 0 0 0,0 2 0 0,-1-2-8 16,3 2 123-16,0 1-58 0,1 0-28 0,1-1 85 16,-2 2-57-16,4-3-36 0,1 2 27 0,0 0 260 15,2-1-107-15,-2 1-79 16,2 1 7-16,0 3 111 0,0 2-92 0,0 2-40 16,0 4 47-16,0 0-44 0,0 11-23 0,2-4 8 15,0 11 17-15,0-1-24 0,1 3 1 0,0 8 5 16,1-3 1-16,-3-5-22 0,1 12-8 0,0-4 9 15,0-8-9-15,0 4-1 0,0-2 1 0,-1-5-25 16,1 0-7-16,0-6 31 0,-2-4-87 0,0 0 44 16,0-2 15-16,0-5 8 0,-4 1-143 0,-3-6 72 15,-2-2 22-15,-3 0-95 16,-1-3 54-16,-2-3 35 0,0-1 1 0,-1 2-7 16,0-3 1-16,-1 0 0 0,2 2-9 0,0-2 73 15,0 0-7-15,5 0-36 0,-1 0 238 0,4 2-112 16,2-2-48-16,3 2 244 0,-1-2-130 0,3 0-73 15,0 4-12-15,3 0 44 0,8 1-46 0,8 0-14 16,5 0-9-16,0-1 59 0,3 2-41 0,3-1 0 16,-2-2-40-16,-2-3 167 0,6 0-200 15,-3 0 0-15,-3 0 0 0,0 0 0 16,-6 0 0-16,3 0 0 0,-5 0-334 0,2 0 221 16,-8 0 45-16,2 0-453 0,-5 0 223 0,3-3 123 15,-3-3 71-15,-2-3-428 0,3 2 249 0,-2-3 125 16,1-5 55-16,0 1-181 0,1-6 125 0</inkml:trace>
  <inkml:trace contextRef="#ctx0" brushRef="#br0" timeOffset="57116.75">10176 15643 1460 0,'5'-7'0'0,"2"4"0"0,0 1 0 0,3-3 0 0,1-1 0 0,2 2 0 0,4 3 0 0,0-1 263 0,2 1-119 0,2 1-55 0,-1 0 250 15,5 0-153-15,1 0-77 0,-5 0-30 0,6 0-14 16,-2 0-32-16,-2 0-1 0,-2 0-141 0,-1 0 70 16,-3 0 44-16,-2 0-465 0,-5 0 245 15,-1 0 125-15,-4 0 61 0,-3 0-680 0</inkml:trace>
  <inkml:trace contextRef="#ctx0" brushRef="#br0" timeOffset="57284.88">10289 15867 1414 0,'-11'9'0'0,"6"1"0"0,-2-2 0 0,4-1 0 0,1-2 0 0,2 1 0 0,0 0 0 0,2-1 0 0,13-1 533 0,4-2-250 15,7-1-125-15,0-1 280 0,3 0-203 0,1 0-93 0,0 0-46 16,0 0-31-16,-2 0-1 16,-1-1-31-16,-7-1-363 0,2 0 189 0,-2-1 83 15,-4 0 46-15,-1 3-772 0</inkml:trace>
  <inkml:trace contextRef="#ctx0" brushRef="#br0" timeOffset="62558.75">11591 15454 558 0,'1'-4'0'0,"1"0"0"0,1 2 0 0,-1-3 0 0,0 3 0 0,0-1 0 0,-1 0 41 0,1 1 137 0,0-1-72 0,-2 1-37 16,2-3 61-16,0 4-48 0,-1-5-17 0,1 3-7 15,0-5-15-15,0 0-11 0,0-3 1 0,0 1-38 16,-1-4 46-16,2-3-9 0,-1-1 1 0,-2 0-43 15,0 0 21-15,0-3-33 16,0 2 36-16,0 0-9 0,-6 3 28 16,0 1-30-16,-1 0 0 15,0 1 10-15,-2 4 12 0,-2 2-20 0,2 2 48 0,-3 0-3 0,3 5-32 16,0-2 0-16,-3 3 37 0,3 0-30 0,0 0 27 16,0 0-25-16,1 4-3 0,-1 2 13 0,1 1-22 15,1 0 14-15,-1 5-2 0,1-3 5 0,1 3-1 16,1-1 4-16,-2 3-7 0,4 2 26 15,-3 3 1-15,4-1-27 0,-1 1 36 0,1 0 7 0,2 4-40 16,0 3 3-16,0-2 40 0,0 3-20 16,0-1 0-16,0 4-13 15,0 0-8-15,2 2 35 0,0 1 0 0,3 4-35 0,-1-1 22 16,2-1 9-16,-2 3-31 0,1 5-5 0,-1-10 5 16,1 11 0-16,-3-9-34 0,4 3 41 0,-2 1-7 15,0 1 0-15,-2-3-1 0,-1-1-21 0,1-1 1 16,-2 0-6-16,0-4 26 0,0 2-6 0,0-1 4 15,0-3-38-15,-5-1 1 0,-2-7 33 0,0 1-48 16,-2-3 20-16,2-2 1 16,-5-4-110-16,3-2 78 0,0-5 43 0,-5 0 1 0,3-3-62 15,-3 0 28-15,3-3-7 0,-1 0 33 0,2 0-13 16,-3 0-123-16,2-3 54 0,-1-3-150 16,3-1 96-16,2-2 51 0,-2 0 14 0,4-2 8 15,1-3 28-15,3 0-325 0,1-2 163 16,0 2 80-16,0-3-393 0,5 1 241 0,11 2 117 15,4-4 58-15</inkml:trace>
  <inkml:trace contextRef="#ctx0" brushRef="#br0" timeOffset="63891.33">11901 16083 275 0,'-4'0'-26'16,"2"0"0"-16,-2 0 311 0,3 0-219 0,-3 0-33 0,0 0-1 15,1 0 1-15,-1-3 66 0,-1 2-38 0,2-1 70 16,1 2-46-16,-2 0-26 0,3 0 0 0,-3 0 34 16,0 0-34-16,1 0 0 0,-1 2-27 0,-2 7 75 15,2 3-37-15,0-1 8 0,1 3 86 16,-1 1-103-16,2 2-28 0,2 2 0 15,0 2 100-15,0 0-72 0,0 1-28 0,0 0-1 0,2-5 8 16,7 1-8-16,5-3 1 0,-1-2 8 0,4-2-44 16,-1-3 0-16,3-3 36 0,1-3 0 15,3-2-53-15,0 0 34 0,3-2-8 0,-3-7 27 0,-3-4-108 16,1-2 44-16,-8 0 27 0,1-6-50 16,-5 2 33-16,-2-1 1 0,-5 0 1 0,-2-1-66 15,0 1 41-15,0 1 7 16,-11 2 2-16,-5-1-22 0,2 3 1 0,-5 3 26 0,-1 1 11 0,1 6 26 15,-4 3 5 1,3 0-38-16,-3 2 45 0,4 0 2 0,1 5-38 16,2 5 2-16,7-5-87 0,2 4 44 0,1-5 0 0,6 3 44 15,0-2-115-15,0 1 46 0,2 0 32 0,5-4-265 16,6-2 142-16,1 0 70 0,-2 0-179 0,6 0 117 0</inkml:trace>
  <inkml:trace contextRef="#ctx0" brushRef="#br0" timeOffset="64235.36">12116 15073 1238 0,'-1'-7'0'0,"-1"4"0"0,0 1 0 0,0-1 0 0,0 0 0 0,2 2 0 0,-1-1 193 0,-1 2-72 0,2 0 180 16,0 0-246-16,0 0 1 0,0 11-24 0,0 4 55 15,2 4-19-15,3 7-8 0,-1 1-28 0,-3 0-30 0,1 3 0 0,1 2 31 0,-1-2 8 16,0 3-343 0,0-1 167-16,1-1 85 0,-1 2 41 15,2-2-586-15,-3-1 259 0</inkml:trace>
  <inkml:trace contextRef="#ctx0" brushRef="#br0" timeOffset="66492.73">15573 15660 489 0,'0'0'0'0,"0"0"0"0,0-2 0 0,-2 0 0 0,1 0 153 0,-2-3-60 0,1 1-22 16,-2-2-8-16,3 0-30 0,-5-1-34 15,2 0 0-15,1 0 34 0,-1-1-50 0,-1 1 18 16,-2-6 0-16,0 6-17 0,2-2 38 0,-3 2 0 0,0 0 21 16,1 1-23-16,-2 0 1 15,0 2-1-15,-2 2 31 0,1 0-5 0,1 2-21 0,-5 0-9 16,5 0 3-16,-3 0 55 0,3 12-25 0,0-1 16 16,0 4 3-16,0 4-15 0,0 3 0 15,2 4 11-15,3 1-31 0,1 2 8 16,-2 2-12-16,3-1 4 0,2 0 0 0,0 0-33 15,0-2 33-15,0-4 7 0,2 1-7 0,4-4 0 16,2-5-37-16,1 0 37 0,0-7-1 0,-1-3 9 16,1 0-17-16,2-6-29 0,1 0 0 0,-1 0 5 15,3-12 1-15,0-10 24 0,1-5-31 0,4-11 0 16,-2-1 21-16,1-6-121 0,0-2 58 0,-2-2 29 16,0-3-13-16,-2-1-91 0,0-11 54 0,-3 3 31 15,-2-4 5-15,-1 6-3 0,-2-11-72 0,-3 16 42 16,1-1 65-16,-2 8-30 0,-2 12-5 0,0 6-4 15,0 3 7-15,0 8 52 16,0 5-25-16,0 6-1 0,-4 6 182 16,0 1-100-16,1 0-30 0,-1 8 64 0,1 16-44 0,0 2-30 15,3 5 4-15,0 8 3 0,0 8 72 0,0-1-45 0,0 5-3 16,0 2-1-16,4 1 6 0,0 0 7 16,0-1-46-16,-1-2 1 0,1-3 0 15,0-5 0-15,1-7-24 0,1 2 8 0,0-6 16 16,1-9 0-16,-1-2 0 0,1-3-125 0,-1-7 55 15,0-3 41-15,1-7-241 0,0-1 122 0,2 0 43 16,0-15-111-16,2-9 71 0,-1-6 39 16,1-8 4-16,-4-1-65 0,0-3 51 0,0-1 25 0,-2 1-9 15,-1 6-7-15,-1-4 41 0,1 6 0 16,0 11 73-16,-3 6-37 0,1 5 1 0,0 2 232 16,0 7-122-16,-2 0-71 0,3 3-14 0,-1 10 261 15,-1 8-122-15,5 8-79 0,1-5-1 0,2 4-32 0,3-1 125 16,3 1-74-16,-2-5-29 15,7 3-17-15,-1-4-28 0,1-4-1 0,-4-3-204 16,1-2 103-16,0-2 59 0,-4-1 17 0,-4-1-416 16,2-3 213-16,-2 1 65 0,-4-1 67 0,1-1-455 15,-1-2 247-15,0 0 120 0,1 0 60 0</inkml:trace>
  <inkml:trace contextRef="#ctx0" brushRef="#br0" timeOffset="66799">16218 15183 868 0,'1'-13'0'0,"-1"6"0"0,0 1 0 0,0 3 0 0,0-1 0 0,0 2 215 16,0-1-92-16,0 3-44 0,0 0-24 0,-3 0 149 15,0 0-78-15,-1 6 132 0,-1 9-113 0,-1 5-56 16,1 4-28-16,-5 5 121 0,-3 7-66 0,-1 12-46 0,-7 11 0 16,-4 3 64-16,-1 7-50 0,-10 17-26 0,2-12 48 15,-10 22-41-15,-2-2 1 16,3 4-33-16,-2 1-6 0,0-5 6 0,5-15 8 15,-7 13-8-15,16-27-29 0,-1 1 29 0,7-13 0 16,4-2 0-16,7-14-58 0,3-1 25 0,2-12-1 16,4-1 34-16,1-10-159 0,2-4 58 0,2-4 46 15,0-2-132-15,0-3 76 0,0 0 21 0,0 0 11 16,0 0-11-16,0 0 35 0,0 0-16 0,0 0 10 16,0 0-10-16,0 0 13 0,0 0-18 0,0 0-164 15,0 0 91-15,0 10 41 0,0 1 22 16,0 6-488-16</inkml:trace>
  <inkml:trace contextRef="#ctx0" brushRef="#br0" timeOffset="71162.39">12530 15501 908 0,'-2'0'0'0,"1"0"0"0,-1-2 0 0,0 0 0 0,2 2 0 0,-2 0 62 0,2 0 146 15,0 0-87-15,0 0-45 0,0 0 36 16,0 0-43-16,2 0-1 0,5 2-35 0,2 7 102 0,5 2-51 15,-1 3-18-15,0 1 60 0,2 0-46 16,0 1-24-16,0 4-38 0,-2-4 15 0,2 2 8 0,-2 0-8 16,3-1 0-16,-7-1-131 0,2 0 66 15,-3-1 32-15,-1-2 8 0,-1-4-78 0,-1 1 45 0,-1-3 27 16,-2-4-17-16,-1 0-307 0,-1-3 117 0,0 0 97 16,0 0-233-16,3-8 154 0,-1-12 78 15,0-4-205-15,1 3 133 0</inkml:trace>
  <inkml:trace contextRef="#ctx0" brushRef="#br0" timeOffset="71409.95">12825 15323 923 0,'4'-4'0'0,"-2"0"0"0,2 2 0 0,-2 0 0 0,-2 2 0 0,0 0 0 0,0 0 168 0,0 0-67 0,0 0-27 0,0 2 188 16,0 11-115-16,0 5-57 0,0 10 98 15,0 9-77-15,0-2-31 0,-12 18-8 16,1-2 157-16,-4 3-98 0,-2 10-49 0,-1-4-25 15,2-6 107-15,-5 14-70 0,5-9-30 0,0-7 29 16,0 2-30-16,2-5 0 0,3-10-22 0,2 0-75 16,1-9 34-16,4-6-1 0,1-6 34 0,-1-5-88 15,4-4 52-15,-2-3 14 0,2-3-294 0,0-3 150 16,0 0 39-16,0 0-345 0,0 0 207 0,0-6 100 16,0-6 49-16,0-1-368 15,0 0 209-15,0 0 96 0,0-3 61 0</inkml:trace>
  <inkml:trace contextRef="#ctx0" brushRef="#br0" timeOffset="72058.73">13099 15418 1036 0,'-7'-9'0'0,"1"4"0"0,3 0 0 0,-3-1 0 0,1 2 0 0,2 1 0 0,-3 1 0 0,3 0 136 0,1 0-52 0,0 2-26 0,-2 0 109 15,1 2-71-15,-1 14-32 0,0 4 0 0,0 1 6 16,-2 8-1-16,3 2-28 0,-1 3-8 0,4-3 69 16,0 2-35-16,0-4 0 15,0-1-6-15,4-5 8 0,9 1-36 0,0-3-35 16,4-4 35-16,4-2-1 0,0-4 1 0,-3-1-16 15,10-3-9-15,-3-3 25 0,-1 0 0 0,3-4-30 16,-1 0 30-16,-4 0 8 0,1 0-9 0,-2-4-30 16,-1-5 1-16,1-5 10 0,-2-2 12 0,-4-2-57 15,0-4 24-15,-2-1-4 0,-2-1-95 0,1 0 57 16,-5 0 30-16,-2 1-43 0,-1 0 33 0,-2 1 6 16,-2 1 0-16,0 0-42 15,0 3 27-15,0 2-3 0,-6 0 4 16,-1 2 66-16,-2 3-23 0,-3 0-12 0,1 0 111 0,0 4-56 15,-1 1-29-15,1 0 11 0,1 2 81 0,1 2-45 16,-2 2-29-16,4 0 37 0,-1 0-29 0,1 0 3 16,-1 0-1-16,5 2 15 0,-3 4 1 0,2 1-9 15,-2 3-21-15,2-1 8 0,-1 3-8 0,1 0-1 16,1 4 47-16,-3 2-9 0,2-2-38 0,-2 4 1 16,3 6 74-16,-1-2-37 15,0 1 8-15,2 8 31 0,1-2-39 0,-1 3 1 0,0 0-39 16,2 0 31-16,0-1 144 0,0 3-207 15,0-2 0-15,0-2 0 0,0-1 0 0,2 0 0 16,3-5 0-16,1 4 0 0,-3-9 0 0,5 1 0 16,-2 0 0-16,0-5-192 0,-3-1 171 0,1-1-39 15,-2-2 16-15,-1-4 25 0,1 3-17 0,0-5-77 16,-2 0 29-16,0-1 35 0,0-2-5 16,0-1-83-16,0-1 46 0,-4 0 29 15,-1-2-179-15,1 3 109 0,-1-3 49 0,-2 0 26 16,4 0-420-16,-1 0 223 0,2 0 102 0,2 0-494 15</inkml:trace>
  <inkml:trace contextRef="#ctx0" brushRef="#br0" timeOffset="72815.32">13911 15282 749 0,'-2'-3'0'0,"-1"-3"0"0,-2 2 0 0,-1 1 0 0,3 1 0 0,-3 0 0 0,1 1 168 16,-3 1-67-16,0 0-35 0,1 0 48 0,-2 5-44 15,-3 6-1-15,1 6 61 0,-3 4-49 0,4 3-24 16,-3 6 8-16,-1 5 101 0,1 5-66 0,3 0-34 15,-2 3 0-15,4 0 120 0,3-6-68 0,3 3-47 16,0 0 80-16,2-3-58 0,0-4-31 0,0 1 1 16,6-3-4-16,5-3-27 0,1-2 1 0,-2-1-27 15,3-4 1-15,-1-3 25 0,1-2 9 0,-1 2-87 16,2-5 39-16,1 1 0 0,-3-4 39 16,-1 1-187-16,-2-4 95 0,1-3 10 0,-1 2-266 0,-4-2 136 15,1-2 82-15,-2-2 13 16,0 0-301-16,0 0 180 0,-1 0 87 0,1 0-132 15,0-2 109-15,1-8 54 0</inkml:trace>
  <inkml:trace contextRef="#ctx0" brushRef="#br0" timeOffset="73220.25">14085 15509 1086 0,'-2'-8'0'0,"-3"2"0"0,-1 2 0 16,1 2 0-16,-2 1 0 0,-2 1 0 0,2 0 0 0,-4 0 184 0,1 9-76 0,5 6-29 0,-3 4 129 0,3 5-87 0,1 0-45 15,2 1-21-15,2 3 94 0,0-4-50 0,0 4-37 16,2-1 54-16,7-2-41 0,2-1-21 0,3-4-1 16,-3-1 53-16,8 4-40 15,-4-11-1-15,7 4-36 0,-2-7 3 0,0-1 9 16,2-3-8-16,1-5-62 0,-3 0 31 0,7 0 0 15,-8-13 31-15,-3 0-142 0,3-8 51 16,-8 5 44-16,1-5-149 0,-5 1 85 0,1-4 19 0,-7 2 28 16,1-6-44-16,-2 4 29 0,0-5-2 0,0 0-11 15,-9 1-8-15,0 5 33 0,-5-4-4 16,3 9 29-16,-4 3-23 0,-1 0 2 0,-2 5 9 16,0 6 68-16,1 0-25 0,-4 4-22 0,4 0 105 15,0 4-58-15,1 6-24 0,2 1-2 16,1 0-7-16,4 1-16 0,1 3 14 0,4-4-225 15,2 1 104-15,1-2 48 0,1 0 28 0,0 0-158 16,0 1 75-16,1-2 46 0,7-1-4 0,2-4-320 16,-1 3 185-16</inkml:trace>
  <inkml:trace contextRef="#ctx0" brushRef="#br0" timeOffset="73507.98">14489 15191 1343 0,'3'-5'0'0,"0"1"0"0,4-1 0 0,-3 2 0 0,2 0 0 0,1 2 0 0,1 1 0 0,3 0 0 0,2 0 0 0,0 0 302 0,0 7-134 15,3 2-68-15,0 4 126 0,1 3-96 0,-4 1-41 16,3 9-32-16,-5 0 78 0,2 6-51 0,-4 2-26 15,2 9 0-15,-3-7 29 0,0 13-31 0,-5-4 0 16,-1 2-24-16,0-1 32 0,-2 6-23 0,0-4-9 16,-11 1-43-16,-4 1 21 0,-4-2 1 0,-5 3-237 15,-3-2 138-15,-3-2 35 0,-2-3 39 16,0-3-621-16,1 1 304 0,2-4 138 0</inkml:trace>
  <inkml:trace contextRef="#ctx0" brushRef="#br0" timeOffset="79512.3">16611 15660 737 0,'0'0'0'0,"-2"2"0"0,1 0 0 0,-1 0 0 0,0 0 0 0,-2 0 0 0,2 0 0 0,-1-1 0 0,1 1 86 15,2 2-19-15,-2-1-8 0,2-1-1 0,0 1 0 16,0-1-25-16,0 2 8 0,0-3 20 0,0 0-28 16,0 2 0-16,2-3 0 15,2 0-4-15,-1 2 12 0,3-2-8 0,-3 0 51 0,4 0-25 16,-4 0-1-16,1 0 8 0,3 1 32 15,-1-1-37-15,3 3 0 0,3-2 28 0,1-1-29 16,4 2 1-16,1-2-20 0,3 0 21 0,4 0-29 16,-1 0 0-16,0 0 0 0,2 0 0 0,-3 0 7 15,7 0-41-15,-1 1-1 0,-5 4 35 0,3-2-1 16,-8 1-63-16,4 2 39 0,0 2-7 0,-2-3 14 16,-1 0-60-16,1 0 26 15,-3-2-1-15,1-1 24 0,-3-2-22 0,4 0 5 16,-5 0-1-16,-2 0-1 0,0 0-40 0,-5 0 19 15,-1-2 1-15,-1 0-14 0,-5 1 0 16,1-1 31-16,0 2-31 0,0-3 29 0,-2 3 7 16,0 0-9-16,0 0-30 0,0 0 31 0,0 0 3 15,0 0-9-15,-2 0-202 0,-2 0 96 0,1 0 51 16,-3 0-114-16,3 0 82 0,-1 0 32 16,-2 0 8-16</inkml:trace>
  <inkml:trace contextRef="#ctx0" brushRef="#br0" timeOffset="79766.61">16973 15236 806 0,'-7'-8'0'0,"4"5"0"0,1 1 0 0,-1-1 0 0,1 2 0 0,2 1 0 0,-3 0 239 0,3 6-107 0,0 8-49 0,0 9 69 0,0 4-60 16,0 14-30-16,5 4 9 0,-2 13-38 0,1 2 40 16,-3 5-40-16,-1 6 0 0,0 0-86 0,0-8 51 0,0 20 13 15,0-7 1-15,0-3-60 0,0-4 41 16,0-14-1-16,0-6 49 0,2 7-370 0,0-13 137 16,0-8 96-16,-1-1-367 0</inkml:trace>
  <inkml:trace contextRef="#ctx0" brushRef="#br0" timeOffset="81542.81">17949 15434 691 0,'0'0'0'0,"0"0"0"0,0 0 0 0,0 0 0 0,0-1 0 0,0-1 0 16,0-2 0-16,0-1 0 0,1-1 150 0,1-1-59 0,0-3-29 0,0-1-1 0,0-2-10 0,0 0-10 16,-1 0-9-16,1-2 1 15,0 0-23-15,-2 0 0 0,0-2 23 0,0 1-24 16,0 1-7-16,0 2 31 0,-2 1 0 0,-5-3-37 15,0 6 37-15,-1-1-22 0,-4 2-11 0,3 2 9 16,-3 0 13-16,3 5-10 0,-3-4 48 0,0 4-35 16,1 1-4-16,2 0 37 0,-1 0-34 0,1 4 2 15,1 1-2-15,1 2 46 0,1 2-44 0,2 0 5 16,0-1-3-16,2 0 32 0,1 4-31 16,-1-3 13-16,2 4 28 0,0-1 0 0,0 1-37 15,0 2-1-15,0 0 32 0,0-1 8 16,0 6-39-16,0-1 0 0,0 1 54 0,2 7-27 15,-1-3 0-15,3-2 38 0,0 9-36 0,0-4-1 16,0 2 16-16,-2 1-23 0,1 0 9 0,1 0-30 16,-2 0 36-16,2 2-37 0,-3 0 1 0,1 2 0 15,2 0 37-15,-2-3-37 0,-1 1 0 0,4 0-32 16,-3 1 0-16,0-1 32 0,0-2 8 16,-1 3-53-16,1-3 23 0,0 0 0 15,-2 0-20-15,0-3 14 0,0-1 6 0,0 4-2 16,0-9-8-16,-4 1 7 0,-1-3 10 0,-3 1-16 15,2-5-23-15,-1-2 29 0,0 1 5 0,-1-5-47 16,-2-3 22-16,3-1-4 0,-4-3 27 0,-3 0-128 16,4-2 59-16,-4 0 23 0,3 0-189 0,-4-9 96 15,3-2 49-15,2-1 16 0,-1-1-210 0,2-1 119 16,0-2 61-16,4 2 30 0,-1-2-118 0,4 2 78 16,0 0 36-16,2 3-283 15,0 0 158-15,2 1 80 0,6 2 31 0,3 0-289 16</inkml:trace>
  <inkml:trace contextRef="#ctx0" brushRef="#br0" timeOffset="81958.75">18145 16093 424 0,'0'-5'48'0,"0"1"-24"0,-1 3 0 16,1-2 255-16,0 3-128 0,-2-1-59 0,2 1-29 0,0 0 149 15,0 0-81-15,0 0-54 16,0 5-21-16,0 6-1 0,0 5 54 0,0 2-39 0,0 3 9 16,0-1-46-16,0 4 141 0,0-3-70 0,5-2-36 15,5 3 86-15,-1-5-52 0,4-3-39 16,3-1 0-16,0-3-8 0,1-2 1 0,3-6-23 0,-2-2 8 0,1 0-59 15,-3 0 25-15,5-13-19 0,-4-1 22 16,-2-5 0-16,-4 1 31 0,1-9-121 0,-5 5 57 16,-3-5 4-16,-2 3 22 0,-2-3-97 0,0 5 53 15,-2-6 5-15,-7 1 0 16,-7 4-59-16,3 1 43 0,0 8 10 0,-4-2-4 0,-2 7 31 16,1 4-3-16,-1 3-10 0,-2 2-20 15,5 2 24-15,-4 9-2 0,8 2-26 16,-2 1 1-16,7 0 27 0,1-3 0 0,4 1-194 15,2-1 85-15,0 0 53 0,0 1 25 0,2-5-297 16,7 1 161-16,1-2 78 0,-2-4 32 0</inkml:trace>
  <inkml:trace contextRef="#ctx0" brushRef="#br0" timeOffset="82301.39">18363 15078 711 0,'0'-10'0'0,"0"5"0"0,0 1 0 0,0 0 0 0,0 3 0 0,0-1 466 16,0 0-208-16,0 2-117 0,0 0-54 0,0 0 208 16,4 8-131-16,2 2-66 0,-2 4 90 0,1 3-81 15,-1 0-38-15,0 5 1 0,-1 5 82 16,-1-3-59-16,0 0-23 0,0 8-7 0,-2 0-11 0,0 0-20 16,0 3 1-16,0 1-173 0,-2 0 94 15,-5 0 36-15,1 0-539 0,1-5 260 16,-1 1 149-16,2-1 27 0</inkml:trace>
  <inkml:trace contextRef="#ctx0" brushRef="#br0" timeOffset="93933.27">18865 15584 1116 0,'-1'-5'0'0,"-2"-2"0"0,1-1 0 0,2 1 0 0,0 1 0 0,0-1 177 0,2-3-72 0,6 5-37 0,1-1 39 16,4-1-41-16,1 3 0 0,-2 1 27 16,2 2-30-16,2 1 9 0,0 0-1 15,0 0-39-15,2 4 1 0,0 11 0 0,1 2 10 16,0 3-2-16,-2 3-8 0,0 5-13 0,-3 2 12 15,0 2 1-15,-1 2 0 16,-4 2 8-16,-3-1-49 0,0 1 41 0,-4 2-1 0,-2-3-38 16,0 1 39-16,0-2 8 0,-6-5-20 0,-6 3 9 15,0-9-82-15,-4 0 38 0,-4-4 12 0,3-6 6 0,-10-2-128 16,1-5 67-16,0-6 24 0,-2 0-178 16,3 0 93-16,4-10 35 15,-5-4-189-15,12-2 120 0,-2-2 60 0,7-2 29 0,3-2-97 16,6 0 55-16,0-3 40 0,10 3-271 0,5-1 151 15</inkml:trace>
  <inkml:trace contextRef="#ctx0" brushRef="#br0" timeOffset="94199.32">19376 15597 754 0,'0'-14'0'0,"0"3"0"0,-4 0 0 0,-5-2 0 0,-1-2 0 0,-1 1 222 16,0 2-95-16,-3 0-46 15,5 3 88 1,-2 4-68-16,-1 2-26 0,-2 1-9 0,0 2 9 0,2 5-22 0,-6 13 0 16,4 5 98-16,0 3-51 0,-1 5-38 0,4 3 1 0,1 4 87 15,5-1-59-15,1-1-29 0,4 0 9 0,0-5-6 16,2 2 1-16,7-5-34 0,7-2-128 16,0-2 64-16,3-4 41 0,8 0-9 15,-3-6-119-15,2-2 76 0,2-3 37 16,-2-3-458-16,-3-5 211 0,6-1 122 0,-5 0-366 15,-4 0 232-15,7-3 116 0,-8-2 50 0</inkml:trace>
  <inkml:trace contextRef="#ctx0" brushRef="#br0" timeOffset="94752.55">19877 15704 831 0,'0'1'0'0,"-2"-1"0"0,2 2 0 0,-2-2 0 0,0 0 0 0,2 0 0 0,-1-2 0 0,1-8 224 15,0-1-95-15,0 2-49 0,-2 0-8 0,0-3-8 16,-2 1-32-16,-1 0 32 0,-2 2-31 0,-2 1 0 16,0 3 40-16,-3-3-40 0,-2 5 0 0,-1 1 84 15,-2 2-42-15,1 0-22 0,-4 2 9 16,-2 12 62-16,3 4-46 0,0 5-22 0,2 0-1 15,2 4-22-15,3 1 8 0,3 0 61 16,4 2-35-16,3-2 1 0,2 0-25 0,0-1-10 16,2-7 8-16,9 5-105 0,1-9 49 0,4 1 24 0,1-4-67 15,3-1 45-15,-4-5 31 0,1-3-193 16,2-4 84-16,-2 0 50 0,-3-3 3 0,4-13 0 0,-7-1-99 16,2-11 61-16,0-1 5 0,-2-2-47 15,-1-10 42-15,1-1 22 16,-4 3-61-16,3-15 45 0,-1-8 1 15,-1 0 36-15,1-4 0 0,-1-2-43 0,-1 11 13 0,-1-4 8 16,-1 4 60-16,-1 9-37 0,-1 12-1 0,-1 4 158 16,-1 5-75-16,-1 7-42 0,0 10-20 0,0 2 0 15,0 6 352-15,0-1-174 0,0 3 142 16,0 10-140-16,-3 13-62 0,-4 5-37 16,2 9 1-16,3 1 141 0,-2 12-93 0,3 1-42 0,1 0 42 0,0 2-42 0,0-1-22 15,0 0 8-15,0-1 52 16,0 0-40-16,0-2-1 0,0-5-49 0,0 0-29 15,1-8 9-15,1 1 28 0,0-5-182 16,2-3 92-16,-1-8 45 0,4-1 23 0,-5-7-369 16,1-4 163-16,1-3-145 0,-2-2 137 0,1-4 87 15,3 0 35-15,-1-10 16 0,2-10-177 0,0-3-112 16,0-5 161-16</inkml:trace>
  <inkml:trace contextRef="#ctx0" brushRef="#br0" timeOffset="94980.93">20105 15538 903 0,'13'-4'0'0,"2"3"0"0,0-1 0 0,0 0 0 0,0 0 0 0,4 2 446 0,-1 0-206 0,1 0-104 15,2 2-51-15,-1 7 207 0,3 3-133 0,-2 1-64 16,-6 6-30-16,0-1 61 0,-2 2-47 0,-8 1-15 16,2 6 8-16,-5-1-39 0,-2 0 0 0,0 3 64 15,-14-1-33-15,-1 0 9 0,-2-2-40 16,-4 0 3-16,-1 1-3 0,-3-7 0 15,1 1 0-15,3-6-238 0,-6 0 115 0,6-7 62 16,0-3 27-16,2-3-533 0,6-2 244 16,4 0-112-16,1 0 188 0,5-7 91 0,3-7 45 0,0-2 23 15</inkml:trace>
  <inkml:trace contextRef="#ctx0" brushRef="#br0" timeOffset="95219.75">20632 15386 542 0,'2'-14'0'0,"0"4"0"0,0 0 0 0,-2 2 0 0,0 3 361 0,-9 0-164 15,-5 5-74-15,0 0-49 0,-9 2 269 0,0 14-156 0,-7 10-76 16,1 7-40-16,-1 6 130 0,0 4-88 0,1 4-40 16,5 2-1-16,5-2 219 0,8-2-130 0,9-7-56 15,2 0 72-15,0 0 13 0,14 1-79 0,7-1-39 16,-1-11-62-16,7 1 7 15,8 0-303-15,0-3 159 0,1-7 80 16,-3-5 40-16,3 1-288 0,-2-8 172 0,-3 1 42 16,1-4 51-16,-2-3-855 0</inkml:trace>
  <inkml:trace contextRef="#ctx0" brushRef="#br0" timeOffset="98419">21280 15620 1061 0,'-1'-1'0'0,"-1"1"0"0,2 0 0 0,0 0 0 0,0 0 0 0,0 0 0 0,3 0 0 0,8 0 349 0,5 0-158 0,2 0-79 0,7 0-40 16,-3 0 171-16,1-3-98 0,7 3-59 0,-3 0-4 15,-7 0-24-15,4-1-1 0,-3 1-50 0,-1-2-16 16,-2 2 16-16,-6 0 1 0,0 0-206 0,-1 0 116 16,-2 0 57-16,0 0 37 0,-6 0-505 15,-1 0 246-15,0 3 61 0,-2 10-314 0,0-3 234 16</inkml:trace>
  <inkml:trace contextRef="#ctx0" brushRef="#br0" timeOffset="98594.56">21390 15901 1186 0,'2'0'0'0,"-1"0"0"0,3 0 0 0,2 0 0 0,-1 0 0 0,4 0 0 0,3-4 0 0,1-2 0 0,6 1 443 0,-1-3-205 16,1 2-103-16,2-1-43 0,-3 1 47 0,2 4-53 15,-1 1-27-15,-1-1-328 0,-1 2 150 0,-2 0 85 16,2 0 29-16,-2 0-523 0,0 7 281 0,2-1 140 16</inkml:trace>
  <inkml:trace contextRef="#ctx0" brushRef="#br0" timeOffset="99005.58">22017 15599 1379 0,'-11'-10'0'0,"4"8"0"0,4-1 0 0,-3 2 0 0,1 1 0 0,-1 0 0 0,0 0 0 0,2 0 389 15,1 0-178-15,-1 8-89 0,0 5 45 0,1 2-70 16,-1 5-33-16,1 5 1 0,-1 4 87 0,1 0-60 16,1 3-21-16,2 0-8 0,0-2 62 15,0 0-45-15,10 0-24 0,3-4 50 0,4-5-28 16,7 4-8-16,3-9-37 0,-1-3-13 15,6-3 13-15,0-4 0 0,1-4-48 0,-1-2 21 16,0 0-1-16,0-11 27 0,-2-3-52 0,-3-7 25 16,1-3 10-16,-3-4 13 0,-1-8-160 0,-4 0 56 15,-4-1 44-15,-4-2-128 0,-2 1 76 16,-4-9 21-16,-4 2 25 0,-2 2-109 0,0 0 60 0,-6 1 15 16,-6 5-28-16,-6-1 37 15,-3 6 1-15,-2 6 29 0,-5 5 41 0,1 7 0 16,-6 10-49-16,1 1 8 0,-2 3 168 0,-7 12-77 15,8 9-44-15,-1 5 175 0,8-2-101 0,-1 6-26 16,4 0-32-16,5 0 17 0,3 0-35 0,7-3 38 16,5-5-328-16,3 2 145 0,0-1 71 0,2 0 32 15,10-3-447-15,4-1 213 0,3-2 108 0,5 0 65 16,2-2-197-16,2-2 128 0</inkml:trace>
  <inkml:trace contextRef="#ctx0" brushRef="#br0" timeOffset="99233.59">22649 15550 1314 0,'-13'0'0'0,"10"0"0"0,3 0 0 0,0 0 0 0,2 1 0 0,10 3 266 0,4-1-117 0,7 0-58 0,2-3 383 0,10 0-225 16,6 0-109-16,-2 0-53 0,0 0 50 15,5 0-53-15,-7 0-17 0,4 0-239 0,-2 0 102 16,-6 0 52-16,-3 0 25 0,-5 2-362 0,-1-1 203 16,-5 3 87-16,-5-2 50 0,-2 2-609 0,-4-2 296 15,-3-1 147-15</inkml:trace>
  <inkml:trace contextRef="#ctx0" brushRef="#br0" timeOffset="99447.87">22948 15086 911 0,'-5'-3'0'0,"3"2"0"0,2 1 0 0,0 5 0 0,0 10 0 0,2 4 507 0,1 4-229 0,5 10-127 0,0 9-58 16,-3 3 319-16,-1 7-189 0,1 12-95 16,-3-11 40-16,0 16-72 0,-2-7-31 15,0 0-1-15,0 0-115 0,0-9 41 16,-2 5 30-16,-5-3-319 0,3-5 166 0,-1-3 83 15,5-14-463-15,0 2 228 0,0-13 148 0,0-3-21 0,5-7 68 16</inkml:trace>
  <inkml:trace contextRef="#ctx0" brushRef="#br0" timeOffset="99678.71">23446 15576 1029 0,'0'-12'0'0,"0"5"0"0,10 4 0 0,1 0 0 0,0 2 0 0,4-3 24 0,0 0 366 0,2 0-178 15,4 0-82-15,6 1 97 0,3-3-98 16,0 0-47-16,2 3-158 0,3-4 54 0,-1 5 36 16,-2-1-9-16,0 1-161 15,-2 1 94-15,-4-1 47 0,0 2 24 0,-4 0-531 16,1 0 259-16</inkml:trace>
  <inkml:trace contextRef="#ctx0" brushRef="#br0" timeOffset="100025.79">23513 15837 1469 0,'-13'0'0'0,"6"0"0"0,4-3 0 0,3-4 0 0,0-4 0 0,1 0 0 0,19 0 0 0,5 1 0 0,7 1 137 0,2-1-52 0,2 2-26 15,1 3 114-15,-3 3-75 0,-2 2-32 0,-2 0 0 16,-5 10-123-16,-3 5 46 0,-7 0 29 0,0 10-214 16,-5-3 114-16,-5 2 57 0,-3 2-125 0,-2 1 63 15,-2-1 56-15,-13 1-28 0,-5-4 31 0,-3 0-15 16,-4-3 22-16,-3-2-48 16,-2-5 150-16,-1-2-60 0,-5-2-26 0,-4 0 6 15,9-4 312-15,-1-2-135 0,11-3-85 0,0 0 334 16,9 0-196-16,3 0-100 0,4 0-49 0,7 0 197 15,0-6-115-15,16-1-70 0,10-1-46 0,12 1-16 16,4 1 1-16,1-1 0 0,-6 1-62 0,14 4 26 16,-8 1 1-16,-8 1 35 0,4 0-311 0,-4 0 164 15,-3 0 69-15,-4 8-542 0,-5 0 284 0,-5-2 99 16,-2 4 86-16,-5-3-256 0,-4 1 174 0,-2-1 84 16,-3-4-217-16,1 2 150 15,-3-3 75-15</inkml:trace>
  <inkml:trace contextRef="#ctx0" brushRef="#br0" timeOffset="100216.29">23633 14841 1734 0,'0'-25'0'0,"0"16"0"0,2 8 0 0,8 1 0 0,-1 0 0 0,1 4 0 0,0 11 0 0,1 7 231 0,-1 2-99 0,2 7-42 15,1 11 86-15,-1 1-72 0,-3 7-35 0,-4-1-1 16,1 3-121-16,-1-1 52 0,2 3 12 0,-5 0-567 16</inkml:trace>
  <inkml:trace contextRef="#ctx0" brushRef="#br0" timeOffset="100798.52">24465 15566 994 0,'-21'-20'0'0,"3"1"0"0,7 8 0 0,6 4 0 0,-1 2 0 0,4 2 0 0,0 1 0 0,2 0 193 0,0 0-80 0,15 2-40 0,10 0 174 0,5 0-111 15,4-2-52-15,1 0 144 0,1 2-97 0,3-2-50 16,-3 2-15-16,0-1-82 0,0 1 24 0,-4 0 1 16,-2 0-115-16,-5 0 69 0,-2 0 43 15,-2 0-8-15,-4 0-466 0,-4 3 193 16,-4 1 142-16,-4 2-11 0</inkml:trace>
  <inkml:trace contextRef="#ctx0" brushRef="#br0" timeOffset="100976.37">24568 15790 733 0,'-10'0'0'0,"1"0"0"0,9 1 0 0,0 7 0 0,0-2 0 0,0-2 411 0,3-1-189 0,8 0-95 16,3-2 246-16,5-1-161 0,4 0-94 0,2 0-43 15,-1 0-2-15,3 0-40 0,1-1 0 0,-5-2 8 16,4 0-289-16,0 0 140 0,-6 1 71 0,2-1-514 16,-1 1 284-16,-1 1 147 0</inkml:trace>
  <inkml:trace contextRef="#ctx0" brushRef="#br0" timeOffset="101164.86">25204 15551 924 0,'0'-1'0'0,"0"-1"0"0,6 2 0 0,9 0 0 0,2 0 272 0,3 0-119 16,5 0-61-16,7 0 398 0,13 0-233 0,2 0-112 15,2 0-56-15,-1 0 124 0,3-4-90 0,-8 2-37 16,10-4-203-16,-11 4 75 0,-3 1 38 0,-2-3-1 16,-3 2-430-16,-9 0 242 15,-4 2 108-15,-3 0 59 0,-9 0-623 0,-2 6 273 16</inkml:trace>
  <inkml:trace contextRef="#ctx0" brushRef="#br0" timeOffset="101515.92">25317 15777 1574 0,'-13'0'0'0,"5"0"0"0,6-2 0 0,2-4 0 0,0-3 0 0,10-2 0 0,15 1 0 0,8 0 0 0,8 1 220 0,-7 4-93 0,2 1-47 16,3 1 133-16,-3 3-94 0,-2 0-43 0,-4 12-22 15,-6 4-71-15,-5 0 25 0,-6 2 7 0,-5 10 18 16,-6-1-67-16,-2 2 34 0,-2 3-1 0,-19 4-124 16,2-7 87-16,-10 4 31 0,0-2-4 0,-6-5-112 15,0-3 27-15,3-8 45 0,-7 0 70 0,-4-4-33 16,9-8-27-16,0 0 21 16,4-3 275-16,8 0-128 0,1 0-53 0,5-3-36 15,5-1 349-15,4-2-177 0,5-2-88 0,2 2 56 16,0-3-64-16,17 4-44 0,6-1-1 0,7 1 7 15,9 0-22-15,5 3 1 0,-5 1-74 0,14 1 21 16,-7 0 1-16,2 0 30 0,-2 0-269 0,0 0 135 16,-10 0 75-16,6 1 25 0,-7 1-543 0,-2 0 264 15,-5 1 83-15,-7-2-124 0,-2-1 136 0,-8 0 80 16,2 0-415-16,-5 0 244 16,-3 0 122-16</inkml:trace>
  <inkml:trace contextRef="#ctx0" brushRef="#br0" timeOffset="101714.39">25598 14930 1264 0,'0'-15'0'0,"0"13"0"0,0 2 0 0,0 0 0 0,0 13 0 0,0 5 0 0,2 3 0 0,-2 3 230 0,2 7-99 0,-2 4-41 16,0 9 152-16,0-1-105 0,0 1-52 0,0 3-27 15,0 1-117-15,0-7 54 0,0 9 15 0,0-3-409 16,0-1 214-16,0 1 108 0,0-2 54 0,0-3-605 16</inkml:trace>
  <inkml:trace contextRef="#ctx0" brushRef="#br0" timeOffset="101912.86">26213 16026 1940 0,'0'0'0'0,"0"0"0"0,0 0 0 0,0 3 0 0,0 1 0 0,0-1 0 0,0-1 152 0,0 1-59 0,0-1-22 16,-6-2 254-16,-1 0-146 15,-3 0-73-15,1 0-36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9:10:18.2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13175 6256 487 0,'-2'0'0'0,"0"0"0"0,0 0 0 0,0 0 0 0,0 0 0 0,0 0 91 0,2 0-29 0,-2 0-1 0,2 0 5 15,0 0 0-15,0 0-25 0,0 0-8 0,0 0 4 16,0 0-5-16,0 0 12 0,0 0-11 0,0 0 8 0,0 0-9 15,0 0 1-15,0 0 27 16,0 1 0-16,0-1-27 0,2 0 20 16,0 0-20-16,0 2-1 0,2-2 2 15,0 0-2-15,-3 2 1 0,5-2 8 0,-2 2-8 0,-1 1 15 16,3-2-15-16,-2-1 8 0,2 1-8 0,-3 1 8 0,3 1-8 16,-1-2-1-1,1 1 13-15,0 0-13 0,1 0 1 0,1 0-3 0,-1-2 3 16,1 2-1-16,1-2 1 0,-1 2-21 0,-1 0 0 0,1-2 29 0,-2 1-32 15,-1-1 0 1,2 0 19-16,-1 2 1 0,0-2-8 0,0 2 14 16,1 0-13-16,-2-1-6 0,3 2 7 0,2-3 3 0,-3 0-5 15,4 1 26-15,-1-1-23 0,3 2 1 16,-2-2 0-16,2 0 13 0,2 0-11 0,-1 2 7 16,0-2-24-16,3 0 16 0,0 0 0 0,0 0 1 0,-2 0-12 15,2 0 17-15,0 0-7 0,2 0 1 16,-2 0-39-16,1 0 38 0,1 0 3 0,-1 0-32 15,3 0 1-15,-1 0 20 0,0-2-24 0,-1 0-2 16,0 2 30-16,-1 0-9 16,-1 0-28-16,0 0 28 0,0 0 2 0,1 0-14 15,0 0 14-15,-1 0-4 0,-1 0 1 0,2 0-3 0,0 0 12 16,-1 0-12-16,1 0 33 0,2 0-30 16,-1 0 0-16,-1 2 1 0,3-2-1 0,-2 0 16 15,3 0-11-15,-1 0-1 0,0 2-11 0,-1 0 11 0,1-2-2 16,0 4 3-1,-1 0-39-15,-1-2 36 0,2 0 0 0,-3 3-23 0,3-1 22 0,0 0-4 16,-1 0 6-16,3-3-30 0,2 1 25 16,1 0-4-16,-2-2-6 0,4 0 6 15,-3 0 3-15,5 0-5 0,-4 0 3 0,1 0-17 16,-1 0 16-16,-1 0-1 0,-5 0 1 0,4 2-1 16,3-1 1-16,-5-1 0 0,4 0 14 0,-1 0-14 15,-1 0 1-15,4 0 25 0,1 0-1 0,1 0-22 16,0 0-1-16,2-1 33 0,-2-3-29 0,4 1 1 15,-1-5-11-15,3 2 12 0,-1 1-3 0,1-1 5 16,0 0-18-16,0 1 15 16,1-3-1-16,-1 3-2 0,5-1 2 0,-1-1-2 15,-5 2 4-15,10-2-12 0,-1 3 8 0,-3-1-2 0,0 0-29 16,1 0 29 0,-3-1 2-16,10 1-2 0,-8-1 1 0,2 2-37 0,-1-1 35 0,-1 1-9 15,-4 1 9-15,9-2-3 0,-7 4 1 0,2-2-2 0,1 0-15 16,-3 1 14-16,-5 2-3 15,5 0 2-15,-1 0 1 0,7-2 0 0,-6 2 0 16,-2 0-5-16,7 0 5 0,-8-1 0 0,3 1 20 16,-1 0-19-16,2 0-1 0,-3 0-5 15,0 0 5-15,2 0 1 0,-4 0 0 0,1 0-8 16,-3 0 8-16,3 0 0 0,-1 0 0 0,2 0 0 16,6 0 0-16,-11 3-1 0,4-1 1 0,0 0 3 15,-1-1-5-15,2 2 2 0,-1 1-6 0,1-2 5 0,-2 0 0 16,3-1 0-16,-2 1 5 0,7-2-5 15,-2 0 1-15,1 0 10 0,-1 0-11 0,-2 0 2 16,9 0-1-16,-6 0-12 0,2 0 12 16,-8 0-1-16,3 0-8 0,-2 0 9 0,-1 0-1 15,0 0 1-15,-2 0-24 0,0 0-1 16,-1 0 22-16,3 0 0 0,-4 0-15 0,2 4 14 16,-1-1-3-16,3 1-12 0,-1 0 11 0,-2 0 1 15,-3-1-3-15,0 3 0 0,-2-1 2 0,-7 0 0 16,3 0 10-16,-1 1-10 0,-3-1 0 15,-3 1 1-15,2 0 25 16,-4 0-24-16,0-3 1 0,0 1-1 0,-2-1 26 0,-1 1 0 16,-3-2-7-16,0 0-15 0,-1 0 1 0,0-2 0 15,-5 0 30-15,1 0-29 0,-1 0 2 0,-1 0-1 16,0 0-3-16,-2 0 5 0,0 0 0 0,0 0 0 16,0 0 1-16,0 0-55 0,0 0 25 0,0 0-490 15,0 0 238-15,0 5 125 0,-9 15 45 0</inkml:trace>
  <inkml:trace contextRef="#ctx0" brushRef="#br0" timeOffset="10331.19">4208 8292 1047 0,'-2'0'0'0,"1"0"0"0,1 0 0 15,0 0 0-15,0 0 0 0,0 0 0 0,0 0 0 0,0 0 64 0,0 0 8 0,0 0-26 0,0-2-13 0,1-1 0 16,3-1 0-16,4 1 56 16,-3-1-19-16,3 0-9 0,-1 1-28 0,0-1 35 15,1 1 0-15,-3 0-35 0,1 1 8 0,0 1 4 16,-1-1-12-16,1-1 0 0,1 3 24 0,-1 0-24 15,2 0 8-15,0 0-4 0,-3-1-4 0,4 1 0 16,2 0-1-16,-5 0-13 0,6 0 22 0,-1-1-8 16,-2 1-1-16,4 0-25 0,0 0 26 0,-2 0-1 15,1 0 9-15,1 0-35 0,0 0 0 0,0 0-8 16,3 0 30-16,-2 0-4 0,-1 0 10 0,4 0-19 16,-4 0 11-16,4 0-5 0,-2 0 3 15,2 0 11-15,-1 0-5 0,0 0-8 16,0 0 2-16,1 0-2 0,-1 0 2 0,0 1 1 15,0 0 8-15,3 2-2 0,-2-1-6 0,4 1 1 16,-2 1 11-16,3-2-11 0,-1 0 6 0,-1 0 1 16,4 0-7-16,-3-1 0 0,0 1 0 0,1-2-12 15,1 2 18-15,0-1-6 0,-3-1 0 0,4 3-31 16,-3-3 30-16,0 2 0 0,1-1 5 16,-1 1-21-16,1 0 12 0,0 1-26 0,-2 0 25 15,0 0 2-15,0 1 2 0,-1 2 16 16,-1-2-20-16,1 1 0 0,0 0-1 0,0-1-1 15,1-1 7-15,-2 1-4 0,4-1 0 0,-2 1 18 16,0-2-17-16,2 0 0 0,-3-1 5 0,-1 2-35 16,2-2 31-16,-2 1-2 0,-1 0 3 0,-3 1-31 15,4 1 3-15,-4 1 23 0,3 0-36 0,-2-1 34 16,2 1-5-16,0-1 4 0,0 2 0 16,-2 0-2-16,3-1-6 0,2-1 1 15,-3 1 1-15,1-1 5 0,1 0-3 0,1 0-31 16,-2-2 30-16,2 1 1 0,-1 1-17 0,0 0 18 15,2-2-3-15,-1 2-18 0,-1 1 16 0,2-1 1 16,1 0-3-16,2-1-14 0,-1 3 14 0,-3-2 1 16,3 2-2-16,0-1-14 0,-1-1 13 0,2-1 4 15,1 2-3-15,-4-4-23 0,3 1-1 0,-2 0 23 16,5 0-30-16,-5-2 28 0,-1 0-4 16,6 2-2-16,-3-2 2 0,-3 1 2 0,3-1-3 15,-2 2 3-15,6 0-2 0,-8 1 0 16,6 0 1-16,-2 0 17 0,0 0-17 0,1-1 0 15,5 0 2-15,-2 0 31 0,1-1-28 0,-1-1-2 16,0 0-2-16,-1 0 3 0,4 0 1 0,-2 0 2 16,0 0-2-16,-1 0-1 0,2-3 1 0,1-1 14 15,-4-2-14-15,3 0 0 0,1 1-1 0,0-1 175 16,-4 1-178-16,-1 1 0 0,6-2 0 16,-2 2 0-16,2-1 0 0,0 1 0 0,0 0 0 0,0 0 0 15,0 1 0-15,1-1 0 16,-2-1 0-16,0 1 0 0,1-2 0 0,-2 2 0 15,2 0 0-15,-2 1 0 0,0-1 0 0,1 1-167 16,-1-2 165-16,-4 3-1 0,9-1 3 0,-8 1 172 0,3 0-172 16,2-2 0-16,0 3 0 0,1-1 0 0,-1-1 0 0,0 2 0 15,1-1 0-15,-2 1 0 16,0-2 0-16,0 3 0 0,1-2 0 0,0 0 0 16,3 2 0-16,-2 0 0 0,-1 0 0 15,2-2 0-15,0 2 0 0,1 0 0 0,-1 0 0 16,1 0 0-16,4 0 0 0,0 0 0 0,-2 0 0 15,1 0 0-15,2 0 0 0,-3 0 0 16,-1 0 0-16,1 0 0 0,1 0 0 0,-2 0 0 0,-1 0 0 16,1 0 0-16,-1 0 0 0,1 0 0 0,-2 0 0 15,-1 0 0-15,1 0 0 0,3 2 0 16,0 0 0-16,-3 0 0 0,1 2 0 0,1-2 0 16,-1-1 0-16,-1 2 0 15,3-3 0-15,-2 2 0 0,1-2 0 0,-1 0 0 0,1 0 0 16,-1 0 0-16,2 0 0 0,-4 0 0 0,1 0 0 15,2 0 0-15,-1 0 0 0,1 0 0 0,-1 0 0 16,2-2 0-16,-4-1 0 0,1 2 0 0,0-1 0 16,-2 1 0-16,2-2 0 0,-1 1 0 0,-1-2 0 15,0 2 0-15,-2-1 0 0,0-1 0 16,-5 0 0-16,1 0 0 0,-3 2 0 16,-1 1 0-16,-3-2 0 0,-4 2 0 0,-1 1 0 15,0 0 0-15,-6 0 0 0,1 0 0 0,-3 0 0 16,-1 0 0-16,-1 0 0 0,-1 0 0 0,-1 0 0 15,1 0 0-15,-3 0 0 0,2 0 0 0,-2 0 0 16,0 0 0-16,0 0 0 0,0 0 0 0,0 0 0 16,0 0 0-16,0 0-172 0,0 0 81 15,0 0 41-15,0 0 18 16,-7 0-325-16,-2 0 150 0</inkml:trace>
  <inkml:trace contextRef="#ctx0" brushRef="#br0" timeOffset="21708.52">20082 6138 990 0,'-4'0'0'0,"1"0"0"0,-3 0 0 0,0 1 0 0,0 5 0 0,1 1 122 16,-4 3-49-16,-1 0 0 0,1 6 61 0,-6 5-50 16,1-1-26-16,0 4 8 0,-2 5 69 0,4 0-51 15,-2 2-25-15,5 0 96 0,3 3-53 0,5-2-38 16,1 1-1-16,0-5 22 0,0 4-27 15,9-7 1-15,3-4-18 0,4 4-75 16,3-8 34-16,-1 1 0 0,0-6-51 0,0 1 42 16,3-4 29-16,-2 1-8 0,-1-3-305 0,-1 0 156 15,-2-3 45-15,-1 0-402 0,-3-4 213 0,1 0 128 16,-3 0 61-16,0 0-282 0</inkml:trace>
  <inkml:trace contextRef="#ctx0" brushRef="#br0" timeOffset="22089.79">20129 6304 995 0,'0'-5'0'0,"0"2"0"0,0 0 0 0,0-1 0 0,2-1 0 0,7-1 0 0,4 2 0 0,4 0 303 0,3 2-135 0,1 2-68 0,2 0 48 16,-2 0-49-16,1 0-38 0,-3 6 1 0,0 4-119 15,-2 1 45-15,-4 0 22 0,-3 0 8 0,-3 5-148 16,-5-1 81-16,-2 0 41 0,0-1-80 0,-2 1 40 15,-11 0 39-15,-2-1-33 16,-2-1 28-16,-2-2-17 0,0 3 0 0,1-3 209 16,0 0-92-16,6-2-47 0,2-3-21 0,2-2 265 15,5 2-131-15,3-5-41 0,0 1-33 0,1 0 59 16,15 0-52-16,7-2-26 0,2 0 0 0,2 2 20 16,-1 1-14-16,6 2-9 0,-6 1-49 0,1 4 1 15,-4 1 25-15,-7 1-104 0,1 3 60 16,-4 1 18-16,-6 3 0 0,-3 0-102 0,-4 2 61 0,0 1 4 15,-5-3 28-15,-14 3-28 16,0-4 0-16,-5-2 0 0,-1-1 29 0,-2-4-50 16,-2-1 43-16,1-5-31 0,0-3-46 0,5-2 38 15,0 0-1-15,5 0-159 0,3-10 96 0,4-11 42 16,9-4 24-16,2-5-455 0,3-8 234 0,14 5 108 16</inkml:trace>
  <inkml:trace contextRef="#ctx0" brushRef="#br0" timeOffset="22253.35">20593 6239 666 0,'24'-8'0'0,"4"6"0"0,4 2 0 0,-2 0 0 0,2 0 0 0,0 10 0 0,-4 7 571 0,0 5-269 0,-3 6-135 15,-2 9 296-15,-10-3-207 0,-1 13-116 0,-7-1-53 16,-3 0 187-16,-2 0-120 0,-2-1-61 0,-12-10-13 16,-6 11-9-16,-3-7-38 0,-1-4 0 0,-4-1-217 15,-3 1 109-15,5-7 62 0,-11 3 19 0,1-5-590 16,1-1 267-16</inkml:trace>
  <inkml:trace contextRef="#ctx0" brushRef="#br0" timeOffset="23214.25">11565 8221 974 0,'-6'-5'0'0,"2"1"0"15,0 2 0-15,-1 0 0 0,0 2 0 0,-4 0 0 0,-2 0 0 0,2 6 258 0,-1 9-105 0,1 6-64 0,0 3 58 0,0 6-57 16,1 4-28-16,2 0-1 0,4 1 116 15,2 1-76-15,0-2-34 0,0-1 0 0,10-1 24 16,3-5-30-16,0-4 9 0,8 3-37 0,-2-5-70 16,1 0 35-16,-1-5 0 0,1 1-246 0,-2-4 149 15,-1 1 58-15,-1-3-198 0,0-2 90 0,-3 0 74 16,-2-5 37-16,-1-3-435 0,-1-1 225 0,-2 0 107 16</inkml:trace>
  <inkml:trace contextRef="#ctx0" brushRef="#br0" timeOffset="23525.42">11775 8214 1154 0,'2'-7'0'0,"2"4"0"0,-2 2 0 0,0 1 0 0,0 0 0 0,-1 0 0 0,-1 9 0 0,0 4 180 0,0 6-78 0,-3 4-34 0,-7 2 74 16,-3 1-54-16,-3 3-28 0,0-1 8 0,-5 1-54 15,-2-3 19-15,2-3-1 0,0-4 1 0,4-4-20 16,-2-5 28-16,2 0-8 0,8-4 87 0,-1-2-44 15,5-2-21-15,0-2 0 16,4 0 157-16,1 0-94 0,0 0-42 0,1 0 71 16,19 0-57-16,4 0-28 0,4 0 8 0,8 0 54 15,0 0-45-15,3 0-23 0,8 0 0 0,-6 0-35 16,-7 0 20-16,6 1-8 0,-3 3-127 0,-3-1 64 16,0 2 32-16,-4-2-1 0,-7 0-306 0,-3 1 161 15,-3-1 47-15,-6-2-426 0,-3 1 235 16,-2 1 128-16,-5-3 55 0,-1 0-331 15,0 0 202-15,-3 0 101 0,-9-8 50 0,-4-11-139 0</inkml:trace>
  <inkml:trace contextRef="#ctx0" brushRef="#br0" timeOffset="23690.98">11911 8259 548 0,'-10'0'0'0,"2"0"0"0,3 3 0 0,1 7 0 0,1 5 188 0,1 4-69 0,2 7-48 0,0 2 402 15,0 2-221-15,0 4-109 0,0 2 296 16,0 0-194-16,0 7-111 15,0-10-51-15,0 5 46 0,0 2-48 0,0-5-25 16,0 2 9-16,2-1-335 0,-1-1 150 0,3-2 77 16,0-5 38-16,-3-5-512 0,5-5 284 0,-4-6 78 15,4-6 86-15,1-6-362 0</inkml:trace>
  <inkml:trace contextRef="#ctx0" brushRef="#br0" timeOffset="23880.47">12145 8167 1578 0,'19'-13'0'0,"9"2"0"0,0 7 0 0,1 1 0 0,1 3 0 0,-2 3 0 0,0 14 0 0,0 9 0 0,-4 6 535 15,-1 5-251-15,-4 7-126 0,-4 3-62 0,-6 4 315 16,-3-1-192-16,-4 4-94 0,-2 1 2 0,0 0-46 16,-6-1-25-16,-7-1-105 0,-3-1 37 0,-2-5 22 15,-3-2 1-15,-2-3-454 0,-2-5 238 16,-2-9 127-16,-3 0 51 0,-5-3-936 0</inkml:trace>
  <inkml:trace contextRef="#ctx0" brushRef="#br0" timeOffset="25837.04">17255 8135 978 0,'-4'0'0'0,"3"0"0"0,-3 0 0 0,-2 0 0 0,1 0 0 0,-1 0 0 0,-2 0 0 0,1 4 0 0,0 5 89 16,-3 0-28-16,1 5 133 0,0 1-80 0,-2 6-33 15,1 7-7-15,2 2 77 16,1 4-60-16,1 1-28 0,0 10-1 0,4-9 87 15,2 11-62-15,0-6-28 0,0-6 1 0,2-1 21 16,10-2-16-16,-1-3-8 0,3-5-57 0,2-1 1 16,-3-6 32-16,2 0-169 0,3-6 92 0,0-2 35 15,-1-3 20-15,-1-2-406 0,0-4 201 0,0 0 66 16,0 0 59-16,-2-12-458 0</inkml:trace>
  <inkml:trace contextRef="#ctx0" brushRef="#br0" timeOffset="26213.05">17361 8236 1563 0,'-4'-5'0'0,"2"3"0"0,2 0 0 0,0-4 0 0,0 3 0 0,6-3 0 0,7 2 0 0,2 0 176 0,3 1-76 0,1 2-33 0,0 1 106 16,2 0-69-16,-2 0-36 0,-1 0 8 0,-3 8-159 15,-2 2 58-15,-3 3 21 16,-4 0-175-16,-4 5 107 0,-2-3 60 0,0 4 18 15,-8 5-106-15,-7-6 62 0,-2-2 31 0,0-2-29 16,-4-1 1-16,3-1-20 0,0-3 0 0,2-2 306 16,2-2-130-16,5-2-66 0,4 1-34 0,1-4 369 15,0 0-181-15,4 1-73 0,0-1 33 0,1 0-64 16,13 2-28-16,9 0-49 0,-1 0-5 0,4 4 10 16,1 2-1-16,-1 1-137 15,-5 2 77-15,7 6 26 0,-9 1 1 0,-4 0-64 0,-2 2 49 16,-6-1 24-16,-3 3-22 0,-3-1-137 15,-1 0 43-15,-1-2 51 0,-14-2-18 0,-6-2 95 16,3-7-26-16,-10 4-17 0,-1-8 36 0,1-2-1 16,0-2-33-16,5 0-97 0,-5-2 57 0,8-9 0 15,3-6 65-15,4-6-437 0,7-5 200 0,4-4 92 16,2-2 58-16,2-1-411 0,13-7 231 0</inkml:trace>
  <inkml:trace contextRef="#ctx0" brushRef="#br0" timeOffset="26398.55">17605 8176 652 0,'20'-13'0'0,"3"4"0"0,0 0 0 0,-3 3 0 0,1 3 0 0,0 3 0 0,-1 0 611 0,1 10-289 0,0 9-145 16,-3 4 337-16,-1 5-233 0,-2 5-128 0,0 5-60 15,-6-4 215-15,1 3-138 0,-4 3-69 0,-4-2-21 16,-2 1-8-16,0-3-39 0,0-1-1 16,-10-2-139-16,-3-2 70 0,-2-1 43 15,-4-3-8-15,-2-2-98 0,-1-3 67 0,-4-5 33 16,1-3-411-16,4-2 212 0,1-3 35 0,1-3 76 15,6-4-408-15,3-2 231 0,3 0 116 0,7-2-368 0</inkml:trace>
  <inkml:trace contextRef="#ctx0" brushRef="#br0" timeOffset="26709.01">18311 8277 2078 0,'-1'-3'0'0,"1"1"0"0,0 2 0 0,0 0 0 0,0 0 0 0,9 0 0 0,3 0 0 0,9 0 0 0,2 0 296 0,4 2-132 15,0 0-65-15,3-2 171 0,2 1-110 0,1 2-68 16,0-3-30-16,-1 0-55 0,-2 2 26 0,2-2-1 16,-6 0 9-16,4 1-319 0,-4-1 155 0,-7 0 78 15,1 0-232-15,-10 0 155 0,1 2 85 0,-3-2-789 16,-6 5 396-16</inkml:trace>
  <inkml:trace contextRef="#ctx0" brushRef="#br0" timeOffset="26891.24">18296 8526 2185 0,'-7'6'0'0,"5"1"0"0,2-1 0 16,0-5 0-16,0 1 0 0,2-2 0 0,8 0 0 0,11 0 0 0,9 0 350 0,4-2-159 0,7-5 79 0,1-3-118 0,-3 3-60 16,-3 4-21-16,1-1-17 0,-1 2 0 15,-2 0-21-15,0 1 0 0,-4 1-428 0,-6 0 221 16,0 0 100-16,-3 0 53 0,-4 0-644 0,-5 0 344 15,-1 0 68-15</inkml:trace>
  <inkml:trace contextRef="#ctx0" brushRef="#br0" timeOffset="27175.14">18754 8047 1455 0,'0'-2'0'0,"0"2"0"0,4 0 0 0,7 0 0 0,2 8 0 0,4 2 0 0,4-2 0 0,2 4 612 0,5 1-295 0,2 0-141 16,2 2-72-16,-2 3 163 0,2-4-117 0,-2 1-51 16,-2-4-142-16,-1 2 37 0,-7-5 1 0,2 3-55 0,-5-1 46 15,0-1 31-15,-6 0-7 0,-1 0-7 0,-4 3-1 16,-3 2 31-16,-3 2 0 16,0-1 121-16,0 4-98 0,-5 0 1 0,-9 3-74 15,-1 0 341-15,-2 3-146 0,1-1 15 0,-5 6-193 16,-6 2 0-16,3 0 0 0,-5 4-381 0,-4-1 223 15,-3 5 104-15,1-1 39 0,-4 3-757 0,-1-3 356 16,2-1 195-16,1-4 80 0,7-8-284 16</inkml:trace>
  <inkml:trace contextRef="#ctx0" brushRef="#br0" timeOffset="27463.21">18391 8083 1172 0,'0'-29'0'0,"2"18"0"0,0 6 0 0,2-1 0 0,-1 0 0 0,-3 2 0 0,0 3 496 0,0 1-232 0,0 0-115 15,0 0-59-15,-7 7-65 0,-11 16 8 0,-5 7 0 16,-1 4 0-16,-7 5-68 0,0 4 33 0,-3 2 9 16,-2-5-99-16,1 2 63 0,-1-8 30 15,3 1-8-15,6-9 39 0,1 2 9 16,3-4-56-16,10-5 172 0,-1 2-88 0,5-5-27 15,6 2-30-15,3-3 173 0,0 1-74 0,0 0-41 16,14-1-11-16,5-1 20 0,6 0-23 0,5 1 8 16,2-4 3-16,2 4-1 0,1-2-33 0,8 1-212 15,-11-2 114-15,12 4 44 0,-5-3 28 0,0 0-603 16,3-2 278-16,1 0 157 0,-2-1 28 0</inkml:trace>
  <inkml:trace contextRef="#ctx0" brushRef="#br0" timeOffset="27707.58">19567 8064 1527 0,'-14'-6'0'0,"0"6"0"0,1 0 0 0,-6 5 0 0,-1 8 0 0,-3 5 0 0,-1 5 0 0,-1 8 492 16,1 5-229-16,5 1-115 0,10-2-58 0,1 2 203 15,8 1-122-15,0-1-73 0,10 1 1 0,8-5-33 16,8 3 0-16,3-7-142 0,-3-6 63 0,6 2 19 16,0-5-1-16,0 0-362 0,2-8 194 0,-4-2 98 15,-6-6 58-15,3-2-739 0,-3-2 358 16,-4 0 175-16</inkml:trace>
  <inkml:trace contextRef="#ctx0" brushRef="#br0" timeOffset="27990.82">19772 8028 1303 0,'-2'-2'0'0,"2"0"0"0,-3 2 0 0,-1 0 0 0,-4 9 0 0,-1 9 125 0,-2 5-50 0,-1 2-21 0,-3 5 273 16,-2 2-147-16,1 2-66 0,-4 0-44 0,2 0-73 16,-3-1 1-16,2-4 35 15,3-3-1-15,0-7-111 0,4-2 52 0,1-4 30 16,4-6 26-16,2 1 4 0,1-4-1 0,4-4 9 15,0 2 115-15,0-2-61 0,2 0-32 0,15 0 52 16,7 0-42-16,2-2-12 0,6-3-7 0,2-3 119 16,2 2-70-16,2-1-36 0,-3 1 1 0,-1 0-87 15,-2 2 22-15,0 1-1 0,-4 1-321 0,-3 0 176 16,-2 0 88-16,-5 2-593 0,-3 0 294 16,-6 0 163-16,-1 0 83 0,-5 0-230 15,-1 0 152-15,-2 0 69 0</inkml:trace>
  <inkml:trace contextRef="#ctx0" brushRef="#br0" timeOffset="28154.38">19838 8092 1160 0,'-9'-6'0'0,"1"5"0"0,2 1 0 0,2 0 0 0,-1 0 0 0,1 12 0 0,4 10 0 0,0 1 584 0,0 9-281 0,0-2-134 16,0 8 291-16,0-3-214 0,0 3-106 0,0 4-10 15,0 1-140-15,0-1 22 16,0-3-1-16,0-3-515 0,0 1 269 0,0-1 141 15,0-5 60-15,0-8-331 0,0-2 199 0,2-9 99 16</inkml:trace>
  <inkml:trace contextRef="#ctx0" brushRef="#br0" timeOffset="28331.91">20025 8045 2161 0,'23'-13'0'0,"7"7"0"0,-1 6 0 0,-1 0 0 0,-2 10 0 0,1 12 0 0,-2 8 0 0,-2 6 350 15,-4 5-159-15,-1 8-79 0,-4 2 345 0,-3 4-204 16,-4-1-114-16,-5 2-53 0,-2-1 260 0,0-1-346 16,-9-5 0-16,-10 0 0 0,-3-4 0 0,-6-2 0 15,-2-2 0-15,-6-3-439 0,-6-4 252 16,3-4 118-16,-4-4-1016 0</inkml:trace>
  <inkml:trace contextRef="#ctx0" brushRef="#br0" timeOffset="64684.96">8509 15681 1129 0,'0'0'0'0,"-2"0"0"0,0 0 0 0,2 0 0 0,0 0 0 0,0 0 0 0,0 0 0 0,0 0 92 0,0 0-30 0,0 0 0 15,0 0 1-15,0 0 7 0,0 0-37 0,0 0 81 16,0 0-41-16,0 0 0 0,0 0-40 0,2 0 112 16,2 0-60-16,-1 0-27 15,0 0 1-15,-1 0 48 0,-1 0-29 0,1 0-8 16,1 0 34-16,-2 0-35 0,3 0-1 0,-3 0-5 16,5-2-22-16,-3 2-8 0,4 0-1 0,-2 0 36 15,1 0-35-15,1 0-1 0,-2 0 9 0,4 0-1 16,-4 0-7-16,1 0 0 0,1 0 0 0,-1 0 4 15,2 0 4-15,-1 0-9 0,0 0 24 16,-1 0-23-16,4 0 0 0,-3 0 0 0,2 2-4 0,0-2 4 16,-1 1 0-16,2-1-19 15,-1 0 19-15,1 2 0 0,-3-2 8 0,2 3-47 16,0-3-3-16,-1 1 39 0,0 0-7 0,-1-1-22 16,0 4 0-16,1-3 24 0,-2 0-24 0,-1-1 21 15,3 3-7-15,-5-1 1 0,7-2 7 0,-8 1-3 16,4-1-3-16,-1 3-17 0,1-3 18 0,-1 0 0 15,0 0 7-15,-2 1-46 0,1-1 37 0,0 0 1 16,1 2-2-16,-3-2-40 0,3 1 40 0,0 2-1 16,-1-3-2-16,1 2 0 0,0 1-4 15,3 0 174-15,-1 0-182 0,1-1 0 16,3 3 0-16,-2 0 0 0,5 0 0 0,-2-1 0 16,1 2 0-16,1-3 0 0,2 1 0 0,-2 0 0 15,2-1 0-15,3 2 0 0,-5-4 0 0,1 2 0 16,1 0 0-16,-2-1 0 0,2-1 0 0,-2 1 0 15,0 0 0-15,0 0 0 0,-1 0 0 0,1 0 0 16,-1 0 0-16,0-2 0 0,2 4 0 0,0-3 0 16,1 2 0-16,0-2 0 0,-1-1 0 15,0 0 0-15,2 0 0 0,-2 0 0 16,0 0 0-16,2 0 0 0,-1 0 0 0,2 0 0 16,-2 0 0-16,3-4 0 0,1 0 0 15,-2-1 0-15,-1 1 0 0,-1-1 0 0,4-2 0 0,-3 5 0 16,-1-3 0-16,0-1 0 0,0 5 0 0,0-3 0 15,-2 2 0-15,2-1 0 0,-2 0 0 0,-1 2 0 16,1-1 0-16,-2 2 0 0,3 0 0 16,-1 0 0-16,-1 0 0 0,0 0 0 0,3 0 0 0,-4 0 0 15,1 0 0-15,3 2 0 16,-4 2 0-16,4-2 0 0,-3 1 0 0,3 1 0 16,-4 0 0-16,2-1 0 0,-2-1 0 0,4 2 0 15,-2-3 0-15,2 4 0 0,0-3 0 0,4-1 0 16,-4 1 0-16,5-2 0 0,-2 2 0 0,3 0 0 15,-1 0 0-15,2-2 0 0,0 2 0 0,0 0 0 16,2-2 0-16,-1 1 0 16,5 2 0-16,-3-3 0 0,-1 0 0 0,0 0 0 0,2 0 0 15,-5 0 0-15,7 0 0 0,-6 0 0 16,4 0 0-16,-3 0 0 0,3 0 0 0,-4-3 0 16,7 0 0-16,-4-1 0 0,0-2 0 0,0 3 0 15,2-2 0-15,-3 4 0 0,5-3 0 0,-2 2 0 16,2 1 0-16,0-1 0 0,2-1 0 0,4 2 0 15,-4-1 0-15,1 0 0 0,1 0 0 0,-2 1 0 16,0 1 0-16,0 0 0 0,1-2 0 16,-1 2 0-16,0 0 0 0,1-3 0 0,-1 3 0 15,0 0 0-15,0 0 0 0,2-1 0 16,-3-1 0-16,3 0 0 16,2 0 0-16,-1 2 0 0,3-1 0 0,-2-1 0 0,1 2 0 0,1-2 0 15,-3 2 0-15,3 0 0 0,0-3 0 0,-2 3 0 16,1 0 0-16,0-1 0 0,-1 1 0 0,2 0 0 15,-1-2 0-15,1 2 0 0,-1 0 0 0,5 0 0 16,-6-2 0-16,3 2 0 0,0 0 0 0,1 0 0 16,-3 0 0-16,6 0 0 0,-7 0 0 0,2 0 0 15,5 0 0-15,-4 0 0 16,1 0 0-16,-4 0 0 0,1 0 0 0,8 4 0 16,-3 2 0-16,2-3 0 0,0 1 0 0,-1-1 0 15,-6 2 0-15,13-2 0 0,-10 1 0 0,4 2 0 16,-1-3 0-16,0 1 0 0,-3 2 0 0,6-3 0 15,-5 3 0-15,3 0 0 0,1-1 0 16,2-1 0-16,-8 1 0 0,13 0 0 0,-10-2 0 0,2 1 0 16,-1-1 0-16,0 0 0 15,-5-1 0-15,10-1 0 0,-6 1 0 0,1-2 0 16,-2 0 0-16,5 0 0 0,-7 0 0 0,12 0 0 16,-5 0 0-16,0 0 0 0,-1 0 0 0,-2-2 0 15,-2 1 0-15,10-4 0 0,-6 4 0 0,2-2 0 16,0-1 0-16,-2 2 0 0,-2-2 0 15,10 0 0-15,-3 1 0 0,1-1 0 0,-1-2 0 16,-2 2 0-16,-7-2 0 0,12 0 0 0,-6 2 0 0,-2-2 0 16,0 1 0-16,-2 0 0 15,-4 2 0-15,11-2 0 0,-6 2 0 0,2 1 0 16,-2 0 0-16,0 1 0 0,-6-1 0 0,8 2 0 16,-4 0 0-16,-1 0 0 0,-7 0 0 0,9 0 0 15,-7 0 0-15,7 0 0 0,-10 0 0 0,8 0 0 16,-4 2 0-16,8-1 0 0,-8 1 0 0,7 0 0 15,-3 0 0-15,-6-2 0 0,5 1 0 0,3-1 0 16,-7 3 0-16,3-3 0 0,5 0 0 16,-11 2 0-16,7-2 0 0,-3 0 0 15,1 1 0-15,1-1 0 0,6 0 0 0,-3 2 0 16,-1-2 0-16,-5 0 0 0,9 0 0 0,-9 0 0 16,1 0 0-16,2 0 0 0,0 0 0 0,-2 2 0 15,-2 0 0-15,3-1 0 0,-3 2 0 0,2-1 0 16,-4-1 0-16,5 4 0 0,3-4 0 0,-2 2 0 15,1-3 0-15,1 0 0 0,-2 3 0 0,-3-3 0 16,9 0 0-16,-6 0 0 0,3 0 0 0,-3 0 0 16,0 0 0-16,-1 0 0 15,7-3 0-15,-5 1 0 0,0 1 0 0,4 0 0 16,1 1 0-16,-5-3 0 0,8 1 0 0,-4 1 0 16,-1-1 0-16,0 2 0 0,1-3 0 0,-7 2 0 15,7-3 0-15,-2 1 0 0,-2 1 0 0,1-4 0 16,-1 2 0-16,-5 1 0 0,10-2 0 0,-3 2 0 15,-8 1 0-15,3 0 0 0,0 0 0 0,-1 1 0 16,-4-2 0-16,2 2 0 16,-2-1 0-16,-3 2 0 0,0-2 0 0,-5 2 0 15,8 0 0-15,-11 0 0 0,4-3 0 0,-2 3 0 16,-3 0 0-16,1-1 0 0,-5 1 0 0,3 0 0 16,-4 0 0-16,0 0 0 0,0-2 0 0,-3 2 0 15,-1 0 0-15,-1 0 0 0,-1 0 0 0,-2-1 0 16,-2 1 0-16,1 0 0 0,0-3 0 0,-4 3 0 15,0-1 0-15,0 1 0 0,0-2 0 0,-1-1 0 16,1-3 0-16,0-4 0 0,-2-5 0 16,0-2 0-16,0-5-191 0,0 2-741 0,0-11 454 0</inkml:trace>
  <inkml:trace contextRef="#ctx0" brushRef="#br0" timeOffset="-210824.92">19126 11467 726 0,'-2'-2'0'0,"0"-1"0"0,1 2 0 0,-1 1 0 0,0-2 0 0,-2 2 0 0,2 0 0 0,0 0 0 0,0 0 157 15,-2 0-63-15,2 0-30 0,1 0 86 0,-3 8-58 16,2 3-22-16,0 4 63 0,0 2-50 0,1 3-25 16,-1 5-1-16,2-1 23 0,-2 4-16 0,2 3-8 15,0 2-23-15,0-1 85 0,0 2-43 0,0 0-21 16,0-2 8-16,0-3 15 0,2-2-22 0,5-6 0 15,2 2-38-15,-1-5 15 0,2-3 9 0,-1-4-68 16,3-1 30-16,-3-5 0 0,0-1 30 16,4-4-63-16,-2 0 37 0,2 0-9 0,3-11 6 15,-2-10-14-15,2-4 1 0,-2-8 4 16,2 0-92-16,-2-1 51 0,0-4 14 0,-1 0 0 16,-1 3-69-16,-3-3 43 0,0 4 16 0,-2 2-4 15,1 0 24-15,-4 6 4 0,0 5-12 0,-3 2 106 16,1 6-46-16,-2 2-24 0,0 4-3 0,0 3 85 15,0 2-44-15,0 0-15 0,0 2 2 0,0 0 249 16,0 0-107-16,0 10-74 0,-5 3 56 16,1 3-52-16,1 5-40 0,-2-1 77 15,1 8-54-15,2-2-26 0,1 2 0 0,1 0 31 16,0 1-33-16,0 2 0 0,0-1-26 0,1-2-26 16,5 0 0-16,2-5 35 0,3 5-47 0,-4-8 1 15,5-2 37-15,-3-1 1 0,0-4-216 0,2-4 96 16,-1-1 52-16,0-3-372 0,1-3 196 0,0-2 68 15,0 0 58-15,1 0-396 0,-3-4 229 16,2-7 109-16,-1-1 55 0,1-6-439 0,0 3 247 16</inkml:trace>
  <inkml:trace contextRef="#ctx0" brushRef="#br0" timeOffset="-210567.92">19808 11337 1163 0,'0'-4'0'0,"-4"2"0"0,0 0 0 0,-1 1 0 0,-2 1 0 0,0 0 0 0,2 0 0 0,-1 0 370 0,1 1-168 0,-2 13-77 16,-2 3-50-16,0 5 166 0,2 5-104 0,2 5-53 16,-4-1 46-16,6 6-41 0,-1-4-32 0,2 1 76 15,2 0-50-15,0-4-26 0,2-4 9 0,5 4-76 16,5-8 21-16,1 1 0 0,1-6 22 15,0-2-285-15,2-2 151 0,-2-3 63 16,1-3-468-16,-2-1 224 0,2-5 134 0,-1-1 18 16,-2 0-158-16,2-1 132 0,-1-9 61 0</inkml:trace>
  <inkml:trace contextRef="#ctx0" brushRef="#br0" timeOffset="-210319.02">19965 11431 1066 0,'0'0'0'0,"0"2"0"0,2 0 0 0,2 0 0 0,6-2 0 0,1 2 0 0,4 2 447 0,2-1-199 0,4 5-112 16,0 0 172-16,-3 2-137 15,1 4-69-15,-1 1-35 0,0-1-6 0,-4 3-28 16,-2 2 0-16,-5 0-34 0,-1 0 1 0,-4 2 33 16,-2-1 8-16,0 7-77 0,-10-5 35 0,-5 0 0 15,-1-1 34-15,-4-2-138 0,4-6 47 0,-9 4 37 16,4-4-211-16,0-4 113 0,0 1 33 0,-2-4 36 15,5-3-271-15,0-1 148 0,9-2 70 16,-1 0-83-16,6-2 77 0,4-9 38 16,0-6-9-16,6-5-242 0</inkml:trace>
  <inkml:trace contextRef="#ctx0" brushRef="#br0" timeOffset="-210129.51">20349 11311 1206 0,'2'-4'0'0,"-2"2"0"0,0 2 0 16,-4 0 0-16,-6 0 0 0,-3 13 0 0,-2 7 263 0,0 6-115 0,0 6 282 16,-3 5-203-16,4 2-97 0,5-5-49 0,2 4 63 15,5 0-55-15,2-5-21 0,0-1-7 0,0-4-92 16,9-2 32-16,6-4 0 0,0-1 31 0,0-5-248 16,4-3 120-16,0-2 64 0,2-3-458 0,-3-3 254 15,-1-5 50-15,1 0 86 0</inkml:trace>
  <inkml:trace contextRef="#ctx0" brushRef="#br0" timeOffset="-209947">20602 11572 1155 0,'2'0'0'0,"0"2"0"0,-2 2 0 0,0 0 0 0,0-1 0 0,0 5 0 0,0 1 0 0,-4 3 497 0,-1-1-233 0,-2 5-115 15,-2 2-59-15,-1-1 122 0,-1 8-94 0,-3-3-43 16,1 2 5-16,1-6-24 0,1 3 0 0,0-4-15 15,1-2-299-15,1-1 146 16,2-5 73-16,2-3-493 0,3-1 283 0,-1-3 149 16,3-2-13-16</inkml:trace>
  <inkml:trace contextRef="#ctx0" brushRef="#br0" timeOffset="-209776.46">20714 11382 1296 0,'5'0'0'0,"1"0"0"0,-3 0 0 0,1 2 0 0,-2 2 0 0,1 1 176 0,1 2-72 0,2 3-27 16,0 2 398-16,1 1-221 0,0 0-111 0,2 1-87 15,-2 2-23-15,2-1 8 0,-2-2-8 0,3 0-482 16,-1-2 242-16,0-1 119 0,2-6 69 0,-1 3-669 16,1-3 331-16</inkml:trace>
  <inkml:trace contextRef="#ctx0" brushRef="#br0" timeOffset="-209588.96">21025 11326 1309 0,'0'-6'0'0,"0"4"0"0,0 1 0 0,0 1 0 0,0 0 0 0,0 7 0 0,-3 12 0 0,-6 5 255 0,-2 5-111 16,-6 10-56-16,1 0 367 0,-5 6-202 0,1 1-115 16,-3 3-52-16,0 1 197 0,-1 3-125 0,-5 5-63 15,7-10-22-15,-8 11-137 0,9-12 49 0,-3 2 23 16,1-4-409-16,5-4 216 0,4-11 118 0,5-6-252 15,2-6 176-15,5-6 31 16,2-6 64-16,0-6-659 0</inkml:trace>
  <inkml:trace contextRef="#ctx0" brushRef="#br0" timeOffset="-209387.98">21144 11157 1874 0,'22'-11'0'0,"2"5"0"0,6 2 0 0,2 2 0 0,-2-1 0 0,2 3 0 0,-4 0 0 0,2 18 313 0,-3 3-133 0,-4 7-77 0,-3 12 133 0,-8 3-101 16,-3 4-51-16,-7 4 178 15,-2 3-106-15,0 2-66 0,-18-3-29 0,-2-1-99 16,-4-2 35-16,-3-2 1 0,2-8 43 0,-8 3-293 16,1-8 142-16,-4-2 72 0,1-9-796 0,1 0 361 15</inkml:trace>
  <inkml:trace contextRef="#ctx0" brushRef="#br0" timeOffset="-208463.48">21852 11410 829 0,'-10'-5'0'0,"6"5"0"0,2 0 0 0,2 0 0 0,0 0 0 0,0 0 0 0,0 0 374 0,0 0-170 0,8 0-86 16,7 0-43-16,1 0 154 0,5 0-102 0,2 0-47 15,-1 0-24-15,1 0-65 0,0 0 20 0,-2 0 9 16,-3 0-275-16,-3 0 143 0,0 0 73 0,-3 0-205 15,-5 0 133-15,0 4 72 16,-3 3 27-16</inkml:trace>
  <inkml:trace contextRef="#ctx0" brushRef="#br0" timeOffset="-208302.77">21879 11691 1542 0,'-9'12'0'0,"0"2"0"0,2-2 0 0,2-4 0 0,0-2 0 0,3-2 0 0,2-1 0 0,0 1 0 0,0-2 0 0,12 0 365 0,4-2-166 0,3 0-74 0,1 0 5 16,5-2-48-16,-1-1-24 0,1-6-1 16,2 0-445-16,-6 2 218 0,8-3 98 0,-1 2-262 15,-2 1 184-15</inkml:trace>
  <inkml:trace contextRef="#ctx0" brushRef="#br0" timeOffset="-207754.95">22922 11078 657 0,'0'-23'0'0,"0"5"0"0,0-1 0 0,2 0 0 0,-1-1 0 0,1-3 0 0,-2 2 152 0,0 0-63 0,0-2-29 0,0 1 119 15,0 2-73-15,-7-1-37 0,0 3 8 0,-1 2-1 16,-4 2-22-16,2 4 0 0,-3 2 58 0,-1 3-40 15,1 3 9-15,-2 2-48 16,0 0 92-16,0 0-46 0,0 7-23 0,0 7 78 16,2-1-42-16,-1 3-34 0,3 1 0 0,0 8 87 15,1-1-56-15,3 2-29 0,2 5 9 0,-1 3 83 16,3 9-61-16,1-2-28 0,2 4 42 0,0 6-36 16,0 1 8-16,0 5-45 0,5 1 81 0,2-2-41 15,3 2 1-15,1-1-21 0,-1-1-11 0,0 1-9 16,1-1 1-16,-4 0-57 0,0 1 28 0,-3-1 0 15,-1 0 37-15,-1 0-146 16,-2-3 68-16,0-3 35 0,-5-1-73 0,-6-7 48 16,-3-9 3-16,0 1-15 0,-6-6-91 0,0-3 62 15,-1-7 8-15,5-3-208 0,-7-6 99 0,2-5 73 16,0-3 31-16,3-1-321 0,1 0 176 0,4-11 89 16,4-4 36-16,4-3-383 0,5 0 218 0,0-6 109 15,5 1-135-15</inkml:trace>
  <inkml:trace contextRef="#ctx0" brushRef="#br0" timeOffset="-207538.53">23108 11698 837 0,'0'-2'0'0,"0"2"0"15,-2 0 0-15,-9 3 0 0,-5 13 0 0,-2 2 386 0,1 5-176 0,2 3-81 0,0 6-52 0,0 1 309 16,3 2-176-16,5 0-89 0,2-1 131 15,3 0-101-15,2-2-64 0,0-2-27 16,5-4 0-16,9-1-28 0,-1-5 1 0,1-3-132 16,4 1 62-16,1-6 35 0,-3 0 0 0,1-5-422 15,0-3 228-15,-2-2 111 0,-2-2 53 0,1 0-630 16,-3 0 315-16,0-2 157 0</inkml:trace>
  <inkml:trace contextRef="#ctx0" brushRef="#br0" timeOffset="-207293.54">23170 11909 902 0,'1'-10'0'0,"4"5"0"0,0 0 0 0,3-2 0 0,1 1 0 0,1 2 0 0,4 3 400 0,4-3-184 15,0 4-91-15,1 0 88 0,6 7-95 0,-5 6-42 16,-3 3-22-16,0 4 110 0,-2 1-66 0,-6-3-24 16,0 9-8-16,-4-5-29 0,-3 5-4 0,-2-4 0 15,-2 4-32-15,-12-1 9 0,-2-4 23 0,-5 2 0 16,0-6-78-16,-4 0 39 0,0-5-1 15,2-4-32-15,-7 1 8 0,3-5 28 16,6-3-1-16,1 0-308 0,1-2 153 0,8 0 49 16,1-8 21-16,7-5-264 0,3-6 159 0,1-3 81 15,13-3-276-15,6-1 182 0,8-6 87 0,-5 0 44 16</inkml:trace>
  <inkml:trace contextRef="#ctx0" brushRef="#br0" timeOffset="-206891.49">23440 11826 1068 0,'9'-12'0'0,"0"7"0"0,-4 1 0 0,-1 2 0 0,-2 2 0 0,-2 0 0 0,0 11 0 0,-4 10 0 0,-5 5 487 0,-3 6-227 0,-3 4-106 0,-4 9 134 16,5-2-128-16,2 0-64 0,6-7-31 0,4 0 234 15,2-11-124-15,0 6-76 0,8-12-33 0,7 0 0 16,2-6-33-16,4-6 0 0,0-4 8 0,-1-3-250 16,4 0 122-16,-1-5 59 0,-2-10-286 0,-1-5 174 15,-4 1 40-15,2-9-197 0,-5 2 110 0,-3 4 77 16,-3 2 39-16,1-3 14 15,-4 11 16-15,-1-4 8 0,-1 5 1 0,0 5 161 0,-2 3-81 0,0 1-40 16,0 2 260-16,0 4-146 16,-2 11-39-16,-1 4-51 0,-1 5 257 0,2-2-135 15,2-1-25-15,0 3-21 0,0-1-38 0,2-3 0 16,3-1-37-16,6-3-64 0,3-5 41 0,-1-4-9 16,-1-1 32-16,2-6-87 0,1 0 43 0,-2 0 22 15,0-9-196-15,-1-6 101 0,-3-4 21 16,-2 0 37-16,1-4-149 0,-5 0 80 0,0-1 4 15,-3-2 38-15,0 5-14 0,0 1 34 0,-5-1 1 16,-4 6 54-16,-2 2-35 0,0 3 8 16,-4 7-28-16,-2 1 53 0,2 2-15 0,-2 0-1 15,2 5-2-15,3 5 5 0,3 1-3 0,4 3-18 16,3-2-208-16,2 1 94 0,0 0 55 0,2 2-408 16,12-7 223-16,6 0 113 0,4-2 56 0</inkml:trace>
  <inkml:trace contextRef="#ctx0" brushRef="#br0" timeOffset="-206724.94">24042 12033 1470 0,'5'0'0'0,"0"0"0"0,-2 0 0 0,-2 0 0 0,-1 0 0 0,0 0 0 0,0 3 0 0,0 4 0 0,-7 3 481 16,-2 4-225-16,-3 4-103 0,-2 1 52 0,-2 1-86 16,3 0-43-16,0-2-22 0,2 0 4 0,-2-1-17 15,1-2-8-15,3-1-454 0,4-5 228 16,1-1 112-16,-1-4 58 0,5-4-685 15,0 0 355-15</inkml:trace>
  <inkml:trace contextRef="#ctx0" brushRef="#br0" timeOffset="-206573.34">24047 11887 1696 0,'0'-1'0'0,"0"-1"0"0,2 2 0 0,0 0 0 0,3 0 0 0,3 0 0 0,5 0 0 0,0 2 273 16,3 5-120-16,-2 1-61 0,2 1 54 0,0 0-48 0,0 2-37 15,-2 1-192-15,2-3 82 0,-4 1 41 16,4-1 0-16,-2-3-555 0,2 0 292 0,0-3 149 16,-2-3 76-16</inkml:trace>
  <inkml:trace contextRef="#ctx0" brushRef="#br0" timeOffset="-206382.85">24435 11792 365 0,'5'-16'0'0,"-1"7"0"0,-2 0 0 0,-1 1 0 0,1 2 0 0,-2 5 435 16,0-1-192-16,0 2-110 0,0 0 384 0,-3 15-241 15,-11 5-122-15,-1 7-61 16,-4 9 169-16,-9 11-118 0,-4 7-56 0,0-2 266 16,-3 5-161-16,-3-1-80 0,1-7-32 0,-9 13 126 15,5-7-87-15,2-5-43 0,7-7-23 0,-4 3-200 16,9-12 98-16,4 1 36 0,3-7-540 0,11-9 292 16,6-6 146-16,3-2 70 0,0-2-830 0,3-9 424 15,20 0 210-15</inkml:trace>
  <inkml:trace contextRef="#ctx0" brushRef="#br0" timeOffset="-206131.52">24393 12219 1450 0,'9'-3'0'0,"1"1"0"0,-3 2 0 0,-1 0 0 0,-3 0 0 0,1 5 0 0,-2 5 0 0,2 0 0 0,2 0 0 0,1 0 386 0,2 0-168 0,3-1-97 15,-1-1-52-15,2-3 0 0,0-3-36 0,2-2 0 16,-1 0-204-16,-3 0 98 0,2-3 52 0,-4-9-150 15,-1 0 101-15,-5-1 52 16,-1 3 31-16,-2-4-76 0,0 3-16 0,-4 0 40 16,-5 2-68-16,-4 2 176 0,-2 2-80 0,-2 3 8 15,-2 2 214-15,-2 0-112 0,0 0-42 0,3 4-33 16,1 4 78-16,2-1-46 0,5-1 8 0,3 1-336 16,3-1 150-16,3-2 68 0,1-2 46 0,0-2-299 15,7 0 138-15</inkml:trace>
  <inkml:trace contextRef="#ctx0" brushRef="#br0" timeOffset="-205954.99">24754 11886 1560 0,'14'-8'0'0,"5"6"0"0,3 0 0 0,-3 2 0 0,2 0 0 0,1 2 0 16,1 11 0-16,0 4 0 0,-2 3 247 0,-5 7-106 0,-2 3-47 0,-3 4 170 0,-6 2-116 15,-3 1-57-15,-2 6 33 0,-2-1-11 0,-12-6-32 16,-11 6-9-16,-3-4-96 0,-2-2 28 0,-6-2 0 15,-3-4 28-15,-5-3-158 16,-1-2 75-16,0-4 41 0,-2-5-656 0,2-4 337 16</inkml:trace>
  <inkml:trace contextRef="#ctx0" brushRef="#br0" timeOffset="-205378.53">23320 10563 800 0,'0'-10'0'0,"-4"6"0"0,-3-1 0 0,0 4 0 0,-1-1 0 0,-3 0 0 0,0 2 0 0,-3 0 166 0,1 5-67 15,0 11-33-15,-2 6 177 0,1 1-98 0,5 5-60 16,2 2-26-16,1 3 125 0,3-4-76 0,3 1-37 16,0-7 7-16,2 4-23 0,9-2 0 0,1-2-22 15,4-5-102-15,-3 0 50 0,4-2 35 0,-3-1-9 16,2-4-105-16,-1 1 65 0,0-5 33 0,-2-1-415 16,-1-6 168-16,2 0 118 0,-3 0 59 0,1 0-303 15,1-10 170-15</inkml:trace>
  <inkml:trace contextRef="#ctx0" brushRef="#br0" timeOffset="-205154.15">23401 10681 1269 0,'-5'-5'0'0,"1"3"0"0,1 1 0 0,3 1 0 16,0 0 0-16,5 0 0 0,9 0 0 0,6 0 0 0,6 0 0 0,-2 0 189 0,-2 3-69 0,7 10 102 0,-7-1-95 0,-3-1-47 15,0 2-23-15,-5 1 22 0,0 2-8 0,-7-1-38 16,-3 2 0-16,-4 1-39 0,0 3 1 15,-5-1 46-15,-15 3-8 0,-1-1-134 16,-4-2 67-16,-3 0 33 0,1-2-267 0,3-5 149 16,-6 1 26-16,10-4 49 0,-1-4-298 0,1-2 154 15,6-4 78-15,5 0-149 0,2-3 117 0,7-8 55 16,0-6 27-16,9-5-83 0,9-4 55 0</inkml:trace>
  <inkml:trace contextRef="#ctx0" brushRef="#br0" timeOffset="-204985.6">23711 10587 314 0,'11'-14'0'0,"-3"4"0"0,-2 3 0 0,-3 3 0 0,-3 2 210 0,0 2-89 0,0 0-36 16,-12 8-30-16,-2 10 370 15,-2 3-196-15,0 4-99 0,0 5 277 0,2 1-179 0,-2 4-101 0,5-4-48 16,4 0 196-16,3 0-121 0,4-2-61 0,0-7-80 16,2 5 20-16,9-5 0 0,7-4-1 0,0-3-155 15,3 1 78-15,-2-9 47 0,3 2-8 0,2-5-547 16,1-2 248-16,1-2 161 15</inkml:trace>
  <inkml:trace contextRef="#ctx0" brushRef="#br0" timeOffset="-204820.05">24002 10840 1298 0,'0'3'0'0,"0"3"0"0,1 1 0 0,1 1 0 0,1-3 0 0,-3 5 0 0,0 2 0 0,0-2 0 0,0 6 453 0,0-2-214 16,0 5-103-16,-10 4-52 0,-1-3 159 0,-4 3-106 0,2-2-43 15,-5 4-35-15,4-4-88 16,3-3 30-16,-1-1 1 0,5-5-437 0,0-2 230 16,5-3 119-16,2-3 59 0</inkml:trace>
  <inkml:trace contextRef="#ctx0" brushRef="#br0" timeOffset="-204634.54">24070 10774 1699 0,'0'4'0'0,"6"1"0"0,3 1 0 0,0-2 0 0,4-3 0 0,4 3 0 0,2-1 0 0,4 1 0 0,0 1 442 0,-2 0-204 0,-1-1-103 15,-2 2 5-15,-1 1-57 0,-2 1-26 0,-2 1-264 16,-4-2 120-16,-1 3 60 0,0-3 38 0,-3 0-558 16,1 2 290-16,-1-4 145 0,1-2 72 0</inkml:trace>
  <inkml:trace contextRef="#ctx0" brushRef="#br0" timeOffset="-204417.6">24458 10676 1277 0,'0'-5'0'0,"0"1"0"0,0 2 0 16,0 0 0-16,0 0 0 0,0 2 0 0,0 0 238 0,0 0-103 0,0 0-51 0,0 12 131 0,0 2-92 15,0 5-36-15,0 5 197 0,-5 4-125 16,-6 5-63-16,-5 4-32 0,0-1 32 15,-1-3-24-15,-8 11-8 0,-1-5-32 0,-5 5-134 16,-2-1 68-16,-4 0 33 0,2-2-314 0,0-1 170 16,5-3 89-16,9-11 39 0,7-1-264 0,0-5 81 15,8-4 90-15,1-3-425 0,5-8 251 0</inkml:trace>
  <inkml:trace contextRef="#ctx0" brushRef="#br0" timeOffset="-203962.07">24594 10535 908 0,'4'-9'0'0,"1"3"0"0,2 3 0 0,1-1 0 0,0 2 0 0,1 2 204 0,0 0-77 15,5 0-52-15,0 13 385 0,2 6-214 0,-2 5-107 16,1 3-53-16,1 8 153 0,-3 4-107 0,-2 1-50 16,-4-6-24-16,-1 4 210 0,-4 1-117 0,-2-2-51 15,0 1 26-15,-13 3-46 0,-4-3-24 16,-5-3 0-16,-1-1-296 0,-9 5 132 15,0-2 70-15,-1 0-608 0,-5 1 313 0,-2-1 177 16,-3 1 6-16</inkml:trace>
  <inkml:trace contextRef="#ctx0" brushRef="#br0" timeOffset="-201302.27">19319 13265 284 0,'0'-3'0'0,"0"-1"0"0,0-2 0 0,0 4 0 0,0-3 0 0,0 3 0 0,0 0 211 0,0 1-89 0,0 1-44 16,0 0 72-16,0 0-59 0,0 0-21 0,0 0-8 16,0 0 17-16,0 1-23 0,-2 9 0 0,2 3-23 15,0 2 78-15,0 4-43 0,0 5-1 0,0 1-7 16,0 7-1-16,0 1-27 0,0 6 94 0,0 10-50 15,0-2-22-15,0 2 0 16,0-2 38-16,0-1-29 0,0-11 8 0,2 1-39 16,8-7-26-16,1-2 27 0,0-10-1 0,5 0 1 15,-2-8-55-15,2-4 23 0,2-5 0 0,1 0-57 16,2-7 40-16,-3-14 24 0,1-6 0 0,2-9-58 16,-4-2 15-16,-2-1 25 0,0-7-128 0,-1 0 68 15,-4-1 18-15,1-2 23 0,-1 3-60 0,-2 4 35 16,-3 6 7-16,-1 0-7 0,-1 2 84 0,-1 6-26 15,0 6-10-15,-2 1 158 0,0 10-81 16,0 0-46-16,0 5 123 0,0 3-75 16,-2 0-21-16,-1 3-25 0,-1 0 253 0,0 10-117 15,3 5-66-15,-1 3-33 0,2 8 94 0,0-3-64 16,0 3-30-16,0-1 8 0,2 9 44 0,1-4-42 16,4 2-21-16,2 2 8 0,0-4-28 0,-2 5 8 15,2 0-9-15,1-3-21 0,-3-3 0 0,1 1 21 16,1-5-92-16,-3-5 54 0,2 1 16 0,-1-4-1 15,-2-4-253-15,4-5 130 0,-4 1 36 16,-1-6 8-16,1 2-379 0,-1-5 208 16,1 0 104-16,2 0-370 0,0 0 237 0,-2-3 110 15,4-6-150-15,0 2-52 0</inkml:trace>
  <inkml:trace contextRef="#ctx0" brushRef="#br0" timeOffset="-201106.75">19913 13572 584 0,'0'0'0'0,"0"0"0"0,0 0 0 0,0 0 0 0,0 5 0 0,0 3 0 0,2 2 455 0,0 1-211 0,2 2-105 0,-2 2-45 15,1 1 298-15,-1-1-180 0,0 3-89 0,0 0 102 16,-1 0-96-16,-1 0-40 0,0-2-141 0,0 0 43 16,0-1 20-16,0-2 1 0,0-3-349 0,0-2 194 15,0-1 83-15,0-3 47 0,0-1-235 0,2-3 68 16,0 0 94-16,3 0-64 0</inkml:trace>
  <inkml:trace contextRef="#ctx0" brushRef="#br0" timeOffset="-200707.81">20415 13203 1089 0,'-11'-7'0'0,"-1"1"0"0,3 3 0 0,0 1 0 0,-3-1 0 0,1 0 0 0,-3 3 0 0,1 0 0 0,-2 0 269 0,2 11-119 0,0 7-50 0,-4 4-38 15,3 6 50-15,0 6-40 0,-1 6 0 0,2-3 49 16,5-4-36-16,1 5-30 0,3 0 0 0,3-4 56 16,1 4-38-16,0-6-1 0,1-2 8 0,8-2-7 15,4-3-40-15,3-1-1 0,0-6-50 16,3-1 26-16,-1-6 7 0,2 1 18 0,1-6-344 0,0 1 169 15,-3-3 63-15,1-3-267 16,-3-1 138-16,0 0 98 0,0 0-7 0</inkml:trace>
  <inkml:trace contextRef="#ctx0" brushRef="#br0" timeOffset="-200448.5">20452 13348 1443 0,'-7'-3'0'0,"1"1"0"0,4 0 0 0,2 2 0 0,0-2 0 0,0 2 0 0,6 0 0 0,8 0 0 0,6 0 376 0,2 6-172 16,0 3-86-16,-3 2 30 0,8 4-62 0,-7 1-26 15,-1 0-1-15,-3-1-49 0,-2 2 1 0,-3 1 30 16,-3 0-80-16,-4 2 36 0,-4-2 0 0,0 2 35 16,-6 1-67-16,-9-3 42 0,-6 5-8 0,-5-7 34 15,-2 2-88-15,-2-2 37 0,0-4-11 0,0-1-116 16,0-1 63-16,3-4 39 0,5-3 12 0,2-3-138 15,2 0 69-15,11 0 37 0,0-2-324 0,7-11 177 16,0-6 88-16,11 1 45 16,12-7-285-16</inkml:trace>
  <inkml:trace contextRef="#ctx0" brushRef="#br0" timeOffset="-200258.01">20749 13219 1881 0,'4'-5'0'0,"-1"3"0"0,-1 2 0 0,-2 0 0 0,0 0 0 0,-11 3 0 0,-2 11 0 0,-2 7 0 0,1 2 0 0,0 5 272 0,0 3-120 0,3 1 106 0,2 0-112 16,5-1-57-16,3 0-20 0,1 2 127 0,0-5-82 15,9 0-40-15,5-3-1 0,5-1-245 0,-1-5 111 16,4 1 43-16,0-5 25 0,-1 0-511 0,-2-5 268 16,0 0 143-16,-1-5-677 0,1-3 369 0,-2 1 184 15</inkml:trace>
  <inkml:trace contextRef="#ctx0" brushRef="#br0" timeOffset="-200094.04">21033 13491 959 0,'0'-6'0'0,"0"5"0"0,0-1 0 0,0 2 0 0,0 0 0 0,0 9 0 0,0 6 105 0,0 2-36 0,-6 6-1 16,1-1 317-16,-7 6-180 0,3 0-87 0,-2 0-42 15,1-1 144-15,2-6-93 0,-1 1-39 0,1-1-291 16,3-4 119-16,1-8 58 0,0 1 29 15,4-7-534-15,0-1 290 0,0-2 114 0</inkml:trace>
  <inkml:trace contextRef="#ctx0" brushRef="#br0" timeOffset="-199925.94">21096 13337 1058 0,'0'0'0'15,"2"0"0"-15,2 6 0 0,3-2 0 0,1 3 0 0,1-1 0 0,4 2 0 0,3-1 439 0,-2 2-204 0,4 0-92 0,-2 0 209 0,-1 3-159 0,3-3-81 16,-4 1-221-16,2 1 71 16,-3-2 44-16,-2-1-9 0,0 2-546 0,-1-5 290 15,-3 1 147-15,3-1 71 0</inkml:trace>
  <inkml:trace contextRef="#ctx0" brushRef="#br0" timeOffset="-199747.42">21427 13223 678 0,'0'7'0'0,"2"8"0"0,-2 2 0 0,0 6 0 0,0-1 0 0,-9 8 0 0,-1 2 561 0,1 1-264 0,-5 11-132 15,1-5 320-15,1 1-219 0,-6 9-120 0,2-2-57 16,-1 2 84-16,-3-1-71 0,0 2-34 0,-1-5 8 16,0-1-352-16,3 0 154 0,3-11 78 0,0-1 38 15,10-11-274-15,0-7 165 0,3-1 69 0</inkml:trace>
  <inkml:trace contextRef="#ctx0" brushRef="#br0" timeOffset="-199537.88">21537 13100 975 0,'23'-10'0'0,"5"7"0"0,3 3 0 0,-5 0 0 0,0 6 0 16,-4 11 490-16,3 7-228 0,-2 11-115 0,-9 5-57 0,-4 5 309 0,-6 4-175 15,-4 3-100-15,0 5 87 16,-17 7-90-16,-5-2-44 0,-5 0-22 0,1-8 167 16,-8 7-99-16,6-18-45 0,-2-3-81 0,5-9 0 15,-1-5 36-15,9-10 8 0,4-7-625 0,4-3 308 16,5-6 155-16,4 0-944 0</inkml:trace>
  <inkml:trace contextRef="#ctx0" brushRef="#br0" timeOffset="-199346.87">22122 13351 1581 0,'0'0'0'0,"0"0"0"0,0 0 0 0,1 0 0 0,9 0 0 0,0-3 0 0,0 2 0 0,6-3 558 0,2 0-263 0,3-1-130 0,2 4-67 15,-2 0 113-15,1-1-93 0,2 2-42 0,-3 0-460 16,-1 0 209-16,-2 0 103 0,-6 0 61 0,-1 0-361 15,-4 4 203-15</inkml:trace>
  <inkml:trace contextRef="#ctx0" brushRef="#br0" timeOffset="-199200.26">21998 13671 2128 0,'5'0'0'0,"14"0"0"0,2 0 0 0,4 0 0 0,-2-6 0 0,4-1 0 0,3 1 0 0,4-1 0 0,1-3 357 0,0 1-167 0,0 2-78 0,-4 0 24 0,-1 3-51 0,-2-2-26 16,-8 4-783-16,3-2 375 16,-7 3 191-16</inkml:trace>
  <inkml:trace contextRef="#ctx0" brushRef="#br0" timeOffset="-198117.33">23224 13100 751 0,'2'-15'0'0,"-2"2"0"0,2-2 0 0,-2 3 0 0,0-4 0 0,0-2 0 0,0-2 0 0,0 2 0 0,0-2 0 0,0 0 105 0,0-2-36 16,0 1 9-16,0 0-18 0,-2 3 0 0,-2-1-27 16,1 2 0-16,-3 4 4 0,1 1 4 0,-2 4-8 15,0 0 21-15,-2 3-22 0,-3 4 1 0,1 1 0 16,-1 0 50-16,-2 8-29 15,-2 3 0-15,0 6-22 0,0 2 77 0,0-1-38 16,5-1 8-16,-4 8-46 0,4-3 114 0,2 3-58 16,-1-1-28-16,4 2 103 0,2-2-57 0,3 9-42 15,-1-1 39-15,2 2-36 0,0 7 0 0,0 0-35 16,0 1 98-16,0 10-53 0,0 1-23 0,0-1 1 16,0 1 49-16,0 3-35 0,0 1 7 0,2-3-2 15,-1-1-22-15,3-1 1 0,0-3-21 16,-1 2 45-16,-1-9-14 0,1 8-8 0,-1-7-10 15,-2-8 145-15,0 5-191 0,0-5 0 0,0 0 0 16,0-2 0-16,-2-4 0 0,-8-1 0 16,3-5 0-16,-2-4 0 0,-1-1 0 0,-3-5-214 15,0-2 128-15,-2-4 37 0,2-1 30 0,-5-5-343 16,4-1 173-16,-2 0 60 0,2 0-324 0,0-1 210 16,3-7 106-16,4-1 43 0,-1-2-188 0,4 3 125 15,4-2 62-15,0 1 31 0,2 1-375 0,12 2 195 16</inkml:trace>
  <inkml:trace contextRef="#ctx0" brushRef="#br0" timeOffset="-197776.55">23500 13840 693 0,'-5'-13'0'0,"1"2"0"0,1 0 0 0,-1 1 0 0,-1 1 0 0,2-2 0 0,-1 4 88 0,-1 0-28 0,-1 2 9 16,-1 2 90-16,-1 2-63 0,-1 1-31 0,-4 0-1 16,-3 13 24-16,2 2-20 0,-5 7-8 0,0 3 96 15,2 3-61-15,0 3-32 0,0-2 1 0,4 6 139 16,2-2-89-16,2 0-40 0,2-1 137 0,5 3-89 15,2-5-45-15,0-6-14 16,2 4 3-16,8-3 0 0,5-2-33 0,0-6-1 16,0-1-53-16,4-3 35 0,-1-2-9 0,3-1-236 15,0-4 131-15,-3-5 67 0,3-1 41 0,-1 0-538 16,0 0 260-16,-1-1 75 0,0-9-314 0,-3-1 239 16,2-1 110-16</inkml:trace>
  <inkml:trace contextRef="#ctx0" brushRef="#br0" timeOffset="-197513.52">23583 13983 1102 0,'-5'-4'0'0,"3"2"0"0,2 2 0 0,0 0 0 0,0-2 0 0,0 2 0 0,7 0 0 0,8 0 0 0,0 0 235 0,2 0-101 16,0 5-42-16,1 3 183 0,2 2-121 0,-1 1-60 15,-1 2 0-15,-3 1-31 0,-2 0 8 0,-1 4-38 16,-5-2-30-16,-1 1 0 0,-4 2 30 0,-2 2 0 15,0-1-17-15,-8 3 17 16,-7-5 0-16,-2 1 26 0,-4-4-26 0,0 1 0 16,1-5 7-16,-8 1-40 0,4-5 5 0,3-3-1 15,-1-3-75-15,-1-1-93 0,4 0 88 0,4 0 42 16,2-1-356-16,3-9 186 0,7-1 71 0,3-6 53 16,0 2-344-16,7-5 200 0,14 1 95 0</inkml:trace>
  <inkml:trace contextRef="#ctx0" brushRef="#br0" timeOffset="-197310.54">23982 13846 721 0,'3'-3'0'0,"-1"0"0"0,-2 3 0 0,0 0 0 16,-9 3 142-16,-3 7-54 0,-1 5-28 0,-4 3 367 0,3 4-197 16,-2 4-91-16,1 3-57 0,2 1 276 15,0 2-163-15,4 1-81 0,1-1-41 0,4 0 106 0,4-2-77 16,0-2-35-16,0-6-54 0,0 0 20 15,10-2 8-15,3-5-8 0,1-1-113 16,6-5 56-16,-3-4 29 0,1-1-495 0,1-4 269 16,-1 0 71-16,0 0 83 0,1 0-679 0</inkml:trace>
  <inkml:trace contextRef="#ctx0" brushRef="#br0" timeOffset="-197109.09">24188 14083 1092 0,'0'-3'0'0,"1"2"0"0,2 1 0 0,-1 0 0 0,0 1 0 0,0 9 0 0,1 3 470 0,1 0-219 0,0 4-109 15,-1 1 79-15,-1-1-86 0,0-1-56 0,0 1-23 16,-1 0 30-16,1-2-26 0,1-2-1 0,-3-2-18 16,0 1-275-16,0-5 134 0,0 1 66 0,0-2 33 15,0-3-416-15,2-1 197 0,0-2 118 0,0 0-462 16,1 0 265-16,3 0 133 15</inkml:trace>
  <inkml:trace contextRef="#ctx0" brushRef="#br0" timeOffset="-196894.66">24481 14098 1764 0,'5'0'0'0,"1"0"0"0,-1 0 0 0,2 0 0 0,-5 3 0 0,1 3 0 0,-1 3 0 0,0 0 0 0,2 5 0 0,-3 0 277 0,1 2-113 0,-2 2-71 0,0 3 128 16,0 4-94-16,-2-3-47 0,-5-1-72 0,-4 4 25 16,-1-7 0-16,0 2-1 0,-4-6-94 0,2-1 48 15,-2-2 31-15,3-2-8 0,1-8-326 0,2-1 174 16,4 0 89-16,1 0-563 0,3-6 285 0,2-10 152 16</inkml:trace>
  <inkml:trace contextRef="#ctx0" brushRef="#br0" timeOffset="-196711.15">24658 13861 765 0,'0'0'0'0,"0"0"0"0,0 2 0 0,0-1 0 0,0 4 527 0,0 1-247 0,0-1-116 0,5 5-69 16,6-2 198-16,3 4-130 0,-3 1-65 0,3-2 50 15,2 2-49-15,1 0-37 0,-2 1 0 0,-1-2-310 16,2-1 140-16,-3 0 71 0,0-4-494 0,0 0 277 15,-1 0 141-15,-1-6 72 16,0-1-547-16,-4 0 271 0</inkml:trace>
  <inkml:trace contextRef="#ctx0" brushRef="#br0" timeOffset="-196516.67">24980 13773 527 0,'2'-5'0'0,"2"2"0"0,-1 3 0 0,-1 0 0 0,1 0 0 0,-3 3 405 0,0 11-186 16,0 6-93-16,-3 5 153 0,-8 5-115 0,-6 10-69 15,1 2-32-15,-5 2 335 16,-1 5-183-16,-5 2-91 0,-1-1 155 0,-5 8-127 16,6-13-60-16,-5 5-29 0,2-2-96 0,4-5 33 15,5-8 8-15,4-4 25 0,5-6-417 0,3-4 208 16,8-5 104-16,1-6-221 0,0-3 100 0,0-5 104 16,10-2-61-16,10-2-517 0</inkml:trace>
  <inkml:trace contextRef="#ctx0" brushRef="#br0" timeOffset="-196357.1">24952 14182 1353 0,'7'-9'0'0,"4"5"0"0,-2 3 0 0,-2-2 0 0,-4 3 0 0,2 0 0 0,-3 12 0 0,0 2 0 0,-2 3 436 0,2 2-194 0,-2 2-108 0,0 1-51 16,0-1 47-16,0 2-49 0,0-5-24 15,0 0-370-15,0-8 169 0,0 0 88 0,1-3 45 0,1-5-265 16,4-2 155-16,1 0 85 0</inkml:trace>
  <inkml:trace contextRef="#ctx0" brushRef="#br0" timeOffset="-196152.3">25193 13827 2117 0,'13'-5'0'0,"6"3"0"0,2 0 0 0,0 2 0 0,0 0 0 0,4 0 0 0,0 5 0 0,-1 8 0 0,-5 2 0 0,5 10 266 0,-8 0-117 0,0 0 171 0,-5 8-143 16,-6 3-73-16,-2 1-27 0,-3 7 55 0,-6-4-50 16,-12 3-25-16,-5 0 1 0,-4-1-15 0,5-9-2 15,-2 4-9-15,-3-9 1 0,5-5-294 0,-3-5 147 16,7-7 73-16,-5-1-755 0,4-2 396 0,4-5 128 16</inkml:trace>
  <inkml:trace contextRef="#ctx0" brushRef="#br0" timeOffset="-195275.34">23630 12715 968 0,'0'0'0'0,"-2"0"0"0,-3 0 0 0,-1 0 0 0,-3 0 0 0,-3 7 0 0,-4 9 0 0,2 3 0 0,-1 6 0 0,4 2 154 0,0 7-61 16,2 2-21-16,0 7 251 0,9-3-145 15,0-5-72-15,0 3-37 0,7-2 251 0,9-4-136 16,3-7-79-16,1 1 75 0,5-6-73 0,-2-1-37 16,-2-4-70-16,-3-4 41 0,1 0-8 0,-3-4 0 15,2-1-283-15,-5-2 141 0,-2-4 80 0,2 0 26 16,1 0-611-16,-3-2 310 0,-2-8 83 0,1-2 101 16</inkml:trace>
  <inkml:trace contextRef="#ctx0" brushRef="#br0" timeOffset="-195047.9">23744 12912 1398 0,'2'-3'0'16,"0"1"0"-16,4 2 0 0,4 0 0 0,1 0 0 0,1 0 0 0,8 0 0 0,2 0 231 0,3 0-100 0,1 0-49 0,-2 9 86 0,1 1-68 16,-4 1-25-16,2 3-9 0,-5-3 33 0,-1 6-33 15,-4-5-1-15,-4 4-55 0,-4-3-9 16,-2 2-8-16,-3 2 39 0,0 2-64 15,-17-3 32-15,-2 1 0 0,-1-3-163 0,-9 1 89 16,3-2 51-16,0-5-14 0,3-3-121 0,1 1 47 16,-1-5 49-16,4-1-11 0,8 0-276 0,0 0 157 15,5 0 80-15,6-1-236 0,0-9 149 0</inkml:trace>
  <inkml:trace contextRef="#ctx0" brushRef="#br0" timeOffset="-194850.39">24230 12765 1191 0,'0'-4'0'0,"-2"2"0"0,-12 2 0 0,-1 0 0 0,-6 9 0 0,-3 5 258 0,2 1-113 0,-1 6-56 15,1 2 322-15,5 2-190 0,2 1-85 0,2 0-56 16,6-2 91-16,6-4-68 0,1 6-36 16,0-3 26-16,6-4-21 0,10 3-10 0,5-3-29 0,2-5-189 15,3 1 95-15,2-1 55 0,0-5-474 16,0 1 256-16,1-3 129 0,-3-3 23 15,-5 0-598-15,3-1 310 0,-3 0 168 0</inkml:trace>
  <inkml:trace contextRef="#ctx0" brushRef="#br0" timeOffset="-194677.83">24481 13020 826 0,'4'0'0'0,"-1"0"0"0,1 0 0 0,-2 0 0 0,0 4 0 0,-2 7 0 0,0 4 232 0,0 0-100 0,0 5-50 0,0 3 294 15,-10-1-172-15,1 2-77 0,-6 1 51 0,0 2-73 16,2-4-36-16,-2-1 0 0,4-5-264 0,-3 0 123 16,4-2 48-16,-1-4 28 0,4-6-464 0,4-1 246 15,0-2 124-15</inkml:trace>
  <inkml:trace contextRef="#ctx0" brushRef="#br0" timeOffset="-194492.33">24601 12847 1266 0,'2'0'0'0,"2"0"0"0,5 0 0 0,3 3 0 0,-1-1 0 0,1 3 0 0,4 0 0 0,0 2 547 0,4 3-249 0,2 0-137 0,3-1-64 16,-7-2 94-16,5 2-78 0,-2 1-41 0,-3-1 9 16,-1 0-425-16,0 0 188 0,-2-5 95 0,-4 3-239 15,1-2 166-15,-1 1 92 0,-2-2-632 0,-4-2 329 16</inkml:trace>
  <inkml:trace contextRef="#ctx0" brushRef="#br0" timeOffset="-194326.77">24991 12768 1094 0,'3'-2'0'0,"-1"2"0"0,-2 6 0 0,0 7 0 0,0 4 0 0,-7 6 0 0,-3 3 0 0,-3 2 466 0,-6 9-217 0,-1-6-100 0,-3 10 194 0,-2-4-156 0,1-1-76 16,4-6-40-16,1 2-59 15,1-7 29-15,4-1-8 0,0-3-340 0,7-8 171 16,3-4 84-16,4-1 42 0,0-7-587 0,2-1 309 16</inkml:trace>
  <inkml:trace contextRef="#ctx0" brushRef="#br0" timeOffset="-194135.28">25078 12644 1382 0,'25'0'0'0,"6"0"0"0,3 0 0 0,6 6 0 0,-11 1 0 0,1 7 0 0,0 0 0 0,-1 7 534 0,-5 5-243 0,-3 1-132 16,-4 3 139-16,-5-1-132 0,-5 5-67 0,-5 0-33 15,-2 2 176-15,0 0-108 0,-6-1-51 0,-9 0-26 16,-5 2-230-16,1-7 102 0,-4 2 60 0,-1-2 18 16,1 0-435-16,-3-2 230 0,-1 2 116 0,3-3-786 15</inkml:trace>
  <inkml:trace contextRef="#ctx0" brushRef="#br0" timeOffset="-182327.75">19177 14928 616 0,'0'0'0'0,"0"0"0"0,0 0 0 0,-2 0 0 0,2 0 0 0,0-2 0 0,-2 0 0 0,2 2 88 0,0 0-29 16,0 0 1-16,-1 0 57 0,1 0-34 0,0 0-29 15,-3 10 0-15,3 2 1 0,-2 7 0 0,0 0-23 16,2 6 68-16,-2 3-37 0,2 0-1 0,0 2-29 15,0 0 72-15,0 2-36 0,0-3 9 16,0 1-45-16,0-1 34 0,2-3 0 16,5-4-34-16,0-2 0 0,2-1 32 0,2-4-32 15,1-4-1-15,-1-4-53 0,4 0 26 0,-2-7 1 16,3 0-35-16,-4 0 27 0,6-12-1 0,-6-7 33 16,1-3-117-16,-1-4 44 0,-3-3 17 0,0-2-2 15,1 0-52-15,-4-3 39 0,-3 4 0 0,3-1 16 16,-4 6-2-16,-1 1 16 0,1 0-15 0,-2 6 91 15,0 6-38-15,0 1-3 0,0 5 184 0,0 3-103 16,0 1-41-16,0 0-29 0,0 2 191 16,0 0-89-16,0 9-53 0,0 9-25 15,0 4 42-15,0 4-34 0,0 2 0 0,0 5-8 16,0-1-26-16,0 2 0 0,2-3-1 0,4 1-47 16,2-2 23-16,-1-3 9 0,4 1-169 0,-3-8 92 15,3 2 40-15,-2-6 26 0,1-3-355 0,-1-3 171 16,-1-2 60-16,-1-1 52 0,1-6-288 0,-1-1 160 15,2 0 81-15,-1-1-241 16,0-13 165-16,1-3 78 0,2-3 39 0,1-5-142 0</inkml:trace>
  <inkml:trace contextRef="#ctx0" brushRef="#br0" timeOffset="-182137.26">19659 14897 1046 0,'0'-5'0'0,"-4"2"0"0,-1 3 0 0,-2 0 0 0,-2 0 0 0,-1 13 0 0,-1 7 0 0,3 1 181 0,0 8-78 0,1 4-36 16,0 0 205-16,5 2-120 0,0-1-59 16,2-3-22-16,0 1 71 0,0-3-54 15,5-3-28-15,6-2-42 0,-1-5 15 0,5-3 8 16,1 0-219-16,0-5 105 0,1-3 53 0,-2-4 26 16,2-1-453-16,-1-3 237 0,0 0 56 0,-1-4 77 15</inkml:trace>
  <inkml:trace contextRef="#ctx0" brushRef="#br0" timeOffset="-181908.87">19778 14982 1392 0,'-2'0'0'0,"2"0"0"0,0 0 0 0,0 0 0 0,2 0 0 0,5 2 0 0,7 0 0 0,0 4 0 0,2 2 198 0,-2 3-86 0,4-1-40 0,-4 3 58 15,2 5-49-15,-4 3-24 0,-2-1 78 0,-2 3-55 16,-5 3-23-16,-3-5-1 0,0 2-70 0,0-2 23 15,-3 0 8-15,-11-2 16 0,1-2-141 0,-2-2 71 16,-2-5 34-16,0 3-172 16,-1-8 81-16,-1 1 18 0,-1-4-98 0,1-2 52 15,-1 0 53-15,6 0-18 0,0-4-219 0,5-7 141 16,7-7 66-16,2-2 33 0</inkml:trace>
  <inkml:trace contextRef="#ctx0" brushRef="#br0" timeOffset="-181710.4">20046 14812 917 0,'4'-6'0'0,"-2"4"0"0,0 0 0 0,-2 2 0 0,0 4 0 0,-9 15 0 0,-3 3 0 0,-1 7 412 0,2 2-182 0,1 3-102 16,1 4-48-16,5-3 268 0,3 1-157 0,1-3-80 16,0 0 37-16,0-4-62 0,9 0-27 0,6-4 0 15,0-4-82-15,4 0 28 0,-3-4 7 0,3-2 21 16,1-1-313-16,-2-4 157 0,-3-3 78 0,0-2-526 15,-1-3 287-15,0-2 65 0,0 0-292 0,-7 0 239 16</inkml:trace>
  <inkml:trace contextRef="#ctx0" brushRef="#br0" timeOffset="-181538.86">20302 15216 890 0,'1'0'0'15,"3"0"0"-15,1 0 0 0,-3 0 0 0,-1 3 0 0,1 1 0 0,-2 1 207 0,0 5-79 0,0 1-52 0,0 4 223 0,0 2-133 0,-2-1-67 16,-6 2-33-16,1 1-54 0,0-3 20 0,-1-1 1 16,0-2-298-16,3-3 149 15,-1 0 75-15,1-4 45 0,1-5-486 0,0-1 248 16</inkml:trace>
  <inkml:trace contextRef="#ctx0" brushRef="#br0" timeOffset="-181370.32">20377 14952 1322 0,'2'4'0'0,"2"2"0"0,-1 3 0 0,3-3 0 0,1 1 0 0,0 1 0 0,2-3 0 0,0 5 286 0,3-3-127 16,0 3 161-16,-1 0-145 0,1 0-70 0,-1 0-28 16,0-1-221-16,1 1 88 0,-1-1 45 0,-4-4 21 15,3 3-528-15,-1-4 279 0,0-2 129 0,1-2-290 16</inkml:trace>
  <inkml:trace contextRef="#ctx0" brushRef="#br0" timeOffset="-181185.89">20687 14845 971 0,'2'3'0'0,"2"1"0"0,-3 6 0 0,1 4 0 0,-2-1 0 0,0 7 0 0,0 2 248 15,0 6-107-15,-3 5-46 0,-3 2 302 0,-4 6-181 16,3-1-92-16,-4 2-46 0,-3 0 129 15,3-2-79-15,-8 9-52 0,1-7-191 0,-1 0 74 16,2-8 37-16,0 0 8 0,6-12-165 0,-1-1 96 16,7-9 50-16,1-5-526 0,2-3 280 15,2-4 57-15</inkml:trace>
  <inkml:trace contextRef="#ctx0" brushRef="#br0" timeOffset="-180960.49">20792 14772 663 0,'12'-7'0'0,"2"5"0"0,7-1 0 0,-2 3 0 0,0 0 0 0,-1 13 440 0,-1 7-204 15,2 3-93-15,-2 8 217 0,-2 1-163 0,-4 2-82 16,-4 1 53-16,-1 4-68 0,-1 1-25 0,-5 6-8 16,0-6 84-16,-2 2-58 0,-12-2-31 0,-4-4 0 15,-1-5-80-15,-4 1 22 0,-5-4-1 0,-2-3-232 16,1-3 131-16,-1-5 65 15,10-5 41-15,-1-5-508 0,9-5 247 0,-2-2 69 0,5 0-124 16,9-3 138-16,0-15 61 0</inkml:trace>
  <inkml:trace contextRef="#ctx0" brushRef="#br0" timeOffset="-180803.31">21087 15071 1392 0,'8'2'0'0,"2"1"0"0,1 4 0 0,-1-4 0 0,-1-3 0 0,3 0 0 0,1 0 0 0,3 0 0 0,0 0 0 0,3 0 380 0,1 0-173 0,-1 0-79 0,2 0-159 16,-1 0 32-16,1-3 0 0,-2 3-189 0,0-1-165 15,-2 1 201-15,-1-1 88 0</inkml:trace>
  <inkml:trace contextRef="#ctx0" brushRef="#br0" timeOffset="-180377.93">21562 14807 1205 0,'0'0'0'0,"0"9"0"0,0 6 0 0,-4 1 0 0,-3 8 0 0,2 5 0 0,-4 2 359 0,6 7-164 0,-3 5-80 0,4-7-34 15,1 11 98-15,1-5-74 0,0-2-36 0,0-4 0 16,0 2 73-16,7-5-47 0,2-4-35 0,5-3-84 15,-3-9 29-15,4-1-1 0,2-10-171 16,0-4 108-16,4-2 41 0,-3-5 26 16,3-14-250-16,-1-7 100 0,1-4 78 0,-2-4-17 15,-1-6-82-15,0 0 21 0,-4-2 54 0,0-1-68 16,-3-3 62-16,-2 7 22 0,1 0 9 0,-3 1 2 16,-1 4-1-16,-3 10 30 0,1-1 179 0,-1 10-98 15,-1 5-37-15,-2 2-22 0,0 4 374 0,0 1-189 16,0 3-94-16,0 3-11 0,0 14 131 0,0 8-86 15,0 2-23-15,0 7-30 16,0 7 136-16,0-4-75 0,2 9-48 0,1-3 64 16,3-1-53-16,-3-8-27 0,1 5-66 0,-1-2 48 15,1-3-8-15,-1 0-1 0,-1-6-205 0,0-5 103 16,-1-1 51-16,-1-6 34 0,2-5-472 0,-2-6 229 16,2-1 73-16,0-4-196 0,3 0 151 0,4-2 88 15,1-7 39-15</inkml:trace>
  <inkml:trace contextRef="#ctx0" brushRef="#br0" timeOffset="-180211.38">22088 15165 851 0,'5'5'0'0,"2"2"0"0,-4 2 0 0,-1 2 0 0,0-1 0 0,-2 6 0 0,0 0 328 0,0 3-148 0,0 2-65 0,0 5-46 15,0-3 171-15,0 3-103 0,-2-2-53 0,0 2-94 16,1-6 30-16,1-1-8 0,-2-7 20 0,2-1-172 15,0-2 86-15,0-6 43 0,0-3-391 0,3 0 213 16,6-5 64-16</inkml:trace>
  <inkml:trace contextRef="#ctx0" brushRef="#br0" timeOffset="-179989.97">22328 14881 1295 0,'0'-5'0'0,"-1"0"0"0,-3 3 0 0,-1 1 0 0,-4 1 0 0,0 0 0 0,0 11 0 0,-3 10 240 16,5 1-104-16,0 8-51 0,-1 4 307 0,0 7-183 15,6 0-88-15,1 0-45 0,1 4 97 0,0-10-70 16,0 2-27-16,3-1-8 0,9-4-148 0,3-6 57 16,-2-7 27-16,2-2-356 0,2-5 201 0,0-5 88 15,0-7 47-15,-1 0-643 0,2-3 316 0,-4-9 159 16,0-4-158-16</inkml:trace>
  <inkml:trace contextRef="#ctx0" brushRef="#br0" timeOffset="-179759.59">22440 14965 951 0,'1'-2'0'0,"7"1"0"0,3 1 0 0,-1 0 0 0,1 0 0 0,1 0 0 0,2 0 0 0,-1 6 0 0,1 5 235 0,0 3-101 0,2 7-50 0,-5-2 135 16,1 9-97-16,-3-2-45 0,-4 0-22 0,-1 1 10 15,-3-1 1-15,-1-3-26 16,0 0-23-16,-5-3 16 0,-4-1-1 0,-5-4 1 0,0-2-35 16,-2-4 8-16,-2-2 27 0,1-2-1 15,-3-5-179-15,2 0 77 0,1 0 49 0,4 0-304 16,1-7 160-16,3-5 49 0,6-1 51 0,3-1-217 16,0-2 125-16,0-3 53 0,10-1-177 0,8-2 125 15,-2 0 61-15</inkml:trace>
  <inkml:trace contextRef="#ctx0" brushRef="#br0" timeOffset="-179585.05">22736 14847 812 0,'7'-9'0'0,"-2"3"0"0,-3 5 0 0,-1-2 0 0,-1 3 0 0,-3 0 0 0,-13 15 135 0,2 3-43 16,-6 4-34-16,3 0 0 0,1 4 295 0,3 2-160 16,1 2-80-16,5-1 231 0,3 3-160 0,2-1-75 15,2-4-38-15,0 2 28 0,4-1-33 0,5-7 8 16,7 8-189-16,-2-6 74 0,4 0 37 0,0-5-1 15,1-2-458-15,-3-4 256 16,5 0 115-16,-2-8 31 0,0 1-339 0</inkml:trace>
  <inkml:trace contextRef="#ctx0" brushRef="#br0" timeOffset="-179409.86">22957 15231 1536 0,'0'0'0'0,"0"0"0"0,0 0 0 0,0 0 0 0,-2 7 0 0,1 4 0 0,-5 4 0 0,-1 2 0 0,0 2 0 0,-3 4 205 0,-1 1-86 0,2-2-43 16,-2-3 35-16,1 2-43 0,-1-1-1 0,-1-3-34 15,3 0-99-15,-2-5 49 0,4-3 33 0,2-4-385 16,1-1 200-16,2-4 101 0,2 0 51 0</inkml:trace>
  <inkml:trace contextRef="#ctx0" brushRef="#br0" timeOffset="-179223.36">22992 14965 1155 0,'2'3'0'0,"0"0"0"0,7 5 0 0,0 0 0 16,-1 5 0-16,1-1 0 0,-2 3 302 0,2 2-134 0,2-2-60 0,-1 2 62 0,1 0-68 0,3-3-35 15,-3-5-67-15,1 4 33 0,1-5 8 0,-1-3-8 16,0-3-409-16,-1-2 205 0,-2 0 102 0,1 0 51 15,-4-2-534-15</inkml:trace>
  <inkml:trace contextRef="#ctx0" brushRef="#br0" timeOffset="-179006.94">23279 14911 1312 0,'2'-7'0'0,"-2"5"0"0,0 0 0 0,0-1 0 0,0 3 0 0,0 0 0 0,0 7 0 0,0 9 0 0,-6 7 305 0,1 6-141 0,-3 4-65 16,-1 2 323-16,-2 8-194 0,1-1-98 0,-1-2-41 16,-5 10 132-16,0-3-94 0,-2 0-47 0,-2 2-24 15,-2 0-128-15,2-10 61 0,-1 6 18 0,5-14-291 16,3-3 158-16,1-10 79 0,3-2 40 0,4-5-246 16,-1-4 133-16,1-4-33 0,2-3-427 0,1 0 274 15,2-8 137-15</inkml:trace>
  <inkml:trace contextRef="#ctx0" brushRef="#br0" timeOffset="-178777.55">23332 14791 1308 0,'13'-2'0'0,"8"2"0"0,2 9 0 0,2 8 0 0,-4 6 0 0,0 7 0 0,-3-1 379 0,7 13-177 0,-4-2-84 16,-3-1 144-16,-3 1-115 0,-2-1-56 15,-3-5-22-15,-3 5 159 0,-5-2-97 16,-2 1-50-16,0-2-23 0,-9-4-68 0,-8-1 30 16,-4-3-9-16,-6 1-174 0,-6-1 97 0,1-3 50 15,-2-4 24-15,4-5-429 0,0 1 218 0,3-3 49 16,11-3-348-16,-1-4 234 0,8 1 118 0,1-5 50 16</inkml:trace>
  <inkml:trace contextRef="#ctx0" brushRef="#br0" timeOffset="-178572.1">23784 15140 1457 0,'2'-6'0'0,"13"5"0"0,2 1 0 0,-2 0 0 15,-2 0 0-15,4 0 257 0,0 0-112 0,1 1-47 0,2 3-38 16,0-2 68-16,6 3-48 0,-5-2-24 0,2 0 0 15,-3 1-31-15,1-2 8 0,-5-2-431 0,2 0 215 16,-7 0 109-16,-3 0 53 0,-3 0-560 0,-3 0 289 16</inkml:trace>
  <inkml:trace contextRef="#ctx0" brushRef="#br0" timeOffset="-178440.45">23808 15326 1253 0,'0'6'0'0,"0"3"0"0,6 2 0 0,6-3 0 0,1 0 0 0,2-1 0 0,5 0 0 0,3 0 59 0,3-1 0 16,3-2-26-16,-1-4-1 0,-3 0 342 0,8 0-175 0,-6 0-83 16,2-4-369-16,-3-5 143 0</inkml:trace>
  <inkml:trace contextRef="#ctx0" brushRef="#br0" timeOffset="-176751.39">24970 14916 523 0,'1'0'0'0,"1"0"0"0,0 0 0 0,-1 0 0 0,2 0 0 0,-2-1 0 0,1-3 0 0,-2 2 62 0,2-2-1 0,-2 1-20 0,2-2 67 0,-2 4-38 15,2-1 0-15,-2-3-37 0,0 3 40 0,1-2 8 16,-1 0-48-16,0 1 3 15,0-4-3-15,0 4-1 0,0-2 1 0,0-1 12 16,0-1-12-16,-1 2 0 0,-3 0 7 0,-1-1-7 16,-3 0 0-16,0 0-1 0,1 2 44 0,0 2-23 15,-1-2 1-15,1 0-21 0,-1 0 51 0,0 0-30 16,1 0 0-16,2 3 22 0,-1-3-22 0,0 1 0 16,0 3-13-16,3-3 39 0,-1 2-23 0,0 1-1 15,-2 0 0-15,2 0-23 0,-1 0 8 0,-1 7-8 16,1 4 10-16,1 1-11 0,-1 1 1 15,0 1 0-15,2 2 49 0,-1 0-28 16,2 1 0-16,0 0-21 0,1 2-1 0,1 0 1 16,0 1 8-16,0 3 73 0,0 2-40 0,0-2 0 15,0 4-17-15,0-1-24 0,0 0 8 0,0 6-8 16,0-1 23-16,1-1 0 0,1 3-23 16,2-1 0-16,-2 2 43 0,1 0-43 0,2-1 0 0,-1 0 14 15,-1 0-14-15,-1 2 0 16,0-1 8-16,0-3-49 0,-1 1 41 0,-1 0 140 0,0-2-173 15,0 0 0-15,0-4 0 0,0 5 0 16,-3-6 0-16,-4 1 0 0,-4-1 0 0,2-2 0 16,-1-4 0-16,-4 0 0 0,1-3 0 0,-3-4 0 15,4-2 0-15,-3-3 0 0,0-4 0 0,0-3 0 16,0 0-225-16,2 0 185 0,-1-3-342 0,3-9 171 16,2-3 86-16,-1-3 32 0,5-1-224 0,3 0 142 15,2-1 71-15,0 0 36 0</inkml:trace>
  <inkml:trace contextRef="#ctx0" brushRef="#br0" timeOffset="-170014.85">25266 15473 896 0,'0'-1'0'0,"-4"-3"0"0,2 2 0 0,-1 1 0 0,-1-1 0 0,0 0 0 0,2 0 0 0,-1 2 74 0,-4 0-1 0,2 0 32 15,-2 4-40-15,-1 8-1 0,-1 2-31 16,-1 6 31-16,3 4-1 0,0-2-22 0,-2 7-8 15,4 2 69-15,0 1-34 0,1-2-1 0,4 0-34 16,0-3 80-16,0 2-44 0,0-2 0 0,4-6-49 16,9 5 13-16,-4-7 0 0,4-1-40 15,1-1 17-15,0-2-1 0,4-2 24 0,-2-2-244 0,3-3 120 16,-1-2 50-16,2-4 30 16,-1-2-423-16,1 0 210 0,1 0 65 0,-2-4 59 15,-1-5-256-15</inkml:trace>
  <inkml:trace contextRef="#ctx0" brushRef="#br0" timeOffset="-169753.63">25441 15629 608 0,'-8'0'0'0,"7"0"0"0,-3 0 0 0,4 0 0 0,0 0 0 0,0-3 207 16,7-3-87-16,8 2-44 0,6 1 209 0,0 2-118 15,-1 1-72-15,3 0-30 0,-4 0 42 0,-1 4-36 16,-1 9-1-16,-2-3-52 0,-3 5-18 0,-3 3 0 15,-7-2 33-15,1 3-53 0,-3 0 26 0,0-1 9 16,-5 1-12-16,-6 0 29 0,-3-2 1 0,-2-1-15 16,-3-4-23-16,2-1 4 0,-4-1 21 0,2-4-29 15,-2-3-44-15,3-1 29 0,-3-2 0 0,3 0 37 16,-1 0-255-16,4 0 113 0,0-3 61 16,4-5-232-16,3-3 134 0,6-1 57 15,2-2 43-15,0-6-187 0,13-2 110 0</inkml:trace>
  <inkml:trace contextRef="#ctx0" brushRef="#br0" timeOffset="-169334.25">25798 15427 651 0,'2'0'0'0,"-2"12"0"0,0 3 0 0,0 4 0 0,-14 5 0 0,0 2 0 0,-2 5 424 0,-4 6-196 0,3-2-97 0,0-5-42 15,2 7 253-15,2-6-154 0,3-1-78 0,6-2 36 16,2-5-48-16,2-1-37 0,0-1-157 0,8-6 64 15,7-2 32-15,3-3 0 0,2-7-236 0,7-3 130 16,-3 0 69-16,0-2 35 0,-4-7-144 0,-2-4 21 16,-2-2 66-16,0-1-64 0,-7 1-119 0,2 0 104 15,-3 1 52-15,-3-1 72 16,-2 5-27-16,0 1 8 0,-1 3 202 0,-2 3-100 16,0 0-52-16,0 3-24 0,0 0 272 0,0 5-116 15,-6 8-80-15,1 3 4 0,1 4 90 0,0-3-27 16,4 2-45-16,0-1 59 0,0 2-59 0,1-6-29 15,7 1 0-15,5-4-68 0,3-4 9 0,-5-1 30 16,8-6-79-16,-5 0-51 0,4 0 65 0,-7-2 33 16,2-7-165-16,-4-6 88 0,-1 0 19 0,-5-2 32 15,-1 0-16-15,-2 0 0 0,0 0-15 16,0 0 6-16,-5 2 60 0,-4 1-1 16,-5 4-33-16,1 0 120 0,-2 4-54 0,0 5-26 15,-3-1 5-15,4 2 38 0,-2 0-15 0,2 0 1 16,5 3-193-16,1 3 75 0,-1 1 41 0,9 1-1 15,0-1-298-15,0 3 154 0,0-2 53 0,14-3 51 16,5 1-143-16,8-3 91 0</inkml:trace>
  <inkml:trace contextRef="#ctx0" brushRef="#br0" timeOffset="-169154.73">26239 15795 614 0,'4'4'0'0,"3"1"0"0,-3-4 0 0,-2 0 0 0,-1 2 0 0,-1 0 0 0,0 3 404 15,0 0-185-15,0 4-93 0,0 2 177 0,-6-1-139 16,-2 4-65-16,0-1-34 0,-1 2-11 0,1 0 9 16,-3-1-30-16,2 0-254 15,-1-2 126-15,3-2 65 0,1-3 31 0,1-4-171 0,3 1 98 0,2-4 52 16,0-1 2-16,0 0-533 0</inkml:trace>
  <inkml:trace contextRef="#ctx0" brushRef="#br0" timeOffset="-168985.88">26310 15572 1029 0,'3'4'0'0,"4"2"0"0,0 1 0 0,-1-4 0 0,-1 4 0 0,3-1 0 0,2 2 409 0,1-1-181 0,2 4-101 0,0-3-47 16,-1 2 136-16,2-1-91 0,1 1-46 16,-1-3-226-16,-3 2 86 0,2 0 47 15,-2-2-193-15,-2-2 119 0,2 1 61 0,-1-4 38 16,1 0-489-16,3-1 247 0,-1-1 42 0</inkml:trace>
  <inkml:trace contextRef="#ctx0" brushRef="#br0" timeOffset="-168776.91">26662 15502 1331 0,'0'-1'0'0,"0"-1"0"0,0 2 0 0,0 0 0 0,-2 2 0 0,-4 9 0 0,-5 8 0 0,-2 4 0 0,-4 5 234 0,-2 6-101 0,-2 6-50 0,-1 2 277 16,-3 1-167-16,1 2-81 0,-2 2 45 0,0 0-62 15,-3-2-31-15,5-6 8 0,-5 8-62 0,5-6 1 16,4-9 21-16,-1-1 1 0,8-9-266 0,3-5 141 16,5-3 58-16,0-6-416 0,5-1 234 0,0-7 53 15,12 0 79-15,5-5-416 16,8-13 237-16,-1-1 116 0,0-2-117 0</inkml:trace>
  <inkml:trace contextRef="#ctx0" brushRef="#br0" timeOffset="-168528.57">26575 15922 1155 0,'3'-7'0'0,"3"4"0"0,0 0 0 0,-2 3 0 0,-3 0 0 0,2 0 0 0,1 6 176 0,-1 6-63 0,3 1-44 16,1 1 96-16,3 0-66 0,-1-1-33 0,4 1-1 15,1-4 52-15,2 0-46 16,1-2 0-16,-1-5-142 0,2 0 52 0,0-3 26 0,0 0 8 0,-3-3-149 16,0-6 83-16,-4-6 42 15,0 0-127-15,-6-2 56 0,1 1 50 0,-4-2-27 16,-2 0 21-16,0 2-24 0,-2 0 1 0,-7 3 1 15,-4-1 125-15,-2 3-49 0,-3 1-21 0,2 5 169 16,-3 3-87-16,1 0-29 0,-4 2-29 16,5 0 87-16,1 4-48 0,6 1-2 0,3 3-163 15,3-2 67-15,4 1 34 0,0 1 6 0,0-1-391 0,10-3 184 16,7-2 98-16,9-2 29 0,-7 0-211 16</inkml:trace>
  <inkml:trace contextRef="#ctx0" brushRef="#br0" timeOffset="-168332.09">27011 15656 891 0,'7'-5'0'16,"5"-3"0"-16,1 3 0 0,1 0 0 0,-2 1 0 0,1 1 0 0,1 2 0 0,0 1 361 0,3 0-164 0,1 8-82 0,-1 10 215 0,0 3-149 0,-5 5-66 0,-3 4-45 16,-1 4 58-16,-5 3-48 15,-3 8-24-15,0-2 0 0,0-5-144 0,-7 7 56 16,-4-11 33-16,-2 1-120 0,-5-1 77 0,0-3 45 15,-2-7-8-15,-1-3-392 0,-4-7 151 16,-1-1 122-16,0-3-419 0</inkml:trace>
  <inkml:trace contextRef="#ctx0" brushRef="#br0" timeOffset="-167656.08">25578 14574 302 0,'0'-10'0'0,"0"-1"0"0,-2 4 0 0,-4 2 0 0,1-2 0 0,-1 3 0 0,-1-1 263 0,-3 4-115 0,-2 1-58 0,2 0 86 15,-4 15-64-15,2 4-43 0,0 5-1 0,3 5 68 16,-1 2-52-16,3 4-25 0,2 2 60 0,4-1-48 15,1-3 1-15,0-1-39 0,0-2 102 0,8-4-51 16,1-5-17-16,4-2-9 0,2 0-59 0,0-6-1 16,2-2 35-16,-2-2-179 0,4-4 98 0,-2-4 36 15,2-1 22-15,0 0-390 16,-3 0 192-16,1-7 62 0,0-7-351 0,-2 2 226 16</inkml:trace>
  <inkml:trace contextRef="#ctx0" brushRef="#br0" timeOffset="-167412.06">25696 14669 496 0,'0'0'0'0,"0"0"0"0,6 0 0 0,0 0 0 0,5 0 0 0,2 0 0 0,1 0 332 0,4 0-149 16,-1 0-75-16,4 0 165 0,-5 4-124 0,-1 5-58 16,-2 2-29-16,1 0 58 0,-7 4-44 0,-1 3-13 15,-6-1-68-15,0 2 38 0,0 5 0 0,-9-2-1 16,-9-2-47-16,2-1 32 0,-7 4-8 0,-3-7 24 15,3 0-42-15,1-5 20 0,1-5 1 0,-5 0-219 16,7-3 110-16,-2-3 28 0,4 0 38 0,4 0-266 16,1 0 138-16,5-8 35 0,2-5-119 0,5 0 105 15,0-4 53-15,0-3 25 0,12-1-155 16,8-3 82-16</inkml:trace>
  <inkml:trace contextRef="#ctx0" brushRef="#br0" timeOffset="-167211.09">26074 14466 789 0,'9'-6'0'0,"-3"4"0"0,1 2 0 0,-3 0 0 0,-4 0 0 0,0 8 0 0,-3 5 319 0,-7 2-143 0,-5 6-72 0,2-2 103 0,-5 6-92 15,2 0-41-15,1 4-20 0,2 0 159 0,3-1-91 0,5-3-36 16,-1 5 9-16,6-4-32 16,0-1 1-16,0-1-31 0,2-1-48 0,9-5 32 15,5 5-8-15,-2-8 24 0,3-2-226 0,0 0 113 16,2-2 56-16,-2-1-152 0,2-2 56 0,-3-3 64 15,2-1-24-15,-2-3-401 0,-1-1 224 0,0 0 104 16</inkml:trace>
  <inkml:trace contextRef="#ctx0" brushRef="#br0" timeOffset="-167028.33">26305 14770 493 0,'0'-2'0'0,"0"2"0"0,0 0 0 0,3 0 0 0,-3 0 0 0,0 5 403 0,2 8-189 0,-2 1-91 0,2 1-45 15,-1 4 251-15,-1-1-148 0,0 1-66 0,0 4 21 16,0-2-51-16,0 0-27 0,0-1 1 0,0-4-83 16,0-2 37-16,0 4-9 0,0-10-245 0,0 1 137 15,0-3 68-15,0-2 34 0,0-4-412 16,4 0 212-16,5 0 32 0,2-2 79 16,1-7-280-16</inkml:trace>
  <inkml:trace contextRef="#ctx0" brushRef="#br0" timeOffset="-166734.72">26598 14862 1240 0,'-3'6'0'0,"3"2"0"0,0-3 0 0,0 1 0 0,0-1 0 0,-1-1 0 0,1 2 0 0,0-1 0 0,0 1 134 0,0-1-50 0,0 3-26 16,0 0 231-16,0 1-132 0,0 2-62 0,0 0-31 15,-4 4 61-15,-3 0-47 16,-4 2-14-16,-3 0-92 0,1 0 30 0,-3 0 0 16,3-2 31-16,-1-2-264 0,1-2 140 0,-2-2 57 15,0-1-152-15,4-2 55 0,1-4 71 0,1-2-40 16,1 0-341-16,3 0 208 0,3-8 100 0</inkml:trace>
  <inkml:trace contextRef="#ctx0" brushRef="#br0" timeOffset="-166504.8">26708 14597 776 0,'-1'0'0'16,"1"0"0"-16,0 0 0 0,0 8 0 0,0 0 239 0,1 3-103 0,7-1-51 0,2 2-27 0,1 1 324 0,4 3-166 16,0-4-96-16,-2 3 77 0,2-1-82 15,0-1-41-15,-2 0-20 0,-2-1-95 16,-1-1 32-16,-3 0 21 0,1-4-305 0,-3 3 162 16,-2-5 83-16,3 1 48 0,-1-3-219 0,-3 2 66 15,3-5 83-15,2 0-64 0</inkml:trace>
  <inkml:trace contextRef="#ctx0" brushRef="#br0" timeOffset="-166312.33">27062 14491 1130 0,'0'0'0'0,"2"0"0"0,-2 0 0 0,0 0 0 0,0 9 0 0,0 4 0 0,0 6 0 0,-7 7 250 0,-7 3-108 15,-5 10 267-15,0 0-187 0,-3 3-95 0,-3 5-39 16,1-1 162-16,2 1-108 0,-4-2-55 0,2 0-27 15,-1-2-6-15,6-7 9 0,-2 2-31 0,4-6-266 16,4-10 134-16,7-1 66 0,4-8 33 16,1 0-413-16,1-7 174 0,0-2 128 15,1-4-598-15</inkml:trace>
  <inkml:trace contextRef="#ctx0" brushRef="#br0" timeOffset="-166127.79">27030 14894 756 0,'4'-2'0'0,"-3"2"0"0,1 0 0 16,0 0 0-16,-1 0 0 0,-1 8 525 0,0 3-250 0,0 4-121 0,0 2 76 0,0-1-98 15,0 2-50-15,0 0-16 0,0 1-12 16,0-2-1-16,3 0-20 0,-1-2-252 0,-1-2 126 16,1-3 71-16,2-1 24 0,1-3-474 0,-2-3 243 15,3-3 121-15,-2 0 62 0</inkml:trace>
  <inkml:trace contextRef="#ctx0" brushRef="#br0" timeOffset="-165921.81">27250 14496 1393 0,'11'-5'0'0,"6"5"0"0,-3 0 0 0,2 0 0 0,-1 9 0 0,-3 2 0 0,1 3 0 0,-1 7 223 0,-2-1-87 0,1 9-56 16,-4-3 222-16,-4 5-135 0,1 3-67 0,-3-1-33 15,-1 5 55-15,0 5-48 0,-11-5 0 0,0-5-109 16,-3 5 34-16,-1-4-1 0,-4-5 43 0,1 3-83 16,-4-5 37-16,0-3 0 0,-1-1-310 15,-2-4 173-15,3-5 39 0,3 0 57 16</inkml:trace>
  <inkml:trace contextRef="#ctx0" brushRef="#br0" timeOffset="-152766.48">28197 15026 506 0,'-10'0'0'0,"4"0"0"0,2-2 0 0,1-1 0 0,1 0 0 0,-3-1 0 0,5 1 0 0,-2-1 144 0,2 2-56 0,0 1-19 0,0-2-9 16,0 3 80-16,0 0-53 0,0 0-28 15,0 0-2-15,2 0 7 0,3 0-31 16,4 3 0-16,1 2 53 0,3 0-27 0,0-1 1 15,2 2 7-15,1-3-7 0,2 1-28 0,0-2 1 16,3-2-32-16,0 0 31 0,-2 0 9 16,0 0-8-16,3 0-91 0,-6 0 46 0,2-2 22 0,-4 0-77 15,2-1 44-15,-3-2 20 0,-1 0-7 16,-1 1-233-16,-2 3 100 0,1-3 68 0,-3 2-2 16,-2 1-219-16,1 1 131 0,-3 0 66 0</inkml:trace>
  <inkml:trace contextRef="#ctx0" brushRef="#br0" timeOffset="-152531.03">28296 15256 753 0,'-21'10'0'0,"3"-3"0"0,1 1 0 0,4-5 0 0,4 2 0 0,0-1 176 0,4-3-76 0,1 0-34 0,1-1 114 15,3 2-74-15,0 3-37 0,0-2 137 0,3 1-90 16,6 2-42-16,2-2-21 0,3-1 88 0,0 1-46 15,4-2-36-15,-2 0 1 0,3-2-43 0,-1 0 16 16,0 0 0-16,1 0-101 0,-1 0 46 0,-1 0 27 16,-2 0 1-16,-1-2-217 0,-1 2 104 0,-3 0 39 15,1 0-148-15,-2 0 78 0,1 0 63 0,-3 0-18 16,2 0-252-16,1 4 149 0,3 0 85 16</inkml:trace>
  <inkml:trace contextRef="#ctx0" brushRef="#br0" timeOffset="-151647.3">29705 15016 572 0,'0'-7'0'0,"0"-1"0"0,0 0 0 0,0-1 0 0,0 0 0 0,0-3 0 0,0 3 0 0,0-2 0 0,0-1 86 0,0 1-26 16,0 2 0-16,0-2 30 0,0 0-21 0,0-1-8 15,0 3 1-15,-4-3 0 0,3 3-29 0,-4-2 0 16,-2 1 33-16,2-2-8 0,-1 0-25 0,-3 1-1 16,2-1 18-16,-2 1-17 0,-4 1 8 0,0 0 15 15,2 0-23-15,-5 3 0 0,0-1 0 0,-3 4 22 16,1 1 8-16,0 1-30 0,-3 2-5 16,-6 0 5-16,6 0 0 0,2 0 0 15,-4 7 0-15,-1 1 0 0,6 0-1 0,0 0-1 16,-2 4 2-16,6-3 0 0,1 2 8 0,-1 1-35 15,1-1 26-15,2 3 1 0,-3 0-9 0,6 1-30 16,-4 3 39-16,0 0-5 0,1 5 15 0,-1-3-15 16,0 2-1-16,2 2 0 0,-2-3 50 0,1 8-8 15,-3-3-37-15,4 1 40 0,2-1 0 0,-3 0-39 16,7-4 8-16,-3 7 27 0,2-4-35 16,4-1-1-16,-1 0 23 0,2 0-19 15,0-2 5-15,0 0-8 0,0 0-15 0,0-1 15 16,0-1 0-16,2 1 0 0,2-2-30 0,5 1 30 15,-2-3-1-15,1 1-33 0,0-2-6 0,4-1 38 16,-2 0-3-16,3-1-15 0,-1-3 5 0,-2 0 7 16,3-2-11-16,1 1-11 0,-1-2 20 0,1-1-1 15,-1-1-49-15,4-1 22 16,-1 0-5-16,0 0 31 0,0-2-48 0,1 0 0 16,0 0 35-16,0 1-41 0,-1-2 19 0,1-1 1 15,-1-1 10-15,2 3-23 0,2-3-11 0,-2 0 38 16,1 0-66-16,-2 0 28 0,2 0-9 0,0-3 38 15,1 0-97-15,-3-1 45 0,-1 0 14 0,-4 1-4 16,-4 1-69-16,2-1 45 0,-3 1 12 0,-5 1-6 16,0 1 0-16,-1 0 27 0,1 0 8 0,-2 0 28 15,0 0-28-15,0 0 1 0,0 0-1 0,0 0-44 16,0 0 44-16,-3 0 0 16,3 0-295-16,0 0 148 0,0 0 73 0</inkml:trace>
  <inkml:trace contextRef="#ctx0" brushRef="#br0" timeOffset="-145015.62">19597 16244 895 0,'-3'-1'0'0,"-1"1"0"0,0 0 0 0,2 0 0 0,1 0 0 0,-1 0 0 0,-2 0 0 0,4 0 0 0,0 6 73 0,0 2 8 0,0 4-48 16,0-1 58-16,0 3-30 0,2 4 1 0,0 1-29 15,1-1 64-15,1 7-36 0,0 2 0 0,-2-3 30 16,-1 9-30-16,-1 2 1 0,0-1 24 16,0 9-31-16,0-1 1 0,0 0-24 15,-1-2 31-15,-3-5-30 0,2 3 8 0,0-4-8 16,0-5 12-16,2-1-12 0,0-6 0 0,0-1-1 16,0 1-16-16,0-8 17 0,0 1 0 0,0-6-35 15,0 0 34-15,0 0 1 0,0-6-30 0,0-1 7 16,-1-2-1-16,-3 0 9 0,-1 0-75 0,-2-2 35 15,2-7 27-15,-1-4-16 0,-1-2-69 0,0-4 39 16,-3-3 25-16,0 1 1 16,3 3-166-16,-5-3 72 0,0 1 48 0,-2 2-38 15,-1 5 35-15,3 1 2 0,-4 6-8 0,2 3 137 16,-2 0-50-16,3 3-25 0,-2 0 184 0,0 14-100 16,3 1-46-16,0 4-8 0,4 1 88 0,-2 8-34 15,5-5-36-15,3 0 22 0,0 6 122 0,2-6-60 16,0 2-45-16,2-1-23 0,7-1 25 0,3-7-15 15,2 2-9-15,2-3-62 0,0-6 1 0,4-2 37 16,-2-2-151-16,3-5 84 0,0 0 29 0,-3 0-1 16,3-5-288-16,-2-5 137 15,1-8 79-15,-4 5 11 0,5-5-170 0,-7 2 74 16,3 1 65-16,0-1-293 0,0 1 179 0,-1-1 82 16,2 0-239-16,0-1 169 0</inkml:trace>
  <inkml:trace contextRef="#ctx0" brushRef="#br0" timeOffset="-144623.29">19834 16635 1210 0,'0'-6'0'0,"0"2"0"0,-2 3 0 0,0-1 0 0,-1 2 0 0,1 0 0 0,-2 5 0 0,4 11 0 0,0 3 285 0,0 6-126 0,0 0-63 0,0-2-24 16,0 7 44-16,2-2-42 0,5-2-20 0,1 0 16 15,4-3 1-15,-5-3-31 0,4 1-7 0,0-3-78 16,1 0 39-16,-3-5 0 15,3-2-89-15,-5-4 72 0,2-1 24 0,0-4-1 0,3-2-136 16,-3 0 74-16,0-10 5 0,3-6 30 16,-3-9-89-16,0-2 51 0,1 0 6 0,-2-7-9 0,-1 0 11 15,0-5-6-15,0-4 16 0,-4 7-18 16,3-1 32-16,-5 1 0 0,3 4 106 0,-2 9-59 16,-2 3-17-16,0 5-1 0,0 4 212 0,0 5-111 15,0 4-44-15,0 2-30 0,-2 6 282 0,-3 14-142 16,1 5-45-16,0 3 38 0,4 2-53 0,0 1-40 15,0 4 85-15,0-3-58 0,2-2-28 0,4-1-1 16,5 1 4-16,0-1-32 0,0-5 0 16,0 1 0-16,1-6-120 0,-1 0 60 15,2-2 39-15,-1-5-9 0,-1-1-280 0,-4-4 151 16,3 2 43-16,-3-4-175 0,1-3 84 0,-3-2 80 16,3 0-22-16,-2 0-283 15,1 0 183-15,-2-4 91 0,5-5-264 0,-4-4 183 0</inkml:trace>
  <inkml:trace contextRef="#ctx0" brushRef="#br0" timeOffset="-144437.79">20314 16674 1724 0,'0'-2'0'0,"0"2"0"0,1-3 0 0,3 3 0 0,1-2 0 0,3 2 0 0,2 0 0 0,3 0 0 0,1 0 0 0,3 0 211 0,3 0-93 0,-2 0 24 16,1 0-55-16,1 5-27 0,1-3 0 0,-2 3-60 0,-1-2 12 15,0-1 0-15,-4 1 21 0,2 0-314 0,-7-2 157 16,0 1 86-16,-1-1 32 0,-2 2-544 0,-5 0 276 16,1 1 58-16</inkml:trace>
  <inkml:trace contextRef="#ctx0" brushRef="#br0" timeOffset="-144283.22">20443 16872 1433 0,'-14'11'0'0,"3"0"0"0,4-4 0 0,0 1 0 0,2-2 0 0,1-2 0 0,4-3 0 0,0 2 260 0,0-2-113 16,2-1-49-16,10 0 124 0,3 0-94 0,2 0-48 0,1 0-24 16,1-1 85-16,2-5-47 15,-1 0-34-15,0 0-414 0,-1 2 193 0,-3 2 97 16,3 1 49-16</inkml:trace>
  <inkml:trace contextRef="#ctx0" brushRef="#br0" timeOffset="-143392.54">21183 16320 758 0,'-6'-23'0'0,"0"10"0"0,4 3 0 0,0 5 0 0,1 1 0 0,1 2 0 0,-2 1 0 0,2 1 176 0,0 0-76 0,0 18-33 0,0 6 102 16,0 3-68-16,2 6-35 0,3 5 9 0,1 9 11 15,0-2-27-15,-1 2 1 0,1 0 52 0,-1-2-39 16,2-6 7-16,-2 11-47 0,-1-10 24 0,-2-4-24 16,1 0 0-16,-1 0 0 0,0-5-26 0,0-2-7 15,0-5 33-15,-2-2-1 0,0-1-24 0,0-3 25 16,0-8 8-16,0-2-18 0,0-4 9 15,0 0 1-15,0-4-71 0,0 0 31 0,0-6 14 0,0-7-7 16,0-7-72-16,-6-3 43 0,1-1 19 16,-3-1-1-16,-2 1-154 0,-1-5 82 15,-1 3 31-15,-2 0-82 0,1 10 49 0,-4 0 32 16,2 0-8-16,-2 7 62 0,2 3-13 0,-2 5-21 16,3 1 67-16,-2 0-33 0,1 8-13 0,4 13-21 15,-2 0 231-15,4 4-108 0,0 4-33 0,6-8-6 16,1 12 155-16,2-9-71 0,0-2-56 0,0 1 64 15,4-1-55-15,6-3-20 0,1-1-8 16,0-3-76-16,2-5 25 0,2-2-1 16,0-3-66-16,2-3 53 0,0-2 15 0,-1 0 0 15,4-2-316-15,-1-11 161 0,-1 0 51 0,-1-3 10 16,0 2-379-16,0 0 215 0,-2-2 107 0,2 1-256 16,-3 0 182-16,2 0 83 0</inkml:trace>
  <inkml:trace contextRef="#ctx0" brushRef="#br0" timeOffset="-143021.75">21410 16746 1243 0,'2'-8'0'0,"1"5"0"0,-1-1 0 0,-2 2 0 0,0 2 0 0,0 0 0 0,0 0 0 0,0 11 0 0,-4 4 203 16,3 4-89-16,-1 5-41 0,2 1 104 0,0 3-72 16,0 1-36-16,0 4 8 0,0-1 107 0,5-3-76 15,7-2-37-15,1-3-25 0,1-6-13 0,0 2 8 16,5-7-8-16,-2-4-132 0,0-4 66 15,1-5 33-15,1 0 0 16,-1-3 41-16,0-15-9 0,-3-4 1 0,-2-3-341 0,-4-3 116 16,1-1 95-16,-4-1-13 0,-1-4-75 0,-1 3 71 15,0-3 41-15,-3 0 29 0,1 1 11 0,0 10-8 16,-2-3 9-16,0 6 148 0,0 7-74 0,0 5-38 16,0 1 306-16,-4 7-151 0,1 0-82 0,-3 0-15 15,1 14 178-15,3 4-90 0,0 1-58 0,0 4-22 16,2 5 38-16,0-1-37 0,0 1-1 0,2 0 78 15,5 1-50-15,3 2-37 0,0-3 1 16,-1 1-38-16,-2-1 9 0,2 0-1 16,-1-2-203-16,0 2 98 0,-1-2 52 0,-2-5 28 31,2 2-473-31,0-3 217 0,0-3 126 0,-1 0 19 0,4-6-230 0,-3 0 151 0,0-5 76 0,4-1-351 16,-1-5 205-16,1 0 114 0</inkml:trace>
  <inkml:trace contextRef="#ctx0" brushRef="#br0" timeOffset="-131885.84">21960 16890 449 0,'0'0'0'0,"0"-2"0"0,0 0 0 0,0 1 0 16,0-1 0-16,0-1 0 0,0 2 70 0,2-1-37 0,-2 0 0 0,0 0 101 0,0 1-51 15,0 1-17-15,0 0-8 0,2 0 79 0,-2 0-52 16,2 0-27-16,-2 0 76 16,2 0-42-16,-1 5-34 0,-1 3 0 0,2 1 106 15,-2 2-65-15,0 1-34 0,0-2 70 0,0 8-56 16,0-3-23-16,0 1 0 0,0 3 15 0,0 6-1 15,0-2-29-15,-2 3-8 0,2-5-1 0,-1-1 1 16,1 1 0-16,0-3 36 0,0-2-28 0,0-1-8 16,0-4 0-16,0-1-200 0,1-3 99 0,1-2 35 15,0-1-162-15,1-2 87 0,-3-2 56 16,0 0 5-16,0 0-45 0,0 0 16 16,0 0 23-16,-3 0-12 0,-1 0-99 0,-1 0 66 15,-1-2 33-15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9:12:35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6047 5973 549 0,'0'0'111'0,"0"0"-55"16,0 0-28-16,0 0 177 0,0 0-86 0,0 0-43 16,0 0-22-16,0 0 81 0,0 0-56 0,0 0-22 15,3 3-1-15,3 6 48 0,-1 4-35 0,-3 4 8 16,4 6 44-16,-1 5-44 16,-5 2-23-16,4 2 76 0,1 3-49 0,-2 1-15 15,2 1-9-15,0 1 16 0,0-1 1 0,-2 2-42 16,3 0 1-16,-1 0 53 0,-2-1-31 0,-1 2-1 15,2-3-21-15,-2-2-25 0,-1-1 7 0,1-1-52 16,-2-6 35-16,0 1 0 0,0-7 35 16,0 1-117-16,0-1 55 0,0-2 23 0,0-6 1 15,0-2-72-15,-3-1 44 0,1-6 2 0,-2-1-6 16,0-3-193-16,0 0 88 0,1 0 60 16,0-13 29-16,3-9-310 0,0-3 157 0,0-6 90 15,0-9-338-15</inkml:trace>
  <inkml:trace contextRef="#ctx0" brushRef="#br0" timeOffset="306.18">6078 5970 1230 0,'-4'-4'0'0,"1"4"0"0,3-1 0 0,-2 1 0 0,0 0 0 0,1 0 0 0,1 0 287 15,0 0-127-15,5 0-64 0,12 0-31 0,5 0 149 16,-3 0-82-16,7 0-54 0,-1 0-3 0,2 6-21 15,-2 2 0-15,1 4-88 0,-7-1 42 0,0 2-8 16,0 5 32-16,-6-1-68 0,-1 4 35 0,-7 4-1 16,-3-3 43-16,-2 6 10 0,0-2-28 0,-7 1 8 15,-7-3-37-15,0-1 108 16,1-3-49-16,-5-2-5 0,0-2 28 0,0-2-25 16,-2-3 16-16,2-3-150 0,2-3 67 0,-1-1 19 15,4-4 14-15,2 0-270 0,1 0 130 0,3 0 68 16,1 0 25-16,3-2-326 0,3-7 150 0,0-4 89 15,0 3 30-15,2-5-125 16,11 2 82-16,1-1 52 0,-1 0 23 0,9-2-287 0,-2 3 154 16</inkml:trace>
  <inkml:trace contextRef="#ctx0" brushRef="#br0" timeOffset="493.22">6536 6178 1206 0,'0'8'0'0,"0"-1"0"0,0-3 0 0,0-2 0 0,0-1 0 0,0 2 0 0,4-3 0 0,9 0 341 0,0 0-154 0,1 0-77 0,4 0-38 0,0-3 106 16,-1 0-77-16,0-1-34 15,-1 3-56-15,-1-1 22 0,0 0 0 0,-3 0-202 0,0 0 97 0,-1 2 53 16,0 0 26-16,-4 0-430 16,0 0 222-16,1 0 58 0,-2 0 73 0</inkml:trace>
  <inkml:trace contextRef="#ctx0" brushRef="#br0" timeOffset="660.79">6588 6443 1650 0,'-14'11'0'0,"6"-3"0"0,0 0 0 0,3-5 0 0,0-1 0 0,3-2 0 0,1 0 0 0,1 0 184 16,0 0-75-16,1 0 213 0,11 0-149 0,1 0-70 15,2 0-35-15,1 0-41 0,2 0 6 0,-2 0 8 16,3 0-8-16,3-2-347 0,-3-3 173 0,2 1 87 15,1-1 43-15,0 0-592 0,1-2 305 0</inkml:trace>
  <inkml:trace contextRef="#ctx0" brushRef="#br0" timeOffset="1137.05">7042 6245 421 0,'-2'0'0'0,"1"0"0"0,-4 0 0 0,4 0 0 0,-3 0 174 16,0 0-62-16,-1 0-44 0,1 0 0 0,0-3 217 15,1 1-126-15,1 2-63 0,-3-1-24 0,3-2 157 16,0 2-98-16,2 1-49 0,0-2 63 0,0 0-57 15,0-4-19-15,0 1-39 0,0-3 2 0,11 3 1 16,-2-3 0-16,2 2-30 0,-1 1 38 0,4-1-9 16,-1 2 1-16,1 0-25 0,-2 2 0 0,4 1 25 15,-3 1 8-15,2 0-34 0,1 0 12 16,-2 0 11-16,2 6-37 0,-2 1 32 16,-1 4-3-16,-2 1 8 0,1 1-7 0,-3 3 1 15,-4 4 1-15,1-2 14 0,-3 4-5 0,-2 3-10 16,-1 2 5-16,0-2 32 0,0 2 2 0,-6 1-35 15,-3-3 10-15,-4 3 29 0,-1-2 4 0,1-4-78 16,-5 1 1-16,-1-3 39 16,2-2 8-16,-4-1-186 0,5-4 82 0,-4-2 44 0,1-2 15 15,-2-2-246-15,1-1 115 0,2-3 67 16,4-3 11-16,4 0-112 0,-1 0 45 0,5-3 47 16,2-4 8-16,4-4-188 0,0-3 113 0,0 0 55 15,7-2-234-15,10-3 145 0,1 4 65 0,6-3-218 16,0 0 149-16</inkml:trace>
  <inkml:trace contextRef="#ctx0" brushRef="#br0" timeOffset="1399.35">7472 6123 1140 0,'2'-8'0'0,"-2"-2"0"0,0 2 0 0,0 1 0 0,-5 5 0 0,-7-2 0 0,-3 3 0 0,2 1 190 16,-2 0-78-16,-1 16-40 0,-2 3 1 0,-1 5 176 15,2 1-112-15,2 5 105 0,1 2-105 0,2 0-52 16,3 0-26-16,3 0 132 0,6 0-83 0,0-4-38 16,0 0 0-16,5-3 3 0,5-3-1 0,2-5-31 15,2 2-8-15,1-2-23 0,2-2-1 16,1-2 24-16,-2-2-128 0,1 0 73 16,1-2 22-16,0-1-338 0,-2 0 178 0,3-3 88 15,-1-1 7-15,-2-2-467 0,3-2 254 0,3 0 123 16,-1-3 61-16,4-13-377 0,-3-4 219 15</inkml:trace>
  <inkml:trace contextRef="#ctx0" brushRef="#br0" timeOffset="1739.44">7637 5946 1207 0,'-9'-8'0'0,"4"6"0"0,0-2 0 0,3-3 0 15,2 2 0-15,0-4 0 0,0 2 0 0,9 1 332 0,3 1-154 0,3 1-73 0,2 0-35 0,1 3 14 16,-2 1-26-16,1 0 9 0,0 0-34 0,-2 4-111 16,-2 3 56-16,-4 3 27 0,-1 2-27 0,-4 3 24 15,-2 0-1-15,-2 3-22 16,0-2 27-16,-8 1 1 0,-3 0 8 0,-2-2 40 16,-5 0 0-16,4 0-71 0,-3-4 24 0,0 1 161 15,2-3-70-15,4-2-33 0,-1-1-22 0,4-2 139 16,1 0-76-16,2-2-37 0,3-1 61 0,0-1-53 15,2 0-23-15,0 0 2 0,0 0-24 0,4 0-1 16,9 0 9-16,2 0-61 0,1 0 26 0,4-3 1 16,1-3 26-16,0-1-143 15,0 3 80-15,2-2 27 0,-2 0 1 0,-1 3-413 16,-1-1 206-16,0 2 70 0,0 0-430 0,-1 0 272 16,-1 2 132-16,2 0-147 0,-1 0 139 15</inkml:trace>
  <inkml:trace contextRef="#ctx0" brushRef="#br0" timeOffset="1943.89">7848 6274 1397 0,'-6'8'0'0,"0"-1"0"0,4-1 0 0,1-5 0 0,1 2 0 0,0-3 0 0,6 0 0 0,10 0 0 0,7 0 387 0,2 0-177 0,0 0-88 15,-1 0 55-15,7 0-76 0,-5 0-34 0,1 0-134 16,0 0 51-16,-3 0 24 0,-4 0 8 0,4 0-100 15,-3 0 59-15,-1 0 28 0,-2 0 1 0,-4 0-378 16,-1 0 143-16,-3 0 118 16,-1 0-33-16,-1 0-342 0,0 0 227 0</inkml:trace>
  <inkml:trace contextRef="#ctx0" brushRef="#br0" timeOffset="2159.01">8060 6043 951 0,'-8'0'0'0,"5"0"0"0,0 0 0 0,2 0 0 0,1 2 0 0,-2 3 0 0,2 5 254 0,0 1-111 0,0 2-54 16,0 3-29-16,3 5 296 0,3 0-165 0,0 4-80 15,0 1-38-15,-3 1 76 16,1 0-57-16,-2 0-22 0,1 5-140 0,-2-3 51 16,0-1 26-16,-1 0-310 0,2-1 167 0,-2-4 93 15,2 2 34-15,1-5-444 0,-1-3 186 0,-1-2 125 16,3-5 17-1,0-4-120-15</inkml:trace>
  <inkml:trace contextRef="#ctx0" brushRef="#br0" timeOffset="2513.79">8333 6084 964 0,'0'-3'0'0,"0"-3"0"0,3-1 0 0,6-1 0 0,1-2 0 0,1 3 308 15,4-1-138-15,2 1-69 0,1 4-34 0,3 0 100 16,-1 2-72-16,-1 1-31 0,-1 0 0 0,-1 9-45 16,0 4 14-16,-5 4 8 0,2 0-87 0,-5 2 40 15,-2 1-1-15,-1 2-32 0,-3 0 35 0,-3 2 9 16,0 4 28-16,-7-4-31 16,-5 3 5-16,-8-1 0 0,0-1-17 0,-2-3 47 15,-3-1-26-15,-1-2 0 0,-1-3-12 0,0-2 53 16,2-5-15-16,-3 0 16 0,7-2 49 0,0-4-40 15,6-3-8-15,6 1 126 0,-3-1-65 0,10 0-46 16,-3 0 0-16,5 0 64 0,0 0-50 0,2 0-25 16,9 0 8-16,8-1-73 15,4-1-1-15,0 1 41 0,2 1 0 0,2 0-34 16,-3 0 9-16,3 0 25 0,-3 0-182 0,0 0 91 16,-1 0 45-16,-2 3-418 0,-2 1 210 0,-1-1 72 15,-1-1 64-15,0-2-409 0,1 2 231 0,-3-2 115 16,3 0 49-16</inkml:trace>
  <inkml:trace contextRef="#ctx0" brushRef="#br0" timeOffset="2765.86">8648 6084 1130 0,'0'-1'0'0,"2"-5"0"0,7 0 0 0,5 1 0 0,-2-3 0 0,6 3 0 0,1 2 104 0,3 2-35 0,2 1 257 16,-4 0-139-16,9 4-81 0,-7 7-36 0,1 4 26 15,-5 2-32-15,2 2 1 0,-10 0-24 0,5 4-82 16,-10-2 37-16,-2 8 0 0,-3-3 37 0,0 2-98 16,-8-1 57-16,-8-1 16 0,-3-2-82 0,-2 1 39 15,-3-5 31-15,-2-1-64 16,-7-3 39-16,3-2-11 16,0-5 0-16,2-3-71 0,9-6 49 0,-1 0 14 15,5 0-4-15,2-2-126 0,7-11 74 0,4-1 30 0,2 0 20 0,2-7-236 16,14 6 120-16,8-7 72 0</inkml:trace>
  <inkml:trace contextRef="#ctx0" brushRef="#br0" timeOffset="2999.24">9142 5938 992 0,'0'-13'0'0,"0"4"0"0,-7 2 0 0,-7-2 0 0,-1 5 0 0,-4 3 0 0,0 1 0 0,-5 0 0 0,5 14 369 0,0 6-169 0,1 6-83 15,-3 10-42-15,10-5 156 0,-3 13-103 0,5-5 48 16,4 2-72-16,3 1-36 0,2-7 1 0,0 3-3 16,2-4-8-16,9 0-25 15,4-6-1-15,4-2-35 0,0-2-1 0,0-5 45 16,4 2-8-16,0-8-214 0,-1 0 108 0,-3-3 52 16,2-3 18-16,2-1-488 0,-5-5 203 0,3-1-354 15,-2 0 305-15</inkml:trace>
  <inkml:trace contextRef="#ctx0" brushRef="#br0" timeOffset="3172.77">9241 6129 2053 0,'0'0'0'0,"0"0"0"0,0 0 0 0,2 0 0 0,4 0 0 16,4 0 0-16,2 2 0 0,4 6 0 0,0-1 0 0,3 4 230 0,3 3-103 0,-3 1-46 0,1-1-140 0,-2 4 45 15,-3-5 24-15,2 3-438 0,-2 0 226 0,0-1 117 16,-2-2 59-16,0-2-607 0</inkml:trace>
  <inkml:trace contextRef="#ctx0" brushRef="#br0" timeOffset="3400.16">9620 5888 1717 0,'-1'-8'0'0,"-3"4"0"0,2 2 0 0,0 1 0 0,-1 1 0 0,1 5 0 0,-4 15 0 0,-2 9 153 0,3 4-52 0,-6 12 235 16,-3 0-151-16,3 5-76 15,-3 6-39-15,-2 8 70 0,3-11-46 0,-8 20-34 16,2-8-1-16,-1 3-164 0,1-2 69 0,1-7 34 16,2-7-111-16,4-2 69 0,1-5 38 0,4-11-324 15,2 2 167-15,1-8 94 0,2-5-28 0,0-5-347 16,2-5 206-16,0-5 103 0,0-3 50 0,0-5-329 15</inkml:trace>
  <inkml:trace contextRef="#ctx0" brushRef="#br0" timeOffset="3623.56">9684 6267 1263 0,'0'-14'0'0,"0"8"0"0,0 4 0 0,7-4 0 0,-2 0 0 0,4 2 495 0,2 0-231 0,3-1-116 16,2 1-57-16,5-1 230 0,0-2-136 0,6 2-81 16,-1-1-35-16,-1 1 65 0,2 1-50 0,-6 2-26 15,2-2-38-15,-3 3-80 0,-1 1 46 16,-3 0-111-16,0 0 78 0,-4 0 41 16,0 0 7-16,-3 3-464 0,-1 3 242 0,-3 0 41 15,2-1 87-15,-2-3-601 0</inkml:trace>
  <inkml:trace contextRef="#ctx0" brushRef="#br0" timeOffset="3849.97">10248 5977 1895 0,'2'-9'0'0,"0"0"0"0,0 0 0 0,0 2 0 0,-1 2 0 0,1 2 0 0,0-1 0 0,3 2 288 0,5 2-119 0,-2 0-73 0,1 0 78 16,5 11-71-16,-2-1-36 0,6 5 1 0,-2-3 1 15,7 6-8-15,-7-9-28 0,9 4-1 0,-2-2-121 16,-4-4 61-16,3 3 38 16,0-1-238-16,-1-1 130 0,-2-2 66 0,0-1-341 15,-5 1 191-15,-4-2 43 0,1 1 15 0,-5-3-129 16,-3 4 110-16,-1-3 56 0,-2 3 26 0</inkml:trace>
  <inkml:trace contextRef="#ctx0" brushRef="#br0" timeOffset="4085.34">10659 5846 1440 0,'-2'-10'0'0,"1"1"0"0,-1 3 0 0,0 1 0 0,-2 1 0 0,3 3 0 0,-3 1 0 0,-3 0 0 0,4 12 206 16,-3 11-87-16,1 4 111 0,-1 4-99 0,-2 8-41 16,1 13-32-16,-2-4 29 0,2 3-27 0,-3 1 0 15,0 1-27-15,1 0 46 0,-3-1-46 0,2 0 0 16,-1-2-1-16,-3-2-37 0,3-2 1 0,0-11 45 15,-1 4-130-15,1-4 61 0,-1-4 31 0,0-4-246 16,4-8 117-16,-3-1 66 0,1-2 5 16,3-5-316-16,0-6 161 0,0-1 88 15,2-4 36-15,1 0-148 0,4-2 101 0</inkml:trace>
  <inkml:trace contextRef="#ctx0" brushRef="#br0" timeOffset="4399.5">10787 5662 1107 0,'4'-9'0'0,"9"3"0"16,0 0 0-16,1 5 0 0,-3-1 0 0,-1-1 0 0,4 3 0 0,-1 0 246 0,2 0-106 0,-2 0-54 0,1 8-27 0,-5 2 17 15,0 1-14-15,-3 4-7 0,-5 0-49 0,-1 4 1 16,0-1 26-16,-7 1-63 0,-4 1 39 0,-4-2-7 15,0 1 30-15,-2-3-2 0,2-3 3 0,1-2 0 16,5-5 8-16,0 2 54 0,2-4-36 0,2-2 0 16,2-2-51-16,1 0 88 15,2 0-24-15,0 0-8 16,0 0 95-16,7 0-64 0,9 0-31 0,1 0 29 16,-1 0-21-16,4-2-10 0,0 0-29 0,1 2-107 0,0 0 53 0,0 0 27 15,-1 0 8-15,1 0-350 0,0 0 181 0,0 0 64 16,2 0 53-16,4 0-618 0,-7 0 303 0,2 0 165 15</inkml:trace>
  <inkml:trace contextRef="#ctx0" brushRef="#br0" timeOffset="5584.31">11753 6359 749 0,'4'-2'0'0,"1"2"0"0,0 0 0 0,1 0 0 0,-1 0 0 0,2 0 0 0,-2 6 271 0,1 2-118 0,-1 2-53 16,-1 1-37-16,-1 1 121 15,-1 1-75-15,1 2-38 0,-3 3 12 0,0 2-17 0,-6 4-7 16,-7-3-86-16,0 2 31 0,-2-4-1 0,0-2 30 16,0-1-242-16,0-3 117 0,5-6 62 15,-3 0 32-15,4-6-421 0,3-1 207 0,4 0 48 16</inkml:trace>
  <inkml:trace contextRef="#ctx0" brushRef="#br0" timeOffset="6001.96">12477 6028 1112 0,'-3'-3'0'0,"3"0"0"0,-4 2 0 0,2-2 0 0,-1 2 0 0,-6 1 0 0,2 0 0 0,-2 11 100 0,-5 10-34 0,2 3 9 0,-5 3 74 0,0 12-57 0,1-1-31 16,4-1 1-16,4-1 64 16,1 2-38-16,5-3-32 0,2-1 0 0,0-2 12 15,2-3-1-15,7 0-23 0,4-8-19 0,4 1 8 32,0-9 0-32,4 0 2 0,0-6-2 0,0-1 0 0,0-3 8 0,2-3-8 0,-2 0 0 15,-3-4 0-15,0-11 0 0,0-4-39 0,-3 0 47 0,2-9-8 16,-3 2-4-16,-2-6-61 0,0 0 26 0,-3 0-1 15,-2 0-51-15,-1 0 36 0,-2-4 14 16,-3 1-67-16,2-1 37 0,-3 0 22 16,0 2-14-16,0 4-19 0,-10 9 14 0,1-1 0 15,-2 8 5-15,-4 1 20 0,0 5-16 0,-2 5 12 16,-1 1-16-16,2 2-18 0,0 0 27 0,2 5 3 16,1 5-234-16,-1 2 115 0,4 3 46 0,-1 2-359 15,4 0 208-15,-4 7 105 0</inkml:trace>
  <inkml:trace contextRef="#ctx0" brushRef="#br0" timeOffset="6264.72">12151 6516 514 0,'-4'0'0'0,"2"0"0"0,0-5 0 0,2-9 0 0,0-2 0 0,0-5 0 15,10-1 356-15,6 1-161 0,4-1-74 0,1-2 119 0,4 2-103 16,1 4-53-16,3-2 127 0,-3 8-89 0,-3 2-37 15,1 3-30-15,0 3 80 0,1 2-52 0,-2 2-25 16,1 0 0-16,-6 6 24 0,5 11-28 16,-2 0-1-16,-1 2-20 0,1 2 51 15,0-1-26-15,1 1 9 0,4-1 20 0,3 1-27 16,-1-5 0-16,2 2-72 0,4-7 23 0,-1 0 8 16,3-5 14-16,-1 3-149 0,2-7 74 0,-3 0 38 15,-1-2 0-15,-1 0-452 0,-2 0 211 0,2-2 120 16,-2-6 28-16,2-4-300 0</inkml:trace>
  <inkml:trace contextRef="#ctx0" brushRef="#br0" timeOffset="6590.88">13159 6103 563 0,'-11'0'0'0,"4"4"0"0,0-2 0 0,2-1 0 16,1 2 248-16,4-3-108 0,0 2-54 0,0-2 308 0,0 1-181 0,12-1-82 15,8 0-53-15,5 0 204 0,1 0-124 16,3-6-63-16,2 1-23 0,0-3 4 16,-1 3-22-16,-2 1 0 0,0 0-97 0,-2 1-127 15,-5 1 110-15,3 0 42 0,-3 2-225 0,-1 0 138 16,-2 0 69-16,-6 0-691 0</inkml:trace>
  <inkml:trace contextRef="#ctx0" brushRef="#br0" timeOffset="6757.44">13267 6314 1428 0,'-10'3'0'0,"6"3"0"0,0-2 0 0,2-4 0 0,2 0 0 0,0 0 0 0,14 0 0 0,8-2 0 0,4-5 521 0,3 0-236 0,1 0-130 16,0 2-73-16,-2-1-25 0,2 4 0 0,-2 0-258 15,-3 1 125-15,5 1 50 0,-4 0 29 0</inkml:trace>
  <inkml:trace contextRef="#ctx0" brushRef="#br0" timeOffset="7600.1">14012 6274 737 0,'-13'-1'0'0,"3"-2"0"0,-1 1 0 0,2-3 0 0,1-2 0 0,3-2 0 0,-3-2 165 0,7 0-66 0,1-2 98 15,0-2-81-15,9 0-42 16,6 0-13-16,5-2 41 0,3 5-35 0,2-3 0 16,1 5-34-16,2 2 25 0,-4 6 8 0,6-1-33 15,-4 3 0-15,-1 0 7 0,-2 13-8 0,-3 2 1 16,-3 2-2-16,1 5 2 0,-6 3 0 0,-1-1 0 16,-3 2-13-16,-4 5 12 0,-2-2 9 0,-2 4-29 15,0-2 20-15,-2 1 1 0,-10-2 0 0,-1 1-4 16,-2-4 9-16,-1 0-12 0,-5-2 3 15,1-7-20-15,-1-2 21 0,-2-4-1 16,2-3-60-16,-3-3 25 0,1-2-1 0,1-3 29 16,3-1-89-16,2 0 38 0,6 0 27 0,-1 0-285 15,5-5 141-15,3-6 56 0,4-3 40 0,0 2-372 16,11-5 187-16,12-6 105 0,7-2 49 0</inkml:trace>
  <inkml:trace contextRef="#ctx0" brushRef="#br0" timeOffset="7831.14">14584 6054 1135 0,'0'-9'0'0,"0"3"0"0,-14 2 0 0,-1-1 0 0,-4 3 0 0,-2 2 0 0,-5 0 195 16,6 0-72-16,-7 15 78 0,4 2-85 0,-1 7-41 16,4 2-21-16,1 7 159 0,4 1-83 0,1 1-52 15,7 0-23-15,5 0 95 0,2 0-58 0,0 1-30 16,2-6 15-16,13 0-8 0,4-4-36 0,2-1 0 15,5-6-136-15,3-2 76 16,2-2 25-16,1-4-119 0,-2-5 77 0,2 0 38 16,-2-6 0-16,-6 0-455 0,8 0 227 0,-6-3 66 15,-1-10 72-15,-2-2-379 0,1-4 220 0</inkml:trace>
  <inkml:trace contextRef="#ctx0" brushRef="#br0" timeOffset="8163.25">14718 5818 1115 0,'-1'-7'0'0,"1"3"0"0,0-3 0 0,0 0 0 0,1-2 0 0,8-1 0 0,7 1 239 16,0 1-107-16,5 1-50 0,0 4-24 0,-1 1 190 16,1 0-107-16,-1 2-46 0,-4 0-50 0,-1 5-12 15,-2 7-1-15,-4 0-127 0,-2 2 64 16,-4 3 40-16,-3 1-8 0,0 3-28 0,0-2 29 0,-8 0 1 15,-3-1 30-15,-2 0-94 16,-2-3-7-16,0-3 39 0,0-2-35 0,0 0 122 16,2-3-29-16,3-4-38 0,1 1 225 0,3-2-104 15,0-2-39-15,5 2 183 0,-1-2-109 0,2 0-49 16,0 0-37-16,0 0 8 0,9 0-1 0,6 0-35 16,2-2 0-16,2 0-19 0,2 1-8 0,1-4 27 15,1 2-1-15,-1 1-117 0,1 1 58 0,-1-1 39 16,1 2-490-16,0 0 244 0,-1 0 82 0,-2 3-530 15,1 4 324-15,-1 5 155 16</inkml:trace>
  <inkml:trace contextRef="#ctx0" brushRef="#br0" timeOffset="8348.75">15000 6211 985 0,'-16'10'0'0,"4"0"0"0,4-2 0 0,3-5 0 0,1 1 0 0,4-4 0 0,0 0 288 0,11 0-119 0,12-1-73 16,4-5-31-16,0-4 262 0,6 1-147 0,-1 0-74 16,-1 1-66-16,0 0-8 0,-4 1 1 0,-1 1-359 15,-5 2 180-15,2 0 89 16,-5 2 53-16,1 1-542 0,-2 1 278 0</inkml:trace>
  <inkml:trace contextRef="#ctx0" brushRef="#br0" timeOffset="8688.84">15365 6015 710 0,'0'-2'0'0,"1"-7"0"0,10 3 0 0,3-3 0 0,1-1 0 0,4 1 440 0,4-1-204 0,0 3-101 16,2 1-43-16,1 2 193 0,-1 3-126 0,-1 1-64 15,-4 0-30-15,5 8 3 0,-9 7-27 0,-2 1-9 16,2 7 1-16,-9-1-127 0,-3 5 64 0,-3 1 31 15,-1 4-62-15,-5 1 43 16,-16 3 26-16,5-7-188 0,-7 0 103 0,0-1-6 16,0-3 45-16,0-4-81 0,-2-4 50 0,2-5-6 15,0 1 22-15,5-6 104 0,-1-2-49 0,4-3 1 16,5-1 250-16,1-1-127 0,4 0-68 0,1 0 143 16,2 0-97-16,2 0-21 0,0-1-33 0,8-3 172 15,6-3-94-15,4 1-40 0,8 1-32 0,-1-1 28 16,0 0-26-16,3 3 1 0,-1 1-27 0,-3 0-127 15,6 0 60-15,-3 2 34 0,-1 0-414 16,-2 0 205-16,-3 0 117 0,4 0-299 16,-3 0 190-16,0 0 42 0,1 2 63 0</inkml:trace>
  <inkml:trace contextRef="#ctx0" brushRef="#br0" timeOffset="8935.2">15806 6000 1558 0,'3'-9'0'0,"9"2"0"0,3-1 0 0,4 0 0 0,1 0 0 0,6 3 0 0,1 3 0 0,1 2 0 0,0 0 188 15,-1 6-78-15,-5 6 14 0,7 6-50 0,-7-2-20 16,-3 5 0-16,-5 2-48 0,0-1 27 0,-9-1 8 16,-1 8-8-16,-4-1-64 0,0-3 32 0,-13 1 0 15,-6-1 32-15,3-5-77 0,-9 2 34 0,1-5 21 16,-3-5-114-16,-1-2 59 15,-2 0 29-15,0-8-8 0,1 3-210 0,9-5 110 16,-1 0 42-16,9 0-105 0,2-2 80 0,6-9 14 16,4-4 31-16,2-4-274 0</inkml:trace>
  <inkml:trace contextRef="#ctx0" brushRef="#br0" timeOffset="9140.18">16425 5882 996 0,'0'-8'0'0,"0"4"0"0,-11 2 0 0,-11 2 0 0,-5 0 0 0,-8 8 0 0,-3 11 194 0,6 2-72 0,-5 9 233 16,12-6-161-16,-3 6-80 0,5 4-41 0,7 0 110 15,4 1-67-15,10 0-46 0,2-2 0 0,0-1-56 16,14-2 18-16,9-2 1 0,2-1 8 0,5-5-127 16,2 1 59-16,5-7 30 0,-4 0-319 15,1-5 175-15,-7-2 84 0,8-3-496 0,-8-2 232 16,1-4 144-16,-10 0 73 0</inkml:trace>
  <inkml:trace contextRef="#ctx0" brushRef="#br0" timeOffset="9307.26">16559 6035 990 0,'0'0'0'0,"0"0"0"0,2 3 0 0,4 0 0 0,3 3 0 0,1 3 0 0,2 3 219 0,6 1-93 0,2 3-46 16,1 2 97-16,0-2-73 15,-3 2-27-15,7 3-207 0,-3-5 82 0,-2 1 40 16,1-2 0-16,-1-2-316 0,0-2 172 0,1-1 82 16,0-3 42-16,-1-3-412 0</inkml:trace>
  <inkml:trace contextRef="#ctx0" brushRef="#br0" timeOffset="9488.77">17085 5867 943 0,'1'-7'0'0,"1"2"0"0,0 3 0 0,0 1 0 0,-2 1 0 0,0 9 138 0,-9 14-44 0,-5 10 287 16,-2 5-174-16,-9 7-87 0,-5 13-43 0,0-7 276 15,-9 18-163-15,-3-2-79 0,-4 13-39 0,2-1-2 16,-2 5 1-16,0-4-30 0,-9 20-8 0,5-11-418 16,4-7 209-16,2-3 105 0,9-13-305 0</inkml:trace>
  <inkml:trace contextRef="#ctx0" brushRef="#br0" timeOffset="10189.94">17230 6109 1400 0,'-7'0'0'0,"2"0"0"0,3 4 0 0,2-1 0 0,0 2 0 0,0 0 0 0,2 0 0 0,9 3 230 0,10-1-98 0,1-1-42 15,8-1 243-15,2-2-149 0,0-1-76 0,2-1-38 0,1-1 32 16,1 0-26-16,-2 0-8 15,-2 0-36-15,-2 0-79 0,0 0 40 0,-4-1-1 16,-3-1-308-16,0-1 170 0,-5 0 90 0,-1-1-553 16,-4 0 264-16,1 1 166 0,-3-5 18 0</inkml:trace>
  <inkml:trace contextRef="#ctx0" brushRef="#br0" timeOffset="10363.51">17826 5932 1017 0,'0'0'0'0,"0"0"0"0,0 0 0 0,0 0 0 0,0 0 0 0,0 0 0 0,0 3 497 16,0 0-237-16,8 1-114 0,7 4-56 0,2-3 192 16,2 3-125-16,-1 0-54 0,7 2 198 0,-3 0-135 15,-1-3-66-15,-1 4-239 0,1-2 87 0,0 3 50 16,-2-1 13-16,0 1-524 0,-5-3 272 0,2 2 137 16,-3-3 69-16,-2-1-679 0,2-1 346 15</inkml:trace>
  <inkml:trace contextRef="#ctx0" brushRef="#br0" timeOffset="10577.94">18266 5812 1323 0,'2'-5'0'0,"-1"1"0"0,1 1 0 0,0 3 0 0,-2 0 0 0,0 12 0 0,0 11 0 0,-7 2 179 0,-2 6-73 0,-7 13 357 16,-2-2-215-16,-5 7-99 0,-5 13-63 0,0-7 275 15,-1 2-165-15,-1 2-81 0,2 0-41 16,6-6 1-16,-6 15-42 0,5-10-1 0,4-9 1 15,-1 2-290-15,3-6 145 0,2-11 80 16,1-2-157-16,7-9 111 0,2-8 56 0,1-4-526 16,2-6 266-16,2-3 80 0,0-2 89 0,0-3-323 15,4-20 202-15,9-5 101 0</inkml:trace>
  <inkml:trace contextRef="#ctx0" brushRef="#br0" timeOffset="10869.16">18337 5658 1226 0,'17'-20'0'0,"4"3"0"0,-1 1 0 0,1 3 0 15,0-4 0-15,-3 8 0 0,1 2 242 0,0 3-105 0,0 2 37 0,-2-1-63 0,-1 3-43 16,0 3 0-16,-5 9 5 0,-2 4-40 0,-1 3 0 16,-4 2 8-16,-2 1-104 0,-2-1 49 0,0 3 23 15,-8-2 0-15,-5 2-59 0,0-8 50 0,-8 5 12 16,8-6 0-16,-2-1 42 15,0 0-26-15,3-5-40 0,5-1 93 0,2 0-36 16,1-5-8-16,2 1 218 0,2 0-112 0,0-1-53 16,0 1-20-16,7-1 86 0,6-2-62 0,5-1-31 15,0 0 0-15,1 0 7 0,2 0 8 0,-1 0-45 16,-1 0-247-16,0-1 123 0,-1-2 62 0,0 1-636 16,-2 2 312-16,1 0 174 0,0 0 38 0,-2 0-312 15</inkml:trace>
  <inkml:trace contextRef="#ctx0" brushRef="#br0" timeOffset="13607.84">6032 7170 860 0,'0'-6'0'0,"0"4"0"0,0-1 0 0,0 0 0 0,0-4 0 0,0 1 0 0,10 1 130 0,2 0-49 0,3 3-24 0,2-2 98 16,1 2-61-16,2 2-23 15,-2 0-8-15,1 4 21 0,0 7-26 0,-1 6 0 16,0 0-25-16,-6 2 33 0,2 6-8 0,-3 2-26 15,-4 3 35-15,-1 2 0 0,-3 2-34 0,-3 0 31 16,0-1-8-16,0 2-24 0,-6-4 1 0,-7 1 39 16,0-2-31-16,-1-2-8 0,-1-3 0 0,0-3-25 15,0-5 0-15,-2 0 25 0,-2-6 8 16,3-1-37-16,-6-6 0 0,4-3 29 0,-1-1-75 16,2 0 34-16,2-1 17 0,2-9-51 0,3-3 30 15,3-1-1-15,3-2 13 0,4 1 8 16,0-2-1-16,0-1-7 0,4 0 8 0,8 1-25 15,3 2 0-15,0 2 23 0,4 0-2 0,-1 0-53 16,7 2 25-16,-3 1-1 0,2 3-266 0,3 0 138 16,-2-1 52-16,5 0-229 0,-7 1 148 0,0 1 75 15,1 0 37-15,-6 1-79 0,0-1 50 0,-5 2 37 16,-3 1 0-16,-1-1 107 0,-2 2-39 0,-5 0 0 16,0 1-46-16,0-2 309 0,1 2-151 15,-3-1-75-15,0 2 176 0,0 0-77 0,0 0-77 16,0 0 334-16,0 0-183 0,0 2-91 15,0 11-47-15,0 4 87 0,1 3-59 0,1 5-40 16,0 1 0-16,4-2-9 0,1 3-24 0,2 0-1 16,1-9 9-16,1 3-82 0,3-3 37 0,0-3 0 15,1-5-19-15,2-3 27 0,2-3 9 0,-1-4-90 16,0 0 52-16,-1-6 0 0,1-13 22 0,0-1-55 16,-9-3 32-16,0-7-7 15,-1 3 0-15,-5-4-5 0,0-1 30 0,-3 0-9 16,0-2 5-16,0 0 32 0,-6 1-29 0,-6 3 4 15,-1 2-22-15,-2 3 21 0,2 8-3 0,-1 0 20 16,-2 6-17-16,-1 6 0 0,2 3-1 0,0 2 30 16,0 0-30-16,1 5 2 0,1 8-1 0,0 4-154 15,4 0 74-15,2 2 29 0,1 0 3 0,3 1-362 16,0 3 192-16,3-2-316 0,0-1 253 0,0 1 119 16,0-1 72-16</inkml:trace>
  <inkml:trace contextRef="#ctx0" brushRef="#br0" timeOffset="13840.25">6232 7643 836 0,'-15'4'0'0,"5"-2"0"0,-1-2 0 0,4 0 0 0,0-2 0 0,5-7 0 0,2-7 116 0,0-4-42 15,6-1-20-15,10-2 157 0,5 1-94 0,6 0-41 16,1 1-22-16,4 2 93 0,0 2-58 16,1 6-19-16,-1 1-9 0,-2 9 72 0,-1 1-50 0,-1 0-26 15,-4 5 1-15,3 11 63 16,-6 0-49-16,2 3 10 0,-2 4-19 0,-3-3-1 15,2 3-29-15,-2-6-32 0,6 4 32 0,-2-5-1 16,0-3 1-16,2-1-138 0,2-5 68 0,3-1 44 16,-1-6-9-16,2 0-341 0,-2 0 148 0,1-8 97 15,-5-5-444-15,-4 2 246 16,1-4 135-16,-2 1-301 0</inkml:trace>
  <inkml:trace contextRef="#ctx0" brushRef="#br0" timeOffset="14142.68">5979 7799 1414 0,'-17'0'0'0,"5"0"0"0,4 0 0 0,3 0 0 0,0 0 0 0,3 0 0 0,2 0 0 0,2 0 254 15,16 0-102-15,11 0-64 0,4 0-27 0,9 2 209 16,1 0-118-16,5-2-60 0,0 0 134 0,7 0-101 16,-3 0-46-16,3 0-19 0,-1-8 1 0,-1 1-28 15,-3-3 8-15,1 1-189 0,-6 1 90 0,-11 3 46 16,2 0 22-16,-6 0-126 0,-7 2 82 0,-3 2 29 16,-2-2 10-16,-10 0-439 0,2 2 156 15,-7 1 127-15,1 0-291 0,-4 0 209 16,0 0 100-16,0 0-266 0,-12 7 183 0</inkml:trace>
  <inkml:trace contextRef="#ctx0" brushRef="#br0" timeOffset="14504.91">6058 7966 951 0,'-16'0'0'0,"4"0"0"0,0 0 0 0,3 0 0 0,4 0 0 0,1 0 0 0,4 0 278 0,0 0-122 0,7 0-62 15,14 0 140-15,7 0-104 0,2 0-49 0,2 0 43 16,3 4-46-16,0 3-22 0,-2 2 7 0,-1 3-88 16,-2 1 28-16,-3 0 0 0,-3 2 30 0,-8 0-80 15,-2 5 48-15,-3 0-8 0,-7 3 40 0,-1 3-36 16,-3-2 0-16,-5 1-8 0,-8 1-18 0,-6-2 3 16,-4-3 1-16,0-1 52 15,-6-3 0-15,-1-2-26 0,2-3 4 0,-4-5 3 16,2-3-2-16,3-4 7 0,-2 0-6 0,4 0-59 15,3-1 28-15,-1-9 3 0,4 1 27 0,5-3-51 16,2-1 23-16,5 3-9 0,-1-4 50 0,6 2-34 16,2 1 10-16,0 0 103 0,2 1-50 0,7 1-26 15,4 0 0-15,2-1 32 0,1 3-24 0,1 1 13 16,3-2-33-16,0 3-112 0,2-1 55 0,0 0 35 16,-1 3 0-16,6-1-352 0,-5 0 176 15,5 2 68-15,0-1-193 0,-3-1 149 16</inkml:trace>
  <inkml:trace contextRef="#ctx0" brushRef="#br0" timeOffset="14744.84">6431 8060 1070 0,'1'0'0'0,"2"-2"0"0,6-2 0 0,1-1 0 0,2-1 0 0,2 1 0 0,5 0 0 0,0 4 0 0,1-1 348 0,1 2-161 0,0 0-78 16,-3 0-38-16,2 8 81 0,-5 1-61 0,-2 4-20 15,-4 1-77-15,-4 2 38 0,-2 1 1 0,-3 2-22 16,0 3 1-16,-4-3 29 0,-13 6-9 0,0-5-49 16,-4-1 25-16,-1-4 0 0,-1 1 25 0,2-6-111 15,-1 0 49-15,2-2-2 0,0-3 25 0,5-1-253 16,2-4 128-16,4 0-288 0,4 0 197 0,3 0 95 16,2-7 47-16,3-8-130 15,16 1 89-15</inkml:trace>
  <inkml:trace contextRef="#ctx0" brushRef="#br0" timeOffset="14944.33">6850 7951 656 0,'5'-9'0'0,"-4"3"0"0,-1 1 0 0,0 1 0 0,-8 2 286 0,-5 2-127 0,-4 0-63 16,3 2-24-16,-2 11 299 0,0 6-170 0,0 2-84 16,2 3-42-16,0 5 197 0,3 2-112 15,4-1-24-15,4 2-53 0,3-2-25 16,0-2 0-16,0 0-137 0,8-7 64 0,9 5 19 15,2-8 1-15,2 0-80 0,1-5 54 0,2-3 27 16,-1-4 8-16,5-3-324 0,-7-3 118 0,4 0 97 16,-4 0-21-16,2 0-325 0,0-3 196 0,2-9 110 15</inkml:trace>
  <inkml:trace contextRef="#ctx0" brushRef="#br0" timeOffset="15164.74">7395 7606 1459 0,'0'0'0'0,"0"0"0"0,0 0 0 0,0 0 0 0,0 0 0 0,4 0 0 0,9-2 0 0,0 0 508 0,4-2-238 0,1-1-118 0,2 0 48 0,1-2-76 0,-1 4-50 15,1-1-20-15,-3 2-273 16,1 0 126-16,-2 0 63 0,1 2 39 0,-6 0-231 15,1 0 128-15,0 0 63 0,-3 4 32 0</inkml:trace>
  <inkml:trace contextRef="#ctx0" brushRef="#br0" timeOffset="15324.34">7442 7852 1491 0,'-9'5'0'0,"5"5"0"0,2-5 0 0,2 0 0 0,0-2 0 0,0-1 0 0,2-2 0 0,11 0 591 0,5 0-279 0,2 0-132 16,4 0-77-16,0 0 39 0,1-5-54 0,-4 5-28 16,1-5 0-16,2 4-238 0,-3-1 101 0,0 2 54 15</inkml:trace>
  <inkml:trace contextRef="#ctx0" brushRef="#br0" timeOffset="18888.34">8322 7638 797 0,'-5'0'0'0,"2"0"0"0,-2 0 0 15,0 0 0-15,-1-2 0 0,4-2 0 0,-1-2 0 0,1-1 74 0,0-3-20 0,2 1-1 0,-2-2 33 0,2 0-30 16,0 0-1-16,0-3-22 0,0 1 38 16,0 0 0-16,4 0-30 0,3 1 32 0,1-1-40 15,1 0 0-15,2 2 14 0,3 0-15 0,1 1 9 16,2 2-8-16,-1 3-30 0,3 1 29 0,2 2 1 15,-4 2 0-15,2 0-31 0,-1 0-9 0,-2 4 40 16,-2 10 0-16,0-1-60 0,-3 3 27 0,-1 5-7 16,-5 3-13-16,-1 2 15 0,-2 5 0 15,-2 1-3-15,0 1 0 0,-4 2 14 16,-8 0 6-16,1-1-58 0,0-2 27 0,-2-4-9 16,0 0 34-16,-1-7-34 0,0 4-5 0,-5-7 32 15,4-4 0-15,-2 1-2 0,-2-5 1 0,2-2-9 16,3-1 96-16,0-3-42 0,5 0-20 0,3-2 159 15,-2-2-85-15,6 1-32 0,0-1-17 0,1 0 58 16,1 0-25-16,0 4-25 0,5-2-1 0,9 0-28 16,2 0 5-16,3-2 1 0,2 2 0 15,3-2 33-15,-3 2 0 0,0-2-119 0,2 1 39 16,-3-1 24-16,-1 2-1 0,-1 1-260 16,-1-2 126-16,-2 1 74 0,0 0 10 0,-2-2-189 15,1 0 87-15,-2 0 63 0,2 0-2 0,-1 0-368 16,1-2 212-16,0-9 103 0</inkml:trace>
  <inkml:trace contextRef="#ctx0" brushRef="#br0" timeOffset="19186.54">8703 7643 785 0,'0'-5'0'0,"0"0"0"0,0 0 0 0,7-2 0 0,-2-3 0 0,6 1 311 0,3 2-140 0,2 1-68 15,5 0-28-15,4 2 62 0,1 3-52 0,1 1-27 16,0 0 1-16,3 1 65 16,0 9-37-16,1 3-32 0,-3 0 3 0,-2 4-25 0,-1 0-1 0,-6 2-32 15,-5-1 9-15,1 7 23 16,-7-3 1-16,-6 4-27 0,-2 1 1 0,0 1 26 16,-4 0 7-16,-10 1-12 0,-3-1-2 0,-4-2 5 15,-2 0-37-15,-4-5-5 0,4 0 28 0,-4-5 5 16,3-3-123-16,-1-2 57 0,4-2 27 0,-1-2-278 15,1-5 136-15,2 0 77 0,4-2 22 0,6 0-277 16,-3 0 153-16,5-2 75 0,5-10 30 0,2-3-100 16,0-3 73-16,11-2 37 0</inkml:trace>
  <inkml:trace contextRef="#ctx0" brushRef="#br0" timeOffset="19428.89">9275 7480 742 0,'2'-12'0'0,"0"5"0"0,-2 2 0 0,0 1 0 0,-8 2 0 0,-4 2 0 0,-4 0 178 16,0 6-76-16,-2 12-35 0,-1 4 144 0,1 6-89 0,-3 6-45 15,8-2-14-15,-2 11 112 16,6-8-71-16,1 4-36 0,5 0 0 0,0-3 19 16,3 0-19-16,0-2 64 0,0-6-50 0,8 0-24 15,3-4-1-15,0-5-90 0,8 2 29 0,-3-8 0 16,0 3 37-16,3-6-215 0,1 0 107 0,3-1 62 15,-2-3 19-15,2 0-403 0,-1-3 196 0,0 1 61 16,1-4-284-16,2 0 188 0,0 0 106 0,2 0-111 16</inkml:trace>
  <inkml:trace contextRef="#ctx0" brushRef="#br0" timeOffset="19660.78">9549 7748 1732 0,'-8'0'0'0,"2"0"0"0,4 0 0 0,2 0 0 0,0 0 0 0,0 0 0 0,0 3 0 0,5-3 0 0,11 0 202 0,2 0-85 0,2 0 26 16,5 0-60-16,-4 0-25 0,3 0 1 0,-2 0-93 15,-1 0 33-15,0 0 9 0,-3 0 25 0,1 0-324 16,-1 0 161-16,-2 0 82 0,1 0 41 0,-4 0-571 15,5 0 288-15,-7-3 63 0</inkml:trace>
  <inkml:trace contextRef="#ctx0" brushRef="#br0" timeOffset="20002.91">9884 7484 1189 0,'0'-6'0'0,"0"2"0"0,0 1 0 0,0-3 0 0,3-2 0 0,7 1 0 0,5 0 0 0,3-1 0 0,7 0 0 0,-1 3 273 0,3 3-121 0,-1 0-59 16,-1 2-22-16,2 0 28 0,-2 6-34 0,-4 5 1 16,-7 4-88-16,6 3 27 0,-10 0 9 0,-1 10-89 15,-6-2 54-15,-3 2 27 16,0 2 0-16,-3 2-45 0,-13-2 40 0,2 0-8 16,-7 0-14-16,0-4-78 0,-3-3 25 0,-2 0 35 15,-1-5-14-15,1-3 76 0,-1-2-50 0,1-1 13 16,4-5 162-16,1 1-76 0,2-2-35 0,8-5 242 15,2 1-122-15,2 1-68 0,4-3-13 16,1 0 84-16,2 0-55 0,0 0-41 0,12 0 1 0,8 0 14 16,3 0-24-16,3 0 1 0,0-3-15 0,5 1 41 15,-1 1-24-15,0 1-186 16,-2 0 81-16,-1 0 39 0,0 0 9 0,3 0-425 16,-2 0 201-16,-1 6 116 0,-1-3 17 0,-1 2-281 15,-4-4 151-15,4 5 98 0</inkml:trace>
  <inkml:trace contextRef="#ctx0" brushRef="#br0" timeOffset="20173.45">10410 7581 1530 0,'0'-6'0'0,"0"5"0"0,0-1 0 0,3 2 0 0,3 0 0 0,4 0 0 0,-1 0 0 0,4 9 0 0,0 0 197 0,2 5-82 16,2 1-42-16,1 2-102 0,0-2 39 0,3 5-8 15,-5-3 30-15,3 2-184 0,-4-6 92 0,4 0 46 16,-3-3-216-16,5-2-124 0</inkml:trace>
  <inkml:trace contextRef="#ctx0" brushRef="#br0" timeOffset="20406.86">10926 7291 974 0,'2'-8'0'0,"0"4"0"0,0 3 0 0,0-2 0 16,-2 3 0-16,0 0 0 0,-4 16 386 0,-10 11-180 0,0 9-87 0,-7 7-43 0,-8 16 270 16,-1 2-157-16,0 7-70 0,0 5 54 0,-3 14-71 15,1-7-34-15,2 3 47 16,-2-5-42-16,3-6 9 0,-1 5-49 0,3-4-140 16,2-4 70-16,6-15 35 0,3 1 0 0,2-15-292 15,3 0 159-15,4-7 84 0,2-10 42 0,4-3-566 16,-1-10 272-16,2-1 124 0,0-5 77 0,3-4-171 15</inkml:trace>
  <inkml:trace contextRef="#ctx0" brushRef="#br0" timeOffset="20571.41">11151 8030 919 0,'2'0'0'0,"0"0"0"0,0 0 0 0,0 0 0 0,0 0 0 0,-2 0 566 0,0 0-267 0,0 0-125 16,0 6 286-16,0 1-214 0,-6 4-107 0,-3 3-133 16,-2 3 1-16,1 2 34 0,-1 3-9 15,2 2-796-15</inkml:trace>
  <inkml:trace contextRef="#ctx0" brushRef="#br0" timeOffset="21832.07">12157 7044 589 0,'-9'-17'0'0,"2"2"0"0,2 0 0 0,-1 2 0 0,4 1 0 0,-1 5 139 16,3 2-45-16,0 1 36 0,0-1-48 0,2 2-25 15,10 0 0-15,7 1 57 0,1 2-32 0,7 0-8 16,-1 0-41-16,3 5 44 0,1 8-22 0,0 6-1 15,-4 4-13-15,-1 3-25 0,-3 4 17 0,-3 7-1 16,-6 1-32-16,-3 2-1 0,-7-5 42 0,-1 13-33 16,-2-7-1-16,0-6 26 15,-11-1 0-15,-3 1-21 0,-2-6 9 0,-3-3 5 16,-2-5 1-16,-1-4 20 0,-4-4-23 0,-1-4-5 16,4-5 10-16,-5-1 0 0,8-3-4 0,-3 0 0 15,4-3-22-15,3-4 1 0,2-3 30 0,3-1-31 16,6 0 20-16,3 0 0 0,2-3-1 0,0 1-27 15,4-2 1-15,8 0 24 0,9 0-10 0,0 2-142 16,3 2 63-16,1-1 38 0,3 1 9 16,4 0-282-16,0 3 129 0,1-3 77 0,1 2-318 15,0-1 192-15,-2 1 87 0,-1-2-192 16</inkml:trace>
  <inkml:trace contextRef="#ctx0" brushRef="#br0" timeOffset="22043.54">12697 6996 776 0,'0'-12'0'0,"0"5"0"0,0 2 0 0,0 1 0 0,0 3 0 0,0-1 0 0,0 2 218 0,0 0-97 0,0 0-44 16,2 13-22-16,0 6 212 0,2 4-117 15,-2 1-51-15,2 8-37 0,-2 0 178 16,-1 3-104-16,1 1-51 0,-2 3-27 0,2 0 13 16,-2-2-9-16,0 2-231 0,2-1 101 0,0-5 50 15,-1-2 26-15,-1-9-350 0,2 1 167 0,0-4 100 16,-2-9-2-16,0-2-177 0,0-4 64 0,0-4 72 15,0 0 42-15,0-7-190 0,0-16 117 0,0-4 58 16</inkml:trace>
  <inkml:trace contextRef="#ctx0" brushRef="#br0" timeOffset="22242.01">12647 6948 1003 0,'0'-16'0'0,"9"2"0"0,6-1 0 0,2 0 0 0,4 2 0 0,4 0 0 0,2 4 0 0,1 3 0 0,-1 4 164 0,-5 0-66 0,1 2-32 0,-3 0 52 15,1 8-47-15,-6 6 0 0,-5 2-38 0,-3 0-31 16,-3 5 31-16,-4 2 8 0,0 3-8 0,-4-2-22 16,-12 1 0-16,2-5 22 0,-5 0-90 0,4-5 53 15,-4-2 14-15,1-4-192 16,-1-1 83-16,2-5 58 0,2-1 1 0,2 0-292 16,-1-2 157-16,5 0 52 0,0 0 46 0</inkml:trace>
  <inkml:trace contextRef="#ctx0" brushRef="#br0" timeOffset="22562.95">11969 7568 467 0,'-19'4'0'0,"4"-1"0"0,1 3 0 0,7-2 0 0,0-1 0 0,5-3 323 0,-1 1-145 0,3-1-72 16,0 0 122-16,12 0-102 0,15 0-46 0,10 0 199 16,9-8-123-16,13-3-61 15,-6-1-23-15,16-3 140 0,-5 3-90 0,2 1-44 16,2-1-23-16,-3 3 67 0,-6 3-37 0,12-1-30 16,-9 6 0-16,-11 1-66 0,1 0 22 0,-3 0 0 15,-10 0-143-15,3 1 78 0,-6 6 44 0,-6-1 21 16,-6-3-92-16,-4 1 33 0,-2-1 41 0,-8 0-372 15,0-1 182-15,-6-2 48 16,0 0 60-16,-4 0-284 0,0 0 162 0,0 0 93 0,-14 3 43 0,0 4-277 16,-11 3 159-16</inkml:trace>
  <inkml:trace contextRef="#ctx0" brushRef="#br0" timeOffset="22862.03">12288 7850 777 0,'-27'4'0'0,"9"-2"0"0,5-1 0 0,2-1 0 0,5 0 0 16,3 0 0-16,3-1 0 0,3-6 104 0,15-4-27 0,9 4 147 0,1 0-96 0,2 5-47 16,0 0-25-16,0 2 133 15,-1 0-82-15,-5 11-37 0,-2 4-1 0,-5 4-11 16,-4 1-1-16,-3 1-17 0,-6 7-29 0,-2-2-1 16,-2 3 22-16,-4-3-78 0,-12 2 40 0,-2-3 7 15,-3-1 32-15,-3-5-61 0,-3-3 23 0,1-1 1 16,-4-7 0-16,8-2-111 0,-10-3 42 0,7-3 39 15,3 0-5-15,1 0-26 0,1-7 15 0,2-3-3 16,5-3 63-16,3 1-27 0,3-1-8 16,5 3 89-16,2-5-38 0,0 2-3 0,0 0-29 15,8-1 29-15,7 3-20 0,1-2-9 16,4 4 21-16,2-1-142 0,7 3 64 0,-1 1 29 16,2 0 5-16,0 1-413 0,4 1 203 0</inkml:trace>
  <inkml:trace contextRef="#ctx0" brushRef="#br0" timeOffset="23027.59">12631 7885 1198 0,'0'4'0'0,"0"0"0"0,0-2 0 0,0 0 0 0,0 0 0 0,0-2 0 0,0 2 0 0,0-1 195 0,2 3-73 0,6-1-48 0,3 3 79 16,2 3-59-16,1-4-31 0,2 5 0 0,2-3-99 15,-2 1 31-15,1 0 0 0,0 0-317 0,2-3 178 16,-2 0 88-16,-2-5 52 0,2 0-484 0,-4 0 243 15</inkml:trace>
  <inkml:trace contextRef="#ctx0" brushRef="#br0" timeOffset="23224.06">12939 7726 1139 0,'0'-7'0'0,"0"1"0"0,0 2 0 0,0 2 0 0,0-1 0 0,0 3 0 0,-5 3 0 0,-2 16 0 0,-5 6 334 0,-1 5-151 0,-4 9-75 16,-3 8-29-16,-7 11 155 0,-1-2-100 0,0 5-51 15,-4 1-25-15,4 3-3 0,-1-7-14 0,-3 15-8 16,6-10-58-16,1-5 28 0,7-10 1 0,-1 2-254 16,5-9 150-16,0-2 62 0,3-3 36 15,2-8-504-15,5-6 248 0,0-3 66 16,4-8 72-16</inkml:trace>
  <inkml:trace contextRef="#ctx0" brushRef="#br0" timeOffset="23616.01">13488 7598 1206 0,'-9'-5'0'0,"5"2"0"0,2 3 0 0,0 0 0 0,2 0 0 0,0 0 226 0,0 0-101 16,0 0-46-16,4 0 239 0,11 0-142 0,4 3-72 0,1-3 60 16,7 0-70-16,-3 0-30 15,1 0 0-15,-3 0-83 0,0 0 27 0,1 0 7 16,0 0 18-16,-5 0-360 0,1 0 180 0,-4 5 90 16,-1 3 45-16,-3 1-639 0,-2 4 323 0</inkml:trace>
  <inkml:trace contextRef="#ctx0" brushRef="#br0" timeOffset="23773.1">13550 7915 724 0,'-11'0'0'0,"8"5"0"0,0-4 0 0,3 2 0 0,0-3 0 0,0 0 0 0,0 0 569 16,0 0-268-16,8 0-126 0,7 0-75 0,6-3 204 15,-2-3-135-15,6 0-68 0,-4 3-34 0,6-2-242 16,1-1 101-16,-4 4 52 0,2 1-621 0,0 1 331 15</inkml:trace>
  <inkml:trace contextRef="#ctx0" brushRef="#br0" timeOffset="25149.84">14256 7651 572 0,'-7'0'0'0,"1"2"0"0,0-2 0 0,1 1 0 0,-1-1 0 0,1 0 104 16,-1 0-36-16,0 0 0 0,0-1-35 0,1-3 178 15,3-6-82-15,0-1-51 0,2-2-23 0,0 0 110 16,0 0-66-16,0-4-34 0,8 2 52 0,1-1-46 15,4 2-1-15,2 1 6 0,1 1-21 0,5 3-1 16,-3 1-13-16,3 3 30 0,-1 3-38 16,1 2 0-16,1 2 0 0,-1 11 24 15,-6 3 8-15,6 9-32 0,-6 1-2 0,-4 4 2 16,0 2 0-16,-3 2 0 0,-5 0-45 0,-1 1 18 16,0-3 1-16,-2 1-56 0,0-1 34 0,-4-4 21 15,-1-4-10-15,-6-1-46 0,1-5 26 0,-3-1 0 16,2-3 18-16,-4-7-11 0,2 0 8 0,-3-3 13 15,4-2-26-15,-2-2 110 0,1 0-45 16,4 0-1-16,-1 0 149 0,1 0-90 16,4 0-33-16,3 0 149 0,-2 0-92 0,4 0-46 15,-2 0-15-15,2 0-6 0,0 0 0 0,6 0-25 16,8 0-1-16,2 0-32 0,2 0 8 0,3 0 25 16,0 0-102-16,1 0 51 0,1-2 25 0,1 0-387 15,-1 0 185-15,-3 1 101 0,3-4 16 0,-2 4-560 16,-1-3 303-16,-1-2 151 0,2 2 67 0,-1-4-458 15</inkml:trace>
  <inkml:trace contextRef="#ctx0" brushRef="#br0" timeOffset="25391.19">14679 7590 767 0,'0'-12'0'0,"0"6"0"0,0 2 0 0,0 0 0 0,0 0 0 15,0 0 461-15,2-1-218 0,14 3-105 0,7 0 127 0,4 2-115 16,3 0-59-16,0 0-21 0,0 4 273 0,2 9-155 15,-4 2-77-15,-2 4-20 0,-4 2-29 0,-4-1 9 16,0 7-39-16,-6-2-70 0,-7 4 35 16,-3 2 0-16,-2 0 36 0,-5 1-122 15,-13 0 57-15,-4-1 33 0,-2-4-1 0,-3 0-32 16,-1-7 30-16,-2-1-48 0,0-4-131 0,2-5 56 16,5-4 56-16,1-5-238 0,3-1 137 15,8 0 60-15,1-7 43 0,10-11-297 0,0-6 165 0,6 0 83 16,16-10 42-16,-1 6-378 0</inkml:trace>
  <inkml:trace contextRef="#ctx0" brushRef="#br0" timeOffset="25591.65">15120 7502 947 0,'4'-13'0'0,"-2"4"0"0,0 3 0 0,-2 0 0 0,0 3 0 0,-10 2 0 0,0 1 0 0,-4 0 422 0,-1 12-195 0,0 7-89 15,0 10 92-15,0 0-98 0,0 13-50 0,5-1 266 16,3 2-157-16,5-5-72 0,2 2-46 15,0 0 100-15,2-4-69 0,13-2-36 16,4-6 0-16,3-3-110 0,5-5 33 0,-1-3 21 16,1-4-328-16,-2-3 174 0,2-5 88 0,-6-4 51 15,3-1-246-15,-2 0 74 0,-3-1 91 0,4-12-594 16,-7 1 322-16,0-2 154 0</inkml:trace>
  <inkml:trace contextRef="#ctx0" brushRef="#br0" timeOffset="25775.16">15372 7681 1907 0,'-7'0'0'0,"3"0"0"0,2 1 0 0,0-1 0 0,2 0 0 0,0 0 0 0,0 0 0 0,9 0 0 0,9 0 0 0,0 0 282 16,5-1-116-16,5-5 148 0,-2 1-141 0,0-3-70 16,0 0-35-16,-7 3-113 0,4-1 47 0,-3 1-8 15,1-1 39-15,0 2-448 0,-4 0 223 0,0 1 113 16,-3-1 64-16,2 0-612 0,-3 0 226 0,-1-3 189 15</inkml:trace>
  <inkml:trace contextRef="#ctx0" brushRef="#br0" timeOffset="26071.27">15708 7425 1016 0,'-9'-1'0'0,"4"-3"0"0,0 2 0 0,3 2 0 0,2-2 0 0,0-2 0 0,2-1 192 0,15 1-71 0,8 0-48 15,1 0 306-15,0 2-173 0,0 2-86 0,1 0 126 16,-6 6-98-16,5 7-62 0,-8 4-26 0,-4-2-7 15,-1 5-21-15,-6 2 1 0,-5 4 8 0,-2 3-78 16,0 2 35-16,-13 5 0 16,-6-3 34-16,-3 3-147 0,1-6 82 0,-9 8 28 15,5-12-74-15,-5 0 51 0,2-1-17 0,-2-7 79 16,6-2-52-16,2-5 15 0,-1-1-27 0,8-7 144 16,5 0-58-16,3-1-29 0,1-2-4 0,5 0 278 15,1 0-117-15,1 0-77 0,12 0-29 0,6 0 43 16,8 0-48-16,-1-2 0 0,1 1-64 0,0-1 1 15,-1 2 23-15,-3-3-312 0,7 3 152 16,-9 0 80-16,1 0 40 0,3-3-667 16,-4 3 299-16,-3-2 167 0,1 1 75 0,0-1-242 15,-1-6 170-15</inkml:trace>
  <inkml:trace contextRef="#ctx0" brushRef="#br0" timeOffset="26242.84">16117 7485 1486 0,'0'-1'0'0,"0"1"0"0,0 0 0 0,0 0 0 0,4 0 0 0,8 0 0 0,1 5 0 0,4 2 464 0,1 3-220 0,1-1-106 15,6 5-52-15,-4-3-105 0,-1 2 26 0,1-2 8 16,2 3 18-16,-7-4-213 0,3 0 107 0,-2-2 53 16,0-1-608-16,-1-1 312 0,0-4 157 0</inkml:trace>
  <inkml:trace contextRef="#ctx0" brushRef="#br0" timeOffset="26407.58">16572 7290 651 0,'2'-12'0'0,"1"4"0"0,-1 3 0 0,0 2 0 0,0 3 0 0,-2 0 529 16,0 9-252-16,0 16-122 0,-2 12-61 0,-12 5 420 16,-7 15-240-16,-4-3-113 0,-9 24-68 0,-7 12 277 15,-3-1-168-15,-9 8-85 0,-13 17-32 0,11-15-18 16,-14 32-8-16,9-7-457 0,0 2 216 15,3-6 108-15,12-24 53 0,2-9-891 0</inkml:trace>
  <inkml:trace contextRef="#ctx0" brushRef="#br0" timeOffset="27588.48">18273 6839 1363 0,'8'-7'0'0,"3"-1"0"0,7 2 0 0,5-1 0 0,2 3 0 0,5 3 0 0,0 1 161 0,0 0-64 0,2 9-32 16,-4 8 3-16,-3 7-1 0,-2 3-26 0,-7 6-8 16,-1 7-19-16,-5 1 19 0,-7 2-1 0,-1 2-54 15,-2-5 35-15,0 9-8 0,-11-8 27 0,-6-2-88 16,-1-3 45-16,-3-8 3 0,-2 2 7 0,-2-6-62 16,-1-3 37-16,-2-6 4 0,0-3-1 0,2-7 3 15,1-1 1-15,-1-4 6 0,-1 0 38 0,9-2-29 16,-1-7 1-16,3-5 25 15,2-2-24-15,7-1 3 0,1-2-2 0,6 0 32 0,0-6 0 16,4 3-22-16,10 0-4 0,9-3-69 16,5-1 33-16,6 2 1 0,3 1 32 0,5 3-301 15,3-1 137-15,4 2 64 0,-1 2-310 0,2 2 188 16,-2 2 94-16</inkml:trace>
  <inkml:trace contextRef="#ctx0" brushRef="#br0" timeOffset="27855.76">18885 6941 1127 0,'2'-7'0'0,"0"5"0"0,-2-1 0 0,0 2 0 0,0 1 0 0,0 0 0 0,-5 1 0 0,-1 15 120 0,1 0-43 16,1 11-22-16,2-3 240 0,2 4-131 0,0-1-58 15,0 5-40-15,0-2 119 0,4-2-77 0,7-3-37 16,0-7 0-16,4 0-74 0,4-4 14 0,0-3 0 16,0-5-138-16,-1-6 80 0,3 0 39 0,-2 0-132 15,-3-8 77-15,4-9 46 0,-8-5 23 0,0-3-105 16,-3-1 52-16,-5 2-20 0,0-8-18 15,-3 2 17-15,-1 0 21 0,0-2-13 16,-3-3 33-16,-6 3-16 0,-3 3 11 0,1 1-1 16,0 8 40-16,-3 0 0 0,0 5-38 0,-2 6 28 15,2 4-19-15,-4 2-2 0,4 3 8 0,0 0-50 16,1 8 3-16,2 8 33 0,1 2 7 0,1 6-272 16,4-1 131-16</inkml:trace>
  <inkml:trace contextRef="#ctx0" brushRef="#br0" timeOffset="28110.12">18687 7193 1141 0,'-14'0'0'0,"5"0"0"0,0-3 0 0,3-8 0 0,4-2 0 0,2-4 0 0,2 1 0 0,17-5 151 0,7 2-60 16,4 0-29-16,2 3 108 0,2 0-69 0,-1 5-25 15,1 5-9-15,-4 5-2 0,-2 1-32 0,1 0 0 16,-3 11-1-16,-5 2 12 0,1 7-11 15,-1 1-1-15,-4 2 34 0,0-1-1 16,-2 1-33-16,-2-6-23 0,2 2 24 0,2-3-1 16,0-1 1-16,3-5-130 0,-1-1 63 0,2-1 41 15,1-5-3-15,-1-3-157 0,2 0 73 0,-3 0 47 16,-1 0-436-16,0-1 226 0,-4-7 82 0,-4 2 64 16,-1-1-301-16</inkml:trace>
  <inkml:trace contextRef="#ctx0" brushRef="#br0" timeOffset="28389.19">18209 7471 1029 0,'-20'0'0'0,"3"0"0"0,6 0 0 0,4 0 0 0,4 0 0 0,1 0 0 0,2 0 219 0,2 0-93 0,19 0-46 0,13 0 215 16,3 0-123-16,14 0-74 0,13-4-32 0,-2 1 179 16,3 0-106-16,-1-1-53 0,-7 3-18 0,12-1 23 15,-7 0-29-15,-11 0 0 0,2 0-59 0,-7 0-1 16,-4 2 39-16,-3 0-225 0,-5 0 109 16,-4 0 54-16,-9 0 26 0,-3 0-388 0,-4 0 200 15,-5 0 45-15,-3 0 65 0,-5-2-369 0,1 2 204 0,-2 0 103 16,-7 0 43-16</inkml:trace>
  <inkml:trace contextRef="#ctx0" brushRef="#br0" timeOffset="28713.84">18347 7694 611 0,'-6'0'0'0,"6"0"0"0,0-3 0 0,0 0 0 0,6 0 0 0,8-1 367 0,6 2-171 0,4 0-81 0,2 2-42 15,2 0 163-15,0 11-105 0,0 4-42 16,-1 4-31-16,-3 2 18 0,-3 3-21 0,-4 3-1 16,-3-1-77-16,-7-2 36 0,-2 9-8 0,-3-6-5 15,-2 1 0-15,-2 0 33 0,-10-2 0 0,-4-5-53 16,-7 4 23-16,1-8-4 0,0-2 33 0,-5-3-52 16,1-5 0-16,1-4 11 0,-7-3 22 0,4 0 25 15,1 0 1-15,4-5-28 0,6-6 34 16,-2-1 8-16,4-3-29 0,4 2 25 15,3 0-30-15,4-2 11 0,4 2-8 0,0-1 17 16,2 3-10-16,8-2-4 0,4 4 1 0,6-1-134 16,-2 3 63-16,5 0 33 0,5 1-365 0,-2 2 184 15,3 0 76-15,-1 2 51 0,2 1-431 0,2-1 224 16,-2 0 124-16</inkml:trace>
  <inkml:trace contextRef="#ctx0" brushRef="#br0" timeOffset="28933.25">18705 7836 1011 0,'-7'0'0'0,"5"-1"0"0,0-3 0 0,0 2 0 0,2-2 0 0,0-1 0 0,0-1 185 16,11 2-76-16,6 1-38 0,4 0 105 0,-2 3-75 0,2 0-34 15,-3 0-1-15,1 8 125 0,-2 4-79 0,-2 0-31 16,-4 2-9-16,-3 1-5 0,-4 3-35 0,-4 1 1 16,0 6-66-16,-2-6 40 0,-14 5-7 0,-2-1-107 15,-3-3 70-15,0-3 34 0,-2-2 1 16,0-3-80 31,-7-1 15-47,5-3 41 0,6-5-29 0,-1-1-243 0,6-2 100 0,3 0 88 0,2 0 28 0,9-11-191 0,0-5 120 0,6-6-206 0,14-3 155 0</inkml:trace>
  <inkml:trace contextRef="#ctx0" brushRef="#br0" timeOffset="29107.79">18977 7726 991 0,'8'-1'0'0,"-2"-2"0"0,-4 3 0 0,-2 0 0 0,0 3 0 0,-8 8 0 0,-7 10 462 15,2 0-214-15,2 4-107 0,0 1-47 0,-1 2 256 16,3 0-159-16,3-1-79 0,4-5-39 0,2 3 36 16,0-4-30-16,2 0-8 0,16-3-129 0,0-4 45 15,6 0 23-15,3-7 0 0,3-1-352 0,4-3 184 16,-1-3 95-16,3 0-560 0,-2 0 262 0,1-5 172 16</inkml:trace>
  <inkml:trace contextRef="#ctx0" brushRef="#br0" timeOffset="29291.3">19615 7371 1335 0,'1'0'0'0,"1"0"0"0,7 0 0 0,3 0 0 0,-3 0 0 0,4 0 0 0,-1 0 210 0,2 0-89 0,2-3-35 0,0 2 12 16,2-1-33-16,-2 0 1 0,1 0-34 15,-2 2-308-15,-1 0 162 0,0 0 70 16,-6 0-315-16,1 7 180 0</inkml:trace>
  <inkml:trace contextRef="#ctx0" brushRef="#br0" timeOffset="29450.87">19563 7615 1258 0,'-10'4'0'0,"0"-1"0"0,4 1 0 0,2-2 0 0,3-2 0 0,1 2 0 0,0-2 0 0,0 2 0 0,11-2 265 16,6 0-117-16,2 0-57 0,3 0-29 0,1 0-105 16,7 0 33-16,-6 0 22 0,3 0-524 0,-1 0 268 15,1 0 135-15</inkml:trace>
  <inkml:trace contextRef="#ctx0" brushRef="#br0" timeOffset="29668.3">19917 7472 972 0,'-5'0'0'0,"5"-1"0"0,0-2 0 0,5 2 0 0,11-1 0 0,7-4 0 0,6 3 323 0,8-1-149 0,8 0-71 16,4-1-35-16,4-2 135 0,3 2-85 0,1 1-34 16,-2 2-84-16,0-1 0 0,-2 1 33 0,0-2-72 15,-5 0 36-15,-11 0 8 0,3 3 28 16,-6-2-211-16,-6 2 106 0,-8 1 52 15,0-1 27-15,-6 1-416 16,-4-3 202-16,-4 3 35 0,-5-2-198 0,-1-4 169 0</inkml:trace>
  <inkml:trace contextRef="#ctx0" brushRef="#br0" timeOffset="29997.45">19949 6762 905 0,'-7'-21'0'0,"2"7"0"0,5 2 0 0,0 3 0 0,2-1 0 16,12 2 0-16,4-1 0 0,8 4 288 0,4 3-128 0,0 2-63 0,2 2-33 0,0 12 117 15,-2 4-67-15,-3 9-44 0,-5 2-41 0,-2 4 3 16,-6 3 1-16,-7 1-33 0,-3 2 8 0,-4 6 25 16,0-6-1-16,-13 3-66 0,-6-3 34 15,-1-3-1-15,-1-10 42 0,-3 2-97 16,-1-7 14-16,1-6 31 0,0-4-45 0,3-5 31 15,-2-6 4-15,3 0 51 0,-1 0-5 0,6-4-23 16,2-7-2-16,4-3 75 0,3 2-30 0,4-3-3 16,2-1-27-16,0 0 28 0,9-1 11 0,6 2-40 15,2-2 25-15,6 0-65 0,-3 4 11 0,3 1 35 16,2 1-258-16,1 4 123 0,-1-1 55 0,5-1 31 16,-3 4-454-16,1-3 224 0,-1 0 114 0,1-1-228 15,-3-1 162-15</inkml:trace>
  <inkml:trace contextRef="#ctx0" brushRef="#br0" timeOffset="30374.44">20450 6800 683 0,'2'-15'0'0,"-2"7"0"0,0 1 0 15,0 3 0-15,0 0 0 0,0 3 0 0,0-1 306 0,0 2-129 0,-2 2-76 0,0 14-34 0,2 5 213 16,0 4-124-16,0 3-61 0,0 4-23 0,0 3 83 16,0 1-61-16,0 1-31 0,0-1 73 0,0 2-52 15,-1-1-17-15,-1-1-139 16,-2 0 52-16,2-3 27 0,-4-5 0 0,4-5-277 0,-2-3 147 15,3-10 78-15,-1 0 39 0,0-7-383 16,0-3 162-16,-2 0 101 0,1-3 6 0,1-12-33 16,-2-10 59-16,3 1 31 0,-4-4-153 0,1-6 83 15,-3-9 55-15,2 0-31 0,-1-1 38 16,-2-2 0-16,2 1 39 0,3 7 28 0,-1 0 9 0,2 4-38 16,2 4 0-16,0 8 336 0,0-1-168 0,8 5-92 15,5 1-34-15,5 1 230 0,3 5-81 0,2 2-78 16,1 2 304-16,-1 3-168 15,5-1-95-15,-7 5-44 0,2 0 127 0,-5 0-86 16,-1 7-42-16,-2 3 19 0,-6 5-35 0,-1 1 0 16,-4 3-27-16,-4 1-52 0,0 4 26 0,-7 1 8 15,-11-2 18-15,-3 1-146 0,-1 0 73 0,0-1 36 16,-1 0-106-16,3-4 45 0,-5 2 39 0,4-2-416 16,0 0 209-16,5-2 79 15,-3 2 60-15,4-1-332 0,-4 2 201 0</inkml:trace>
  <inkml:trace contextRef="#ctx0" brushRef="#br0" timeOffset="30705.56">20066 7521 1094 0,'0'0'0'0,"0"0"0"0,0 0 0 0,0 0 0 0,0 0 0 0,0 0 0 0,1 0 177 0,7 0-76 0,3 3 48 0,4 4-58 16,2 2-30-16,2 7 1 0,-5-2 42 0,5 6-40 15,-4 5 0-15,-1 1-31 0,-3 1-34 16,-4 2 0-16,-3 3 42 0,-2 0-9 0,-2 2-36 16,0-2-1-16,-17 2 38 0,1-3-14 0,-5-3-9 15,-4-2 23-15,0-6 20 0,-1-3-22 0,0-4-31 16,2-3 31-16,-6-3 38 16,3-5-21-16,1-2-1 0,5 0-22 0,3-2 28 0,0-7 8 15,6-2-19-15,0-5-9 0,8 3-22 16,2-2 1-16,2-2 21 0,0 5-5 0,2-2 5 15,12 1-1-15,0 0-28 0,6 2 0 0,4-1 19 16,-6 5 15-16,5-1-125 0,0 2 55 0,3 1 19 16,-6 1-1-16,3-1-357 0,0 3 180 0,-1 0 75 15,4-2 52-15,-7 2-534 0,6 0 283 0</inkml:trace>
  <inkml:trace contextRef="#ctx0" brushRef="#br0" timeOffset="30847.18">20349 7704 1609 0,'0'-2'0'0,"-2"-1"0"0,0 1 0 0,1 1 0 0,-4 1 0 0,5 0 0 0,-2 0 0 0,2 0 277 0,0 0-122 0,5 0 73 16,6 0-97-16,1 0-50 0,4 7-15 0,-3-1-152 15,4 4 59-15,-2-3 30 0,2 2 0 0,-1-1-516 16,3 0 281-16,2-3 128 0</inkml:trace>
  <inkml:trace contextRef="#ctx0" brushRef="#br0" timeOffset="31030.69">20715 7506 1177 0,'4'-7'0'0,"0"3"0"0,-2 2 0 0,-2 2 0 0,0 2 0 0,-6 18 0 0,-9 11 298 15,-2 6-132-15,-4 8 403 0,-7 13-269 0,-4 2-133 16,-2 6-59-16,-3 5 201 0,0 3-138 0,-4 8-70 16,6-1-33-16,3-4-59 0,-7 21 23 0,7-10 1 15,0-5 0-15,7-16-324 0,-1 1 161 16,7-17 90-16,1-4-596 0,2-14 334 15,7-7 88-15,0-5-472 0,5-10 326 0</inkml:trace>
  <inkml:trace contextRef="#ctx0" brushRef="#br0" timeOffset="31212.09">20875 8314 1900 0,'0'-2'0'0,"0"-2"0"0,0 2 0 0,0 2 0 0,0 0 0 15,0 0 0-15,0 0 0 0,0 0 307 0,0 0-137 0,0 0-69 0,0-2-34 0,4-2-753 16</inkml:trace>
  <inkml:trace contextRef="#ctx0" brushRef="#br0" timeOffset="34734.25">21516 7333 784 0,'0'0'0'0,"0"0"0"0,0 0 0 0,0 0 0 0,0 0 0 0,0 0 0 0,0 0 0 0,0 8 157 0,0 3-62 0,0 2-32 0,0 3 183 16,0 2-111-16,0 3-51 0,0 3-26 0,0-1 87 15,0 1-57-15,0 0-19 0,0 4-8 0,0 1-3 16,0-1 0-16,-2 2-26 0,-3-2-67 0,1-1 43 16,1 2-9-16,-1-1 33 0,-1-9-257 0,1 1 128 15,2-7 65-15,-1-4-192 0,1-2 115 0,-3-3 20 16,3-4 43-16,1 0-329 0,-1-2 163 16,2-15 94-16,0-7 42 0</inkml:trace>
  <inkml:trace contextRef="#ctx0" brushRef="#br0" timeOffset="35071.6">21457 7314 516 0,'-2'-26'0'0,"-1"6"0"0,-4 3 0 0,4 4 0 0,1 1 0 0,0 3 0 0,2-1 400 0,0 3-184 0,2 0-91 15,15-1 227-15,10-2-163 0,5 3-78 0,1 0 130 16,8-1-103-16,-5 4-53 0,3 1-18 0,-1 0-5 16,0 1 0-16,-5 2-29 15,-1 0-1-15,-3 0-41 0,-8 0 29 0,0 0-8 16,-3 5 21-16,-4-2-61 0,-4 1 31 0,-1 0-1 15,-3-2 2-15,-4 1 29 0,1-1-12 0,-1 0 9 16,-2 0 98-16,0 2-51 0,0-1-6 0,0 5 37 16,0-1-34-16,0 5-21 0,0 3 4 0,0 0 74 15,0 4-40-15,0 5-34 0,3 0 0 0,1 5 9 16,-3 0 0-16,5 4-34 16,-1-1-61-16,-1 2 27 0,0 1 0 0,1 1-65 15,0-1-82-15,0 1 90 0,-3-1 33 0,2 0-396 16,-3-4 186-16,1-1 109 0,0-6 16 0,-2-2-112 15,0-3 87-15,0-6 56 0,0-4 23 0,0-1-298 16,-4-7 161-16,-3-1 80 0,-3 0-270 0,-1 0 179 16,0-3 86-16,-4-11 44 0,-4-2-208 0,-3-7 126 15</inkml:trace>
  <inkml:trace contextRef="#ctx0" brushRef="#br0" timeOffset="35212.21">21686 7564 1333 0,'-25'-15'0'0,"7"6"0"0,-3 0 0 0,5 2 0 0,6 0 0 0,1 4 0 0,3-2 0 0,6 2 0 0,0-1 0 0,0 1 198 15,11-3-87-15,6 2 58 0,2-1-68 0,2 1-34 16,1 0-1-16,2 2-159 0,-3 0 58 0,2 1 34 16,-5-2 0-16,1 3-159 0,-5 0 95 0,-5 0 58 15,0 0-470-15,-2 0 244 0,-3 0 54 0</inkml:trace>
  <inkml:trace contextRef="#ctx0" brushRef="#br0" timeOffset="35492.71">21776 7306 889 0,'-5'-10'0'0,"1"2"0"16,2 6 0-16,2 1 0 0,-2 1 0 0,1 0 0 0,-1 5 0 0,2 13 0 0,-3 7 329 0,-1 2-149 0,1 4-73 0,-5 3-37 0,-1 6 174 15,-4 4-110-15,-2-2-50 0,0-3-26 0,4-5-122 16,-3 4 48-16,3-6 32 0,0-1-113 16,1-10 65-16,3 0 32 0,0-4 1 15,3-7-371-15,2-5 167 0,0-3 108 0,2-2-375 16,0-2 218-16,0-11 110 0,0-4 55 0,6-1-75 15,1-4 84-15,0 4 78 0,2 1 0 0,-2 2-20 16,0 2 12-16,-1 5 8 0,2-1 114 0,-1 3-82 16,0 2-32-16,2 3 367 0,1 1-195 0,1 0-41 15,0 0-67-15,3 0 310 0,-3 1-171 0,1 7-85 16,1-1-43-16,-4 3-65 16,3 0-9-16,-5-2 31 0,0 6 1 0,-1-3-455 15,-5 4 227-15</inkml:trace>
  <inkml:trace contextRef="#ctx0" brushRef="#br0" timeOffset="35647.3">21611 7840 1400 0,'-21'4'0'0,"9"1"0"0,-2-2 0 0,3 1 0 0,4-3 0 0,2-1 0 0,5 0 0 0,0 2 262 0,3 2-119 0,8-2-55 0,12-2 123 16,-2 2-89-16,6-2-45 15,3 0-13-15,2 0-212 0,0 0 91 0,0 0 45 16,-2 0 22-16,0 0-502 0,-4 0 270 0,2 0 123 15</inkml:trace>
  <inkml:trace contextRef="#ctx0" brushRef="#br0" timeOffset="35951.49">22368 7182 1696 0,'8'-5'0'0,"-1"5"0"0,0 0 0 0,-1 9 0 0,-4 5 0 0,0 4 0 0,-2 9 0 0,0-1 0 0,0 4 0 0,-2 2 326 16,-6-2-138-16,1 0-82 0,0 1-124 0,-1-1 25 16,2-4 1-16,3-5-254 0,1-1 148 15,0-7 62-15,2-1 34 0,0-5-128 16,0-3 81-16,0-4 41 0,0 0-31 0,0 0-220 16,2-1 67-16,1-12 80 0,5 1 40 0,0 1 174 15,-1-3-75-15,0 3-26 0,3 0 280 0,0-1-156 16,-1 4-56-16,2-2 177 0,0 0-95 0,0 2-69 15,-2 1 11-15,3 0-42 0,-4 3-18 0,1-2 0 16,-4 2 8-16,2 3-228 0,-4-2 111 0,-1 3 54 16,-2 0 27-16,0 0-520 0,0 0 217 0,-7 8 145 15,-5 0-357-15</inkml:trace>
  <inkml:trace contextRef="#ctx0" brushRef="#br0" timeOffset="36408.25">22226 7352 827 0,'-11'0'0'0,"4"2"0"0,0 5 0 0,3 3 0 0,2 3 0 0,1 5 200 0,1 5-84 0,0 6-42 0,0 2 290 16,0 5-166-16,0 3-74 0,0 7-50 0,0-7 98 15,0-5-70-15,0 4-35 0,0-2 1 0,0-11 4 16,1 5-9-16,5-9-30 0,3-6-175 16,5-3 87-16,2-7 44 0,1-5-294 15,7-2 164-15,2-15 88 0,3-11 29 0,-5-2-359 16,3-3 147-16,-8-1 96 0,6-12 48 0,-4 3-57 15,-1 0 58-15,-2-4 29 0,-1-2 0 0,-1 0-33 16,2 2 36-16,-2 5-1 0,-2 8 117 0,0 3-45 16,-3 13-23-16,-8 7 295 0,3 3-155 0,-3 6-80 15,-1 2-41-15,0 18 416 0,-2 13-177 16,0 8-108-16,0 10-24 0,-2-1 216 16,0 5-149-16,2 3-75 0,0-1-37 0,0-2 86 15,0-3-66-15,2-4-29 0,5-10 50 0,5-1-40 16,1-7 1-16,1-7-159 0,-2-4 57 0,1-7 31 15,3-7 0-15,-4-3-253 0,4-2 143 0,-3-11 79 16,0-10 27-16,-4-1-266 0,1-2 100 0,-4-4 79 16,-1-2-18-16,-1-4-20 0,-2-5 52 0,0 6 21 15,-2-2-21-15,0 5 22 0,0 8-1 0,-4 1 70 16,-5 7-20-16,-3 4 0 0,1 5-28 16,-4 5 163-16,-2 2-82 0,0 0-43 15,1 13-14-15,0 0 115 0,1 5-57 0,4-2-8 16,1 2-307-16,5-1 136 0,1 1 62 0,4-2 37 15,0-1-268-15,2-3 129 0</inkml:trace>
  <inkml:trace contextRef="#ctx0" brushRef="#br0" timeOffset="36806.78">23010 7275 1292 0,'2'-5'0'0,"0"3"0"0,0 2 0 0,1 0 0 0,0 11 0 0,-1 6 0 0,0 7 0 0,-1 7 653 15,-1 8-310-15,0 0-155 0,0-3 279 0,0 14-222 16,0-5-105-16,-3 1-54 0,-4-1 18 0,2-2-36 16,-1-5 9-16,-1-1-282 0,2-2 119 0,-3-4 60 15,4-9 29-15,0-7-526 0,1-4 286 0,1-5 131 16,0-3 70-16,-2-3-670 16,3-3 337-16,-3-9 168 0,2-9-204 0,-1-8 190 15,-2-3 91-15,-1-10 46 0,1-4-78 0,-4-3 62 16,1-3 24-16,-2-3 70 0,3 0 0 0,2 7 0 15,0 3 0-15,5 9 45 16,0-2-49-16,0 8 8 0,3 5-36 0,8 2 374 0,8 4-188 0,5 4-50 16,6 4-66-16,2 3 501 0,1 3-253 15,4 5-127-15,-3 0 150 0,-3 0-137 0,-1 13-62 16,-3 5-13-16,-5-1-33 0,-3 6 1 16,-6 1-32-16,-5 2 15 0,-4-1-7 0,-4 7-8 15,0-4 0-15,-9-2-68 0,-7 1 34 0,-3-3 0 16,1-5 41-16,-7 1-190 0,2-4 91 0,0-6 39 15,5 0-385-15,-5-4 172 0,7-3 77 0,4-3-112 16,3 0 118-16,4-2 59 0,5-13 28 16</inkml:trace>
  <inkml:trace contextRef="#ctx0" brushRef="#br0" timeOffset="37156.39">23510 6961 2087 0,'1'-1'0'16,"4"1"0"-16,-1 0 0 0,1 8 0 0,-1 10 0 0,-1 5 0 0,1 4 0 0,-2 15 0 0,0 4 0 0,-2 2 179 0,0 6-77 0,0 3 200 0,0 8-134 0,0-5-68 15,0-7-34-15,0 7 75 0,-4-6-59 16,0-3-24-16,3-3 0 0,1-11 33 16,-2 0-29-16,2-8 8 0,0-5-60 0,0-5 1 15,0-8 22-15,0-6 0 0,0-1-137 0,0-4 77 16,0 0 25-16,-2-9-232 0,-2-8 110 0,1-2 72 15,-6-5-1-15,2 4-113 0,-4-9 45 0,-1 4 51 16,0 2-19-16,-1 5-162 0,-5 1 110 0,-1 6 45 16,-1 5 17-16,-6 5 23 0,1 1 0 0,1 9 24 15,0 10 191-15,-1 2-104 0,4 5-40 0,7-2 262 16,4 1-143-16,6-3-81 16,4 3 1-16,0-3 139 0,0 0-64 0,7 1-52 15,9-5-3-15,-2-3-65 0,9-3 0 0,-4-4 32 16,3-5-397-16,7 0 195 0,-5-3 96 0,3 0 49 15,-3-4-806-15,-1-4 387 0</inkml:trace>
  <inkml:trace contextRef="#ctx0" brushRef="#br0" timeOffset="37377.78">23603 7534 888 0,'0'-20'0'0,"0"1"0"0,5 4 0 0,2 2 0 0,2 0 0 0,0 2 253 0,5 3-110 0,3 4-47 0,2 2 392 16,0 2-228-16,-1 0-113 0,-1 2-57 0,-2 11 160 15,0 4-101-15,-3 6-62 0,-2-1-27 0,-7 4 10 16,-1 0 1-16,-2 1-39 0,0 1-41 0,-8 0 17 16,-7 1 0-16,-4-2-71 15,-1 1 48-15,-3-2 24 0,-1-3 8 0,-5-2-173 16,-1 0 94-16,-2-1 4 0,0-2 36 0,1-5-311 16,2-3 130-16,3-4 62 0,6-3 54 0,6-3-121 15,5 0 87-15,4 0 45 0,5-6-345 0,1-11 199 16</inkml:trace>
  <inkml:trace contextRef="#ctx0" brushRef="#br0" timeOffset="37582.25">23837 7345 1255 0,'0'-6'0'0,"0"3"0"0,0 3 0 0,-9 0 0 0,-7 0 0 0,3 15 0 0,-7 2 527 0,8 6-238 0,1 6-133 16,-1 1 258-16,7 2-191 0,2 3-95 0,3 1-47 15,0 0 25-15,0-3-41 0,8 1 0 0,7-5-175 16,3-3 72-16,1-2 35 0,-1-6 9 0,8-2-444 16,-6-7 236-16,0 1 117 0,1-6 59 15,0-1-751-15,-5-3 364 0,3 0 194 0</inkml:trace>
  <inkml:trace contextRef="#ctx0" brushRef="#br0" timeOffset="37769.75">23961 7609 912 0,'-2'0'0'0,"2"0"0"0,0 0 0 0,5 0 0 0,11-1 0 0,0-1 0 0,11 0 460 0,1 0-213 16,2 2-108-16,4-2-52 0,3 2 76 16,-1-2-70-16,0 2-29 0,-2-2-269 0,-2 2 119 15,-2 0 59-15,-10 0-471 0,3 0 248 0,-4 0 125 16,-7 0 61-16,-2 0-220 0</inkml:trace>
  <inkml:trace contextRef="#ctx0" brushRef="#br0" timeOffset="37934.3">24205 7271 708 0,'-7'0'0'0,"1"0"0"0,3 8 0 0,3 1 0 0,-1 4 0 0,1 6 0 0,0 4 446 0,0 5-211 0,0 3-101 16,0-1 298-16,0 6-200 0,-4 0-100 0,0 1-21 15,1 1-44-15,-3 5 1 0,1-3-35 0,-2-5-164 16,4 1 82-16,3-8 49 0,0 1-8 0,0-5-509 16,1-5 274-16</inkml:trace>
  <inkml:trace contextRef="#ctx0" brushRef="#br0" timeOffset="38251.14">24621 7303 1063 0,'0'8'0'0,"0"7"0"0,0 6 0 0,0 3 0 0,0 2 186 0,-7 8-69 0,-4 11-46 15,2 0 0-15,-1 1 177 16,6-2-107-16,4-8-54 0,0 3-20 0,0-5 30 16,6-3-32-16,6-11 0 0,2-1-60 0,2-8 0 15,0-4 36-15,3-5-116 0,4-2 53 0,-3-6 28 16,3-10 0-16,-2-9-173 0,-3-2 109 0,-1-2 41 15,-4-4-10-15,-2-5-92 0,-3-5 37 0,-3 1 37 16,-2 3-21-16,-2-12 9 0,-1 4-6 0,0-4-1 16,0 2 1-16,-1 5 30 0,-10 8-8 0,-3 4 67 15,-4 5-29-15,-1 9 0 16,-1 8-23-16,0 3 72 0,-1 7-34 0,-1 0 5 16,2 13-21-16,1 9-153 0,-1 5 69 0,2 3 33 15,1 6-3-15,0 7-139 0,4-2 83 0</inkml:trace>
  <inkml:trace contextRef="#ctx0" brushRef="#br0" timeOffset="38495.49">24348 7861 1102 0,'-10'6'0'0,"4"-4"0"0,6-2 0 0,0 0 0 0,0-10 0 0,6-14 0 0,11-1 163 0,10-4-65 0,3-1-32 0,7-2 128 15,2-1-73-15,2 5-48 0,-1 3 1 0,0 5-47 16,-10 7 6-16,2 2 0 0,-8 7 8 0,-2 4-13 15,-1 0 5-15,-5 4 0 0,-6 16-1 0,-1 3 22 16,-2-1 7-16,-3 10-28 0,-3-4 52 0,3 0-26 16,2-7 0-16,3 2-75 0,1-2 21 15,1-4-1-15,4-3 29 0,1-3-339 0,5-6 162 16,-1-3 75-16,7-2 40 0,-2 0-509 16,-1-10 254-16,1-7 122 0,-3-2 64 0,0-3-271 15,-1-5 171-15,-4-2 83 0</inkml:trace>
  <inkml:trace contextRef="#ctx0" brushRef="#br0" timeOffset="38817.65">25232 7136 1333 0,'0'-21'0'0,"2"7"0"0,-1 2 0 0,-1 7 0 0,0 1 0 0,0 4 0 0,0 0 86 16,0 9-26-16,0 14 286 0,0 6-161 0,0 9-76 16,0 1-38-16,0 7 227 0,0-2-133 0,0 0-58 15,0 8-41-15,0-4 66 0,0-4-49 0,0-8-25 16,0 4-1-16,0-6-78 0,0-4 23 0,0-8-1 15,0-3-72-15,0-8 52 0,0-2 26 0,0-4-274 16,-3-5 146-16,-1 0 32 16,-2-3 53-16,0-10-319 0,0-3 163 0,-2-5 59 15,-3-4 54-15,2 1-70 0,-3-1 58 0,-1 3 29 16,-1 5 0-16,0 2-9 0,-3 2 39 0,-3 6-1 16,-4 5 208-16,0 2-103 0,1 0-53 0,7 9 114 15,-7 10-69-15,9 1-47 0,2 7-23 0,3-1 391 16,5 2-185-16,4-3-35 0,0 7-64 0,0-6-3 15,7-4-33-15,11-1 1 0,0-4-33 0,3-7-236 16,7-1 114-16,0-5-539 16,1-4 304-16,1 0 165 0,0 0 81 0,0-2-344 15</inkml:trace>
  <inkml:trace contextRef="#ctx0" brushRef="#br0" timeOffset="38951.3">25354 7543 1207 0,'-2'-7'0'0,"2"2"0"0,0 1 0 0,0 1 0 0,6 0 0 0,2 3 0 0,2 0 0 0,3 0 285 0,3 3-118 0,-1 5-72 16,0 3-30-16,0 2 112 0,-2-1-72 0,-3 1-37 16,3-1-379-16,-2-1 168 0,-2 0 88 0,1-2-585 15,-4-1 316-15</inkml:trace>
  <inkml:trace contextRef="#ctx0" brushRef="#br0" timeOffset="40256.25">25788 7670 355 0,'0'-8'0'0,"0"2"0"0,0 1 0 0,0 1 0 0,0-2 0 0,0 1 0 0,0-3 41 15,0 4-1-15,0-1 55 0,0 1-23 0,0 0-9 16,0 2-31-16,0 1 30 0,0-1 1 0,0 0-22 16,0 0-9-16,0 2 12 0,0 0-11 0,0 0-1 15,0 0 1-15,0 0 43 0,0 0-9 0,0 0-34 16,-2 0 20-16,-3 0-20 0,-4 2-1 0,-4 5 9 15,3 1 12-15,-6 3-20 0,-4 2-1 0,-4 0 35 16,-1 5-35-16,-5-1 9 0,-6 9-8 0,-1 0 28 16,-6 2-28-16,-10 5 0 0,-1 5-1 15,3-3 25-15,-12 13-24 0,3-3 0 16,1 0-25-16,1 3 0 0,3-4 25 0,8-6-75 16,0 3 32-16,5-6 0 0,9-2 31 0,7-11-270 15,7-3 123-15,2-2 55 0,8-5 37 0,3-4-523 16</inkml:trace>
  <inkml:trace contextRef="#ctx0" brushRef="#br0" timeOffset="43647.7">26032 6990 977 0,'-9'-29'0'0,"2"11"0"0,1 2 0 0,1 3 0 0,2 5 0 0,1-1 0 0,2 4 0 0,0 1 368 0,4 2-172 0,15 1-82 16,6-1-40-16,3 2 185 0,6 0-113 0,-1 0-48 15,3 0 1-15,1 0-33 0,-3 2 1 0,0 1-35 16,-5 1-35-16,-4 1 9 15,2-1 26-15,-4 1-39 0,-7 0 40 0,-1-2 0 16,-7 3 0-16,1-2 50 0,-4 1-28 0,0 1-1 16,-3 2-22-16,0 0 139 0,-2 1-70 0,0-1-25 15,0 7 107-15,0-2-75 0,0 0-37 0,0 3-1 16,0 3-26-16,0 1-3 0,1-2-9 0,1 2-161 16,-1 2 80-16,4 0 41 0,-5-2 0 0,5-1-401 15,-2 2 213-15,1-3 76 0,-1-3 66 0,1-1-569 16,-2-2 296-16,-1 1 138 0,1-5-358 0,0 2 257 15</inkml:trace>
  <inkml:trace contextRef="#ctx0" brushRef="#br0" timeOffset="43943.91">26083 7166 1215 0,'-11'-2'0'0,"3"0"0"0,4 1 0 0,-2-1 0 0,1 0 0 0,4 1 0 0,-3-2 0 0,1 1 465 0,3 0-208 0,0 0-116 15,0 2-54-15,0 0 154 0,8 0-104 0,7 0-52 16,4 0-16-16,4 0-8 0,-1 0-28 0,4-1-79 15,-7-4 39-15,6 4 0 0,-3-3 48 16,-3 1-366-16,-2 1 179 0,-6 0 89 0,0 0 19 16,-2 0-562-16,-2 2 257 0,-4 0 160 15</inkml:trace>
  <inkml:trace contextRef="#ctx0" brushRef="#br0" timeOffset="44363.78">26032 6952 850 0,'-9'-18'0'0,"0"-2"0"0,0 5 0 0,4 4 0 0,0 2 0 0,1 3 0 0,2 3 418 0,2 1-197 15,0 2-94-15,0 0 200 0,0 17-148 0,2 5-72 16,4 6-30-16,4 4 97 0,-1 2-71 0,-2 1-35 15,0 0 0-15,-1-2-73 16,-2-6 46-16,0 6-8 0,-2-4-101 0,0-4 50 0,-2-4 25 16,0 0-99-16,0-2 70 0,-4-4 24 15,0-6-1-15,-4-1-61 0,3-2 17 0,-1-3 27 16,1-1-18-16,-1-2 55 0,0 0-22 0,2 0-6 16,1 0-12-16,3 0 75 0,-2 0-28 0,2 0 0 15,0 0 128-15,0 0-74 0,0 0-20 0,0 4 85 16,9-1-53-16,6 1-32 0,4-1-7 0,3 2 64 15,3-3-43-15,-2-2-13 0,7 0-9 16,-2 0-26-16,-2 0 4 0,-2-2 1 16,-3-3 0-16,2 2-41 0,-3-1 16 0,0 3 0 15,-3-1-254-15,-5 0 137 0,1 2 50 0,-3 0 17 16,-3 0-513-16,-1 0 246 0,-3 0 137 0,1 0-380 16,-2 5 260-16,-2-1 121 0,0 2 74 0</inkml:trace>
  <inkml:trace contextRef="#ctx0" brushRef="#br0" timeOffset="44784.37">25931 7464 1444 0,'-21'4'0'0,"8"0"0"0,3 4 0 0,3-6 0 0,5 1 0 0,2-2 0 0,0 2 0 0,14 1 160 16,12-1-63-16,5 2 425 0,9-4-249 0,3 1-120 15,1 0-61-15,2-2 120 0,0 0-91 0,-9 0-35 16,4 0-31-16,-3 0-160 0,-2-2 69 15,-7 0 35-15,-1 1-1 0,-8-1-442 0,1-1 234 0,-9 2 122 16,-2 1-264-16,-4 0 103 16,-4 0 122-16,-2 0-55 0,0 0-295 0,-7 0 223 15,-7 0 110-15,-3 0-81 0,0 1 96 0,-1 2 40 16,0-1 32-16,1-1 104 0,1 1-39 0,2-2-1 16,4 2-40-16,2 0 330 0,-2 2-161 15,4-1-85-15,3 3 321 0,-1 2-148 0,0-1-111 16,4 4 27-16,-1 0 50 0,1 3-79 0,-2-1-39 15,0 0 136-15,-2 0-79 0,2 0-53 0,-2-1-21 16,0-3 44-16,1 0-33 0,1-1 0 16,0-4-25-16,0 0 27 0,0-3-35 0,2-1 0 15,0 0 35-15,0 0-1 0,0 0-26 0,0 0 1 16,6 0-9-16,7 0 0 0,2-1 0 0,0-5-16 16,0-2 24-16,3 3-9 0,-4-3 1 0,1 3-180 15,-4 0 89-15,0 0 34 0,-4 1 19 0,0 2-468 16,-5 1 232-16,0-1 88 0,-2 0-414 0,0 2 267 15,0 0 126-15,-12 0-128 0</inkml:trace>
  <inkml:trace contextRef="#ctx0" brushRef="#br0" timeOffset="44942.95">26132 7534 861 0,'-8'6'0'0,"3"7"0"0,-1 2 0 0,-1 0 0 0,-3 2 0 0,-3 5 209 0,2-1-79 0,-2 6-53 16,0-3-23-16,-3 1 273 0,4-1-148 0,-2-2-73 15,5-3-144-15,0 1 32 16,2-2-1-16,6-7 40 0,-1 0-451 0,2-5 225 16,0-2 121-16,0-4-456 0,8 0 257 0,3-8 127 15</inkml:trace>
  <inkml:trace contextRef="#ctx0" brushRef="#br0" timeOffset="45072.62">26060 7748 1231 0,'6'-13'0'0,"0"6"0"0,3 1 0 0,-1 1 0 0,6 2 0 0,4 3 0 0,3 0 0 0,5 0 221 0,6 5-86 0,9 5 328 16,0 3-215-16,3-2-108 0,0 1-54 0,2 1 103 15,-8 1-70-15,10 2-47 0,-5-2 0 16,0-1-155-16,-1-4 58 0,-2 3 29 16,-3-5 8-16,2-1-529 0,-3-3 274 0,0-1 139 15,-4-2-715-15</inkml:trace>
  <inkml:trace contextRef="#ctx0" brushRef="#br0" timeOffset="45266.1">26836 7153 1356 0,'0'-19'0'0,"6"6"0"0,11 7 0 0,7-1 0 0,3 0 0 0,1-3 209 15,-1 3-89-15,8 1-35 0,-1 2-30 0,1 1 404 16,-1-1-214-16,1 2-105 0,-1 1-136 0,0-2 9 16,-4 3 20-16,-7 0-454 0,-1 0 227 0,-4 0 113 15,-5 0 57-15,-4 0-545 0,-4 0 275 0,-3 3 133 16,-2-2 67-16,0 1-323 0</inkml:trace>
  <inkml:trace contextRef="#ctx0" brushRef="#br0" timeOffset="45428.66">27112 6860 1198 0,'-22'-7'0'0,"5"5"0"0,6 2 0 0,-3 0 0 0,5 5 0 0,0 7 0 0,3 8 0 0,2 5 273 0,2 3-120 0,0 3-60 15,2 6 419-15,-1-2-231 0,1 3-129 0,0-3 12 16,0 4-66-16,0-9-32 0,0 2-1 15,0-5-428-15,1 3 193 0,1-9 102 16,1-3 50-16,3-4-582 0,1-6 316 0,-1-3 91 16,6-5 98-16</inkml:trace>
  <inkml:trace contextRef="#ctx0" brushRef="#br0" timeOffset="45602.74">27194 6751 1535 0,'0'0'0'0,"0"5"0"0,0 16 0 0,0 5 0 0,0 2 0 0,5 1 0 0,-2 12 0 0,-1 3 248 0,0 1-108 0,-2-6-46 0,0 10 223 16,0-13-142-16,0 3-72 0,0-2-34 0,0-1-225 15,0-9 103-15,0-1 39 0,0-2-239 0,0-3-151 16,0-4 218-16,-4-4 109 0,1-4-243 0,-3-5 74 16</inkml:trace>
  <inkml:trace contextRef="#ctx0" brushRef="#br0" timeOffset="45731.39">27118 7254 1219 0,'-13'-13'0'0,"4"4"0"0,1 1 0 0,2 2 0 0,2 1 0 0,1 1 0 0,1 1 0 0,2-1 174 0,0 2-71 0,2 0 110 16,6 0-90-16,5 2-45 15,-1 0-15-15,4 0 92 0,0 0-62 0,2 0-30 16,-2 2 0-16,-1 4-413 0,0-1 200 0,-3 3 87 16,-1 1-583-16</inkml:trace>
  <inkml:trace contextRef="#ctx0" brushRef="#br0" timeOffset="45876.01">27018 7360 1116 0,'-10'1'0'0,"7"1"0"0,3 0 0 0,0-2 0 0,0 0 0 0,3 0 0 0,9 0 0 0,2 0 139 0,0 0-54 0,2-2-17 0,-2 2 93 16,2 0-64-16,0 0-32 0,0 0 0 0,-4 0-373 15,-5 0 179-15,4 4 77 0</inkml:trace>
  <inkml:trace contextRef="#ctx0" brushRef="#br0" timeOffset="46046.55">26919 7531 1419 0,'-4'0'0'15,"4"0"0"-15,0-4 0 0,4-2 0 0,10-1 0 0,2 1 0 0,3 0 0 0,1 3 0 0,8-1 195 0,-5 2-73 0,5-2-49 0,1 1 3 0,-1 2-22 0,-2 1 0 16,-6 0-21-16,3 0-197 0,-5 0 95 0,-2 0 50 15,-6 1-382-15,1 8 216 0,-6-3 108 16,-3 1 61-16,-2-1-507 0</inkml:trace>
  <inkml:trace contextRef="#ctx0" brushRef="#br0" timeOffset="46236.97">27149 7375 1398 0,'-12'-14'0'0,"2"7"0"0,2 1 0 0,3 5 0 0,1-1 0 0,-1 2 0 0,3 0 0 0,0 16 0 0,2 9 258 0,0 3-105 15,0 6-64-15,0 3 381 0,0 9-218 0,0-7-110 16,0 2-55-16,-2-5 76 0,0 5-69 0,1-3-31 16,-1-3 1-16,-2-1-189 0,2-4 79 0,-3-5 48 15,4-1-491-15,-3-5 260 0,4-8 131 0,-1-3-561 16,1-2 274-16,0-6 175 0,0 0 67 0,0-6-211 16,0-17 161-16,0-1 80 0</inkml:trace>
  <inkml:trace contextRef="#ctx0" brushRef="#br0" timeOffset="46346.83">27083 7691 798 0,'-3'-20'0'0,"-2"2"0"0,-1 8 0 0,-1 0 0 0,-1 5 0 0,-3 1 0 0,-2 4 191 0,-2 0-70 0,-4 9-49 0,-2 7 257 16,-3 3-148-16,-3 1-74 0,-3 5-29 0,-2-3 28 15,2 0-36-15,2-1-1 0,4-2-183 0,6-6 73 16,8-1 45-16,0-3-8 0,8-2-505 0</inkml:trace>
  <inkml:trace contextRef="#ctx0" brushRef="#br0" timeOffset="46487.96">27092 7608 1552 0,'15'0'0'0,"0"0"0"0,3 3 0 0,3 5 0 0,2 3 0 0,-3-2 0 0,10 5 0 0,-3-1 0 0,-2-2 391 0,2 2-179 0,-2-1-89 16,-7-3-38-16,3 2-302 0,-2-1 125 0,0 0 62 16,-2-6-596-16,-2 1 321 0,2-3 164 0</inkml:trace>
  <inkml:trace contextRef="#ctx0" brushRef="#br0" timeOffset="46687.43">27797 7003 1412 0,'0'-2'0'0,"3"2"0"0,-3 6 0 0,0 8 0 0,-3 5 0 0,-11 6 0 0,-8 6 439 15,-4 4-203-15,-1 0-102 0,-5 3 132 0,2-3-117 16,2-4-50-16,-6 6-37 15,11-9-89-15,-6-2 31 0,7-3-1 0,4-5-399 16,1-4 222-16,4-1 100 0,3-7 53 0,3-5-565 16,2-1 297-16,5 0 60 0,0-16 99 0</inkml:trace>
  <inkml:trace contextRef="#ctx0" brushRef="#br0" timeOffset="46830.05">27526 7217 1197 0,'13'-8'0'0,"6"3"0"0,4 3 0 0,7 0 0 0,0 0 0 0,-2 0 0 0,7 2 0 0,1 0 0 0,1 0 470 0,-1 0-219 0,-1 2-109 15,-1 4-55-15,-2 1 254 16,-4 0-158-16,-6-1-75 0,2 0-242 0,-8 2 84 16,-4-5 42-16,-3 3-201 0,-3 1 116 0,-5-1 64 15,-1 2 30-15,-1-1-624 0,-12 1 322 0</inkml:trace>
  <inkml:trace contextRef="#ctx0" brushRef="#br0" timeOffset="47003.58">27729 7211 1546 0,'-6'0'0'0,"0"10"0"0,4 4 0 0,2 4 0 0,0 4 0 0,0 4 0 0,0 6 0 0,-2 2 307 0,2 2-141 0,-3 1-67 15,1 1 332-15,-3-1-199 0,0 4-100 0,1-4-204 16,-1 0 48-16,1-3 28 0,1-2 1 0,3-3-200 16,0-9 113-16,0 0 66 0,0-4 21 0,3-7-601 15,8-5 283-15,5-4 168 0</inkml:trace>
  <inkml:trace contextRef="#ctx0" brushRef="#br0" timeOffset="47348.66">28020 7202 1574 0,'7'0'0'0,"3"11"0"15,3 6 0-15,-7 4 0 0,1 2 0 0,-4 4 0 0,-1 13 218 0,-1 0-92 0,-1 1-47 0,0 2 321 0,0 0-183 0,4-5-85 16,-4 1-53-16,9-2 75 0,0-3-61 0,3-4-30 15,-2-9-37-15,5 0 7 16,0-7 0-16,2-5 0 0,1-7-205 0,4-2 102 16,-2 0 60-16,5-17-329 0,-6-2 185 0,1-7 94 15,-3-3-12-15,1-3-221 0,-5-2 98 0,3-6 85 16,-2-1 38-16,-4 0-9 0,2-2 24 0,-3 0 0 16,-1 9-10-16,-2 0 34 0,-2 10 1 0,-2 3-1 15,1 10 229-15,-3 1-114 0,0 7-66 0,0 1 491 16,0 2-253-16,0 11-127 0,0 14-12 15,0 3 250-15,2 2-158 0,0 4-91 16,3 3-42-16,1 1 41 0,-1 1-42 0,2 4 1 16,0-7-33-16,2 2 32 0,0-1-40 0,1-3 0 15,3-4-370-15,1-4 185 0,-1-5 101 0,9 1-902 16,-2-6 466-16</inkml:trace>
  <inkml:trace contextRef="#ctx0" brushRef="#br0" timeOffset="48350.62">29080 6875 1294 0,'4'-7'0'0,"3"4"0"0,1 3 0 0,4 0 0 0,-2 7 0 0,-3 2 0 0,-3 2 0 0,-2 3 178 0,1 7-72 0,-3 3-37 0,0 2 139 15,-13 1-91-15,-4 4-43 0,-8 2-56 16,2 0 14-16,-4-3 1 0,1-4 8 0,-6 3-49 16,3-6 0-16,0 0 41 0,-1-2 0 0,0-3-36 15,8-4 9-15,1-3 26 0,4-4-38 0,7-2 1 16,0 0-3-16,6-5 33 0,3 1 109 0,-1-1-65 16,2 3-24-16,0 0 72 0,2 3-39 0,4 3-23 15,5 3 13-15,-3 2 43 16,3 2-39-16,0 2 0 0,0 7-39 0,-2-2-4 15,-2-2 12-15,-4 6-8 0,1-1-68 0,-4 0 34 16,0 1 0-16,0-1 33 0,0-3-215 0,-7-1 83 16,-2-1 62-16,4-4-426 0,-1-6 224 0,2 1 78 15,1-7 59-15,1-1-383 0,-1-2 227 0,0-2 113 16,3-2 57-16,0-10-150 0,0-6 95 0,-4-7 60 16</inkml:trace>
  <inkml:trace contextRef="#ctx0" brushRef="#br0" timeOffset="48588.01">28759 7402 974 0,'-8'-25'0'0,"1"8"0"0,2 4 0 0,0 1 0 0,4 3 0 0,1 1 0 0,0 1 0 0,1 2 320 0,12 0-147 0,11 2-71 16,-2-1 94-16,5 0-82 0,-1 2-40 0,1 2 8 15,5 0 94-15,-2 0-71 0,-1 0-37 0,-1 0-5 16,-2 0-30-16,-3 3 8 0,0 4-8 0,-5-2 33 16,-1 0-1-16,-4 5-32 15,-2 0 0-15,-6-3 79 0,0 6-44 0,-4 0 1 0,2 3 36 16,-3-2-35-16,0 3-1 0,0 0-28 0,0 2 133 0,0 1-70 15,0-2-36-15,0-1-73 16,0 1-1-16,0 1 47 0,0-2-8 0,2 0-349 16,0-2 175-16,-1 0 94 0,1 0 37 0,0 0-652 15,-1-2 322-15,3 0 132 0,-2-1 88 0,-2-3-196 16,0 0 141-16</inkml:trace>
  <inkml:trace contextRef="#ctx0" brushRef="#br0" timeOffset="48765.54">28821 7532 904 0,'-8'-8'0'0,"2"4"0"0,6-1 0 0,0 4 0 0,6-4 0 0,5 4 0 0,3-1 461 0,3 0-214 0,3 2-108 16,3 0-52-16,0 0 229 0,6 0-145 0,-4 0-69 16,2 4-283-16,-7 0 107 0,0 1 54 0,-1 2-244 15,-8 0 144-15,-1 2 76 0,-3 2 39 0,-5 2-643 16</inkml:trace>
  <inkml:trace contextRef="#ctx0" brushRef="#br0" timeOffset="48894.18">28940 7660 1141 0,'-17'0'0'0,"7"2"0"0,2-2 0 0,1 0 0 0,4 0 0 0,-1 0 0 0,4 0 0 0,0 0 218 0,0 0-97 0,0 0-44 0,7 0 178 16,7 0-111-16,-1 0-55 0,2 0-21 0,3 0-172 15,2 0 67-15,1 0 36 16,-2 0-499-16,4-2 260 0,0-4 134 0,4-1 60 0</inkml:trace>
  <inkml:trace contextRef="#ctx0" brushRef="#br0" timeOffset="49340.18">29504 6990 840 0,'3'-12'0'0,"-1"6"0"0,0 5 0 0,-2 1 0 0,0 4 0 0,-9 9 0 0,-9 8 419 16,1 1-193-16,-5 3-97 0,-3 3-39 0,-5 3 233 15,9-6-145-15,-4 3-72 0,-1-3 20 0,8-1-47 16,4-7-14-16,3 0-9 0,1-8-85 0,3 1 31 16,5-5 1-16,2-1-58 0,0-2 53 0,0-2 13 15,0 0 0-15,13 0-26 0,4 0 24 0,-2-3 0 16,5-4-9-16,1 4-43 0,-2-3 0 0,0 4 24 16,0-1 28-16,1 0-8 0,-3 3-7 0,-3 0 78 15,0 0-32-15,-3 4 0 16,-4 8-27-16,2 1 139 0,-4 3-57 0,-3 9-40 15,-1-1-5-15,2 5 74 0,-3-2-39 0,0 5-27 16,0-1 9-16,0 1 36 0,1 0-35 0,0-3 1 16,6-1-91-16,-4-7 27 0,4 3 9 0,-4-3 19 15,1-4-173-15,-3-2 87 0,-1-5 42 16,0-2-253-16,0 1 120 0,-3-3 74 0,-9-5 4 0,-4-1-98 16,-7 0 34-16,0 0 44 0,-7 0 17 0,0-6-123 15,-2-4 79-15,-2 2 41 0,3-6-9 0,-1 2 17 16,2-4 7-16,3 0 24 15,9 4 53-15,1-3-27 0,6 2 0 0,7 3 124 16,1-4-71-16,3 2-39 0,1 1 0 0,17 1 34 16,5 3-14-16,3-2 3 0,3 4 1 0,3-3-123 15,4 2 45-15,1-1 23 0,7-1-492 0,-7-1 225 16</inkml:trace>
  <inkml:trace contextRef="#ctx0" brushRef="#br0" timeOffset="49528.86">30091 6762 1515 0,'-9'0'0'0,"-3"4"0"0,3 12 0 0,-4 5 0 0,-4-3 0 0,-6 2 0 0,-6 4 199 0,-4 7-83 0,-6 1-41 16,1 1 373-16,1 2-199 0,-2-2-113 0,6-1-51 15,3-2-145-15,7-4 46 0,1 3 24 16,6-7-515-16,4 0 265 0,5-5 136 15,5-3 68-15,2-5-639 0</inkml:trace>
  <inkml:trace contextRef="#ctx0" brushRef="#br0" timeOffset="49684.96">29849 7009 1173 0,'3'-5'0'0,"4"4"0"0,2 1 0 0,2 0 0 0,1 1 0 0,-1 5 0 0,-1 2 285 0,4-1-126 0,1 4-63 0,0-1 179 0,2 3-125 16,-2-1-58-16,0 1-30 15,0-2 72-15,-2 2-51 0,1-1-17 0,-1-3-436 16,-5 2 201-16,1-2 101 0,-4 1 51 0,-2 1-568 16</inkml:trace>
  <inkml:trace contextRef="#ctx0" brushRef="#br0" timeOffset="49843.05">29725 7264 2015 0,'-18'0'0'0,"7"1"0"0,3 5 0 0,3-6 0 0,4 0 0 0,1 3 0 0,0-2 0 0,3 2 0 0,13 0 0 0,3 1 295 16,6 1-131-16,0 1-65 0,2-1 71 0,-2 0-69 16,0-3-25-16,5 1-173 0,-8-1 65 0,2 2 32 15,-5-1 0-15,-1 1-505 0,-9 1 276 0,-1 2 127 16,-2 2-759-16</inkml:trace>
  <inkml:trace contextRef="#ctx0" brushRef="#br0" timeOffset="49996.64">29666 7461 1229 0,'-5'3'0'0,"2"0"0"0,3-2 0 0,0-1 0 0,0 0 0 0,8 0 0 0,9 0 213 0,1 0-90 0,4 0 205 15,3 0-148-15,-1 0-74 0,-3 0-28 0,8 0-69 16,-9-1 24-16,4-1-1 0,-5 1 1 0,-2-2-348 16,-7 3 182-16,1 0 79 0,-6 0-568 0,-4 0 309 15</inkml:trace>
  <inkml:trace contextRef="#ctx0" brushRef="#br0" timeOffset="50256.94">29799 7324 761 0,'2'0'0'0,"-1"0"0"0,4 0 0 16,3 2 0-16,-4 5 0 0,0 1 0 0,4 3 0 0,-5 4 380 0,2 0-165 0,-2 5-95 0,-3-4 36 0,0 4-61 0,0-1-31 15,0 2-1-15,-5-4-57 0,-7 2-8 16,-1-2 35-16,0-5 0 0,-6 2-121 15,-1-3 60-15,2 0 39 0,-1-2-62 0,1-4 42 16,1 0 21-16,4-1 69 0,3 0-34 16,1-2-22-16,5-1-38 0,0 1 209 0,4 0-89 0,0 2-44 15,0 0-9-15,4-1 45 0,9 3-35 0,5-3-1 16,0 3 14-16,9-2-67 0,-2-2 23 0,-1 0 8 16,9 0-296-16,-4 0 143 0,0-2 73 15,-1 0-566-15,2 0 279 0,-5 0 152 0,9 0 32 16</inkml:trace>
  <inkml:trace contextRef="#ctx0" brushRef="#br0" timeOffset="50456.4">30510 6864 1960 0,'-7'0'0'0,"4"8"0"0,-2 6 0 0,-2-1 0 0,-2 2 0 0,-9 3 0 0,-4 1 0 0,-2 7 0 0,-4 0 0 0,-4 2 421 0,3-3-187 0,-6 4-104 0,7-6-189 16,-4 2 46-16,5-2 23 0,3-5 0 0,7-3-415 16,4 0 215-16,5-8 112 0,3 0-225 0,5-1 160 15,0-6 79-15,5 0-56 0,20-6-435 0</inkml:trace>
  <inkml:trace contextRef="#ctx0" brushRef="#br0" timeOffset="50606.34">30450 7068 1389 0,'5'0'0'0,"-2"0"0"0,-3 8 0 0,0 1 0 0,0 2 0 0,-6 3 0 0,-13 1 0 0,1 3 0 0,-6 3 0 0,-1 1 208 0,-2 3-92 16,-8 2-42-16,3-1 4 0,2 0-23 0,-2-2 0 15,2-5-14-15,5 0-213 0,0 0 102 0,10-6 52 16,0 2-362-16,3-4 207 0,7-5 111 0,5-2-7 16,0-4-279-16</inkml:trace>
  <inkml:trace contextRef="#ctx0" brushRef="#br0" timeOffset="50775.89">30234 7275 1026 0,'2'-5'0'0,"1"3"0"0,3 2 0 0,-2 0 0 0,-1 0 0 0,-1 11 0 0,-1 1 142 0,3 8-54 0,-2 4-28 0,-2 2 385 15,0 3-198-15,0 1-111 0,0 2-52 0,0 0 137 16,-2-2-95-16,-3 2-46 0,1-8-16 0,4 1-205 16,-1-1 87-16,1-4 43 0,0-3-415 15,0-3 229-15,0-5 124 0,3-2 48 16,4-3-567-16,-2-4 245 0,3 0 157 0,2-2-55 15</inkml:trace>
  <inkml:trace contextRef="#ctx0" brushRef="#br0" timeOffset="50953.28">30636 6943 1848 0,'13'-2'0'0,"6"2"0"0,-3 2 0 0,-2 7 0 0,-5 4 0 0,-2-1 0 0,0 2 0 0,-5 2 0 0,-2 1 0 0,0 1 279 15,0 1-127-15,-16 2-60 0,4-2-293 0,-2-3 117 16,-1 3 59-16,-1-4 36 0,2-4-267 0,-2-1 144 16,8-5 73-16,-3-3-557 0,0-2 285 0,3 0 134 15</inkml:trace>
  <inkml:trace contextRef="#ctx0" brushRef="#br0" timeOffset="51160.33">30555 7125 821 0,'-5'-4'0'0,"-1"3"0"0,1 1 0 0,-3 0 0 0,2 0 0 0,-1 9 181 0,1 2-74 16,3 2-37-16,3 0 97 0,0 0-66 0,0 1-27 15,0-3-7-15,3 0 57 0,10 0-45 0,4-5-23 16,10-3 0-16,-3-3-179 0,8 0 73 0,4-5 42 16,2-10-236-16,-6 0 139 0,8-8 68 0,-10 3-106 15,2-3 31-15,-4 1 58 0,-4 1-48 16,-8 6 5-16,0-2 23 0,-8 9 12 0,-3-3 9 0,-3 6 226 16,-2 1-103-16,0 2-51 0,-12 2 330 15,-1 0-180-15,-4 11-52 0,2 5-56 0,-5 2 167 16,3 3-98-16,2 4-49 0,3-5-239 15,-1 8 91-15,8-10 50 0,0 5 24 0,2 0-259 16</inkml:trace>
  <inkml:trace contextRef="#ctx0" brushRef="#br0" timeOffset="52013.56">30431 7435 1673 0,'8'0'0'0,"11"0"0"0,8 0 0 0,0-8 0 16,0-1 0-16,1-2 0 0,-5 3 0 0,7-3 0 0,-3 4 152 0,-8 1-60 0,-1 2-29 0,-6 1-162 0,-1 2 74 0,-4 1 24 15,-4 0 1-15,1 0-149 0,-4 1 90 0,0 8 47 16,-12-2-320-16,-1 2 173 0,-2 2 89 0,0 1 45 16,-1 1-294-16,4-2 143 15,-1 3 63-15,3-3 120 0,1 2 0 0,-2 2-40 0,1 0 1 16,2 2 240-16,-2-2-128 0,0 2-53 15,-2 1-30-15,0 0 406 0,-1-2-172 0,3-1-113 16,-2-1 147-16,4-5-120 0,2-2-56 0,1-1-28 16,3-4 127-16,0 0-78 0,-2 0-30 0,4-2-53 15,0 0 6-15,0-2 0 16,6-8 0-16,5-1-104 0,2-2 61 0,6 0 17 0,-2 0 0 0,1 2-128 16,1-1 76-16,-4 3 21 0,-1 5-18 15,-5 0-7-15,1 2 27 0,-1 0-31 16,-4 2 69-16,-3 0-48 0,-1 4 16 0,-1 7 181 15,0 3-84-15,-1-3-40 0,-4 4-23 0,-4-2 142 16,7-3-69-16,-3 1-18 0,3-2-26 0,2-1-60 16,0-3 21-16,0-1 9 0,0-4-83 0,10 0 50 15,7 0 23-15,4-7 0 0,-2-10-280 0,6-2 123 16,-2-4 76-16,4-3-407 0,3-6 223 0,-2 1 113 16,-2-4 57-16,3-4-282 0,-1-4 160 0,1-6 93 15,2-7 42-15,-4 1-101 0,0-2 71 16,0 0 36-16,-3 8 121 0,-1 0-39 15,-3 14-22-15,-1 0-1 0,-5 13 198 0,-4 1-111 16,1 12-63-16,-3 1 659 0,-3 6-341 0,-4 2-94 16,1 0-110-16,-2 12 290 0,0 6-184 0,-5 9-104 15,-13 5-49-15,-5 1 245 0,-1 2-146 0,0-6-65 16,-6 11 46-16,9-14-64 0,-4 5-32 0,4-7 0 16,8-6-16-16,-2-1-8 0,8-5-8 0,1-3-83 15,3-3 41-15,3-3 21 16,0 0 0-16,1-3-108 0,14 0 60 0,5 0 35 15,6 0-1-15,-4-3-48 0,-3 2 33 0,3 1-15 16,-4 0-68-16,-1 0 36 0,-2 4 28 0,-5 8-1 16,-5 5 9-16,-2 6-3 0,-3 3 15 0,0 0-46 15,-17 0 23-15,-1 2-1 0,-4-1 22 0,-3-2 20 16,2-3 5-16,-2 1-30 0,-2-3 4 16,2-1-37-16,1-4 36 0,5-3-7 0,-2-1-181 0,3-6 88 15,1-1 44-15,2-4 17 16,5 0-199-16,0 0 105 0,1-7 64 0,6-11-44 15,1 0 50-15,2-7 25 0,0 5 0 0,0-3-16 16,0 3 8-16,0 3 33 0,2 2 0 0,1 6 241 16,6 1-121-16,-1 4-68 0,2 2 460 0,6 2-247 15,-2 0-123-15,10 14-8 0,-4 0 302 0,7 5-177 16,-4 1-100-16,4 4-30 0,-2-3-32 0,-1 0 1 16,1-2-32-16,-4-4-312 0,9 0 152 0,-3-5 79 15,2-3 41-15,-4-2-603 0,2-2 260 16,-7-3 179-16,5 0-27 0</inkml:trace>
  <inkml:trace contextRef="#ctx0" brushRef="#br0" timeOffset="52197.07">31519 7036 1748 0,'0'-1'0'0,"0"1"0"0,0 0 0 0,-2 11 0 0,-6 2 0 0,-6 4 181 0,-5 2-75 16,-2 6-28-16,0 1 208 0,1 0-127 0,-4 0-62 15,3 0-33-15,4-3-55 0,-2-5 31 0,3 3-7 16,6-1-432-16,-4-4 216 0,9-5 108 0,-1-3 53 16,6-4-569-16,0-2 287 0,3-2 141 0,19-2-328 15</inkml:trace>
  <inkml:trace contextRef="#ctx0" brushRef="#br0" timeOffset="52648.77">31566 7056 1451 0,'8'-18'0'0,"5"5"0"0,-2 4 0 0,6 5 0 0,1 2 0 0,-2 2 0 0,0 0 0 0,3 0 233 0,-1 10-100 0,2 3-43 0,2 5 399 16,-3-4-229-16,0 5-113 0,0-1-58 0,-3 4 70 16,0-5-55-16,-3 3-40 0,-3-2-129 0,0-2 48 15,-5-2 26-15,-2 1-1 0,-3-5-406 0,0 1 211 16,-3 1 110-16,-11 1-484 0,-7-2 240 0,-3-1 159 16,-6 2-19-16,-10-1-349 0,0-3 249 15,6-4 124-15,-1-2 62 0,8-1-23 16,0 3 54-16,6 2 64 0,1 3 0 0,-1-3 0 15,5-3 0-15,6 1 0 0,3 2 279 0,5 2-161 16,2 1-76-16,0-2 473 0,4 4-227 0,14 1-150 16,-3-1 27-16,14 4 385 15,-3-1-258-15,3-1-130 0,-2 2-64 0,3-2 65 0,-6 0-57 16,6 4-40-16,-11-1 12 0,-2 5-23 0,-8-2 1 16,-5 6-24-16,-4-3-70 0,-3 4 31 15,-15 1 0-15,-7-5-130 0,0 1 84 0,-7-1 43 16,2-3 30-16,-2-2-271 0,-3-4 130 0,5-3 17 15,3-5 47-15,3-3-312 0,5-2 172 0,0 0 82 16,8-11-60-16,2-8 71 0,7-8 36 0,2-1-8 16,0-2-65-16,9-1 55 0,4-5 26 0,4 2 77 15,-2 3-24-15,-5 5-9 0,0 2-17 0,-5 6 363 16,-2 5-182-16,-3 5-90 0,0 2-45 0,-13 5 530 16,-15 1-264-16,-13 9-93 0,-2 7-55 0,-6 5-48 15,-1 2-26-15,10-3 9 16,-8 10-169-16,22-7 68 0,-1 3 34 0,7-1-510 15,13-4 273-15</inkml:trace>
  <inkml:trace contextRef="#ctx0" brushRef="#br0" timeOffset="52793.94">31836 7921 2770 0,'0'0'0'0,"13"4"0"0,-6 5 0 0,-2-4 0 0,-3-5 0 0,-2 0 0 16,0 0 0-16,-7 0-165 0,-3-14 98 0,-5-9 50 0</inkml:trace>
  <inkml:trace contextRef="#ctx0" brushRef="#br0" timeOffset="206322.42">7406 9024 783 0,'-2'-16'0'0,"-4"5"0"0,-1 7 0 0,4-1 0 0,-3 2 0 0,3-1 224 16,1 2-87-16,2-1-56 0,0 2-24 0,-3 1-1 15,3 0 193-15,0 0-108 0,3 1-46 0,2 11 49 16,6 3-56-16,2 3-27 0,-1 3 33 16,-1 5-31-16,2 5 9 0,-4 1-39 0,0 3-35 15,0 1 35-15,-1 4 0 0,-5-3-1 0,2 1-24 16,-3-3-9-16,2 1 34 0,-3-5 0 0,2 0-150 15,-3-7 72-15,0-1 33 0,0-5-305 0,0-4 159 16,0-5 48-16,0-4-300 0,0-5 180 0,0 0 102 16,0-6 48-16,0-19-292 15,0-5 169-15</inkml:trace>
  <inkml:trace contextRef="#ctx0" brushRef="#br0" timeOffset="206523.87">7377 9024 634 0,'-9'-14'0'0,"4"7"0"0,1 1 0 0,3 2 0 0,1-3 430 0,0 0-198 0,1-3-100 0,12 2-42 15,10-1 224-15,3 1-141 16,1 1-70-16,2 2-35 0,0 3 48 0,-4-1-34 16,4 3-24-16,-10 0 0 0,0 6-25 15,-2 5 0-15,-7 5-68 0,-3 0 42 0,-5 3-9 16,-2 5 35-16,0 4-33 0,-8-3 0 0,-9 2 33 16,1-1 8-16,-5 0-87 0,-2-1 26 0,2-7 23 15,6-2-18-15,-2-4-90 0,6-4 39 0,3-2 36 16,0-3-443-16,1 0 223 0,7-3 93 15,0 0-391-15</inkml:trace>
  <inkml:trace contextRef="#ctx0" brushRef="#br0" timeOffset="206695.43">7806 9317 978 0,'0'12'0'0,"-2"-2"0"0,-2-1 0 0,-3-1 0 16,0-1 0-16,-2 1 516 0,1 0-242 0,0 1-121 0,3 0 51 0,1 6-60 15,-1 1-48-15,-1 0-35 0,0 5-53 0,2-3 1 16,4 4 23-16,-2-5-323 16,2-2 158-16,0-5 83 0,0-2 41 0,4-2-562 15,7-6 283-15,6 0 140 0</inkml:trace>
  <inkml:trace contextRef="#ctx0" brushRef="#br0" timeOffset="206977.19">8071 9108 2505 0,'0'17'0'0,"0"3"0"0,-5 6 0 0,-4-4 0 0,1 4 0 0,4 2 0 0,4 4 0 0,0-1 0 0,0-2 169 15,7-1-68-15,8-7-3 0,6 3-36 0,3-7 0 16,3-6-30-16,2-5-133 0,0-6 67 0,1 0 41 16,0-11-8-16,0-12-223 0,-5-3 124 0,-1-6 67 15,-7-2 32-15,-2-1-171 0,-7-3 14 0,-5 1 74 16,-1-2 18-16,-2-7-6 0,-2 6 0 15,-9 5 70-15,-8-7 7 0,3 13-38 0,-5-4 1 0,-2 9 92 16,0 5-46-16,1 10-17 16,-1 5 24-16,-1 4 48 0,3 0-40 0,1 21 1 15,3 5 0-15,2 6-233 0,-1 9 99 0,7-1-399 16,2 2 235-16,3 0 117 0,1 1 60 16</inkml:trace>
  <inkml:trace contextRef="#ctx0" brushRef="#br0" timeOffset="207191.53">7940 9538 769 0,'-14'0'0'0,"7"0"0"0,1 0 0 0,3-1 0 0,3-18 468 0,0-10-221 16,9-3-107-16,17-1 68 0,6-7-87 0,11-7-45 15,-5 11-13-15,7-1 111 0,-1 5-70 16,-12 15-36-16,3 4 0 0,-8 11-27 0,6 2-13 16,-12 4 4-16,-2 16-3 0,-5 9 3 0,-2 5 1 15,-1-1 8-15,1 5 14 0,-1-3-1 0,1 1-21 0,4-2-34 16,0-7 1-16,5 1 41 0,6-8-8 15,3-5-1-15,4-5-264 0,6-7 110 0,1-3-443 16,-2 0 252-16,9-13 146 0,-4-8 52 16,0-3-460-16</inkml:trace>
  <inkml:trace contextRef="#ctx0" brushRef="#br0" timeOffset="207346.94">8873 8972 1026 0,'-26'3'0'0,"12"-2"0"0,1 2 0 0,0-3 0 0,6 0 631 0,5 0-299 0,2 0 632 0,2-7-912 16,20-4-19-16,4 0 8 0,3-2-8 16,1 0-1-16,5 2 62 0,2 0-31 0,-2 3-281 15,-1 1 133-15,-2-1 55 0,-2 4 31 0,-2 0-561 16,-6 2 296-16,-1 2 148 0,0 0-639 0,-5 0 370 0</inkml:trace>
  <inkml:trace contextRef="#ctx0" brushRef="#br0" timeOffset="207537.12">9121 8612 1631 0,'-4'0'0'0,"3"6"0"0,-5 1 0 0,-1 8 0 0,-4 2 370 0,-1 6-169 0,0 5-83 16,-4 11-43-16,-3 3 243 0,-3 5-146 16,-5 11-70-16,-1 0 223 0,2 0-147 0,1 3-72 15,2-7-28-15,0 11-232 0,2-16 93 0,2 6 47 16,0-6 23-16,5-13-611 0,5-5 313 15,4-12 161-15,5-8-704 0,0-7 373 0,2-4 213 16</inkml:trace>
  <inkml:trace contextRef="#ctx0" brushRef="#br0" timeOffset="207784.5">8988 9132 1564 0,'2'6'0'0,"0"7"0"0,-2 0 0 0,0 0 0 0,0 4 0 0,-8 6 273 0,0-2-121 0,3 3-38 16,-3 1-41-16,3-5-1 0,1 2-31 0,1 3-8 0,-2-4-354 15,5-4 176-15,0-8 89 0,0-3 45 0,0-5-591 16,0-1 300-16,0-4-98 16,3-16 184-16,0-3 91 0,-1 5 47 15,2-3 78-15,1 0 30 0,-1 2-15 0,2 3-24 0,0 3 194 16,2 2-109-16,-2 3-63 0,5-2-18 16,5 5-1-16,2-2 428 0,5 1-153 0,0 0 263 0,-1 0-242 15,8 1-132-15,-3 3-63 0,-2-2-31 0,-4 2 2 16,4 2-33-16,-2 0 8 0,-5 0-476 0,1 0 234 15,-4 2 117-15,-2 4-228 0,-4-2 172 16</inkml:trace>
  <inkml:trace contextRef="#ctx0" brushRef="#br0" timeOffset="208029.84">9172 9040 1063 0,'0'-3'0'0,"0"1"0"0,0 0 0 0,2 0 0 0,3 2 0 0,3 0 0 0,0 6 199 0,-3 9-87 0,3 7 108 15,-5 3-94-15,-1 3-46 0,-2 2-24 0,0 6-33 16,-4-3 10-16,-7 1-1 16,-4-2 1-16,-3 0 65 0,-3-2-25 0,-2-3-8 15,2-7-32-15,3-3 114 0,-1-4-57 0,4-2-29 16,5-3 332-16,3-4-184 0,1-2-88 0,4-1-44 16,2-1-22-16,2 0 273 0,17-1-140 0,10-9-8 15,6-3-180-15,3-1 0 0,-7 3 0 16,14-2 0-16,-10 6-309 0,0 0 187 0,-1 1 78 15,0 3-374-15,-4 2 226 0,2 1 112 0</inkml:trace>
  <inkml:trace contextRef="#ctx0" brushRef="#br0" timeOffset="208778.43">10075 9131 986 0,'-11'0'0'0,"1"0"0"0,5 0 0 0,-1-2 0 0,4 0 0 0,1 0 0 0,1-2 0 0,0-3 0 0,5-1 224 0,14 1-96 0,1 0-40 16,10-3-31-16,0 2 111 0,5 2-68 15,-1 5-34-15,-2-1 1 0,-11 2 2 0,4 0-36 16,-4 11 0-16,-8 5 31 0,-3 2-32 16,-5 6 1-16,-3-3 8 0,-2 9 18 0,-3 0-1 15,-13 0-25-15,-2 0 32 0,-9 6-33 0,3-10 9 16,-8 8-8-16,7-12-57 0,-5 3 28 0,2-4 1 16,1-6 27-16,6-4-177 0,-4-4 81 0,4-3 35 15,3-4 25-15,4 0-288 0,4 0 142 0,2 0-95 16,3-9 109-16,5-6 35 15,0-2 35-15,14-2-251 0,7-4 134 0,6-3 79 0</inkml:trace>
  <inkml:trace contextRef="#ctx0" brushRef="#br0" timeOffset="209012.36">10429 9092 725 0,'5'-12'0'16,"1"3"0"-16,-3 1 0 0,-1-3 0 0,-2-1 0 0,0 3 0 0,0 2 0 0,-2-1 311 0,-5 2-139 0,-2 4-70 0,-1 1 158 0,-1 1-113 15,0 1-49-15,-4 12-37 16,0 8 90-16,1 2-59 0,0 4-30 0,2 0 27 16,3 5-20-16,1-2-8 0,5 1-28 0,3-4 36 15,0 0 0-15,0-6-37 0,7-1 9 0,8-3-73 16,2-1 32-16,1-4 1 0,1-3 31 0,2-1-207 16,1-5 97-16,1 3-338 0,0-6 189 0,0 0 108 15,-3 0 54-15,1 0-219 16,0-3 118-16,-1-5 71 0,2-3 30 0</inkml:trace>
  <inkml:trace contextRef="#ctx0" brushRef="#br0" timeOffset="209430.23">10834 8990 837 0,'-7'0'0'0,"1"0"0"0,0 0 0 0,1 0 0 0,-3 0 0 0,1 0 0 0,1 0 0 0,0 0 186 0,1-2-77 0,-1 2-30 16,1 0-9-16,-3 0 172 0,2 7-104 0,-1 8-53 15,-2 4 102-15,1 8-68 0,-2 0-48 0,3 5 1 16,2 0 89-16,1 2-64 0,4 2-32 0,0-4 83 16,0-1-61-16,4-4-27 0,8-2-1 0,4-5-30 15,2-3 4-15,3-7 8 0,9-1-8 16,-2-9-73-16,3 0 36 0,-1 0 1 15,0-10-97-15,-2-10 75 0,-3-2 24 0,0-3-170 16,-4-6 76-16,-3 2 52 0,-4-5-3 0,-3 0-84 16,-1-4 43-16,-6 1 34 0,-3-6-7 0,-1 2-14 15,0-1 19-15,-7 6-8 0,-10 0 30 0,-2 3-23 16,-1 7 24-16,-5 5-1 0,0 8 99 0,3 9-57 16,-9 2-17-16,3 2 167 0,1 8-82 0,0 9-48 15,5 4-9-15,4-3 73 0,4 2-36 0,3 0-28 16,4 0 7-16,6-1-106 0,1 2 48 15,0-4 3-15,10-1 56 0,8 3-211 0,3-4 91 16,3 0 46-16,3-1 7 0,3 0-497 16,2-2 250-16</inkml:trace>
  <inkml:trace contextRef="#ctx0" brushRef="#br0" timeOffset="209586.33">11210 9072 1423 0,'0'0'0'0,"0"2"0"0,0 0 0 0,0-2 0 0,-2 0 0 0,2 0 0 0,0 1 337 0,0 2-153 16,5 2-75-16,9 3 217 0,-1 2-147 0,1 1-65 16,4 0-45-16,3 6-198 0,-5-1 80 0,3 3 41 15,-1 1-242-15,2 0 149 0,1 1 63 0,-1-2-651 16,-3-8 344-16</inkml:trace>
  <inkml:trace contextRef="#ctx0" brushRef="#br0" timeOffset="209763.62">11623 8926 1030 0,'6'-6'0'0,"-1"3"0"0,-3 1 0 0,-2 2 0 0,0 2 0 0,-5 14 0 0,-11 7 713 15,0 7-332-15,-11 13-178 0,-4 10-85 0,-3 3 478 16,-8 6-282-16,-5 16-140 0,7-12-21 0,-8 27-64 16,2-8-28-16,2 0-163 0,3-2 68 0,7-15 34 15,1-8 7-15,0 9-657 0,13-18 341 0,-1-2 172 16,8-11 84-16,3-1-877 0</inkml:trace>
  <inkml:trace contextRef="#ctx0" brushRef="#br0" timeOffset="210170.05">11974 8687 1549 0,'-13'-15'0'0,"9"12"0"0,4 1 0 0,0 2 0 16,0 0 0-16,2-2 0 0,10 0 0 0,4 0 238 0,5 1-103 0,4-2 174 0,3 2-139 0,2-1-60 15,2 2-43-15,-2-2-5 0,2 2 1 16,-2 0-30-16,-5 0-1 0,-2 0-189 0,2 0 91 15,-4 0 49-15,-5 0 26 0,-4 0-446 16,-1 0 235-16,-4 0 126 0,-3 4-654 0,-4 0 349 0</inkml:trace>
  <inkml:trace contextRef="#ctx0" brushRef="#br0" timeOffset="210435.34">12249 8640 1121 0,'0'0'0'0,"0"0"0"0,0 0 0 0,0 2 0 0,-2 6 0 0,-5 2 0 0,0 4 0 0,-4 5 0 0,-1 3 185 0,0 5-68 0,-5 3-46 0,-6 5 70 15,2 1-55-15,-3 2-26 16,0-1 0-16,0-7-51 0,-3 3-8 0,3-7 31 16,-1-6 1-16,7-5-56 0,-3-3 28 0,3-5 8 15,4-3 51-15,5-2-31 0,-1-1 0 0,4-1 90 16,3 0-45-16,1 0-15 0,2 0-7 0,0 3 28 16,0 6-26-16,0 3 1 0,3 2-27 0,3 5 109 15,-1 5-58-15,2 3-25 0,-5 3 0 0,1 0 0 16,-1 3 0-16,0 1-17 0,-2 2-103 15,0-3 48-15,0-1 23 0,0-1-343 16,0-9 174-16,0-1 90 0,0-9 18 0,0 1-553 16,0-10 278-16,2-3 147 0,1 0 66 0</inkml:trace>
  <inkml:trace contextRef="#ctx0" brushRef="#br0" timeOffset="210714.6">11948 9033 1394 0,'0'-14'0'0,"0"5"0"0,0 4 0 0,0 1 0 0,2-2 0 0,7-3 0 0,8-2 0 0,8-1 0 0,9 1 309 16,-1-2-130-16,12 0-77 0,0 2 338 0,0 0-204 16,-1 4-101-16,2 4-51 0,-8 1 70 0,11 0-65 15,-14 2-28-15,5 0-246 0,-4 0 109 0,-4 0 54 16,-7 0 36-16,4 0-205 0,-8 4 112 0,-2-1 56 16,-6 3 28-16,-4 1-73 0,-1-2 38 15,-4 2-44-15,-3 4 161 0,-1 0-89 0,0 3 1 0,0 3 402 16,0 0-199-16,0 1-79 0,-1 3-57 15,1 2 189-15,0 3-110 0,0 2-57 16,0-4-19-16,3 7-236 0,4-1 100 0,3-2 50 16,0 0 25-16,-3-5-588 0,0 0 310 0,0 2 108 15,0-2-324-15,-3-5 196 0,-3 2 128 0,-1-2 65 16</inkml:trace>
  <inkml:trace contextRef="#ctx0" brushRef="#br0" timeOffset="210911.07">12235 8990 906 0,'-9'0'0'0,"3"0"0"0,3 0 0 0,-1 3 0 0,0 7 0 0,0 5 638 16,4 6-307-16,0 3-149 0,0 5 317 0,0 4-233 16,0 2-116-16,0 2-4 0,0 2-60 0,0-3-27 15,0 3 0-15,2-4-272 16,1 0 124-16,2-9 68 0,0-2 23 0,1-5-536 0,-2-8 283 15,-1-4 142-15,3-7 71 0,-2 0-704 16,2-12 359-16</inkml:trace>
  <inkml:trace contextRef="#ctx0" brushRef="#br0" timeOffset="211070.68">12325 8918 1193 0,'6'-5'0'0,"0"3"0"0,1 1 0 0,-3 1 0 0,0 0 0 0,-1 10 0 0,1 5 301 16,4 8-135-16,1-2 355 0,0 7-248 0,3 0-120 15,-3 0-60-15,0 2 55 0,2-1-58 0,-1 2-20 16,-2-1-9-16,-1 0-206 0,3-1 88 0,-4-3 45 16,-1-7 23-16,0 1-585 0,-1-1 300 0,-2-6 153 15,-2-4-685-15</inkml:trace>
  <inkml:trace contextRef="#ctx0" brushRef="#br0" timeOffset="211228.16">12269 9108 1136 0,'-13'0'0'0,"2"2"0"0,3 0 0 0,2 1 0 0,1 1 0 0,3-4 263 0,2 2-115 0,0-1-58 0,0-1 142 16,9 0-100-16,7 3-41 0,2-3-33 0,3 2 219 15,0 2-121-15,-1-1-62 0,1 1-351 0,2 1 153 16,-5 1 64-16,3 0 37 0,-4-1-686 0,0 1 359 0</inkml:trace>
  <inkml:trace contextRef="#ctx0" brushRef="#br0" timeOffset="211365.79">12353 9268 1309 0,'-12'7'0'0,"3"-2"0"0,2 2 0 0,0-6 0 0,5 1 0 0,-2-2 0 0,4 0 249 0,0 0-107 15,6 0-56-15,7 0 104 0,2 0-71 0,0 0-47 16,0 0 0-16,2 0-141 0,-2 0 52 0,0 0 24 16,-3 0 9-16,-1 5-518 0,-4 7 268 15</inkml:trace>
  <inkml:trace contextRef="#ctx0" brushRef="#br0" timeOffset="211532.34">12118 9513 1513 0,'-23'2'0'0,"5"1"0"0,2 1 0 0,4-4 0 0,3 0 0 0,4 0 0 0,3 0 383 0,2 0-176 0,9 0-86 0,15 0 490 16,7 0-280-16,9 6-154 0,1-5-72 15,3 4 222-15,3-1-7 0,-2 0-320 0,-6-1 0 0,13 1 0 16,-10-2 0-16,2 0 0 15,-8 0-849-15,1 0 485 0,2-1 207 0</inkml:trace>
  <inkml:trace contextRef="#ctx0" brushRef="#br0" timeOffset="212464.28">13084 8520 1022 0,'-17'4'0'0,"2"1"0"0,5 4 0 0,7-5 0 0,1-3 0 0,2-1 0 0,0 3 0 0,2-1 275 0,11 1-121 0,14-3-61 16,1 0-30-16,6 0 112 15,0-3-62-15,3 0-45 0,-2-4 108 0,-1 1-72 16,-4 0-36-16,-5 2 1 0,0 2-89 0,-4 1 23 16,-5-1 0-16,-1 2-242 0,-6 0 136 0,-1 3 68 15,-3 4 42-15,-3 1-472 0,0 2 201 0,-2-4 130 16,0-1 6-16,0-3-149 0</inkml:trace>
  <inkml:trace contextRef="#ctx0" brushRef="#br0" timeOffset="212647.79">13338 8263 782 0,'0'-4'0'0,"0"2"0"0,0 2 0 0,0 0 0 0,0 0 0 0,0 14 143 0,-4 7-54 0,-3 5 380 15,-9 9-222-15,0 7-107 0,-7 6-54 0,-5 12 201 16,0 0-127-16,-4 6-56 0,2 4-39 16,-2-1-90-16,3-3 30 0,3-3-1 0,6-10 29 0,-1 2-230 15,4-8 110-15,4-10 60 16,0-1-188-16,3-12 124 0,1-2 61 0,5-12-22 15,1-4-563-15,3-6 291 0</inkml:trace>
  <inkml:trace contextRef="#ctx0" brushRef="#br0" timeOffset="212799.95">13167 8879 1318 0,'6'11'0'0,"-3"6"0"0,-1 8 0 0,-2-3 0 0,0 3 0 0,-2 3 0 0,-1 0 0 0,-3 2 417 16,2 0-192-16,0 0-96 0,2-2-49 0,2-5-98 15,0 1 21-15,0-2 0 0,0-2-431 0,0-5 231 16,2-8 114-16,4-3-281 0,2-4 182 0,-3 0 91 0</inkml:trace>
  <inkml:trace contextRef="#ctx0" brushRef="#br0" timeOffset="213099.15">13133 8887 721 0,'-2'-8'0'0,"2"4"0"0,0 0 0 0,0 1 0 0,3-3 0 0,9-2 0 0,5 3 166 0,4-5-58 15,5 3-41-15,2-3 199 0,1 5-116 0,-3-2-59 16,-4-1-21-16,8 0 4 0,-11 3-20 0,2-1-1 16,-4 2-71-16,-6 3 26 0,0-1 7 0,-5 0 18 15,-1 2 28-15,-1 0 0 0,-2 0-28 16,-2 5 71-16,0 6-27 0,0 3-9 16,0 4-35-16,0 3 185 0,0 5-93 0,0 0-46 0,0 5-15 15,0 1 71-15,6 0-51 0,3 2-26 0,0-2-54 16,3 4 0-16,3-3 37 0,-4-1-97 15,2 1-70-15,-4-1 80 0,2-1 39 0,-4-2-104 16,-4-4 54-16,1 5 38 0,-2-9-34 0,-2 2-260 16,0-7 147-16,-2-1 28 0,-9-3 43 0,-3-5-156 15,-2-5 110-15,1-2 53 0,-2 0-276 16,-4-5 165-16,2-15 75 0,-1-4-236 0</inkml:trace>
  <inkml:trace contextRef="#ctx0" brushRef="#br0" timeOffset="213210.84">13223 9044 1147 0,'-9'-2'0'0,"3"2"0"0,3 0 0 0,1 0 0 0,0 0 0 0,2 0 0 0,0 0 172 0,6 0-69 16,6 0-36-16,6 2 27 0,-2 1-22 0,5-2-9 15,-2 3-30-15,1 0-148 0,-1 1 74 0,-1 2 37 16,-2 1 7-16</inkml:trace>
  <inkml:trace contextRef="#ctx0" brushRef="#br0" timeOffset="213350.48">13287 9236 1239 0,'-17'6'0'0,"2"1"0"0,2-1 0 0,4-3 0 0,-1-1 0 0,3-2 0 0,1 0 0 0,4 0 0 0,2 0 235 0,0 0-105 0,11-2-49 15,7-3 73-15,2-1-61 0,4-2-30 0,-3 3-327 16,9-3 144-16,-1 3 76 0,1-3 39 0,1 1-575 16</inkml:trace>
  <inkml:trace contextRef="#ctx0" brushRef="#br0" timeOffset="213530.02">13695 9044 2093 0,'-10'0'0'0,"3"3"0"0,3-3 0 0,0 0 0 0,1 0 0 0,3 0 0 0,0 0 0 0,0 0 0 0,9-3 187 0,6 1-78 0,2 2 43 0,2 0-64 15,1 0-28-15,3 0 0 0,3 0-393 0,-1 0 183 16,-5 0 100-16,4 0 37 0,-1 0-244 0,0 0 145 15,-5-2 72-15,3 1 37 0</inkml:trace>
  <inkml:trace contextRef="#ctx0" brushRef="#br0" timeOffset="214249.11">14177 8639 906 0,'-9'-2'0'0,"5"0"0"0,4 0 0 0,0 2 0 0,0-2 0 0,9 0 0 0,7-2 261 16,2 0-105-16,9 1-66 0,-3 1-29 0,1 0-20 0,-7 2-8 15,5 0 0-15,-2 0 8 0,-5 2-161 0,-2 4 77 16,-3 5-44-16,-6 2 60 0,-3 1 30 0,-2 2 8 16,0 3-85-16,-4 4 49 0,-8-1-19 0,-4-2 26 15,0 3 90-15,2-4-38 0,-4 3-39 0,6-4-5 16,1-2 272-16,6-2-126 16,3 1-45-16,2-7-35 0,0 7 111 0,5-8-67 15,13 0-39-15,-2 1 0 0,5-3-29 0,1 1 9 16,1-1-88-16,-2 3 40 0,0 3-1 0,-7 1 41 15,-1 2-128-15,-3 3 65 0,-6 2 27 0,-3 4-1 16,-1 1-82-16,0-1 48 0,-12-1-3 0,-4-1 1 16,-3 1 1-16,1-3 32 0,0-6-19 15,2 1-130-15,-3-5 64 0,6-6 29 0,-4-1-114 16,4-2 75-16,1-5 30 0,3-20 21 0,4-5-240 16,3-9 121-16,0-12 72 0,2 3 33 15,0-2-212-15,0 16 139 0,0-6 64 16,2 7 74-16,-2 10 0 0,2 5 0 0,-1 9 272 15,-1 1-153-15,0 7-84 0,2 1-30 0,-2 1 206 16,0 20-100-16,0 5-68 0,0 4 47 0,0 8 458 16,-3 8-262-16,-3 0-126 0,0 3-64 0,-2-1 183 15,1 1-123-15,2-6-54 0,-3 10-99 16,2-6 30-16,1-2-1 0,1-2-351 0,2-7 176 0,0 0 95 16,0-6 37-16,1-9-517 0,-1-8 235 15,2-4 147-15,0-9-2 0,2 0-149 0</inkml:trace>
  <inkml:trace contextRef="#ctx0" brushRef="#br0" timeOffset="214538.07">14715 8556 1486 0,'2'-8'0'0,"-2"8"0"0,1 0 0 0,-1 10 0 0,0 4 0 0,-5 6 0 0,-7 2 131 15,-1 8-49-15,-6 6 187 0,-1 5-118 0,1-4-51 16,-2 9-38-16,8-11-261 0,2 3 116 0,3-5 58 15,1-4 29-15,3-8-217 0,2-6 119 0,2-5 63 16,0-9 32-16,0-1-572 0,8-4 276 0,1-13 134 16,6-5-111-16,-2-1 120 0,-1 5 59 0,-1-2 166 15,0 6-53-15,1 0-35 0,-1 3 9 0,0 6 337 16,2 1-182-16,0 0-91 0,4 2-46 0,2 0 440 16,1 0-178-16,5 2-128 0,-6 0-22 15,3 0 72-15,-1 0-82 0,0 0-33 0,-3 8-22 16,-2-1-1-16,-2 3-25 0,-2 2-448 15,-3-4 224-15,-3 2 120 16,-1-1 48-16,-3 3-576 0</inkml:trace>
  <inkml:trace contextRef="#ctx0" brushRef="#br0" timeOffset="214703.63">14647 8972 546 0,'-8'0'0'0,"1"4"0"0,5 1 0 0,0-1 0 0,0-1 358 0,1 1-167 16,1 5-80-16,0 0 300 0,0 7-189 0,0 0-95 0,0 3-39 15,0 5 29-15,0 1-42 0,0-3-21 16,0 3 0-16,1-5-21 0,3 3-236 0,1-2 114 16,1-6-464-16,2-4 293 15,1-5 147-15,4-6-481 0</inkml:trace>
  <inkml:trace contextRef="#ctx0" brushRef="#br0" timeOffset="-214669.43">14835 8915 1255 0,'4'-2'0'0,"3"2"0"0,-3 13 0 0,-3 11 0 0,-1 7 0 0,0 14 308 0,0 5-137 0,-3 12-70 0,-4 0-34 16,-1 6 589-16,0-7-303 16,1 23-78-16,3-7-121 15,2 1-61-15,2-3-30 0,0-3 0 0,0-14-545 0,2 13 253 0,2-10-853 0</inkml:trace>
  <inkml:trace contextRef="#ctx0" brushRef="#br0" timeOffset="-212497.98">15276 8785 1351 0,'-11'0'0'0,"8"0"0"0,3 0 0 0,0 2 0 0,0 1 0 0,7 0 0 0,9-2 0 0,9-1 205 16,5 0-90-16,9 0 261 0,1-4-172 0,3-5-85 15,-4 2-44-15,-2-3 47 0,-2 4-50 0,-1-1 1 16,-2 3-40-16,-6 1-192 16,-6 1 96-16,1 0 56 0,-6 2-417 0,-3 0 228 15,-3 0 115-15,-6 0-307 0,1 0 193 0,-2 0 11 0</inkml:trace>
  <inkml:trace contextRef="#ctx0" brushRef="#br0" timeOffset="-212205.63">15612 8471 1404 0,'0'10'0'0,"0"6"0"0,0 2 0 0,0 2 0 0,0 6 0 0,0-1 0 0,0 7 0 0,0 0 0 0,0 5 194 0,-7-2-72 0,-3 9-12 16,1-6-53-16,-2-4 0 0,-1 0-24 0,-2-2-35 15,0-6 9-15,-4 0 26 0,0-10-1 0,0-2-116 16,-1-3 58-16,3-5 30 0,2-2 7 0,1-4-25 16,3 0 15-16,3 0 1 0,3 0-34 15,2 0 220-15,2-2-95 0,0-2-41 0,11 0 195 16,12-1-106-16,2-1-55 0,3 2 27 0,2 1-32 16,2 0-9-16,0 2-39 0,0-2-31 15,0 3-1-15,-2 0 32 0,-6 0 8 0,2 0-225 16,-3 0 108-16,-2 4 54 0,-7-1-546 0,-2 0 283 15,-3 0 89-15,-3-2 91 0,-3-1-435 0,-1 0 253 16,-2 0 128-16,0 0-179 0</inkml:trace>
  <inkml:trace contextRef="#ctx0" brushRef="#br0" timeOffset="-212053.04">15680 8821 1101 0,'-7'-2'0'0,"3"0"0"0,0 2 0 0,1 0 0 0,0 5 0 0,3 11 0 0,0 3 203 16,0 6-90-16,0 4-39 0,0 2 113 0,0 2-78 0,3 0-37 15,-3 6 7-15,0-3 107 0,0 2-77 0,0-2-38 16,0 0-293-16,0-5 128 0,0-4 71 0,0 0-483 16,0-8 269-16,0-2 135 0,0-9 36 0</inkml:trace>
  <inkml:trace contextRef="#ctx0" brushRef="#br0" timeOffset="-211917.4">15545 9196 1693 0,'-10'-13'0'0,"3"7"0"0,1 3 0 0,3 0 0 0,1 0 0 0,0 3 0 0,2 0 0 0,0 0 0 0,9 0 241 0,8 0-104 0,2 0-52 0,2 0 219 16,5 0-135-16,-4 3-61 0,8-3-41 0,-6 0-60 16,-3 0 0-16,2 0 25 0,-3 0-514 0,-6 0 265 15,-1-3 121-15,-1 1 65 0</inkml:trace>
  <inkml:trace contextRef="#ctx0" brushRef="#br0" timeOffset="-211485.55">15259 8676 1297 0,'-17'-5'0'0,"7"3"0"0,1 2 0 0,4 0 0 0,-1 0 0 0,5 0 0 0,-1 5 0 0,2 6 488 0,0 1-227 0,0 3-114 16,3 2 62-16,6 1-79 16,2 7-53-16,-2 1 23 0,-2 0-33 0,0 1-1 15,0-1-33-15,-4-3-67 0,1-1 29 0,-1 0 0 16,-1-1 38-16,0-1-42 0,0-4 21 0,0-1 8 15,-2 0 13-15,2-2-13 0,-2-1 13 0,1 0-31 16,1 2 56-16,2-1-27 0,0 0-12 16,2 1 97-16,1 4-45 0,2-1-16 0,1 2 0 15,-1-1 7-15,1 1-29 0,0 0 0 0,-3 0 0 0,0-2-110 16,-1 0 54-16,-3-2 37 16,-1-1-9-16,0 1-153 0,-2-1 83 0,0-3 28 15,-7-2-50-15,-6-1 32 0,-3-1 26 0,-2-4-8 16,-3-3 29-16,0 0-34 0,-1 0 20 0,1 0 173 15,2 0-81-15,5 0-41 0,2 0 1 0,5 0 245 16,1 0-127-16,4 0-45 0,2 0-40 0,0 0 233 16,4 0-296-16,17 7 0 0,2 2 0 0,2 2 0 15,7 0 0-15,5-1 0 0,5 3 0 0,-2-3 0 16,-5-2 0-16,12 0 0 16,-6 0 0-16,0-1 0 0,0 0 0 0,0 0-514 15,-8-1 253-15,6-3 82 0,-4-1 79 0,1-2-746 16,-4 0 406-16</inkml:trace>
  <inkml:trace contextRef="#ctx0" brushRef="#br0" timeOffset="-211106.01">16055 8674 998 0,'0'-7'0'0,"2"3"0"0,3 2 0 0,-3 1 0 0,-1-2 0 0,1 3 0 0,0 0 498 0,0 0-224 0,-2 10-124 0,0 5-59 15,0 0 55-15,0 8-56 0,-9-3-29 0,-1 0 9 16,-5 7-69-16,1-4 0 0,0-5 8 0,0-1 0 16,0-1 24-16,5-6 8 0,-2 0 26 15,4-3 0-15,4-3-34 16,-1-2-1-16,4-1 79 0,0-1-30 0,0 0-10 0,4 0-38 0,8 0 36 16,6 0 1-16,-2 0-38 15,3-3-23-15,0-1 23 0,-1 1 1 0,0-1-106 16,-4 0 53-16,-4 2 27 0,0-1 7 0,-5 3-105 15,0 0 49-15,-3 0 31 0,-2 10-4 0,0 3 3 16,-2 2-8-16,-7-1-1 0,-2 4-19 0,0-2 186 16,0 1-80-16,0-2-33 15,2 0 195-15,2-6-106 0,4 1-39 0,-1-3 51 16,2-1-50-16,2-1-18 0,0 0-8 0,0-4-154 16,6-1 64-16,4 0 32 0,2 0 1 0,1 0-123 15,1 0 73-15,-1 0 41 0,1 0 13 0,-2 0-764 16,-1 0 334-16,-2 6 188 0,1 8-576 0</inkml:trace>
  <inkml:trace contextRef="#ctx0" brushRef="#br0" timeOffset="-210954.41">16067 9317 2065 0,'-23'9'0'0,"8"1"0"0,-2-3 0 0,7-2 0 0,-4-1 0 0,5-4 0 0,3 2 0 0,5-2 0 0,1 0 334 0,0 0-143 15,5-8-83-15,13-6 207 0,5-4-141 0,3-1-71 16,8-5-35-16,-4 2-416 0,9-6 186 0,-3 1 98 15,4 1 48-15,-3 1-366 16,3 0 207-16</inkml:trace>
  <inkml:trace contextRef="#ctx0" brushRef="#br0" timeOffset="-210777.88">16319 8616 1710 0,'-9'0'0'0,"7"0"0"0,2 0 0 0,0 0 0 0,3 0 0 0,10 0 0 0,5 0 0 0,2 0 483 16,2-2-230-16,5 0-109 0,-1 0-56 0,2 0-185 16,-2 2 65-16,-3 0-200 0,1 0 129 0,-3 0 68 15,-3 0 33-15,-2 6-706 0,-5-2 335 0,-2-1 178 16,-3-2 84-16</inkml:trace>
  <inkml:trace contextRef="#ctx0" brushRef="#br0" timeOffset="-210250.29">16558 8445 462 0,'0'-7'0'0,"0"3"0"0,0 2 0 0,0 2 0 0,0 0 0 0,0 2 304 0,-2 13-135 0,2 2-69 16,-5 4-25-16,1 7 231 0,-3-1-137 0,2 0-68 15,-4 3-35-15,-3-2 116 0,-1 2-67 16,-1 0-45-16,-2-2-8 0,-1-1-29 16,0-5 0-16,2-3-1 0,2-4-28 0,1-2 29 15,5-5 0-15,3-3 25 0,2-1-25 0,2-2-1 16,0 0 9-16,6-2-40 0,7 0 31 0,4 0 1 15,2 0 0-15,1 0-75 0,-1-2 43 0,-1 2 2 16,-2-2-207-16,-2 2 104 0,-5 0 56 16,-2 0-130-16,-2 0 85 0,-3 2 25 0,-2 4 29 15,0 1-275-15,-3 1 139 0,-8-2 69 16,-7 1 26-16,2-3-99 0,-3 0 71 0,1 1 36 0,-3-1-1 16,1 0 16-16,2-2 13 0,1-2 142 15,2 1-68-15,5-1-33 0,1 2 0 0,6-2 104 16,-1 0-77-16,2 0-26 0,2 2 0 0,0 1 320 15,4 2-160-15,5-1-35 0,3 3-53 0,0 0 136 16,-1 1-89-16,3 1-44 0,-5 0-22 0,0 3-53 16,-2-3 8-16,-2 7 23 0,-3-4-199 0,-2 2 99 15,0-2 50-15,0 0-295 0,-4-3 149 16,-6 1 82-16,-1-3 44 0,-1 1-128 16,-2-5 72-16,-1 1-9 0,0-4 38 0,0 2 13 15,0-2 18-15,0 0 0 0,2 0 1 0,2 2 161 16,2-2-77-16,0 0 312 0,6 1-181 0,-1-1-100 15,4 3-50-15,0 0 300 0,0 3-145 0,7 0-77 16,9 2-40-16,0-3 80 0,5 2-59 0,0 0-22 16,6 2-7-16,-2-6 63 0,0 1-47 0,-4-2-23 15,1-2 0-15,-3 0-226 16,0 0 97-16,-5 0 53 16,-2 0-520-16,-1 0 282 0,-4-2 92 0,0-2-485 0,-3-1 313 15,-3-3 153-15,-1-3 76 0,0 0-88 0</inkml:trace>
  <inkml:trace contextRef="#ctx0" brushRef="#br0" timeOffset="-210106.68">16469 8918 851 0,'-5'-14'0'0,"3"10"0"0,2-2 0 0,0 4 0 0,0 2 0 0,0 0 189 0,0 15-78 0,0 8-39 0,0 3 336 15,0 4-188-15,0 5-85 0,0 9-56 0,0-3 139 16,-8 0-92-16,-5 2-47 16,-1 1-23-16,1-9 124 0,-1 6-77 0,-4-7-35 15,3 0-192-15,0-5 78 0,0-5 39 0,6-9-519 16,3-1 275-16,1-7 142 0,1-3 71 0,4-4-708 0</inkml:trace>
  <inkml:trace contextRef="#ctx0" brushRef="#br0" timeOffset="-209973.51">16484 9272 1717 0,'12'3'0'0,"2"10"0"0,0 5 0 0,-3-4 0 0,-2 2 0 0,3 0 0 0,0-1 0 0,1 2 486 15,3-2-227-15,0-1-113 0,1 1-57 0,-2-3 391 16,0-2-228-16,0 1-109 0,-1-4-578 0,0 1 233 0,0-3 126 15</inkml:trace>
  <inkml:trace contextRef="#ctx0" brushRef="#br0" timeOffset="-207563.87">17167 8383 1582 0,'0'0'0'0,"0"0"0"0,0 0 0 0,0 0 0 0,0 3 0 16,0 11 0-16,0 7 0 0,0 5 0 0,0 6 155 0,-6 9-61 0,-10 2 110 0,-7 8-89 0,-5 9-42 15,-4-2 1-15,-4 0-18 0,1 3 1 0,3-12-16 16,-1 1-9-16,1-3-73 0,4-5 37 0,7-13 0 15,-2 2-288-15,10-11 171 0,-1-5 72 0,9-7-266 16,1-5 159-16,4-3 33 0,0-3 55 0,9-18-415 16,14-11 229-16</inkml:trace>
  <inkml:trace contextRef="#ctx0" brushRef="#br0" timeOffset="-207410.28">17062 8781 642 0,'7'-3'0'0,"3"3"0"0,3 0 0 16,-4 1 0-16,-1 10 0 0,-2 3 406 0,-3 6-190 0,1 7-92 0,0-1-46 0,-3 4 354 15,1 2-191-15,-2 1-109 0,0 3-49 0,0 8 105 16,-3-4-78-16,-3-7-38 0,3 2-240 0,-1-1 97 16,0-4 51-16,4-7 27 0,0-1-498 15,0-9 263-15,0-3 138 0,2-7-325 16,5-3 210-16</inkml:trace>
  <inkml:trace contextRef="#ctx0" brushRef="#br0" timeOffset="-206829.83">17414 8449 658 0,'18'-19'0'0,"1"4"0"0,5 2 0 0,-2 0 0 0,3 1 0 0,-2 5 0 0,-3 0 459 0,1 4-212 0,-4 1-108 15,-6 2-45-15,-2 0 97 16,1 5-79-16,-8 6-40 0,-2 5-107 0,0 8 34 16,-10-4 8-16,-6 4-68 0,-3-1 47 0,-4-1 23 15,-3-1 1-15,-2 0-116 0,0-3 78 0,-1-2 26 16,3-3-35-16,9-6-62 0,4-3 7 0,2 0 41 15,3-3 149-15,4 1-53 0,4-2-35 0,0 0 0 16,10-2 135-16,12-3-70 0,4-5-17 16,5 1 30-16,2 1-22 0,-1 3 0 15,2-1-9-15,-4 4-60 0,-7 2 15 0,1 0 21 0,-5 0 0 16,-2 2-88-16,-8 8 41 0,-4 1 22 16,-2 2 2-16,-3 2-7 0,-3 6-13 0,-11 0-227 15,-7-3 65-15,-1 3 80 0,-3-1 22 0,-3-3 53 16,0 0-14-16,0-3 7 0,1-1-14 0,3-4 52 15,5-1-13-15,0-1-27 0,8-3-5 16,2 2 198-16,5-5-81 0,0 1-50 0,4-2 209 0,0 0-116 16,2 0-36-16,12 0-36 0,2 0-20 0,3 0 4 15,2-2-8-15,-1-5-141 16,1 1 73-16,-5 1 34 0,0-1 0 0,-5 2-130 16,1 0 64-16,-5 1 43 0,-3 1-6 0,-1 0-444 15,-1 0 194-15,-2 0 115 0,0 0-188 0,0 0 161 16,-7-2 79-16,-4-3-73 0,-3-1 77 0,2-3 30 15,-4-2 79-15,3 0 0 0,0-2 0 16,2 2 0-16,0 2 0 0,1 3 40 0,1-1-22 0,1 3 121 16,1 0-85-16,1 5-44 15,2 1-21-15,0 0-9 0,2 1 393 0,-1 15-182 0,-1 5-38 16,-3 6-63-16,-1 6 228 0,-5 4-134 16,-4 11 121-16,-3 1-136 0,-9 10-69 0,1-3-33 15,-4 0-89-15,6-11 35 0,-1 5-7 0,3-6 27 16,6-10-154-16,2-2 78 15,7-10 37-15,5-4 9 0,1-5-403 0,3-6 216 16,0-4 59-16,1-3-455 0,7-3 269 0</inkml:trace>
  <inkml:trace contextRef="#ctx0" brushRef="#br0" timeOffset="-206288.12">17297 9050 1287 0,'7'0'0'0,"1"0"0"0,-1 6 0 16,-4 5 0-16,4 4 0 0,-3 3 0 0,-3 3 0 0,1 0 0 0,0 1 330 0,0-1-148 0,0 1-75 0,-1-1-37 0,1-2-39 0,0-4 1 15,0-6 1-15,2 0 0 16,-2-2-350-16,2-6 175 0,0-1 96 0,-1 0-175 0,-1-8 127 16,0-6 64-16,0-3-412 0,-2-4 208 15,0-1 76-15,0-7 67 0,0 1 7 16,-4-2 25-16,-3 0 1 0,1 8 17 0,0-3 115 16,4 4-54-16,0 5-26 0,2 1 0 0,0 4 258 15,6 1-150-15,7 1-59 0,10 1-38 0,1 2 236 16,4-1-119-16,2 3 201 0,6 1-137 0,-3 1-81 15,4-1-36-15,-5 2 96 0,0 1-66 0,-2 0-33 16,-7 0 8-16,2 0 2 0,-2 0-21 16,-4 0-1-16,-4 0-21 0,-5 0 24 0,1 0 7 0,-6 1-31 15,0 2 36-15,-3 0-1 16,0 3-35-16,0 1 29 0,0 5 8 0,-2-1-37 16,0 6-1-16,0 2 86 0,0 2-42 0,2 3-22 15,0-3 8-15,0 3-17 0,0-1-12 0,2 1 0 16,-1-2 0-16,-1 1-168 0,2 0 93 0,-2-3 33 15,-1 1-367-15,-1-3 181 16,0 1 101-16,0 0 22 0,0-4-207 0,-5-1 95 16,-6-2 76-16,-3-2-290 0,0-3 182 0,-5-1 92 0,-2-2 37 15,-5-4-222-15,2 0 137 0,-5 0 70 16,-1-3 35-16,-2-8-72 0,2-4 65 0,0-3 74 16,0 1 0-16,2-2 0 0,1 2 0 0,3 4-9 15,6 4-9-15,0-1 18 0,4 3 0 0,4 3 325 16,2 0-192-16,5 2-43 0,1 0 17 0,2 0 373 15,0 2-224-15,5-1-112 0,13-1-55 0,0 0 124 16,5 0-81-16,5-1-55 0,-2 1-91 0,1-1 24 16,-7 2-1-16,4-1-427 0,-3 2 234 15,-4 0 104-15,-2 0 56 0,-6 0-260 16,0 0 94-16</inkml:trace>
  <inkml:trace contextRef="#ctx0" brushRef="#br0" timeOffset="-206137.94">17541 9018 938 0,'-6'-4'0'0,"2"3"0"0,2 1 0 0,2 0 0 0,0 6 0 0,0 10 0 0,0 5 0 0,0 0 0 0,0 2 398 0,0 8-186 15,0-2-90-15,0 1 97 0,-3 2-93 16,-1 3-46-16,2-10-16 0,0 6-329 0,2-11 148 16,0-1 75-16,0-8-211 0,0-3 143 0,6-4 80 0</inkml:trace>
  <inkml:trace contextRef="#ctx0" brushRef="#br0" timeOffset="-205994.75">17618 9035 841 0,'3'7'0'0,"3"12"0"0,-3 0 0 0,0 6 0 0,-3-1 0 0,0 2 0 0,0 4 0 0,0 0 454 0,0 4-215 0,0-3 38 16,0 2-122-16,0-3-61 0,0-8-31 0,0 1-344 15,0-7 153-15,0-4 80 0,2-7 41 0,5-2-591 0</inkml:trace>
  <inkml:trace contextRef="#ctx0" brushRef="#br0" timeOffset="-205693.55">18117 8513 1484 0,'32'-17'0'15,"2"6"0"-15,-4 1 0 0,-2-3 0 0,-7 5 0 0,-2 1 0 0,-2 2 0 0,-5 2 0 0,-2 2 100 0,0 1-34 0,-7 0 0 0,-1 9-206 0,-2 10 86 0,-5 3 51 16,-12 3 14-16,-4 0-174 0,-2 2 86 0,-1 0 42 16,-5-1 16-16,4 0 0 15,-1-1 21-15,-1-5 118 0,6 1-58 0,7-9-28 16,5 0-68-16,-2-2 313 0,8-5-134 0,3 0-50 16,0-2 91-16,5-2-76 0,13-1-31 0,4 0-8 0,0-1-65 15,1-9 26-15,0 1 1 0,-3 2 0 0,1-3-96 16,-4 1 44-16,-2 1 26 0,-4 3-390 15,-1-1 204-15,-5 2 72 16,-1 2-427-16,-2 0 247 0,-2 0 127 0,0 2 64 16,0-1 31-16</inkml:trace>
  <inkml:trace contextRef="#ctx0" brushRef="#br0" timeOffset="-205504.43">18125 8533 1006 0,'-10'9'0'0,"1"0"0"0,2 5 0 0,-3 5 0 0,-1 4 0 0,4 1 0 0,-2 6 0 0,2 2 394 0,2 6-181 0,-1-3-90 15,4 3-45-15,1-3 277 0,1-3-166 16,0-3-78-16,11-5-39 0,8-6 50 0,5-6-45 16,6-3-14-16,4-7 10 0,7-2-40 15,-9 0 0-15,5-7-1 0,-3-8-194 0,0-1 105 16,-4 2 41-16,-4-4-475 0,-1 5 246 0,-8 3 134 16,0 6 4-16,-5 2-544 0,-2 0 313 15,-4 2 153-15</inkml:trace>
  <inkml:trace contextRef="#ctx0" brushRef="#br0" timeOffset="-205331.86">18115 9047 614 0,'-32'10'0'0,"4"4"0"0,8-3 0 0,1-1 0 0,10-7 383 0,1 1-167 16,6-3 30-16,2 2-106 0,8-3-54 0,18 0-27 0,4 0 183 16,6-3-97-16,0-4-60 0,1-1-26 0,0 0-87 15,1 2 29-15,-4-4 1 0,-10 5 39 0,4-1-396 16,-5 4 194-16,-7 1 97 0,-4-2-500 15,-1 3 286-15,-5 0 99 0,-2 0 31 0</inkml:trace>
  <inkml:trace contextRef="#ctx0" brushRef="#br0" timeOffset="-205069.54">18275 8932 1221 0,'-11'-2'0'0,"4"2"0"0,-1 0 0 0,2 5 0 0,0 8 0 0,3 6 0 0,1 6 121 15,2 2-44-15,0 6 152 0,0 0-90 16,2 4-57-16,5 7-25 0,1-4 254 0,-2-1-140 0,-3 1-68 15,1-5-28-15,0 1-7 0,-2 0-31 16,-1-7-4-16,-1 2 0 0,0-11-1 0,0 3-152 16,-1-8 72-16,-7-3-171 0,-3-5 127 15,-2-5 62-15,-2-2 31 0,-2 0-74 0,-2-9-11 16,-1-7 42-16,-1-3-53 0,0-1 11 0,1-3 8 16,6 0 14-16,-2-3 80 0,5 10-26 0,4-3 0 15,4 2-24-15,3 2 207 0,0 5-102 16,1-2-27-16,13 1 116 0,8 3-67 0,3 0-43 15,5-2-2-15,1 3-18 16,3 0 15-16,0-1-23 0,2 0 44 0,7-1-479 0,-5 0 209 16,-1 0 107-16</inkml:trace>
  <inkml:trace contextRef="#ctx0" brushRef="#br0" timeOffset="-204917.97">18788 8631 986 0,'-2'-10'0'0,"2"9"0"0,0-1 0 0,0 2 0 16,0 0 0-16,0 0 453 0,0 0-210 0,0 0-105 0,2 0-44 0,5 0-138 16,5 0 38-16,3 4 1 15,2 5 37-15,5-1-275 0,1-3 145 0</inkml:trace>
  <inkml:trace contextRef="#ctx0" brushRef="#br0" timeOffset="-204673.3">19160 8542 1288 0,'-9'3'0'0,"-3"4"0"0,1-1 0 0,-6 1 0 0,-7 3 0 0,-3 1 0 0,-1 4 0 0,-6 5 0 0,6-1 188 0,-9 6-82 0,3-1-37 0,0-1 35 15,0 2-35-15,-2-4-1 0,2 0-27 0,-5 2-33 16,2-3-1-16,9-4 26 0,3-8 0 0,6 3 34 16,10-7 8-16,2-1-1 0,3-1-21 0,4-2 0 15,2 0-20-15,21-4 60 0,4-4-22 0,13-3-8 16,3 4-31-16,4-3 23 0,0 1-22 0,2 3 0 15,-8 5-179-15,10-5 85 0,-14 6 47 0,1 0 24 0,-3 0-430 16,-3 0 201-16,-9 0 111 0,0 6 23 0,-7-3-242 16,-4-1 145-16,-5 0 74 15,-5 0 38-15,0-2-336 0</inkml:trace>
  <inkml:trace contextRef="#ctx0" brushRef="#br0" timeOffset="-204486.23">18931 8334 1248 0,'-5'-13'0'0,"2"6"0"0,1 5 0 0,2 0 0 0,0 2 0 0,0 5 0 0,0 17 221 0,0 5-95 0,0 11-46 0,0 5 327 15,0 6-179-15,0 5-101 0,0 2 123 0,-6 11-109 0,3-17-54 16,-1 10-27-16,-1-3-53 0,-1-3-9 16,5-3 35-16,-4-2 0 15,3-6-396-15,2-10 198 0,0-2 107 0,0-3 41 0,0-10-647 0,0-6 336 16,0-6 80-16</inkml:trace>
  <inkml:trace contextRef="#ctx0" brushRef="#br0" timeOffset="-204336.06">18843 8887 1200 0,'0'-8'0'0,"0"4"0"0,-4 1 0 0,0 3 0 0,-4 0 0 0,-3 9 0 0,0 4 216 16,-2 3-96-16,0 0-44 0,-3 4 265 0,7-3-154 0,-4 2-78 15,3-2-29-15,5-2-193 0,3-5 72 0,2 1 38 16,0-4-245-16,2-1 140 0,9-6 79 0,10 0 26 15,3-4-576-15</inkml:trace>
  <inkml:trace contextRef="#ctx0" brushRef="#br0" timeOffset="-204223.36">18988 8935 536 0,'14'4'0'0,"-3"5"0"0,3-1 0 0,-5-1 0 0,2 2 0 0,1-2 0 0,0 0 401 0,2-1-185 0,-1-1-91 0,0-3 23 15,0 2-49-15,0-2-37 16,-1 0-351-16,-3-1 161 0,-2 1 81 0,1 1 39 15,-2-3-566-15</inkml:trace>
  <inkml:trace contextRef="#ctx0" brushRef="#br0" timeOffset="-203520.22">18919 9127 767 0,'-14'13'0'0,"2"2"0"0,6-2 0 0,1-4 0 0,1-1 0 15,4 0 200-15,0-1-76 0,0 0-49 0,0 1-21 0,7-2 239 16,4 1-130-16,-2-1-65 0,1 2-25 0,2-3-67 15,-1 1 27-15,0-2-1 0,-1-3 1 0,-1-1-409 16,0 0 212-16,3 0 94 0,-3-1-378 0,-1-7 224 16,-1-5 59-16,-1-2-79 15,-2-2 97-15,2 2 74 0,-3-2 73 0,1 3 0 16,-2 7 0-16,-1-1 0 0,-1 3 0 0,0 4 102 16,0 1-64-16,0 0-35 0,-5 5 323 0,-10 13-176 15,-2 5-31-15,-4 6 242 0,-3 2-153 0,0 4-89 16,-1-3-42-16,4-6 3 0,-5 3-16 0,0-2-8 15,0-6-23-15,3-1-60 0,2-9 30 0,1-1 0 16,6-8 38-16,0-2-53 16,7-2 21-16,4-12 1 0,3-13-112 0,4-5 67 15,18-6 18-15,5-4 18 0,10-8-188 0,1 1 93 16,3-4 18-16,4-3-160 0,2 0 84 0,4-2 64 16,-2 1 24-16,2 4-36 0,-3 5 33 0,-2 5 0 15,-7 7 26-15,5 0 40 0,-5 6 0 0,-9 8-31 16,0 1 230-16,-4 4-115 0,-9 8-66 0,-4 1 360 15,-5 4-176-15,-5 2-100 0,-3 2-16 0,0 0 182 16,-9 6-110-16,-14 13-66 16,1 0-29-16,-3 5 65 0,1 0-48 0,2 3-22 15,4-7 7-15,4 1-2 0,5-2 1 0,9-8-31 16,0 2 41-16,0-5-41 0,5-1 9 0,13-3-111 16,7-4 50-16,-1 0 27 0,1 0 0 0,-3 0-153 15,4-2 83-15,-3 0 22 0,0 1 30 0,-7 1-111 16,0 0 59-16,-3 9 4 0,-6 8 25 15,-1 5 110-15,-4 5-47 0,-2 3-20 0,-5 3 94 16,-13 1-61-16,-5 8-25 0,2-6 213 0,-4-1-109 16,-3-1-32-16,1 0-35 0,1-8 15 15,-6 6-10-15,0-6-26 0,4-5 0 0,-4-1-240 16,4-5 120-16,3-7 68 0,1-5 22 0,3-3-371 16,2 0 183-16,5-11 58 0,2-10-65 0,3-4 59 15,5-6 53-15,4-2 16 0,0 0 0 0,0 2 32 16,2 5-1-16,5 5 249 0,7 4-120 0,2 2-64 15,9 4-32-15,1 7 471 16,8 4-239-16,3 0-70 0,13 4-77 0,-2 11 409 0,1 5-231 16,0 3-115-16,-2 2-58 0,0 4 242 0,-4 1-332 15,-4 2 0-15,1 0 0 0,-2-2-167 0,-3 2 167 16,-1-6-760-16,3 4 393 0,2-3 200 0,-2-4 99 16</inkml:trace>
  <inkml:trace contextRef="#ctx0" brushRef="#br0" timeOffset="-203386.6">20285 9408 2600 0,'0'-13'0'0,"2"4"0"0,7 5 0 0,0 1 0 0,-5-4 0 0,-1 6 0 0,-1-1 0 0,-2-2 404 16,0-3-185-16,0-1-94 0,0 2-901 0</inkml:trace>
  <inkml:trace contextRef="#ctx0" brushRef="#br0" timeOffset="-198460.43">7641 10372 635 0,'0'0'0'0,"0"-2"0"0,0 2 0 16,-2 0 0-16,2 0 210 0,0 0-89 0,0 0-36 0,0 6-30 0,0 12 62 16,0 7-42-16,0 10 83 0,2 7-63 0,1 3-23 15,-1 7-8-15,1 1 30 0,0 2-30 16,1-3-1-16,2-4-30 0,-1-7 44 15,3 0-9-15,2-6-35 0,1-4 0 0,0-13-2 16,2 1 2-16,2-6 8 0,0-4-8 0,0-5-38 16,4-4 0-16,-3 0 38 0,7-9-64 0,-4-14 38 15,1-11-7-15,0-4-101 0,-4-4 60 0,3-7 18 16,-2-6-1-16,1-1-188 0,0-9 104 0,-5 16 35 16,0-6 31-16,0 8-100 0,-6 11 57 0,-1 7 10 15,0 0 67-15,-2 9-25 0,-2 8 0 16,-2 5 1-16,0 3 189 0,0 2-103 15,0 2-39-15,-2 6 347 0,-8 16-182 0,3 4-64 16,-3 7-55-16,3 4 30 0,2 8-38 0,0-3 41 16,4 1-31-16,1-2 291 0,0-6-161 0,0 3-71 15,6-4-20-15,3-4-35 0,4-3 1 0,2-5-87 16,0-1 27-16,0-6 7 0,1-3 18 0,0-1-232 16,-2-5 116-16,0 1 58 0,-1-4 28 0,-4-3-431 15,5 0 213-15,-2 0 60 0,-1 0 67 16,0-7-392-16,2-2 223 0,1-6 104 15,0 1-138-15,3-5 129 0,1-2 65 0</inkml:trace>
  <inkml:trace contextRef="#ctx0" brushRef="#br0" timeOffset="-198249.48">8458 10250 610 0,'0'-10'0'0,"-1"7"0"0,-4 1 0 0,-2 2 0 0,-6 0 0 0,1 11 434 0,-2 10-200 16,1 2-100-16,1 10-43 0,2 1 386 0,-1 3-222 15,2 9-111-15,7-7-55 0,0 2 293 16,2-5-167-16,0 9-95 0,10-7 31 0,4-1-60 16,0-3-28-16,5-1-1 0,2 2-56 0,-3-6-8 0,2-2 35 15,-5-3-217-15,1-6 108 0,-1 0 55 0,-4-8 35 16,2 0-417-16,-4-7 216 0,3-3 31 0,-1 0 80 16,-2-9-514-16,3-7 271 0,-3-10 147 15,2-4-377-15</inkml:trace>
  <inkml:trace contextRef="#ctx0" brushRef="#br0" timeOffset="-198035.06">8646 10428 1196 0,'0'-11'0'0,"0"5"0"0,0 0 0 0,2 1 0 0,2 3 0 0,1 0 0 0,6 0 269 0,3 1-118 0,5 1 258 16,-1 0-180-16,7 1-102 0,-3 12 74 0,2 5-83 16,-3 0-44-16,1 7-20 0,-7 3 93 0,1 2-62 0,-4 2-26 15,-6 2 1-15,-1-1-65 16,-5 3 1-16,0-4 45 0,0 0-8 15,-11-4-146-15,-6-2 74 0,-1-4 35 0,-3-1-236 16,1-5 127-16,-8-1 65 0,2-6-11 16,-1-2-160-16,-1-3 62 0,8-4 66 0,-1 0-7 0,5-2-256 15,5-11 161-15,5-11-244 0,6-3 203 0,1-8 100 16,12 1 42-16</inkml:trace>
  <inkml:trace contextRef="#ctx0" brushRef="#br0" timeOffset="-197837.58">9011 10257 598 0,'3'-13'0'0,"1"8"0"0,-2-1 0 0,-2 2 0 0,0 3 417 0,0 1-192 0,-11 0-97 16,1 0-47-16,-1 16 304 0,-3 8-181 0,0 7-85 0,-2 6 244 15,5 3-165-15,3 3-82 16,2-4-34-16,-1 14-29 0,7-6 63 0,0-2-42 16,0-9-65-16,7 1 23 0,9-7 9 0,5-4-8 0,4-5-307 15,0-6 154-15,3-5 76 0,1-5-501 16,-7-3 291-16,9-2 94 0,-7 0 81 0,-1-9-513 15,-1-5 279-15,-1-1 140 0,-5 0 62 0</inkml:trace>
  <inkml:trace contextRef="#ctx0" brushRef="#br0" timeOffset="-197666.04">9270 10608 1093 0,'0'-5'0'0,"0"1"0"16,0 2 0-16,0-2 0 0,0 3 0 0,1-1 180 0,1-1-74 0,2 3-28 0,3 0-8 0,0 0 256 15,0 5-146-15,0 6 64 0,-3 4-105 16,-1 6-46-16,-1 5-33 0,-2 2-1 15,0 0 110-15,0 0-68 0,-7 1-34 0,0-9-232 16,-2 1 95-16,0-2 51 0,0-4-476 0,4-8 265 0,-1 1 131 16,1-7 57-16,0-1-604 0,3 0 308 15,2-15 149-15</inkml:trace>
  <inkml:trace contextRef="#ctx0" brushRef="#br0" timeOffset="-197498.49">9425 10411 2355 0,'0'2'0'15,"2"4"0"-15,0-2 0 0,-2-1 0 0,2 0 0 0,2 4 0 0,4-1 0 0,1-1 0 0,2 2 0 0,2 1 182 0,0-1-74 0,4 2-38 0,-4-1 43 0,5 2-32 0,-1 1-8 16,-1-1-40-16,-1-1-380 0,2 0 190 0,-4 2-558 16,2-1 382-16,-2-3 178 0,-4 3 94 0,1-3-30 15</inkml:trace>
  <inkml:trace contextRef="#ctx0" brushRef="#br0" timeOffset="-197293.04">9735 10225 1618 0,'0'-2'0'0,"2"1"0"0,0 1 0 0,0 0 0 0,-2 0 0 16,0 11 0-16,0 8 0 0,0 7 275 0,0 8-113 0,-9 9-68 0,-1 2 351 0,-3 8-206 15,-1 9-104-15,-1-1-50 16,-1-4 138-16,-5 16-99 0,0-5-46 0,-2 0-66 15,0-3 21-15,1-3 0 0,3-10 8 0,-2 3-9 0,3-6-329 16,8-16 165-16,2-5-435 0,1-7 283 16,4-9 160-16,1-5-17 0,2-7-257 0,0 0-50 15,2-12 208-15</inkml:trace>
  <inkml:trace contextRef="#ctx0" brushRef="#br0" timeOffset="-197074.86">9859 10103 650 0,'14'-18'162'0,"8"11"-82"0,4 7-39 16,-1-3-1-16,-1 3 172 0,-2 3-90 0,-1 17-44 15,0 5-23-15,2 6 386 0,-7 3-196 0,2 15-110 16,-6-3 242-16,-3 7-172 0,1 9-86 16,-9 0-44-16,-1-2-12 0,0 17 149 0,-12-7-90 15,-5-1-62-15,0-5-28 0,-1-11 9 0,-5-1-8 16,-2-3-345-16,1-7 173 0,2-14 85 0,-1-4 44 15,4-10-228-15,3-3 100 0,0-10 81 0,7-1-50 16,2-4-530-16,3-18 302 0,4-8 143 0</inkml:trace>
  <inkml:trace contextRef="#ctx0" brushRef="#br0" timeOffset="-196933.25">10349 10450 1538 0,'27'-4'0'0,"5"1"0"0,0-2 0 0,-2-4 0 0,0 3 0 0,-2-2 0 0,0 1 148 0,4 3-62 0,-2-2 97 0,0 1-75 16,-3-1-38-16,-4 4 0 0,0 0-178 0,0 2 66 16,-5 0 37-16,-2 0 1 0,-3 4-603 0</inkml:trace>
  <inkml:trace contextRef="#ctx0" brushRef="#br0" timeOffset="-196791.29">10514 10691 1143 0,'-14'15'0'0,"10"4"0"0,4-6 0 0,0-4 0 0,6-3 0 0,6-1 0 0,11-3 452 0,4 0-209 16,3-2-106-16,3 0 516 0,3 0-301 16,-2 0-165-16,1 0-93 0,2 0-31 0,-4-4 0 0,-1 1-30 15,-5-1-707-15,3-1 350 0,-8 2 178 0</inkml:trace>
  <inkml:trace contextRef="#ctx0" brushRef="#br0" timeOffset="-195621.61">12008 10192 334 0,'4'-8'0'0,"1"0"0"0,1 1 0 0,0 0 0 0,0-1 0 0,-1 0 0 0,0-1 247 0,1 0-111 0,2-2-52 16,-2 1 52-16,-1-1-52 0,1 0-25 15,-3-3 8-15,1 1 20 0,-1-2-28 16,0 0 1-16,-1 0-27 0,0-3 32 0,-2 4 9 15,0 0-41-15,0-2 20 0,0 3-20 0,0-2-1 16,-7 4 1-16,0-2 1 0,-2 1-1 0,2 3 0 16,-3-1 0-16,-1 3 28 0,0 2 0 0,3 1-20 15,-3 2 28-15,-2 0-1 0,1 2-35 0,1 0 9 16,-1 4-10-16,1 7 9 0,0 4-8 0,1 0 13 16,1 0-14-16,2 2 1 0,2 0 8 0,1-1 32 15,-1 4 0-15,4 0-41 16,1 1 98-16,0 0-49 0,0 2-15 0,0 6-9 15,0 0 118-15,0 0-71 0,0 5-36 0,0 1 128 16,0 3-73-16,0 6-50 0,0-2 1 0,0 2 221 16,0 3-295-16,0-1 0 0,0 3 0 0,0 1 0 15,0-4 0-15,0 2 0 0,0-2 0 0,0-3 0 16,0-5 0-16,0 8 0 0,0-8 0 16,1-2 0-16,2 2 0 0,-3 0 0 0,0-1 0 0,0-2 0 15,0 1 0-15,0 0 0 16,0-2 0-16,-4-3 0 0,-2 2 0 0,-1-3 0 15,-2-2 0-15,-1-4 0 0,-1-3 0 0,0-2 0 16,-3-3 0-16,0-2 0 0,0-1 0 0,-3-4 0 16,0-1 0-16,1 0-184 0,0-3 83 0,0-1 47 15,-1 0 17-15,4-2-262 0,1-1 129 0,1 1 69 16,4-2 26-16,-2 0-81 16,6 0 61-16,-1 0 32 0,4 0-324 0,0-2 177 0,0-7 80 15,12 0 53-15,8-5-495 0,3 2 270 0</inkml:trace>
  <inkml:trace contextRef="#ctx0" brushRef="#br0" timeOffset="-195291.98">12335 11007 847 0,'0'0'0'0,"0"0"0"0,0 0 0 0,-3-2 0 0,0 0 0 0,-1 2 0 15,-1 0 383-15,-1 0-175 0,-1 0-88 0,1 0-44 0,0 4 105 16,-3 7-79-16,0 6-34 0,-1 3 160 0,1 5-98 16,0 3-48-16,0 2 105 0,2 2-81 0,0 2-36 15,3 0-1-15,1-3 79 16,1 1-58-16,2-5-21 0,0-1-7 0,0-4-53 15,2-1-1-15,7-6 25 0,2 1-214 0,1-5 114 16,2-4 46 0,2-1-199-16,0-4 125 0,1-2 29 0,1 0 44 0,2 0-615 0,-1-6 306 0,1-9 149 15,-1-2 75-15,0-2-375 0,-2-2 224 0</inkml:trace>
  <inkml:trace contextRef="#ctx0" brushRef="#br0" timeOffset="-195014.13">12543 11155 775 0,'2'-8'0'0,"-2"3"0"0,0 1 0 0,0 2 0 0,0 2 0 0,0 0 0 0,0 0 374 0,0 13-170 0,0 3-78 0,0 2-51 16,0 3 309-16,0 3-176 0,0 2-88 0,6 1 182 16,2-4-126-16,2 4-76 0,4-4-33 15,-1-8 4-15,1 0 0 0,6-3-38 0,-1-8-92 16,-1-4 41-16,1 0 26 0,2-1 0 0,-3-16-210 16,-2-5 117-16,-3-7 67 0,-4 2 22 0,-1-4-253 15,-4 1 130-15,-3 1 2 16,-1-4-3-16,0 3 21 0,0-2 37 0,-9 2 64 15,-4 2 1-15,0 4-36 0,-1 5 1 0,0 6 52 16,-4 4-22-16,0 3 0 0,1 4-30 0,-2 2 235 16,-1 8-109-16,2 4-31 0,2 5-1 0,2 0 24 15,3 2-37-15,4-2 5 0,3 2-189 0,4-2 74 16,0 0 44-16,0 1-1 0,4-1-480 0,7 0 239 16,6-2 94-16,3 1-197 0</inkml:trace>
  <inkml:trace contextRef="#ctx0" brushRef="#br0" timeOffset="-194820.73">13092 11193 1496 0,'1'0'0'0,"1"1"0"0,-2 5 0 0,0-1 0 0,-3 4 0 0,-6 3 0 0,-3 2 332 15,-1 3-149-15,-4 1-75 0,0 1 251 0,-2 2-163 16,3-5-73-16,-7 9-45 0,2-5-23 0,5 0 1 15,-2-6-23-15,4 2-288 0,4-7 153 0,2-1 63 16,5-5 36-16,3-3-549 0,0 0 292 0,7-3 144 0</inkml:trace>
  <inkml:trace contextRef="#ctx0" brushRef="#br0" timeOffset="-194522.87">13259 11048 1500 0,'0'1'0'0,"0"8"0"0,0 7 0 0,0 3 0 0,-2-1 0 0,-2 2 0 0,2 7 0 0,2 0 271 0,0-7-120 0,0 3-59 0,4 0 267 0,6-5-155 16,3-1-89-16,2-4-42 0,0-3 14 0,2-5-27 15,-2-5 0-15,2 0-19 0,-3-3-149 16,2-12 71-16,-3-6 34 0,-2-1-211 0,-5 1 131 16,-2-4 54-16,-3 1-146 15,-1-4 70-15,0 3 60 0,0-1-40 0,-9 3 22 16,-6-4-9-16,0 1 1 0,-2 1 35 0,-2 4 36 15,4 6 1-15,-4 4-42 0,1 5 165 0,-1 5-77 16,2 1-20-16,0 0-20 0,4 5 163 16,1 6-86-16,5 4-13 0,2 1-130 0,5 0 46 0,0 3 0 15,0-1 48-15,7 0-503 0,14 1 224 16,-1-2 116-16,6-5 42 0</inkml:trace>
  <inkml:trace contextRef="#ctx0" brushRef="#br0" timeOffset="-194359.16">13789 10939 1792 0,'18'5'0'0,"3"7"0"15,0-3 0-15,-5 2 0 0,2 3 0 0,0 3 0 0,-3 1 0 0,-2 5 328 0,-3-1-139 0,-1 9-83 0,-5-2 240 16,-4 6-157-16,0 4-78 0,-9-1-39 0,-7-5-126 16,-8 9 40-16,-4-7 23 15,-2-1 0-15,-4-2-418 0,-2-2 220 0,-5 0 120 0,-2-2-246 16,-4-2 156-16,-4 1 93 0</inkml:trace>
  <inkml:trace contextRef="#ctx0" brushRef="#br0" timeOffset="-193722.72">12476 9760 420 0,'-9'0'0'0,"-2"3"0"0,1 9 0 0,-1-1 0 0,-5 6 177 0,0 5-72 0,-2 9-28 15,0 6-8-15,1 4 234 0,2 4-136 0,2 2-66 16,0 0-35-16,6-5 241 16,2 1-142-16,5-4-66 0,0-5 73 0,2-4-69 15,13-6-36-15,2-4-158 0,7-4 57 0,3-5 34 16,1-5 0-16,0-2-391 0,2-4 212 0,-5 0 114 15,7-2 45-15,-4-12-346 0</inkml:trace>
  <inkml:trace contextRef="#ctx0" brushRef="#br0" timeOffset="-193467.38">12513 9947 1362 0,'-9'0'0'0,"3"0"0"0,6 0 0 0,0 0 0 0,0 0 0 0,4 0 0 0,11 0 0 0,4 0 0 0,5 0 217 0,1 0-92 0,-1 0-46 0,-3 0 154 16,1 0-101-16,-2 4-32 0,0 3-43 16,-3 3 42-16,-4 1-33 0,-4 0 0 0,-3 3-33 0,-4 3 18 15,-2 4-18-15,-2 3-1 0,-13 2-32 0,-6 3 32 16,-3-4 1-16,-1 2-129 0,-3-3 61 16,2-3 33-16,1-6 1 0,5-8-253 15,-3 1 132-15,2-4 41 0,3-4 40 0,3 0-316 16,2 0 162-16,3-6 82 0,6-9-100 0,4-4 82 15,0-5 53-15,6-2 23 0,13-3-300 0</inkml:trace>
  <inkml:trace contextRef="#ctx0" brushRef="#br0" timeOffset="-193260.84">12817 9779 1069 0,'8'-6'0'0,"-2"4"0"0,-4 0 0 0,0 0 0 0,-2 2 0 0,0 0 0 16,0 0 0-16,-12 0 211 0,3 4-90 0,-2 6-43 0,-3 6 208 0,1 3-119 0,-4 8-71 15,4 2-31-15,1 5 120 0,1 7-75 0,4-1-39 16,4-4 8-16,3 3 13 0,0-2-29 0,0-1-1 16,7-2-66-16,10-2 37 0,1-4 8 0,5-3-193 0,2-6 92 15,3-5 47-15,2-2 23 0,2-6-459 16,0-3 231-16,-2-3 66 0,0 0 72 16,-2 0-456-16,-2-3 252 0,-5-5 125 0</inkml:trace>
  <inkml:trace contextRef="#ctx0" brushRef="#br0" timeOffset="-192976.05">13155 10086 935 0,'0'0'0'16,"0"0"0"-16,0 0 0 0,0 0 0 0,0 0 0 0,0 0 165 0,0 0-67 0,0 2-32 0,0 2 348 0,0 2-183 0,0 3-103 0,0 5-48 15,0 0 246-15,0 5-147 16,-3 2-73-16,-4 0-29 0,-7 5 3 0,1-2-24 16,0-2 0-16,0-1-79 0,0-4-125 0,1 2 98 15,1-6-178-15,2 0 131 0,3-6 64 0,0 2 34 16,2-8-645-16,3 1 270 0,1-2 171 0</inkml:trace>
  <inkml:trace contextRef="#ctx0" brushRef="#br0" timeOffset="-192693.76">13385 9895 1565 0,'-6'0'0'16,"2"0"0"-16,2 0 0 0,-1 0 0 0,1 0 0 0,0 0 0 0,0 0 0 0,0 6 0 0,2-1 476 0,0 4-213 0,0 1-119 0,4-1 174 16,5 2-142-16,3-1-72 0,-1 2-36 0,4-4 39 0,-2 2-41 15,2-2 0-15,-2 1-33 0,0-4-37 0,1 3 1 16,-7-4 44-16,4 2-8 0,-3-3-305 0,0 1 152 15,-5 0 77-15,1-3-601 0,-1-1 317 16,1 3 88-16,-2-3 104 0,4 0-407 0,-4 0 254 16</inkml:trace>
  <inkml:trace contextRef="#ctx0" brushRef="#br0" timeOffset="-192478.95">13721 9746 555 0,'-2'0'0'0,"2"2"0"0,-2 0 0 0,-2 2 0 0,2 2 219 0,-3 3-92 0,1 3-40 0,1 2-31 16,-5 9 460-16,0 2-237 0,-3 3-124 0,-3 6 382 16,-2 6-256-16,-3 2-124 0,3 1 176 15,-5 2-150-15,-2 3-76 0,1-2-28 0,-3-1-72 16,3 2 0-16,-5-3 26 0,2-3 0 16,2-4-338-16,4-7 177 0,2-1 77 0,5-11-201 0,5-5 143 15,0-1 71-15,5-7 35 0,2-3-685 16,0-2 332-16,7-2 161 0,10-17-452 0</inkml:trace>
  <inkml:trace contextRef="#ctx0" brushRef="#br0" timeOffset="-192282.96">13826 9706 1075 0,'21'-18'0'0,"7"5"0"0,3 1 0 0,-4 6 0 0,3 0 0 0,2 6 0 0,-4 0 545 16,0 7-248-16,-1 14-136 0,-4 7-64 0,-5 8 213 15,-3 3-139-15,-7 4-69 0,-5-1 393 0,-1 12-235 16,-2-3-113-16,-5 2 87 0,-12 0-33 0,-4-7-201 16,2-7 0-16,-9 8 0 0,2-9 0 0,-6-5 0 15,-1-1 0-15,0-3-849 0,3-3 488 16,-8 2 192-16</inkml:trace>
  <inkml:trace contextRef="#ctx0" brushRef="#br0" timeOffset="-190547.75">15179 10355 250 0,'0'-6'0'0,"0"3"0"0,0-1 0 0,0 0 0 0,-2-2 0 0,0 0 0 0,0 1 125 0,2-1-47 15,-2 3-14-15,2-3 40 0,-1 3-36 0,1-1 1 16,-3 1-37-16,3 0 40 0,-2 0 8 0,0 2-47 15,2-1-1-15,-4 0 70 0,3 0-34 0,-1 0-1 16,-2 2-26-16,-1 0 54 0,-1 0-31 0,-4 0 0 16,-1 8-11-16,-4 8-20 0,0 4 8 0,-2 4-8 15,-1 3 28-15,0 4-28 0,2 4 0 0,-3 6 39 16,8-7-31-16,-5 9-8 16,7-4-1-16,4-3 81 0,1 2-41 0,2-1 1 15,2-4 17-15,0 2 13 0,0-6-36 0,4 0 1 16,5-5-9-16,0-4 1 0,5 0-19 0,-3-2-66 15,4-1 29-15,0-2 0 0,0 0 29 0,0-1-78 16,2-1 47-16,-2-2-8 0,0 0 39 0,0-1-342 16,-1-3 137-16,0 1 88 0,-1-5-470 0,2 1 266 15,0-2 127-15,-1-2 64 0</inkml:trace>
  <inkml:trace contextRef="#ctx0" brushRef="#br0" timeOffset="-190244.55">15292 10605 1075 0,'0'-13'0'0,"0"7"0"0,0 2 0 0,0 1 0 0,1-2 0 0,3 4 0 0,7-3 0 0,2 2 0 0,4 2 325 0,4 0-138 15,6 2-82-15,-4 9 93 0,2 3-82 0,-1 6-42 16,1 3-21-16,-7-2 10 0,1 7-8 0,-6-2-23 0,-3 1 1 15,-4 4-16-15,-5-1 16 0,-1-2 8 0,0 2-35 16,-7-2 26-16,-7 1 1 0,-4-5-63 16,-3-3 32-16,2-6 8 0,-6 2 22 0,0-6-146 15,0-4 66-15,1-3 34 0,3-2 0 16,-3-2-252-16,3 0 130 0,4 0 49 0,2-2 37 16,4-9-309-16,5-2 164 0,6-2 72 0,0-8-95 15,10 0 93-15,10-1 46 0</inkml:trace>
  <inkml:trace contextRef="#ctx0" brushRef="#br0" timeOffset="-190043.03">15673 10558 453 0,'9'-15'0'0,"-6"7"0"0,-1 4 0 0,0-1 0 0,-2 3 0 0,0 2 0 0,-11 0 452 16,0 5-202-16,-1 15-112 0,1 0 285 0,2 5-195 16,-3 6-98-16,5 1 253 0,2 7-167 0,3-3-96 15,2 2-43-15,0-3 103 0,0-2-74 16,7-2-37-16,9-3 9 0,2-1-164 0,3-5 59 0,5-3 30 15,-2-2 0-15,2-3-140 0,-3-7 94 0,5 0-437 16,-7-3 235-16,1-4 134 0,-3 0-1 16,0 0-496-16,-4-9 292 15,1-4 142-15,-2-8 70 0,-5 2 36 0</inkml:trace>
  <inkml:trace contextRef="#ctx0" brushRef="#br0" timeOffset="-189744.83">15830 10263 904 0,'0'-23'0'0,"0"6"0"0,2 2 0 0,0 4 0 0,5 2 0 0,3 0 169 0,1 3-69 0,0 0-33 16,5 4 96-16,-2 0-56 0,2 2-42 0,-4 0 155 0,2 8-94 0,-3 5-47 15,-2 2-23-15,-4 4 40 16,-3 6-36-16,-2-1 0 0,0 5-27 16,-9-2 0-16,-7 5-43 0,-3-2 30 0,1-2-123 15,-2-1 68-15,-1-5 34 0,3-6 0 0,-1-4-72 16,0-4 60-16,3-5-4 0,6-3-1 0,-1 0-12 0,5 0-1 15,1 0-6-15,5 0 120 0,0-1-43 16,0-7-22-16,5 2-11 16,11 3 131-16,0-1-63 0,3 0-23 0,1 0 81 15,3 2-46-15,0 1-30 0,5 1-1 0,-3 0-64 16,-4 0 28-16,4 0-8 0,1 0-94 0,-5 0 58 16,3 0 28-16,-1 0 0 0,0 0-477 0,-2 0 236 15,-1 0 92-15,1 0 67 0,0 0-567 0</inkml:trace>
  <inkml:trace contextRef="#ctx0" brushRef="#br0" timeOffset="-189524.42">16071 10654 1074 0,'-21'4'0'0,"12"6"0"0,7 3 0 0,2-3 0 0,0-4 0 0,0 0 0 0,2-3 540 0,10 3-253 0,6-5-119 16,5-1-72-16,4 0 155 0,3 0-109 15,2-1-54-15,4-3 100 0,-2-1-69 0,0-1-48 0,-2 2 1 16,-4 0-262-16,-5 2 111 0,-1 1 56 0,0 1-412 16,-4 0 230-16,-2 0 119 0,-5 0-478 15,-1 0 277-15,-3 0 96 0,-1 0 71 0,-3 0-95 0,1 0 91 16,-2 0 46-16,-2 0 22 0</inkml:trace>
  <inkml:trace contextRef="#ctx0" brushRef="#br0" timeOffset="-189343.9">16358 10372 341 0,'-7'-10'0'0,"-1"6"0"16,2 4 130-16,2 0-48 0,1 0-17 16,-3 12-8-16,4 3-24 0,2 5 270 15,0 4-135-15,0 4 162 0,0 0-140 16,0 2-83-16,0 4-37 0,2-1 35 0,0 0-37 16,2 2 1-16,-1-2-28 0,4-3-246 0,-4 3 118 0,1-5 61 15,1-1 29-15,-1-3-194 0,0-3 120 16,-1-3 48-16,1-3-479 0,1-8 213 0,-4-2 137 15</inkml:trace>
  <inkml:trace contextRef="#ctx0" brushRef="#br0" timeOffset="-189046.28">16475 10504 840 0,'10'-18'0'0,"6"3"0"0,2 4 0 0,5-2 0 0,-6 4 0 0,7 0 0 0,-5 6 374 0,4 2-162 0,2 1 120 16,-4 0-150-16,2 9-75 0,-4 6-37 0,-4 4 0 0,-1 1 18 15,-3 7-31-15,-4-3-1 0,-2 4-23 0,-3-1-39 16,-2 4 1-16,0 1 46 0,-5 0-9 0,-8 0-144 16,-4 0 72-16,-2-5-61 0,-2 3 66 15,-1-8 43-15,0 0-26 0,1-3 41 16,-2-1-35-16,7-8 16 0,-2 3-39 16,6-4 29-16,0-3 250 0,4-2-118 15,5-2-52-15,1 0 110 0,2-2-60 0,0 2-41 0,4-2 20 16,13 0-35-16,5 0 0 0,0 0-35 0,3-2 21 15,0 0-13-15,5 0-9 16,-3-2 1-16,0 3-315 0,-1-2 157 0,-1 2 79 0,-3 0-630 0,0-2 306 16,5 1 173-16,-6 1-224 0,1-2 194 15</inkml:trace>
  <inkml:trace contextRef="#ctx0" brushRef="#br0" timeOffset="-188813.95">16977 10505 1351 0,'2'-7'0'0,"10"1"0"0,6 2 0 0,-1-1 0 0,0 0 0 0,0 0 0 0,2 3 206 0,-4 2-87 0,2 0-43 15,-1 0 153-15,2 9-102 16,-5 5-47-16,-3 3-20 0,-1 5 1 0,-6 3-29 16,-3-3 9-16,0 8-42 0,-5 1-1 0,-11-4 34 15,-2 3 1-15,-5-2-73 0,1-1 44 0,-5-4-8 16,1-3 37-16,-3-2-174 0,4-6 86 15,2-2 4-15,-3 1 32 0,7-5-352 0,1-5 176 0,9-1-212 16,-1 0 188-16,8-3 84 0,2-14 56 16,4-3-264-16</inkml:trace>
  <inkml:trace contextRef="#ctx0" brushRef="#br0" timeOffset="-188608.5">17272 10362 793 0,'6'-11'0'0,"-4"7"0"0,-1 3 0 0,-1-2 0 0,0 3 0 0,-1 0 202 15,-12 0-89-15,-1 12 302 0,3 9-192 0,-1 5-94 0,3 6-49 16,-2 3-15-16,4 9 291 0,1 1-162 16,4 0 46-16,2-2-103 0,0-2-53 15,0-5-17-15,12 1-8 0,2-3-117 0,4-3 45 16,2-7 24-16,1-2-156 0,0-4 97 16,3-2 36-16,-4-4 23 0,1-5-531 0,0-3 272 15,-1-4 72-15,1 0 87 0,0 0-537 0,-3 0 297 16</inkml:trace>
  <inkml:trace contextRef="#ctx0" brushRef="#br0" timeOffset="-188441.42">17569 10463 1203 0,'0'-5'0'0,"-2"4"0"0,2 1 0 0,0 0 0 0,0 0 0 0,2 0 0 0,4 5 0 0,1 2 470 0,2 3-223 0,3 3-107 16,1 0-54-16,-2-1 74 0,3 2-64 0,-4 1-137 15,2 1 33-15,-1-2 20 0,0 3 0 0,1-2-528 16,-3-1 275-16,0-3 144 0,3 0 61 0,-1-1 35 0</inkml:trace>
  <inkml:trace contextRef="#ctx0" brushRef="#br0" timeOffset="-188205.06">17907 10258 796 0,'1'-12'0'0,"-1"5"0"0,3 1 0 0,-1 2 0 0,-2 3 261 0,2 1-106 16,-2 0-65-16,0 7 127 0,0 16-92 16,0 9 270-16,-7 8-181 0,-7 9-82 0,-7 14-54 15,-1 3-23-15,-3 8 230 16,-3 12-126-16,2-1-63 0,-1-8 59 0,-6 22-66 0,1-8-28 16,-2-3 0-16,2-2-28 0,4-12-128 0,1-9 72 15,-1 11 23-15,10-26-133 0,2-3 83 0,7-13 41 16,4-9-377-16,1-7 176 0,1-3 56 0,3-8 74 15,0-5-481-15,0-2 264 16,3-2 132-16,8-10 58 0,6-11-358 0</inkml:trace>
  <inkml:trace contextRef="#ctx0" brushRef="#br0" timeOffset="-187976.4">17982 10713 1549 0,'-7'-1'0'0,"7"1"0"0,0 0 0 0,0 0 0 0,0 0 0 0,0 0 0 0,7 0 0 0,6 0 532 0,4 1-249 0,6-1-126 0,-1 0-61 16,3 0 202-16,-3 0-125 0,9-5-74 0,-5 0-33 16,-2-2-138-16,-3 0 52 0,1-1 35 0,-1 3-203 15,-4 3 110-15,-2 1 55 0,0-1-591 16,-6 2 324-16,1 0 97 0,-5 0 100 0</inkml:trace>
  <inkml:trace contextRef="#ctx0" brushRef="#br0" timeOffset="-187794.89">18485 10486 1516 0,'2'-3'0'0,"0"0"0"0,4 2 0 0,-2 0 0 0,0-2 0 0,3 3 0 0,2 0 0 0,5 0 526 0,0 0-247 15,4 4-123-15,-2 3 32 0,3 3-79 0,0-1-29 16,5 3-9-16,-1-1-214 0,-4-2 87 0,1 3 45 16,1-3 22-16,-2 0-517 0,-3-2 265 0,0-1 137 15,-3 0-564-15,0-2 265 0</inkml:trace>
  <inkml:trace contextRef="#ctx0" brushRef="#br0" timeOffset="-187594.43">18829 10378 1140 0,'0'-20'0'0,"0"9"0"0,0-2 0 0,0 4 0 0,0 2 0 0,0 2 0 0,0 4 0 0,0 1 212 0,0 0-91 0,0 20 291 16,0 9-190-16,0 8-86 15,-9 12-56-15,-8 11 125 0,0-2-86 0,-2 6-43 16,-3 4-21-16,1 2 175 0,-3 1-103 0,-1 5-47 0,1-4-24 16,-2 0-57-16,1-1 1 0,4-15 41 0,3 1-339 15,2-10 165-15,7-14 83 0,2-7 41 0,1-3-484 16,4-14 249-16,0-1 52 0,2-8-166 15,0 0 163-15,2-19 81 0</inkml:trace>
  <inkml:trace contextRef="#ctx0" brushRef="#br0" timeOffset="-187296.11">18938 10163 1566 0,'11'-30'0'16,"8"15"0"-16,8 5 0 0,-1 0 0 0,-2 0 0 0,-1 3 0 0,-2 4 0 0,-1 3 212 0,-3 0-93 0,0 0-43 0,0 3 117 0,-4 8-79 16,-3 5-41-16,-3 5 8 0,-5 6-33 0,-2-2-15 15,0 4 0-15,-9 1 0 0,-9 1-103 0,-2-1 60 16,-3-2 17-16,1-2-37 0,-1-3 32 0,6-7 0 16,0 1 65-16,4-5 8 0,2-3-42 0,3-3-50 15,5-2 225-15,1-3-93 0,2-1-44 0,0 3-12 16,9-3 12-16,8 0 1 0,6 0-39 0,-1-4-1 15,2 0 24-15,-3-2 9 0,4 2-32 16,-3 1-309-16,1-1 155 0,-1 2 77 16,-1 0-258-16,-1 2-200 0,0 0 245 15,-4 0 71-15,-1 0-412 0,0 4 282 0</inkml:trace>
  <inkml:trace contextRef="#ctx0" brushRef="#br0" timeOffset="-187093.66">19445 10201 1107 0,'6'-9'0'16,"9"3"0"-16,2 1 0 0,-2 3 0 0,0-1 0 0,2 3 132 0,0 5-53 0,1 13 510 15,3 8-278-15,0 10-139 0,-3 2-70 0,0-1 351 0,0 12-214 16,-3-2-103-16,-4 0-52 0,-2 0 50 0,-6 3-50 16,-3-1-18-16,0 2-8 0,-8-1-164 15,-8 2 69-15,-7-4 35 0,-2-3-152 0,-3-2 101 0,-6-7 39 16,1-2 23-16,-5-6-541 0,1-3 195 15,-3-7 164-15,4 0-14 0</inkml:trace>
  <inkml:trace contextRef="#ctx0" brushRef="#br0" timeOffset="-186188.69">20369 9824 981 0,'0'-8'0'15,"0"4"0"-15,0 3 0 0,0 1 0 0,0 0 0 0,0 14 0 0,0 9 0 0,0 12 170 0,-2 1-60 0,2 17-43 0,0 0 1 0,-2 10 177 0,1-1-106 16,-1 2-53-16,0-4 115 16,-2 13-88-16,-1-5-40 0,1-3 0 15,-1-1-13-15,0-11 0 0,0 5-19 0,1-7-4 16,2-11-4-16,-1-3 0 0,1-3-1 0,-2-9-6 0,1-5 15 16,1-9-9-16,-1-1 1 0,-1-7-31 0,2-3 31 15,-3 0 0-15,-2 0-34 0,-1-13 13 0,0-4-19 16,1-7 36-16,0-3-229 0,-1 0 109 0,0-4 40 15,-1-1-199-15,0 0 109 0,-5 3 63 16,0 3 12-16,0 5-64 0,-2 1 52 16,-2 9 23-16,2 6 0 0,-5 5 57 0,0 0 0 15,-1 15-43-15,-1 11 177 0,0 10-85 0,5-1-41 16,-1 3 259-16,8-6-127 0,3 4-79 0,3-3-4 16,5-2 200-16,0-4-97 0,0-3-64 0,7-5-33 15,7-1 17-15,-2-5-28 0,7-2-1 0,1-3-20 16,0-2-58-16,4-6 30 0,-1 0 7 0,5 0-292 15,-1-8 156 1,0-7 79-16,3-4 38 0,0-1-665 0,-2-3 297 0,1-2 176 0,-3-1-341 16,-1 0 254-16</inkml:trace>
  <inkml:trace contextRef="#ctx0" brushRef="#br0" timeOffset="-185972.75">20493 10541 933 0,'5'-17'0'16,"2"4"0"-16,2 3 0 0,2 1 0 0,4 2 0 0,3 1 0 0,0 5 202 0,7-2-85 0,-1 3-42 0,-2 0 337 0,6 4-194 15,-3 7-93-15,-4 4-46 0,-3 6 235 16,-1 2-141-16,-6-1-62 0,1 8 32 0,-8-2-55 0,-4 4-28 16,0 0 0-16,-6 1 36 15,-9 3-23-15,-3-4-9 0,-5 0-133 0,0-2 51 16,-3-3 25-16,-1-5 1 0,5-4-205 0,-6 0 112 16,4-5 58-16,3-5 30 0,-1-1-431 15,3-3 208-15,6-4 50 0,-1 0-70 0,7 0 104 0,3-6 51 16,4-7 26-16,0-6-334 0,15-2 171 0,8-2 99 15</inkml:trace>
  <inkml:trace contextRef="#ctx0" brushRef="#br0" timeOffset="-185746.35">20981 10336 1147 0,'2'-15'0'0,"-2"4"0"0,0 6 0 0,-7 3 0 0,-8 0 0 0,0 2 0 0,-6 4 0 0,3 14 0 0,-3 6 443 0,1 7-197 0,-5 8-110 0,6 2 329 15,1 5-216-15,4-1-109 0,5 0-53 0,5-6 117 16,4 2-90-16,0-3-41 16,0-4 79-16,9-4-60 0,9-2-29 0,0-4 7 15,5-3-156-15,0-4 59 0,0-4 30 0,4-1 0 16,-1-6-335-16,-3 1 190 0,5-4 83 0,-8-2-556 16,8-1 256-16,-7 0 165 0,2 0 68 0,-1 0-434 15,1 0 268-15,-2-1 130 0</inkml:trace>
  <inkml:trace contextRef="#ctx0" brushRef="#br0" timeOffset="-185468.08">21316 10528 719 0,'0'0'0'0,"0"0"0"0,0 0 0 0,0 0 0 0,0 0 0 0,2 0 0 0,5 0 408 0,5 1-180 15,4-1-101-15,11 0 278 0,-3 0-187 16,3 0-92-16,-1 0-38 0,6 0 70 0,-4 0-63 0,1 0-31 16,-4 0-178-16,-4 0 73 0,2 0 45 0,-5 0-9 15,1 0-125-15,-1 0 82 0,-4 0 40 16,0 0 0-16,-5 2-450 0,0-2 162 15,-4 2 145-15,2 0-405 0</inkml:trace>
  <inkml:trace contextRef="#ctx0" brushRef="#br0" timeOffset="-185287.56">21549 10075 800 0,'-5'0'0'0,"0"3"0"0,5 9 0 15,0 4 0-15,0 4 193 0,0 8-81 0,0 11-39 0,0 5-1 16,2 4 367-16,4 3-208 0,-2 6-99 0,0 8 162 0,-2 0-131 16,-1 2-65-16,1-7-25 0,0 15-312 15,-2-6 136-15,0-1 67 0,0-2-646 0,0-2 353 16</inkml:trace>
  <inkml:trace contextRef="#ctx0" brushRef="#br0" timeOffset="-183270.48">22265 10158 1023 0,'-6'0'0'0,"-1"0"0"16,1 2 0-16,-4 7 0 0,0 6 0 0,-2 8 0 0,-1 5 0 0,-3 11 0 0,2 5 164 0,0 5-66 0,3 1 170 0,0 2-109 0,3 3-68 15,3-3-28-15,5 0 94 0,0-6-61 16,0-8-32-16,3-1 8 0,11-6-13 0,2-1-26 16,3-8 0-16,2-3 0 0,1-4-93 0,-1-6 54 15,7-4 16-15,-3-2-304 0,0-3 164 0,-3 0 72 16,0-4-479-16,-4-9 223 0,4-4 147 0,-7-4 55 16</inkml:trace>
  <inkml:trace contextRef="#ctx0" brushRef="#br0" timeOffset="-183044.08">22394 10429 886 0,'-4'-4'0'0,"3"2"0"0,1 0 0 0,0 0 0 0,3 2 0 0,13-2 0 0,6 2 345 0,2 0-156 0,4 0-79 0,-3 11-38 16,2 4 111-16,-7 4-67 0,1 5-46 0,-4 5 133 16,-4 0-86-16,-6 3-42 0,-3 4 29 0,-3-2-28 15,-1 0-8-15,-3-1-35 0,-12 0-23 0,-2-5 23 16,-1-2-1-16,-5-4 9 0,-2-2-113 15,1-6 52-15,2-4 27 0,1-3-1 0,-2-4-92 16,3-3 62-16,3 0-16 0,4 0-375 16,5-3 170-16,6-10 112 0,2-7-371 0,5-1 227 15,18-5 127-15,5-7 58 0</inkml:trace>
  <inkml:trace contextRef="#ctx0" brushRef="#br0" timeOffset="-182869.55">22781 10374 1835 0,'0'-6'0'0,"0"6"0"0,-1 0 0 0,-15 4 0 0,-2 14 0 0,-1 5 0 0,0 6 0 0,-1 9 0 0,0 2 0 0,6 3 293 16,2-1-130-16,8-8 226 0,4 3-170 0,0-1-97 15,2-5-44-15,12 0-13 0,6-5 0 0,4-4-33 16,5-4-229-16,1-4 111 0,2-4 60 0,0-5 29 16,-1-1-500-16,1-4 266 0,2 0 139 0,-4-4 59 15,2-9-686-15,-4-1 344 0</inkml:trace>
  <inkml:trace contextRef="#ctx0" brushRef="#br0" timeOffset="-182602.26">23029 10081 678 0,'0'-12'0'0,"0"6"0"0,0 3 0 0,8 0 0 15,2-1 0-15,2 2 350 0,-1 2-163 0,3 0-77 0,-3 9-38 0,2 6 166 0,-5 2-103 16,-3 2-43-16,1 7-33 0,-4-1-3 0,-2-3 1 15,0-1-24-15,-4-1-45 0,-5 1 31 0,-3-4-8 16,-1-2 21-16,-2-3 27 16,2 1 0-16,-1-6-26 0,7 1 29 0,-2-5-9 15,5 1-20-15,1-4 0 0,1 1 77 0,2-1-39 16,0 3 8-16,2-3-46 0,9 0-38 0,6 0 0 16,3 0 38-16,1 0-131 0,2 0 74 0,-3 0 24 15,3-3 0-15,-3 0-432 0,2 1 216 0,-3 0 82 16,1 2-257-16,-4 0 176 0,0 0 91 15</inkml:trace>
  <inkml:trace contextRef="#ctx0" brushRef="#br0" timeOffset="-182433.72">23170 10546 1480 0,'-15'12'0'0,"6"1"0"0,1-2 0 0,4-6 0 0,2 1 0 0,2-2 0 0,0 0 0 0,8-4 0 0,11 0 239 0,7 0-104 0,4 0-50 0,2-8 152 15,4-1-102-15,-3-1-42 16,1-1-164-16,0 1 52 0,-4 1 26 0,-2 2 0 16,-3 1-535-16,-2 3 289 0,5-2 132 0</inkml:trace>
  <inkml:trace contextRef="#ctx0" brushRef="#br0" timeOffset="-182136.13">23523 10293 525 0,'0'0'0'0,"0"0"0"0,2-3 0 0,9 0 0 0,6-3 0 0,3 1 383 16,5 3-175-16,-4 1-79 0,5 1 185 0,-7 0-140 15,2 10-71-15,-4 4-35 0,-4 2 21 0,-2 5-19 16,-1 6-10-16,-9-3-27 0,-1 4-28 0,0 5 0 16,-17 4 28-16,-1-7 7 0,-9 9-95 0,1-5 43 15,-2-1 23-15,1-8-61 0,-1 4 42 0,0-5 28 16,1-3 46-16,6-5-31 0,3-3-16 15,4-2-34-15,4-2 240 0,4-4-103 16,2-3-48-16,4 0-16 0,0 0 52 0,6-2-38 16,11 0 8-16,8 0-5 0,0-2-21 0,5-4-1 15,2-4-20-15,3 3-164 0,-3-3 90 0,2 1 32 16,-2 1-438-16,-2 3 219 0,-2-1 121 0,0 3 26 16,-6-1-574-16,8 0 315 0,-5 1 154 0</inkml:trace>
  <inkml:trace contextRef="#ctx0" brushRef="#br0" timeOffset="-181900.39">23961 10338 1176 0,'0'0'0'0,"0"0"0"0,1 0 0 0,12 0 0 0,6-2 0 0,2-2 0 0,4 2 0 0,-5 2 272 0,7 0-124 0,-1 0 149 0,-3 12-132 15,-3 3-66-15,-3 2-33 0,-4-1 4 0,0 5-8 16,-7 0-29-16,-5 5 0 15,-1 1-46-15,-1 1 23 0,-16 2 9 0,-3-2-20 16,-5 0 1-16,0-2 32 0,-3 1 1 0,2-6-132 16,4-7 58-16,-8 3 31 0,7-8-252 0,2-3 130 15,3-4 40-15,8-2 40 0,2 0-319 0,8-2 173 16,0-14 82-16,11-4 42 0,18-8-301 0</inkml:trace>
  <inkml:trace contextRef="#ctx0" brushRef="#br0" timeOffset="-181726.34">24311 10303 1184 0,'2'-4'0'0,"-2"2"0"0,0 2 0 0,-3 0 0 0,-14 6 0 0,-4 6 0 0,0 5 219 0,3 4-92 15,-1 4-48-15,4-1 193 0,2 3-124 0,4 2-57 16,7-1-29-16,2-1 275 0,0-1-151 0,13-3-69 16,5-1-37-16,7-1-24 0,0-4 0 0,2-4-23 15,1-2-339-15,-3-2 177 0,5-1 77 0,-5-3 42 16,-4-2-620-16,1-1 324 0,-3-2 72 15</inkml:trace>
  <inkml:trace contextRef="#ctx0" brushRef="#br0" timeOffset="-181567.76">24492 10343 742 0,'0'-1'0'0,"0"1"0"0,0 0 0 0,4 0 0 0,4 0 0 0,-1 0 0 0,6 0 467 0,1 4-217 0,2 3-108 0,-1 4-55 0,2 1 203 15,-2 0-120-15,2 2-72 0,-2 1-287 16,-2 2 111-16,1-4 56 0,-2 0 27 0,2-2-588 16,1-3 295-16</inkml:trace>
  <inkml:trace contextRef="#ctx0" brushRef="#br0" timeOffset="-181377.27">24862 10173 944 0,'2'0'0'0,"0"2"0"0,-1 13 0 0,-1 9 0 0,0 5 0 0,-11 8 0 16,-3 2 0-16,-6 6 425 0,-2 4-188 0,-6 9-106 0,-1-1 221 0,2 2-160 0,-3 6-80 15,-1-2-39-15,6-10 7 0,-7 11-47 0,7-20-1 16,1 3-126-16,11-16 64 0,1 1 31 0,6-11 8 16,6-4-388-16,0-8 206 0,0-3 103 0,9-6 18 15</inkml:trace>
  <inkml:trace contextRef="#ctx0" brushRef="#br0" timeOffset="-181216.7">24847 10492 1845 0,'8'-12'0'0,"7"5"0"15,5-3 0-15,-1 0 0 0,-1 0 0 0,2 3 0 0,1-1 0 0,2 1 0 0,4-1 250 0,-6 3-101 0,2 4-62 0,-2-1-4 0,0 1-26 16,2 1 1-16,-2 0-25 15,-4 0-398-15,4 0 195 0</inkml:trace>
  <inkml:trace contextRef="#ctx0" brushRef="#br0" timeOffset="-181051.15">25345 10248 1752 0,'0'0'0'0,"0"0"0"0,2 0 0 0,7 4 0 0,1 1 0 0,0 2 0 16,3 3 0-16,7-1 0 0,-1 5 287 0,1-1-128 0,1 0-62 0,0 2-33 0,-5-4-124 0,3 1 42 16,-2-1 26-16,-2-2-479 0,0 0 252 0,-1-3 126 15,-3-2 71-15</inkml:trace>
  <inkml:trace contextRef="#ctx0" brushRef="#br0" timeOffset="-180868.13">25689 10214 1337 0,'3'-17'0'0,"-1"4"0"0,0 5 0 0,-1 1 0 0,-1 1 0 0,0 5 0 0,0 1 0 0,0 0 0 0,-3 14 0 0,-7 13 237 0,-2 10-106 0,-3 6-49 16,-2 6 309-16,0 4-179 0,-6 9-90 0,5-9-36 15,-8 14 153-15,-1-5-103 0,-1 0-52 0,0-2-45 16,5-10-6-16,1 3 8 0,3-6-102 0,6-13-143 16,1-2 119-16,4-11 59 15,3-6-542-15,2-4 303 0,3-7 69 0,0-4 98 0,0 0-515 0</inkml:trace>
  <inkml:trace contextRef="#ctx0" brushRef="#br0" timeOffset="-180599.85">25708 10030 1420 0,'22'-13'0'0,"9"9"0"0,6-1 0 0,-5 3 0 0,-4 0 0 0,-2 0 0 0,-2 2 223 0,1 0-95 0,1 9-47 16,-6 6 188-16,-4 1-110 0,-4 2-67 0,-3 3-30 15,-6 4-17-15,-3-2-12 16,-1 2 0-16,-20 0 8 0,2-3-104 0,-7 0 48 16,0-2 24-16,-1-2-12 0,4-3-1 0,5-4 45 15,-3 1 6-15,6-5-14 0,7-1-13 0,1-3 10 16,3 0 136-16,4-3-62 16,0 0-52-16,2 0 0 0,9 0 3 0,10 0-22 0,2-3 0 0,-1-2 8 15,8 0-223-15,-4-1 107 16,3 0 54-16,-1 0-641 0,0 4 313 0,-5 0 131 15,7 0-248-15</inkml:trace>
  <inkml:trace contextRef="#ctx0" brushRef="#br0" timeOffset="-180371.46">26282 10057 1433 0,'2'-8'0'0,"8"2"0"0,1 5 0 0,2-1 0 0,-2 2 0 0,0 0 0 0,1 6 0 0,1 10 0 0,2 4 582 0,-2 9-275 0,-2 3-137 0,-1 4 188 16,-5 1-155-16,-1 8-89 0,-4-3-33 0,0-3-25 16,-4-5 1-16,-10 3-24 0,-2-1-54 0,-6 1 22 15,-3-5 1-15,1 0 31 0,-7-3-272 0,0-3 136 16,1-7 76-16,-4 1 26 0,1-6-497 0,7 1 173 16,6-12 149-16,3 4-261 0,8-4 194 0,0-3 109 15,5 0 50-15</inkml:trace>
  <inkml:trace contextRef="#ctx0" brushRef="#br0" timeOffset="-179968.25">27026 9694 1480 0,'11'0'0'0,"6"0"0"0,2 1 0 0,-4 17 0 0,-6 2 0 0,-5 8 0 0,-4 10 0 0,0 7 0 0,-4 4 398 0,-11 5-182 0,2 1-92 16,1 1-37-16,3 1-32 0,1 1 1 0,3-2-23 16,4-4 259-16,-1-1-129 0,2-9-58 0,0-1-39 15,0-6 48-15,0-2-41 0,0-9 1 0,0-3-151 16,2-8 64-16,-1-4 18 0,1-6-250 0,-2 2 138 16,0-5 70-16,0 0 22 0,0-2-187 0,0-10 69 15,-7-3 60-15,-3-3-19 0,-2-5-73 0,0 3 58 16,-3-6 41-16,-2-1 1 0,0 0-23 0,-1 7 27 15,2 3 1-15,-1 2 19 16,-1 4 8-16,-1 5 0 0,-3 5 203 0,4 1-101 16,-2 0-51-16,1 8-34 0,0 12 381 0,4 1-185 15,1 2-93-15,6 6-11 16,2 1 242-16,1 1-135 0,5 4-79 0,0-4-36 0,0 2 19 16,11-4-28-16,3-2 1 0,4-8-84 0,6 1 25 0,0-8-1 15,4-5 33-15,4-4-490 0,0-3 246 0,0 0 129 16,0-10-787-16,-1-5 418 15,-1-4 209-15,-1-4 104 0</inkml:trace>
  <inkml:trace contextRef="#ctx0" brushRef="#br0" timeOffset="-179843.57">27261 10256 885 0,'3'0'0'0,"9"0"0"0,4 7 0 0,2-6 0 0,-2 3 0 0,1 2 108 0,2 0-37 0,0 1-26 0,5 3 0 15,-2 1 68-15,-1 2-40 0,0-2-1 0,-2 0-171 16,0 3 61-16,0-3 33 15,-1-1-491-15</inkml:trace>
  <inkml:trace contextRef="#ctx0" brushRef="#br0" timeOffset="-179644.11">27873 9972 1297 0,'0'-8'0'0,"-2"5"0"0,-5 0 0 0,-7 3 0 0,-4 6 0 0,-7 20 0 0,-7 16 223 0,-3 11-95 0,-9 8-40 0,-9 21 291 16,-2-4-174-16,-7 9-86 0,-2 6 61 0,-15 20-74 16,12-9-28-16,-18 25-9 0,12-7-96 0,3 2 31 15,9 2-1-15,9-4 29 0,15-25-460 0,2 4 226 16,12-8 118-16,4-18 58 0,8-5-616 0,5-23 314 16</inkml:trace>
  <inkml:trace contextRef="#ctx0" brushRef="#br0" timeOffset="-179434.67">27809 11194 2401 0,'-23'-5'0'0,"22"1"0"0,7 4 0 0,16 0 0 0,-13 0 0 0,-8-2 0 0</inkml:trace>
  <inkml:trace contextRef="#ctx0" brushRef="#br0" timeOffset="-153692.46">12911 10156 460 0,'0'0'0'0,"0"0"0"0,0 0 0 0,0 0 0 0,0-2 0 0,0 0 0 0,0 0 0 0,0-1 0 0,0 2 92 0,0-1-29 0,0 1-1 16,0 1 16-16,0-3-15 0,0 3-7 0,0 0-24 15,0 0 117-15,0 0-59 0,0 0-28 0,0 0 94 16,0 0-66-16,0 0-28 0,0 0 0 0,0 0 43 16,0 3-36-16,0 4 9 0,0 1-46 0,0 1 117 15,0-1-59-15,0 3-28 0,0-1-1 0,0 1 80 16,0 4-58-16,0-2-25 0,0 2 49 15,0-1-36-15,0 5-1 0,0 1 73 16,0 0-59-16,2 3-25 0,0 3-1 0,1-2 40 16,2 1-32-16,-3-3 7 0,3 8-40 0,-1-3 23 15,0-1 1-15,1 0-25 0,-1-5-33 0,0 0 7 16,0 0 27-16,0 1-1 0,-1-4-32 0,1-2-1 16,-2-6 34-16,1 2-61 0,-1-4 26 0,0-3 0 15,-2-3 0-15,2 0-59 0,-2-2 37 0,0 0 10 16,0 0-3-16,0 0 20 15,0 0 2-15,0-4-11 0,-4-4-262 0,1 1 122 16,1-3 68-16,0 3 25 0,2-2-653 0,0 2 336 16,0 1 169-16</inkml:trace>
  <inkml:trace contextRef="#ctx0" brushRef="#br0" timeOffset="-153072.47">13732 10212 797 0,'-3'0'0'0,"1"0"0"0,2 0 0 0,0 0 0 0,-2 0 0 0,2 0 0 0,0 0 0 0,0 0 0 0,0 2 232 0,0 2-100 0,0 3-41 0,4 1 130 16,-1 3-94-16,3 1-47 15,-3 3-24-15,1 1 132 0,-2 2-69 0,3 3-47 16,-4 4 0-16,1 0 24 0,-2-1-31 0,0-3 8 16,0 7 39-16,0-8-39 0,2 3-1 0,-2 0-39 15,0-3 27-15,2-2 8 0,0 2-35 0,-1-6-26 16,-1 2 0-16,2-1 25 0,-2-2 1 0,0-3-40 16,0-1 15-16,0-1 0 0,0 1 25 0,0-3-26 15,0-3-8-15,0-3 40 0,0 4-95 0,0-4 37 16,0 0 7-16,0 0-1 0,-3 0-90 0,-1 0 46 15,2-4 30-15,-1-4-412 16,0-2 207-16,3 2 86 0,0-1 57 0,0 1-593 0</inkml:trace>
  <inkml:trace contextRef="#ctx0" brushRef="#br0" timeOffset="-151849.34">9116 10650 400 0,'0'-2'0'0,"0"0"0"0,0 0 0 0,0 1 0 0,0-1 0 0,0 0 0 0,0 0 0 0,0 0 0 0,0 0 77 0,0 0-45 0,0 0 1 16,0 1 37-16,0-2 1 0,0 3-39 0,0-1 74 15,0 1-41-15,0 0 0 0,0 0-32 0,0 0 94 16,0 0-47-16,0 0-15 0,0 0-9 0,0 0 69 16,0 0-46-16,0 0-23 0,0 0 0 0,0 9 15 15,0 4-9-15,0 4-29 0,0 1 111 0,1 9-55 16,1-1-29-16,2 2 84 15,-2 3-60-15,1-2-26 0,2 3 0 0,-2 0 24 16,1 2-17-16,0-2-7 0,-1 0-26 0,1-2 13 16,0-2-12-16,-1-2-1 0,2-3 9 0,-1 0-42 15,-3-3 0-15,1-1 33 0,0-4-35 0,0-4 36 16,0-4 8-16,-2 0-49 0,0-4 1 0,0-1 18 16,0-2 16-16,0 0-38 0,0 0 37 0,0 0-16 15,0-2 9-15,0-3-264 0,-2-3 125 16,0 3 55-16,2-3 34 0,0 3-609 15,0-2 303-15</inkml:trace>
  <inkml:trace contextRef="#ctx0" brushRef="#br0" timeOffset="-151160.18">9824 10778 618 0,'0'-2'0'0,"0"0"0"0,0 0 0 0,0 0 0 0,0-1 0 0,0 1 0 0,0-1 0 0,0 1 0 0,0 2 193 0,0 0-80 0,0 0-40 16,0 0 85-16,0 0-55 0,0 0-39 0,0 0 72 15,0 0-52-15,0 0-25 16,0 0-1-16,0 0 32 0,1 8-33 15,1 0 0-15,0-1-24 0,-2 3 98 0,2-2-48 0,0 2-18 16,-2 1 49-16,2 3-41 0,-1-1 0 0,-1 0-9 16,2 4 0-16,1 1-23 0,-1 3-9 0,0 0-25 15,-1 5-1-15,2-1 27 0,-2 1 0 0,1-3-66 16,0 6 29-16,1-1-1 0,-1-6 38 0,2 0-39 16,-2-1 5-16,1-3 7 0,0-1-16 0,-1-3-28 15,0-5 13-15,-1-2 52 0,1-1-26 16,-2-4 8-16,0-1-13 15,0 2 88-15,0-3-36 0,0 0-1 0,0 0-30 0,0 0 42 16,0 0-18-16,0 0 1 0,-2 0-6 0,-1 0-36 16,1 0 13-16,-1 0 19 0,1-3-204 0,2 3 94 15,-1-1 44-15,-1 1 25 0,2 0-539 0,0 0 256 16</inkml:trace>
  <inkml:trace contextRef="#ctx0" brushRef="#br0" timeOffset="-129630.66">1588 11750 540 0,'-12'-2'0'0,"6"1"0"0,-1-2 0 0,2 2 0 0,-2-1 0 0,2 0 0 0,0-2 94 0,0 1-30 0,0 0 0 0,2 0 48 16,1 0-44-16,-3 0 1 0,3 1-37 0,2 1 26 16,0-1-1-16,0 1-16 0,0 1-9 0,0 0 29 15,0 0-1-15,0 0-27 0,0 0 37 0,0 0-29 16,0 0-8-16,0 0 33 0,0-4-33 0,0 3 0 16,0 1 0-16,0-2 61 0,0 2-34 0,0-2-1 15,0 0-26-15,0 2 42 0,0 0-21 16,0 0 9-16,0 0-31 0,0 0 17 15,0 0-16-15,0 0 0 0,0 0 7 0,0 0 1 16,2 0-8-16,-2 0 6 0,4 0-6 0,-3-2-1 16,1 2 1-16,1-2 32 0,2 2-33 0,0-1 1 15,0 1 0-15,0-2-30 0,4 0 38 0,-4 2-8 16,1-2 0-16,1 1-14 0,2-1 13 0,-4-1 1 16,3 3-17-16,-2 0-10 0,1-1 24 15,2 1 1-15,-1-3-26 0,0 3 1 16,0 0 23-16,1 0-31 0,4 0 25 0,-1 0 1 15,1 0-6-15,-1 0 27 0,5 0-17 0,-4 0-5 16,6 0 0-16,-3 0 20 0,1 0-20 0,2 0 0 16,-1 0 29-16,1 0-25 0,0 0-2 0,1 0 5 15,1 0-11-15,0 0 9 0,1 0 6 0,3 0-47 16,-1 0 39-16,-3 0-1 0,1 0 1 0,5 0-44 16,-7 0 6-16,9 0 29 0,-6 0 4 15,0 0-27-15,3 0 0 0,-3-3 17 16,0 3-10-16,1-3 8 0,-1 3 5 0,-1 0-25 15,5 0 22-15,-1-1-4 0,-5 1 6 0,1-2 0 16,1 2-3-16,2-2-2 0,0 0 1 0,-1 2 19 16,-2-1-16-16,4 1 0 0,-1 0-2 0,-2 0-1 15,6 0 2-15,-5 0 1 0,1 0 13 0,5 0-12 16,-4 0-1-16,3 0-12 0,-4 0 12 0,2 0 0 16,-5 0 3-16,8 1-29 0,-1 1 25 15,-3-2-1-15,5 0 0 0,-5 0 3 0,2 0-1 16,4 0-3-16,-2 0 1 0,-3 0 13 15,0 0-13-15,1 0 157 0,1 0-167 0,1 0 0 16,-3 0 0-16,0 0 0 0,1 0 0 0,0 0 0 16,-4 0 0-16,6 0 0 0,-3 0 0 0,-1 0 0 15,0 0 0-15,4 0 0 0,-6 0 0 0,7 0 0 16,0 0 0-16,-5 0 0 0,4 0 0 0,-3 0 0 16,-2 0 0-16,5 0 0 0,-2 2 0 15,1 0 0-15,-2-2 0 0,2 0 0 16,4 0 0-16,-3 0 0 0,2 0 0 0,-2-2 0 15,2 0 0-15,-2-1 0 0,2-1 0 0,-2 0 0 16,2 3 0-16,-2-1 0 0,0-1 0 0,2 2 0 16,1 1 0-16,0 0 0 0,-1 0 0 0,0 0 0 15,0 0 0 1,1 0 0-16,1 1 0 0,-1 2 0 0,0-1 0 0,2-1 0 0,-4 0 0 0,1-1 0 16,0 3 0-16,-2-1 0 0,-1 0 0 0,-2 1 0 15,3-1 0-15,-6 0 0 16,8-1 0-16,-2 2 0 0,-5-3 0 0,1 0 0 15,1 0 0-15,-5 0 0 0,4 0 0 0,-5 0 0 16,5 0 0-16,-1-3 0 0,-5 2 0 0,3-3-184 16,1 1 136-16,-5-1 38 0,2 0 0 0,-2 3-6 15,2-1 3-15,-3-1-9 0,0 2 41 16,-2-1-32-16,1 0 0 0,-2 2 31 16,0-2-30-16,0 2 0 15,0-3 3-15,-2 3 25 0,2 0 2 0,-1 0-27 0,0-1 10 0,-1 1 22 16,-2 0 8-16,1 0-34 0,-3 0 8 0,2 0 19 15,-1 0-19-15,-1 0-4 0,-3 0-2 0,-1 0 4 16,3 0 3-16,-4 0-35 0,3 0 1 0,-5 0 30 16,2 0-3-16,0 0-37 0,-3 0 32 0,1 0 4 15,-2 0-7-15,0 0-166 0,0 0 76 0,0 0 42 16,0 0 8-16,0 0-386 16,-8 0 201-16,0 0 92 0,0-2-678 0,0-3 393 15</inkml:trace>
  <inkml:trace contextRef="#ctx0" brushRef="#br0" timeOffset="-129389.71">5372 11296 1471 0,'-6'-2'0'0,"6"0"0"0,4 2 0 0,11 0 0 0,1 0 0 0,-2 6 0 0,3 3 0 0,4 1 0 0,1-1 200 0,3 6-83 0,-1 0 45 15,2 1-56-15,-1 5-41 0,0 0 1 0,-1 0-69 16,-4 1 36-16,0-1 8 0,-7-3 0 0,2 1-5 16,-6 0-3-16,-1 0-1 0,-7-2 1 0,-1-1 9 15,0 3-1-15,-6 2-8 0,-7 0-36 0,-9 0-1 16,0 0 37-16,-13 0-393 0,8 2 178 0,-16 6 80 16,-6 2 53-16</inkml:trace>
  <inkml:trace contextRef="#ctx0" brushRef="#br0" timeOffset="-128317.2">2127 8545 534 0,'0'-12'0'0,"-2"5"0"16,-1 1 0-16,0 1 0 0,1 1 0 0,-1-3 0 0,1 4 100 0,1-1-34 0,-2 1 8 0,0 1-41 0,3 0 126 16,0 2-62-16,0-2-33 0,0 2 9 0,0 0 31 15,0 0-36-15,0 0 0 16,0 6 17-16,0 3-26 0,3 3 8 0,0 0 42 15,0 4-38-15,0-1 0 0,2 2-38 0,-2 1 32 16,0 1 8-16,1 4-40 0,1 2 0 0,-1 0 54 16,-1 2-27-16,0 5 0 0,1 2-19 0,-1 7 33 15,-2 1-20-15,1 4-1 0,0 1 20 0,-1 4-41 16,1 0 9-16,-2 1 0 0,3 0-8 16,-1 3 0-16,-2 9 0 0,3-3 5 0,1-4 3 15,1 13-8-15,-3-6 0 0,3 1 22 16,-2-1 0-16,2-2-23 0,0-5 9 0,0 12 14 15,-1-5 0-15,2 3-44 0,-3 3 1 0,1 4 21 16,-1 0 8-16,0 3-60 0,-1 2 26 16,1-3 0-16,0 0 22 0,-2-2-54 0,1-10 27 0,-2 11-5 15,1-13 14-15,1 1 41 0,0-1-44 0,1-2 10 16,-2-1 26-16,3 13-27 0,-3-3-5 16,1-2 19-16,0 5-13 0,-2-4 0 0,0-5 9 15,0 14-8-15,0-10 4 0,0 3-3 16,0 3 6-16,0 1-51 0,0-9 27 0,0 11-5 15,0-9 18-15,3-4-21 0,-3-1-9 0,0 0 30 16,3-7-53-16,-3 14 23 0,0-5-10 0,3 0-33 16,-2 0 26-16,-1-2 0 0,2-9 21 0,0 3-43 15,-1-2 19-15,1-1 0 0,1 1 15 16,-1-1-42-16,-1 0 16 0,1-1 3 0,-1 1 15 16,1 0-16-16,-2-5-11 0,2 1 31 0,-2-12-21 15,0 1-31-15,0-4 19 0,0-6-13 16,0-4 1-16,0-1 36 0,-4-6-8 0,0-2-170 15,-1-5 89-15,0-6 45 0,-4-1 22 0,2-3-406 16,-2-3 219-16,1-20 104 16</inkml:trace>
  <inkml:trace contextRef="#ctx0" brushRef="#br0" timeOffset="-127720.15">1990 8680 558 0,'2'-17'0'0,"-1"4"0"0,1 2 0 0,0-3 0 0,1 3 0 0,-2 0 0 0,3 1 190 0,-3 3-83 0,1 2-37 16,-2 3 41-16,3-1-39 0,-1 3-1 0,-2 0-60 0,0 3-11 15,0 11 33 1,0 3 0-16,0 2-19 0,-8 6 19 0,-2-5 8 0,-2 10-8 15,-3-3-27-15,-2 0 27 0,4 2 0 0,-4-5-103 16,2-3 52-16,-2 0 19 0,4-3-4 0,-1-4-142 16,4-5 69-16,1-3 42 0,2-3 11 0,4-3-92 15,-1 0 47-15,4 0 29 0,0-9-3 0,0-6-116 16,7-6 57-16,4 1 14 0,1-1 27 0,2-2 0 16,2 3 27-16,-5 0-8 0,2 4 46 15,1-2-38-15,-2 2 0 0,0 4 1 0,0 0 129 16,-2 3-73-16,0 3 244 0,-3 2-142 15,-2 3-59-15,1 1-39 0,1 0 299 16,-2 0-148-16,4 0-59 0,1 3-44 0,-2 3 106 0,4-1-75 16,-1 3-37-16,4-1 202 0,0 1-124 15,0-2-58-15,1 1-28 0,1-2-1 0,-1 2 34 0,1 0-22 16,-1 1-125-16,2-3 43 16,-2-2 21-16,-1 3-1 0,0-3-182 0,-1 1 111 0,-1 1 42 15,-3-2 25-15,-1-1-126 0,-1 2 73 0,-2-2-12 16,1 0-28-16,-1-2-271 0,-3 2 155 0,2-2 85 15,1 3-317-15,-1 3 201 0</inkml:trace>
  <inkml:trace contextRef="#ctx0" brushRef="#br0" timeOffset="-126775.93">2238 11696 873 0,'-9'-14'0'0,"2"5"0"0,2 2 0 0,-1 0 0 0,-1 1 0 0,2 2 0 0,-2-2 0 0,2 4 0 0,-1 1 135 0,4 1-50 0,-3 0 68 16,4 0-64-16,-5 3-28 0,6 8 0 0,0 3 29 15,0 0-28-15,0 0 7 0,0 0-36 0,0-1 50 16,0 1-25-16,0-4 0 0,6-1-25 0,0-1-20 16,1-3 19-16,-1-1 1 15,2-2-39-15,1-2 39 0,-1 0 0 16,-1 0-16-16,4-2-9 0,-5-6 25 0,0-3 0 0,-1-2-48 15,-1-2 17-15,-1-2-10 0,0 0-46 16,-3 1 31-16,0 1 1 0,0 1 25 0,0 1 11 16,-3 4-55-16,-7-5 23 0,0 7-8 0,0-1 34 15,3 5-13-15,-1-1 6 0,-3 1-16 0,-2 3 102 16,4 0-45-16,1 8 74 16,-3 8-51-16,3 8-27 0,1 2 15 0,2 5-39 0,0 0 111 15,5 0-50-15,0-4-10 0,0-4 8 16,0 0 9-16,5-5-49 0,7-3-29 0,-1-7 0 15,3 1 29-15,-1-7 8 0,1-2-121 0,1 0 56 16,0-6 28-16,0-12-1 0,-1-4 9 0,-1-4-118 16,-5-2 44-16,2 0 36 0,-5-2-115 0,-1 2 67 15,-1 0 29-15,-3 7-5 0,0-2 22 0,0 7 8 16,-5 3 121-16,0 5-59 0,-2 1-28 0,-3 3-5 16,0 2 64-16,1 2-40 0,-1 0-11 15,1 13 1-15,1 3 86 0,0 5-47 0,2 8-8 16,2-5-1-16,3 2 11 0,1-3 0 0,0 2-12 15,0-5-53-15,0 1-3 0,1-6 36 0,9-2-119 16,-2-6 57-16,0-1 24 0,1-3 6 0,4-3-70 16,-2 0 42-16,-3 0 8 0,3-10 0 15,-5-6-89-15,2 0 51 0,-3-3 11 0,0-2 1 16,-3 0-37-16,-2-1 31 0,0 1 1 0,0 3-8 0,0-1 64 16,-7 4 0-16,-2 4 60 15,2 5-45-15,-2 0-20 0,-1 5-6 0,-1 1 129 16,-1 0-66-16,3 5-26 0,0 10 1 15,0 8 18-15,4-3-22 0,0 6 1 0,3-7 1 0,2 2 61 16,0-2-36-16,0-2-34 0,0-6 10 16,2 0 4-16,6-3-7 0,0-3-241 0,0-3 115 15,3-2 55-15,1 0 33 0,1 0 0 0,-1-6-512 16,2-4 232-16,2-2-213 0</inkml:trace>
  <inkml:trace contextRef="#ctx0" brushRef="#br0" timeOffset="-125687.42">4064 9018 1305 0,'0'0'0'0,"0"0"0"0,0 0 0 0,0 0 0 0,0 0 0 0,0 1 0 0,0 6 0 0,1 0 0 0,1-1 104 0,0-1-27 0,-1-1-9 15,1 0-35-15,1-2 14 0,-1 0-14 0,-1-2-1 16,-1 0-31-16,0 1 32 16,0-1-1-16,0 0 26 0,0 0-25 0,0 0 0 15,0-1 8-15,0-7-44 0,0 0 35 0,0-1 1 16,0 2 0-16,0-1-79 0,0 2 33 0,0 1 14 15,0 1 1-15,0 2-19 0,0 0-1 0,0 0 30 16,0 0 3-16,-1 2-4 0,1 0 2 0,-5 2-34 16,3 11 32-16,-1 3-9 0,1-1-3 0,1 0 45 15,-1-4-36-15,2 0 7 0,0-2-5 16,0-2 6-16,0-2-2 0,0-2-2 0,2-3 1 16,3 0-76-16,4 0 37 0,-1-7-6 15,0-6-39-15,-2-2 35 0,-2 0-7 0,0 0-37 16,-2-1 36-16,1 10-12 0,-3-4 29 0,0 2-4 15,0 5-4-15,0 1 14 0,-6 2-24 0,-2 0-12 16,0 9 24-16,3 8 6 0,3 0-6 0,2 2-250 16,0 1 125-16</inkml:trace>
  <inkml:trace contextRef="#ctx0" brushRef="#br0" timeOffset="-125242.14">4054 8132 662 0,'-8'-12'0'0,"2"5"0"0,-2 1 0 0,-2 3 0 0,-4 0 0 0,0 3 0 0,-2 0 0 0,0 8 147 15,-3 10-58-15,4 1-27 0,1 2 7 0,2 7 89 16,2 2-62-16,1 1-32 0,5 0 0 0,0 2 15 16,4-7-15-16,0 7-8 0,0-6 34 0,6-5-29 15,5 1 1-15,5-3-64 0,-1-4 42 16,2-2-7-16,2 0 0 0,0-3-145 0,2-4 72 16,0-1 37-16,-3 0 8 0,3-6-356 15,-3 0 180-15,0 0 88 0,0 0 11 0,-2-7-215 16</inkml:trace>
  <inkml:trace contextRef="#ctx0" brushRef="#br0" timeOffset="-125002.78">4089 8242 776 0,'-9'-6'0'0,"6"5"0"0,3-3 0 0,0-2 0 0,0 1 0 0,9-3 0 0,5 0 188 0,4 5-82 15,2 2-36-15,-1-2 172 0,2 3-104 0,-3 0-53 16,2 0-17-16,-2 11-4 0,-4 5-31 0,-4 2 0 15,-1-1-45-15,-6 9-27 0,-3 1 44 0,0 1-23 16,-2 2 25-16,-12 0 1 0,-2-2 24 0,-4-2-87 16,-4-1 51-16,0-3-17 0,0-4 22 0,-1-5-157 15,1-2 78-15,5-6 18 0,0-1 24 16,0-2-187-16,6-2 98 0,2 0 40 0,3-3-164 0,7-13 99 16,1 0 63-1,0-9-73-15</inkml:trace>
  <inkml:trace contextRef="#ctx0" brushRef="#br0" timeOffset="-124814.29">4345 8047 464 0,'1'-2'54'0,"-1"0"0"0,0 2-22 0,0 0 1 16,-9 6 84-16,-8 5-46 0,-1 6 0 0,0 3-38 16,6 3 228-16,-2 2-114 0,7-1-49 0,-1 7 109 15,3-2-87-15,5-1-43 0,0-2-23 0,0 1 3 0,2-5 8 16,7 4-32-16,6-5-128 0,2-2 64 15,2-2 32-15,-3-6 0 0,5 1-91 16,1-5 57-16,-1 1 33 0,1-4-410 0,-2-3 182 0,-2-1 113 16,2 0 4-16</inkml:trace>
  <inkml:trace contextRef="#ctx0" brushRef="#br0" timeOffset="-124638.77">4564 8304 769 0,'-2'2'0'0,"2"2"0"0,-1 0 0 0,1 0 0 0,0 3 0 0,0 0 347 0,0 4-157 0,0 0-78 0,0 3-40 16,1-1 94-16,6 4-71 0,-6-1-31 0,4 2-59 15,-4-1 1-15,1 3 26 0,0-4-311 16,1-2 152-16,-3 2 79 0,3-5 41 0,-3-2 0 16,2 1-488-16</inkml:trace>
  <inkml:trace contextRef="#ctx0" brushRef="#br0" timeOffset="-124415.78">4860 8387 476 0,'0'0'74'0,"0"0"-37"16,1 0 116-16,2 0-61 15,-2 0-29-15,1 2-1 0,-2 4 199 0,0 1-106 0,0 5-65 16,0-2-29-16,0 5 0 15,-6 0 19-15,-1 3-24 0,0 2 8 0,-5-1-136 0,1-3 53 16,-3 3 25-16,3-4-224 0,-3 0 126 0,1-1 70 16,1-3-200-16,5-5 121 0,-1-1 59 15,4-3-12-15,3-2 28 0,1 0-389 0</inkml:trace>
  <inkml:trace contextRef="#ctx0" brushRef="#br0" timeOffset="-124205.68">4929 8107 973 0,'0'-3'0'0,"0"3"0"0,0 0 0 0,0 0 0 0,0 0 0 0,0 0 67 0,2 7 310 0,3 4-171 16,5 0-11-16,0 1-73 0,0 2-49 15,7 1-29-15,-6 1-12 0,3-2 1 0,1 2 0 0,-1-3 8 16,0 0-8-16,-1 0-313 0,0-1 157 0,0-3 78 0,1-2-471 15,-5-2 266 1,7-2-168-16</inkml:trace>
  <inkml:trace contextRef="#ctx0" brushRef="#br0" timeOffset="-124002.39">5265 7960 1083 0,'0'-3'0'0,"0"0"0"0,0 3 0 0,0 0 0 0,0 0 0 15,0 0 0-15,-1 8 0 0,-2 7 185 0,3 4-68 0,-7 9 212 0,-3 5-148 0,-3 7-74 16,-2 6-37-16,-1 3 0 0,-2 3 73 0,-2 3-59 16,0-1-77-1,-2 0-1-15,0 1 27 0,1-4-464 0,0-3 429 16,-1-1 14-16,3-3-1 16,6-11 22-16,-1 2 0 0,6-11-205 0,3-4 63 0,0-6 61 0,5-3-456 0,0-6 236 15,0-3 118-15</inkml:trace>
  <inkml:trace contextRef="#ctx0" brushRef="#br0" timeOffset="-123822.86">5272 8443 1423 0,'0'0'0'0,"2"0"0"0,1 0 0 0,-3 0 0 0,1 0 0 0,1 0 0 0,1 2 218 0,-2 4-92 0,1 1-47 15,0 4-23-15,1-1 43 0,-2 1-24 0,0 3-9 0,2 2-127 16,-3-1 47-16,0 2-353 15,0-2 200-15,0 0 108 0,0 0 42 0,0 0 25 0,0-5-513 16,0 1 247-16,0-5 124 0</inkml:trace>
  <inkml:trace contextRef="#ctx0" brushRef="#br0" timeOffset="-123603.45">5378 7986 1029 0,'6'-6'0'0,"6"3"0"0,-2 1 0 0,3 1 0 0,0-1 0 0,5 2 91 0,2 0-30 16,-2 5 304-16,5 8-171 0,0 4-81 16,-2 2-40-16,1 4 1 0,-3 4 112 0,0 4-68 15,-4 1-47-15,-3 4 35 0,-2 7-37 0,-4-2 7 16,-6 2-21-16,0-2 8 0,0 11-30 16,-14-8-1-16,-1-1-149 0,-5-1 74 15,-3-3 38-15,1-5-170 0,-10 8 99 0,2-5 43 16,-2-1-697-16,0-1 333 0,2-1 183 0</inkml:trace>
  <inkml:trace contextRef="#ctx0" brushRef="#br0" timeOffset="-119957.24">1679 12259 901 0,'-9'-4'0'0,"4"2"0"0,0 2 0 0,0 0 0 0,0 0 0 0,-2 0 0 0,2 0 0 0,-2 4 213 0,1 8-90 0,1 3-45 16,-2 5-15-16,2 6 22 0,3 5-26 0,1 1 0 16,1 4 32-16,0 1-29 0,0 1 9 0,1-3 9 15,12-3-23-15,1-2 0 0,3-6-25 0,6-3 27 16,-3-8-18-16,11 0-8 0,-3-5 0 0,-1-8-34 15,3 0 0-15,-1-2 34 0,-2-14 8 0,-3-2-36 16,-4-6 0-16,-1-6 28 0,-4-1-93 16,-4-4 39-16,-2-2 20 0,-7-3-109 0,1 3 60 15,-3-1 18-15,0 1-1 0,-14 3-43 16,1 2 36-16,-7 6 5 0,0 5 0 0,-2 6 53 16,-3 6 0-16,4 8-41 0,-8 1 9 0,-1 6 127 15,2 13-60-15,-1 5-25 0,5 2 19 0,4 2-14 16,2-6-1-16,9-2-98 0,3 0 35 15,4 0 18-15,2-4 22 0,2 0-480 0,18-4 229 0,4-2 100 16</inkml:trace>
  <inkml:trace contextRef="#ctx0" brushRef="#br0" timeOffset="-119438.18">4059 11985 1714 0,'-3'-2'0'0,"1"1"0"0,0 1 0 0,-2 0 0 0,1 0 0 0,-2 9 0 0,0 5 0 0,2 7 0 0,0 7 177 16,-2 1-71-16,-1 3-37 0,3 3 131 0,-2 11-84 16,0-9-33-16,-1 12-1 0,1-4-25 0,0 0 0 15,-1 0-24-15,1-2-40 0,2-5 7 0,1-3 33 16,1-1 0-16,-1-10-228 0,2 1 114 0,0-8 57 15,0-6-405-15,0-3 214 0,0-5 60 0,0-3-319 16,0 0 220-16,2-15 111 0,2-9 47 16,4-8-111-16</inkml:trace>
  <inkml:trace contextRef="#ctx0" brushRef="#br0" timeOffset="-119257.93">4059 12004 1003 0,'0'-12'0'0,"0"3"0"0,3 2 0 15,-1 3 0-15,-2 2 0 0,1 0 0 0,1 2 0 0,6 0 460 0,3 2-205 0,3 13-116 16,7 5 327-16,-2 11-216 0,3 2-109 0,-1 7-54 0,-2-2 188 0,5 11-125 16,-5-6-58-16,0 0-186 15,0-4 64-15,-4-5 31 0,2 2 8 0,-2-2-450 16,-2-5 237-16,-2 0 118 0,-1-8 60 0,-2 3-271 16,-5-5 79-16,-1-4 108 0,-2 3-76 0</inkml:trace>
  <inkml:trace contextRef="#ctx0" brushRef="#br0" timeOffset="-119095.08">4065 12421 2567 0,'-17'-11'0'0,"7"5"0"0,9 4 0 0,-1-2 0 0,0 0 0 0,2 3 0 0,0-3 0 0,0 0 0 0,4 1 0 0,11-2 0 0,3 0 0 0,6-1 0 0,0 2 0 0,1 3 396 0,6-3-186 0,-3 2-89 16,-1-2-44-16,-2 1-384 0,-4 1 170 0,4-1 93 15</inkml:trace>
  <inkml:trace contextRef="#ctx0" brushRef="#br0" timeOffset="-118370.47">3575 7467 967 0,'-5'-8'0'0,"2"5"0"0,3 1 0 0,-2 0 0 0,2 2 0 0,0 0 0 0,0 0 141 0,0 15-45 0,2 7-36 15,2 4 0-15,0 6 208 0,1 4-117 0,0 7-59 16,0-5-22-16,-3 11 91 16,3-5-65-16,-5 2-31 0,3 1 0 0,-3-2-60 15,2-8 1-15,-1 5-177 0,1-3 101 0,-1-7 52 16,1-7 25-16,3-3-301 0,-2-5 131 0,-1-7 88 16,0-3-4-16,0-4-140 0,0-3 59 0,1-3 56 15,-3-19 40-15,0-8-236 0</inkml:trace>
  <inkml:trace contextRef="#ctx0" brushRef="#br0" timeOffset="-118020.74">3521 7427 931 0,'-11'-15'0'0,"3"7"0"0,3 6 0 0,0-3 0 0,4-1 0 0,1 1 0 0,0-3 196 0,14-2-86 0,13 2 150 16,3-1-114-16,2-1-56 0,1 4-29 0,2 4 74 15,-2 2-55-15,-1 0-24 0,-3 0 1 0,-4 8-106 16,-6 3 41-16,-1 4 8 0,-4 2 33 0,-3 2-71 15,-9 7 35-15,-2 1 0 0,0 2-30 16,-7 1-16-16,-10 2 19 0,-4-1-37 0,-1-3 19 16,0-4 27-16,-4-3-17 0,6-6 159 15,-1-2-70-15,0-4-27 0,12-1-6 0,-4-5 181 16,7 0-85-16,3-2-45 0,3-1-9 0,0 0 50 16,15 0-29-16,10 0-24 0,2 0 0 0,7 0-64 15,2 0 17-15,3 0-30 0,-4 0 26 0,-2 6 1 16,-4 7 26-16,-9 0-49 0,-2 3 20 0,-4 2 0 15,-9 3 9-15,-5 3 32 0,0 2-34 16,-11 1-2-16,-10-1 8 0,-12 2 97 16,-1-3-46-16,-4-5-23 0,7-3-25 0,-6-2 15 15,4-4-8-15,1-3-305 0,10-4 146 0,-1-4 73 16,6 0 36-16,9 0-674 0,-1-2 336 0,9-8 165 16</inkml:trace>
  <inkml:trace contextRef="#ctx0" brushRef="#br0" timeOffset="-116930.06">4107 11461 640 0,'-3'0'0'0,"1"0"0"0,0 0 0 15,1 0 0-15,1 4 0 0,-2 3 0 0,0 2 0 0,2 4 160 0,0 5-63 0,-1-1-32 0,1-2 8 0,0 6-41 16,0-3 1-16,0 1 0 0,0-2 86 0,0 0-43 15,0-6-14-15,0-1-8 0,0-3-31 0,0-2 10 16,0-1-1-16,1-2-61 16,1-2 39-16,1 0-8 0,1 0 31 0,0-7-93 15,-2-8 41-15,2 0 24 0,-2-3 0 0,0 2-130 16,-2-3 66-16,0 2 19 0,0 4 21 0,0 2-34 16,0 1 21-16,0 5-17 0,0 0 106 0,0 4-39 15,0 1-1-15,0 0 136 0,0 1-77 0,-4 12-31 16,3 7-22-16,-2-1 87 0,1 1-48 15,1 1-8-15,1-2 5 0,0-1-70 0,0-3 40 16,0 1-241 0,0-9 116-16,0 2 59 0,0-5 33 0,0 0-17 0,1-4-192 15,4 0 85-15</inkml:trace>
  <inkml:trace contextRef="#ctx0" brushRef="#br0" timeOffset="-115935.7">4075 9093 326 0,'0'0'0'0,"0"0"0"0,0 0 0 0,0 0 0 0,0 0 0 0,0 0 97 0,0 0-31 16,0 0-1-16,0 0-24 0,0 0-9 0,0 0 99 0,0 0-49 15,0 0 3-15,0 0-26 0,0 0 9 0,0 0-36 16,0 0 1-16,2 4 9 0,-1 7-9 0,1 2 0 16,2 3 16-16,-2 4-16 0,1-1 0 0,-1 7 0 15,-2 2 17-15,0 2-17 0,0 0 8 16,0 4 1-16,0 2-9 0,0-3 0 0,3 3 0 15,-3 0-22-15,1-2 30 0,1 1-8 16,0 1-32-16,1-1 32 0,-1 0-1 0,2-3 8 0,-2 6-35 16,1-4-3-16,-2 4 28 0,1 2-6 0,0-2-28 15,-2-1 2-15,0 2 27 0,0-1-30 0,0 1 27 16,0 5-6-16,0-5-18 16,0-3 24-16,0-1-4 0,0 1-3 0,0-4 32 15,0 0-1-15,0-2-28 0,0-4 3 16,0 4-3-16,0-4 59 0,0 0-27 0,3-2 3 0,-3 4-28 15,0-6 12-15,3 7-59 0,-3-2 25 16,2 3 0-16,-2-1 25 0,0 2 0 0,1 1 8 0,-1 2-45 16,2-2-3-16,-1 0-22 0,-1 0 22 15,2-2 0-15,0-5-1 0,1 1 24 0,-2-2-9 16,1 1 7-16,1-3-15 0,-3 1 33 0,0-1-1 0,0-3 12 16,0 3-30-16,0-1-1 15,0 3 3-15,0-3-2 0,0 2 7 0,0 3-1 0,0-5-3 16,0 7-5-16,0-3 7 0,0 3-1 0,0-4 6 0,0 4-31 15,0-2 0 1,0-5 21-16,0 3-18 0,0-3 19 0,1 2-1 16,-1-3-4-16,0 0 28 0,0-1-26 0,0 0 1 0,0-2 13 15,0 0-11-15,0-2-2 0,0-7 0 16,-1 5-4-16,1-3 5 0,-3-5 2 0,3-1 0 16,0-1 4-16,0-3-45 0,0 0 0 0,-2 3-64 15,2-3 46-15,0 0 23 0,0 0-7 0,0 0 30 0,0 0-120 16,-1 0 55-16,-4 0-176 31,3 0 98-31,1 0 59 0,-1 0 27 0,-1 1-135 16,0-1 82-16,3 0 39 0,0 0-7 0,0 0-363 0</inkml:trace>
  <inkml:trace contextRef="#ctx0" brushRef="#br0" timeOffset="-115374.05">3043 11318 790 0,'-3'0'0'0,"1"0"0"16,0 0 0-16,2 0 0 0,0 0 0 0,-1 0 0 0,1 0 0 0,0 0 214 0,0 0-83 0,0 0-53 0,1 0 88 16,6 6-67-16,6 5-33 0,4 6 0 15,-6-2 31-15,8 6-35 0,0 0-1 0,2-2 61 16,1-1-44-16,3-2-23 0,-5 0 8 0,8 0 6 16,-3 0-36-16,1-3 0 0,-3-2-47 0,-1-1 24 15,-2 1 8-15,0-1 14 0,-2 1-39 0,-2-2-1 16,-3 2 41-16,-3-2 8 0,2 3-12 15,-7 0-8-15,-2 2 9 0,-2 0 52 16,-1 4-27-16,0 3-7 0,-6 5-24 0,-10 2 133 16,-3 10-62-16,-5 0-38 0,-1 3 0 0,-3 4-16 0,2-2-9 15,0-2 1-15,1-1-186 0,6-10 92 16,0 2 47-16,5-10-178 0,1-1 105 0,7-9 41 16,0-5 33-16,6-3-17 0,0-4-632 0,9 0 306 15</inkml:trace>
  <inkml:trace contextRef="#ctx0" brushRef="#br0" timeOffset="-114950.06">4124 9752 476 0,'0'-6'0'0,"0"4"0"0,0-2 0 0,0 1 0 0,0 1 0 0,0 0 0 0,0 1 32 0,0-2 173 15,-3 3-86-15,-2 0 62 0,-3 6-74 0,-1 7-37 0,-1 4 8 16,-4 7-45-16,3-1 62 0,-5 5-31 16,3 0-1-16,-2 5-59 0,0-3 7 0,2 0 22 15,-3-1 0-15,2 0-35 0,-2-2 0 0,5-2 35 16,0-6-184-16,0 2 88 15,3-4 30-15,3-6 30 0,-1 0-335 0,4-5 165 16,2-4 47-16,0-2-219 0,0 0 157 0</inkml:trace>
  <inkml:trace contextRef="#ctx0" brushRef="#br0" timeOffset="-114749.56">4038 9837 1450 0,'0'-2'0'0,"0"2"0"0,2 0 0 0,0 0 0 0,2 0 0 0,6 4 0 0,1 3 0 0,8 7 226 0,2-3-96 0,1 3-49 16,5 2-16-16,0 1 123 0,0 1-77 0,1 1 107 16,-4-2-93-16,0 1-46 0,-5-4-33 0,0 3-13 15,-2-2 0-15,-2-2-1 0,-4-2 1 0,-3-3-141 16,0-1 78-16,-5-4 28 0,1 0-327 16,-2-2 181-16,0-1 83 0,-2 0 47 0,0 0-295 0,0 0 152 15,3 0 16-15</inkml:trace>
  <inkml:trace contextRef="#ctx0" brushRef="#br0" timeOffset="-109772.92">8168 12115 889 0,'0'-4'0'0,"-3"2"0"0,1-2 0 0,0 3 0 0,-1-4 0 0,0 4 0 0,-2-3 0 0,2 2 0 0,-3 0 0 0,2 0 0 0,0 1 103 0,0-1-35 0,1 0 86 16,-3 2-65-16,3 0-28 0,-6 0 1 0,2 0 14 16,0 11-21-16,-2 6 8 15,-3 5-31-15,3 7 69 0,-5 7-34 0,5 5 0 16,0 0 10-16,5-4-14 0,-2 12-8 0,6-5 39 15,0-11-30-15,0 4-1 0,4-2-30 0,9-11 12 16,6 2-12-16,0-9 0 0,3-3 0 0,3-7-68 16,1-3 34-16,-2-4 8 0,6 0 26 0,-2-6-123 15,-3-9 60-15,-2-4 14 0,-2-5-62 0,-3-7 31 16,-1-4 28-16,-4-3-151 0,-2-1 81 0,-3-2 20 16,-2 7 27-16,-4-5-45 15,-2 0 34-15,0 6-1 0,-4 3 1 0,-10 3 89 16,0 6-34-16,-2 7-13 0,-2-1-21 0,-3 7 197 15,-2 3-91-15,-2 3 80 0,2 2-77 0,2 0-29 16,-4 9-23-16,8 4 12 0,-3-1 1 0,5 5 7 16,2-3-25-16,4 2-91 0,1-1 43 15,5-2 11-15,3 0 39 0,0 1-354 0,0-3 165 0,3-1 65 16,13 0 49-16,4-3-459 0</inkml:trace>
  <inkml:trace contextRef="#ctx0" brushRef="#br0" timeOffset="-109549.95">8766 11823 1192 0,'-1'-3'0'0,"-4"1"0"0,1 2 0 0,-3 0 0 0,0 0 0 0,-2 14 0 0,-2 6 0 0,1 4 485 0,-1 6-217 0,-3 8-122 0,0 3-57 0,-2 4 246 15,3 4-152-15,-4 0-75 16,2 3 28-16,0 0-57 0,2 0-22 0,-1-1-1 15,4-1-223-15,-1-3 100 0,1-8 58 0,1 1-193 16,4-7 117-16,0-6 59 0,4-5 29 0,1-3-542 16,0-9 192-16,0-4 162 0,0-5 77 0,6-1-391 15</inkml:trace>
  <inkml:trace contextRef="#ctx0" brushRef="#br0" timeOffset="-109340.5">8666 11887 1611 0,'5'-20'0'0,"-2"12"0"0,2 1 0 16,-2 2 0-16,-1 4 0 0,1-1 0 0,1 2 0 0,3 0 290 0,3 11-129 0,1 6-56 0,3 7 165 0,0 5-118 0,4 10-60 15,-4 1-29-15,2 0 251 0,-2 3-132 0,4 6-79 16,-4-1-35-16,2 0-39 0,-2 0 3 0,2-3 1 16,-3-4-336-16,-1 7 163 15,1-15 87-15,-3 3-454 0,-3-4 242 0,2-4 141 16,-4-9-13-16,-3-1-184 0,0-5 144 0,-2-3 72 15,0-4 36-15,0-3-347 0</inkml:trace>
  <inkml:trace contextRef="#ctx0" brushRef="#br0" timeOffset="-109170.24">8622 12374 1765 0,'-13'-8'0'0,"3"3"0"0,2 1 0 0,1-2 0 0,5 3 0 0,-4 1 0 0,6-2 0 0,0 0 0 0,0 1 289 0,10-3-128 0,3-1 91 15,5 2 14-15,-1 0-108 0,4-1-67 0,0 2-129 16,4-1 35-16,0-1 1 0,-2 2 34 0,0 3-568 16,5-1 280-16,-3 0 144 0,-2 0 73 0,5 2-353 15</inkml:trace>
  <inkml:trace contextRef="#ctx0" brushRef="#br0" timeOffset="-109030.61">9185 12124 1762 0,'0'-2'0'15,"0"2"0"-15,0 0 0 0,0 0 0 0,0 0 0 0,0 0 0 0,0 0 0 0,0 0 136 0,0 0-51 0,0 0-27 0,3 2-334 16,1 6 150-16,2 1-275 0,-2 6 205 0</inkml:trace>
  <inkml:trace contextRef="#ctx0" brushRef="#br0" timeOffset="-108880.52">9198 12467 983 0,'-6'8'0'0,"4"2"0"0,0-5 0 0,1-1 0 0,-1-2 347 0,-2-2-157 15,4 0 456-15,-2 0-306 0,2 0-154 0,0 0-69 0,0 0-46 16,0 0 11-16,2 0-24 0,4 0-1 0,-1 0-708 16,3 0 351-16,0 0 161 15,2 0 87-15</inkml:trace>
  <inkml:trace contextRef="#ctx0" brushRef="#br0" timeOffset="-108059.29">9691 12049 778 0,'-9'-5'0'0,"4"2"0"0,1 2 0 0,1-1 0 0,1 2 0 0,2 0 0 0,0 0 196 0,0 0-82 0,0 0 261 15,0 5-176-15,9 6-83 0,9 4-41 0,-2 1 290 16,3 3-166-16,4-1-75 0,-2 3-50 0,0 1 87 16,0-1-65-16,-1 4-31 15,0-3 0-15,-5-2 30 0,1 7-34 0,-3-5-131 16,-1 1 51-16,-5-5 26 0,1 3 0 0,-2-2-347 15,-1-6 182-15,-3-4 95 0,2 0 48 0,-2-5-609 16,0-1 269-16,1-3 153 0,1 0 89 0,3-3-347 16,1-11 214-16</inkml:trace>
  <inkml:trace contextRef="#ctx0" brushRef="#br0" timeOffset="-107767.08">10154 11926 1324 0,'3'-12'0'0,"-3"4"0"0,0 3 0 0,0 0 0 0,0 3 0 0,0 1 0 0,0 1 0 0,0 0 0 0,-3 11 259 16,-2 10-105-16,-3 3-65 0,-1 6 279 0,-1 10-168 16,-5 2-83-16,2 6 200 0,-4 5-134 0,-1 11-79 15,-1 0-36-15,-1 1 106 0,3 3-70 0,-1-1-36 16,2-4 8-16,-7 12-3 0,4-9 0 16,0 2-41-16,-2-3-27 0,2 0-1 0,3-10 37 15,0 2-76-15,2-3 34 0,3-2 0 16,1-7 34-16,3-10-104 0,1 2 60 0,-1-6-1 15,0 0 1-15,2-6-147 0,-1-5 82 0,1 1 18 16,1-3 27-16,-1-5-213 0,0-3 110 0,4-4 37 16,-3 1-48-16,2-4 56 0,0-1 20 0,2-2-131 15,0 0 83-15,0 0 42 0,0 0 21 0,0-9-239 16,0-7 121-16,9-5 74 0,3-4 33 16,3-4-389-16</inkml:trace>
  <inkml:trace contextRef="#ctx0" brushRef="#br0" timeOffset="-107538.16">10401 12209 1700 0,'-9'-2'0'0,"9"0"0"0,0 2 0 0,0 0 0 0,0 0 0 0,5 0 0 0,6 0 0 0,2 0 570 16,2 0-268-16,3 0-127 0,7 0-75 0,-1 0 130 15,1 0-99-15,0 0-49 0,-5 0-180 0,3 0 74 16,-3 0 25-16,-3-2-174 0,0 0 103 0,-2-1 52 16,-5 1 25-16,-3-1-548 0,-1 1 210 0,-5 2 166 15,1 0 85-15</inkml:trace>
  <inkml:trace contextRef="#ctx0" brushRef="#br0" timeOffset="-107392.61">10440 12469 1752 0,'0'6'0'0,"-2"-2"0"0,2 0 0 0,0-2 0 0,0-2 0 0,0 0 0 0,0 0 0 0,7 0 0 0,5 0 301 0,4-2-138 0,2-4 95 15,-2-4-113-15,5 3-56 0,0-2-28 0,-1 1-158 16,7 1 61-16,-3 0 35 0,3 3-1 0,-1 0-710 16</inkml:trace>
  <inkml:trace contextRef="#ctx0" brushRef="#br0" timeOffset="-107056">10981 12186 1154 0,'0'0'0'0,"0"0"0"0,-3 0 0 0,0 0 0 0,1 4 0 0,0 7 514 0,0 4-241 0,0 8-120 0,2 0-60 15,0 6 292-15,0 1-181 0,6 4-85 0,7 0-43 16,4-2 58-16,2-2-50 0,4-4-17 0,-1-5-59 0,2-4 0 15,3-6 25-15,-1-8 0 0,-3-3-144 0,2 0 68 16,0-5 38-16,-4-14-123 0,0-3 80 0,-6-2 40 16,-3-5 15-16,0-1-149 0,-6-2 44 0,-3-1 46 15,-1-2-17-15,-2-4 19 0,0 2-20 16,-11-7 8-16,-3 5 11 0,-2 3 18 0,1 6 0 0,-5-1 43 16,2 13 82-16,-8-4-55 15,4 10-22-15,-4 9 150 0,-1 3-80 0,1 0-44 16,-1 13-10-16,3 10 50 0,2 1-25 0,1 6-22 15,2 0 5-15,6 2-74 0,2-2 24 0,6 0 32 16,5-2 29-16,0-2-461 0,3-1 198 0,12-1 104 16,4-1-544-16,4 1 314 0</inkml:trace>
  <inkml:trace contextRef="#ctx0" brushRef="#br0" timeOffset="-106872.49">11764 12450 1052 0,'2'-3'0'0,"-1"0"0"0,5 3 0 0,-4 0 0 0,0 0 287 0,-2 6-127 0,0 3-64 0,0 1-31 16,0 1 564-16,-4 3-302 0,-5 3-147 0,-2 4-28 0,-1 0-60 0,-1-1-30 16,1-2 9-16,-4 5-618 15,5-5 289-15,-1 0 146 0,0 5 72 0</inkml:trace>
  <inkml:trace contextRef="#ctx0" brushRef="#br0" timeOffset="-105592.91">12194 12312 710 0,'0'0'0'0,"0"0"0"0,0 0 0 0,-2 0 0 0,-1 0 0 0,1 0 142 0,-2-10-54 0,2-1-28 0,2-2 217 16,0-3-126-16,0 1-59 0,2 0-30 0,5 1 112 15,4-1-71-15,5 3-27 0,2 3-8 0,7 0 21 16,-1 5-28-16,1 2 0 0,3 2-4 0,-6 0-16 15,8 0-8-15,-5 11 0 0,-3 4-21 0,1 4-1 16,-6 6 22-16,-2 0-30 0,-6 6 30 0,-2 3 0 16,-5 1-1-16,-2 8-20 0,0-4-1 0,0-3 21 15,-11 2-1-15,-4 0-28 0,-1-4 0 0,-2-4 12 16,-2-4-72-16,-1-3 41 16,-2-5-6-16,1-2 36 0,3-5-105 0,-2-3 46 15,0-3 27-15,5-4-315 0,-1-1 161 0,6 0 58 16,2-1 46-16,7-14-310 0,2-4 173 0,0-2 78 15,9-7 51-15,12 0-285 0</inkml:trace>
  <inkml:trace contextRef="#ctx0" brushRef="#br0" timeOffset="-105393.81">12647 12203 1232 0,'5'-15'0'0,"1"2"0"0,-4 2 0 0,-2 1 0 0,0 3 0 0,-4 3 0 0,-5 2 0 0,-7 2 220 0,2 0-94 0,-2 2-46 16,-2 12 221-16,1 7-134 0,-2 6-59 0,2 5 60 15,2 8-68-15,2-2-34 0,6 4 1 0,5-8 114 16,2 4-65-16,0-1-47 0,4-3 1 0,12-5-47 16,3 1 9-16,6-7 1 0,1-2-306 0,1-2 149 15,6-6 78-15,-1-2 39 16,-2-4-600-16,-1-5 300 0,-2-2 87 0,3 0-166 16,-9 0 177-16</inkml:trace>
  <inkml:trace contextRef="#ctx0" brushRef="#br0" timeOffset="-105193.8">13067 11929 2190 0,'0'-3'0'0,"0"3"0"0,0 0 0 0,0 11 0 0,0 5 0 0,0 9 0 0,-4 2 0 0,-1 8 0 0,-2 7 284 0,-3-2-125 15,-1-2-55-15,-2 11 113 0,1-5-93 0,1 3-45 16,0-5-24-16,1-1-73 0,1-7 34 0,2 2-9 15,1-4 26-15,2-10-398 0,0 0 199 0,4-10 100 16,0-3-650-16,0-5 361 0,0-4 79 0</inkml:trace>
  <inkml:trace contextRef="#ctx0" brushRef="#br0" timeOffset="-105053.18">13017 12287 986 0,'0'-7'0'0,"0"4"0"0,2 0 0 0,0 1 0 0,-1 2 0 0,1 0 0 0,2 0 451 0,1 0-201 0,1 2-112 0,2 6 212 15,-1 1-159-15,1 1-79 0,-1-1-40 0,3 0-238 16,-1 1 95-16,0-1 52 0,1-4 26 0,1 0-284 16,0-5 155-16,5 0 85 0</inkml:trace>
  <inkml:trace contextRef="#ctx0" brushRef="#br0" timeOffset="-104867.43">13385 11947 1525 0,'6'-1'0'0,"-1"-1"0"16,1 2 0-16,-5 0 0 0,1 9 0 0,-2 6 0 0,0 9 0 0,-5 7 302 0,-8 7-134 0,-3 5-68 0,-5 3 379 0,0 7-226 0,-6 6-111 15,1-2-54-15,-1 0 121 0,1-3-88 16,4-7-36-16,-3 4-93 0,3-6 0 16,2-6 40-16,4-8 1 0,5-8-449 0,3-5 232 15,2-8 104-15,3-3-718 0,3-7 398 0,0-1 115 16</inkml:trace>
  <inkml:trace contextRef="#ctx0" brushRef="#br0" timeOffset="-104702.86">13313 12297 1555 0,'6'-6'0'0,"4"5"0"0,-3 1 0 0,-2 0 0 0,1 0 0 0,-3 4 0 0,4 11 0 0,-2-2 0 0,1 5 587 0,-1 1-276 0,4 1-132 15,-4 1-77-15,2 0 80 0,1-1-75 0,-1 1-37 16,3-3-221-16,-1 0 101 0,2-4 37 0,-1 0-649 15,1-3 348-15,2-4 173 0,-3-3 95 0</inkml:trace>
  <inkml:trace contextRef="#ctx0" brushRef="#br0" timeOffset="-104376.95">13729 12090 1393 0,'0'-7'0'16,"0"6"0"-16,0-2 0 0,0 3 0 0,-6 0 0 0,0 11 0 0,0 10 0 0,3 4 294 0,-1 8-134 0,0 9-64 0,3-4 330 0,1 4-196 0,0-1-99 16,0-5-40-16,5 1 157 0,8-3-107 0,1-6-55 15,2-3-26-15,1-10-92 0,2-2 41 16,3-5-8-16,3-8-230 0,-1 0 131 16,1-8 65-16,-3-14 33 0,-1-7-243 0,2-6 129 15,-9 5 6-15,0-8-54 0,-3 1 74 0,-6-2-21 16,-3-2 30-16,-2-3 25 0,0 3 0 0,-5-3 21 15,-8 6 0-15,-3 5-12 0,-2 1 5 0,-5 6 7 16,-1 7 170-16,-3 6-84 0,-1 7-43 0,2 4 281 16,2 2-138-16,-4 6-78 0,3 9-13 0,4 2 59 15,5 4-24-15,2-5-35 16,7 5 13-16,1-2-140 0,6-2 50 0,0-2 31 16,0 1-7-16,13-4-448 0,8-3 226 0,6-1 113 15,1-8-661-15</inkml:trace>
  <inkml:trace contextRef="#ctx0" brushRef="#br0" timeOffset="-104173.49">14168 11812 1083 0,'-6'-6'0'0,"6"5"0"0,0-3 0 0,0-1 0 0,0-1 0 0,2 2 0 0,6-4 553 15,7 3-260-15,1-3-130 0,7 1-66 0,-4 2 229 16,7-1-151-16,-5 2-71 0,2 0-206 0,-3 2 68 15,-1 0 33-15,0 2-438 0,-4 0 231 0,0 0 121 16,-4 0 60-16,-2 0-579 0,-2 8 293 0,-4-1 141 16,-1 1 43-16,-2 3-106 0,0-5 102 0</inkml:trace>
  <inkml:trace contextRef="#ctx0" brushRef="#br0" timeOffset="-103941.11">14361 11782 690 0,'-13'-6'0'0,"4"3"0"0,-1 1 0 0,1 0 0 0,2 0 0 0,0 2 268 0,0 0-117 0,2 0-52 16,-1 11-36-16,1 1 97 0,-1 3-63 0,-2 3-32 15,-1 5-1-15,2-3 142 0,-5 8-91 0,1-1-41 16,-2-2-53-16,-1-1 11 0,-2-2 1 0,1-4-39 16,0 1 15-16,0-7 0 0,4-2 24 0,2-2 61 15,0-6-31-15,4 1 9 16,1-3-40-16,2 0 161 0,2 0-81 0,0 0-39 16,0-3 0-16,8 1-3 0,7-6-7 0,0 1-31 15,0 3 33-15,3-3 0 0,0 4-33 0,0 2-123 16,1-2 58-16,2 2 33 0,-3-1 0 0,1 2-463 15,-2 0 225-15,-2 0 95 0,0 0 72 0,-1 0-584 16,-2 0 311-16,-2 0 155 0,-1 0 78 0,1 0-176 16</inkml:trace>
  <inkml:trace contextRef="#ctx0" brushRef="#br0" timeOffset="-103807.47">14412 11962 506 0,'-3'-7'0'0,"-1"1"0"0,0 1 0 0,2 1 0 0,-2 0 0 0,2 2 407 15,2 0-187-15,0 0-94 0,0 2-38 0,0 0 216 16,0 0-136-16,2 0-68 0,2 7 67 0,2 3-67 15,1 2-26-15,-1 1-156 0,-3 2 57 0,1 0 29 16,-2 2 1-16,1 0-457 0,-2 0 250 0,-1-3 114 16,0 6 60-16</inkml:trace>
  <inkml:trace contextRef="#ctx0" brushRef="#br0" timeOffset="-103634.93">14217 12222 1290 0,'-17'4'0'0,"8"-1"0"0,3 3 0 0,0-4 0 0,2-2 0 0,2 2 0 0,2-2 0 0,0 0 0 0,2 0 439 0,12 0-202 0,0 0-103 16,2 0 69-16,0-2-85 0,4-2-35 0,1-3-28 16,-3-1-1-16,1 1-22 0,-3-3 1 0,0 2-622 15,-5 3 319-15,4-3 147 16,-8 5 79-16,-1-3-558 0,-2 2 291 0,-3 1 107 16,-1-5 77-16</inkml:trace>
  <inkml:trace contextRef="#ctx0" brushRef="#br0" timeOffset="-103349.39">14326 12073 616 0,'-11'-6'0'0,"3"5"0"0,2-1 0 0,-1 2 0 16,3 0 0-16,-1 11 0 0,3 4 223 0,0 9-95 0,2 1-48 0,0 3 250 0,0 3-153 16,0 3-72-16,0-1-36 0,0 2 207 0,0-5-121 15,2-5-53-15,0 2-22 0,5-5-23 16,0-3-1-16,1-6-23 0,0-8-137 16,1-2 76-16,4-3 26 0,0 0 1 0,5-15-352 15,-2-9 192-15,1-2 98 0,0-5 2 0,4-8-466 16,-7 1 251-16,4-4 107 0,-4-3-153 0,0 4 136 15,-1-8 81-15,-2 14 24 0,-2-1 81 0,1 5 0 16,-5 11 0-16,1 3 59 0,-2 4-38 0,-2 5-27 16,0 3-1-16,0 2 434 15,-1 3-230-15,-1 4-114 0,0 12 38 0,0 0 459 16,0 5-274-16,0 1-137 0,0 2 150 16,0-2-135-16,0 0-80 0,0 1-177 0,0-3 53 0,2-3 27 15,2-3-1-15,-1-5-206 0,1-1 112 0,4-3 61 16,-2-5 29-16,3 0-627 0,-2 0 246 0</inkml:trace>
  <inkml:trace contextRef="#ctx0" brushRef="#br0" timeOffset="-103116.96">14673 11676 918 0,'4'-17'0'0,"2"2"0"0,-1 7 0 0,-3 2 0 0,4 5 0 0,-3 1 0 0,1 0 0 0,2 18 501 0,0 8-226 0,-1 10-126 0,-1 8 351 16,-1 2-234-16,1 9-117 0,0 3-58 0,0 2 165 15,2 9-116-15,-3-9-54 0,1-7-26 0,3 5 181 16,-3-4-104-16,2-1-44 0,-2-4-34 0,-2-3-60 16,0-9 176-16,-2 0-175 0,0-5-215 0,-4-9 187 15,-6-1 26-15,-3-5-272 16,-4-6 154-16,-1-1 76 0,-1-6 2 0,-4-2-440 16,-1-2 202-16,1 0 123 0,4-12 63 0,1-8-170 15,2-9 116-15,6-4 50 0,0-15-472 0,6 4 268 16</inkml:trace>
  <inkml:trace contextRef="#ctx0" brushRef="#br0" timeOffset="-102887.36">14857 11893 1634 0,'19'-6'0'0,"4"3"0"0,0-3 0 0,-2 0 0 0,4-1 0 0,5 1 0 0,4 4 0 0,7 0 272 0,-6 2-120 15,2 0-52-15,-3 9 167 0,-1 7-118 0,-4 5-57 16,-3 4-31-16,-6 6-3 0,-4 1 7 0,-9 4-32 15,-5-1-29-15,-2 1 0 0,0 0 29 0,-20 3-1 16,-1-12-77-16,-11 10 35 0,-2-10 21 0,-4-2-138 16,-3-3 80-16,-4-4 10 15,5-7 34-15,-1 1-321 0,4-7 155 0,5-3 49 16,9-2 49-16,2 0-233 0,8-4 128 0,6-9 75 16,7-2 35-16,0-8-183 0,11 3 109 0</inkml:trace>
  <inkml:trace contextRef="#ctx0" brushRef="#br0" timeOffset="-102658.96">15590 11722 648 0,'0'-19'0'0,"0"1"0"0,0 2 0 0,-9 4 0 0,-7 4 0 16,-2 6 422-16,-9 2-195 0,3 4-97 0,-6 21-49 0,-2 8 340 15,0 12-187-15,-4 11-104 0,4 5-49 0,6 0 224 16,5 1-137-16,6 1-67 0,8-11 95 0,5 4-86 15,2-2-38-15,2-2 209 0,11-6-124 16,8-2-62-16,-3-11-23 0,5 2-135 0,3-7 49 0,3-6 23 16,-3-7-1-16,2-4-477 0,-2-9 258 0,7-2 118 15,-6 0-821-15,1-11 425 0,-1-5 228 16,-5 2 106-16</inkml:trace>
  <inkml:trace contextRef="#ctx0" brushRef="#br0" timeOffset="-102457.49">15731 12116 951 0,'2'-9'0'0,"-2"3"0"0,2 3 0 0,-1-1 0 0,-1 2 0 0,0 0 0 0,0 2 656 0,2 0-311 0,0 11-157 16,-2 8-77-16,0 2 376 0,0 9-231 0,0 0-112 16,0 4-55-16,2 0 93 0,0 1-75 0,-1 3-28 15,1-4-297-15,0 0 125 0,0-5 63 0,1-6-188 16,-1 0 125-16,-1-8 71 0,1-3 23 0,0-4-668 15,0-4 336-15,-2-2 50 0,0-2 124 0</inkml:trace>
  <inkml:trace contextRef="#ctx0" brushRef="#br0" timeOffset="-102282.96">16176 12342 1942 0,'5'0'0'0,"3"0"0"0,3 8 0 0,-2 1 0 0,-2 2 0 0,-4 2 0 0,-1 4 0 0,-2 1 0 15,0 5 661-15,-3 5-318 0,-15-1-155 0,-1 3-78 0,-3-2-249 16,-10 9 86-16,-1 4 51 0</inkml:trace>
  <inkml:trace contextRef="#ctx0" brushRef="#br0" timeOffset="-100541.86">17595 11784 1331 0,'0'-2'0'0,"0"0"0"0,0 0 0 0,0 0 0 0,0 2 0 0,0 0 0 0,0 0 0 0,0 0 0 0,0 0 162 0,0 0-65 15,0 0-32-15,0 0 136 0,0 0-88 0,0 0-40 16,0 6 0-16,-2 9 21 0,-3 6-30 0,-6 7 8 16,-3 8-15-16,-2 5 0 0,-3 4-24 0,-4 4-1 15,3 0-20-15,-1 1 8 0,0-1 12 0,3 2-47 16,-2-1 24-16,2-1-1 0,1-2 25 0,4-9-68 15,-1 1 29-15,4-7 3 0,4-9 0 16,1-8-234-16,4-2 123 0,1-6 38 16,0-4-368-16,0-3 200 0,6-10 105 0,7-14 53 15,2-8-158-15,4-11 110 0,0-4 50 0</inkml:trace>
  <inkml:trace contextRef="#ctx0" brushRef="#br0" timeOffset="-100335.41">17503 11776 1072 0,'2'-32'0'0,"2"10"0"16,0 3 0-16,-2 5 0 0,1 0 0 0,-1 5 0 0,0 3 0 0,2 5 192 0,1-1-80 0,2 2-31 0,4 4 312 0,-1 17-180 16,4 2-91-16,-1 13-44 0,1 1 301 0,0 8-165 15,-1 3-94-15,2 2 103 0,-2 1-95 16,3-2-47-16,-4 1-25 0,4-1-28 0,-2 0 5 16,2 0 0-16,-3-1-88 0,2 1 44 0,-4-3 22 15,-2-9 8-15,-2-1-362 0,2-6 188 0,-6-7 94 16,-1-6 47-16,0-9-604 0,-2 0 285 0,0-6 154 15,0-2-333-15,-11 0 239 0,-3-4 121 0</inkml:trace>
  <inkml:trace contextRef="#ctx0" brushRef="#br0" timeOffset="-100169.86">17483 12207 714 0,'-17'-9'0'0,"7"4"0"0,0 3 0 0,5 1 0 0,1-1 0 0,1 2 475 0,3 0-225 0,0-2-109 0,0 0 141 16,9 0-124-16,8 0-63 0,2 0-23 0,1 1 292 15,3-1-165-15,0 0-83 0,-1 2-42 0,2 0-1 16,1 0-32-16,1 0-9 16,-1 0-518-16,-1 0 259 0,0 0 130 0,1 0 65 15,-2 0-709-15,3-2 368 0</inkml:trace>
  <inkml:trace contextRef="#ctx0" brushRef="#br0" timeOffset="-99993.33">17995 11843 1317 0,'0'-10'0'0,"0"3"0"0,0 4 0 0,0 2 0 0,0 1 0 0,0 0 0 0,0 13 0 0,4 11 321 0,0 3-145 16,0 4-71-16,0 3-36 0,-3 6 345 15,1 5-195-15,-2-2-93 0,0 0 21 0,0-9-57 16,0 3-28-16,0-1-359 0,0-4 161 0,0-2 85 16,0-7 41-16,2-5-555 0,-2-8 299 0,2-2 157 15,0-5-16-15,-1-3-474 0,1-2 284 0</inkml:trace>
  <inkml:trace contextRef="#ctx0" brushRef="#br0" timeOffset="-99619.88">17907 11857 1020 0,'-13'-25'0'0,"6"5"0"0,3 7 0 0,0 2 0 0,4-1 0 0,0 3 0 0,2 0 0 0,15 1 257 0,5 1-117 0,5-1-53 16,1 1 279-16,2 1-167 0,0 4-83 0,4 0-33 15,-4 2 49-15,-2 0-49 0,-2 11-26 0,-7 1-176 16,0 1 76-16,-4 4 46 0,-5 2-8 0,-1 7-174 15,-7-1 107-15,-2 0 52 0,-2 3 26 0,-14 3-111 16,0-3 57-16,-5-2-51 16,-2-1 48-16,-1-3-1 0,0-4-10 0,5-3-2 15,-4-5 241-15,6-2-100 0,4-2-51 0,4-4 278 16,3 0-149-16,3-2-41 0,3 0-52 0,0 0 108 16,14 0-69-16,11-2-34 0,7 0 0 0,5 1 11 15,7-2-9-15,-11 3-36 0,5 3-31 0,-3 9 1 16,-3 5 38-16,-2 4-121 0,-5 3 57 0,-4 2 28 15,-7 3-1-15,-2 0-120 0,-6 2 73 0,-4 0 5 16,-2 2 26-16,-6-2-28 0,-13-3 40 16,-2 1-25-16,-5-5 19 0,-2-4 84 15,-2-2-40-15,-2-5-8 0,-2-4-15 0,0-4-8 16,-2-2-7-16,1-3 26 0,1 0-256 0,4 0 119 16,4-8 53-16,9-5-416 0,4-4 212 0,5-7 118 15,8 1 56-15,0-2-402 0,18-1 229 0</inkml:trace>
  <inkml:trace contextRef="#ctx0" brushRef="#br0" timeOffset="-99357.56">18807 11812 1119 0,'0'-9'0'0,"0"7"0"0,0 0 0 0,0 2 0 0,0 0 0 0,0 0 482 16,0 0-216-16,0 0-121 0,0 0-56 0,0 0 240 16,0 2-147-16,0 3-75 0,2 5-29 0,2 0-281 15,-1 1 118-15,1-1 59 0,1 2-693 0,1 0 362 16</inkml:trace>
  <inkml:trace contextRef="#ctx0" brushRef="#br0" timeOffset="-99212.27">18773 12171 1271 0,'-15'0'0'0,"8"6"0"0,5 3 0 0,0-4 0 0,0 0 0 0,2-4 0 0,0 0 136 0,0-1-52 15,0 3-25-15,0-3 355 0,2 0-191 0,5 0-87 16,6 0-55-16,2 0-128 0,0-3 39 0,2 2 1 15,3 0-633-15,-6-4 344 0</inkml:trace>
  <inkml:trace contextRef="#ctx0" brushRef="#br0" timeOffset="-98827.28">19306 12049 777 0,'-10'-13'0'0,"3"6"0"0,2 1 0 0,1-5 0 0,2 1 192 16,2-3-79-16,0 0-33 0,0-2-7 0,2-2 340 15,9 2-190-15,6-4-95 0,2 2 227 0,0 4-153 16,5-1-88-16,-1 7-41 0,1 2 118 0,-3 5-79 15,5 0-40-15,-5 0 6 0,3 17-45 0,-3 1 0 16,-2 7 0-16,-5 1-82 16,0 4 41-16,-5 0 8 0,-3 2 33 0,-4 0-54 15,-1 2 27-15,-1 0 0 0,-3-2-12 0,-12 0 14 16,-2-2-22-16,-4-1 56 0,-3-2-44 0,-2-3 15 16,-3-5-20-16,-1-2-19 0,0-2-3 0,-3-6 37 15,1-3 3-15,0-2-264 0,7-4 121 0,1 0 65 16,5 0 29-16,4-4-164 0,6-9 79 0,7-4 50 15,2-3-377-15,0-2 213 16,13-1 102-16,6-1-393 0,11-1 247 0</inkml:trace>
  <inkml:trace contextRef="#ctx0" brushRef="#br0" timeOffset="-98588.68">19850 11796 717 0,'0'-18'0'0,"0"7"0"0,0-2 0 0,-9 3 0 0,-3 1 0 0,-4 6 475 15,2 0-213-15,-9 3-118 0,2 10-56 0,-1 9 338 16,1 7-197-16,-4 10-97 16,9-2 106-16,-1 11-107 0,6-2-49 0,5 0 172 15,6 1-110-15,0-4-56 0,2-5-19 0,13 2 103 16,6-5-69-16,3 0-35 0,2-5 0 0,4-4-159 16,-2-1 70-16,0-5 23 0,2-2 0 0,-1-5-379 15,-3-4 205-15,1-2 102 0,-5-3-276 0,-2-1 115 16,1 0 109-16,-1 0-491 0,-4-5 290 0,-1-5 145 15,-4 1 64-15,0-3-362 0</inkml:trace>
  <inkml:trace contextRef="#ctx0" brushRef="#br0" timeOffset="-98406.16">20101 11880 1989 0,'0'0'0'0,"0"-2"0"0,0 2 0 0,0 0 0 0,0 0 0 0,4 0 0 0,3 0 0 0,4 4 0 0,3 1 311 0,4-1-140 0,1-1 73 16,2-1-106-16,1 1-44 16,1-3-35-16,-2 4-52 0,0-3 0 0,-3 1 25 15,1 1 1-15,-3-2-518 0,-2 3 254 0,-3 1 132 16,-2 1 66-16,-2 3-742 0</inkml:trace>
  <inkml:trace contextRef="#ctx0" brushRef="#br0" timeOffset="-98250.58">20200 12116 1649 0,'-7'6'0'0,"4"-2"0"0,1-1 0 0,-1 1 0 0,3-4 0 0,0 0 0 0,0 0 0 0,0 0 260 0,3 0-106 0,9 0-64 0,3 0 111 16,2 0-84-16,3-1-42 0,0-2-21 0,1 2-111 16,0-1 41-16,0 2 25 0,0 0-1 0,0 0-519 15,1 0 271-15</inkml:trace>
  <inkml:trace contextRef="#ctx0" brushRef="#br0" timeOffset="-97937.36">20655 12011 1443 0,'0'-22'0'0,"0"9"0"0,8-1 0 0,4-1 0 0,2-2 0 0,1 1 0 0,2 3 0 0,1 1 291 0,3 5-129 0,0 3-56 15,7 0 124-15,-6 4-98 0,1 0-50 0,0 13 45 16,-5 4-39-16,3 5-31 16,-7 5-1-16,-3-1-15 0,-4 5-8 0,-5 0 0 15,-1 1 8-15,-1 2 5 0,-1 0-13 0,-10-2 0 16,-7 0-42-16,0-4 21 0,-3-2 8 0,-3-1 13 16,-3-5-86-16,0-3 44 0,-6-2 5 0,-1-3-214 15,-1-5 107-15,-8-1 57 0,9-5 15 0,-1-1-228 16,3 0 110-16,4 0 67 0,7-5-1 0,1-6-25 15,6-3 42-15,7-1 20 0,5-1-258 16,2-3 139-16,0-1 62 0,16 1 44 0,9 2-257 16,3-2 145-16</inkml:trace>
  <inkml:trace contextRef="#ctx0" brushRef="#br0" timeOffset="-97695">21185 11880 897 0,'0'-16'0'0,"-2"1"0"0,-5 5 0 0,-5-3 0 0,-3 3 0 0,-4 0 0 0,-6 7 378 16,4 3-173-16,-2 0-86 0,-2 6-44 0,-1 11 164 15,1 9-96-15,3 4-58 0,3 2 239 0,5 3-145 16,2 3-73-16,6 0-37 0,6 1 159 0,0-4-102 16,4 1-47-16,15 4 101 0,4-6-74 0,2-3-36 15,-2-6 7-15,13 4-237 0,-4-4 97 0,-2-6 47 16,5-2 25-16,-3-2-204 0,3-6 122 15,-5-1 49-15,0-4-760 0,-5-2 342 16,-4-1 205-16,4-1 102 0</inkml:trace>
  <inkml:trace contextRef="#ctx0" brushRef="#br0" timeOffset="-97543.85">21427 12198 919 0,'2'-18'0'0,"0"3"0"0,0 4 0 0,1-4 0 0,-1 8 0 0,0 3 0 0,-2 0 509 16,2 2-239-16,0 2-110 0,1 4-68 0,-1 13 528 15,1 5-294-15,-3 6-147 0,0 3 190 0,0 2-160 16,0 1-92-16,0 2-42 16,-3-2-79-16,1-1 1 0,2-1 36 0,0-5-543 15,0 3 267-15,2-9 138 0,3 1 68 0</inkml:trace>
  <inkml:trace contextRef="#ctx0" brushRef="#br0" timeOffset="-96704.53">22047 12216 1012 0,'0'-5'0'0,"0"3"0"0,4 2 0 0,1 0 0 0,0 0 0 0,-1 2 0 0,-1 5 298 16,-1 4-137-16,-1 3-64 0,1 0-33 0,-2 3 115 16,0 3-74-16,0 1-28 0,-10 7-5 0,-1-1-39 15,-5-1-1-15,0 1 1 0,-5 0-111 0,7-8 63 16,-7 4 20-16,6-8-255 0,0-2 141 0,0-1 71 15,5-9 36-15,1 1-509 16,4-4 248-16,3 0 88 0</inkml:trace>
  <inkml:trace contextRef="#ctx0" brushRef="#br0" timeOffset="-96506.61">22246 11937 1921 0,'3'-12'0'0,"4"4"0"0,0 6 0 0,0 1 0 0,-1-1 0 0,2 2 0 0,1 0 0 0,2 0 0 16,1 3 0-16,0 7 272 0,1 1-119 0,3 2-61 0,-2-1 146 0,2 3-107 0,0 0-49 15,0-1-25-15,-2 4-215 0,2-3 95 0,-4-2 57 16,0 0-487-16,1-2 263 0,-1-1 132 0,-3-1 65 16,2-4-328-16,-6 0 99 0</inkml:trace>
  <inkml:trace contextRef="#ctx0" brushRef="#br0" timeOffset="-96291.1">22708 11669 1139 0,'0'-1'0'0,"1"1"0"0,-1 0 0 0,0 11 0 16,0 8 0-16,0 5 0 0,-3 7 480 0,-5 6-215 0,-1 10-121 0,-4 2 303 0,-6 11-208 15,-2-1-103-15,-3 7-52 0,1-5 116 16,-9 14-88-16,5-5-40 0,-3-1-50 15,2 0 11-15,-1-4 0 0,8-10 8 0,-1 3-212 16,2-7 102-16,2-8 50 0,7-13 27 0,1-5-424 16,5-5 179-16,3-6 124 0,2-5-514 0,0-4 298 15,0-5 148-15,12 0 74 0</inkml:trace>
  <inkml:trace contextRef="#ctx0" brushRef="#br0" timeOffset="-96086.64">23027 11682 1006 0,'8'-9'0'0,"1"7"0"0,1 2 0 0,-3 0 0 0,-3 11 0 0,-2 6 0 0,-2 12 491 0,0 5-220 0,0 9-124 16,-13 4 314-16,-4 2-214 0,-3 3-108 0,-1 3-52 16,-4-2 143-16,-3 10-102 0,5-16-48 0,-2 1-88 15,3-1-110-15,3-3 74 0,5-11 47 0,2 0-223 16,8-15 126-16,2-4 64 0,2-5 31 0,0-5-743 15,2-4 277-15,14-11 223 16</inkml:trace>
  <inkml:trace contextRef="#ctx0" brushRef="#br0" timeOffset="-95935.85">22976 12115 1123 0,'2'-11'0'0,"0"3"0"0,2 4 0 0,-1 2 0 0,2 0 0 0,-3 1 0 0,1 1 0 0,-1 0 0 0,4 0 463 15,-3 0-216-15,3 0-98 0,-1 7 202 0,0-2-159 16,0 3-80-16,1 0-258 0,-1-1 89 0,2 0 53 15,0-1 14-15,0-2-268 16,2 0 146-16,2-4 72 0,3 0 36 0,-5 0-633 16</inkml:trace>
  <inkml:trace contextRef="#ctx0" brushRef="#br0" timeOffset="-95758.7">23364 11692 1153 0,'7'-17'0'0,"0"8"0"0,1 3 0 0,0 5 0 0,-5 1 0 0,1 0 0 0,-2 7 0 0,0 12 0 0,-2 10 475 0,0 1-221 16,-11 12-111-16,-7 1 274 0,-2 6-192 0,-4 3-88 16,-6 9-57-16,5-14 98 0,-3 5-72 0,0-3-37 15,-1-2 0-15,5-7-93 0,-3 5 24 0,6-7 1 16,5-11-432-16,3-2 232 0,6-7 115 0,2-8 67 16,4-3-730-16,1-7 315 0,0 0 200 0</inkml:trace>
  <inkml:trace contextRef="#ctx0" brushRef="#br0" timeOffset="-95606.1">23205 12128 1685 0,'10'-19'0'0,"-1"6"0"0,2 5 0 0,-1 2 0 0,-1-1 0 0,0 5 0 0,2 0 0 0,-2 2 0 0,0 0 0 0,3 0 272 0,0 12-111 0,-1-1-68 0,3 4 219 16,-3 0-139-16,1 4-71 0,-1-2-34 0,1 1-220 16,-2 0 89-16,3-2 48 0,-1 0-263 0,1-4 155 15,0 1 79-15,2-5 46 16,3-3-709-16</inkml:trace>
  <inkml:trace contextRef="#ctx0" brushRef="#br0" timeOffset="-95291.08">23722 11917 663 0,'2'-7'0'0,"0"6"0"0,-1-2 0 0,2 3 0 0,-3 0 0 0,0 9 453 0,0 12-210 0,0 5-106 15,-3 6-43-15,0 4 342 0,-1 7-201 0,4-1-101 16,0-1 185-16,0-7-143 0,2 4-63 15,10-7-44-15,0-3 17 0,8-5-26 16,0-4 0-16,4-8-161 0,-3-5 76 16,9-6 25-16,-3 0-1 0,-2-6-266 0,2-13 150 0,-3-5 75 15,-3-4 46-15,-1-2-349 0,-4-2 171 0,-3-2 16 16,-3-3 17-16,-5 0 54 0,-3-1 19 0,-2-4 9 16,0 2 40-16,-2 7-14 0,-9-3 0 0,-4 4 45 15,0 9-30-15,-6 0 8 0,-2 9-23 16,-1 6 180-16,-3 7-90 0,2 1-27 0,4 0-35 15,-6 11 220-15,8 2-106 0,3 1-26 16,0 5-46-16,5 1-1 0,4-2 18 0,3 1-26 16,4-2-147-16,0 0 80 0,6-4 32 0,15 0-536 15,-1-5 239-15,10-5 145 0</inkml:trace>
  <inkml:trace contextRef="#ctx0" brushRef="#br0" timeOffset="-94883.86">24239 11644 1240 0,'2'-10'0'0,"8"2"0"0,6-1 0 0,-2 2 0 0,7-7 0 0,0 4 0 0,2 3 233 15,4-2-104-15,2 4-48 0,-1-1 217 0,0 2-132 16,-1 2-67-16,-3 0-25 0,3 2-41 0,-5 0-1 16,0 0 1-16,-1 0-348 0,-4 0 175 0,-4 4 94 15,-2 0 35-15,-3-1-508 0,-4 3 261 0,-3-2 132 16,-1 0-339-16,0-1 208 0,-9 1 116 0,-4-2 55 15,-2 2 86-15,0 0 0 0,0-1 0 16,0-1-11-16,0 2-1 0,2-1 1 16,4 2 11-16,-3 0 90 0,5 0-67 0,-3 1-37 15,0 6 9-15,1 1 333 0,0 2-113 0,-3 5-104 16,1 1 166-16,1 0-114 0,-6 4-69 16,1-2-31-16,2 0 55 0,-4 0-42 15,2-2-22-15,2-5 33 0,-2-1-31 0,4 0 0 0,3-5-23 0,3-3 57 16,0-3-29-16,2 0 8 15,3-4-36-15,0 0 147 0,0 0-73 0,8 0-37 16,5 0 139-16,4-8-80 0,5-2-52 0,1 0-22 16,1 0-5-16,1-1-17 0,-3 1 0 0,0 2-334 15,1 2 162-15,0 0 86 0,-6 4 43 0,3 1-257 16,-3-2 110-16,0 3 89 0,-4 0-28 0,-1 0-523 16,-3 0 293-16,0 0 147 0,-1 0 72 0</inkml:trace>
  <inkml:trace contextRef="#ctx0" brushRef="#br0" timeOffset="-94762.54">24678 11790 1017 0,'-6'-8'0'0,"2"2"0"0,-1 3 0 0,2-1 0 0,-3 2 0 0,0 0 0 0,2 1 0 0,1 1 195 16,1 0-81-16,0 0-41 0,2 0 222 0,0 1-123 15,0 7-74-15,0 3-33 0,0 1-9 0,0 1-1 16,0 1-14-16,0 2-427 0,0-1 209 0,0 2 105 16,0-1 52-16,0 3-586 0</inkml:trace>
  <inkml:trace contextRef="#ctx0" brushRef="#br0" timeOffset="-94606.2">24350 12085 728 0,'-18'3'0'0,"9"-1"0"0,6 0 0 0,-1 0 0 0,1-2 0 0,3 0 153 0,-2 0-60 0,2 0-30 16,0 0 304-16,9 0-171 0,3-2-82 0,4-3-41 16,0-3-73-16,2 2 33 0,-2-1 8 0,3 1-416 15,-2 0 205-15,0 3 101 0,-3-1 51 0,0-2-484 16,-1 1 234-16</inkml:trace>
  <inkml:trace contextRef="#ctx0" brushRef="#br0" timeOffset="-94326.45">24539 11944 910 0,'-7'-4'0'0,"1"1"0"0,0 3 0 0,-5 0 0 0,2 9 0 0,-1 6 0 0,-3 6 0 0,1 2 299 16,3 5-125-16,2 0-75 0,0 5-33 0,0-1 227 16,4-1-130-16,1 0-66 0,0-7 38 0,2 7-56 15,0-12-23-15,0 3-124 16,2-5 51-16,8-6 24 0,-3-6 9 0,8-1-313 0,-1-4 165 15,4-2 82-15,-1-13 41 0,4-5-449 16,-5-7 223-16,4-1 47 0,-2-4 79 0,3-8-131 16,-2 1 103-16,-3-2 53 0,-3 7-5 0,4-4 32 15,-1 5 1-15,-3 3 90 0,-2 9-33 0,0 1 0 16,-3 8-42-16,1 3 348 0,-1 3-169 16,-2 4-86-16,1 2-42 0,-2 0 436 0,-1 10-212 0,-1 4-57 15,2 4 38-15,-3 2-92 0,0 7-44 0,-2-5-16 16,2 0-121-16,-2 3 45 15,1-4 23-15,1-1 0 0,0-4-170 0,0-5 104 16,3 0 41-16,1-5-514 0,0-5 269 0</inkml:trace>
  <inkml:trace contextRef="#ctx0" brushRef="#br0" timeOffset="-94079.74">24926 11582 491 0,'6'-21'0'0,"1"2"0"0,1 9 0 0,-1 2 0 0,1 5 0 0,0 3 0 0,-2 0 469 0,2 8-218 0,-3 12-101 16,2 10 356-16,-2 10-236 0,-3 5-119 0,-2 14 248 16,0 2-183-16,0-4-84 0,0 16-53 0,0-9 40 15,0-12-43-15,0 5-21 0,0-8-1 0,0-5 8 16,0 0-7-16,0-6-23 0,0-3 1 0,0-7-74 16,0-10 37-16,-2-2 8 0,-1-5-102 0,-4-4 65 15,-2-2 33-15,-3-5 0 0,-2 0-191 0,-4 0 104 16,-5-8 9-16,0-2-119 0,-2-3 62 0,-2 0 56 15,-1-6-7-15,-2 2-425 16,0-3 243-16</inkml:trace>
  <inkml:trace contextRef="#ctx0" brushRef="#br0" timeOffset="-93446.71">25394 11737 1040 0,'-12'0'0'0,"3"-4"0"0,6 4 0 0,3 0 0 0,0 2 0 0,1 6 180 0,9-1-78 0,3 3-34 16,4 3 144-16,5-2-89 0,1 2-45 0,3 0 200 16,2 0-127-16,-2 3-59 0,1-3-30 0,-3 1 10 15,-6 2-39-15,2-4 8 0,-4 4-9 16,-2-1-224-16,-3-3 112 0,-3 4 57 0,-3-3-414 15,-3-3 225-15,0-1 115 0,-1 0 1 16,2-3-230-16,-1-2 115 0</inkml:trace>
  <inkml:trace contextRef="#ctx0" brushRef="#br0" timeOffset="-93207.43">25940 11489 1219 0,'2'-11'0'0,"-1"7"0"0,-1 2 0 0,0 1 0 0,0 1 0 0,0 0 0 0,0 7 0 0,-1 11 0 0,-8 15 464 16,-6 6-215-16,-6 16-109 0,-5 4 294 0,-4 12-192 16,-8 13-109-16,1-2-51 0,-3 3 234 0,-2 1-142 15,-1-1-71-15,6-7 45 0,-13 20-62 0,2-8-26 16,2-3-1-16,-3-3-49 0,4-5-1 0,7-15 158 16,-2 4-167-16,7-11-254 0,8-13 190 0,7-13 48 15,6-7-205-15,3-10 134 16,2-4 57-16,5-4-27 0,-1-6-440 0,3 0 213 15,0-8 125-15,10-11-212 0,9-8 173 0,3 4 82 16,12-9 42-16</inkml:trace>
  <inkml:trace contextRef="#ctx0" brushRef="#br0" timeOffset="-93010.49">25931 12147 1793 0,'2'-11'0'0,"0"8"0"0,6 3 0 0,1 0 0 0,0 0 0 0,-3 11 0 0,-1 5 0 0,1 8 0 0,-2 4 694 0,-2 3-331 0,0 0-157 0,-2 1 116 16,0 0-145-16,0-2-72 0,0-2-36 0,0-6 104 15,-4 1 20-15,0-5-193 0,2-8 0 0,0 1-232 16,0-4 148-16,2-4 59 0,-2-1 37 0,2-2-627 16,0 0 323-16,0 2 163 0</inkml:trace>
  <inkml:trace contextRef="#ctx0" brushRef="#br0" timeOffset="-88960.39">5366 13695 594 0,'0'-5'0'16,"-2"4"0"-16,2-2 0 0,0 2 0 0,0 1 0 0,0 0 0 0,0 0 155 0,-1 0-65 0,1 0-29 0,0 0 144 0,0 7-86 16,0 6-43-16,0 1 45 15,0 4-48-15,0 6 0 0,0-1-40 0,0 6 57 16,1 1-29-16,5 2 9 0,0 3-37 0,2 6-1 15,1-1 1-15,0 3 0 0,4 0 52 0,-5-5-17 16,7 6-9-16,-3-12-27 0,2 1-26 0,2-9 26 16,-2-3 1-16,3-6-14 0,1-6 14 0,-4-4 0 15,3-5 0-15,0 0-62 0,2-12 31 0,0-15 14 16,0-8-7-16,-3-5-54 0,1-5 33 16,-1-3 8-16,-3-2-96 0,0 2 51 0,-4-3 28 15,0 4 4-15,-2 0-64 0,1 4 32 16,-4 9 22-16,0 6-9 0,-1 0 12 0,-2 8 11 15,0 8-1-15,-1 4 99 0,0 4-48 0,0 4-30 16,0 0 2-16,0 14 178 0,0 10-83 0,0 6-49 16,-1 4-24-16,0 2 217 0,-2 1-104 0,3 3-55 15,0-3 70-15,0-1-64 0,3-2-30 0,2-2 5 16,3-3-8-16,4 0-30 0,1-5 1 16,0-1-87-16,1-7 43 0,-1 2 30 15,2-5-8-15,-3-4-299 0,2-1 137 0,2-5 86 16,-4 0 2-16,3-3-488 0,-1 0 257 0,0-3 131 15,1-7-327-15,4-6 229 0,-2 1 106 0,1-5 65 16</inkml:trace>
  <inkml:trace contextRef="#ctx0" brushRef="#br0" timeOffset="-88747.96">6176 13510 1836 0,'0'-10'0'0,"0"7"0"0,-5 1 0 0,-5 2 0 0,2 0 0 0,-3 13 0 0,0 8 0 0,4-3 0 0,1 3 0 0,-2 13 248 16,2 7-107-16,1 1-55 0,2-1 248 0,3-7-151 16,0 3-66-16,0-1-16 0,0-5-34 0,8 0 1 15,3-7-36-15,1-1-212 0,1-6 114 0,5-1 46 16,-2-4 26-16,3-1-190 0,0-5 109 16,-1-2 54-16,2-4-614 0,-1 0 313 15,-3-2 94-15,-1-11 97 0,2-8-373 0</inkml:trace>
  <inkml:trace contextRef="#ctx0" brushRef="#br0" timeOffset="-88521.53">6310 13689 1301 0,'-2'-9'0'0,"1"6"0"0,-2 1 0 0,3-2 0 0,0 3 0 0,0-1 0 0,3-1 0 0,5 3 226 0,5 0-96 16,4 0-49-16,2 0 230 0,-1 10-131 0,5 4-77 0,-4 2-36 15,1 3 46-15,-3 2-40 0,-4 2 0 16,-5-3-63-16,2 8-9 0,-6-4 32 0,-3 0-1 15,-1 2-104-15,0-3 53 0,-1-2 33 0,-13 0-147 16,1-2 83-16,-3-5 42 0,-6 2 9 0,3-6-223 16,-7-2 110-16,9-1 21 0,-7-4 37 0,1-3-193 15,5 0 107-15,1 0 45 0,7-7-82 0,3-6 72 16,6-6 36-16,1-6 0 0,1-3-259 0</inkml:trace>
  <inkml:trace contextRef="#ctx0" brushRef="#br0" timeOffset="-88330.99">6610 13529 2199 0,'2'-8'0'0,"-2"5"0"0,0 0 0 0,0 3 0 0,-10 0 0 0,-1 8 0 0,0 7 0 0,-3 6 0 0,1 2 0 0,0 4 0 0,0 5 0 0,4 4 0 0,3 2 319 0,3-2-143 0,3 1-63 16,0-3-45-16,0-1-14 15,9-1-1-15,6-1-20 0,5-5-79 0,-1-4 48 16,7-1-9-16,-4-2-335 0,2-6 187 0,-2-2 94 15,-1-1 47-15,2-5-634 0,-5-2 314 0,1-1 132 16,-2-2 84-16</inkml:trace>
  <inkml:trace contextRef="#ctx0" brushRef="#br0" timeOffset="-88156.51">6893 13846 1281 0,'3'0'0'0,"-2"0"0"0,1 2 0 0,0 1 0 0,0 5 0 0,-2 2 0 0,0-2 0 0,0 6 245 0,0 3-98 0,0 0-62 0,0 2 176 16,0 2-114-16,0 0-57 0,0-3-29 0,0 0-146 16,0 0 54-16,0-4 32 0,2 0 1 0,2-2-399 15,-1-3 215-15,5-2 116 0,3-2-529 0</inkml:trace>
  <inkml:trace contextRef="#ctx0" brushRef="#br0" timeOffset="-87951.06">7220 13884 1267 0,'6'2'0'0,"2"3"0"0,-1-1 0 0,-2-1 0 0,-1 4 0 0,2 1 0 0,-4 4 0 0,0 2 0 0,0 0 349 0,-2 3-150 0,0 4-87 16,0 3 83-16,-7 1-81 15,-3-1-41-15,-1 1 1 0,0-7-103 0,-3 3 27 16,-1-3 0-16,0-3-60 0,2-2 48 0,-1-3 23 15,5-4 8-15,0-5-389 0,3-1 162 0,3 0 115 16,3-11-28-16</inkml:trace>
  <inkml:trace contextRef="#ctx0" brushRef="#br0" timeOffset="-87763.56">7371 13518 1727 0,'0'-8'0'0,"0"6"0"0,3 0 0 0,3 2 0 0,0 0 0 0,-1 0 0 0,2 12 0 0,-1 0 270 0,2 4-119 0,1 3-51 0,-1-1 61 16,2 1-64-16,-1 3-33 0,3 4 1 0,-1-6-93 15,-4-1 38-15,5-1-8 0,-4 1 31 0,3-5-426 16,-1-2 214-16,2-3 105 0,-3-5-539 16,3-1 306-16,0-3 71 0</inkml:trace>
  <inkml:trace contextRef="#ctx0" brushRef="#br0" timeOffset="-87559.89">7752 13354 1228 0,'0'-2'0'0,"0"2"0"0,3 0 0 0,-2 0 0 0,-1 16 0 0,0 2 0 0,-1 8 0 0,-7 6 256 16,-6 11-115-16,3 4-55 0,-5 12 269 0,0 0-161 15,-1 4-81-15,0-5-32 0,-5 17 170 0,2-10-110 16,-4-1-54-16,2-1-60 0,-1-5 6 0,6-8 8 15,-1 4-9-15,-1-4-245 0,5-5 123 0,1-11 62 16,2-2 30-16,6-9-227 0,1-9 125 0,4 0 1 16,0-9 56-16,0-5-674 0</inkml:trace>
  <inkml:trace contextRef="#ctx0" brushRef="#br0" timeOffset="-87346.02">7896 13929 1266 0,'0'-6'0'15,"0"4"0"-15,2 2 0 0,1 0 0 0,-1 0 0 0,-1 0 0 0,1 5 488 0,1 8-232 0,-2 1-112 0,1 1 91 0,-2 4-101 16,0 0-50-16,0 0-18 0,1 3 84 0,-1-1-58 16,0-2-30-16,0-1-260 15,0-3 116-15,0-2 65 0,0-1 21 0,0-5-437 16,0-1 233-16,2-5 116 0,0-1 58 0,0 0-680 15,3-7 340-15</inkml:trace>
  <inkml:trace contextRef="#ctx0" brushRef="#br0" timeOffset="-87119.63">8107 13368 1542 0,'17'-10'0'0,"1"3"0"0,8 4 0 0,-8 2 0 0,7 1 0 0,-5 0 0 0,4 7 0 0,1 12 0 0,-1 5 548 0,2 6-258 0,-5 5-128 16,-4 3-57-16,0 13 395 0,-7 0-233 0,-5 5-117 16,-3 1 132-16,-2 1-33 0,-2-1-249 0,-12 0 0 15,-1-4 0-15,-5 0 0 0,-1-5 0 0,-3 1 0 16,0-6 0-16,-1-2 0 0,-1-7 0 16,7-6-600-16,-2-5 339 0,12-7 114 15,-1-7 90-15,6-2-793 0,4-5 409 0</inkml:trace>
  <inkml:trace contextRef="#ctx0" brushRef="#br0" timeOffset="-84152.54">8930 13680 843 0,'-5'0'0'0,"2"0"0"0,3 3 0 0,0-1 0 0,0-1 0 0,0 2 0 0,4-2 0 0,8 1 0 0,2 1 249 0,3-3-112 0,2 0-53 15,-1 0-25-15,1 0 114 0,0 0-71 0,-2 0-26 16,1 0-9-16,-4-3-34 0,1 1 0 0,0-2-1 16,-2 1-39-16,-2 0 8 0,-2 0 31 15,2 1-238-15,-2 0 120 0,-2 0 59 16,-2 2 30-16,2 0-501 0,-4 0 246 0</inkml:trace>
  <inkml:trace contextRef="#ctx0" brushRef="#br0" timeOffset="-83960.06">9048 13947 1226 0,'-7'10'0'0,"0"-7"0"0,4 3 0 0,2-2 0 0,1-2 0 0,0 0 0 0,0-1 0 0,3 1 224 0,10 4-99 0,2-3 109 16,4 2-101-16,1-3-50 0,-1 2-25 0,4-1 154 15,0-2-93-15,-3 2-44 0,3-1-20 0,-1 0-208 16,2-1 102-16,3-1 37 0,-5 0-480 0,3 3 264 15,1-3 131-15</inkml:trace>
  <inkml:trace contextRef="#ctx0" brushRef="#br0" timeOffset="-82750.61">10385 13468 448 0,'2'0'0'0,"0"0"0"0,-1 0 0 0,1-3 0 0,1 0 0 0,-1 2 0 0,0-3 116 16,0 0-41-16,-1 1-22 0,1-1 113 0,0-2-66 16,0-1-26-16,0 0-8 0,-1-3 15 0,1 1-24 15,-2-2 0-15,0-1 25 0,0-1-17 0,0 0-8 16,0 0-24-16,0-2-20 0,0 1 20 0,-2 1 0 15,-1-1 8-15,-3 0-54 0,1 3 22 0,-2-1 1 16,0 1-16-16,0 0 0 0,1 4 47 0,-2-1-23 16,-1 1 0-16,2 2-14 15,0 2 20-15,-4 1 32 0,4 0-36 0,-2 1 0 16,2 1 0-16,-1 0 53 0,-2 0-24 0,3 0 6 16,0 7-9-16,-3 0 24 0,3 3 0 0,-1 0-30 15,1 1 15-15,-1 0 1 0,2 0-15 0,3 2-8 16,-3 1 25-16,3-2-25 0,-1 3 0 0,1 2 9 15,0 4-1-15,3 2-8 0,-2 1 0 0,2 4 34 16,0 4-34-16,0 4-1 0,0 1 9 0,0 8 22 16,0-1-31-16,0 1 1 15,0 2-21-15,0-1-1 0,0-5 30 0,2 12-35 16,-1-6 27-16,1-2 0 0,1 1-1 0,-1-3-33 16,0-3 35-16,-1 6-4 0,-1-4-11 0,0-6-19 15,0 3 20-15,0-3 5 0,0-1-4 0,-1-3-21 16,-8-2-2-16,2-4 24 0,0-5-43 0,-2-2 0 15,-1-2 41-15,-1-4-121 0,0-2 52 0,-1-3 29 16,-1-4-12-16,-1 1-133 0,2-5 70 16,-1 0 44-16,-3 0 6 0,4 0-88 0,-2-2 39 0,1-3 33 15,3-3-9-15,-1-2-135 16,6 3 86-16,-1-2 43 0,3 1-176 0,1-1 102 16,2-3 62-16,0 7-301 15,2-4 178-15,11 3 89 0,2 0 45 0</inkml:trace>
  <inkml:trace contextRef="#ctx0" brushRef="#br0" timeOffset="-81964.63">10618 14273 897 0,'-5'-5'0'0,"-2"-2"0"0,4 5 0 0,-3-2 0 0,1 1 0 0,-2-1 0 0,0 0 0 0,0 0 130 0,1 0-48 16,1 4-25-16,0-3 111 0,1 0-59 0,-1 2-42 0,2 1-1 16,-3 0 30-16,3 0-31 0,-1 11-1 15,0 8 19-15,1 6-29 0,1 1 0 0,0 4 7 16,2 0 0-16,0 1-28 0,0-4 8 0,0 5 56 16,2-5-32-16,7-9-1 0,4 1-31 0,2-6 31 15,3-2 7-15,2-3-38 0,2-5 0 0,-2-3-55 16,3 0 27-16,2-1 0 0,-8-12-89 0,5-4 55 15,-7-4 30-15,0-2-84 0,-1 2 53 16,-7-6 8-16,0 5 3 0,-3-6-135 0,-2 1 74 0,-2 2 14 16,0 5 27-16,-4-1-52 15,-7 3 11-15,-3 0 28 0,2 7 0 0,-4 4 66 16,0 4-24-16,-2 0-2 0,0 3 62 0,-1 3-35 16,3 7 0-16,-2 3-2 0,4 1 1 0,2-3-16 15,3-2 9-15,3-1-95 0,3-1 38 0,1-4 12 16,2 2 27-16,0-5-324 0,0 0 138 0,11 0 85 15,2-8 41-15,4-10-265 0</inkml:trace>
  <inkml:trace contextRef="#ctx0" brushRef="#br0" timeOffset="-81637.5">10560 13087 1372 0,'-9'-2'0'0,"4"1"0"0,3-1 0 0,1-1 0 0,1 1 0 0,0-6 0 0,3 1 0 0,15 0 199 0,1 2-76 0,6-2-48 0,0 2 68 16,-1 4-55-16,-1-1-28 0,2 2 1 0,-3 0 14 15,1 13-8-15,-6 4-34 0,-3 5 0 0,-4 5-79 16,-2 0 40-16,-6 6 8 0,-2-1-80 0,0 2 56 15,-6-1 27-15,-8-3-127 0,0 0 51 0,-2-9 48 16,-5 4-21-16,7-11-99 0,-7 2 51 16,1-7 38-16,-1-4-1 0,-2-1-52 15,3-4 30-15,-1 0 23 0,2 0-10 0,4-1-76 16,3-7 53-16,3-5 19 0,6-1-153 0,3-2 93 16,0-1 48-16,5-8-180 0</inkml:trace>
  <inkml:trace contextRef="#ctx0" brushRef="#br0" timeOffset="-81388.04">10971 12942 702 0,'4'-10'0'0,"-1"2"0"0,0 0 0 0,-1 1 0 0,-2 2 0 0,0 1 0 0,0 0 301 0,-8 2-138 0,-1 2-65 16,-2 0 49-16,-1 2-57 0,-1 9-21 0,-3 10 80 15,2 4-59-15,-2 2-28 0,-2 10 0 0,3 0 45 16,2-4-29-16,-3 13-8 0,5-7-38 0,4-5 120 15,4 1-60-15,1-3-29 0,2-7 7 0,0 4 20 16,5-9-29-16,10 1 0 0,0-7-28 0,3 1-23 16,2-3 8-16,1-3 15 15,0-1-208-15,0-5 104 0,2 1 51 0,-3-4-417 16,-1 0 220-16,1 0 75 0,-4 0 67 0,1-3-466 16,-2-1 255-16,-1-4 126 0</inkml:trace>
  <inkml:trace contextRef="#ctx0" brushRef="#br0" timeOffset="-81197.55">11197 13182 1657 0,'0'0'0'0,"0"0"0"0,2 1 0 0,-2 1 0 0,0 3 0 0,0 3 0 0,0 3 0 0,0 1 0 0,2 1 177 16,-2 3-72-16,0 2 342 0,1 3-198 0,-1-1-113 15,0 3-51-15,0-1 129 0,0 1-91 0,0 0-44 16,0-3-16-16,0 0-150 0,0-2 60 0,0 0 30 15,0-3-426-15,0-2 229 16,2-2 121-16,-2-1 49 0,2-2-348 0,0-3 112 0</inkml:trace>
  <inkml:trace contextRef="#ctx0" brushRef="#br0" timeOffset="-68484.33">11537 13635 1419 0,'0'0'0'0,"0"0"0"0,0 0 0 0,2-1 0 0,7-1 0 0,5 0 0 0,6 2 101 0,-1 0-35 0,1 0 1 0,3 10 74 16,-1 2-54-16,-3 6-19 0,3 4-9 0,-4-1 3 15,-6 1 0-15,-1 3-29 0,-1-1 0 0,-4-3 4 16,-4 3-4-16,-1 4-1 0,-1-3 27 0,-1-3-27 16,-10 3 1-16,-7-1 8 0,0-2 13 0,-5 1-21 15,-1-2 0-15,-3-4-60 0,1-3 31 16,4-4 7-16,-8 0 22 0,9-7-274 16,-2 1 128-16,5-4 53 0,-1 0 35 0,6 0-318 15,1 0 140-15,5-6 88 0,3-5-236 0,4-2 159 16,0-2 80-16,13-2-130 0</inkml:trace>
  <inkml:trace contextRef="#ctx0" brushRef="#br0" timeOffset="-68263.92">11987 13654 1021 0,'2'-7'0'0,"-2"1"0"0,0 0 0 0,-11 1 0 0,-3 4 0 0,-2-2 0 0,-1 3 0 0,-2 0 382 0,2 6-175 0,-5 12-87 16,1 2-44-16,2 5 147 0,3 2-100 0,0 4-45 15,7 2 53-15,2 1-49 0,3-4-25 0,4-3 19 16,0 6-9-16,4-9-34 0,10 1 0 0,6-5-36 16,1-1 0-16,6-3 44 0,-1-1-8 0,2-6-207 15,3-2 103-15,-1-4 52 0,2-1 5 0,-2-2-442 16,-2 0 187-16,0-10 124 16,-3-5-340-16,-3-6 226 0,-7-3 113 0</inkml:trace>
  <inkml:trace contextRef="#ctx0" brushRef="#br0" timeOffset="-67967.72">12139 13348 1344 0,'0'-9'0'0,"2"2"0"0,2 2 0 0,-1 2 0 0,4-1 0 0,2 2 0 0,-2 0 0 0,5 2 243 0,1 0-106 16,0 0-52-16,2 0-17 0,-2 10 111 15,1 1-73-15,-4 3-36 0,0 0-121 0,-4 1 42 16,-4 2 30-16,0 0-147 0,-2 2 80 0,0-1 39 15,-14 3 0-15,-2-2-44 0,-2-6 50 0,-6 4 12 16,2-5-44-16,-1-4 13 0,4 1-16 0,-1-4 1 16,1-1-16-16,4 0 269 0,3-2-110 0,5-1 252 15,1-1-155-15,5 0-88 16,-1 0-26-16,2 0 24 0,2 0-41 0,10 0-21 16,6 0-50-16,0 0 30 15,5 0 8-15,3 0-8 0,-1 0-1 0,-5 0-232 0,4-1 116 0,-1-1-174 16,2 0 142-16,-3 0 31 0,-1 2 50 15,1 0-39-15,-2 0-642 0,5 0 342 0</inkml:trace>
  <inkml:trace contextRef="#ctx0" brushRef="#br0" timeOffset="-67447.89">12682 13818 849 0,'0'0'0'0,"0"0"0"0,0 0 0 0,0-3 0 0,0-11 0 0,0 1 0 0,2-2 241 0,0-2-104 16,0 0-44-16,0 0-34 0,0 2 0 0,-2 0 66 15,0 2-47-15,0 2-22 0,-4 3 21 0,-3-2-9 16,-3 1-35-16,-1 3 0 0,0 3 49 16,-5 1-25-16,4 2 9 0,-6 0-34 0,0 10 69 15,1 10-35-15,-3 6 19 0,4 4-26 0,1 6 8 16,-2 6-34-16,8-9 69 0,1 4-35 0,4 1 0 15,2-4-34-15,2-5 38 0,0 3-9 0,4-8-29 16,6-7 0-16,3-1-76 0,1-2 38 16,4-6-158-16,-1-7 94 0,1-1 44 0,5 0 27 0,-2-13-102 15,-1-8 58-15,1-7 5 0,2-10 22 16,-7 3-200-16,0-9 99 0,-2-3 19 16,0-3 34-16,-3-6-136 0,2-12 86 0,-3-1 41 15,1-9-104-15,-2-1 72 0,-1-4 35 0,1 0-38 16,-2 6 41-16,1 7 0 0,-2 19 33 0,-4 10 208 15,0 4-104-15,0 14-60 0,-2 10-18 0,0 2 183 16,0 11-105-16,-2 0-51 0,-8 13-27 0,-1 12 464 16,0 13-221-16,-1 6-63 0,1 7-70 0,0 14 189 15,3-1-129-15,2-6-57 0,1 13 146 16,1-4-110-16,2 0-55 0,1 1 24 0,-1-3-39 16,2-10 8-16,0 5-48 0,0-3-53 15,0-3 26-15,2-5 1 0,1-10 27 0,3-2-370 16,1-5 181-16,-2-9 94 0,4-4 47 0,-6-7-568 15,5-6 281-15,-3-6 91 0,5 0-345 0,-1-12 261 16,2-14 132-16,-1-7-388 0</inkml:trace>
  <inkml:trace contextRef="#ctx0" brushRef="#br0" timeOffset="-67217.96">12971 13589 1108 0,'6'-10'0'0,"0"3"0"0,2 3 0 0,-1 1 0 0,-2-1 0 15,5 2 0-15,-1 2 315 0,4 0-141 0,3 4-63 0,4 8 434 0,-1 4-257 0,-2 2-127 16,0 7-64-16,0 1 170 0,-3 4-109 0,-2 2-67 16,-4-1-95-16,-5 4-1 0,-1-1 38 0,-2-1 0 15,0-1-122-15,-7 0 56 0,-9-1 34 0,-4-4-114 16,-3-3 72-16,-5 0 38 16,0-8 11-16,-4-3-116 0,-2-1 8 0,2-5 50 15,4-4-36-15,5-3-245 0,2 0 141 0,9-3 83 16,3-10-307-16,9-4 191 0,0-7 95 0,9-2 47 15,13-4-387-15</inkml:trace>
  <inkml:trace contextRef="#ctx0" brushRef="#br0" timeOffset="-66998.21">13503 13500 700 0,'4'-15'0'0,"-4"6"0"0,0-2 0 0,-4 3 0 0,-7 2 451 0,-6 5-209 0,-2 1-104 0,-4 0-53 0,3 11 139 15,-2 10-87-15,-5 9-56 0,3 5-24 0,-1 7 273 16,1 4-148-16,1 5-75 0,6 2 194 0,4-1-138 16,8-3-65-16,5-2 130 0,2-8-98 15,16-2-48-15,7-12-16 0,10 6-155 0,1-10 62 0,4-4 29 16,-1-4 1-16,-4-4-165 16,11-4 93-16,-5-2 51 0,-5-3-722 0,3 0 371 15</inkml:trace>
  <inkml:trace contextRef="#ctx0" brushRef="#br0" timeOffset="-42551.36">13966 13606 1089 0,'-3'0'0'0,"-3"0"0"0,3 0 0 0,1 0 0 0,0 0 0 0,0 0 0 0,2 0 0 0,0 0 118 0,0 0-43 0,0 0-21 0,0 0 75 15,0 0-52-15,0 0-22 0,0 0 0 0,0 0 36 16,2 0-29-16,0 0 9 0,3 0 5 0,3 0 8 15,0 0-25-15,1 2 0 0,0-2 7 0,3 1 8 16,1 2-42-16,2 0 58 0,0-2-29 0,4 2 0 16,-1-3-28-16,7 0 52 15,1 0-30-15,1 0 0 0,1 0-22 0,0 0-10 16,0 0 10-16,-6 0 8 0,8 0-8 0,-9 0-59 16,2 0 30-16,-1 0-1 0,-3 0-3 0,0 0 7 15,-4 0 26-15,0 0-23 0,-4 0-120 0,-2 0 50 16,1 0 37-16,-4 0-148 0,-2 0 85 0,-1 0 24 15,-1 0 27-15,0 0-212 0,-2 0 109 0,0 0 35 16,0-3 40-16,-2-4-252 0,-5 0 141 0,-5-2 71 16,3 1-159-16,-4 0 119 15,3 1 55-15</inkml:trace>
  <inkml:trace contextRef="#ctx0" brushRef="#br0" timeOffset="-42372.83">14245 13269 692 0,'-10'-12'0'0,"1"2"0"0,6 4 0 0,-3 2 0 0,4 1 0 0,1 1 0 0,-2 2 322 0,3 0-144 0,0 2-73 16,0 18-36-16,0 6 242 0,4 8-131 0,2 16-77 15,1 8 210-15,-1 4-139 0,-3 7-71 0,1 4 5 16,-2 4-30-16,0 2-7 0,0-4-39 0,0-2-140 16,0-3 70-16,5-4 35 0,0-14 9 0,4 7-611 15,5-9 306-15</inkml:trace>
  <inkml:trace contextRef="#ctx0" brushRef="#br0" timeOffset="-39445.03">15237 13364 561 0,'0'0'0'0,"0"-3"0"0,2 0 0 0,0-4 0 0,1-3 0 0,-1-1 85 0,0-5-18 0,2 2-9 15,-3-3 56-15,1-2-41 0,2-2 0 0,-1 1-38 16,-2-1 6-16,1 1-8 0,-2-3 0 0,0 2-26 16,0-2 26-16,0 3 0 0,0 2 8 0,0-2 5 15,-2 3-13-15,-4 2-1 0,-1 1 1 0,-1 3 13 16,-1 2-5-16,-1 0-9 0,-2 4 38 15,-2 3-1-15,1 0-36 0,-1 2 0 0,-4 0 47 0,1 0-9 16,0 4-38-16,0 2 0 16,3 4-1-16,0 0 1 0,3-1 8 0,2 3 33 15,2-1-1-15,0 0-40 0,4 0 0 0,1 7 40 16,2 4-9-16,0 2-31 0,0 5 42 0,0 4-21 16,2 8 0-16,1-5 27 0,5 9-9 0,-2-2-39 15,1 2 0-15,2 0 13 0,0-1-13 0,-2-3 8 16,0 8-9-16,0-5-46 0,-1 2 22 0,0-3 1 15,-2 0 24-15,-2-5-66 16,-1 2 28-16,1-2 9 0,-2 2-24 0,0-4 10 16,0-1 0-16,-2-1 5 0,-3 0 53 0,-5 0-50 15,1-4 13-15,0 0 30 0,-3-2-1 0,1-3-27 16,0-4-2-16,-1-2-19 0,1-3 0 0,2-5 27 16,-3 0-5-16,5-6-166 0,-4-2 78 0,1-3 38 15,-1 0-126-15,2 0 68 0,1-1 43 0,2-6-334 16,1-6 181-16,1 1 85 0,4-4 44 0,0 4-315 15,0-3 178-15,6-3 82 16,7 4 53-16,6-6-297 0</inkml:trace>
  <inkml:trace contextRef="#ctx0" brushRef="#br0" timeOffset="-39162.79">15308 13950 1435 0,'4'3'0'0,"-3"1"0"0,1 5 0 0,-2 0 0 0,0 4 0 0,0 3 0 0,-7-1 0 0,3 4 252 0,1 1-109 0,1 2-48 16,2 1 117-16,0-2-90 0,0 1-45 0,9 1 140 16,7-8-93-16,-2 1-37 0,5-5-32 0,1-6-47 15,1-1 0-15,2-4 25 0,-3 0-1 0,-1-4-120 16,2-11 56-16,-6-6 32 0,-3-1-149 0,-5-4 91 16,-3-1 46-16,-3 2-79 0,-1-5 51 0,0 6-21 15,-9-1 30-15,-4 3-19 0,0 6-6 0,-6-1-1 16,2 1 32-16,-2 5-31 0,2 4 27 15,-1 3-18-15,2 1 163 0,3 3 77 16,2 0-99-16,0 5-34 0,5 3-95 0,1 0 52 16,5 2-9-16,0 0 22 0,0-3-418 0,0-1 187 15,9 0 94-15,4-6-235 0,4 0 146 0,4-2 85 16</inkml:trace>
  <inkml:trace contextRef="#ctx0" brushRef="#br0" timeOffset="-38913.46">15517 12988 1128 0,'-8'-11'0'0,"4"3"0"16,2 6 0-16,0-3 0 0,2 3 0 0,0 0 0 0,0-2 0 0,0 1 456 0,7 0-212 0,4 2-105 0,-1-1 209 15,1 2-158-15,-1 0-70 0,3 0-14 0,-3 0-37 16,-1 8 1-16,0 1-38 0,-3 8-259 16,0-3 138-16,0 4 56 0,-1-1 33 0,-1 0-223 15,0-4 127-15,1 4 65 0,1-8 39 0,3 0-734 16</inkml:trace>
  <inkml:trace contextRef="#ctx0" brushRef="#br0" timeOffset="-38666.12">15836 12735 1225 0,'1'-1'0'0,"3"1"0"0,-2 0 0 0,-2 0 0 0,0 0 0 0,0 0 0 0,-6 12 489 0,-3 1-232 0,-1 10-112 16,-2 3-57-16,-3 9 94 0,-2 5-74 0,-1 3-30 16,-3 6 50-16,-2 4-17 0,-4 4-40 0,1-2 0 15,4-8-67-15,-1 3 36 0,-1-1-7 0,1-2-98 16,5-5 49-16,0-10 25 15,4 1-1-15,2-8-152 0,5-3 84 0,1-5 46 0,2-3-9 16,3-6-340-16,1-4 152 0,0-1 93 16,0-3 14-16,0 0-136 0,0 0 104 0,3-10 51 15,8-3-318-15,1-2 177 0</inkml:trace>
  <inkml:trace contextRef="#ctx0" brushRef="#br0" timeOffset="-38385.29">15862 13133 2047 0,'2'-3'0'0,"0"1"0"0,0 1 0 0,-2-1 0 0,0 2 0 0,0-2 0 16,0 2 0-16,0 0 0 0,0 0 184 0,0 4-75 0,0 7-39 0,0 5 241 0,0-1-131 16,0 5-77-16,0 3 72 0,1-1-71 0,1 4-35 15,0-1-1-15,0-5-5 0,2 7-8 0,-2-7-23 16,0 5 1-16,0-2-60 0,-2-3 30 0,0 3 9 15,0-5 20-15,0-1-48 16,0 0 25-16,0-6-1 0,0-2 3 0,0-1-17 16,0-5 34-16,0 0-93 0,0-3 40 0,0 0 9 15,0 0 3-15,0 0-77 0,-2-6 46 0,-2-5 16 16,0-1 0-16,0-1-410 16,2 2 197-16,-1-3 97 0,-1 2-615 0,0 0 363 0</inkml:trace>
  <inkml:trace contextRef="#ctx0" brushRef="#br0" timeOffset="-32874.04">16715 13243 873 0,'-3'-3'0'0,"-1"-2"0"0,1 2 0 0,1 0 0 0,-1-2 0 0,1 2 0 0,-2-3 0 0,1 0 0 0,-1 3 129 0,-2-1-52 16,3 0 97-16,-4 2-70 0,2 2-36 0,-4 0 8 0,-3 0-43 0,3 7 44 16,-2 8-22-16,-3-1 0 0,0 6-22 15,0 0 61-15,-1 6-35 0,1 2 1 16,2 0 4-16,-3 4 0 0,4 2-31 0,1 1 83 15,0 7-46-15,3-1 0 0,3-2-37 0,3 5 92 16,1-3-46-16,0-5-14 0,0 3-9 0,10-1 10 16,1-4 1-16,1-3-34 0,6 0-65 0,-2-4 41 15,1 0-9-15,1-5 33 0,0-1-61 0,1-2 30 16,-1-2 0-16,0 0-210 0,-2-2 111 0,3-1 32 16,-1 2 39-16,-2-3-444 0,-1-1 221 15,0 0 89-15</inkml:trace>
  <inkml:trace contextRef="#ctx0" brushRef="#br0" timeOffset="-31661.63">16987 13557 758 0,'-4'-7'0'0,"-2"-2"0"0,2 6 0 0,1-2 0 0,-2-2 0 0,3 2 0 0,-2-4 0 0,3 5 0 0,-1-2 99 0,2 4-34 0,0-5 1 16,0 4 19-16,0-2-19 0,2 2-7 0,5-1 45 15,5 2-35-15,2 1 0 0,2-2-37 0,3 3 72 16,2 0-39-16,-3 0-1 0,3 6-31 0,-1 6 24 16,0-2 0-16,-1 5-16 0,-3 0-38 0,-2 2 29 15,-3 2 1-15,-4 2 0 0,-1 0-18 0,-2 3 18 16,-4 1 0-16,0-2-35 0,0 2 35 16,-4-3 0-16,-6-2 8 0,-2 1-55 15,-2-1 22-15,-1-3-16 0,-2-2 33 0,3-2-52 16,-6-6 29-16,2 1-14 0,-1-6-89 0,-2-2 53 15,-1 0 28-15,-1 0-9 0,2-2-48 0,-3-6 28 16,8-2 24-16,-3 2-192 0,4-1 98 0,2-3 32 16,5 2 23-16,3 1-140 0,5-4 86 0,0 4 42 15,2-3 22-15,10 1-186 0,8 1 95 0</inkml:trace>
  <inkml:trace contextRef="#ctx0" brushRef="#br0" timeOffset="-31371.29">17435 13380 392 0,'-3'-12'0'0,"-3"4"0"0,-1-1 0 0,-5-1 0 0,1 2 0 0,2 5 0 0,-1 0 294 0,-3 2-130 0,2 1-66 0,-2 0-33 0,0 6 101 16,-1 9-59-16,2 6-41 15,-2 0 61-15,3 6-47 0,0 1-24 0,-1 4 1 16,5 0 85-16,1 1-58 0,5 0-26 0,1-1 41 15,0-4-33-15,0 0 0 0,0-4-25 0,9 1 34 16,0-6-21-16,5-1 0 0,-2-1-21 0,4 0-42 16,-3-4 29-16,2-1-8 0,-2-1-87 0,2-2 55 15,-2 0 25-15,0-5-214 0,-1 0 105 16,2 0 57-16,-2-2 4 0,1-2-284 0,-2 0 135 0,1 0 82 16,-1 0 21-16,2 0-111 15,0-2 83-15,-2-3 42 0,3-5 22 0</inkml:trace>
  <inkml:trace contextRef="#ctx0" brushRef="#br0" timeOffset="-31160.2">17595 13675 434 0,'0'0'0'0,"0"0"0"0,0 0 0 0,0 0 0 0,0 0 0 0,0 0 0 0,0 2 0 0,0 1 0 0,2 7 0 16,0 0 0-16,-1 3 0 15,2 0 0-15,-1 4 735 0,0 0-351 0,0 2-167 16,-1-1-96-16,-1 3 143 0,2 1-115 0,-2-1-59 15,0 2-28-15,0-2-69 0,0 3 16 0,0-3-1 16,0-3-187-16,0 1 105 0,0-2 54 0,0-6 35 16,0 0-389-16,0-3 138 0,0-2 112 0,0-5-282 15,0-1 187-15,0 0 85 0,0-3 54 0,0-14-202 16</inkml:trace>
  <inkml:trace contextRef="#ctx0" brushRef="#br0" timeOffset="-30774.23">17599 13195 1358 0,'1'-16'0'16,"6"6"0"-16,-4 2 0 0,3-3 0 0,-1-1 0 0,3 1 0 0,0 3 0 0,1 1 0 0,2 3 0 0,1 2 145 0,1 0-49 0,0 2-35 0,2 0 27 15,0 0-28-15,-4 8 0 0,2 3-27 0,1 0-16 16,-5 1-9-16,0 1 24 0,-3 0-44 0,-2 2 22 15,-2 0 0-15,-2 2-33 0,0-2 24 0,0 1 0 16,-4-4-15-16,-8 1 10 0,1-3 1 0,-1-1-5 16,0-2-4-16,-1 1 68 0,-3-3-3 0,6 1-41 15,-2-2 10-15,3-1 57 0,-1 0-25 0,3-1 0 16,3-2 20-16,2 1-24 0,0-1 7 16,2 0 40-16,0 1-32 0,0 2 0 15,0 1-32-15,6-2 12 0,2 2-4 0,3 0-8 16,-1-1 0-16,4 3-22 0,-3-2 21 0,3 1 1 15,-1-1 8-15,0-2-68 0,0 2 29 16,-2-1 1-16,-1-1-47 0,1 0 35 0,-2-2 9 16,1 2-208-16,-3-2 95 0,-1 0 57 0,1 0 12 0,-2 0-335 15,2 0 152-15,-2 0 101 0,-1 0 47 0,0 0-361 16,1 0 204-16,1 0 101 0</inkml:trace>
  <inkml:trace contextRef="#ctx0" brushRef="#br0" timeOffset="-30397.2">17841 13635 781 0,'-2'6'0'0,"0"3"0"0,-1-2 0 0,-1-2 0 0,2 1 0 0,-1-3 0 0,1 1 0 0,0 0 308 16,2-3-138-16,0 4-68 0,0-4 158 0,0 3-114 15,0-2-48-15,4 1 48 0,1-2-57 0,4 3-28 16,-2-3 0-16,4 3 57 0,-1-2-34 0,4 2-30 16,-1-2 0-16,1 0 14 0,4-1-35 0,-3 1 8 15,0-1-8-15,2 4-50 16,-2-3 25-16,2-1 0 0,-4 4-58 0,0-4 50 16,2 1 12-16,-4 2-93 0,-1-3 37 0,-1 2 31 15,-2-1-5-15,-1 0-27 0,0-1 24 0,-4-1-6 16,0 3 0-16,0-3 45 0,0 0-33 0,-2 0-1 15,0 0 42-15,0 0 22 0,0 0-24 0,0 0 7 16,0 0 3-16,0 0 12 0,0 0-39 0,0 0 16 16,0 0-193-16,0 0 86 0,0 0 43 0,0 0-178 15,1 0 106-15,1 0 32 0,0 1 31 16,2 0-336-16,-1 4 177 0,1 1 79 0,0-1 53 16</inkml:trace>
  <inkml:trace contextRef="#ctx0" brushRef="#br0" timeOffset="-29505.97">18618 13475 954 0,'-9'-20'0'0,"6"8"0"0,3-1 0 0,0 3 0 0,0-1 0 0,1-2 0 0,7 3 0 0,2 3 0 0,4-1 197 0,6 5-83 0,1 0-40 16,0 2-1-16,2 1 39 0,2 0-45 0,-2 9 1 15,-3 4-59-15,1 2 24 0,-5 2 0 0,-2 2 8 16,-2 6-17-16,0 0 9 0,-4 3 0 0,-5 1-48 16,-1 1 24-16,-2 0 8 0,0 0 16 0,-9 1-55 15,-7-1 27-15,-2-3-5 0,-3-1-1 16,-3-1 52-16,-5-4-6 0,1-5-38 0,-2 0 112 16,2-6-46-16,2-2-25 0,3-2 12 15,2-3 35-15,1-1-26 0,3-2 0 0,6 2 83 16,1-2-60-16,3 0-21 0,3 0-8 0,4 0 120 15,0 0-75-15,0 0-38 0,2 0 0 0,11 0-41 16,4 0 4-16,8 0 0 0,-2 0-42 0,0 0 21 16,5-2 0-16,-3 2 29 0,9-2-203 0,-6 2 98 15,-2 0 48-15,1 0-203 0,-1 0 119 16,-6 0 25-16,3 0 40 0,0 0-550 0,-5 0 277 16,-1 0 137-16,2 0 69 0,-2 0-404 15,-1 0 241-15</inkml:trace>
  <inkml:trace contextRef="#ctx0" brushRef="#br0" timeOffset="-29228.71">19019 13437 1275 0,'0'-11'0'0,"0"5"0"0,6-2 0 0,1-2 0 0,2 4 0 0,7-2 0 0,0 4 0 0,7 0 265 0,0 3-108 15,5 1-66-15,-3 0 226 0,-2 9-142 0,0 4-71 16,0 4-36-16,-5 0 0 0,3 3-8 0,-4 3-27 15,-6-4-1-15,0 7-78 0,-4-2 39 0,-6-1 9 16,-1 3-37-16,-1 1 34 0,-15 0 0 0,-3-4 34 16,-3 0-35-16,-2-3 38 0,-5-3-42 0,-1-2 37 15,-2-3-42-15,-1-3 22 0,-1-3-11 0,0-2-76 16,4-4 43-16,7 0 21 16,-1 0 9-16,7 0-326 0,7-4 147 0,3-6 85 15,5-2-298-15,2 2 181 0,4-7 91 16,15 0-286-16,6-2 179 0,6-7 104 0</inkml:trace>
  <inkml:trace contextRef="#ctx0" brushRef="#br0" timeOffset="-29012.29">19466 13316 920 0,'7'-13'0'0,"-3"2"0"0,0 5 0 0,-4-1 0 0,0 1 0 0,-1 1 226 0,-11 2-97 0,-3 3-40 0,-4 0 157 15,-2 14-107-15,1 7-53 0,-6 9 277 0,3 4-165 16,5-1-75-16,-5 14-49 0,7-4 157 0,5 0-100 15,6-1-48-15,5-6 29 0,0 1-32 0,2-3-7 16,10-4-41-16,8-2-166 0,1-5 83 0,2-4 42 16,-2-3 29-16,8-1-167 0,-7-5 90 0,-2-3 45 15,3-4-249-15,-2 0-165 16,-3-3 140-16,1 0 132 0,-4 0-375 0,1-3 248 16,-6-1 124-16,2-6-214 0,-6-4 160 0</inkml:trace>
  <inkml:trace contextRef="#ctx0" brushRef="#br0" timeOffset="-28856.71">19625 13664 1223 0,'2'-14'0'0,"0"7"0"0,3 1 0 0,-3 3 0 0,-1 1 0 0,1 0 0 0,0 2 0 0,0 0 0 0,1 4 213 0,-1 12-94 15,2-2-44-15,-2 5 278 0,-1-1-161 0,1 5-79 0,-2 0-32 0,0 1 28 16,0-1-38-16,0-1 1 16,0-2-134-16,0 1 55 0,0-3 16 0,0-3 0 15,0-4-359-15,0-4 191 0,0 0 96 0,0-4-580 16,0-3 316-16,0 0 108 0</inkml:trace>
  <inkml:trace contextRef="#ctx0" brushRef="#br0" timeOffset="-28667.21">19857 13327 876 0,'0'0'0'0,"4"0"0"0,1 0 0 0,0 0 0 0,3 0 0 0,0 6 305 16,3 2-141-16,3 2-65 0,-2 3 360 0,3 2-213 15,2 2-106-15,-4-3 38 0,3 3-77 0,-2 2-34 16,0 0 0-16,-2 0-319 0,0-3 143 0,-3-1 78 16,1-1 29-16,-3-2-491 0,-1-2 259 0,2-2 128 15,-3-1-554-15</inkml:trace>
  <inkml:trace contextRef="#ctx0" brushRef="#br0" timeOffset="-28327.63">20268 13103 1485 0,'2'-12'0'16,"0"5"0"-16,-1 1 0 0,-1 0 0 0,0 5 0 0,0-1 0 0,0-1 0 0,0 3 0 0,0 11 413 0,0 9-191 0,0 4-94 0,-5 9 238 0,-4 3-159 16,-3 11-91-16,-1 2-41 15,-4 4 63-15,-1 9-53 0,-3-2-26 0,1-3 131 16,-7 18-83-16,3-6-37 0,-3 1 0 0,-1-4-18 15,3-5-11-15,-7 13-8 0,6-10-1 0,4-4-40 16,5-10 20-16,0 2 1 0,6-10-1 0,0 5 165 16,5-11-177-16,0-2 0 0,0-7 0 15,3-4 0-15,1-2 0 0,-2-4 0 0,2-4 0 16,1-4 0-16,-1-1 0 0,2-4 0 16,-2-1 0-16,0-1 0 0,0-2 0 0,0 0 0 15,-2 0 0-15,0 0 0 0,1 0-223 0,-1 0 112 16,0 0 45-16,-1 0 31 0,3 0-517 0,-2 0 260 15,3 0 121-15,-2 0-224 0,3 0 181 0,0-2 90 16</inkml:trace>
  <inkml:trace contextRef="#ctx0" brushRef="#br0" timeOffset="-27561.49">20477 13568 1321 0,'-8'-5'0'0,"5"3"0"0,0 0 0 0,3 0 0 0,0 2 0 0,0 0 0 0,0 0 0 0,3 0 0 0,6 0 207 0,4 4-87 0,4 1-36 0,-1 1 230 16,5-1-140-16,0 0-71 0,-1 0-35 0,3-1 80 15,-2 0-49-15,-1-1-38 0,1-1-43 0,-2-2 15 16,-1 0 0-16,0 0-1 0,-7 0-133 0,2 0 63 15,-2 0 35-15,-4 0-303 0,-1-2 169 0,0-1 47 16,-4 1 60-16,0-2-540 0,-2 0 268 0,2 2 135 16,0-2 67-16</inkml:trace>
  <inkml:trace contextRef="#ctx0" brushRef="#br0" timeOffset="-27308.16">21052 13316 1616 0,'-9'0'0'0,"6"0"0"0,-3 0 0 0,1 0 0 0,-1 0 0 0,3 0 0 0,0 0 0 0,1 0 0 0,2 0 0 0,0 0 287 0,7 0-119 0,7 2-72 16,2 6 94-16,6 0-78 0,-1 3-40 0,3-1 0 15,-2 0-23-15,8 4-16 0,-5-2 0 0,-1 2-53 16,1-1 27-16,-7-2 0 0,1 3 34 0,0-4-219 15,-6 5 106-15,1-5 52 0,-5-1 27 0,-2-1-417 16,0-1 163-16,-1-1 117 0,-1-2-361 16,-2-4 230-16,1 0 114 0,-1 0 57 0</inkml:trace>
  <inkml:trace contextRef="#ctx0" brushRef="#br0" timeOffset="-27037.88">21530 13151 1068 0,'0'0'0'0,"0"0"0"0,0 3 0 0,0 0 0 0,-2-1 0 0,-1 4 0 0,-3 1 0 0,1 4 0 0,-2 2 422 0,2 10-199 0,-2-1-96 15,-1 6 205-15,-2 4-150 16,1 1-75-16,-4 8 141 0,2 4-112 0,-2 0-52 16,-3 2-25-16,2 6 41 0,-2-3-33 0,0 5 8 15,-3-1-43-15,-1 2 10 0,-1-3-9 0,0 0 0 16,3-6-130-16,2-10 72 0,1 2 26 0,2-5-1 15,4-4-193-15,3-7 113 0,1-4 18 0,2-4 45 16,1-6-327-16,0-3 162 0,2-3 45 0,0-3-218 16,0 0 161-16,0 0 72 0,0-12 49 0,0-6-178 15,4-2 109-15,4-2 54 16</inkml:trace>
  <inkml:trace contextRef="#ctx0" brushRef="#br0" timeOffset="-26706.23">21633 13218 1002 0,'7'-9'0'0,"-2"2"0"0,4 3 0 0,0-4 0 0,1 1 0 0,3 2 216 0,1-1-84 0,2 2-53 0,1 2 113 16,3 2-79-16,1 0-40 0,-1 0-1 0,-4 6 52 15,-1 4-49-15,-2 3-22 0,-2 1-68 0,-3 1 24 16,-4 2-1-16,-4 0-87 0,0 0 51 0,0 2 31 15,-12 1-1-15,-4-1-49 16,-2-1 39-16,2-5 7 0,-9 2-12 0,8-5 52 0,-3 2-31 16,1-1-3-16,2-3-32 0,4-1 134 0,6-4-51 0,-1 2-26 15,5-2 255-15,1-1-129 0,2 1-38 0,0 0-47 16,2-1 62-16,7 1-51 16,7-1-24-16,3 2 19 0,2-3-14 0,6 2-9 15,-4-2-21-15,-2-1-164 0,4 0 82 0,-2 0 41 16,-2 0 28-16,2 0-175 0,-2 0 93 0,-1 0 5 15,-1-1-591-15,1-2 291 0,-4 0 154 0,0-2 89 16</inkml:trace>
  <inkml:trace contextRef="#ctx0" brushRef="#br0" timeOffset="-26435.92">22150 13208 886 0,'2'0'0'0,"1"0"0"0,4 0 0 0,0 0 0 0,0 0 0 0,4 0 554 16,1 0-260-16,4 10-131 0,2 4 108 0,-2 4-119 16,0 0-51-16,3 6 130 0,-3 2-99 0,0 3-49 15,-4 1-26-15,-2 2-49 16,-2 2 7-16,-5 1 18 0,-1-1 0 0,-2 4-94 16,0-1 48-16,-12 5 22 0,-4-9 9 0,-7 6-119 15,-1-7 67-15,-6-4 30 0,-2-1-94 0,-6-2 14 16,5-9 46-16,-12 3-32 0,1-4-155 0,3-3 76 15,9-7 59-15,8-1-207 0,-1-4 124 0,7 0 74 16,6-2 33-16,8-7-304 16,4-7 168-16,2-2 85 0</inkml:trace>
  <inkml:trace contextRef="#ctx0" brushRef="#br0" timeOffset="-25967.18">22999 12962 1063 0,'-3'-2'0'0,"3"2"0"0,0 2 0 0,3 15 0 0,3 1 0 0,-1 7 92 0,-1 7-29 0,1 5 0 0,-2 2 219 16,-1 14-128-16,-2-2-61 0,0 4-30 0,0-1 153 15,0 0-92-15,0 0-37 16,-2-1-31-16,-3-2 71 0,4-4-47 0,1-9-24 0,-2 1 31 0,2-11-18 16,0 0-9-16,0-7-28 15,0-8-43-15,0-3 22 0,0-5-1 0,0-3-3 16,0-2-9-16,-4 0 35 0,-3-11-1 0,0-6-65 16,-5-4 33-16,-1-3 12 0,-1-3-8 0,-2-2-108 15,-1-2 58-15,-2 3 14 0,-2 0-26 0,-1 2 21 16,-2 3 8-16,-3 6-1 0,-1 4 63 0,0 4-1 15,0 5-38-15,1 2 61 0,-5 2-28 0,6 2 0 16,1 11-26-16,5 4 210 0,3 1-99 0,6 2-30 16,2 6-11-16,4 0 118 15,5 0-78-15,0 4-39 0,2-4 5 0,10 3-14 16,3-5-8-16,4-1-94 0,2-2 36 0,1-4 1 16,2-2 34-16,-1-8-115 0,7 0 54 0,-2-7 31 15,1 0 0-15,-1 0-471 0,-1-5 198 0,1-8 130 16,1-4-520-16,-3 0 314 0,1-3 157 0,-5-4 78 15,-2 0-394-15,-1-4 240 0</inkml:trace>
  <inkml:trace contextRef="#ctx0" brushRef="#br0" timeOffset="-25810.59">23125 13371 997 0,'4'-11'0'0,"3"3"0"0,0 4 0 0,0 1 0 0,0 1 0 0,-2 2 0 0,3 0 209 0,2 0-88 0,2 9-44 15,1 3 347-15,3 1-196 0,-2 1-89 0,5 5 170 16,1 0-139-16,0 0-68 0,-1-2-35 0,2 0-66 15,-5-4 40-15,1 2-9 0,2-4 1 0,-2 1-333 16,-3-5 167-16,0 0 82 0,-1-1-562 0,-1 2 316 16,-1-3 82-16</inkml:trace>
  <inkml:trace contextRef="#ctx0" brushRef="#br0" timeOffset="-25609.13">23730 13084 1403 0,'2'-6'0'0,"0"6"0"0,3 0 0 0,-3 6 0 0,-2 10 0 0,0 11 0 0,-9 12 0 0,-12 14 289 15,-7 3-128-15,-6 10-64 0,-7 9 430 0,-10 17-251 16,2 2-122-16,-3 5 343 0,-10 18-232 0,5-10-116 16,3-11-50-16,-14 22-216 0,17-27 74 0,-2 5 39 15,9-12-1-15,10-18-586 0,4-5 320 0,0 6 148 16,9-23-379-16</inkml:trace>
  <inkml:trace contextRef="#ctx0" brushRef="#br0" timeOffset="-17683.04">24005 13566 789 0,'-3'-5'0'0,"1"3"0"0,0 0 0 0,2 0 0 0,-2 0 0 0,2 2 0 0,0-2 163 0,0 1-64 16,2-2-34-16,10 0 148 0,-1 0-90 0,2 0-37 16,0 1-31-16,0 2 94 0,1 0-57 0,-3 0-31 15,1 0 2-15,2 2 8 0,-3 4-38 0,3 0-1 16,-2 1-43-16,-1-1 21 15,3 1 1-15,-5-2-165 0,1 2 89 0,-1-2 49 16,-1-1 24-16,-3 0-432 0,0-1 211 0,0 1 62 16,-3-2 67-16,0 2-311 0</inkml:trace>
  <inkml:trace contextRef="#ctx0" brushRef="#br0" timeOffset="-17488.12">24026 13775 943 0,'-12'13'0'0,"1"-6"0"0,4 3 0 0,0-2 0 0,3-5 0 0,2-1 0 0,2 0 122 0,0-2-45 0,0 2-14 0,11-2 267 16,5 0-149-16,0 0-74 0,2 1-37 0,2 2 184 15,-1-2-102-15,2 1-64 0,-1-1-28 0,1 5-56 16,-2-3 0-16,1-2 28 0,1 3-269 0,0 0 131 16,-6-1 69-16,4 1 35 0,-3 0-191 0,0 0 112 15,-2-3-22-15,0-1-464 0,0 0 267 0</inkml:trace>
  <inkml:trace contextRef="#ctx0" brushRef="#br0" timeOffset="-17285.66">24513 13615 1805 0,'0'0'0'0,"0"0"0"0,0 0 0 0,0 0 0 0,0 0 0 0,1 0 0 0,14 0 0 0,5 0 0 0,8-1 212 0,0-5-89 0,4-2-37 15,-1 1 11-15,3 1-32 0,-2 2 0 16,0 0-32-16,-2 2-126 0,-5 0 71 0,0 1 23 16,-4-1-323-16,-1 0 178 0,-3 2 88 0,-6 0 44 15,0 0-500-15,-5 0 251 0,0 2 62 0,-5 5-205 16</inkml:trace>
  <inkml:trace contextRef="#ctx0" brushRef="#br0" timeOffset="-16913.65">24667 13758 889 0,'-36'11'0'0,"6"0"0"0,8-2 0 0,-1-3 0 0,10-4 0 0,2-1 0 0,5-1 345 16,6 0-156-16,0 0-78 0,12 0-39 0,8-3 59 15,6-4-53-15,4-1-22 0,0 5-1 0,0-1 2 16,-1 2 1-16,-1 2-17 0,4 0-161 0,-11 0 77 16,0 4 37-16,-5 7-172 0,-5 1 105 15,-3 5 62-15,-4-2 14 0,-4 3-123 0,0-2 35 16,-4 2 41-16,-11-3-24 0,-5 0 82 15,2-4-81-15,-3 0 40 0,1-1 247 0,3-4-117 16,0-3-56-16,8 1-33 0,1-2 271 0,5-2-134 16,1 0-37-16,2 0 21 0,0 0-51 0,11 0-18 15,4 0-8-15,5 1-98 0,-1 5 36 16,1 0 0-16,0 2 36 0,-1 3-132 0,-3 2 62 0,0 2 36 16,-7 2-1-16,-2 1-59 0,-5 4 15 15,-2-3 36-15,0 1-81 0,-4 2 44 0,-10-1-5 0,-6-5 1 16,-2 0 153-16,0-5-62 15,-8 1-25-15,1-7 47 0,3-3-29 0,-4-2 0 16,2 0-18-16,-1 0-196 0,1-9 90 0,2-8 52 16,2-6-1-16,3-7-145 0,4-10 83 0,8-3 25 15,3-6-397-15,6-3 221 0</inkml:trace>
  <inkml:trace contextRef="#ctx0" brushRef="#br0" timeOffset="-16731.15">24631 13078 620 0,'0'-23'0'0,"0"6"0"0,0 7 0 0,0-1 0 0,0 6 0 0,0 0 387 16,0 2-178-16,0 3-87 0,2 0-37 0,2 10 174 15,1 6-113-15,1 9-57 0,-3 4 42 0,1 1-49 16,1 4-17-16,-3 1-7 16,1 0-86-16,-1-2 31 0,2-4-1 0,-3 3-275 0,3-7 160 0,0 7 70 15,-1-5 37-15,2-7-439 0,0 1 222 16,3-5 48-16,3-1 70 0</inkml:trace>
  <inkml:trace contextRef="#ctx0" brushRef="#br0" timeOffset="-16481.31">24939 13269 692 0,'8'0'0'0,"4"0"0"0,2 0 0 0,-1 0 0 0,2 0 230 0,2 3-99 16,0 0-49-16,6 7 314 0,-5 1-174 0,7 4-98 0,-6 1-46 15,-1 5 70-15,-1 4-58 0,-2 2-28 16,-3 0 7-16,-5 3-87 0,-3 3 25 0,-2-2 1 16,-2 1-61-16,-2-2 44 0,-13 1 28 0,-2-2-7 15,-4-4-58-15,-3-1 39 0,0-5 0 0,-5-3-68 16,-1-3 52-16,2-1-18 0,2-4 23 0,3-4-199 16,1-3 102-16,5-1 33 0,6 0 27 0,2 0-226 15,8-12 124-15,1-1 62 0,8-8-96 0,12 0-60 16,5-4 100-16</inkml:trace>
  <inkml:trace contextRef="#ctx0" brushRef="#br0" timeOffset="-16284.83">25400 13273 1131 0,'2'-8'0'0,"-2"5"0"0,0 1 0 0,0 0 0 0,-6 2 0 0,-8 0 0 0,2 0 0 0,-2 11 134 0,-2 6-50 0,2 6-26 0,-1 2 254 0,1 6-140 16,5 4-62-16,-1 8-42 0,3-2 124 15,3 0-79-15,4 0-40 0,0-5-62 0,0 2 9 16,0-5 13-16,11-1 0 0,1-4-221 0,4-3 111 16,-3-8 54-16,4-1-345 0,-1-2 163 0,3-4 108 15,-1-7 1-15,0-3-205 0,-1 0 122 0,0 0 66 16</inkml:trace>
  <inkml:trace contextRef="#ctx0" brushRef="#br0" timeOffset="-16099.94">25587 13629 435 0,'2'0'0'0,"1"1"0"0,0 6 0 0,0 1 0 0,-1 4 0 0,-2 1 0 0,0 3 456 0,0 3-215 0,0 8-105 15,0-1 241-15,0 4-172 0,0 0-86 0,0 2 27 16,0 0-61-16,-2 1-26 0,-1-2-1 0,0-2-107 16,2 0 41-16,1-7 28 0,-2 0-7 0,2-4-308 15,0-7 165-15,0-1 81 16,0-7 40-16,0-3-485 0,3 0 167 0,2-1 151 15</inkml:trace>
  <inkml:trace contextRef="#ctx0" brushRef="#br0" timeOffset="-15738.9">25563 12971 1084 0,'2'-23'0'0,"3"7"0"0,4 2 0 0,1 1 0 0,-1 0 0 0,3 1 0 0,3 4 0 0,1 0 142 16,1 2-54-16,1 5-28 0,-2 1 18 0,0 0-23 16,-5 1 9-16,2 13-104 0,-4 0 36 0,-4 7 0 15,0 4 37-15,-5-2-82 0,0 1 50 0,0 6-9 16,-6-6 40-16,-3-3-36 0,-3 0 26 0,1-3 8 16,-3-3 30-16,4-4-38 0,2-3-9 0,3-2 0 15,1-3 180-15,2 1-84 16,2-4-26-16,0 1-11 0,4-1 54 0,11 0-46 15,2 0-24-15,1 5 21 0,3 0-14 0,-2 3-8 16,-2 1-22-16,2 5-67 0,-5 2 34 16,0 4-1-16,-5-1-4 0,-3 2 14 0,-6 1 0 0,0 1 24 15,0-2-69-15,-5 2 13 0,-9-6 28 0,-7-1-22 16,-1-3 92-16,-3-1-39 0,-1-7 0 0,0-3-55 16,1-2 36-16,-5 0 1 15,6-2-3-15,6-7-424 0,2-6 202 0,4-2 96 0,7 0 49 16</inkml:trace>
  <inkml:trace contextRef="#ctx0" brushRef="#br0" timeOffset="-13661.65">26053 13529 803 0,'0'-6'0'0,"0"4"0"0,0 0 0 0,0 1 0 0,1 1 0 0,5-3 0 0,1 3 0 0,7-3 206 0,-1 3-87 0,4 0-42 0,2 0 121 0,0 0-87 15,4 0-39-15,-3 9 1 0,1-4 23 16,5 5-32-16,-9-5 9 0,3 4-40 0,0-4 11 15,-3 1-11-15,1-1 0 0,-3-1-53 0,-4-2 34 16,0 0-7-16,-2-1 26 0,-2-1-153 0,-2 0 77 16,-1 0 37-16,-2 0-286 0,0 0 146 0,-2-1 47 15,0-7 45-15,0 1-364 0,0-1 193 0,0 1 88 16</inkml:trace>
  <inkml:trace contextRef="#ctx0" brushRef="#br0" timeOffset="-13488.11">26349 13286 1331 0,'0'-14'0'0,"-1"2"0"0,1 3 0 0,-2 1 0 0,0 2 0 0,0 3 0 0,2 1 0 0,0 2 0 0,0 0 0 0,0 18 199 0,-2 7-83 0,-1 11-34 0,-3 8 199 16,-1 8-124-16,-5 12-62 0,0-2-31 0,-1 5-167 16,4-7 76-16,0 13 26 0,4-9 0 0,5-2-481 15,0-8 256-15,0 13 130 16</inkml:trace>
  <inkml:trace contextRef="#ctx0" brushRef="#br0" timeOffset="-8930.65">26667 13386 655 0,'-10'-11'0'0,"1"4"0"0,4 0 0 0,-3 4 0 0,3-3 0 0,0 2 0 0,0-1 220 0,1 3-86 0,4 0-54 15,0 0-24-15,0-1 78 0,9 2-51 0,7 0-25 16,5 1 15-16,5 0-40 0,-1 0 0 0,0 0 0 16,-5 2-14-16,2 11 14 0,-3-2 8 0,-4 6-49 15,-2 1 0-15,-4 3 41 0,1 3 0 16,-8 0-39-16,-2-1 9 0,0 7 13 16,0-1 13-16,-14-1-18 0,1-2 12 0,-4 0-7 15,-1 0 13-15,-1-5-15 0,1 0 6 0,1-6-7 16,-2-3-18-16,2 1 7 0,-3-6 17 0,1-3-143 15,5-2 68-15,-3-2 30 0,4 0 1 0,0 0-192 16,1-8 106-16,5-5 36 0,3-2 31 0,2-4-266 16,2 0 138-16,0-2 62 0,9 0-149 0</inkml:trace>
  <inkml:trace contextRef="#ctx0" brushRef="#br0" timeOffset="-8716.25">26951 13278 320 0,'9'-13'0'0,"-5"8"0"0,-3 2 0 0,2-2 0 0,-3 4 179 0,0 0-65 16,-3 1-45-16,-6 0 209 0,0 4-122 0,-2 11-62 16,-1 6-30-16,1 3 147 0,0 5-93 0,3 1-43 15,0 2-21-15,3 0 76 16,5 0-48-16,0-1-17 0,0 2-11 0,0-3 1 16,5-2-23-16,7-3 1 0,3 2-35 0,-2-6 9 15,6 1 26-15,0-5-197 0,-5-2 99 0,4-1 48 16,-1-6 25-16,-3 0-411 0,2-4 165 0,-2-3 111 15,2-1 4-15,-2 0-252 0</inkml:trace>
  <inkml:trace contextRef="#ctx0" brushRef="#br0" timeOffset="-8529.3">27167 13583 975 0,'0'-1'0'0,"0"-2"0"0,0 3 0 0,0 0 0 0,0 8 0 0,0 5 0 0,0 6 0 0,0 3 0 0,0 2 334 0,0 0-142 0,0 6-84 0,0-1-38 15,0 0 72-15,0-1-55 0,0-4-18 0,0 4-16 16,0-8-20-16,0 4 0 0,0-6-1 0,-2 2-182 16,2-9 100-16,-3-1 37 0,2-2-309 0,-1-2 177 15,-1-5 41-15,-1-1 60 16,2 0-374-16,-3-3 196 0,5-14 95 0</inkml:trace>
  <inkml:trace contextRef="#ctx0" brushRef="#br0" timeOffset="-8224.1">27101 13040 1256 0,'0'-28'0'0,"6"7"0"0,3 3 0 0,1-1 0 0,2-2 0 0,2 4 0 0,1 5 0 0,-1 2 0 0,4 6 160 16,-1 3-64-16,-2 1-31 0,-3 3 21 0,0 14-30 15,-3 6-1-15,-6 5-88 0,0 0 32 0,-3 1 1 16,0-3 41-16,-3 8-64 0,-7-8 29 0,-4-1-1 15,0-2-44-15,-1-5 36 0,0-2 16 0,-3-3-7 16,4-3-15-16,3-3-1 0,0-3-14 0,4 0 144 16,1-4-53-16,3 1-30 0,1-1 5 0,2 0 95 15,0 0-49-15,0 0-31 0,8 0 9 0,9 0-56 16,0 0 0-16,3 0 23 16,2 0 0-16,1 0-39 0,0 0 9 0,0 0 30 15,0 0-235-15,-5 0 113 0,3 0 44 0,-5 3 32 16,0 2-444-16,-2 4 222 0,0 1 70 0,-3 3-279 15</inkml:trace>
  <inkml:trace contextRef="#ctx0" brushRef="#br0" timeOffset="-8016.65">27365 13347 596 0,'-12'1'0'0,"2"2"0"0,2 0 0 0,2-2 0 0,3-1 0 0,0 0 240 16,3 3-108-16,0 0-50 0,0 4 343 0,10 0-196 15,4 2-99-15,4 3-40 0,5 2 180 0,-2-1-119 16,2 4-59-16,-2 0-112 0,-1 2 27 0,-4-4 7 16,5 6 19-16,-7-4-312 0,-1 1 156 15,-1 0 77-15,-2-1-408 0,-2-4 205 16,-1 0 126-16,0-6-13 0,-2 1-129 0,0-7 116 16</inkml:trace>
  <inkml:trace contextRef="#ctx0" brushRef="#br0" timeOffset="-7792.25">27761 13185 975 0,'0'-9'0'0,"0"2"0"0,0 6 0 0,-1-1 0 0,-1 1 0 0,0 1 0 0,-3 1 226 0,-1 15-89 16,-1 8-56-16,-3 4 265 0,-6 13-156 0,-2 4-79 16,-7 12 72-16,6-5 24 0,-10 19-91 0,2-6-41 15,0 4 23-15,-1 0-32 0,1-1-1 0,4-10 44 16,-6 14-43-16,4-13 1 0,3 0-34 0,0-12-102 15,3 2 52-15,1-8 32 0,-1-2-7 0,5-5-231 16,1-6 128-16,4-9 60 0,2-5-436 0,4-3 198 16,0-7 129-16,3-1 21 0,0-3-359 0,0 0 224 15,12-3 113-15</inkml:trace>
  <inkml:trace contextRef="#ctx0" brushRef="#br0" timeOffset="-7597.27">27717 13752 1828 0,'2'-5'0'0,"0"3"0"0,0 0 0 0,-1 2 0 0,1 0 0 0,0 0 0 0,-1 10 0 0,2 8 0 0,0 6 267 16,0 3-117-16,-1 2-59 0,-2 2 192 0,0 0-124 16,0 2-56-16,0-2-39 0,0 0 5 0,0-3-1 15,0-6-35-15,0 0-139 0,-2-1 77 0,-1-6 27 16,3-3 0-16,-3-3-389 0,3-3 212 0,0-3 105 15,0 2-724-15</inkml:trace>
  <inkml:trace contextRef="#ctx0" brushRef="#br0" timeOffset="-6173.77">28063 13506 1361 0,'0'0'0'0,"0"0"0"0,0 0 0 0,0 0 0 0,0-2 0 0,6 0 0 0,10 0 0 0,-2 2 0 0,4-3 110 0,0 1-39 0,3 0 1 0,0 0 89 15,-1 1-68-15,1 1-30 0,0 0 0 0,-3 0-42 16,-3 0 11-16,-2 0 9 0,2 0-117 0,-5 0 54 15,1 1 27-15,-4 1-225 0,-3 2 129 16,3-1 71-16,-4-3-18 0,3 2-336 0,-3-2 155 16,2 0 98-16,1 0 21 0,-1 0-106 15,4 0 90-15</inkml:trace>
  <inkml:trace contextRef="#ctx0" brushRef="#br0" timeOffset="-5922.15">28413 13190 812 0,'0'0'0'0,"0"-5"0"0,0 2 0 0,0-1 0 0,12-2 0 0,-1-1 0 0,3 1 0 0,0 1 317 0,5 2-143 16,0 3-70-16,2 0 145 0,0 4-100 0,0 9-63 0,-1 6-26 15,-1 0 39-15,-3 5-34 0,0 0 1 16,-5 0-25-16,1 5-45 0,-4-2 37 0,-3 3 0 16,-2-1-59-16,-3 1 29 0,0-2 8 0,-5 3 22 15,-12-3-68-15,1-2 34 0,-3-3 0 0,-2-3-9 16,1-4-60-16,-6 1 41 0,1-8 0 0,1-4-143 15,-3-1 74-15,7-4 46 0,-1 0 7 0,0 0-236 16,7 0 124-16,5-4 63 0,2-6-69 0,5-2 65 16,2-3 25-16,2-2 7 15,12-4-186-15,9 3 109 0</inkml:trace>
  <inkml:trace contextRef="#ctx0" brushRef="#br0" timeOffset="-5689.06">28875 13119 666 0,'3'-15'0'0,"-3"8"0"0,0 1 0 0,-5 0 0 0,-9 3 0 0,1 0 345 0,-2 3-156 0,0 0-78 16,2 5-31-16,0 11 155 0,-3 2-101 15,5 4-51-15,1 4 19 0,1 3-35 16,2 5 9-16,2-1-43 0,2-1 72 0,3 1-36 16,0 0 0-16,0-2-13 0,3 0 14 0,4-3-37 15,1-2-1-15,3-2-82 0,-2-3 42 0,1-1 20 16,3-2 8-16,-2-2-213 0,1-2 111 0,-1-3 30 15,-1-3-365-15,2-2 184 16,1-1 103-16,-3-3 21 0,7-2-135 0,-4 0 106 16,5 0 52-16</inkml:trace>
  <inkml:trace contextRef="#ctx0" brushRef="#br0" timeOffset="-5507.37">29040 13487 1272 0,'0'-7'0'0,"0"5"0"0,0 0 0 0,-3 1 0 0,2-2 0 0,-1 3 0 0,-3 0 0 0,3 4 0 0,-3 10 231 0,3 2-92 0,-1 3-57 0,-1 3 218 16,0 5-134-16,1-1-67 0,-1 0 33 16,2-2-41-16,-1 5-34 0,-1-5 1 15,3-3-75-15,-1 2 24 0,0-2 1 0,2-3-244 16,0-6 130-16,0-1 69 0,0-2 35 0,0-4-476 16,0-2 242-16,2-3 45 0,8 0 89 0,0-3-350 15</inkml:trace>
  <inkml:trace contextRef="#ctx0" brushRef="#br0" timeOffset="-5312.14">29177 13283 1527 0,'0'-4'0'0,"0"3"0"0,4 1 0 0,-2 0 0 0,-2 0 0 0,3 0 0 0,-1 2 0 0,4 8 164 0,3 1-65 15,3 2-33-15,-1 0 212 0,2 1-122 0,4 0-54 16,2 2-39-16,-3-1-57 0,1 0 0 0,0 0 27 15,0-2-295-15,-2 1 155 0,-2-2 66 0,-3 2 37 16,0-3-458-16,-1 0 238 0,-4-2 56 16,1-3-175-16,1 0 159 0</inkml:trace>
  <inkml:trace contextRef="#ctx0" brushRef="#br0" timeOffset="-5060.72">29621 13100 1487 0,'0'-5'0'0,"0"1"0"0,0 4 0 0,0 0 0 0,0 0 0 0,0 6 0 0,-3 11 0 0,0 3 0 0,-6 12 231 0,-1 0-98 0,-1 11-51 15,-8 2 211-15,4 2-131 0,-7 6-56 0,-4 7 36 16,0 0-55-16,-4 2-27 0,0 2 0 0,0 2-21 16,1-11 2-16,-4 14-9 0,3-11 1 0,4-9-54 15,2-1 26-15,2-4 1 0,3-8-86 0,3-3 53 16,0-5 29-16,5-7 1 0,3-2-176 0,-1-6 94 15,4-5 13-15,3-3-285 16,-1-3 147-16,3-1 88 0,0-1 31 0,0 0-139 0,5-3 88 0,7-8 55 16,1-1 24-16</inkml:trace>
  <inkml:trace contextRef="#ctx0" brushRef="#br0" timeOffset="-4828.54">29596 13701 1219 0,'0'-6'0'0,"0"3"0"0,0 1 0 0,0 1 0 0,0 1 0 0,0 0 0 0,-1 0 247 0,1 12-108 15,0 5-53-15,0 2 226 0,0 4-132 0,0 3-78 16,0-2-34-16,0 2 56 0,0-1-46 0,1-4-22 16,2 2 14-16,-1 1-38 0,0-3 1 0,-1-1 0 15,1-3-146-15,-2-3 73 0,0-1 44 0,0-2-268 16,0-4 148-16,0-1 43 0,0-3 47 15,0-1-459-15,0-2 230 0,-2 0 112 0,2 0 55 0,0-2-137 16,0-7 97-16</inkml:trace>
  <inkml:trace contextRef="#ctx0" brushRef="#br0" timeOffset="-4186.13">29829 12916 1083 0,'-7'-12'0'0,"5"2"0"0,1 2 0 0,1 1 0 0,0-3 0 0,0-1 0 0,0 3 0 0,3-3 0 0,11 2 0 0,2 2 149 0,4 1-58 0,1 4 109 0,-2 1-83 16,3 1-43-16,-1 0-12 0,-5 3 28 0,1 7-29 16,-2 1 0-16,-1 2-29 15,-5 2 12-15,1-1-11 0,-1 6 0 0,-4-4-49 16,-3 2 25-16,-1 3 0 0,-1 1 32 0,0-2-134 16,-5 5 64-16,-7-7 30 0,-1-1 1 0,-2 1-122 15,-2-6 46-15,0 1 39 0,-1-5 2 0,-4-1-1 16,5-3 29-16,-1-2-24 0,4 0 168 0,1-2-71 15,4 0-34-15,0 0 92 16,4 0-61-16,1 0-18 0,1 0 6 0,3 0 189 16,0 0-105-16,3 0-52 0,6 0-26 0,6 0 13 15,1 0-31-15,6 0-8 0,-1 0-24 0,-2 0 24 16,5 0 0-16,-2 0-1 0,0 0-83 0,-2 0 37 16,-2 0 24-16,-1 0-85 0,-2 0 37 0,0 0 32 15,-3 0-12-15,-4 0-210 0,0 0 88 0,-3 0 66 16,2-2-135-16,-5 0 88 0,0 1 34 0,-1-2 31 15,-1 0-68-15,0-1 46 0,0 0 22 0,0 0 0 16,0 4-187-16,0-3 108 16,-1 1 52-16,-1 2-134 0,2 0 92 0</inkml:trace>
  <inkml:trace contextRef="#ctx0" brushRef="#br0" timeOffset="-3417.04">30118 13546 838 0,'-6'0'0'0,"4"0"0"0,1-2 0 0,1 2 0 0,0 0 0 0,0 0 0 0,0 0 0 0,0 0 114 0,5 0-45 0,6 0 0 0,1 0 196 16,1 2-116-16,0 2-58 0,6-3-21 0,5 1 166 15,1 0-101-15,-1-2-51 0,3 0 46 0,0 0-49 16,-2 0-16-16,5 0-7 0,-4 0 66 0,-7 2-45 16,5 0-23-16,-5 2-24 0,-1-2 9 0,-3 1-8 15,-2 1 0-15,-2-2-58 0,-5 1 29 16,-1-1 0-16,-2 1 37 0,-1-3-77 0,0 0 35 0,-2 0-4 15,0 0 9-15,0 0 4 0,0-3 16 0,0-2-32 16,-4-3-58-16,1 1 28 16,-2 1 22-16,2 0-331 0,0 3 164 0,1 0 74 15,2 3 45-15,0 0-553 0,0 10 292 0</inkml:trace>
  <inkml:trace contextRef="#ctx0" brushRef="#br0" timeOffset="-2560.98">30907 13487 954 0,'-10'-3'0'0,"3"1"0"0,7 0 0 0,0 2 0 0,0 0 0 0,0 0 0 0,0 0 165 0,0 0-67 15,10 0-32-15,7 0 336 0,3 0-176 0,5-2-101 16,2-7 91-16,3-2-92 0,0 1-45 0,2-1-24 16,-1 1 217-16,-2 1-124 0,-1 3-58 0,-7 4-28 15,4 1 73-15,-5-1-52 0,0 2-16 0,-2 0-144 16,-1 0 54-16,0 7 29 0,-2 1-1 0,0-1-345 15,-2 1 195-15,0-1 85 0,0 2 46 16,-4-1-381-16,-2 0 191 0,0 1 18 16,-5 3-410-16,-2-2 286 0,0 5 139 0</inkml:trace>
  <inkml:trace contextRef="#ctx0" brushRef="#br0" timeOffset="-2201.34">31091 13683 856 0,'-17'3'0'0,"7"1"0"0,3 1 0 0,5-4 0 0,2 1 0 0,0-2 0 0,0 0 164 0,11 0-66 0,5-2-24 0,6-2 249 0,-1 1-144 0,-2-1-74 16,3 2-36-16,-1-1 27 16,-3 3-24-16,-1 0-8 0,-4 0-99 0,-3 3 34 15,-3 4 0-15,-4 3 34 0,0 3-47 0,-3 0 19 16,-3 4 0-16,-11 1 28 0,-2 0-132 0,-4-2 64 16,3-2 41-16,-3 0-131 0,1-1 65 0,4-3 0 15,6-5 26-15,-2 1 96 16,8-4-34-16,1 0-11 0,2 0 97 0,0-1-52 0,14-1-30 0,2 0-4 15,5 0 62-15,6 0-23 16,-5 0-26-16,0 5 17 0,0 1 56 0,2 1-29 16,-4 4-30-16,-3 1-60 0,-4 4 38 0,-1 3 0 15,-9 1 0-15,-1 0-29 0,-2 8-7 0,0-6 36 16,-16 0 10-16,-1 2-18 0,-4-4 5 0,-4-3 1 16,-4-2-19-16,1-4 10 0,-2 1 4 0,-1-5-7 15,-2-4-34-15,3 0 3 0,0-3 40 0,1 0-256 16,7 0 118-16,1-5 53 0,4-9 32 0,4-6-414 15,5-7 192-15,6-3 108 0,2-9-410 16,0-7 259-16</inkml:trace>
  <inkml:trace contextRef="#ctx0" brushRef="#br0" timeOffset="-1952.48">31178 12827 1217 0,'0'-31'0'0,"1"17"0"0,8 6 0 16,-1 3 0-16,-3 4 0 0,-1-1 0 0,0 2 0 0,2 0 256 0,-3 17-116 0,-1 9-54 0,0 3 183 0,-2 5-118 15,0 6-59-15,0-4-22 0,0 12-11 0,-2-6 0 16,-1-8-26-16,-5 4-34 16,5-2 1-16,-2-4 41 0,2-4-9 0,-2-5-60 15,2-2 29-15,1-6 1 0,1 0 31 0,-3-3-155 0,4-1 47 0,-4-3 49 16,4-3-187-16,0 1 105 15,-1-4 23-15,1 0 32 0,0-2-263 0,0 0 141 16,0 0 71-16,0 0-375 0,5 0 215 0</inkml:trace>
  <inkml:trace contextRef="#ctx0" brushRef="#br0" timeOffset="-1729.93">31434 13189 714 0,'2'0'0'0,"1"0"0"0,2 0 0 0,0 0 0 0,-2 0 182 0,0 0-75 0,3-2-37 0,-1 2 399 16,3 0-219-16,-1 0-100 0,5 11-63 16,-5 3 334-16,4 1-195 0,-3 1-96 0,4 3 99 15,1 2-90-15,0-1-57 0,-2 1-25 0,-3 0-56 16,3-1-1-16,-2 1 33 0,0-2 8 0,-3-1-124 16,2-3 58-16,-5-2 29 0,3-3-387 0,-4 0 207 15,1-3 99-15,-1-1 48 0,-1 0-637 0,-1-5 317 16,2-1 157-16,0 0-379 0</inkml:trace>
  <inkml:trace contextRef="#ctx0" brushRef="#br0" timeOffset="-1475.6">31825 13112 1121 0,'6'-6'0'0,"1"4"0"0,1 1 0 0,-3-2 0 0,-4 3 0 0,3 0 0 0,-3 0 438 0,3 3-203 0,-4 12-101 16,0 7 166-16,0 4-134 0,-12 6-58 0,-4 10-42 15,-5 1 254-15,-4 0-144 16,1 4-72-16,-6 0 90 0,4 4-73 0,-10 4-48 16,6-2 0-16,0 0-20 0,6-8 1 0,-6 2-13 15,4-3-8-15,1-5-179 0,6-7 89 0,3-2 45 16,0-2 22-16,5-7-114 0,1 0 64 0,-2-5 20 16,4-3-473-16,1-2 189 0,3-2 138 0,-4 0 45 15,5-2-258-15,1-3 173 16,1 0 87-16,1-2-338 0,0-1 212 0,1-1 98 15</inkml:trace>
  <inkml:trace contextRef="#ctx0" brushRef="#br0" timeOffset="-1269.15">31752 13732 1375 0,'11'-10'0'0,"-1"6"0"16,1 1 0-16,-3-1 0 0,-5 2 0 0,1 0 0 0,-2 2 0 0,0 0 310 0,-2 12-138 0,0 9-70 0,0 0-26 0,0 6 381 0,0 1-212 15,-4 0-106-15,-1 1 105 0,0-1-106 16,0-6-44-16,0 2-35 0,2-1-162 16,-2-2 67-16,3-4 35 0,-2-6-350 0,2-1 199 15,2-5 89-15,0-1 48 0,-3-2-223 0,3-2 62 16,0 0 92-16,0-4-86 0,0-10-302 0,3-2 220 16,5-7 110-16</inkml:trace>
  <inkml:trace contextRef="#ctx0" brushRef="#br0" timeOffset="-670.58">32005 12850 624 0,'-2'-12'0'0,"2"4"0"0,0 1 0 0,2-1 0 0,4-1 0 16,6-1 0-16,1 3 226 0,5 1-89 0,-1 0-56 0,4 1-24 0,-1 1 186 0,1 2-104 16,-2 1-54-16,0 1-18 0,-3 0 120 0,-2 0-76 15,-1 4-40 1,-5 6 46-16,-3 4-42 0,1 1-13 0,-4 0-8 0,-2 3-50 16,0 3-1-16,-8 2 30 0,-3-3-35 0,-2-1 9 15,-6 4 26-15,8-8-1 0,-3 2-84 0,1-3 43 16,6-6 21-16,1-2-86 0,1-2 44 0,4-3 2 15,1 1 0-15,0-2 51 0,0 0-18 0,8 0-16 16,6-2 150-16,0-1-65 0,2 1-32 0,0 2 9 16,0 0 25-16,0 0-14 0,1 2-6 0,0 6-2 15,-2 5 77-15,-4 3-49 0,2 3-24 16,-4 0-21-16,-1 1-4 0,0 1-1 16,-5 2 1-16,-1-3-29 0,-2 1-1 0,0-2 38 15,-11 0-45-15,0-5 37 0,-8 2 0 0,4-8 0 16,-7 0-25-16,3-2 13 0,-3-5 8 0,1-1-31 15,2 0-93-15,2 0 47 0,4-5 36 0,0-5-319 16,5-1 162-16,4 0 67 0,2 3 45 0,2 0-460 16,0 0 234-16,0 4 129 0,6 4 61 0,4 0-439 15</inkml:trace>
  <inkml:trace contextRef="#ctx0" brushRef="#br0" timeOffset="-494.05">32424 13848 3009 0,'-18'-8'0'0,"15"7"0"0,3 1 0 0,0 0 0 0,0-3 0 0,0 3 0 0,0-6 0 0,-10 2 345 16,2 0-156-16,-2 2-78 0,0 0-323 0,3 0 118 15,-2 2 63-15,4 0-1445 0</inkml:trace>
  <inkml:trace contextRef="#ctx0" brushRef="#br0" timeOffset="8602.54">7658 15316 710 0,'-3'-7'0'0,"-2"0"0"0,4 2 0 0,-2 1 0 0,3-5 0 0,0 2 0 0,-1-1 111 0,1 3-30 0,0 2-9 16,0 0-40-16,0 1 179 0,0 0-90 0,0 2-44 16,0 0 68-16,0 0-60 0,0 14-26 0,0 6 0 0,0 5 96 15,-1 3-62-15,-4 3 11 0,2 8-40 16,-1 4 1-16,2-2-33 0,-2 2 1 0,3 1 37 16,1-6 7-16,0 4-44 0,0-6-34 0,3-6-1 0,8-6 35 15,5-7 0-15,0-4-154 0,3-5 73 16,1-7 41-16,7-1-1 0,-5-1-169 0,1-14 81 15,-1-8 52-15,-1-3-1 0,-2-6-64 0,-2-2 23 16,-4-1 34-16,0-1-29 0,-4 1-68 16,1-3 30-16,-4 0 43 0,1 3 22 15,-3 1-1-15,-1 7 14 0,2 1 103 0,-3 6-47 16,-1 7-24-16,-1 6 0 0,0 4 260 0,0 1-135 16,0 2-66-16,0 2 254 0,0 21-147 0,0 1-53 15,0 8 76-15,0 3-64 0,0 3-46 16,0-1 71-16,0 1-55 0,0-1-26 15,2-1-1-15,4-2-43 0,5-4-9 0,-1-2 26 16,2-4-425-16,0-4 420 0,3-1 5 0,-2-3 8 0,4-5-8 16,-3-2-392-16,6-2 188 0,-4-6 68 15,1-1 53-15,1 0-257 0,-2-1 142 0,6-15 60 16,-7-4-280-16,5-5 176 0,1-3 88 0,-1-6 36 16</inkml:trace>
  <inkml:trace contextRef="#ctx0" brushRef="#br0" timeOffset="8787.06">8368 15206 911 0,'-8'-9'0'0,"5"4"0"0,-3 4 0 0,-1 1 0 0,-1 0 0 0,-2 13 0 0,1 9 0 0,2 6 0 0,1 2 385 0,-2 6-180 0,5 2-86 0,1-1 224 16,2 5-154-16,0-4-79 0,0-4 38 0,5-1-61 16,8-3-28-16,0-3 1 0,3-3-77 0,1-4 25 15,0-5 9-15,-1 2 16 0,3-4-288 0,2-1 145 16,-6-5 71-16,0-3-494 0,0-4 270 15,2 0 65-15,-4-3 89 0,-4-10-384 0</inkml:trace>
  <inkml:trace contextRef="#ctx0" brushRef="#br0" timeOffset="9015.44">8517 15389 1396 0,'0'-7'0'0,"2"5"0"0,-1 0 0 0,5 1 0 0,1-1 0 0,2 2 0 0,5 0 0 0,0 0 236 0,6 0-102 16,-1 3-50-16,4 8 103 0,-3-1-69 15,4 5-46-15,-4 2-1 0,1 4 80 0,-5 0-60 16,-3 1-29-16,-6-4-7 0,0 11-23 0,-4-5 1 16,-3 2 0-16,0 1-23 0,-14-3 1 0,-2 1 30 15,-5-4-91-15,-2-2 42 0,-1-1 20 0,-3-3 0 16,1-4-221-16,2-1 100 0,-6-3 59 0,3-4 5 16,7-3-156-16,1 0 71 0,4 0 57 0,6-9-329 15,5-7 188-15,4-9 91 0,0-3 45 0,13-2-313 16,8-5 178-16</inkml:trace>
  <inkml:trace contextRef="#ctx0" brushRef="#br0" timeOffset="9203.94">8766 15297 1312 0,'11'-16'0'0,"-4"6"0"0,-3 3 0 0,0 1 0 0,-1 4 0 0,-3 2 0 0,0 0 0 0,-3 2 0 0,-4 13 231 16,-1 6-99-16,3 4-49 0,-2 0 306 0,0 6-170 15,4 1-97-15,3-1-45 0,0 3 76 0,0-5-60 16,0-3-31-16,10-3 9 15,4 1-4-15,5-3-34 0,-2-3 0 0,4 0-191 0,2-6 96 16,-5 1 56-16,3-3-479 0,2-3 260 16,-2-1 128-16,0-4 1 0,3-2-567 0,-5 0 306 15,6 0 167-15</inkml:trace>
  <inkml:trace contextRef="#ctx0" brushRef="#br0" timeOffset="9375.99">9151 15501 605 0,'4'-6'0'0,"-3"4"0"0,6 0 0 0,-5 0 0 0,0 1 0 0,1 1 380 0,-1 0-173 16,0 1-79-16,0 12-52 0,-1 1 129 0,1 4-85 16,0 6-44-16,-2 1 195 0,0 4-111 15,0-2-67-15,-5 2-31 0,-3-2-58 0,-2 0 0 0,5-6 29 16,-4-1-273-16,1-1 132 0,2-3 70 0,4-9 35 16,-1-1-491-16,3-5 252 0,0-1 57 0,0-3-140 15,0-22 147-15</inkml:trace>
  <inkml:trace contextRef="#ctx0" brushRef="#br0" timeOffset="9546.51">9282 15356 655 0,'9'-6'0'0,"-2"0"0"0,0 3 0 0,-2 1 0 0,2 0 234 16,-3 1-92-16,1 1-59 0,2 0 401 0,2 0-226 16,1 3-112-16,1 5-57 0,2 1 219 0,-1 3-142 15,3-2-67-15,-4 1-33 0,2 1-177 0,1-1 72 16,-1-1 44-16,-2-3-464 0,0 1 246 0,0-2 122 15,0-3 63-15,1-3-251 0,-1 0 82 0,5 0 100 16</inkml:trace>
  <inkml:trace contextRef="#ctx0" brushRef="#br0" timeOffset="9762.93">9632 15129 789 0,'0'-6'0'0,"0"2"0"0,0 1 0 0,0 3 0 0,0 0 0 0,0 0 0 0,0 0 340 0,0 17-158 15,0 8-74-15,0 6-38 0,-3 12 313 0,-6 4-167 16,-2 6-96-16,-1 10 195 0,-2 0-141 0,-1 2-71 16,-2 3-35-16,1-8 65 0,-5 15-54 0,0-7-23 15,1-1-41-15,-1-3 17 0,2-2 1 0,2-13 8 16,1-1-212-16,3-13 102 16,-2-4 51-16,8-12 25 0,0-8-397 0,1-3 155 0,3-6 118 15,3-2-21-15,0-14-327 0,0-12 216 0,3-11 108 0,5-4-361 16</inkml:trace>
  <inkml:trace contextRef="#ctx0" brushRef="#br0" timeOffset="10016.83">9730 14915 1034 0,'16'-19'0'0,"1"4"0"0,4 7 0 0,1 3 0 0,1 3 0 0,0 2 0 0,1 0 0 0,-3 7 370 0,3 12-161 0,-1 4-92 0,-2 3-42 15,1 10 281-15,-5-1-162 0,-1 7-80 0,-2-3 151 16,-3 10-120-16,-4-2-56 0,-2 0-10 0,-3 1-23 16,-2 0 0-16,0-5-15 0,-10 8-52 0,-3-9 22 15,-3-2 0-15,0-8 22 0,-5-2-192 0,0-5 104 16,-1-5 40-16,-1-4-314 0,3-6 170 0,-1-2 36 16,1-3-283-16,2-5 178 0,4 0 102 0,1-3 46 15,5-9-326-15,2-7 186 0,6-6 94 16,0-6 38-16</inkml:trace>
  <inkml:trace contextRef="#ctx0" brushRef="#br0" timeOffset="10163.43">10229 15123 974 0,'23'-4'0'0,"3"1"0"0,-1 0 0 0,2-2 0 0,0-1 0 0,-3 3 147 0,5-3-62 0,-1 4-26 0,-2 0 0 15,-1 2 272-15,-3 0-149 16,1 0-119-16,-1 0-7 0,0-2-23 0,-3 2-1 15,0 0-438-15,-2 0 219 0,-3 0 118 0,0 0 46 16</inkml:trace>
  <inkml:trace contextRef="#ctx0" brushRef="#br0" timeOffset="10316.03">10410 15382 1388 0,'-2'4'0'0,"2"3"0"0,0-2 0 0,0-2 0 0,2-3 0 0,7 0 0 0,4 3 0 0,2-2 0 0,4 1 542 0,4 0-254 0,-1-2-120 0,1 0 164 16,1 0-150-16,-1 2-74 0,1-2-501 16,-2 0 214-16,1 0 113 0,4 0 46 0</inkml:trace>
  <inkml:trace contextRef="#ctx0" brushRef="#br0" timeOffset="11592.67">11300 15256 462 0,'-9'0'0'0,"1"-2"0"0,0 2 0 0,3 0 0 0,-2 0 0 15,1 0 121-15,2 0-36 0,2 0 73 0,0 0-62 0,2 0-32 16,0 0 175-16,2 0-102 0,13 0-45 0,0 0-33 0,6 0-1 16,3 0 221-16,1-3-123 0,0 1-62 15,0 2-22-15,5 0-8 0,0 0 123 16,-1 0-78-16,-1 0-37 0,0 0-4 15,-2 0-27-15,5 0-8 0,-3 0-167 0,-3 0 83 16,2 0-97-16,-8 0 90 0,2 0 54 0,-7 0 14 16,0 0 0-16,-5 0-414 0,0 0 199 0,-5 0 51 15,-2 0 60-15,0 0-311 0,-1 0 186 0,-1 0 93 16,0 5 47-16</inkml:trace>
  <inkml:trace contextRef="#ctx0" brushRef="#br0" timeOffset="11965.24">11463 15416 945 0,'-26'10'0'0,"6"-2"0"0,-1 2 0 0,3-4 0 0,7-4 0 0,2 0 0 0,2-2 0 0,2 0 0 0,5 0 287 0,0 0-127 0,9-2-63 0,7-4 98 15,9-2-85-15,1 1-39 0,4 2-10 0,-2 1 0 16,-3 1-20-16,5 2-8 0,-10 1-74 0,1 0 38 16,-3 4-1-16,-4 5 37 0,-7 4-136 15,-3 2 64-15,-2 2 36 0,-2 6-71 0,-4 0 29 0,-9-3 32 16,-2-1-20-16,-5 3 55 15,1-1-41-15,0-5 16 0,2-3 50 0,0 1-26 16,2-5-8-16,6-1-19 0,1-2 165 0,4-4-76 16,1-1-22-16,3-1-24 0,0 2 65 0,7-2-41 15,10 0-1-15,3 0-1 0,5 2-26 0,1 2 0 16,-5 3 8-16,8 3-124 0,-8 3 57 0,-3 0 29 16,3 6-31-16,-12-2 27 0,0 5 5 15,-4 5-12-15,-5-2 60 0,0 4-37 0,-3-1-18 16,-12-1 15-16,-4-1 90 0,-6-2-43 15,0-2-20-15,-3-5-1 0,-2-1-44 0,-2-8 28 16,0-3 20-16,0-5-279 0,2 0 125 0,2 0 60 16,3-11-355-16,0-7 196 0,4-6 77 0,3-10 33 15,3-3-128-15,6-10 99 0,3-3 48 0,4-8 25 16,2-1-333-16</inkml:trace>
  <inkml:trace contextRef="#ctx0" brushRef="#br0" timeOffset="12164.71">11551 14902 407 0,'11'-25'0'0,"-2"6"0"0,0 2 0 0,-4 1 0 0,1 1 0 0,-5 5 0 0,1 3 374 0,1 3-170 0,-1 1-78 15,0 3 202-15,0 3-148 0,1 14-73 0,-1 9-38 0,0 3 160 16,0 4-90-16,-1 10-57 0,1-3-15 16,-2 1 0-16,2-7-34 0,-2 5 0 0,2-3-137 0,-2 0 65 15,0-2 35-15,0 0 1 16,0-3-288-16,0-6 169 0,0-1 74 0,0-3-495 15,0-9 258-15,0 0 116 0,2-5-220 0</inkml:trace>
  <inkml:trace contextRef="#ctx0" brushRef="#br0" timeOffset="12483.84">11959 15261 795 0,'-7'0'0'0,"1"-3"0"0,6 1 0 0,-2 0 0 0,2 2 0 0,0-5 0 0,0-1 290 0,9-1-133 0,7-1-62 15,6 0 159-15,2 3-110 0,5 0-56 0,1 2-19 16,0 3 36-16,0 0-36 0,-2 3 0 0,-3 12-36 16,-2 1 27-16,-3 5 8 0,-5 5-35 0,-4 5-12 15,-6-1 12-15,-3 3 0 16,0 1-7-16,-2 0 15 0,-2 0-8 0,-10-2 0 15,-2-2 34-15,-4-4-34 0,-3-1-1 0,-2-3 9 16,1-5-96-16,-4 1 38 0,1-8 24 0,-1-1-9 16,5-3-95-16,-1-4 57 0,1-2 19 0,6 0-372 15,1 0 191-15,7-2 73 0,2-4-280 0,5-3 179 16,0-4 104-16,0 0 46 0,12-5-274 0,9 0 161 16</inkml:trace>
  <inkml:trace contextRef="#ctx0" brushRef="#br0" timeOffset="12715.23">12414 15168 752 0,'0'-10'0'0,"0"3"0"16,-2 4 0-16,-7-3 0 0,-5 4 0 0,3 2 145 0,-4 0-61 0,4 0-25 0,-2 14 236 0,-1 3-131 0,3 4-65 16,-1 6 190-16,3 1-131 0,0 6-63 0,2 1-31 15,2 3 139-15,4 0-85 16,1-1-35-16,0-1-29 0,0 0 2 0,10-4-1 15,4-4-23-15,3 0 1 0,3-4-131 0,3-1 61 16,0-5 35-16,0 0-122 0,-1-3 78 0,2-4 39 16,-4-2-358-16,-1-1 183 0,1-4 42 0,-1-4 62 15,-3 0-301-15,3 0 172 0,-4-6 80 0,4-12 50 16,0 0-298-16</inkml:trace>
  <inkml:trace contextRef="#ctx0" brushRef="#br0" timeOffset="13191.96">12564 14760 1143 0,'-4'-9'0'0,"3"6"0"0,-1-1 0 0,2 2 0 16,0 0 0-16,0 2 0 0,0 0 0 0,5 0 97 0,10 0-32 0,6 0 0 0,2 0 72 0,3 4-52 16,-2 2-18-16,6-1-9 0,-2 3-87 0,-3 1 30 15,-6 1-119-15,-1 1 84 16,-4 3 29-16,-5 4 0 0,-6 0-35 0,-3 1 36 16,0 6 7-16,-7-5-14 0,-10 7-9 0,-3-7-12 15,-3 1 35-15,0-4 136 0,-2-4-75 0,7-4-34 0,-1-2 0 16,5-2 206-16,2-2-107 0,4-3-34 0,3 0 87 15,5 0-67-15,0 0-44 16,2 0-1-16,13-2-120 0,7-1 41 0,5-1 21 16,-5 2 9-16,12 0-32 0,-6 2 22 15,-1 0-43-15,-4 5-17 0,0 8 41 0,-7 3 28 16,0 5-9-16,-9-3-80 0,0 6 41 16,-5 1-4-16,-2 2 0 0,0-6 113 0,-16 5-40 0,2-6-11 15,-6-1 35-15,-1-4-25 16,-2-2-1-16,2-4-15 0,-7-2-159 0,1-2 75 15,1-3 34-15,0-2-154 0,5 0 90 0,0 0 43 0,5-2 23 16,4-5-412-16,5-2 201 0,5 2-234 0,2-1 218 16,0 3 100-16,17-3 64 0</inkml:trace>
  <inkml:trace contextRef="#ctx0" brushRef="#br0" timeOffset="13413.91">13118 15350 1171 0,'-7'0'0'16,"3"0"0"-16,4 0 0 0,0 0 0 0,0 0 0 0,0 0 0 0,9 0 265 0,6 0-116 0,8 2 184 0,3-2-150 16,4 0-75-16,2 0-76 0,2 0 1 0,1 0 0 15,-1 0-1-15,0 2 1 0,-8 0-305 16,6 2 147-16,-11-1 80 0,4-1-154 0,-7 2 115 15,-3-1 59-15,-6 2 37 0,-1-2-559 0,-2-1 258 16</inkml:trace>
  <inkml:trace contextRef="#ctx0" brushRef="#br0" timeOffset="13619.37">13317 14977 1149 0,'0'2'0'0,"2"11"0"0,6 7 0 0,1 1 0 0,0 1 0 0,-1 4 0 0,0 1 0 0,-1 3 336 0,0 0-151 0,3 8-68 0,-3-3-47 16,1 1 51-16,-3 0-44 0,-1 3-22 0,0-2-57 15,-2 1 7-15,-2 0 28 0,0-1-257 16,0-3 128-16,0-4 65 0,0-9 32 0,0-6-429 16,0-2 219-16,0-5 56 0,0-6-298 15</inkml:trace>
  <inkml:trace contextRef="#ctx0" brushRef="#br0" timeOffset="13849.37">13554 15155 1222 0,'21'0'0'0,"5"0"0"0,2 0 0 0,1-1 0 0,4 1 0 0,1 0 0 0,0 0 0 0,-1 4 164 15,1 9-66-15,-2 7-32 0,-4 1 69 0,-1 3-55 16,-5 4-23-16,-5 3-1 0,-3 2-11 0,-5 4-12 15,-7 2 8-15,-2 3-41 0,-2-4 33 0,-16 0 0 16,-2-5-1-16,-4-4 16 0,-8 6-15 0,-2-9 0 16,-1-5-1-16,4-6-92 0,-7-2 40 0,3-3 33 15,3-7-331-15,7-3 161 0,3 0 63 0,3-2 46 16,8-15-373-16,8-1 185 0,3-11 106 0</inkml:trace>
  <inkml:trace contextRef="#ctx0" brushRef="#br0" timeOffset="14062.06">14093 15140 1046 0,'4'-3'0'0,"-2"3"0"0,-2 0 0 0,-2 3 0 0,-14 12 0 0,-2 7 0 0,-1 5 257 16,-2 10-111-16,6-3-49 0,-2 10 339 0,10-11-202 16,3 7-100-16,4-3-51 0,0 0 242 15,9-2-138-15,9-2-81 0,4-3-109 0,0-3-1 16,7-3 37-16,-1-1-375 0,0-5 195 15,0-2 86-15,-1-7 47 0,-1-2-245 0,-6-6 145 16,3-1 67-16,-2 0-64 0,-5-1-532 0,0-10 305 16,-2-10 152-16</inkml:trace>
  <inkml:trace contextRef="#ctx0" brushRef="#br0" timeOffset="14332.34">14241 14847 1031 0,'10'-13'0'0,"6"4"0"0,7 0 0 0,-2 7 0 0,-3 0 0 0,3 0 0 0,0 2 0 0,-1 0 217 0,1 10-96 0,-2 4-44 16,-2 0 18-16,-5 4-31 0,-3 3 9 0,-6 3-41 15,-3-1-47-15,0 2 24 0,-9 0-1 0,-12 0 25 16,-3-1-54-16,-3-2 23 0,-3-2 0 0,0-2 58 16,0-2 5-16,2-2 0 15,4-4-25-15,1-3 104 0,4 1-56 0,8-5-28 16,2 0 81-16,3-3-55 0,4 1-18 0,2-1-8 15,2 0 83-15,13 0-55 0,8 0-28 0,5 0 1 16,2 0-55-16,2 0-8 0,0 0 35 0,2-1-367 16,0-2 184-16,-1 3 91 0,-1 0 54 0,0 0-684 15,-4 0 331-15,1 10 147 0</inkml:trace>
  <inkml:trace contextRef="#ctx0" brushRef="#br0" timeOffset="14501.88">14727 15155 1017 0,'0'0'0'0,"0"0"0"0,0 0 0 0,0 0 0 0,2 3 0 0,0 5 0 0,6 3 398 0,1 3-174 0,4 1-100 15,5 2-46-15,-2 1 177 0,3-1-112 0,0 0-87 16,-1-3-194-16,5 8 81 0,-4-5 45 16,1-1 23-16,0 0-563 0,-6-4 293 0,5 4 154 0</inkml:trace>
  <inkml:trace contextRef="#ctx0" brushRef="#br0" timeOffset="14680.41">15276 14892 1566 0,'2'-6'0'0,"3"3"0"0,-1 3 0 0,-2 4 0 0,-2 18 0 0,0 10 0 0,-17 24 0 0,-5 2 600 0,-7 8-284 0,-8 19-141 16,-2-2 246-16,-7 14-186 0,-10 21-106 0,0-6-47 15,-4 8-189-15,0 5 71 0,-2 4 34 0,11-19 8 16,2 1-281-16,10-15 154 0,14-23 77 0,7-1-756 16</inkml:trace>
  <inkml:trace contextRef="#ctx0" brushRef="#br0" timeOffset="15453.38">15406 15309 1438 0,'0'0'0'0,"0"0"0"0,0 0 0 0,7 2 0 0,3 3 0 0,-1-2 0 0,2 0 208 0,3-2-88 0,4-1-43 16,5 0 145-16,5 0-99 0,-4 0-44 0,5 0-24 15,-1-1 109-15,-2-1-65 0,-4 1-25 0,3-3-9 16,-2 0-199-16,-2 0 84 0,-1 1 41 0,-3 1-379 16,-4-3 219-16,-1 3 97 0,-3 1-559 15,-2 0 268-15,-2-4 166 0</inkml:trace>
  <inkml:trace contextRef="#ctx0" brushRef="#br0" timeOffset="15695.73">15846 15011 809 0,'9'-6'0'0,"4"1"0"0,4-2 0 0,3 0 0 0,1 3 0 0,2 1 180 0,0 1-65 16,2 2-46-16,1 0 1 0,-1 10 301 0,0 8-169 15,-3 1-85-15,-2 5 147 0,-2 4-120 0,-4 3-56 16,-2-1-27-16,-6 3 23 0,-4 3-25 0,-2 3 7 16,0 4-68-16,-16-1-1 0,-2 0 36 15,-7-3 0-15,1 0-50 0,-3-8 33 16,-7 4-8-16,3-9 24 0,2-10-220 0,-1 2 82 15,2-10 64-15,8-3-378 0,-1-5 204 16,6 0 57-16,3-2-212 0,7-13 169 0,5-6 85 16,0 1 34-16,9-10-244 0,12-5 147 0</inkml:trace>
  <inkml:trace contextRef="#ctx0" brushRef="#br0" timeOffset="15880.11">16294 14952 476 0,'6'-21'0'0,"-1"6"0"0,-2 8 0 0,-1 2 0 0,-2 1 0 0,0 4 405 0,-7 0-178 0,-6 13-101 16,1 11-47-16,-6 14 123 0,4 1-85 0,-2 6-41 16,5-3 309-16,1 11-179 0,8-5-87 0,2-1 62 0,0-3-28 15,4-3-69-15,10-7-13 0,9 5-120 0,-3-12 40 16,4 2 21-16,3-6 1 16,-1-5-377-16,2-3 195 0,-1-5 101 0,-7-3 50 15,3-5-327-15,-2-2 175 0,-1 0-20 0</inkml:trace>
  <inkml:trace contextRef="#ctx0" brushRef="#br0" timeOffset="16080">16636 15037 1638 0,'0'0'0'0,"0"0"0"0,0 0 0 0,0 0 0 0,3 3 0 0,3 5 170 16,4 3-74-16,-1 1-31 0,2 0 275 0,3 4-153 15,-2-2-78-15,4 4-29 0,-3-4-14 0,0 4-33 0,0-2 0 16,1 2-247-16,-5 0 123 0,0-1 70 16,0-2-549-16,1 2 298 0,1-2 150 0,-4 0 74 15,5-2 38-15,3-1-597 0</inkml:trace>
  <inkml:trace contextRef="#ctx0" brushRef="#br0" timeOffset="16307.39">17058 14920 1619 0,'2'-18'0'0,"0"3"0"0,0 7 0 0,-1 2 0 0,1 2 0 0,-2 3 0 0,0 1 57 0,0 3-24 0,0 20-1 0,0 7 198 0,-5 11-99 15,-8 6-41-15,-4 14-33 0,-2 0 280 16,-1 7-152-16,-3 3 88 0,-3 5-119 0,-2 1-53 16,-2-1-38-16,-1-1-115 15,1-1 43-15,4-6 20 0,0-7 1 0,7-10-267 16,2-2 140-16,8-15 74 0,2-6 36 0,1-6 1 0,4-9-187 15,2-6 60-15,0-2-546 0,0-5 321 16,0-2 162-16,11-24 80 0,7-6-389 0</inkml:trace>
  <inkml:trace contextRef="#ctx0" brushRef="#br0" timeOffset="16628.53">17177 14681 673 0,'0'-29'173'0,"2"13"-87"0,5 7-42 16,6 0-23-16,0 2 1 0,2 0 353 0,-2 0-176 16,0 3 69-16,3 1-118 0,-2 0-58 15,4 3 116-15,-2 0-79 0,1 0-53 0,-2 3-21 16,0 8-51-16,-4 1-1 0,-2 1 30 0,-2 1 8 0,-3 5-9 16,-4 5-104-16,0 3 52 15,-6 0 27-15,-8-1-58 0,-2 2 50 0,-5-3 8 16,0 0-15-16,-1 0 35 0,1-4-36 0,6-6 0 15,-2-2 127-15,5-6-54 0,3 1-35 0,2-4 1 16,3-1 218-16,3-3-109 0,1 0-36 0,0 0 61 16,0 0-66-16,11 0-32 0,11 0 12 0,3 0-23 0,-1-1 9 15,7-4-32-15,-2 4-203 0,-1-1 101 16,0 2 52-16,-1 0 25 0,-6 0-195 16,3 0 107-16,-4 0 46 0,-1 0 32 0,-4 3-419 15,-1 5-191-15,-3 4 282 0</inkml:trace>
  <inkml:trace contextRef="#ctx0" brushRef="#br0" timeOffset="17376.02">17603 15233 822 0,'-13'0'0'0,"3"0"0"0,5 0 0 0,-1 0 0 0,2 0 0 0,2 0 0 0,-2 0 0 0,4 0 0 0,0 0 284 0,0 0-118 0,10 6-70 0,7-2-32 15,6 2 229-15,-2-1-129 0,8-1-66 0,-5 0-25 16,10 0 139-16,-4-4-90 0,0 2-45 0,-2-2 5 16,1 0-24-16,-5 0 8 0,1 0-78 0,-3 0 22 15,-3 0 0-15,-2 0 23 0,-2-2-243 16,-6 0 129-16,-1 0 53 0,-2 2 30 0,-5-1-452 16,1 1 224-16,0 0 56 0,-2 0-346 15,0 0 246-15,2 0 119 0</inkml:trace>
  <inkml:trace contextRef="#ctx0" brushRef="#br0" timeOffset="17588.59">18347 15116 1175 0,'5'0'0'0,"3"-3"0"0,5 3 0 0,2 0 0 0,2 0 0 0,1 0 0 0,0 0 0 0,2 0 428 16,1 0-198-16,3 0-90 0,6 0 199 0,0 0-153 15,-1 0-77-15,1 0-37 0,4-4 7 0,-4 2-15 16,1-3-8-16,-2 0-115 0,-3 1 46 0,-4 2 23 0,-1 2 0 16,-2 0-334-16,-2 0 175 0,-7 0 91 15,-1 0 45-15,-4 4-672 0,-1 3 298 0,-4 0 168 0</inkml:trace>
  <inkml:trace contextRef="#ctx0" brushRef="#br0" timeOffset="17945.16">18531 15307 844 0,'-23'0'0'0,"4"2"0"0,8 0 0 0,2-2 0 16,4 0 0-16,2 0 0 0,3 0 0 0,3 0 255 0,9-2-103 0,11-2-21 0,1-1-49 15,2 0-24-15,1 3-1 16,-1-2-59-16,-3 4 9 0,1 0 26 0,-4 4-1 16,-2 7 1-16,-5 1-145 0,-3 4 72 15,-7 1 45-15,-1 3-98 0,-2 4 63 0,-2-3-1 0,-11 2 2 16,-4-5 2-16,2 0 1 0,-2-2 179 0,-2-1-75 0,2-3-42 15,2-3-1-15,6-3 178 16,-1-3-92-16,6-1-43 0,1 0-26 0,3-2 54 0,0 0-37 16,3 0 0-16,13 0-28 0,6 0-3 0,2 0-5 15,5 0-1-15,-1 0-99 0,0 0 49 16,-5 6 34-16,-1 4-9 0,-3 2-87 0,-4 4 57 16,-7 4 27-16,-5 4-3 0,-3-1-12 15,-3 7-2-15,-16-2-1 0,-8 2-12 0,-5-4 93 16,-1-1-43-16,2-8 0 0,-4 0-37 0,-1-6 183 15,1-6-75-15,-1 0-40 0,2-5-125 0,2 0 50 0,4-10 22 16,2-8-365-16,5-9 181 0,2-9 92 0,8 0 35 16,5-12-495-16,5-7 258 0,1-12 130 0</inkml:trace>
  <inkml:trace contextRef="#ctx0" brushRef="#br0" timeOffset="18121.68">18659 14654 1333 0,'1'-18'0'0,"-1"6"0"0,0 4 0 0,0 5 0 0,0-2 0 0,0 2 0 0,0 2 0 0,0 1 0 0,0 0 217 0,0 4-92 15,0 12 86-15,0 2-89 0,0 6-45 0,0 5-14 0,0-1-166 0,0 4 67 16,0-1 35-16,6-1 0 16,1 2-403-16,3-1 227 0,-1 1 100 0,2-2 55 15,5-3-298-15</inkml:trace>
  <inkml:trace contextRef="#ctx0" brushRef="#br0" timeOffset="18317.16">18981 14930 1755 0,'2'0'0'0,"3"0"0"0,0 0 0 0,0 0 0 0,-1 0 0 0,2 6 0 0,1 2 0 0,5 4 160 15,-1 1-64-15,4 4-32 0,2 1 277 0,-2-4-146 16,3 8-86-16,1-3-112 0,1 0-1 0,-2 0 37 15,1 0 0-15,-5-6-171 0,6 3 81 0,-4-3 45 16,0-1-476-16,0-3 260 0,-2-2 130 0,-4 2 74 16,2-5-638-16,1-1 315 0</inkml:trace>
  <inkml:trace contextRef="#ctx0" brushRef="#br0" timeOffset="18536.62">19445 14810 928 0,'2'-10'0'0,"2"7"0"0,0 3 0 0,-2 0 0 0,0 1 0 0,-2 16 0 0,0 7 400 0,0 8-183 0,-6 6-84 0,-6 12 154 16,-2 2-127-16,-5 10-64 0,0-4 316 15,-2 3-190-15,0-2-87 0,-7 18-55 0,0-6 63 16,0 2-55-16,-1-3-27 16,0-2-1-16,3-14-166 0,1 2 66 0,4-8 36 15,7-12-354-15,0-3 196 0,5-9 97 0,2-5-490 16,1-6 277-16,3-5 83 0,3-7 83 0,0-1-173 15,0 0 126-15,0-13 55 0,3-13 40 0</inkml:trace>
  <inkml:trace contextRef="#ctx0" brushRef="#br0" timeOffset="18946.09">19563 14559 1176 0,'4'-23'0'0,"4"5"0"0,3 9 0 0,0 1 0 0,1 4 0 0,-1 1 0 0,0 0 364 0,-1 3-165 0,3 0-75 0,0 6-50 16,2 8 84-16,-1 0-63 0,-2 7-31 0,-1 2 0 15,-1 0 25-15,-1 6-32 0,-1-8-1 0,-5 2-123 16,-1-1 50-16,0-2 25 16,-2-4-65-16,0-1 41 0,-2-2 24 0,-9-1 0 15,0-5 4-15,-1-1-6 0,3-3 34 0,-2 1 79 16,3-1-49-16,3-3-32 0,1 0-25 15,0 0-16-15,4 3 259 0,0-3-107 0,0 2-51 16,11 0-33-16,7 2 0 0,2-1-24 0,4 4-61 16,-1 2 26-16,-2 6 0 0,1-1 27 15,-3 3-126-15,-3 2 71 0,-2 7 24 0,-5-2-47 0,-5 1 38 16,-2-1-11-16,-2 1 1 16,0-4 41-16,-11 5-18 0,-6-3-36 0,-2-5 28 0,-2-2 191 15,-2-2-91-15,2-3-40 0,-8-1-26 0,5-6 96 16,3-2-52-16,-1-2-158 15,5 0 55-15,0 0 44 0,4-5-9 0,4-3-446 16,3-4 224-16,2 0 105 0,4 0 57 0,0 0-340 0,0 1 186 16,11 4 72-16,4 2 51 15,4 4-600-15</inkml:trace>
  <inkml:trace contextRef="#ctx0" brushRef="#br0" timeOffset="19125.56">20197 15687 983 0,'0'2'328'0,"2"10"-164"0,7 2-82 0,-4-1-41 15,-1-4 229-15,-1-3-122 16,-2-2-58-16,1-1 545 0,-2-1-301 0,0 0-151 16,0-2-66-16,0 0-213 0,0 0 64 0,0 0 33 15,0 0-1-15,0-4-812 0,0 1 422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9:21:34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6536 4107 937 0,'-18'-2'0'0,"9"0"0"0,3 2 0 0,2 0 0 0,2 0 0 0,2 0 72 16,0 0 0-16,2 0 281 0,17-1-160 0,5-5-80 16,8-2-32-16,9-1 246 0,-5-3-147 0,5 3-74 15,-5 1-36-15,5 1 61 0,-3 1-42 0,-1 3-31 16,-1-1-1-16,-1 3-94 0,-6-2 35 0,-1 1-214 16,-7 1 132-16,2 1 54 0,-6 0 32 0,-3 0-163 15,-6 0 96-15,-3 0 7 0,-2 0 42 16,-2 0-556-16,-1 0 270 0,0 0 134 15,-7 0 68-15,-3 0-296 0</inkml:trace>
  <inkml:trace contextRef="#ctx0" brushRef="#br0" timeOffset="174.75">6677 4134 1739 0,'-11'7'0'0,"4"2"0"0,3 2 0 0,-1-1 0 0,1-2 0 0,0 2 0 0,2 3 0 0,1-3 0 0,1 6 0 0,0-2 141 0,0 3-54 0,0 2 45 15,0-1-51-15,0 5-23 0,1 0 7 0,3 3-120 16,0-1 43-16,-1-4 23 0,1 0 0 0,1 2-324 16,-1 0 181-16,2-6 78 0,2-4 44 0,-1-6-538 15,2-3 199-15</inkml:trace>
  <inkml:trace contextRef="#ctx0" brushRef="#br0" timeOffset="396.19">6818 4093 1477 0,'2'-1'0'0,"2"1"0"0,0 0 0 0,-1 1 0 0,-3 13 0 0,0 6 0 0,0 9 0 0,0 2 66 0,0 11 1 0,0 3-35 15,0 4 1-15,0 3 382 0,0 5-196 0,0-1-93 16,1 3-46-16,2-1-40 0,3-2-7 16,1-3-151-16,1-1 71 0,0-4 40 0,-1-4 0 15,-2-10 40-15,1 4 0 0,0-7 8 16,-1 0-9-16,-4-9-705 0,1-1 295 0,-2-4 172 15,0-8 87-15,0-2-61 0,0-2 78 0,-3-5 34 16,-5-3 1-16,2-12-144 0</inkml:trace>
  <inkml:trace contextRef="#ctx0" brushRef="#br0" timeOffset="553.79">6739 4298 714 0,'-7'0'0'0,"6"0"0"0,-4 0 0 0,4 0 0 0,-2 0 439 0,1 0-203 0,2 0-94 15,0 0-58-15,0 0 71 0,2 0-61 16,10 0-31-16,3 0 0 0,0 0-253 0,3 0 107 16,2 2 58-16,-2 0 29 0,1 2-200 15,-2 1 114-15,1-2-499 0</inkml:trace>
  <inkml:trace contextRef="#ctx0" brushRef="#br0" timeOffset="694.66">6739 4486 545 0,'-8'2'0'0,"3"3"0"0,1 0 0 0,2-5 0 0,2 0 0 0,-3 0 319 0,3 0-143 0,0 0-72 15,0 0-27-15,3 0-216 0,5 0 87 0,4 0 41 16,-1 0 23-16</inkml:trace>
  <inkml:trace contextRef="#ctx0" brushRef="#br0" timeOffset="835.29">6687 4734 848 0,'-6'2'0'0,"3"2"0"0,2-4 0 0,-2 0 0 0,3 0 0 0,0 0 0 0,0 0 197 0,3-6-83 16,7-3-40-16,7-2-13 16,4 0-317-16,3-1 142 0</inkml:trace>
  <inkml:trace contextRef="#ctx0" brushRef="#br0" timeOffset="1157.58">6991 4479 1154 0,'0'-2'0'0,"2"-2"0"0,3-2 0 0,1-1 0 0,5-3 0 0,2 3 190 0,3-1-79 0,0 3-39 0,6 1 31 0,-2 2-26 0,-1 2-9 16,2 0-36-16,0 0-33 0,-2 6 0 15,-5 7 34-15,-1 0 8 0,-4 2-258 16,-2 5 125-16,-6-2 62 0,-1 3-235 0,0 1 147 15,-9-3 83-15,-7 1-267 0,-3-2 141 0,1-6 46 16,-3-2 41-16,0-3-30 0,0-3 28 0,0-4 7 16,0 0 37-16,2-4-48 0,0-13 24 0,5-1 56 15,2 2 0-15,3-2 0 0,1 1 0 0,4 0 0 16,2 7 170-16,2 2-100 0,0 0-42 16,0 2 420-16,2 2-222 0,10 3-85 0,2 1-62 15,2 0 179-15,2 1-116 0,1 11-55 16,5 1-28-16,-7 4 224 0,6 2-125 0,0 0-54 15,1-1-40-15,0 1-90 0,5 0 29 0,-1-2 1 16,2-2 28-16,1-2-466 0,-1-2 229 0,-1 1-493 16,-1-4 309-16</inkml:trace>
  <inkml:trace contextRef="#ctx0" brushRef="#br0" timeOffset="1392.59">7696 4225 1533 0,'-8'0'0'0,"5"0"0"0,0 0 0 0,3 6 0 0,-2 7 0 0,-2 4 0 0,4 6 0 0,0 4 0 0,0 4 553 0,0 7-264 0,0 5 50 0,0 0-154 16,0 2-76-16,3 0-38 0,-2-2-117 0,1 11 35 16,3-3 22-16,-4 2 0 0,1-4-293 0,1 0 157 15,-2-12 87-15,1 6 32 0,0-5-215 0,-2-4 113 16,0-6 69-16,0-8-93 0,0-7-384 0,0-3 246 15,0-6-130-15,-4-4 183 0,-2-3 92 0,0-21 47 16</inkml:trace>
  <inkml:trace contextRef="#ctx0" brushRef="#br0" timeOffset="1622.98">7560 4300 1063 0,'4'-18'0'0,"4"6"0"0,3 3 0 0,2 1 0 0,2 1 0 0,4-1 0 0,0 2 453 0,3 5-201 0,6-1-114 0,-1 2-53 0,3 0 90 15,-4 9-71-15,4 5-36 0,-9 1 9 16,3 5-5-16,-3 0-1 0,-7 2-38 0,-2 1-109 16,-4 0 54-16,-7 0 35 0,-1 3-82 15,0 0 51-15,-10-1 25 0,-6-1 0 0,-5-4-42 16,-1 0 26-16,-4-3-28 0,-1-4 23 0,-1-3-62 16,2-5 23-16,-1 0 24 15,7-3-5-15,-1-2-81 0,4 0 50 0,9 0-284 16,1-2 159-16,6-7 78 0,1-4 32 0,8-2-364 0</inkml:trace>
  <inkml:trace contextRef="#ctx0" brushRef="#br0" timeOffset="1778.56">8135 4375 1616 0,'7'6'0'0,"3"4"0"0,-2-1 0 0,-5-1 0 0,2-5 0 0,-3 3 0 0,0-5 0 0,5 4 0 0,-2-4 436 0,6 1-203 16,0 1-99-16,3-2-43 0,-2 1-94 0,4-2 36 0,1 3 0 15,-2 1 0-15,0 0-1 0,2 2 9 0,-3 3-890 16,5 2 441-16</inkml:trace>
  <inkml:trace contextRef="#ctx0" brushRef="#br0" timeOffset="1918.16">8220 4685 1485 0,'-23'2'0'0,"8"0"0"0,3 0 0 0,3-2 0 0,3 0 0 0,1 0 0 0,5 0 0 0,0 0 0 0,5 0 492 0,10 0-229 0,8 0-107 0,4 0-40 16,1 0-41-16,0 0-21 0,2 0-232 16,4 0 106-16,-2 0 61 0,2 4 17 0,-1-1-699 0</inkml:trace>
  <inkml:trace contextRef="#ctx0" brushRef="#br0" timeOffset="2862.19">8827 4466 1001 0,'-7'0'0'0,"7"0"0"0,0 0 0 0,0 0 0 0,0 0 0 0,2 0 0 0,10 1 0 0,1 7 183 0,2-2-74 0,3 1 127 16,5-2-93-16,4 1-60 15,-1-2-25-15,2-2 73 0,-1 0-49 0,-2-2-25 16,-4 0 9-16,2 0-47 0,-3 0 14 0,-1 0 0 15,-2 0 0-15,-4-2-52 0,-2-1 34 0,1-6-8 16,-5 2 26-16,-1-2-39 0,-1-2 1 0,0 0 38 16,-2-1-145-16,-3-2 42 0,0-1 43 0,0 1-92 15,0-2 60-15,-11-1 13 0,0-1-2 0,-2 3 26 16,-4-2 9-16,-2 5-17 0,-3-2 13 16,-1 7 110-16,0 3-55 0,-6 2-23 15,-2 2-1-15,1 6 87 0,-1 10-52 0,0 7 204 16,-3 9-120-16,4 0-36 0,4 2-35 0,7-3 120 15,2 3-75-15,4-1-29 0,5 2-8 0,6-3 93 16,2-2-65-16,2 0-33 0,10-1 1 0,4-1 70 16,7-4-55-16,2 1-25 0,3-7-62 0,0 0 39 15,2-2 0-15,0-6-65 0,5 0 29 0,-4-4 0 16,-1-1 36-16,-2-3-349 0,1-2 173 16,-7 0 59-16,6 0 48 0,-9 0-552 15,5-3 278-15,-4-8 138 0,1-1 70 0,-1 0-455 16,2-6 266-16,-3-3 129 0</inkml:trace>
  <inkml:trace contextRef="#ctx0" brushRef="#br0" timeOffset="3193.35">9213 4127 1920 0,'2'-11'0'0,"1"2"0"0,8-2 0 0,1-1 0 0,4 1 0 0,0 0 0 0,7 1 0 0,2 4 0 0,0 2 0 0,1 1 0 0,-5 3 223 0,4 0-99 0,-2 0-46 0,-5 6-97 16,-1 5 25-16,-6 2 1 0,-2 5-113 16,-5 0 66-16,-4 4 36 0,0 4 0 0,-4-3-20 15,-10 3 29-15,-7-5 8 0,1 2-17 0,-5-2-32 16,1-4-19-16,-1-3 27 0,7-5-26 0,-3 1 18 16,2-2-16-16,8-4 235 15,0-2 193-15,3-2-177 0,4 0-68 0,4 0 104 16,0 0-106-16,0 0-48 0,7 0-24 0,11 0-3 15,3 0-21-15,-1 0 8 0,6 0-8 0,0 0-39 16,-1 0 38-16,-2 0 1 0,1 0 8 0,-2 0-283 16,-1 0 137-16,-1 0 69 0,-1 0-618 0,-1 1 318 15,-2-1 110-15,0 2-443 0,-2 0 319 16,2-2 158-16</inkml:trace>
  <inkml:trace contextRef="#ctx0" brushRef="#br0" timeOffset="3355.92">9654 4054 1190 0,'-11'-5'0'0,"8"2"0"0,-1 2 0 0,0-1 0 0,2 2 0 0,2 0 281 0,0 0-124 0,0 0-62 15,4 2-23-15,7 5 424 0,1 3-231 0,1-1-116 16,1 1-149-16,2 1 0 0,-2 2 41 16,0-2-568-16,-1 3 280 0,0-5 140 15,0 0 69-15,3-1-649 0,-5-3 349 0</inkml:trace>
  <inkml:trace contextRef="#ctx0" brushRef="#br0" timeOffset="3551.4">9951 3803 763 0,'0'-8'0'16,"2"6"0"-16,-2 2 0 0,0 0 0 0,0 0 0 0,0 12 284 0,0 10-125 0,-7 4-64 15,-6 14 494-15,-4 3-278 0,-4 9-131 0,-3 12 264 16,-2-2-205-16,1 0-104 0,0 2-51 0,1-4-73 15,4-7 30-15,-5 2-8 0,2-5 0 0,2-3-446 16,5-4 223-16,4-7 111 0,1 0 64 0,6-4-256 16,1-4 151-16,4-5 2 0,0-1-690 15</inkml:trace>
  <inkml:trace contextRef="#ctx0" brushRef="#br0" timeOffset="3794.75">10199 4807 1764 0,'0'0'0'0,"0"0"0"0,0 0 0 0,2 7 0 0,0-3 0 0,0 5 0 0,-2 1 383 0,0 3-175 0,0 5-87 0,-8 0 100 16,-4 6-85-16,-4 3-56 0,-2 3-187 16,-1 5 70-16,-4 1 35 0,5 1-1 0</inkml:trace>
  <inkml:trace contextRef="#ctx0" brushRef="#br0" timeOffset="5112.14">11208 4250 577 0,'0'-10'0'0,"0"5"0"0,0-1 0 0,-2 2 0 0,0 1 0 0,0-1 0 0,-1 2 0 0,-2-2 166 16,2 3-59-16,1 1-41 0,-2 0 67 0,0 0-50 16,-1 3-25-16,0 6 17 0,1 3-13 0,-2 1-8 15,0 2-22-15,2 2 50 0,-1 1-26 0,0 7 1 16,-1 1-16-16,0 5 41 0,-2 0-25 0,3 8 1 15,-1 2 20-15,3 2-23 0,-1-6 9 0,4 10-31 16,0-12 42-16,0 5-22 0,0-6 1 0,6-2 8 16,3-10 9-16,5 3-39 0,4-7 1 0,-3-5 15 15,7 0-16-15,1-7 1 0,0-4 8 0,5-2-8 16,-5 0 0-16,0-2-1 16,0-11 1-16,-2-3-10 0,-3-5 18 0,0-4-8 15,-2-3-41-15,-2-4 0 0,-2-4 41 0,-1-7-56 16,-2 8 26-16,-2-14-7 0,-4 3 19 0,-1 0-111 15,-2-3 55-15,0-4 19 0,0 0 5 0,0-1-143 16,-7 6 65-16,0 10 43 0,-7 1-1 0,1 8-32 16,-2 11 10-16,-2 0 8 0,0 7 93 15,-1 7-28-15,-1 2-8 0,-2 2 19 0,-1 6-5 16,-1 11-30-16,0 4 6 0,2 2-55 16,3 6 30-16,1 4-1 0,4-2 39 0,2 3-306 15,5 0 140-15,4-1 70 0,2 2 36 0,0-3-339 16,2-1 178-16</inkml:trace>
  <inkml:trace contextRef="#ctx0" brushRef="#br0" timeOffset="5409.86">10905 4924 727 0,'-21'6'0'0,"5"-6"0"0,-1 0 0 0,0 0 0 0,2 0 0 0,2-6 0 0,2-6 306 0,5-2-137 0,2-3-60 0,4 0-42 16,0-7 71-16,7-2-53 0,12 0-26 0,8-5 0 15,-2 6 92-15,8-7-64 0,1 4-27 0,2 2 61 16,-1 3-44-16,2 5-22 0,0 2 45 16,0 3-38-16,1 6 0 0,-3 5-29 0,1 2 32 15,-6 0-1-15,0 9-23 0,-4 10-8 16,-1 2 28-16,-4 5-28 0,-1 2 0 16,1 2-1-16,0 2 103 0,-1-2-55 0,3-1-24 15,-1-3 78-15,3-1-50 0,1-5-26 0,2-3 14 16,2-6-7-16,2-2-33 0,1-5 1 0,4-4-140 15,-1 0 70-15,-1 0 43 0,-1-13-8 0,7-6-186 16,-5-3 97-16,2 0 59 0,3-5-922 16</inkml:trace>
  <inkml:trace contextRef="#ctx0" brushRef="#br0" timeOffset="6472.21">12314 4443 987 0,'0'0'0'0,"0"-1"0"0,0 1 0 0,6 0 0 0,1 0 0 0,3 0 0 0,1-3 0 0,2 1 93 0,4 0-35 0,4 1 157 16,-1-1-91-16,3 0-46 0,0 1-23 0,-3-2 55 15,1 1-43-15,-2 1 0 0,-3 1-34 16,2 0-35-16,-6 0 0 0,0 0 43 16,-1 0-237-16,-2 0 115 0,-2 3 56 0,0 3 30 15,-3-1-447-15,-1 3 177 0</inkml:trace>
  <inkml:trace contextRef="#ctx0" brushRef="#br0" timeOffset="6639.9">12414 4653 1184 0,'-13'6'0'0,"5"-2"0"0,2 3 0 0,3 0 0 0,1-6 0 0,0-1 0 15,2 2 0-15,0-2 0 0,11 0 402 0,6 0-176 0,8 0-100 0,-3 0 73 0,2 0-83 16,-3 0-41-16,4 0 10 0,-2-2-100 0,2 1 19 15,2 1 1-15,-1 0-456 0,-1 0 241 0,1 0 122 16</inkml:trace>
  <inkml:trace contextRef="#ctx0" brushRef="#br0" timeOffset="7679.9">13253 4195 933 0,'-2'-11'0'0,"-2"1"0"0,3 5 0 0,1 2 0 0,-2-1 0 0,0 3 0 0,2-3 0 0,-2 3 0 0,2-1 145 0,0 2-56 16,0 0-29-16,0 7 114 0,0 6-63 0,0 6-43 0,0 4 0 15,2 1 123-15,0 3-80 0,3 2-39 16,1 0 9-16,0 3 62 0,0-1-55 0,-1 2-28 16,-1-2 0-16,-2 3 4 0,-1-1-23 0,1 4-56 15,-2-2 23-15,0-1 1 0,0-2 24 0,0-4-68 16,0-3 42-16,0-3-8 0,0-2 34 0,0-6-75 15,-2-3 36-15,1-2-5 0,-1-2 6 0,0-4-108 16,0 0 59-16,-2-3 15 0,3 0-1 0,-3 0-56 16,0 0 41-16,4 0-369 0,0-6 196 15,0-5 97-15,0 1 49 0</inkml:trace>
  <inkml:trace contextRef="#ctx0" brushRef="#br0" timeOffset="7887.76">13488 4455 1554 0,'2'0'0'0,"0"0"0"0,7 1 0 0,5 3 0 0,-2-2 0 0,7 0 0 0,4 0 0 0,3-1 302 16,4 1-139-16,3-2 88 0,4 0-109 0,-3 0-54 16,1 0-28-16,-1 0 109 0,1 0-72 0,-1 0-32 15,-4 0-1-15,-1-2-245 0,-7 1 107 0,1-1 61 16,-5 0 19-16,-2 0-401 0,-7 0 213 0,-2 0 108 15,-3 2-525-15,-2 0 242 0,-2-1 165 0,0-2 81 16</inkml:trace>
  <inkml:trace contextRef="#ctx0" brushRef="#br0" timeOffset="8070.28">13766 4148 623 0,'-11'-2'0'0,"3"1"0"0,1 1 0 0,3 0 0 0,2 0 199 0,2 3-86 16,0 10-41-16,0 2 1 0,0 8 304 0,4 1-172 15,3 6-78-15,1 8-51 0,-2 2 267 0,-1 1-154 16,-1 1-79-16,0 0 56 0,-3-1-58 16,1 9-42-16,0-4-301 0,-2 3 134 15,2 0 66-15,0-4 34 0,0-4-277 16,2 9 152-16,3-9 79 0,-1-6 39 0</inkml:trace>
  <inkml:trace contextRef="#ctx0" brushRef="#br0" timeOffset="8937.81">14460 4554 425 0,'-12'-9'0'0,"1"-1"0"0,1 2 0 0,1-1 0 0,0-4 0 0,-1 0 80 0,4 0-24 0,1-2 144 16,3 0-84-16,2-2-33 0,0-1-29 16,0 0 113-16,5-1-67 0,9 1-34 15,0 1 1-15,2 2 54 0,2-1-48 0,1 3 0 16,2 4-40-16,-2 2 38 0,1 2-1 0,1 2-29 16,-2 3 0-16,0 0-9 0,-3 0 1 0,2 8-38 15,-4 5 0-15,0-1 46 0,-3 6-8 0,-2 3-49 16,-1 2 25-16,-2 2-1 0,-5 2 25 0,-1-5-38 15,0 10-6-15,0-2 17 0,-11-1 15 16,-4 0-47-16,-4 1 21 0,-1-2-9 0,-5-3 15 0,0-2 7 16,1-3 3-16,-3-5 33 15,-2-2-33-15,5-3 4 0,-6-1-4 0,9-5 91 16,-2 0-43-16,6-2-18 0,4 0-1 0,2-1 163 16,4-1-90-16,3 0-35 0,2 0-24 0,2 0 116 15,0 3-70-15,0-2-24 0,6 3-73 0,8-2 1 16,9 3 28-16,2-1 23 0,3-2 0 0,0 2-14 15,2-3-8-15,0 4-29 0,-2-5 0 0,0 2 29 16,0-2-1-16,-5 3-273 0,1-3 130 0,-1 1 41 16,-1-1-497-16,1 2 249 15,-2-2 144-15,-1 0-408 0,3 0 279 0,-2 0 135 16,3 0 68-16,-4-7-151 0</inkml:trace>
  <inkml:trace contextRef="#ctx0" brushRef="#br0" timeOffset="9194.12">14863 4411 951 0,'-10'0'0'16,"7"-2"0"-16,1 1 0 0,2-1 0 0,0-1 0 0,0 2 212 0,7-3-89 0,12 0-46 0,4 3-14 15,5-1 309-15,1 2-169 0,1 0-86 16,-1 0-42-16,1 3 95 0,0 6-60 0,-4 5-43 16,-1 1-55-16,-6 2 0 0,-3 3 21 0,-5 2-49 15,-6-1 33-15,-3 12-8 0,-2-4 23 0,-10 7-13 16,-10-2 14-16,-7 0 0 0,1-6 8 0,-13 6 14 15,5-6-17-15,-2-5-9 0,5-7-40 0,-11 4-12 16,12-10 24-16,-2-2-4 0,7-3-245 16,3-3 127-16,3-2 58 0,4 0-319 0,7 0 163 0,1-2 98 15,7-6 32-15,0-6-351 16,9-5 203-16,16-5 102 0,5-1 43 0</inkml:trace>
  <inkml:trace contextRef="#ctx0" brushRef="#br0" timeOffset="9398.09">15325 4293 1085 0,'2'-9'0'0,"0"5"0"0,-2 1 0 0,0 0 0 0,-10 3 0 0,-5 0 0 0,-2 0 257 0,-1 11-103 15,-5 11-65-15,-2 7-28 0,1 4 334 0,2 4-181 16,3 0 159-16,6-5-162 0,1 5-94 0,5 3-41 16,5-8-39-16,2 2-4 0,2-3 8 0,12-2-8 15,4-3-107-15,6-1 53 0,5-5 27 16,-1-1 0-16,4-6-333 0,0-1 176 0,0-6 91 15,0-3-595-15,-2-3 314 0,2 0 141 16,-1-2-332-16</inkml:trace>
  <inkml:trace contextRef="#ctx0" brushRef="#br0" timeOffset="9759.68">15556 4414 1326 0,'-11'0'0'0,"4"7"0"0,2 1 0 0,3 0 0 0,2 2 0 0,0-1 0 0,0 2 0 0,9 1 0 0,7 1 225 0,7 0-100 0,1-4-46 0,5-1-23 0,2-3-1 16,1 0-22-16,4-5 118 0,-2 0-64 0,-2 0-26 15,-4-5-1-15,-2-4-237 16,-8 0 105-16,3-2 61 0,-3-3 17 0,-6-1-190 16,-1 1 105-16,-5-2 7 0,-2 1 41 0,-2-3-109 15,-2-3 63-15,0-2-1 0,-6-1 26 0,-5 0 10 16,-2 3 9-16,-1 5 21 0,0-2 9 15,-7 3-30-15,0 6 0 0,-4 3 161 16,-2 5-76-16,-1 1-30 0,-2 4-18 0,-4 17 254 0,4 4-126 16,2 3-45-16,7 0-38 0,3 7 186 0,6 2-106 15,8 0-47-15,4 1 34 0,0-2-41 16,11 5-21-16,6-10 79 0,11 9-55 0,3-6-22 16,4-4 0-16,1-6-47 0,1-1 1 0,-5-6 31 15,4-2-9-15,0-5-316 0,-1-1 157 0,1-7 81 16,-4-2 39-16,2 0-578 0,-1-5 285 0,-1-8 103 15,-2-3-115-15,-1-3 139 0</inkml:trace>
  <inkml:trace contextRef="#ctx0" brushRef="#br0" timeOffset="10056.28">16000 4003 808 0,'-3'-13'0'15,"3"7"0"-15,0-1 0 0,12-1 0 0,4 1 0 0,7 0 334 0,5 0-151 0,11 2-76 0,-7 2-28 0,7 1 158 16,-4 2-103-16,-1 0-50 0,-4 10-76 0,-5 6 1 16,-11 1 32-16,2 10-9 15,-9-3-75-15,-7 4 38 0,0 3 0 0,-7-4-65 16,-12 1 60-16,-6-1 17 0,-2-4 1 0,-1 0-23 16,0-2 41-16,1-4-46 0,4-4-30 0,0 1 268 15,2-3-103-15,5-1-55 0,7-4 221 0,0-4-123 16,6-1-55-16,3 2-26 0,0-1-22 0,2 0 0 15,11 0-22-15,9-2-34 0,-1 0 9 0,9 0 25 16,0 0 0-16,2 0-204 0,0-2 102 16,2-5 50-16,-8 4 35 0,6-6-577 15,-6 3 233-15,1 1-339 0,-7 1 317 0,1-1 158 0</inkml:trace>
  <inkml:trace contextRef="#ctx0" brushRef="#br0" timeOffset="10231.81">16531 4006 1437 0,'-2'-8'0'0,"-1"5"0"0,1 0 0 0,-1 1 0 0,1 2 0 0,2-2 0 0,0 2 0 0,0 0 338 0,8 0-145 0,7 0-84 15,1 8-38-15,0 2 208 0,-1 0-123 0,2 4-53 16,-2-1-39-16,0 2-281 0,-1 2 125 0,-2 0 62 16,-1-2-533-16,1-3 307 0,1 1 139 0,-1-8-482 15,2-1 248-15</inkml:trace>
  <inkml:trace contextRef="#ctx0" brushRef="#br0" timeOffset="10397.34">16878 3859 804 0,'0'-11'0'0,"0"1"0"0,2 4 0 0,-2 5 0 0,0 0 0 0,0 1 0 0,0 0 410 16,0 12-193-16,-4 10-92 0,-10 10-46 0,-7 4 171 16,-2 7-109-16,-3 6-46 0,-6 11-35 0,4-3 267 15,-4 1-148-15,2 2-72 0,-2-2-50 0,0-3 9 16,-6 10-33-16,3 0-403 0,5-4 202 0,3-1 100 15,13-11 51-15,0-4-616 16,3 6 275-16</inkml:trace>
  <inkml:trace contextRef="#ctx0" brushRef="#br0" timeOffset="10555.94">16805 4922 2088 0,'0'0'0'0,"2"0"0"0,7 0 0 0,-1 0 0 0,-3 0 0 0,0 0 0 0,-4 0 0 0,1 0 0 0,0 0 503 0,0 0-240 0,0 0-115 15,-2 0-57-15,2 0-583 0,1-2 262 0</inkml:trace>
  <inkml:trace contextRef="#ctx0" brushRef="#br0" timeOffset="17273.82">6893 5594 630 0,'0'-8'0'0,"-3"3"0"16,3-2 0-16,0 1 0 0,0-2 0 0,0 3 0 0,0 0 0 0,0 1 88 0,0 0-28 0,0 0 0 0,3 2-28 0,1-2 129 15,9-1-69-15,0-1-29 0,0-2 0 16,5 0 76-16,2 1-53 0,-1 0-19 15,3 1 22-15,-3 0-29 0,2 5 1 0,-2-1-28 16,-3 2 27-16,2 0 9 0,-4 0-36 0,0 12-4 16,-1-2 4-16,-1 5-1 0,-3 3 1 0,-2 1-17 15,-1 1-9-15,-2 7 26 0,-3-1 0 0,-1 0-32 16,0 2-1-16,0 2 41 0,-5-1-49 0,-6 2 1 16,-3-1 21-16,1 2 44 0,-4 0-38 15,1-2 7-15,-4 0-10 0,5-1 50 0,-7-3-21 16,3-4 0-16,-1-3-17 0,2-6 11 15,0 0-6-15,-1-3-5 0,0-5 11 0,3-1-48 16,-1-4 5-16,2 0 40 0,3 0-74 0,1-2 31 16,4-8-5-16,1-1-7 0,3-2-5 0,1-2 45 15,2 1-18-15,0-4-2 0,2 2 4 0,7-1 4 16,6-2-10-16,0 2 36 0,6-2-7 0,-3 4-20 16,5 0-1-16,-7 4 86 0,5 0-35 15,1 1-17-15,-4 1-26 0,0 1 4 16,2 3 11-16,-4 1-264 0,1 0 122 0,1 2 59 15,0 0 26-15,-2 0-431 0,2 1 204 0,-2-2 112 16,1 2 36-16,1-1-396 0,-2-2 234 0,5-1 118 0</inkml:trace>
  <inkml:trace contextRef="#ctx0" brushRef="#br0" timeOffset="17615.48">7368 5634 1149 0,'0'0'0'0,"0"0"0"0,0 0 0 0,0 0 0 0,0 0 0 0,0 0 0 0,0 0 0 0,0 0 0 0,0 6 207 0,0 4-87 0,0 4 163 16,0 3-117-16,0 4-71 0,0 5-31 0,0 0 122 16,0 2-77-16,0 2-38 0,0 0 8 0,4-2-67 15,4-2 21-15,0-5 0 0,2 0 0 0,2-2-35 16,1-5 8-16,0 0 27 0,1-7-137 16,0 1 68-16,0-6 35 0,0-2-161 0,-2 0 95 0,1 0 3 15,-2-5 35-15,1-8-89 0,-3-5 51 16,-2-1 4-16,1-3-5 0,0-5 34 15,-3 2 5-15,-1-4-12 0,-2-3 9 0,-1-2 5 16,2-1-12-16,-2-1 11 0,-1 0-15 0,0 6 19 16,0 9-4-16,-7-5 83 0,-2 7-46 0,-3 6-11 15,-1 1 0-15,-1 8 160 0,-4 1-84 0,-1 3-35 16,1 0-26-16,-7 10 116 0,5 3-60 0,1 5-15 16,-2-2 0-16,7-1-121 0,-2 2 47 15,1 0 20-15,4 0-138 0,3-4 82 0,5 0 35 0,3-2-510 16,0 1 248-16</inkml:trace>
  <inkml:trace contextRef="#ctx0" brushRef="#br0" timeOffset="17882.77">7183 5989 499 0,'-11'0'0'0,"3"0"0"0,5 0 0 0,0-8 0 0,3-7 0 0,3-1 380 0,13-3-178 0,8-1-84 15,0 0 71-15,3 2-79 0,3 0-38 0,0 3 20 16,0 4-33-16,-1 2-1 0,-9 5-25 0,7 0-25 16,-3 3 24-16,-6 1 9 0,4 0-8 0,-3 0-8 15,-3 1 8-15,0 5-1 0,0 1 31 0,-1 0 7 16,0 3-37-16,2-2 0 0,-2-1 50 0,2 3-25 16,0-3 1-16,0 1-31 0,1-1 4 15,0 0 1-15,1-1 0 0,-1 2-133 0,2-2 66 0,-3-2 42 16,2-1-8-16,2-1-371 15,-4-2 169-15,2 0 102 0,-3 0 49 0,7 0-551 0</inkml:trace>
  <inkml:trace contextRef="#ctx0" brushRef="#br0" timeOffset="18268.9">6831 6128 611 0,'-14'0'0'0,"4"0"0"0,3 0 0 0,1 0 0 0,2 1 0 0,2-1 0 0,1 0 457 0,1 0-212 0,0 0 7 0,6 2-73 15,10-2-74-15,6 3-27 0,5-3 114 16,5 0-79-16,2 0-40 0,9 0-1 0,0 0 15 16,-3-3-19-16,11 0-8 0,0-3-28 0,-1 0 40 15,3 3-39-15,-2-1 0 0,-7 0 8 0,8-1-46 16,-4 4 1-16,-6-1-123 0,0 2 80 0,-6-1 39 16,-1 1 9-16,-3 0-238 0,-3 0 105 15,-2 0 69-15,-6 0 6 0,2-2-201 0,-4 0 93 16,-3-2 70-16,-2 0 31 0,-5 1-55 15,-1 1 43-15,-2-2 22 0,-3 2-8 0,-3 0-178 16,0 1 103-16,0-1 52 0</inkml:trace>
  <inkml:trace contextRef="#ctx0" brushRef="#br0" timeOffset="18649.04">7039 6353 1285 0,'-21'3'0'0,"7"-2"0"0,5 2 0 0,3-3 0 0,3 0 0 0,2 0 0 0,1 0 0 0,0 0 0 0,13 3 184 0,5-1-75 0,5 1-39 0,1-1 71 15,0-1-55-15,1 4-18 0,5 2-72 16,-3 1 37-16,-2-1-1 0,-2 5 1 0,-6-1-92 16,-1 2 54-16,0 2 15 0,-7 0-1 15,-2 2-79-15,-4 2 52 0,-3 2 7 0,0 3-5 16,-10-4-28-16,-5 3 26 0,-4-2-18 15,-4-1 91-15,-1 1-17 0,-1-4-40 0,-2 0 96 16,0-5-43-16,2-2-16 0,-2-2 0 0,4-5 7 16,1 0-25-16,2-3 17 0,0 0-14 15,5 0-17-15,4-3 19 0,3-3 14 16,4-6-12-16,4-1 30 0,0-3 0 0,4-4-53 0,10 1 23 0,0 2-2 16,9-6 0-16,-2 4-26 0,2 1 25 0,-3-1 0 15,1 5 1-15,-3 2-91 16,5-1 41-16,-2 3 23 0,1 3-1 0,-2 3-363 15,1 1 181-15,2 1 69 16,-3 2 54-16,8 0-498 0</inkml:trace>
  <inkml:trace contextRef="#ctx0" brushRef="#br0" timeOffset="18891.39">7483 6379 484 0,'7'-8'78'0,"4"2"-39"0,0-2 1 16,2-1 157-16,1 1-82 0,0 3-41 15,5 1-20-15,-1 2 340 0,1 0-184 0,2 2-89 16,-2 0-44-16,-2 0 60 0,-3 9-53 0,0 3-17 16,-2 0-62-16,-6 5-25 0,-1 3 26 0,-5 0-77 15,0 6 52-15,0 1 34 0,-14-1-8 0,-1-1 4 16,-2-1 0-16,-4-1 22 0,-1 0-1 0,-2 0-58 16,-5 1-8-16,1-4 22 0,-4 0-13 15,-5 2-24-15,7-5 26 0,-2 2-10 16,6-4-175-16,4-4 98 0,9-5 48 0,0-1-278 15,7-3 154-15,3-2 68 0,3 0 47 0,5-14-123 16,18-6 80-16</inkml:trace>
  <inkml:trace contextRef="#ctx0" brushRef="#br0" timeOffset="19108.8">7979 6188 1162 0,'2'-16'0'0,"-2"9"0"0,0 2 0 0,-6-1 0 0,-9 4 0 0,-3 2 0 0,-7 0 0 0,3 4 0 0,-1 11 270 0,-1 6-118 16,1 5 145-16,2 2-124 0,3 2-75 0,2 4-32 16,5-1 136-16,8 1-84 0,3-1-43 0,0-4-13 15,5 2 51-15,13-4-40 0,6-1 0 0,2-4-40 16,5-2-1-16,1-5 9 16,2-2-8-16,3-3-375 0,1-4 188 0,-2-3 93 15,9-1-805-15,-5-2 383 0</inkml:trace>
  <inkml:trace contextRef="#ctx0" brushRef="#br0" timeOffset="20523.05">8539 5880 587 0,'0'-4'0'0,"0"2"0"0,0 1 0 16,0 1 0-16,0 0 0 0,0-3 0 0,0 3 222 0,0 0-95 0,0 0-38 0,0-2-33 0,3 1 140 0,7-1-82 15,1 0-40-15,2 0 56 0,1 1-40 16,0-2-33-16,2 1 83 0,-2 0-54 16,4 1-26-16,-4 1-1 0,2 0 14 0,-4 0-9 15,2 0-31-15,0 0 0 0,-6 0-75 0,4 0 37 16,-3 0 9-16,0 0 28 0,-3 0-247 0,-1 0 123 0,-2 0 39 15,-1 0-198-15,-1 1 93 16,-1 6 77-16</inkml:trace>
  <inkml:trace contextRef="#ctx0" brushRef="#br0" timeOffset="20743.47">8563 6177 1694 0,'-5'3'0'0,"5"5"0"0,0 1 0 0,2 1 0 0,8-3 0 0,4-1 0 0,3 1 0 0,5-1 267 0,7 1-117 0,1-2 73 15,2-4-96-15,0 0-47 0,-1 2-15 0,-1-1 44 16,1-1-38-16,-10-1 0 0,2 3-38 0,-2-3-100 16,-7 0 59-16,-1 0 16 15,-4 0 0-15,-4 0-194 0,-3 0 110 0,1 0-334 16,-3 0 219-16,0 0 57 0,-10 3 66 0,-1 5-693 0</inkml:trace>
  <inkml:trace contextRef="#ctx0" brushRef="#br0" timeOffset="22647.6">9446 5943 726 0,'-13'-7'0'0,"5"2"0"0,1-1 0 0,0-2 0 0,0 0 0 0,4-3 0 0,-1 1 0 0,2-4 208 16,2 1-88-16,0-1-43 0,5-1-14 0,9-1 45 15,3 0-37-15,4 2-1 0,3-1 49 0,3 4-43 16,-5 1-14-16,10 5 3 0,-4 3 1 0,-2 2-34 16,1 0 1-16,-4 9-25 0,-5 6 8 0,3 7 16 15,-7 3 1-15,0 1-52 0,-7 4 26 0,-1 2 0 16,-3 2 34-16,-1 1-40 16,-2 1 0-16,0-2 6 0,-7 2 0 0,-6-3 0 15,-1 2 17-15,-2-3-45 0,-1-2 38 0,-2-2-7 16,-3-4 5-16,1-1-20 0,3-6 23 0,-5 0-3 15,2-6-1-15,1-3 3 0,1-3-3 0,-2-2-1 16,4-3 4-16,2 0 54 0,2 0-28 0,4 0 2 16,1 0 18-16,4-1-18 0,2-1 5 0,2-2 44 15,0 1-32-15,2-3-9 0,14 2 1 16,2-2-80-16,3 3 38 0,7-1-8 0,-2 0 29 0,3 0-48 16,-1 2 23-16,-1 1-5 15,-4-2 36-15,0 3-176 0,0 0 77 0,-5 0 27 16,-1 0-252-16,-6 0 125 0,1 0 75 0,-1 0-163 15,-2 0 107-15,-2 0 53 0,3 0 27 0,-1 0-338 16,2 0 187-16,1-1 90 0</inkml:trace>
  <inkml:trace contextRef="#ctx0" brushRef="#br0" timeOffset="23050.87">9969 6021 1356 0,'0'0'0'0,"0"1"0"0,0 3 0 0,0-2 0 0,1 3 0 0,7-4 0 16,1 0 0-16,7 2 0 0,3-2 214 0,6 3-95 0,-1-4 45 0,3 0-65 0,1 0-33 16,3 0-1-16,0 0 47 0,-1 0-49 0,0 0 1 15,-1-2-31-15,-3 0-99 0,-6-3 49 0,1-3 33 16,-3 0-183-16,-2-3 100 0,-5 2 50 0,-3-4-170 16,-3-1 78-16,-3 0 60 15,0-3-17-15,-2 0-52 0,0-1 30 0,-5 1 28 16,-7-4-6-16,1 1 36 0,-7 0-2 0,2 2-1 15,-1 4 0-15,-2 1 45 0,-2 3-22 0,-1 5-9 16,0 3 129-16,-3 2-69 0,1 0-20 0,-1 12 197 16,0 8-101-16,4 4-59 0,-6 10-10 15,6 2 155-15,5 0-77 0,4-3-48 0,1 5-16 0,4 2 41 16,5-3-39-16,2 1 0 16,0-5-31-16,5-1 67 0,10-1-34 0,4-5 8 15,2-2-41-15,3-3 22 0,2-2-22 0,4-2 0 16,2-6-76-16,2 0 46 0,-1-6-8 0,1 0-206 15,-1-5 109-15,-1 0 64 0,-5 0 8 0,-2 0-178 16,5-8 74-16,-4-5 64 0,-1-4-15 0,0 0-364 16,-4-6 199-16,0-1 114 15</inkml:trace>
  <inkml:trace contextRef="#ctx0" brushRef="#br0" timeOffset="23377.04">10592 5591 657 0,'-14'-7'0'0,"9"-2"0"0,-3 8 0 0,3-5 0 0,3-2 0 0,2 3 466 0,0-2-216 0,0-1-109 16,11 0-46-16,6 3 167 0,3 1-114 0,1 1-58 15,2 3-29-15,-3 0 32 0,1 0-22 0,-2 3-9 16,-4 8-29-16,-1 3-51 0,-5 0 26 0,-4 5-22 16,-3 0-22-16,-2 4 30 15,0 1 0-15,-5-3-86 0,-8 1 63 0,-5-2 30 16,4-4-2-16,-5 1-84 0,-2-6 44 0,1-1-1 15,-1-3-1-15,2-1 124 0,2-3-51 0,2-3-2 16,6 2 66-16,0-2-43 0,3 0-25 16,1 0 240-16,4 0-106 0,1 0-52 0,0 0-39 0,0 2 21 15,12 0-29-15,2-2 0 0,5 2-20 0,1-1 41 16,1 2-25-16,0-3 1 16,2 0-26-16,-3 1-177 0,-1-1 98 0,1 0 35 15,-1 0-178-15,1 0 95 0,-2 0 60 0,1 0-15 16,-3 0-628-16,3 0 326 0,-1 0 160 0,-2-1-416 15,0-7 287-15</inkml:trace>
  <inkml:trace contextRef="#ctx0" brushRef="#br0" timeOffset="23528.18">10930 5510 888 0,'0'-5'0'0,"0"4"0"0,0-1 0 0,-2 2 0 0,2 0 0 0,0 0 0 15,0-2 476-15,0 2-221 0,6 0-112 0,5 0-54 0,-1 0 269 0,2 0-167 16,-1 0-79-16,1 4-153 0,-3 3 37 15,3 2 0-15,-5 0-154 0,2 0 91 0,1 3 50 16,0-3 25-16,1 0-560 0,-1-2 293 0,1-3 114 16</inkml:trace>
  <inkml:trace contextRef="#ctx0" brushRef="#br0" timeOffset="23751.26">11259 5323 500 0,'0'-11'0'0,"0"6"0"0,0 1 0 0,0 3 0 0,-2-2 0 0,2 2 499 0,-3 1-237 16,0 0-115-16,-1 11 250 0,-1 10-182 0,-4 3-91 0,-5 6 158 16,-1 12-129-16,-2 0-60 0,-1 6-30 0,-1 1-12 15,-1 3-18-15,0 1 8 0,-1 0-9 16,-1 2-43-16,2-1 21 0,-3-2 0 16,2-1 23-16,4-9-155 0,-3 6 74 0,5-13 40 15,1 1-349-15,3-6 155 0,6-7 106 0,0-1-476 16,3-1 273-16,2-4 134 0,0-3 65 0</inkml:trace>
  <inkml:trace contextRef="#ctx0" brushRef="#br0" timeOffset="23985.62">11362 6500 1440 0,'-4'0'0'0,"4"0"0"0,0 0 0 0,0 0 0 0,0 0 0 0,0 0 0 0,0 0 0 0,0 0 515 16,0 0-233-16,0 0-129 0,-2 3 32 0,-6 3-77 15,1 3-37-15,-4 5-369 0,0 3 174 0,-6 5 74 16,4 4 42-16,-1 6-356 0</inkml:trace>
  <inkml:trace contextRef="#ctx0" brushRef="#br0" timeOffset="25008.7">12453 5361 969 0,'-2'-18'0'0,"2"0"0"0,0 3 0 0,5 1 0 0,11-1 0 0,5-2 0 0,4 2 0 0,4 3 0 0,4 5 120 0,9 4-44 0,-3 3 69 16,-7 0-56-16,6 8-20 0,-6 13 0 0,2 7-8 15,-8 4-28-15,-7 4-1 16,-5 4 1-16,-3 0 33 0,-10 1-25 0,-1 7-8 16,0-3 0-16,-7 1 23 0,-12-4 1 0,-4 2-24 15,1-11 37-15,-12 7-8 0,2-11-29 0,-2-2 88 16,4-10-44-16,-6-1-22 0,10-9 8 0,-8-4 3 15,11-3-1-15,-2 0-32 0,4-13 0 0,5-8 48 16,7 1-16-16,0-7-8 0,8 2-24 0,1-3-39 16,0 1 39-16,1 0 0 0,16 3-66 0,2 0 29 15,5 3 0-15,5 0-71 0,1 4 43 16,0 2 29-16,2 5 3 0,0 2-160 16,-4 2 72-16,0 2 45 0,-2 3 4 0,0 1-149 15,-5 0 62-15,4 0 54 0,-5 0-1 0,-1 0-347 16,4 0 194-16,-5 1 96 0,3-1-287 0,-4 0 196 15,1 0 94-15</inkml:trace>
  <inkml:trace contextRef="#ctx0" brushRef="#br0" timeOffset="25395.96">13088 5323 835 0,'0'-16'0'0,"0"5"0"0,0 5 0 0,0 0 0 0,0 4 0 0,0 1 0 0,0 1 0 0,0 0 0 0,0 5 303 0,4 11-127 15,-1 6-75-15,1 4 232 0,-2 2-150 0,0 4-75 16,-2 5-38-16,0-5 80 0,0 5-62 0,0-5-28 15,0-1 0-15,0-3-71 0,0 0 23 0,-2-5 7 16,2 1-253-16,0-3 133 0,-2-4 68 16,2-6-352-16,0-4 174 0,-2-2 116 0,2-5-10 0,-2 0-254 15,0-7 163-15,2-16 81 0,-1-2 42 0,-3-9-156 16,-1-5 102-16,-3-2 47 16,-4-2 24-16,0-3-4 0,-2 5 60 0,3 7 0 15,0-2 0-15,1 3 0 0,1 4 0 0,5 9 144 16,1 1-90-16,3 2-52 0,0 2-14 0,3 2 441 15,18 2-187-15,1 1-118 0,5 3-8 0,3 4 250 16,0 0-171-16,2 3-81 16,-2 0-41-16,-2 0 70 0,-2 13-55 0,-5 0-19 0,1 1 24 0,-6 1-31 15,-4 2 1-15,-4 1-92 0,-6 1 30 16,-2 1 9-16,0 4 23 0,-13-4-79 16,-8 0 39-16,-3 2 1 0,-2-5 39 0,-2-1-72 15,-1-3 30-15,3-3-12 0,3-5 1 0,1 0-76 16,1-4 50-16,6 1 9 0,2-2-60 0,2 0 36 15,5 0 25-15,0 0-262 0,6 0 133 0,0-2 54 16,0 1 43-16,0 1-351 0</inkml:trace>
  <inkml:trace contextRef="#ctx0" brushRef="#br0" timeOffset="25717.62">12249 6009 1263 0,'-14'0'0'0,"7"0"0"0,3 0 0 0,2 0 0 0,2 0 0 0,0 0 0 0,9 0 0 0,18 0 0 0,14 0 379 0,6-2-165 0,17-3-95 0,0-2 219 15,5-3-153-15,9 2-76 0,-2-1 43 16,2 0-52-16,-6 0-38 0,-2 2 0 0,-4 2 28 15,-2-1-29-15,-14 5 0 16,5-1-20-16,-2 0-130 0,-7 0 61 0,-9 2 30 0,0 0 1 16,-5 0-247-16,-10-2 147 0,-3 2 61 15,-8-2-382-15,-1 2 172 0,-8 0 113 0,-1 0 15 16,-1 0-97-16,0 0 96 0,-13 0 42 0,-7 6-269 16,-1 7 156-16,-4 2 79 0,-5 6 31 0</inkml:trace>
  <inkml:trace contextRef="#ctx0" brushRef="#br0" timeOffset="26011.84">12754 6212 891 0,'-17'0'0'0,"5"-1"0"0,3-6 0 0,4 0 0 0,1 0 0 0,4 1 0 0,0 0 0 0,0-1 0 0,7 6 317 0,10-2-133 16,2 3-81-16,0 0 149 0,-1 3-110 16,3 5-54-16,-4 7 34 0,-2 3-36 0,0 2-31 15,-7-1 0-15,-3 7-40 0,-3 0 17 0,-2 1 1 16,0 1 8-16,-5 3-67 0,-11-4 30 0,-2 1-1 15,-5-1 30-15,-1-6-111 0,-3 1 64 0,-1-7 19 16,0-4-154-16,-2-4 81 0,2-3 14 16,0-4-20-16,5 0 23 0,-1 0 1 0,3-7 16 0,1-7 31 15,4 0-27-15,3-1 7 0,4-2-12 16,1 2 65-16,6 0-25 0,2 0 0 16,0 1-16-16,0 1 142 0,4 2-58 0,10 2-39 15,0-1-7-15,5 2-23 0,4 1 17 16,3 1-298-16,4 3 136 0,2-1 68 0,4 1 30 0,-2 2-456 15,1 0 233-15,1 1 109 0</inkml:trace>
  <inkml:trace contextRef="#ctx0" brushRef="#br0" timeOffset="26170.42">13033 6247 599 0,'0'0'0'0,"0"0"0"0,0 0 0 0,0 0 0 0,0 0 209 15,0 0-88-15,0 0-45 0,0 0-21 0,0 0 439 16,4 3-235-16,6 3 152 0,-1 1-189 0,2 0-95 15,3 3-47-15,-3 1-150 0,4 0 48 0,-2 3 27 16,0-1 0-16,2-2-428 0,0 2 228 0,0-1 122 16,0-4 48-16,2 0-544 0,-4 0 239 0,4-6 158 15</inkml:trace>
  <inkml:trace contextRef="#ctx0" brushRef="#br0" timeOffset="26418.27">13361 6109 1277 0,'1'-9'0'0,"1"5"0"0,0 0 0 0,0 2 0 0,-2 0 0 0,0 2 0 0,0 0 0 0,0 6 0 0,-2 15 405 0,-9 13-191 0,-4 3-90 0,-4 8-46 0,-7 13 244 15,-2 3-144-15,-2 6-65 16,0 4-44-16,-1 4 113 0,1 0-75 0,2 2-37 16,-2-2 0-16,4-3-55 0,-1 0 17 0,5-7 1 15,0 0-111-15,6-14 55 0,0 4 36 0,-2-7-8 16,7-4-286-16,-1-10 152 0,2-2 80 0,0-8-469 15,3-4 238-15,-1-4 114 0,2-5 67 0,1-3-234 16,1-5 149-16,3-3 76 0,-1 0 30 16,0 0-198-16,2-3 121 0</inkml:trace>
  <inkml:trace contextRef="#ctx0" brushRef="#br0" timeOffset="26652.65">13849 5874 1806 0,'-2'-6'0'0,"2"6"0"0,0 0 0 0,4 0 0 0,3 0 0 0,4 0 0 0,1 0 0 0,4 0 180 0,2 0-74 15,2 0-37-15,2 0 191 0,1 0-105 0,4 0-66 16,-5 0-28-16,0 0-100 0,1 0 36 0,-2 0 0 15,-1-1 44-15,-3 1-397 0,-2 0 194 0,-5 0 97 16,-1 0-537-16,-3 0 255 0,-5 9 166 0</inkml:trace>
  <inkml:trace contextRef="#ctx0" brushRef="#br0" timeOffset="26797.75">13943 6182 953 0,'0'8'0'0,"4"-3"0"0,1-1 0 0,2 0 0 0,-1-3 302 0,0-1-139 0,1 3-65 0,-1-1-33 0,1-2 453 0,1 2-243 16,1-2-113-16,1 0-69 0,3 0-143 0,0 0 41 16,0 0 21-16,4 0-780 15</inkml:trace>
  <inkml:trace contextRef="#ctx0" brushRef="#br0" timeOffset="28295.15">14591 5973 1221 0,'-6'-3'0'0,"0"-7"0"0,2 0 0 0,2 0 0 0,2-3 0 0,0-4 0 0,0 0 0 0,0 0 0 0,2 1 73 0,4-2 0 0,0 1 27 0,1 4-26 0,1 0-7 16,-1 2-34-16,1 3 64 0,1 0-32 16,2 3 1-16,1 2-26 0,1-1 28 0,2 1-35 15,2 3 0-15,0 0-1 0,3 0 24 0,1 0 8 16,0 7-31-16,-3 1-41 0,0 6 20 16,-4 0 0-16,0 4 21 0,-5 0-55 0,-4 7 24 15,-3 2-1-15,-2 2-29 0,0 4 18 0,-9 3 1 16,-5-4 14-16,-7 8-19 0,-2-4 11 0,2-8 15 15,-1 4-26-15,-3-4 39 0,1-3-23 0,1-5 5 16,1-2 49-16,3-7-23 0,-2-1 6 16,1-3 58-16,1-4-31 0,2-1-21 0,4-2 0 15,4 0 90-15,0 0-47 0,2 0-28 16,4 0 14-16,3 0 66 0,0 0-54 0,0-2-26 16,1 0-1-16,13-2-35 0,2 0 17 0,4-1-16 15,-2 1 8-15,3 0 0 0,0 3 0 0,-1-1-40 16,1-1 9-16,0 3 31 0,-3 0 0 0,3 0-230 15,-2 0 113-15,1 0 37 0,-1 0 38 0,0 0-539 16,1 3 262-16,0 0 108 0,1 0-165 16,-1-2 156-16,2-1 69 0,-1 0-400 0,1 0 242 15</inkml:trace>
  <inkml:trace contextRef="#ctx0" brushRef="#br0" timeOffset="28682.4">15067 6039 1093 0,'-9'2'0'0,"2"2"0"0,3 1 0 0,0-1 0 0,2 0 0 0,2 2 0 0,0 0 0 0,12-3 424 16,11 3-196-16,0-2-89 0,7-4-57 0,0 0 234 15,4 0-141-15,-2 0-72 0,-2 0 53 0,-5-2-54 16,5-4-38-16,-6-1-40 0,-4 1 8 0,-2-2 1 16,-3 1 0-16,-4-1-115 0,-2 2 54 0,-3-5 30 15,0 2 0-15,-4 0-182 0,0-3 106 0,-2 4 46 16,0-8 24-16,0 3-274 0,-4-6 134 0,-4-1 22 15,-1-3 47-15,0-3-100 0,-3-1 75 0,-1 1-1 16,0 4 35-16,0 4-1 0,-2 4 35 0,-2 4 32 16,-1 7-13-16,-2 3 1 0,-2 0-21 0,-1 14 214 15,-1 9-107-15,0 7-62 16,-1 9-18-16,4-1 336 0,5 3-165 0,4 0-48 16,4 1 173-16,7-7-121 0,1 3-72 0,0 0 56 15,7-4-60-15,7-4-31 0,4-2 1 0,3-4-46 16,2-3 15-16,1-2 1 0,3-5 0 0,-2-2-188 15,2-4 93-15,-3-6 56 0,4 1 16 0,-1-3-425 16,-4 0 214-16,0-3 65 0,0-7-466 0,-4-3 277 16,5-8 150-16,-3-1 71 15,-2-1-357-15</inkml:trace>
  <inkml:trace contextRef="#ctx0" brushRef="#br0" timeOffset="28971.62">15519 5454 1388 0,'-4'-12'0'0,"4"2"0"0,0 1 0 0,4-4 0 0,10-4 0 0,7 2 0 0,0 4 0 0,-3 2 0 0,5 1 0 0,-2 5 343 15,-3 1-155-15,0 2-77 0,-8 0-16 0,-1 0-23 16,-2 13-8-16,-5 2-31 0,-2 4-109 0,0 3 55 16,-7-4 35-16,-9 7-116 0,0-4 67 0,-2-2 34 15,-1 0 0-15,3-8-4 0,-3 2 0 0,2-3-5 16,-2 0-34-16,5-2 114 0,0-1-42 0,5-3-30 15,1 2 274-15,2-5-131 0,2 2-51 0,4-1 126 16,0-1-92-16,0 1-46 0,14-2-14 0,2 0 1 16,4 0 1-16,6 0-34 15,-1 0 1-15,-2 0-69 0,0 0 42 0,2-2-8 16,-1 1 35-16,-4-4-393 0,1 4 181 0,0 0 104 16,-4-2-620-16,0 3 336 0,-2 0 162 0,-2 0-307 15,2-2 235-15,-6 1 118 0</inkml:trace>
  <inkml:trace contextRef="#ctx0" brushRef="#br0" timeOffset="29117.23">15920 5378 1724 0,'2'-11'0'0,"0"4"0"0,2-1 0 0,-1 1 0 0,1 1 0 0,1 1 0 0,0-1 0 16,4 3 0-16,0 2 0 0,3 0 0 0,-1 1 325 0,-2 0-138 0,3 2-82 0,-1 9-35 0,-2 3-85 15,1 1 24-15,-3 2 1 0,2 1-430 0,2 2 223 16,-1-4 114-16,0 2-575 0</inkml:trace>
  <inkml:trace contextRef="#ctx0" brushRef="#br0" timeOffset="29303.25">16275 5286 898 0,'-4'-7'0'0,"1"1"0"0,-1 4 0 0,2-1 0 0,-3 1 0 0,1 2 0 0,-3 2 421 0,-1 12-186 0,-2 11-105 16,-2 4-48-16,-7 9 210 0,-2 4-129 0,-1 7-58 15,-6 11-1-15,-1 0-35 0,1 2-1 16,-4 4-149-16,0 3 57 0,-3 6 36 16,0-1-8-16,1 0-368 0,1 2 197 0,1-1 101 15,3 0 49-15,3 0-638 0,2 14 317 0</inkml:trace>
  <inkml:trace contextRef="#ctx0" brushRef="#br0" timeOffset="29515.68">16062 6653 1598 0,'0'-11'0'0,"0"7"0"16,0 4 0-16,0 0 0 0,2 0 0 0,-2 0 223 0,0 0-95 0,0 0-47 0,0-3 189 0,0 1-110 15,0-4-68-15,0 2-447 0,1 2 194 0</inkml:trace>
  <inkml:trace contextRef="#ctx0" brushRef="#br0" timeOffset="63545.49">7066 7765 774 0,'-2'-2'0'0,"1"0"0"0,-3 0 0 16,4 0 0-16,-2 2 0 0,2 0 0 0,0 0 0 0,0 0 74 0,0 0-20 0,0 0-1 0,0 0-20 0,0 0-30 15,0 0 38-15,0 0-8 0,0 2 13 0,0 6-14 16,0 2 1-16,0 3 40 0,0 1 9 0,0 6-49 16,-4 2-1-16,1 4 47 0,0 1-23 0,-2 3 7 15,3 0-30-15,1 1 48 0,-2 1-24 0,3 3 0 16,0-2-24-16,0-1 29 15,0-2-8-15,6-1-21 0,5-3-15 0,0-4 14 16,2-2 1-16,0-4-44 0,-1-1 18 0,3-2 0 16,0-6 26-16,0 1-89 0,1-4 43 0,-4-2 16 15,3-2-6-15,-1 0-79 0,-1 0 47 0,-4-8 9 16,1-5 1-16,-1-4-2 0,1-8 1 0,-1-1 9 16,-2-2-28-16,1-4 34 0,-1 0 4 0,0 0-19 15,-3 1 18-15,2 0-4 0,-3 3 3 0,-1 7 25 16,2 3 0-16,-1 5-24 15,-3 1 0-15,0 5 149 0,0 3-70 0,0 0-29 16,0 3 0-16,0 1 182 0,0 0-103 0,0 0-36 16,0 8-5-16,2 4-23 0,-1 1-1 0,1 4 21 15,1 3-9-15,2-2-35 0,-2 5 0 0,3-2 38 16,1 1 0-16,-1 0-30 0,2 4-9 0,-1 0-28 16,-1-1 28-16,0 1 1 0,2 0 0 0,-5-5-83 15,4 2 37-15,-2-3-215 0,1 0 124 16,-2-6 53-16,2-5 32 0,-2 1-319 0,1-5 148 15,0 0 83-15,1-5 19 0,5 0-107 16,-5 0 82-16,5-10 32 0,2-5 7 0,-3 1-264 16,5-4 152-16,-2-1 77 0,5 4 38 0</inkml:trace>
  <inkml:trace contextRef="#ctx0" brushRef="#br0" timeOffset="63832.78">7814 7786 673 0,'-5'-15'0'0,"2"5"0"0,-3-3 0 0,1 1 0 0,1 4 0 0,1-1 0 0,-3 1 0 0,3 4 209 0,-2 1-89 0,0 2-43 16,-1 1-22-16,1 0 95 0,-3 14-50 0,0 5 48 15,1 4-58-15,0 6-28 0,-1 1-1 0,5 2 34 16,-2 1-24-16,3 2-7 0,0-2-32 15,2-1 123-15,0 0-61 0,0-4-31 16,2-3 8-16,8 3 4 0,-1-7-21 0,0-2 0 16,3 2-124-16,-1-3 52 0,2-3 33 0,-1-1-247 15,1 0 133-15,0-3 66 0,-2-1 7 0,0-3-433 16,2-3 194-16,1-3 123 0,3-1 32 0,-3 0-151 16</inkml:trace>
  <inkml:trace contextRef="#ctx0" brushRef="#br0" timeOffset="64109.11">7970 7852 1138 0,'0'0'0'0,"0"0"0"0,0 0 0 16,0 0 0-16,0-2 0 0,0-2 0 0,11 0 252 0,6 0-109 0,3 2-56 0,1 2 116 0,3 0-77 0,0 4-51 15,-4 6-21-15,2 3-52 0,-4 1 1 0,-2-2 29 16,3 3 9-16,-6 2-49 0,-2 1 20 15,-3 2 0-15,-4 1-47 0,-2 1 34 16,-2 0 8-16,0 3-13 0,-8 0 13 0,-7-5 0 16,0-1-15-16,-2-3-19 0,-4 1-3 0,1-4-4 15,-1-1 37-15,-4-1 54 0,4-3-24 0,0-3 20 16,0 0-44-16,2-4-250 0,2-1 118 16,4 0 53-16,4 0-130 0,1 0-69 0,4-6 122 0,4-7-166 15,0-4 140-15,7-3 70 0,9-1 35 16</inkml:trace>
  <inkml:trace contextRef="#ctx0" brushRef="#br0" timeOffset="64343.1">8406 7596 1139 0,'0'-11'0'0,"-2"5"0"0,-4 1 0 0,-6-1 0 0,3 5 0 0,-2 1 0 0,-2 0 0 0,0 5 347 0,-3 16-157 0,4 1-79 0,-2 4 48 0,1 7-56 16,4 0-38-16,-2 5 82 0,3-1-57 0,3 3-28 15,1 3-1-15,4-7 26 16,0 2-31-16,0-3 0 0,0-3-23 0,7-2-28 16,4-3 1-16,1-7 35 0,5 1-8 0,0-5-198 15,-1-1 100-15,5-5 48 0,1-3-150 0,-3-2 69 16,7-3 53-16,-6-2-475 0,1 0 244 0,-1 0 121 16,1-3 62-16,-2-3-385 0,-3-2 227 0</inkml:trace>
  <inkml:trace contextRef="#ctx0" brushRef="#br0" timeOffset="64513.65">8609 8011 801 0,'0'-2'0'0,"0"-1"0"0,0 1 0 0,0 2 0 0,0-2 0 0,0 2 0 0,0-1 0 0,0 1 405 0,0 0-186 16,0 0-85-16,0 0-54 0,0 8 178 0,2 2-112 0,-1 4-57 16,1 2 10-16,1 1-37 0,-2 2-1 0,-1 0-119 15,0 1 46-15,0 1 22 0,0-5 8 16,0 1-395-16,2-2 205 0,0-5 103 15,-1-1 50-15,7 3-649 0</inkml:trace>
  <inkml:trace contextRef="#ctx0" brushRef="#br0" timeOffset="64712.12">8882 8013 1543 0,'5'0'0'0,"-2"0"0"0,1-2 0 0,-2 2 0 0,0-2 0 0,0 2 0 0,1 0 0 0,1 0 214 0,-2 12-91 0,-1 0-37 0,-1 6 53 16,0 1-53-16,0 1-26 0,0 5-1 0,-1-7-8 16,-5 3-10-16,-3 0-8 0,2-3-204 0,-3-1 102 15,1-2 50-15,0-1 27 0,0-3-357 0,0-4 186 16,4-1 41-16,-1-6-355 0,3 0 214 16,1 0 116-16,2-1 48 0</inkml:trace>
  <inkml:trace contextRef="#ctx0" brushRef="#br0" timeOffset="64907.6">9013 7733 1600 0,'0'-1'0'0,"0"1"0"0,0 0 0 0,0 0 0 0,0 0 0 0,1 0 0 0,5 1 0 0,4 8 0 0,4-3 274 0,-4 5-121 0,4-1 51 15,2 2-85-15,-2-1-43 0,2 0-14 0,0 2-246 16,0-2 109-16,-2 0 54 15,0 1 27-15,-3-1-170 0,2 0 94 0,-2-1 52 16,-2 0-516-16,0-5 273 0,0-1 63 0,2-3 89 16</inkml:trace>
  <inkml:trace contextRef="#ctx0" brushRef="#br0" timeOffset="65129">9369 7568 855 0,'0'-8'0'0,"0"5"0"0,-2 2 0 0,2-2 0 0,0 1 0 0,-2 2 222 0,0 0-86 0,1 11-56 0,-3 8 316 16,-2 6-182-16,-2 5-90 0,-1 9-46 0,0-3 224 16,-7 12-139-16,4 0-65 0,-5 1-33 0,-2 3 32 15,3 0-32-15,-5 3 8 0,2 0-62 0,-2-1 22 16,1-2-1-16,1-3-154 0,1-3 77 0,6-9 48 16,-1-2-9-16,3-4-242 0,2-10 140 0,5-1 70 15,0-7-23-15,3-2-451 0,0-3 244 16,0-4 117-16,0-2 59 0,1-2-160 0,6 0 109 15,6-2-312-15</inkml:trace>
  <inkml:trace contextRef="#ctx0" brushRef="#br0" timeOffset="65336.45">9431 8054 1073 0,'4'-5'0'0,"2"1"0"0,-2 2 0 0,-3 1 0 0,1 1 0 0,0 0 0 0,-2 1 457 0,2 10-212 0,-2 6-106 15,0 0-53-15,0 6 209 0,0 1-135 0,0 0-64 16,0 3-93-16,0-1 0 0,0-7 30 0,0 4 8 16,0-5-130-16,0 0 61 0,0-8 30 0,0 0-377 15,0-5 211-15,0 0 95 0,2-4 50 0,-1-1-584 16,3 0 284-16,0-6 144 16,1-7 62-16</inkml:trace>
  <inkml:trace contextRef="#ctx0" brushRef="#br0" timeOffset="65545.45">9595 7643 1055 0,'5'-15'0'0,"4"6"0"0,2 1 0 0,3-1 0 0,-1 2 0 0,1 1 239 16,0 5-103-16,3 1 155 0,3 0-121 0,3 1-73 16,-4 12-32-16,0 7 308 0,0 5-169 0,-3 3-86 15,0 4-35-15,-4 3 163 16,-2-2-107-16,-4 4-53 0,-4 7-26 0,-2-3 31 15,0-2-21-15,-13 11-230 16,-6 0 96-16,-2-3 48 0,-4-1 25 0,-2 1-208 0,-3-2 125 16,-10 6 49-16,1-5 28 0,-4-1 1 0,1 3 29 0</inkml:trace>
  <inkml:trace contextRef="#ctx0" brushRef="#br0" timeOffset="66480.39">10297 7854 1228 0,'0'0'0'0,"-2"0"0"0,2 0 0 0,0 0 0 0,0 0 0 0,0 0 0 0,2 0 0 0,8-2 157 0,4 0-62 0,4 1 112 16,0-2-88-16,3-1-42 0,2 0-15 0,3 1 1 15,-8 1 0-15,9 0-31 0,-6 0 1 0,-1 0-70 16,-1 2 43-16,-2 0-9 0,-2 0 36 0,-4 0-231 16,-1 0 116-16,-1 0 57 0,-4 0 37 0,-1 0-524 15,-2 0 251-15,-2 6 72 0</inkml:trace>
  <inkml:trace contextRef="#ctx0" brushRef="#br0" timeOffset="66644.27">10353 8085 600 0,'-13'9'0'0,"3"1"0"0,5-3 0 0,1-3 0 0,2-2 218 0,-1-2-92 0,3 0-47 16,0 0-23-16,3 0 328 15,13 0-180-15,6 0-86 0,1-6-42 0,-1-1 111 16,3 4-76-16,-1-1-32 0,6 1-7 0,-4 1-314 15,2 0 138-15,-1 2-479 0,-1 0 301 0,-3 0 154 16,11 0 71-16</inkml:trace>
  <inkml:trace contextRef="#ctx0" brushRef="#br0" timeOffset="67127.03">11415 7491 595 0,'0'-23'0'0,"0"3"0"0,0 3 0 0,0-2 0 16,0 0 0-16,0 3 0 0,-4-4 202 0,0 4-88 0,-2 1-41 0,-1 2 0 0,0-1 19 16,-4 1-30-16,4 6 9 0,-4-2 6 0,-1 1 15 15,0 4-29-15,1 3-1 0,-3-2 17 16,1 3-15-16,-2 0-8 0,2 4 68 15,-2 6-46-15,0 3-23 0,1 0 1 0,0 4 112 16,1 0-71-16,-1 2-33 0,3-1 1 0,1 1 35 16,1 0-34-16,2 0 9 0,3 2 79 0,-1 0-61 15,3 0-30-15,-1 8 34 0,3-3-31 0,0 2 7 16,0 2-40-16,0 4 27 0,0 0-1 16,7 7-26-16,-2-5 8 0,1 11 13 0,-3-2-1 15,1 2-20-15,-2 3 0 0,1 1 11 16,0-1-3-16,-1 3-9 0,0 0-23 0,-2 0 24 15,0 1-1-15,0-1 1 0,0-3-24 0,0 1 185 16,0-4-194-16,0-2 0 0,0-2 0 0,-4-2 0 16,0-5 0-16,-4 4 0 0,1-3 0 0,-2-1 0 15,-3-3 0-15,1-1 0 0,-3-7 0 0,0 2 0 16,1-8 0-16,-1-5 0 0,0-2 0 16,-2-5 0-16,4-4-252 0,-4-3 138 0,3 0 55 0,1 0-378 15,2-2 202-15,2-5 102 16,3 0 41-16,1-3-442 0,0 1 250 0,4 1 126 15,0 3 62-15</inkml:trace>
  <inkml:trace contextRef="#ctx0" brushRef="#br0" timeOffset="75755.23">11617 8354 306 0,'0'-3'0'0,"0"-1"0"0,0 0 0 0,0 1 0 0,-2 1 0 0,0 1 0 0,-1-2 245 16,-1 1-99-16,1 1-60 0,-1 1 79 0,-1 0-66 15,0 0-33-15,-1 0 95 0,-1 0-56 0,-2 7-40 16,1 1 0-16,-1 0 52 0,0 4-42 0,-1-1-21 15,-1 5 8-15,2-2-1 16,-3 3 1-16,3 2-29 0,-2 4-1 0,1-4 42 0,0 7-9 16,3-2-32-16,2 1 0 0,-2 1 17 0,4 0-17 15,3-5 7-15,0 3-8 0,0-1 1 16,0 0 0-16,1-5-72 0,11 1 36 0,-1-2 8 16,3-4 28-16,2-2-130 0,0 1 51 0,2-5 34 15,1-3 2-15,-1 3-403 0,2-5 179 0,-1-2 108 16,-1 0-354-16,-1 0 224 0,0-2 111 0</inkml:trace>
  <inkml:trace contextRef="#ctx0" brushRef="#br0" timeOffset="76060.42">11764 8496 894 0,'0'0'0'0,"0"0"0"0,0 0 0 0,0 3 0 0,-4 9 0 0,-1 1 190 0,1 5-71 0,1-2-47 0,3 2 215 16,0 3-127-16,0-2-64 0,0 2-31 0,5-2 69 15,6-1-55-15,0-3-23 0,2-1-10 0,2-3-13 16,2-4 0-16,-2 1-62 0,2-6 27 0,0-2 0 16,-2 0 34-16,0 0-147 15,-2-10 73-15,-2-5 46 0,-3-2-8 0,0-3-129 16,-5-3 50-16,-1-3 44 0,0 1-14 0,-2 1-55 16,0-4 47-16,-4 2 20 0,-6 1-17 0,1 5-9 15,-2 2 21-15,-2 3 96 0,-2 6-36 0,0 5-21 16,-2 2 0-16,-2 2 175 0,3 0-85 15,-2 14-39-15,2 1-24 0,0 1 104 0,6 0-57 0,-1-2-11 16,4 2-1-16,2 1-147 0,5-4 53 16,0 2 39-16,0-3-200 0,2 4 105 0,8-3 54 15,6-2-536-15,7 8 276 0</inkml:trace>
  <inkml:trace contextRef="#ctx0" brushRef="#br0" timeOffset="76238.92">12166 8579 1597 0,'5'2'0'0,"-1"1"0"0,-2 1 0 0,-1 0 0 0,-1 1 0 0,0 1 0 0,0 1 0 0,0 3 0 0,-5 5 387 0,-4 0-177 0,0 2-89 16,-5 3 3-16,1 1-46 0,1-2-14 0,-4 3-157 16,2-5 64-16,2 0 30 0,1 0 1 0,1-6-372 15,4-3 210-15,1-3 92 0,3-1 51 0,2-4-612 16,0 0 305-16</inkml:trace>
  <inkml:trace contextRef="#ctx0" brushRef="#br0" timeOffset="76534.78">12335 8462 1546 0,'4'0'0'0,"-2"0"0"0,0 0 0 0,-2 2 0 0,0 6 0 0,-2 7 0 0,-7 1 0 0,2 7 195 0,4-4-80 16,1 1-42-16,2 1 225 0,0-3-125 0,0-1-74 15,5-1-33-15,11-7-72 0,0-1 0 0,3-5 39 16,-1-3 8-16,3 0-227 0,4-1 109 16,-6-13 55-16,-1-6-233 0,-2-1 144 15,-5-1 34-15,0-11-72 0,-5 7 35 0,-4-4 42 16,0 2 23-16,-2-2 39 0,0 5-7 0,-8-3-16 16,-3 9 0-16,-2-1 173 0,-3 7-87 0,0 4-51 15,-3 3 0-15,0 6 261 0,-1 0-105 0,-3 6-75 16,4 8 45-16,4 1-42 0,4 4-21 0,1-2-180 15,5 0 74-15,1 0 37 16,4-2 0-16,0 0-208 0,4 0 104 0,11-2 63 0,2-3 2 0,7 1-614 16</inkml:trace>
  <inkml:trace contextRef="#ctx0" brushRef="#br0" timeOffset="76720.3">12743 8308 2129 0,'16'-4'0'0,"7"0"0"0,-2 4 0 0,-1 0 0 0,4 0 0 0,1 0 0 0,0 14 0 0,-4 1 0 0,-3-1 373 0,3 7-174 0,-7 1 231 0,0 1-199 0,-7 4-99 16,-3 3-50-16,-2 1 37 15,-2 4-48-15,-4-2 1 0,-11 1-40 0,-5-4-53 16,-3 1 27-16,-5-6 8 0,-6 4 19 0,0-9-360 16,-3-1 179-16,-2 0 91 0,6-6-836 0,-5 2 436 15</inkml:trace>
  <inkml:trace contextRef="#ctx0" brushRef="#br0" timeOffset="77565.86">11685 7177 292 0,'-2'-2'0'0,"-2"-1"0"0,0 1 0 0,-1 0 0 0,0 0 0 0,-4 0 0 0,2 0 236 15,-2 2-101-15,0 0-52 0,-1 0-25 0,1 2 103 16,-2 9-68-16,-3 7-31 0,-1 2 1 0,2 6 57 16,-2 0-44-16,2 5-13 0,0 1 92 0,2 1-61 15,1-1-30-15,4 2 120 0,3-4-75 0,3-3-30 16,0 6-8-16,0-9 11 0,0 2-24 0,5-5 0 15,7-3-26-15,1-2-14 16,0-2 14-16,2-3 1 0,1-2 0 0,0-1-159 0,-2-4 80 0,2-2 48 16,-1-1-366-16,0-1 189 15,0 0 61-15,0-1-419 0,0-7 249 0,0-3 118 16,-2-1 71-16</inkml:trace>
  <inkml:trace contextRef="#ctx0" brushRef="#br0" timeOffset="77816.64">11707 7328 788 0,'0'0'0'0,"0"1"0"0,0-1 0 0,2 0 0 0,4 0 0 0,4 0 0 0,1 0 0 0,1 0 319 0,6 4-143 0,-1-2 46 16,-1 4-25-16,4 4-81 0,-4 0-42 0,1 4 12 16,-4-1-27-16,1 3 9 0,-5 2-35 0,-4 3-38 15,-3-3 37-15,-2 5 1 0,0-3 8 0,-2 5-14 16,-10-5 6-16,-6-1-1 0,0-2 1 0,-3-2-37 15,2-6 45-15,-3 1-8 0,-1-7-123 16,0 1 59-16,2-4 12 0,1 0-298 16,3 0 148-16,4 0 84 0,1-5 25 0,3-7-326 15,6 1 176-15,1-2 89 0,2 0 36 0,0-3-110 16,5-2 82-16</inkml:trace>
  <inkml:trace contextRef="#ctx0" brushRef="#br0" timeOffset="78042.03">12006 7224 1017 0,'2'-9'0'0,"0"5"0"0,-2 0 0 0,0 3 0 0,-2-1 0 0,-9 2 0 0,-1 0 0 0,1 0 247 15,-2 3-107-15,2 8 153 0,-2 5-122 0,1 1-73 16,1 3-33-16,6-1 123 0,-3 8-78 0,4-8-39 16,2 6 8-16,2-2 10 0,0 0-29 0,0-1 1 15,2 1-28-15,3-4-12 0,5-1 20 0,1-1-8 16,1 1-108-16,-1-4 54 0,2-3 27 0,1 0-273 15,-2-3 144-15,2-1 40 0,1-3 48 0,0-2-500 16,0-2 234-16,-3 0 134 16,4 0 59-16,-3-2-394 0</inkml:trace>
  <inkml:trace contextRef="#ctx0" brushRef="#br0" timeOffset="78211.59">12173 7412 1201 0,'2'2'0'0,"0"2"0"0,-1-2 0 16,-1 0 0-16,0 1 0 0,3 4 0 0,-3 1 0 0,2 2 275 0,0 1-121 0,0 0-61 0,0 1 229 16,-1 0-149-16,1 4-70 0,-2-3-35 0,2 0-47 15,-2 0 11-15,0-2 9 0,2 1-8 0,-2-3-352 16,0 1 176-16,0-5 88 0,2 1 43 0,-1-2-564 16,1-3 291-16,2 1 66 0</inkml:trace>
  <inkml:trace contextRef="#ctx0" brushRef="#br0" timeOffset="78440.98">12405 7506 1046 0,'1'3'0'0,"3"0"0"0,1 0 0 0,-3 2 0 0,2-4 0 0,0 3 0 0,0 2 0 0,0-1 0 0,-1 2 456 0,1 6-211 0,0-5-107 15,-1 6 159-15,-1-2-123 0,0 6-76 0,-2-2-31 16,0 3-1-16,0-2-34 0,-2 2 1 0,-5-2-59 15,-2 0 26-15,-3-2-1 0,-1 0 34 16,-1-2-284-16,0-2 142 0,-2-3 79 16,2-2 28-16,3-5-504 0,1-1 249 0,1 0 52 15,1 0-249-15,5-8 202 0,1-7 114 0</inkml:trace>
  <inkml:trace contextRef="#ctx0" brushRef="#br0" timeOffset="78641.47">12507 7314 1404 0,'0'0'0'0,"0"0"0"0,0 0 0 0,0 0 0 0,0 0 0 0,0 0 0 0,0 0 0 0,4 0 0 0,6 0 475 16,-1 6-220-16,2 2-112 0,3 0 106 0,-3 4-112 16,2 0-53-16,-3-1-159 0,1 2 54 0,-2 0 27 15,1 0 8-15,-3-1-313 0,-2-2 166 0,1 1 82 16,0-4 43-16,0 0-218 0,-3 0 83 0,1-4 77 15,0-2-78-15,1-1-423 0,-1 0 268 0</inkml:trace>
  <inkml:trace contextRef="#ctx0" brushRef="#br0" timeOffset="78844.89">12752 7241 876 0,'2'-3'0'0,"-1"0"0"0,-1 2 0 0,0-1 0 0,0 0 0 0,0 2 0 0,0 0 0 0,0 0 391 0,0 5-178 0,0 7-83 0,0 5 221 15,-7 4-160-15,0 2-78 0,-3 5-41 0,-3 4 73 16,0 2-47-16,-2 0-37 0,-4 6-1 0,2-1-43 16,-2 2 15-16,-1-2 1 15,3-6-151-15,-4 9 71 0,6-13 39 0,-2 4-307 16,4-6 174-16,2-5 86 0,3-2 7 0,2-7-484 16,3-2 233-16,1-3 134 0,2-5 66 0,0 3-353 15</inkml:trace>
  <inkml:trace contextRef="#ctx0" brushRef="#br0" timeOffset="79038.38">12793 7568 1453 0,'4'-4'0'0,"2"2"0"0,-3 2 0 15,-1 0 0-15,0 0 0 0,0 6 0 0,0 5 314 0,-2 3-132 0,0 2-79 0,2 3 268 0,-1 0-169 0,-1 2-84 16,0 1-43-16,2 1-57 0,-2-3-8 0,0 1 23 15,0-1 0-15,0-4-395 0,0-5 198 0,0 0 106 16,0-5 41-16,0-2-265 16,0-2 158-16,2-2 5 0</inkml:trace>
  <inkml:trace contextRef="#ctx0" brushRef="#br0" timeOffset="79255.8">13052 7271 1146 0,'8'-11'0'0,"4"4"0"0,2-1 0 0,-1 1 0 0,1 3 0 0,0 0 0 0,2 2 0 0,-2 2 621 0,4 0-295 0,-4 13-138 15,4 6 305-15,-6 6-230 0,0 1-115 0,-3 6-58 16,-3 0 110-16,-3 3-75 0,-3 3-51 0,0-1 141 16,-2 2-9-16,-10-5-206 0,-2 1 0 0,-2-2 0 15,-3-3 0-15,0 0 0 0,-3-2 0 0,-1 0-614 16,-2-7 361-16,0 4 151 0,-2-1-1035 0,-3 10 552 15</inkml:trace>
  <inkml:trace contextRef="#ctx0" brushRef="#br0" timeOffset="81158.88">13642 8013 505 0,'-4'0'0'0,"-1"0"0"0,1 0 0 0,0 4 0 0,2-2 0 0,-2 0 0 0,2-1 0 0,2 1 104 15,0 0-35-15,0 0 7 0,0 0-43 0,0 0 123 16,2-1-62-16,6-1-30 0,2 3 121 0,1 0-68 16,-1 0-46-16,4 0 40 0,-1 3 9 0,1 0-43 15,-2 1-22-15,2-1 43 0,1 1-37 0,0 1 0 16,2-3-28-16,0-1 23 15,1-2-24-15,3-2 9 0,-2 0-8 0,1 0-23 0,-1 0 23 16,-2 0 0-16,0 0-51 0,-2-2 34 16,-3-4-8-16,-3 3-52 0,0-5 30 0,-1 1 21 15,-3-3-4-15,1 1-117 0,-4-4 61 0,-1-1 19 16,-1 1 1-16,0-2-69 0,0 0 40 0,-3-2 13 16,-6 0 3-16,-5 1 0 0,1-1 1 0,-4 0 26 15,-1 3 25-15,-1 3-16 0,-2 4-15 0,-1 3 130 16,-5 4-61-16,5 0-30 0,-3 2 6 15,3 9 140-15,-4 10-80 0,1 2-24 16,2 2-25-16,0 2 150 0,5 4-77 0,1-2-13 16,4 4-34-16,2 0 72 0,5 3-48 0,4-3-24 15,2 2 31-15,0-2-31 0,5-1-1 0,11-1 12 16,1-2-1-16,3-1-34 0,3-6 8 0,2 1-37 16,-1-2 29-16,2-2 0 0,0-4-1 0,1-2-92 15,-3-4 55-15,5 1 15 0,-3-5-1 0,-4-1-238 16,1-4 122-16,0 0 40 0,-1 0-144 15,-2-2 78-15,3-9 59 0,-2-4-382 16,-3-6 212-16,3 0 106 0,0-5 44 0,-3 0-428 16,3-3 244-16</inkml:trace>
  <inkml:trace contextRef="#ctx0" brushRef="#br0" timeOffset="81483.63">14168 7628 1511 0,'-4'-17'0'0,"2"4"0"0,2-2 0 0,0-1 0 0,0 0 0 0,10 3 0 0,7 2 0 0,1 1 0 0,5 5 192 16,0 1-80-16,0 2-39 0,-3 2 44 0,1 0-42 15,-3 9-13-15,-3 7 7 0,-4-1-37 0,-1 3 1 16,-4 1 0-16,-3 4-64 0,-3-1 40 0,0 6-8 16,-3-2 32-16,-11 1-97 0,-2-3 48 0,-2 0 25 15,2-6-79-15,-5 1 22 0,5-6 33 0,-4-2-16 16,3-2 5-16,2-1-6 15,6-3 0-15,-1 1 133 0,5-3-51 0,1-2-26 16,4 1-1-16,0 0 149 0,0 0-76 0,9-1-32 16,9-1-23-16,4 0 96 0,2 0-52 0,1 0-24 15,-1 0-50-15,6-3-8 0,-3-2 30 0,-1-2 0 16,-6 3-266-16,3-1 137 0,-2 1 47 0,-5 0-217 16,2 3 138-16,-4-3 38 0,0 2 44 0,-5 0-549 15,2-2 285-15,-1 0 139 0,-4 3 69 0</inkml:trace>
  <inkml:trace contextRef="#ctx0" brushRef="#br0" timeOffset="81652.77">14577 7604 1643 0,'-4'-9'0'16,"3"3"0"-16,-1 2 0 0,0-2 0 0,2 2 0 0,0 3 0 0,0-3 0 0,0 2 0 0,7 1 0 0,7-2 231 0,1 3-98 0,0 0 151 0,0 0-126 0,-2 0-54 15,2 8-40-15,-1 1-86 0,-2 3 27 0,-1 1 0 16,3 0 28-16,-3 0-352 15,-2 0 171-15,3-4 91 0,-3 1 45 0,2-4-528 16,-1-5 199-16,1 2 162 0,0-3-302 0</inkml:trace>
  <inkml:trace contextRef="#ctx0" brushRef="#br0" timeOffset="81836.78">14893 7499 1335 0,'0'-10'0'0,"0"5"0"0,0 1 0 0,-1 0 0 0,1 2 0 0,-3 0 0 0,1 2 0 0,2 0 0 0,-2 0 196 0,0 6-74 15,-3 7-48-15,-2 8 217 0,-5 3-129 0,-3 4-65 0,-2 10-32 16,0-7 51-16,-5 13-47 0,2-4 1 16,-1-1-77-16,-2 2 0 0,2-2 39 0,5-6 9 15,-5 2-217-15,2-3 105 0,0-2 51 0,2-3-342 16,0-5 166-16,4-5 110 0,0-2-7 0,4-2-411 16,1-5 236-16,2 0 118 0</inkml:trace>
  <inkml:trace contextRef="#ctx0" brushRef="#br0" timeOffset="82541.89">15289 8214 720 0,'0'-7'0'0,"0"3"0"0,-2-2 0 0,0-1 0 0,0-2 0 0,-1-1 0 0,1 0 125 0,-2-3-50 15,1 1-22-15,-1-2 82 0,0 1-51 0,3-2-25 16,-6 0 7-16,4 2-8 0,-5 0 0 0,1-1-25 16,-3 3-30-16,-1 2 30 0,-2 3 8 0,0 4-8 15,-4 0 35-15,0 2-35 0,-6 6-1 0,5 9 23 16,-3 4 7-16,3 6-29 0,0-2-1 0,1 4 60 16,6 1-29-16,0 1-1 0,5-6-21 0,0 8 65 15,6-10-36-15,0 0-1 0,0-2-36 16,0-1 26-16,6-5 8 0,4-3-35 0,1-4-26 0,1 0-1 15,-1-4 28-15,1-2-90 16,2 0 52-16,2-2 16 0,-2-10-1 0,2-5-153 16,2-4 83-16,-4-2 25 0,2-3 23 0,0-6-230 15,5-5 116-15,-2-1 32 0,0-1 37 0,0-5-158 16,-1-3 95-16,1-6 43 0,0-6-63 0,-6-2 54 16,2 2 27-16,-5 4-21 0,-1-5 8 0,1 7 40 15,-7 4-1-15,1 12 51 0,-2 3-26 0,-2 8-8 16,0 5-16-16,-2 6 229 0,-5 6-114 15,-3 3-58-15,1 4-29 0,-2 2 384 16,-3 0-188-16,3 10-52 0,-1 9 113 0,1 3-110 16,4 4-55-16,0 7-19 0,0 5 45 0,4 6-40 15,1 1-1-15,2 6 128 0,0 0-85 0,0 0-33 16,0 6-29-16,0 0 131 0,0-3-76 0,0 2-38 16,0-3 0-16,0-1-8 0,0-3-9 0,2-4-146 15,1-9 62-15,5 1 31 0,0-6 1 0,-3-11-200 16,4 1 111-16,-3-6 60 0,0-6 30 0,1-3-221 15,-1-2 113-15,1-4 9 0,1 0-14 16,0-4-381-16,-1-9 229 0,2-4 115 16,3-6 57-16,-3 3-473 0,0-3 270 0</inkml:trace>
  <inkml:trace contextRef="#ctx0" brushRef="#br0" timeOffset="82786.1">15471 8011 996 0,'0'-9'0'0,"0"3"0"0,0 0 0 0,0-1 0 0,0 1 0 0,4-1 0 0,6 1 229 0,4 2-99 0,4 3 310 16,0 1-208-16,1 0-99 0,2 0-51 0,1 3-24 16,-1 10-1-16,-6 1-16 0,4 4-8 0,-4 1 0 15,-4 0 0-15,-2 6-1 0,-2-1 185 0,-6-1-84 16,-1 6-54-16,0 0-24 0,-10-1-180 0,-4-2 79 16,-4 1 47-16,-2-3-136 0,-1-4 72 0,0 0 45 15,0-8-22-15,-4 2-201 0,4-7 91 0,-4-2 69 16,4-3 5-16,1-2-101 15,5 0 72-15,4 0 37 0,4-2-9 0,3-10-187 0,4-3 116 16,0-6 57-16,9 1-256 0,9-1 157 16,3 1 71-16</inkml:trace>
  <inkml:trace contextRef="#ctx0" brushRef="#br0" timeOffset="82996.53">15786 7957 431 0,'5'-15'0'0,"1"2"0"0,-3 2 0 0,-1-1 0 0,-2 1 0 0,0 1 0 0,0 2 0 0,-4 5 0 15,-8 1 0-15,-2 2 713 0,-1 0-332 0,-2 13-178 16,1 8-85-16,0 2 220 0,5 2-153 0,3 4-76 16,6-5-29-16,2 8 51 0,0-3-49 0,5-1-24 15,7 0 38-15,3 0-31 0,2-4 8 0,1 1-158 16,-2-2 58-16,1-5 31 0,-2-1-1 0,2-2-260 16,-2 1 153-16,0-6 65 0,0-2 35 15,2-4 1-15,0-4-41 0,2 0 30 0,-1 0-815 0,5-2 402 16,-6-6 197-16</inkml:trace>
  <inkml:trace contextRef="#ctx0" brushRef="#br0" timeOffset="83186.7">16108 8054 1423 0,'-3'-7'0'0,"1"3"0"0,2 0 0 15,0 1 0-15,0-3 0 0,0 0 0 0,7 1 0 0,9 1 0 0,5-2 256 0,4 4-112 0,3-1-55 0,2 1 211 0,4 1-138 0,2 1-64 16,-3 0-33-16,4 0-19 0,-5 0-14 15,-7 0 9-15,7 1-8 0,-9 3-212 16,0-1 106-16,-1 1 53 0,-3 0-152 0,-4-4 110 16,0 0 44-16,-2 0-482 0,-4 0 245 0,1 0 59 15,-2 0 82-15,-3-2-247 0,-3-4 168 0</inkml:trace>
  <inkml:trace contextRef="#ctx0" brushRef="#br0" timeOffset="83386.17">16403 7641 1063 0,'-10'-8'0'0,"5"5"0"0,-1 1 0 0,3 0 0 0,-3 2 0 0,3 0 0 0,3 7 365 0,0 14-166 0,0 6-83 15,0 5 167-15,0 3-116 0,0 14-72 0,2-2 325 16,-1 8-193-16,-1-1-98 0,0 4-48 16,0 1 87-16,0-2-73 0,0 2-30 0,0-3-1 0,2-3-310 15,0-5 139-15,0-8 79 16,-2 3-539-16,2-5 300 0,-2-5 150 0,0-3 35 0,0-9-636 15,0 0 335-15,0 0 179 0</inkml:trace>
  <inkml:trace contextRef="#ctx0" brushRef="#br0" timeOffset="84099.07">17244 7729 865 0,'-9'-15'0'0,"-3"5"0"0,1 5 0 0,-2 0 0 0,-2 1 0 0,-4 2 0 0,-3 2 0 0,-3 0 217 0,3 8-92 0,-1 10-46 0,-1 4 205 16,-2 9-126-16,7-3-54 15,-6 13-40-15,7 0 206 0,1 2-118 0,2-1-60 16,3 3-29-16,7-5 160 0,3 9-98 0,2-3-47 16,0 0-6-16,7-1 0 0,9-2-39 0,-2-7 8 15,11 6-177-15,-4-10 85 0,5-4 42 0,-1-3-345 16,4-6 193-16,-1-5 83 0,0-4 49 0,-1-4-548 16,-1-6 273-16,-1 0 135 0,-2-3 68 0,-3-12-344 15</inkml:trace>
  <inkml:trace contextRef="#ctx0" brushRef="#br0" timeOffset="84289.56">17384 7825 1183 0,'0'-5'0'16,"0"3"0"-16,0 2 0 0,0 0 0 0,0 0 0 0,0 13 135 0,0 5-51 0,0 5-26 0,3 4 391 0,-1 5-208 0,4-1-96 15,-3 5-61-15,-1-1 213 16,2 3-132-16,-3 0-67 0,1 1-32 0,2-3-123 15,-2 0 40-15,2-2 25 0,0-3-431 0,1-2 228 16,1-11 114-16,-1 1 65 0,4-6-297 0,1-5 112 16,0-6 107-16,3-2-596 0</inkml:trace>
  <inkml:trace contextRef="#ctx0" brushRef="#br0" timeOffset="84456.71">17528 8136 1168 0,'-2'-16'0'0,"0"5"0"0,0 1 0 0,0 3 0 0,2 0 0 0,0-1 0 0,2 1 168 0,13 0-72 15,7 1-31-15,5 0 380 0,3-2-206 0,2 3-103 16,0-3-44-16,0 2 144 0,-2 3-102 0,0-1-51 16,-2 2-25-16,-2 0-209 0,-6 0 101 15,3 0 36-15,-2 0-449 0,-3 2 248 0,0 0 123 0,-4 0-238 16,-4 0 93-16,-2 0 115 0,-3-1-32 0,-3 1-291 16</inkml:trace>
  <inkml:trace contextRef="#ctx0" brushRef="#br0" timeOffset="84631.24">17805 7714 639 0,'-16'-10'0'0,"2"8"0"0,5-1 0 0,0 1 0 0,3 2 0 0,0 0 0 0,3 6 512 15,3 10-239-15,0 4-121 0,0 4 292 0,2 3-205 16,7 5-95-16,-1 0-60 0,-1 3 149 0,0 3-100 16,1-1-50-16,-2 1-186 0,0-1 76 15,-1 3 26-15,-1-2 0 0,1-3-172 16,-1 1 104-16,0-4 50 0,0-8 34 0,1 3-604 15,3-8 221-15,-1-1 179 0</inkml:trace>
  <inkml:trace contextRef="#ctx0" brushRef="#br0" timeOffset="84944.4">18037 7748 1283 0,'15'-19'0'0,"4"7"0"0,5-1 0 0,2 3 0 0,2 2 0 0,-3 7 249 0,7 1-112 15,-4 0-53-15,-4 14 90 0,-1 4-71 0,-3 4-27 16,-4 4-8-16,-5 6 17 0,-4 0-26 0,-3 4 0 16,-4 0-150-16,0 2 69 0,-6 3 24 0,-8-4-132 15,-2-5 81-15,-4 2 41 0,-3-4 0 0,-1-1-59 16,-1-6 15-16,-1-2 33 0,0-4-36 0,0-4 139 16,1-4-60-16,6-1-2 0,-1-2-59 15,1-1 212-15,8-3-86 0,1 1-45 0,4-2 410 16,3-1-202-16,1 0-114 0,2 0-52 15,2 1 176-15,13-1-114 0,7 0-58 0,3 3 14 16,5-1-40-16,0-1 154 0,2 4-218 0,-2-4-381 16,0 1 267-16,-4 2 82 0,6-1 28 0,-4-1-279 15,-1 0 159-15,-1-2 21 0,0 0-748 0,-2 0 401 16,3 1 213-16</inkml:trace>
  <inkml:trace contextRef="#ctx0" brushRef="#br0" timeOffset="85186.75">18540 7901 1542 0,'-2'-12'0'0,"2"5"0"0,2-3 0 0,9-3 0 0,8 0 0 0,4 3 0 0,3 5 0 0,6 1 553 0,-2 4-260 0,0 0-122 16,-2 4-74-16,-4 14 79 0,1 2-72 0,-6 4-36 16,-4 4-66-16,-3 0 39 0,-7 3-8 0,-3-2-89 15,-2 5 45-15,-2-1 22 16,-17 2-1-16,-2-4-113 0,-9 3 64 0,0-6 36 15,-2-3 0-15,-2-3-192 0,-1-1 101 0,1-6 1 16,-11 2 42-16,3-6-239 0,9-2 129 0,-1-6 64 16,13-3-98-16,6 0 73 0,3-3 49 0,9-13 0 15,3-5-343-15,6-1 192 0</inkml:trace>
  <inkml:trace contextRef="#ctx0" brushRef="#br0" timeOffset="85386.22">18957 7725 1374 0,'0'-12'0'0,"0"6"0"0,0 2 0 0,0 3 0 0,-15 1 0 0,-1 0 0 0,-7 5 0 0,2 14 0 0,0 6 568 15,3 5-267-15,0 1-135 0,7 6 313 0,4-3-228 16,7 4-109-16,0-2-1 0,4 0-54 0,14 1-27 16,3-7 8-16,5 6-170 0,-3-10 67 0,5 2 33 15,-2-2 1-15,0-1-369 16,-3-8 210-16,5 1 92 0,-5-4 51 0,1-5-697 15,-3-3 348-15,0 0 127 0,-1-1-434 0</inkml:trace>
  <inkml:trace contextRef="#ctx0" brushRef="#br0" timeOffset="85759.73">19213 7882 1323 0,'-9'0'0'0,"2"0"0"0,7 1 0 0,0 8 0 0,0-2 0 0,7 0 0 0,5 1 0 0,6-1 0 0,5 3 403 0,7-2-185 0,2-1-93 16,2-2-46-16,1-2 95 0,-2 2-75 0,-1-4-112 15,0-1 23-15,-4 0-1 0,1 0 24 16,-8-1 8-16,2-5-79 0,-4-5 36 0,-2 1-1 16,-3-2-179-16,-5 0 108 0,-4-1 61 0,-3-2 19 15,0 0-60-15,-2-1-165 0,0-2 58 0,-11 1 63 16,-5-5-31-16,0 4 49 0,-3-3 23 0,-2 3 47 15,-3 3 0-15,-1 8-31 0,-6-2 8 0,0 8 201 16,-2 1-100-16,-5 4-50 0,2 15-11 0,6 1 118 16,-4 11-45-16,14-5-44 0,1 4 13 0,10 2 236 15,5 2-101-15,4 1-68 0,2-1 136 0,14 4-109 16,5-2-56-16,6-2 60 16,1-1-57-16,-1-6-21 0,10 6-8 0,-5-7-198 15,-2-5 85-15,2 2 43 0,1-6 20 0,1-4-181 0,-2-6 97 0,-2-3 53 16,0-4-616-16,-2 0 312 15,1 0 96-15,-6-6 90 0,2-6-440 0</inkml:trace>
  <inkml:trace contextRef="#ctx0" brushRef="#br0" timeOffset="86073.56">19717 7410 1110 0,'-3'-22'0'0,"3"2"0"0,2 9 0 0,15 1 0 0,1-2 0 0,5 1 172 16,2 4-73-16,6 1-33 0,3 3 118 0,-2 2-76 0,0 1-37 16,-7 1 7-16,1 13 65 0,-6 3-55 0,-4 4-28 0,-6 1 0 15,-4 4-99-15,-6-3 45 0,0 7-9 0,-6-5-55 16,-10 3 45-16,-7-2 23 0,1-4 0 16,-5-1 0-16,2-4-8 0,-2-2-3 0,8-4 83 0,-2-1-46 15,3-1-21-15,6-3-42 16,1-3 271-16,6-1-103 0,1 0-58 0,4-2 117 15,0 0-84-15,2 0-33 0,11 0-29 0,9 0 12 16,3 0 1-16,1-2-34 0,-2-1 8 0,8-1-245 16,-6 0 119-16,1 2 58 0,-6 0 31 0,3 0-553 15,-4 1 276-15,0-1 92 0,-4 2-231 0,-1 0 190 16,-4 0 94-16,-2 0-447 0</inkml:trace>
  <inkml:trace contextRef="#ctx0" brushRef="#br0" timeOffset="86223.16">20135 7391 1004 0,'0'-5'0'0,"0"3"0"0,0 0 0 0,0 1 0 0,0-2 0 0,0 3 0 0,0 0 456 0,7 0-212 0,4 0-105 15,5 6-45-15,-4 3 134 0,4 2-97 0,-2 1-49 16,2 3-25-16,-2-2-292 0,-2 2 142 0,1-2 59 16,-2 0-260-16,-1 1 164 0,-1 1 81 0</inkml:trace>
  <inkml:trace contextRef="#ctx0" brushRef="#br0" timeOffset="86375.76">20466 7283 1304 0,'-3'-5'0'0,"-1"2"0"16,1 2 0-16,-3 1 0 0,-1 0 0 0,-5 16 0 0,3 7 0 0,-4 7 0 0,-4 8 568 0,-4 1-267 0,1 6-134 0,-10 10-67 0,0-1 231 15,-4 5-141-15,-6 5-83 0,-5 2-336 16,1 2 130-16,-4-2 67 0,4-3-343 15,7-10 212-15</inkml:trace>
  <inkml:trace contextRef="#ctx0" brushRef="#br0" timeOffset="87001.25">20705 7604 1277 0,'4'-16'0'0,"-1"6"0"0,-1 6 0 0,-1 4 0 0,3 0 0 0,2 0 0 0,-1 5 0 0,2 9 0 0,5 6 143 15,3 0-55-15,2 3-28 0,-1 3 248 0,2 3-138 16,-4 3-60-16,0 0 25 0,-3 1-51 0,-6 3-25 16,-3 2-1-16,-2 4-75 0,0-9 33 0,-14 11-8 15,-6-6 24-15,-3 0-89 0,-4 0 45 0,-3-5 22 16,0-3 9-16,-8 2-56 0,2-6 35 16,6-5-136-16,-3-4-64 0,3-1 70 0,10-6 60 15,0-2-295-15,11-2 167 0,-1-5 83 16,10 2 43-16,0-3-280 0,12 0 152 0,16 0 89 15</inkml:trace>
  <inkml:trace contextRef="#ctx0" brushRef="#br0" timeOffset="87414.18">21286 7962 1028 0,'4'-9'0'0,"-3"2"0"0,1 0 0 0,-2-1 0 0,0-2 0 0,-5-2 0 0,-4 2 0 0,-4 0 170 0,-3 3-68 0,2 2-27 0,-2-1 76 15,-3 4-60-15,1 2-28 0,-3 0-1 0,-2 13 21 16,3 6-17-16,-3 5-7 0,1 5-27 0,0 10 58 16,6-10-29-16,3 9 1 0,2-1 73 15,5-1-56-15,6 0-22 0,0-5-1 0,0-6 10 0,2-4 0 16,5-2-25-16,5-7-37 16,1-2 0-16,2-5 29 0,2-5 0 0,4 0-124 15,-2-16 71-15,3-9 21 0,2-8 1 0,1-3-250 16,0-7 131-16,0-4 40 0,1-3 43 0,3-11-287 15,-5 5 146-15,-1-4 61 0,-1-2-9 0,-1 4 36 16,0-19 32-16,0 5 13 0,-3 1 9 0,-1 3 0 16,-6 15 0-16,-2 10 79 0,-2 2-35 0,-5 19-22 15,-2 7 0-15,0 3 260 0,0 11-139 0,-5 1-41 16,-6 16-41-16,0 12 366 0,-1 15-185 16,5 3-66-16,3 8 242 0,1 9-168 0,3 12-97 0,0-4-43 15,0 2 142-15,0-4-94 16,2-3-46-16,1-9 121 0,5-2 67 0,0-3-267 15,1-7 0-15,-2-8-253 0,2-1 159 0,1-10 72 16,-1-4 23-16,0-2-721 0,3-11 317 0,-1-3 205 16,5-6-718-16,-3 0 434 0</inkml:trace>
  <inkml:trace contextRef="#ctx0" brushRef="#br0" timeOffset="87561.4">21681 7792 1477 0,'-8'-14'0'0,"6"7"0"0,-1 3 0 0,-2 2 0 0,5 0 0 0,0 2 0 0,0 0 0 0,2 2 163 0,10 10-65 0,2 1-33 0,4 1 311 16,5 4-175-16,-3-4-85 0,2 4-41 0,1 0-234 16,-1-4 96-16,-3 1 56 0,2-4-312 0,4 1-164 15,-7-5 253-15,3 1 125 0</inkml:trace>
  <inkml:trace contextRef="#ctx0" brushRef="#br0" timeOffset="87716">22227 7508 1398 0,'0'-6'0'0,"-1"6"0"0,-8 2 0 0,-5 26 0 0,-5 10 0 0,-8 20 0 0,-7 11 390 0,-12 20-182 0,-5 7-88 15,-15 23-44-15,-1 2 513 0,-11 16-270 0,-17 30-147 16,3-5-82-16,-6 8-28 0,1 5 0 0,-3 0-29 16,17-15-855-16</inkml:trace>
  <inkml:trace contextRef="#ctx0" brushRef="#br0" timeOffset="89765.7">1292 9110 371 0,'-12'0'0'0,"5"0"0"0,-1 0 0 0,0 0 0 0,3 0 0 15,-4 4 250-15,4 3-113 0,-2 3-52 0,1-1-26 0,3 4 143 16,1-2-85-16,0 1-34 16,1-1-29-16,-3-2 128 0,4-1-74 0,0 0-38 15,0-3 41-15,0-1-30 0,0-3-9 0,0 1 43 16,0 0-41-16,5-2-20 0,0 2-1 0,2-2 28 15,-1 0-8-15,1 0-41 0,2 0 1 0,-1 0 11 16,-3 0-11-16,0 0 8 0,1 0-9 0,0 0 24 16,-3 0-23-16,2-2-1 0,-2 0 1 0,1 2 19 15,-3 0-19-15,4 0 0 0,-3 0 24 0,4 0-24 16,-2 0 0-16,3 0 17 0,-1 0-17 16,1 0 0-16,4 0-1 0,0 0-24 0,-1 0 25 15,2 0 8-15,6 0-8 0,-4 0-44 16,2 0 22-16,-2 0-6 0,4 0 25 0,-4-2-28 15,2 1-6-15,4-1 5 0,-3 0 0 0,1 2 12 16,1-2 7-16,2 2 20 0,0 0-21 0,-1 0-7 16,4 0 5-16,2 0 29 0,-4 0-28 0,0 0 7 15,6 0-6-15,-2 0 34 0,-2 0-31 0,6 0 3 16,-3 0-22-16,0-2 27 0,3-1-7 16,0-1-31-16,0-2 31 0,-1 2-1 15,1 1 0-15,-5-1-43 0,5 2 18 0,-1 0-7 16,-2 0 27-16,-1 0-33 0,-3 2-1 0,1 0 26 15,1 0 2-15,1 0-24 0,-2 0 21 0,0 0-6 16,1 0 22-16,-3 0-17 0,4 0-1 0,-2 2 26 16,1 0-24-16,2 0 0 0,-2 0-1 0,-1-1 15 15,5 2-13-15,-1-2 4 0,-2 1-3 0,4-1-15 16,-5 2 18-16,7-1-1 0,-4-2-2 16,3 0-25-16,-1 0 1 0,-3 0 21 15,1 0 2-15,4 0-4 0,-2 0 2 0,2 0 162 16,0-2-169-16,-2-1 0 0,0 0 0 15,0-1 0-15,2-1 0 0,-2 1 0 0,-3-1 0 0,3 1 0 16,2-2 0-16,-2 0 0 0,0 1 0 0,2-1 0 16,0 0 0-16,0 1 0 0,1-1 0 0,-3 3 0 15,2-1 0-15,0 1 0 0,3 2 0 0,-2-1 0 16,-1 1 0-16,1 1 0 0,4 0 0 16,-4 0 0-16,2 0 0 0,0 0 0 15,0-3 0-15,1 3 0 0,-2-1 0 0,1 1 0 16,1-2 0-16,0 0 0 0,-2 0 0 0,1-1 0 15,0 1 0-15,-2-1 0 0,0 0 0 0,1-1 0 16,1 3 0-16,-3-2 0 0,-1 1 0 0,-1 2 0 16,1-2 0-16,-4 2 0 0,-2 0 0 0,7-2 0 15,-5 2 0-15,-1 0 0 0,3 0 0 16,-4-1 0-16,-2-1 0 0,6-1 0 0,-2 2 0 16,-2-1 0-16,2 0 0 0,-2 1 0 15,-1-2 0-15,6 2 0 0,-1-1 0 0,-2 0 0 16,3 0 0-16,-1 1 0 0,1-2 0 0,0 2 0 15,-2-1 0-15,1 0 0 0,-1-2 0 0,-2 0 0 16,-4 2 0-16,2-1 0 0,-3 1 0 0,0-2 0 16,-4 2 0-16,-2 0 0 15,-3 0 0-15,-1 2 0 0,-4 0 0 0,0 0 0 0,-6 0 0 0,0 0 0 16,2 0 0-16,-2 0 0 0,-1 0 0 16,0 0 0-16,0 0 0 0,0 0 0 15,0 0 0-15,-4 0 0 0,-1 0 0 0,-1 0 0 16,-4 0 0-16,4 0-175 0,-2 0 144 0,3-1-862 15,0-6 430-15,1 1 215 0,4-6 108 0,0-3-805 16</inkml:trace>
  <inkml:trace contextRef="#ctx0" brushRef="#br0" timeOffset="89978.65">5124 8648 2360 0,'0'0'0'0,"0"2"0"0,13 4 0 0,5-2 0 0,0-1 0 16,5 1 0-16,3 3 0 0,2 2 0 0,5 7 0 0,-4-1 325 0,1 3-139 0,0 3-80 0,0 5 268 0,-4 2-171 0,-3 3-85 16,-2 2-43-16,-5 0 103 0,-4 5-8 0,-4-4-170 15,-6 3 0-15,-2-3 0 0,-2-1 0 0,-13-3 0 16,-3-3 0-16,-7-4 0 16,-10 4 0-16,-5-4-432 0,-8-3 249 0,-5 3 87 15,-16 4 57-15,1 3-939 0,-20 10 473 0</inkml:trace>
  <inkml:trace contextRef="#ctx0" brushRef="#br0" timeOffset="90970.38">2146 6167 267 0,'0'-17'0'0,"-2"1"0"0,2-2 0 0,-2 1 0 0,2-1 0 0,-1-3 0 0,1 2 138 16,-4 3-52-16,4-2-19 0,0 3-8 0,0 2 42 15,-2 2-34-15,2 3 0 0,-3 1-34 0,3 4 99 16,0-1-54-16,-2 1-22 0,2 2 102 0,0 1-63 15,0 0-31-15,0 0 53 0,0 8-46 0,0 8 0 16,0 2-39-16,0 3 117 0,5 4-58 0,-3-1-21 16,3 10-8-16,-1-1 26 0,1 2-27 0,-1 9-1 15,0-2-27-15,-3 0 91 0,1 14-50 16,1 4 47-16,-3 2-44 0,0 4-22 16,0 2 0-16,0 4 59 0,-3 3-45 0,0 3 0 15,-1-2-36-15,-2 17 70 0,3-7-35 0,1-9 9 16,-1 8-44-16,-1-3 29 0,4 1-29 0,0-4 0 15,0-1 0-15,0 5 30 0,0 10-8 0,0-5 7 16,0-3-1-16,0 7-28 0,0-3 0 0,0-5-37 16,0 16 14-16,-2-10 1 0,-1-1 154 0,1-3-348 15,0-13 172-15,1 10 30 0,-1 0-26 0,2 0-38 16,0-2 26-16,0-2 1 16,0 3 16-16,0-2-16 0,0-1-2 0,0-2 9 15,0 0 6-15,0-4 6 0,-1-1-13 16,1-12 25-16,-2 11-13 0,2-19-1 0,-3 3 2 0,1-2-48 15,2-2 23-15,-3-7 1 0,1 9 22 0,-2-6-114 16,1-9 53-16,0 0-47 0,-1-5 41 16,1-8 13-16,0 6 5 0,-2-10-104 0,0-2 61 15,1-4 29-15,1-4 1 16,-4-2-126-16,4 0 82 0,-2-6 37 0,0-1 0 0,0-2-264 0,0 0 150 16,0-14-452-16,3-12 305 15,0-7 149-15,2-14 75 0</inkml:trace>
  <inkml:trace contextRef="#ctx0" brushRef="#br0" timeOffset="91231.26">2229 6122 789 0,'-7'-13'0'0,"1"7"0"0,-1 3 0 0,-2 3 0 0,-2 0 0 0,-4 13 0 0,-5 8 0 0,-7 7 0 0,2 2 93 0,-2 1-31 0,2 3 1 16,2-5-22-16,2 2-84 0,3-2 39 0,4-9-93 15,3-1 66-15,6-9 31 0,1-1 9 0</inkml:trace>
  <inkml:trace contextRef="#ctx0" brushRef="#br0" timeOffset="91372.3">2054 6071 583 0,'6'2'0'0,"1"8"0"0,1 1 0 0,2 0 0 0,2 2 0 0,5 3 339 16,1-1-145-16,9 3-85 0,1 3-38 0,2 0 224 15,5 3-131-15,2 0-66 0,-5-3-24 0,12 9-260 16,-8-2 110-16,1 2 54 0,-2 6-600 0</inkml:trace>
  <inkml:trace contextRef="#ctx0" brushRef="#br0" timeOffset="92192.05">2097 9134 1073 0,'0'0'0'0,"0"0"0"0,0 0 0 0,0 0 0 0,0 0 0 15,0 0 0-15,0 0 0 0,0 0 0 0,0 0 0 0,0 0 102 0,0 3-39 0,0 7 42 0,-2 1-36 0,2 3 1 16,-2 1-38-16,2-2 59 0,0 2-34 16,0-6 1-16,0-1-25 0,0 2 25 0,0-7-25 0,0 1 7 15,2-4-7-15,1 0-44 0,4 0 22 16,2-11 0-16,-1-6 30 0,-3-4-8 16,-2 0-1-16,2 0-241 0,-3 3 105 0,-2 0 59 15,0 10 14-15,0-3-1 0,0 3 7 0,-5 5 0 16,-2 0-5-16,1 3 109 0,-1 0-48 0,0 6-1 15,2 7 11-15,0 1-17 0,3 2 0 0,2 1 66 16,0-1-31-16,0-4-13 0,0-1 1 0,0-1-65 16,2-2 40-16,5-3 0 0,2-1 24 0,-3-4-135 15,2 0 54-15,-1 0 24 16,-2 0-1-16,2-2-83 0,-4-7 44 0,-1 1 16 16,0-1 0-16,-2-1-6 0,0 3 0 0,0 2 56 15,-2-2-32-15,-5 1-12 0,0 5 12 0,-3-1 131 16,2 2-61-16,-1 0-28 0,1 0-3 0,0 5 120 15,1 7-68-15,3-1-19 0,-2 2-21 0,6 3 60 16,0-4-28-16,0 2-7 0,0-1-52 16,3-4 32-16,4 0-6 0,3-3-122 0,0-2 67 0,2-3 21 15,-1-1-1-15,3 0-178 16,-5 0 95-16,0-8 30 0,-2 0 31 0,0-5-99 16,-2 0 55-16,-5-1 6 0,0 2-1 0,0-3 72 15,0 5-8-15,-6-3-48 0,-5 3 15 0,0 3 143 16,1 3-68-16,-4 0 68 0,4 4-66 0,-5 0-12 15,5 0-21-15,2 0 128 0,-1 6-65 0,4 2-11 16,3-3-19-16,2 3-2 0,0-1-17 0,0-1 21 16,2-1-16-16,9-2-268 0,1 0 131 0,3-3 56 15,4 0-520-15,0 0 258 0,9 0 143 0</inkml:trace>
  <inkml:trace contextRef="#ctx0" brushRef="#br0" timeOffset="93435.01">4178 6600 668 0,'-6'-7'0'0,"3"2"0"0,3 3 0 0,-3 0 0 0,3 1 0 0,0 1 100 0,-2 0-34 16,2 0 0-16,0 0 208 0,0 0-125 0,0 0-58 15,2 1-29-15,2 6 146 0,2-1-88 0,1 1-35 16,-1-1-31-16,-1 2 41 0,1-3-31 0,-1 1-1 15,-4-2-85-15,1 1 36 0,0-5-9 0,1 0-188 16,-3 2 109-16,0-2 52 0,0 0 28 0,0 0-138 16,0 0 38-16,-3 0 53 0,3 0-24 0,0 0-415 15,0-7 223-15</inkml:trace>
  <inkml:trace contextRef="#ctx0" brushRef="#br0" timeOffset="93656.93">4539 6227 1032 0,'0'-15'0'0,"0"7"0"0,0 1 0 0,-5 2 0 0,-8 1 0 0,2 2 0 0,0 2 164 0,1 0-65 0,-1 7-26 0,2 11 143 16,0 4-92-16,1 4-45 0,1 8-24 0,1 8 72 16,4-6-39-16,2 11-31 0,0-3-1 0,0-3 58 15,2-5-40-15,10-1-1 0,1 1-60 0,1-6-8 16,3-3 28-16,2-5-216 0,-1-3 109 0,1-4 53 15,-1-4 35-15,1-4-446 0,-2-5 197 0,1-2 117 16,-3 0 14-16,1-2-203 0,2-10 129 16</inkml:trace>
  <inkml:trace contextRef="#ctx0" brushRef="#br0" timeOffset="93890.96">4654 6333 1000 0,'-3'-4'0'0,"3"2"0"0,0 0 0 0,2-5 0 0,9 5 0 0,6-3 0 0,9 2 222 0,1 1-94 0,1 2 157 16,-2 0-125-16,1 0-64 0,-5 5-24 0,5 9 11 16,-8 1-25-16,-5 1-1 0,-1 1-24 0,-2 5-68 15,-9-2 42-15,-2 6-8 16,0-1 34-16,-5-1-41 0,-12 1 0 0,-4-2 40 16,0-5-123-16,-7-3 58 0,0-2 14 0,2-4-225 15,-3-2 101-15,7-3 70 0,1-4-1 0,1 0-200 16,5 0 120-16,3-1 61 0,8-9 30 0,3-5-233 15,1-7 136-15,3 0 63 0,16-5 33 0</inkml:trace>
  <inkml:trace contextRef="#ctx0" brushRef="#br0" timeOffset="94056.18">4914 6200 741 0,'7'-8'0'0,"-2"4"0"0,-2 2 0 0,-3 2 0 0,0 0 0 0,0 2 0 0,-7 10 359 15,-5 4-163-15,1 4-74 0,0 7 111 0,0 1-101 16,1 2-49-16,3 2 211 0,3-2-131 0,2-3-57 15,2 2-41-15,0-2-29 0,5-5-3 0,5-3 0 16,9 0 0-16,-3-4-260 0,7-2 126 16,0-4 67-16,2-4 34 0,-6-1-499 0,5-4 259 0,-4 0-222 15,3 0 219-15</inkml:trace>
  <inkml:trace contextRef="#ctx0" brushRef="#br0" timeOffset="94228.72">5123 6381 984 0,'0'0'0'16,"0"0"0"-16,0 0 0 0,0 0 0 0,-3 7 0 0,3 2 0 0,0 1 0 0,0 4 405 0,0 0-186 0,0 1-93 0,0 1-46 15,0-1 137-15,0 1-96 0,3 2-44 16,-3-1-22-16,1-4-223 0,1-2 100 0,1-2-395 16,-2 0 244-16,1-3 126 0,0-2 63 0,2-2-281 15,1-2 160-15</inkml:trace>
  <inkml:trace contextRef="#ctx0" brushRef="#br0" timeOffset="94416.21">5329 6406 1439 0,'0'0'0'0,"0"0"0"0,0 1 0 0,0 5 0 0,2-2 0 0,1 5 0 0,3 0 0 0,0 3 0 15,-2 1 0-15,0 2 356 0,-1 0-153 0,-1 1-90 0,-2 1 51 0,0 3-65 16,0 0-34-16,-2 1-63 0,-7-2 8 0,-3 1 23 15,2-1-1-15,-4-2-240 0,-1-2 120 0,2-1 61 16,3-7 38-16,0 2-479 16,2-5 244-16,2-2 40 0,6-2 89 0</inkml:trace>
  <inkml:trace contextRef="#ctx0" brushRef="#br0" timeOffset="94641.61">5477 6134 753 0,'0'-3'0'0,"3"3"0"0,-3 0 0 0,0 0 0 0,0 0 0 0,1 0 0 0,1 0 545 0,5 0-256 16,3 0-128-16,1 3-64 0,2 2 229 0,2 2-138 0,1 1-82 16,-1 1 22-16,1 0-47 0,-1 1-24 0,2 0-130 15,-1 1 61-15,0-2 19 0,-1 0-1 0,-2-1-315 16,1-1 172-16,-2 2 84 0,-4-2 51 0,3-2-279 15,-5 4 75-15,1-5 99 0,2 2-43 16,0-2-362-16</inkml:trace>
  <inkml:trace contextRef="#ctx0" brushRef="#br0" timeOffset="94852.05">5858 6021 1111 0,'-3'-3'0'0,"1"2"0"0,0-1 0 0,1 2 0 0,-3 0 0 0,0 2 0 0,0 11 201 0,0 6-84 0,-2 5-42 0,-1 3 298 0,-4 8-169 0,-3 2-78 16,-2 9-51-16,-1-1 88 0,-1 2-65 0,-3 2-33 16,1 2 1-16,-4 1-2 0,2 1-7 15,-2-1-24-15,-3-1-125 0,2-1 62 16,1-4 32-16,5-11-325 0,0 1 174 0,9-14 91 16,0-1 43-16,6-8-535 0,4-1 228 0,0-6 136 15,0-5 81-15,8-1-349 0</inkml:trace>
  <inkml:trace contextRef="#ctx0" brushRef="#br0" timeOffset="95028.58">5818 6534 1451 0,'1'-2'0'0,"3"2"0"0,-2 0 0 0,-1 0 0 0,1 0 0 0,-2 0 0 0,0 9 0 0,3 0 221 0,-2 4-94 0,-1 1 193 15,2-1-148-15,-2 1-69 0,3 2-36 0,-3-1-140 16,1 0 52-16,-1-4 35 0,2 0-8 0,0 1-387 15,1-3 206-15,-2-3 104 0,3-5 52 0,-1-1-615 16,7 0 311-16</inkml:trace>
  <inkml:trace contextRef="#ctx0" brushRef="#br0" timeOffset="95213.09">5979 6197 1457 0,'6'-5'0'0,"5"3"0"0,5 0 0 0,0 0 0 0,0 0 0 0,6 2 0 0,3 0 0 0,-6 4 0 0,2 8 484 0,-4 4-218 0,3 7-120 16,-6 1-57-16,-5 6 144 0,-2 10-101 16,-4 0-49-16,-3-2-17 0,0 13-86 0,-13-6 26 15,-4 0 0-15,-1-1-70 0,-2-2 49 16,2-12 31-16,-9 10-369 0,5-7 192 0,0-4 97 16,0 1 49-16,1-4-789 0</inkml:trace>
  <inkml:trace contextRef="#ctx0" brushRef="#br0" timeOffset="95903.93">1492 9538 286 0,'-6'0'0'16,"-1"-1"0"-16,4-2 0 0,3 3 0 0,-3 0 238 0,3 0-108 0,0 0-48 0,0 0-24 0,0 13 74 15,0 6-50-15,0 4-16 16,0 7 185-16,3 2-109 0,0 2-55 0,4 1 136 16,2-1-96-16,-1 0-38 0,2-4-33 0,2-2 66 15,1-3-45-15,0-6-22 0,-1-3 0 0,6-1 11 16,-4-4-8-16,4-3-25 0,0-6 0 0,1-2-25 15,-1 0 24-15,-1-2 9 0,3-13-69 0,-1-4 29 16,-2-2 1-16,-4-4-84 0,-2-4 53 16,-3-3 37-16,-4-2-15 0,-2-2-108 0,-2 1 51 15,0-1 34-15,-9 0 0 0,-6 3 4 16,-5 1-14-16,0 3 30 0,-2 1-20 0,-3 9 37 16,3 3-32-16,3 7 5 0,-2 5-5 0,3 2 88 15,0 2-36-15,-1 0 10 0,7 10-18 0,3-2 0 16,0 5-7-16,7-4-132 0,-1 1 60 15,3 0 28-15,0 2 2 0,3-2-327 16,9 0 168-16,8-1 80 0,2 3-436 0,6-5 256 0</inkml:trace>
  <inkml:trace contextRef="#ctx0" brushRef="#br0" timeOffset="96469.14">4298 8954 997 0,'0'-4'0'0,"-1"2"0"0,-2 0 0 0,0 2 0 0,-2 0 0 0,2 0 0 0,0 0 0 0,-2 2 0 0,5 6 0 0,-3-1 212 0,1 5-93 0,2-2-44 16,0 0-28-16,0 2-14 0,0 0-1 0,0 4-277 16,5-1 134-16,0 2 73 0,-2 3 34 0,5 3-243 15</inkml:trace>
  <inkml:trace contextRef="#ctx0" brushRef="#br0" timeOffset="96669.6">4320 9412 1108 0,'-9'0'0'0,"3"6"0"0,-1 1 0 0,1 3 0 15,-3 5 0-15,1 3 0 0,-5 4 229 0,2 10-97 0,0-1 129 0,-3 3-118 0,-2 7-55 16,2 0-27-16,1 0-6 0,0-8-23 0,2 5 9 15,3-5-8-15,0-1-99 16,2-6 50-16,3-5 24 0,1-1 0 0,2-8-322 0,0-1 169 16,0-5 89-16,2-6 2 0,7 0-536 0</inkml:trace>
  <inkml:trace contextRef="#ctx0" brushRef="#br0" timeOffset="96846.2">4258 9408 1083 0,'4'-15'0'16,"2"4"0"-16,1 4 0 0,1 1 0 0,1 2 0 0,1 2 0 0,3 2 0 0,2 0 403 0,5 16-185 0,0 2-84 0,2 6-55 0,-2 5 220 16,5 6-132-16,-3 2-68 15,-7-4-25-15,5 10 2 0,-4-5-22 0,0-6 1 16,-2 6-23-16,-1-5-181 0,0 1 98 0,-1-4-465 16,-1 0 275-16,-1-2 136 0,-4 0 70 0,-1 1-634 15</inkml:trace>
  <inkml:trace contextRef="#ctx0" brushRef="#br0" timeOffset="96993.32">4315 9839 1324 0,'-10'-14'0'0,"-1"3"0"0,5 5 0 0,1 1 0 0,3-1 0 0,1 1 0 0,1-1 0 0,0 1 450 16,1-3-208-16,10 0-105 0,4 1-52 0,4-1 24 15,1 1-30-15,6-1-9 0,1-1-333 0,3 1 148 16,2-4 74-16</inkml:trace>
  <inkml:trace contextRef="#ctx0" brushRef="#br0" timeOffset="97889.37">4159 6670 295 0,'0'-3'0'0,"0"1"0"0,-2 0 0 0,2 2 0 0,0-2 0 0,0 2 0 0,0 0 230 0,-1 0-99 15,1 0 22-15,0 0-65 0,0 0-27 16,0 0 0-16,0 0-29 0,0 0 38 0,0 0 7 0,0 0-44 15,0 0-15-15,0 0 15 16,0 0 0-16,0 0 0 0,0 7 41 0,0 3-42 16,0 0 1-16,0 2 24 0,0 3-24 0,1 1 0 15,-1 2 8-15,2 3 23 0,0-1-31 0,-1 7 0 16,1-3 36-16,0 5-7 0,1 0-21 0,0 4-8 0,1 0 26 16,1 3 0-16,-3-1-26 0,4 9 0 0,-3-9 30 15,4 11-30-15,-4-5 0 0,1 0 0 0,0 2-18 16,-1-3 26-16,0 9-8 0,-1-4-1 0,-1 2-22 15,1-2 1-15,0 1 21 16,-2-4-19-16,0 11 20 0,0-4-10 0,0-3 32 0,0 1-4 16,0 2-21-16,0-7 1 0,0 12-11 15,0-5 9-15,0 0 0 0,0-1 2 0,0 2-24 16,1-5 11-16,1 5 12 0,-2-4 6 0,3-2-81 16,-1-2 33-16,-1-7 0 0,-1 3-16 0,0-3 22 15,0 1-14-15,0-4 59 0,0 0-33 0,0 0 6 16,0 0-10-16,0-2 66 0,0 0-29 0,-1 0 1 15,1-4-26-15,0-3 41 0,0 1-10 16,0-1-5-16,0-5-8 0,0 1-34 16,0-5 36-16,0-1-9 0,0-4-41 0,1 0 17 0,1-2 2 15,0-2-80-15,0-2 44 0,0 1 24 16,1-2-9-16,-3 0-71 0,2-1 39 16,-2-1 26-16,0 0-1 0,0 0-87 0,0 0 38 15,0 0-29-15,0 0 39 0,0 0 1 0,0 0 19 16,0 0-191-16,0 0 93 0,0 0 59 15,-2 0-448-15,-3-1 250 0,5-5 124 0</inkml:trace>
  <inkml:trace contextRef="#ctx0" brushRef="#br0" timeOffset="98438.42">3739 5728 634 0,'0'-18'0'0,"0"11"0"0,0 3 0 15,0 4 0-15,4 0 0 0,-3 0 0 0,6 10 275 0,-2 12-121 0,-1 7-61 0,5 3-30 0,-6 3 221 16,1 11-129-16,-2-3-62 0,1 1-30 0,-3 3 85 15,0-1-58-15,0-9-20 16,0 1-9-16,0-3-143 0,0-3 57 0,0-9-228 0,0 1 143 16,2-5 80-16,1-6 27 0,-2-3-208 15,1-5 71-15,0-5 73 0,1 0-37 0,3-7-356 16</inkml:trace>
  <inkml:trace contextRef="#ctx0" brushRef="#br0" timeOffset="98776.49">3702 5673 1005 0,'0'-3'0'0,"0"1"0"0,0 2 0 0,0 0 0 0,5 0 0 0,2 0 0 0,4 0 0 0,3 0 159 15,4 0-63-15,3 0 111 0,1 3-79 0,0 5-51 16,-1 1-23-16,-2 2-32 0,0 3 10 0,-3 1 1 16,-5 2 8-16,-5 3-138 0,-4 4 65 0,-2 3 32 15,0 1 1-15,-11 4-71 0,-6 1 60 0,-3-4-59 16,-3-1 26-16,0-5 30 0,7-8-27 15,-4-1 131-15,4 1-56 0,6-10 1 0,4-2-51 16,0-1 205-16,6-2-83 0,0 0-46 0,9 0-1 16,17 0-14-16,10-4 11 0,6-1 0 15,2-1 35-15,-1 3-30 0,-5 3 9 0,5 0-39 16,-5 0 28-16,-3 8-27 0,-7 6-1 0,-5 5 45 16,-10 3-14-16,-3 3-9 0,-10 4-21 0,0 0 65 15,-17 7-32-15,-8-7-1 0,-1-2-24 0,-12 3-22 16,8-12 13-16,-3 2 1 0,-1-5 0 0,2-8-221 15,5-1 119-15,-1-5-265 0,6-1-224 16,3 0 270-16,6 0 101 0</inkml:trace>
  <inkml:trace contextRef="#ctx0" brushRef="#br0" timeOffset="99352.03">2919 8783 1394 0,'-14'-9'0'0,"4"3"0"0,4 4 0 0,4 0 0 0,1 1 0 0,-1 1 0 0,2 0 0 16,0 0 0-16,2 0 365 0,9 0-171 0,11 9 179 0,-1 4-170 0,6 0-85 15,3 4-42-15,2 0 45 16,0 2-48-16,1-1 0 0,3 0-40 0,1 2 51 0,-4-3-25 0,-1 1 7 15,-1 0-33-15,-2 1-24 0,-5-1 0 16,-3 1-3-16,-7 0 7 0,-1 6 20 16,-8 0 0-16,-1 5 44 0,-4 2-22 15,-11 10 0-15,-7-9-14 0,-10 13-26 0,-2-1 18 16,-4-2-1-16,1 2 1 0,-3-2-198 0,7-6 95 0,-7 4 43 16,12-10 21-16,3-1-627 0,4-8 307 0,9-5 128 15,6-3 58-15</inkml:trace>
  <inkml:trace contextRef="#ctx0" brushRef="#br0" timeOffset="99777.25">4232 7429 951 0,'0'-4'0'0,"-1"-1"0"0,1 1 0 0,-2 0 0 0,-1 0 0 0,3 3 0 0,-2-3 0 0,1 3 351 16,-3 1-159-16,1 0-80 0,-3 0 129 0,-4 2-96 0,-3 14-60 0,-2 2-26 16,-1 5 13-16,-3 2 1 15,-2 4-40-15,2-1 8 0,-1 1-50 0,2-1 21 16,1-2-254-16,2-1 138 0,0-6 68 0,5-3 42 15,-2 0-7-15,5-7-430 0,0-3 184 0,6-3 121 0,1-3-383 16,0 0 229-16</inkml:trace>
  <inkml:trace contextRef="#ctx0" brushRef="#br0" timeOffset="99913.57">4186 7303 1681 0,'3'-7'0'0,"0"5"0"0,4 2 0 0,-1 0 0 0,2 0 0 0,2 4 366 0,5 5-167 15,3 6-83-15,7-1-33 0,1 4 265 0,4-1-158 0,3 2-78 16,5 1 76-16,0 2-78 0,-4 2-30 0,9 6-9 0,-2 8-942 16,8 5 451-16</inkml:trace>
  <inkml:trace contextRef="#ctx0" brushRef="#br0" timeOffset="112940.08">10608 10073 1213 0,'-5'-4'0'0,"3"3"0"0,0-1 0 0,2 2 0 0,0 0 0 0,0 0 0 0,0-3 0 0,0 3 0 0,0 0 0 0,4 0 131 16,8 0-50-16,-1 0 182 0,4 0-115 0,0 3-58 15,2 2-20-15,-1 2 82 0,4-3-60 0,-2 2-30 16,3-2 1-16,0 0-36 0,-1-2 14 0,2-2-8 15,-1 0-30-15,-2 0-33 0,-2 0 31 0,-2 0 0 16,-5 0-206-16,-1 0 115 0,-2 0 61 16,-3 0-390-16,-3 0 178 0,1 0 113 0,-2 0 1 0,0 0-256 15,-2 9 175-15,-8 12 87 0</inkml:trace>
  <inkml:trace contextRef="#ctx0" brushRef="#br0" timeOffset="113102.26">10667 10334 1607 0,'-13'8'0'0,"4"-3"0"0,-1 1 0 0,4-1 0 0,3-2 0 0,-1-3 0 0,4 1 0 0,0 1 0 0,0 1 164 0,7 0-66 0,9 1 341 0,0 0-207 0,3-3-100 15,4 3-50-15,-3-2 91 16,3-2-71-16,0 2-26 0,-1-1-8 0,0-1-332 16,-1 0 148-16,-1 0 75 0,1 0 37 0,-2 0-665 15,0 2 347-15,-4 8 178 0</inkml:trace>
  <inkml:trace contextRef="#ctx0" brushRef="#br0" timeOffset="114242.93">11511 9910 952 0,'-9'-4'0'0,"6"1"0"0,-1 1 0 0,2 0 0 0,2-2 0 0,0-1 0 0,0-2 0 0,0 0 244 0,4 2-106 0,11-3-44 16,8 1-35-16,-1-1 57 0,3 4-42 0,3 3-21 16,0-2 58-16,4 3-31 0,0 0-8 0,-2 8-57 15,0 7 18-15,-4 2 0 0,-1 4-1 0,-5 3-13 16,-1 2-8-16,-8 6 22 0,-4 0 0 0,-2 4 1 15,-3-1-1-15,-2 2 8 0,0-2-9 0,-12-1 46 16,-3-3-23-16,-2 0 0 16,-1-4-24-16,-5 0 10 0,0-5-9 0,-1-3-29 15,-5-4-1-15,4-1 31 0,-1-7 0 0,5-4-175 16,-2 2 81-16,1-5 39 0,3 0 23 0,4 0-286 16,3-3 141-16,3-2 49 0,2-4 42 0,2-3-297 15,5-1 158-15,0-2 80 0,7-2-124 0,7-3 106 16,7 1 48-16,2 0-259 0</inkml:trace>
  <inkml:trace contextRef="#ctx0" brushRef="#br0" timeOffset="114511.22">12061 9761 1112 0,'-8'-7'0'0,"0"3"0"0,-2 2 0 0,-4-2 0 0,1 3 0 0,-2-2 0 0,2 3 0 0,-3 0 54 0,4 0 186 0,-1 8-104 0,-1 5-51 15,1 5 64-15,0 6-61 0,2 2-29 16,2 5 18-16,-1 2-23 0,1 8 1 0,3-7-15 0,2 13 89 16,3-5-48-16,1-1-24 15,0-7 0-15,0 3 67 0,0-3-37 0,3-2-31 16,6-4-1-16,0-4-43 0,2-3 21 0,-1-3 0 16,4-1-128-16,-1-3 60 0,1-4 33 0,2-3-135 15,0-2 85-15,2-3 31 0,-1-2 31 0,-1 0-523 16,2 0 247-16,0 0 80 0,1-5 76 0,-3-7-353 15,4 3 208-15</inkml:trace>
  <inkml:trace contextRef="#ctx0" brushRef="#br0" timeOffset="114792.46">12217 10133 1161 0,'0'-5'0'0,"2"1"0"0,-1 3 0 0,-1-1 0 16,0-1 0-16,0 3 0 0,0 0 0 0,2 0 229 0,0 0-98 0,2 0 263 0,1 6-181 0,1 5-82 15,0 1-53-15,1 6 108 0,-1 1-76 0,1 5-39 16,-1 1 0-16,-2-2 115 0,0 6-80 16,-1-1-37-16,-1 1 0 0,0-3 4 15,0 0 1-15,0-1-33 0,-1 3-46 16,1-7 1-16,0-1 37 0,0 0-66 0,2-2 33 0,0-7 9 16,0 1 24-16,-2-3-34 0,1-4 1 0,-1-1 32 15,0-2-31-15,0-2-94 0,-2 0 34 0,0 0 35 16,0 0-5-16,0 0-10 0,0 0 11 0,0 0-2 15,0 0-178-15,0 0 96 0,-2-2 40 0,0 0-437 16,2 0 238-16,0 1 111 0,0-1 68 0,2-5-556 16,9 6 307-16</inkml:trace>
  <inkml:trace contextRef="#ctx0" brushRef="#br0" timeOffset="115767.26">12665 10004 604 0,'-7'0'0'0,"1"-2"0"0,1 0 0 0,1 2 0 0,-2 0 0 0,2 0 0 0,1 0 0 0,-1 0 237 15,2 0-106-15,2 0-49 0,0 0 130 0,0 0-90 16,0 2-44-16,0 4 36 0,7 3-45 0,5 0 1 16,1 1-37-16,3-3 97 0,4 3-49 0,-1-3-16 15,1 2-8-15,1-3 18 0,2 0-21 0,-3-1 0 16,1-1-21-16,-2 0-33 0,-1-2 33 0,-1 0 0 15,0-2 0-15,-2 0-46 0,0 0 23 16,-3 0 8-16,-2-2-19 0,0-2 1 0,0-3 32 0,-5 0-100 16,1-5 44-16,-3 3 11 0,1-5-3 15,-2 1-58-15,-1 0 40 0,-1-2 11 16,0 0-1-16,0-2-63 0,0 2 41 0,-3-2 11 16,-4 2-15-16,-3-2 14 0,1 1-1 0,-4 4 52 15,-2 1 3-15,0 1-38 0,-2 3 2 0,0 3 70 16,-2 2-34-16,-1 2-1 0,-5 0-22 15,2 4 183-15,0 8-88 0,3 4-31 0,-2 3 131 0,-1 4-66 16,3 2-34-16,-1 4-28 0,4 1 63 16,2 4-46-16,6-1-23 0,1 1 55 15,6 0-43-15,2-2 0 0,0-2-35 0,6-1 24 16,9-1-24-16,2-4 8 0,3-1-8 0,1-1-25 16,0-5 25-16,3-1-1 0,0-4 1 0,-3-3-124 15,8 0 58-15,-3-3 32 0,-2-2-353 0,2-4 179 16,1 0 66-16,-6 0-439 0,3 0 262 0,0-2 127 15,-1-6 63-15,-1-2-180 0,3-1 121 0,-5 1 54 16</inkml:trace>
  <inkml:trace contextRef="#ctx0" brushRef="#br0" timeOffset="116150.24">13216 9481 1054 0,'-13'-14'0'0,"9"10"0"0,4 2 0 0,0-5 0 0,0-3 0 0,0 1 167 0,8-1-68 0,6 3-32 16,5-3 208-16,4 3-125 0,-1 1-59 0,1 3 43 16,-1 1-50-16,1 2-26 0,-3 0 8 0,-2 11-106 15,-6 4 37-15,-2 4 0 0,-4 2 35 0,-4 6-80 16,-2 0 48-16,0 1-8 0,-10 2 41 0,-7-2-85 15,-2-2 35-15,-3 1 23 0,-1-4-8 0,-3-3-5 16,1-5-23-16,-1-2 37 16,8-5 142-16,-5-3-69 0,6-1-34 0,6-1 223 0,0-3-112 15,3 0-62-15,4 0-29 0,2 0 181 16,2 0-99-16,0 0-62 0,6 0-26 0,11 0 13 16,6-1 0-16,1-3-40 0,4 1 8 0,0-1-23 15,2 0 15-15,-2 0-125 0,2 2 63 0,-3 1 30 16,-5 1 9-16,3 0-404 0,-1 0 188 0,-1 0 112 15,1 0 11-15,-3 0-638 0,-1 0 335 0,1 0 182 16,0-2 85-16,-1 0-513 0</inkml:trace>
  <inkml:trace contextRef="#ctx0" brushRef="#br0" timeOffset="116321.77">13648 9311 1019 0,'-8'-5'0'0,"1"2"0"0,3 3 0 0,0 0 0 0,4 0 126 0,0 0-38 0,0 0-32 0,2 0 431 16,8 4-228-16,4 2-112 0,0-1-58 16,0 1 31-16,4-1-48 0,-4 3 1 15,4-2-40-15,-4 1-464 0,0 1 232 0,-1-1 124 16,0 0-641-16,-2 3 351 0</inkml:trace>
  <inkml:trace contextRef="#ctx0" brushRef="#br0" timeOffset="116552.43">13950 9145 1050 0,'2'-7'0'0,"-2"1"0"0,0 5 0 0,2-1 0 0,-2 2 0 0,0 0 0 0,0 3 0 0,-4 12 0 0,-5 6 445 0,-3 8-211 0,-6 10-100 0,-1 0-51 0,-4 6 167 16,-1 4-108-16,2 1-47 0,-7 13-35 0,7-8 37 15,-1-7-32-15,-1 7 0 0,-1-3-66 0,-1-1 42 16,0-2-8-16,-1-4-84 0,5-6 42 0,7-5 21 15,-2-4 0-15,7-8-242 0,3-1 127 16,2-4 32-16,1-6 46 0,2-3-426 16,2-4 213-16,0-2 77 0,0-2-279 0,2 0 204 15,5 0 101-15</inkml:trace>
  <inkml:trace contextRef="#ctx0" brushRef="#br0" timeOffset="116800.78">13993 9551 867 0,'6'-2'0'0,"-2"0"0"0,1 2 0 0,-1 0 0 0,-2 0 0 0,0 2 0 0,-2 10 578 0,0 3-265 0,0 3-144 16,0 5 270-16,0 2-203 0,0-2-101 0,0 6 12 16,0-6-49-16,0 6-37 0,0-2 0 0,0-7-117 15,0 3 45-15,0-4 22 0,0-6 7 0,0 0-77 16,0-3 45-16,-2-3 24 0,2-3-1 0,0-3-200 15,-2-1 91-15,0 0 59 0,0 0-54 16,-1 0-128-16,-1-3 62 0,2-5 64 16,-2 3-227-16,0-2 149 15,0-1 72-15,1 0-434 0,1 7 253 0</inkml:trace>
  <inkml:trace contextRef="#ctx0" brushRef="#br0" timeOffset="117477.32">14433 10040 832 0,'-15'0'0'0,"4"0"0"0,3 0 0 0,4 0 0 0,4 0 0 0,0 0 0 0,0 0 0 0,8 0 342 0,12-3-155 0,7 2-69 15,3-5 118-15,5-1-102 0,7-3-50 16,-1 1 236-16,0 0-144 0,-3 3-63 16,9 0-44-16,-13 1 61 0,3 1-49 0,-2 2-24 15,-3 0 0-15,-7 2-143 0,1 0 56 0,-3 0 31 16,-4 0-369-16,-6 0 200 0,-4 0 100 0,-1 0 59 16,-4 0-281-16,-2 0 82 0,0 0 98 0,-2 0-413 15,0 0 246-15,-6 0 113 0</inkml:trace>
  <inkml:trace contextRef="#ctx0" brushRef="#br0" timeOffset="117667.32">14773 9755 1213 0,'-15'-9'0'0,"4"3"0"0,2 3 0 0,-2 1 0 0,4 0 0 0,0 2 0 16,3 0 0-16,0 0 0 0,4 11 0 0,0 8 376 0,0 6-171 0,0 1-87 0,0 6 253 0,0 9-169 15,0-3-76-15,0 9-51 0,0-2 59 0,0-2-50 16,0-2-25-16,0-7-77 0,0 4 34 0,0-3-9 15,2-3 26-15,0-1-343 0,0-5 171 0,0-5 86 16,3-7 52-16,3 0-584 16,-1-9 224-16,5-3 167 0,-1-2-355 0</inkml:trace>
  <inkml:trace contextRef="#ctx0" brushRef="#br0" timeOffset="117844.85">15126 9703 1508 0,'0'-3'0'0,"0"-2"0"0,5 5 0 0,3 0 0 0,0 0 0 0,-1 0 0 0,2 0 0 0,1 3 347 0,1 5-158 0,2-1-77 15,1 0-32-15,0 5 194 0,0-1-120 0,2 1-61 16,1 2-284-16,-2-1 112 0,1 0 63 0,-2 0 21 16,3-2-648-16,0 3 338 0,2 3 169 0</inkml:trace>
  <inkml:trace contextRef="#ctx0" brushRef="#br0" timeOffset="118101.16">15625 9478 1040 0,'-3'-7'0'0,"-1"1"0"0,0 4 0 0,1 0 0 0,-3 2 0 0,-2 2 0 0,1 17 0 0,-1 5 373 15,1 7-170-15,-5 8-85 0,-1 2 239 0,-2 7-163 16,0 5-80-16,-2 4-33 0,-5 8 146 15,-1 0-97-15,-3-2-49 0,-4 5 59 0,-2 2-54 16,-2-3-18-16,-1-1-8 0,1-4-13 16,0-6-14-16,8-9-1 0,-4 2-73 0,9-12 44 15,-2 1-7-15,8-6-61 0,2-8-87 0,4-3 92 16,3-7 40-16,3-5-480 0,1-4 218 0,0-1 132 16,2-4 24-16,0 0-351 0,5 0 222 0,8-6 103 15,1-3 63-15</inkml:trace>
  <inkml:trace contextRef="#ctx0" brushRef="#br0" timeOffset="118377.42">15756 10017 830 0,'1'-9'0'0,"1"8"0"0,0 0 0 0,-2-1 0 0,2 2 0 0,-2 0 471 16,2 0-218-16,-1 0-103 0,-1 7-62 0,2 3 291 15,0 3-173-15,0 2-87 0,0-1 61 0,0 5-66 16,-1 2-44-16,1 0 1 16,-2 1 1-16,0 1-40 0,0 4 1 0,0-7-98 15,0 8 45-15,0-4 26 0,0 1 0 0,0-5-163 16,-2 1 95-16,1 0 56 0,-3-4 15 0,0-2-235 16,2-6 114-16,1 0 12 0,-3-3-40 0,2-2 47 15,0-2 30-15,-1-2-4 0,0 0 0 0,1 0 34 16,-2 0-8-16,3-2-278 0,1-2 143 0,0 0 72 15</inkml:trace>
  <inkml:trace contextRef="#ctx0" brushRef="#br0" timeOffset="121801.4">9215 11136 782 0,'-6'-5'0'0,"3"5"0"0,1 0 0 0,0 0 0 0,0 0 0 0,0 0 0 0,2 0 0 0,-3 5 0 0,0 3 144 0,3 3-56 0,0 0-20 16,0 4 4-16,0 2 0 0,0 8-39 15,0-1 25-15,6 5-25 0,-4 6 8 16,6-2-9-16,-3 3 23 0,2 0-1 0,2 0-21 16,0-1-1-16,-1-1 20 0,-2-4-20 0,4-3 1 15,-2-6-14-15,3 0 14 0,-1-1 0 0,-1-9-18 16,0 2-7-16,1-8 25 0,-1-1 0 0,2-4-33 16,2 0 0-16,-2-4 32 15,7-16-14-15,-4-6-60 0,5-11 32 0,-2 0 9 0,-2-3-1 0,-2 2-96 16,3-7 43-16,-5 9 32 15,-2-2-45-15,2 1 27 0,-5 5-1 0,-1 6 86 16,-1 1-29-16,-2 4 0 0,0 6-24 0,-2 4 80 16,0 5-40-16,0 3 2 0,0 1-32 0,0 2 256 15,0 0-122-15,-2 17-43 0,-4 9 0 0,3 3 61 16,-3 1-60-16,4 8-30 0,-1 0 60 16,3 2-44-16,0-3-15 0,0 1-9 0,0-4-36 15,3-3 14-15,5-1 0 0,1-1-38 0,1-9 9 16,1 1 28-16,2-2 1 0,2-4-228 0,0-5 97 15,0 0 63-15,2-5 7 0,2-4-376 16,-3-1 162-16,1 0 108 0,4-7-290 0,-2-10 195 16,2-4 90-16,-2-3 58 0,1-5-279 0,-1 2 164 15,-5-4 82-15</inkml:trace>
  <inkml:trace contextRef="#ctx0" brushRef="#br0" timeOffset="121987.9">9903 11153 645 0,'0'-9'0'0,"0"3"0"0,-5 4 0 0,-2 0 0 0,0 2 0 0,-4 0 312 0,-1 10-132 0,5 4-77 16,-2 7-35-16,0 4 127 0,4 3-81 0,1 2-40 16,1 4 7-16,3-1 216 0,0 0-133 0,0-2-65 15,0-1 45-15,1-1-55 0,9-7-21 0,1 5-180 16,0-9 72-16,5 0 37 0,-3-2-1 16,4-2-329-16,-1-7 192 0,2-2 82 0,-4-2 46 15,4-3-536-15,-4 0 230 0,2-4 143 0,-4-9 64 0,-1-1-123 16</inkml:trace>
  <inkml:trace contextRef="#ctx0" brushRef="#br0" timeOffset="122212.31">10027 11273 473 0,'-8'-11'0'0,"2"3"0"0,3 2 0 0,1 4 0 0,0-2 0 0,2 2 270 16,0 0-119-16,4-1-59 0,11 2-30 0,0 1 250 16,4 0-143-16,1 0-68 0,1 1 170 0,1 10-120 15,-1 1-58-15,-4 3 11 0,-3 2-40 16,2 0 0-16,-3 2-31 0,-3 2-68 0,-7-1 34 15,-1 1 8-15,-2 0 26 0,0-1-63 16,-7 3 32-16,-9-4 0 0,-3-3 30 0,5-4-145 16,-7 1 65-16,-1-4-15 0,1-1-128 0,-2-5 69 15,2-1 54-15,3-2-185 0,-1 0 114 0,6 0 54 16,1 0 26-16,9-4-198 0,1-9 113 0,2-1 47 16,2-6 36-16,15 4-243 0</inkml:trace>
  <inkml:trace contextRef="#ctx0" brushRef="#br0" timeOffset="122404.8">10307 11138 834 0,'1'-9'0'0,"1"1"0"0,-2 2 0 0,0 1 0 0,0 1 0 0,-2 2 0 0,-3 2 261 0,-5 0-118 0,3 6 292 16,-3 7-202-16,-1 8-100 16,0 3-50-16,3 6 212 0,0 0-135 0,5 2-64 0,3-2-19 15,0-2-22-15,0-2 0 16,3-3-14-16,11 2-232 0,-1-8 112 0,4 0 56 15,1-4 27-15,1 0-433 0,2-6 231 16,-2-1 110-16,-2-3-316 0,2-3 191 0,-3 0 60 0,-3 0 61 0</inkml:trace>
  <inkml:trace contextRef="#ctx0" brushRef="#br0" timeOffset="122575.49">10544 11333 1233 0,'7'-2'0'0,"0"0"0"0,-1 1 0 0,-3 1 0 0,1 0 0 0,0 0 0 0,-3 3 0 0,4 7 243 0,-3 3-97 0,0 2-61 0,-2 2 285 16,0 4-168-16,0 5-85 0,-4-2-21 16,-4-1-24-16,-1 6-8 0,-2-6-126 0,2-4 48 15,2 0 23-15,-2 0 0 0,4-9 32 0,-2 5-8 0,4-6-1 16,1-2 1-16,2-5 0 0,0 0-1173 0</inkml:trace>
  <inkml:trace contextRef="#ctx0" brushRef="#br0" timeOffset="122762.99">10730 11202 1834 0,'0'-2'0'16,"2"0"0"-16,1 2 0 0,1 0 0 0,-1 0 0 0,5 0 0 0,-1 0 387 0,5 0-178 0,-1 7-87 0,1 2-45 16,2-2-14-16,-1 2-8 0,2 3-51 0,0 0 29 15,-1 2 0-15,-4-3-373 0,3 2 194 16,-1-1-542-16,1-2 350 0,1-4 176 0,-4 2 87 15</inkml:trace>
  <inkml:trace contextRef="#ctx0" brushRef="#br0" timeOffset="122961.45">11045 11067 1476 0,'2'-5'0'0,"-1"4"0"0,1 1 0 0,0 0 0 0,0 1 0 0,-2 13 0 0,0 7 256 0,0 1-112 0,0 8-55 0,-6 10 142 15,-5 1-98-15,1-2-43 0,-2 14 200 0,-2-4-129 16,1 3-64-16,-4 1-110 0,2 0 31 0,-2 1-9 16,1-1 24-16,-2 2-414 0,4-5 207 15,-2-5 103-15,5-9 60 0,1-3 18 0,3-8-498 16,2-4 204-16,1-10 140 0,2-4-5 0,2-3-120 16,0-4 124-16,0 0 57 0</inkml:trace>
  <inkml:trace contextRef="#ctx0" brushRef="#br0" timeOffset="123264.15">11236 11028 1449 0,'0'-7'0'0,"2"4"0"0,3 1 0 0,1 0 0 0,4 0 0 0,-3 2 0 0,4 0 0 0,3 0 246 0,0 2-99 0,4 8 193 16,-2 3-154-16,3 2-76 0,-1 6 110 15,2 3-93-15,-3 4-39 0,-4 2-32 0,-4 6 0 16,-1 7 27-16,-6-4-25 0,-2 3-1 0,0-3 13 0,-8 7-9 0,-7-5-28 16,-2-2 0-16,-1-2-1 0,-2-7-109 15,-1 1 62-15,0-4 21 16,-2-2-319-16,2-6 171 0,6-7 50 0,0 0-499 15,6-6 263-15,1-3 152 0,5-3 71 0,3 0-467 0,0 0 269 16</inkml:trace>
  <inkml:trace contextRef="#ctx0" brushRef="#br0" timeOffset="123455.48">11741 11214 1878 0,'2'-7'0'0,"0"5"0"0,6 2 0 0,-1-1 0 0,-1 1 0 0,1 0 0 0,3 0 0 0,-1-2 299 0,2 2-137 0,5 0-65 16,-4-2-32-16,4 2 40 0,0 0-36 0,0 0 8 0,0 0-202 15,-2 0 78-15,0 2 40 0,-2 6 1 0,-1-1-527 16,0 1 291-16,-4 5 134 0</inkml:trace>
  <inkml:trace contextRef="#ctx0" brushRef="#br0" timeOffset="123612.11">11762 11521 838 0,'-7'5'0'0,"3"3"0"0,4-2 0 0,0-2 0 0,0-4 520 15,0 0-248-15,9 0-120 0,6 0 441 16,4 0-280-16,6 0-140 0,-5 0-62 0,8-4 88 0,-2 0-82 0,-5 2-43 16,4 0-20-16,-3 0-198 0,2 1 97 15,-1-2 36-15,0 3 22 0,-1-2-721 16,-1 2 371-16</inkml:trace>
  <inkml:trace contextRef="#ctx0" brushRef="#br0" timeOffset="124515.47">12711 11322 856 0,'-14'-8'0'0,"5"-1"0"0,7 8 0 0,2-4 0 0,0 0 0 0,2 0 0 0,15-8 0 0,7 3 268 16,6 1-110-16,6-1-67 0,0 5-29 0,1 1 103 15,3 1-66-15,-5 3-34 0,-1 3 9 0,-4 12-53 16,-4 3 12-16,-5 7 0 0,-4 3-4 0,-5 2 4 16,-7 2 8-16,-3 4 14 0,-2-1 1 0,0 2-23 15,-15-1 0-15,-4-1 69 0,-2-4-26 0,-5-1-9 16,-3-2-34-16,0-6 75 0,-1 0-38 0,2-6 0 16,3-10-29-16,1 2-139 0,-1-8 66 15,3 0 32-15,3 0-146 0,5-5 89 0,4-4 53 0,4-7-543 16,6-3 268-16,0-6 97 15,9 0 79-15,10-2-378 0,4 1 216 0</inkml:trace>
  <inkml:trace contextRef="#ctx0" brushRef="#br0" timeOffset="124724.9">13281 11081 645 0,'0'-8'0'0,"0"2"0"0,-3 1 0 0,-10 4 0 0,-3 1 0 0,2 4 0 0,-7 14 487 0,3 7-227 0,-3 11-113 15,1 3 230-15,-1 10-164 0,5 4-94 0,1 0 75 16,2 5-81-16,4-5-40 0,5 1 1 0,4-13 101 16,0 1-75-16,2-2-33 0,12-6-1 0,9-5-121 15,2-8 44-15,7-3 30 0,2-5-8 0,6-6-354 16,-6-5 188-16,4-2 94 0,-2 0-518 0,-2-6 238 16,-4-6 136-16,-2-5-109 15,-4 0 140-15,-1 1 71 0</inkml:trace>
  <inkml:trace contextRef="#ctx0" brushRef="#br0" timeOffset="125114.25">13587 11311 959 0,'0'4'0'0,"0"1"0"0,0 3 0 0,0-3 0 0,2 3 0 0,8-1 0 0,5 1 383 0,2 0-168 16,9-1-94-16,-2-6-45 0,3 2 158 0,1-2-101 15,0-1-50-15,-1 0 1 0,5 0-30 0,-4-1 0 16,0-7-21-16,-8 1-83 0,3-5 42 0,-4 1 28 16,-3 0-8-16,-2 0-159 0,-7 0 89 0,-1-3 46 15,-4 3-211-15,-1 0 122 0,-1-3 5 16,0 2-62-16,-5-4 47 0,-6 1 41 0,-1 0 11 0,-2 0 3 16,-5-1 23-16,0 0 0 0,-2 5 1 0,2 2 37 15,-3 3-9-15,0 4-29 16,-5 2 116-16,3 0-58 0,-1 10-15 0,1 14 0 15,-2 4 219-15,-1 10-116 0,6-1-37 0,5 3 141 16,2-1-83-16,9-5-54 0,3 2-1 0,2-2 82 16,0-3-64-16,11 0-32 0,4-5 0 0,4-2 0 15,3-1 9-15,1-3-42 0,0-2 1 0,-1-3-29 16,1-3 29-16,1-2 0 0,-1-2-243 0,4-6 117 16,-4 1 63-16,2-3 32 0,-4 0-553 15,5 0 271-15,-8-5 85 0,7-11-326 16,-2 2 245-16,-5-1 121 0</inkml:trace>
  <inkml:trace contextRef="#ctx0" brushRef="#br0" timeOffset="125425.42">14155 10923 1439 0,'0'-15'0'0,"2"7"0"0,0-1 0 0,5 1 0 0,0-2 0 0,5 3 0 0,-1 1 0 0,4 0 0 0,2 5 0 0,2 1 169 0,-1 0-68 15,0 0-26-15,-2 7 29 0,-2 6-36 0,-1 5 1 16,-4-1-37-16,-5 3-75 0,-2 2 46 0,-2 3-8 16,0-1 1-16,-10 2-1 0,-4-3 38 0,-6-1-92 15,4-5 54-15,-9 4 15 0,3-8 0 0,5-3-38 16,-4 1 20-16,0-2-11 0,3-3 1 0,4-2 224 16,5 0-97-16,4-4-46 0,1 1-25 15,2-1 223-15,2 0-106 0,0 0-65 16,9 0-46-16,8 0-11 0,4 0-1 0,0 0 9 15,5-1-45-15,0-2 0 0,2-1 36 0,-2 3-343 16,-1-1 171-16,-2 0 95 0,0 0 35 0,0 2-669 16,0-2 324-16,-2 2 154 0,-3 0 84 0,0 0-390 15</inkml:trace>
  <inkml:trace contextRef="#ctx0" brushRef="#br0" timeOffset="125595.96">14561 10889 1530 0,'0'-9'0'0,"0"8"0"0,0-2 0 0,0 2 0 0,0 1 0 0,0 0 0 0,0 0 0 0,5 0 110 0,2 0-39 16,5 4 1-16,-3 3 192 0,2 3-116 15,1-1-49-15,-1 3-37 0,0 0-181 0,-1 2 77 16,-1-1 37-16,0 0-538 0,0-2 297 0,0 1 134 0,-2-1 73 16</inkml:trace>
  <inkml:trace contextRef="#ctx0" brushRef="#br0" timeOffset="125772.73">14791 10767 1190 0,'2'-10'0'0,"0"2"0"0,0 5 0 0,1 0 0 0,-3 2 0 0,0 1 0 0,0 1 0 0,0 14 229 0,0 7-99 0,-9 5-40 0,-2 4 240 16,-6 7-149-16,1 1-74 0,-4 0 21 15,2 3-47-15,1-7-16 0,-6 10-9 16,5-3-23-16,-1-2-189 0,1 0 94 0,-2 0 48 0,7-7-467 15,0 1 253-15,4-2 130 0,3-4 29 0,4 0-329 16</inkml:trace>
  <inkml:trace contextRef="#ctx0" brushRef="#br0" timeOffset="125979.9">14863 11405 975 0,'0'-9'0'0,"4"5"0"0,7 2 0 0,3 0 0 0,-2-2 409 16,6 0-188-16,-2 0-95 0,7-1-46 0,3-1 84 0,4 1-58 0,4-1-40 15,2 0-1-15,-3 1-48 0,-1 3 16 0,0-2 0 16,-7 2 8-16,7 0-242 0,-11-2 117 0,-1 3 58 16,1-1-357-16,-7 0 198 0,0 2 101 15,-5-2-401-15,-5 2 219 0,-3 0 116 0</inkml:trace>
  <inkml:trace contextRef="#ctx0" brushRef="#br0" timeOffset="126174.89">15203 11086 1000 0,'0'0'0'0,"0"3"0"0,0 11 0 0,0-2 0 0,2 3 0 0,-2 2 0 0,0 4 282 0,0 5-124 16,0 5 327-16,0-2-225 0,0 6-114 0,0 2-49 15,-2 6 63-15,-6-2-63 0,3 1-33 0,-3 0 1 0,1 0-314 16,2-8 149-16,0 1 62 0,3-4 36 0,2-8-499 16,0-6 266-16,0-2 135 0,4-8 56 0,6-4-346 15</inkml:trace>
  <inkml:trace contextRef="#ctx0" brushRef="#br0" timeOffset="126358.4">15413 11129 1492 0,'3'-14'0'0,"2"10"0"0,6 3 0 0,-2 1 0 0,1 0 0 15,1 0 0-15,0 1 0 0,3 7 354 0,2 3-160 0,1 1-81 0,1 3 113 0,-2 0-97 0,3-1-40 16,-2 4-32-16,0-1-302 0,-1-3 139 0,-2 2 69 16,-1-3-205-16,-1-1 146 15,0 1 60-15,1-4-544 0,-1-3 291 0,1-1 67 16</inkml:trace>
  <inkml:trace contextRef="#ctx0" brushRef="#br0" timeOffset="126539.92">15869 10892 698 0,'9'-13'0'0,"-4"2"0"0,2 5 0 0,-1 0 0 0,-3 3 0 0,1 1 530 0,-2 2-248 0,-2 3-117 0,0 22-70 15,-2 13 500-15,-14 12-282 0,-9 11-140 0,-9 17 286 16,3-3-204-16,-15 29-116 0,1-3-53 15,-9 22 35-15,4-3 63 0,-3 11-184 0,-2 3-247 16,0 5 162-16,5-3 59 0,-3-3 29 0,9-3-968 16,2-3 498-16</inkml:trace>
  <inkml:trace contextRef="#ctx0" brushRef="#br0" timeOffset="135297.29">16241 11189 739 0,'-9'-4'0'16,"2"2"0"-16,3 0 0 0,1 0 0 0,-2 1 0 0,3-1 0 0,0 0 0 0,0 0 250 0,2 2-109 0,0-2-54 16,0 2-19-16,0 0 95 0,6-2-65 0,6 0-32 15,1 2 91-15,2 0-63 0,3 0-22 0,1 0 6 16,4 0-23-16,1 0 0 0,1 0-22 0,1 0 61 16,-3 0-22-16,7 0-8 0,-6 0-31 0,2 4 21 15,-1 2 0-15,1-3-22 0,-1 3 9 16,3 0-51-16,-4-3 21 0,-2 1 0 0,1 0-76 0,-2-2 48 15,-3-1 29-15,0-1-263 0,-7 0 120 16,-1 0 69-16,-1 0 13 0,-4 0-146 0,-3-3 61 16,0-5 59-16,-2-1-13 0,0-2-315 15,0 3 184-15</inkml:trace>
  <inkml:trace contextRef="#ctx0" brushRef="#br0" timeOffset="135507.29">16535 10871 1386 0,'-6'0'0'0,"-2"2"0"0,3 1 0 0,1 4 0 0,-2-1 0 0,1 1 0 0,3 4 0 0,0 2 262 0,2 6-114 15,0 6-58-15,0-3 321 0,0 8-193 0,0 2-93 16,0 1-46-16,0 5 74 0,0 5-60 0,0-7-22 16,0 9 0-16,0-3-61 0,0-7 0 0,2 5 22 15,0-4-371-15,3-1 193 0,-1-4 86 0,2-4-517 16,-3-4 249-16,2-3 167 0,0-3-7 0,-1-5-390 15</inkml:trace>
  <inkml:trace contextRef="#ctx0" brushRef="#br0" timeOffset="135974.94">17623 11078 846 0,'2'-11'0'0,"0"2"0"0,0-1 0 0,-1-1 0 0,2-2 0 0,-1-3 0 0,-2 1 0 0,0-2 0 0,0 5 156 0,0-3-65 0,0 1-30 16,0 2 1-16,-2 0 55 0,-4 2-34 0,-3 0-29 15,-2-1 0-15,-3 2 26 16,0 2-24-16,-4-1 8 0,-2 3 8 0,-1 0-40 16,-5 2 1-16,1 2-2 0,1 1 1 0,-2 0 1 15,3 0 8-15,-7 7 17 0,2 8-26 0,0 1 1 16,-2 8 0-16,-2 7 0 0,5-2 7 0,-3 8-7 16,6 1-14-16,4 1 14 0,8-7 0 0,3 5 127 15,5 1-56-15,4 0-39 0,0-1-1 0,2 1 93 16,12 2-62-16,0-7-31 0,1 1 8 15,4 0 49-15,0-5-44 0,3-1-22 0,-1-3 0 16,3-4-18-16,-4-4 4 0,9-2-9 16,-5-3-62-16,3-4 31 0,-3 0 0 0,5-6-1 15,-5-1 7-15,8-1 26 0,-6 0 0 0,0 0-212 16,-5-1 101-16,2-4 24 0,-1-1 37 0,-3-2-514 16,0 2 251-16,-3 1 111 0,0 1 68 0,0 1-530 15,0 1 291-15</inkml:trace>
  <inkml:trace contextRef="#ctx0" brushRef="#br0" timeOffset="136151.46">18033 11524 1334 0,'2'6'0'0,"4"0"0"0,-1 0 0 0,-1-4 0 0,-2-2 0 0,-2 3 0 0,1-3 0 0,-1 0 697 0,0 0-332 0,0 0-167 16,0 0-82-16,0 0 392 0,2 0-229 0,-2 0-128 15,0-3-205-15,0-4 43 0,0 4 22 0,0-1-856 16,0 3 435-16,2 1 221 0</inkml:trace>
  <inkml:trace contextRef="#ctx0" brushRef="#br0" timeOffset="157105.57">4388 4153 803 0,'0'-8'0'0,"0"4"0"0,0 0 0 0,0-1 0 0,0 0 0 0,0 2 0 0,0 0 201 15,0 1-88-15,0 1 109 0,0-1-95 0,0 2-47 16,2 0-23-16,2 0 65 0,1 0-49 0,-2 5 0 15,-2 1-40-15,4 1 34 0,-1-4 1 16,0 3-27-16,1-1-9 0,0 0-17 16,-2-2 18-16,2 2-1 0,-2-4 1 0,0 3-18 15,-1-3-8-15,2 1-71 0,-2 0 52 0,1 0 23 16,-2-1-5-16,1 4-215 0,-2-3 98 0,0 3 61 16,0-2 9-16,0 3-377 0,0 1 178 0,0-2 96 15,0 2 59-15,0 4-318 0</inkml:trace>
  <inkml:trace contextRef="#ctx0" brushRef="#br0" timeOffset="157284.19">4386 4352 836 0,'-1'3'0'0,"-4"1"0"15,2 1 0-15,-1-2 0 0,1-2 0 0,0 0 0 0,0 2 408 0,1-1-192 0,2 1-91 0,0 1-46 16,0 2 15-16,0-2-30 0,2 3 8 0,4-2-39 15,1 3-212-15,-1-1 106 0,1 1 53 16,2 0 26-16,-3 0-454 0,4 2 231 0,-3 4-144 16</inkml:trace>
  <inkml:trace contextRef="#ctx0" brushRef="#br0" timeOffset="157454.34">4372 4736 689 0,'-5'8'0'0,"5"0"0"0,-5-3 0 0,3-2 0 0,-2-1 191 0,2 0-79 0,1-2-39 15,1 0-1-15,0 0 246 16,0 0-134-16,0 0-80 0,3-2-36 0,8-5 119 16,0-4-77-16,5-2-39 0,-3-1-119 0,1 3 37 15,-1-2 21-15,-1 2-374 0,2-1 199 0,-2 3 98 16,5 0 59-16,-6-1-251 0,5 0 141 0,-3 6 4 16</inkml:trace>
  <inkml:trace contextRef="#ctx0" brushRef="#br0" timeOffset="157662.81">4599 4298 1029 0,'-10'0'0'0,"4"0"0"0,6 0 0 0,-5 2 0 0,5-2 0 0,0 2 0 0,0-2 402 0,5 0-185 0,6 0-93 16,9 0 239-16,2-2-166 0,-4-2-73 0,11-3-34 15,-2 2-29-15,0-2 1 0,-4 0-29 0,-1 1-107 16,1 3 62-16,-2 1 18 15,-2-1 1-15,-4 0-305 0,-5 2 166 0,0 1 82 16,-2 0 50-16,-5 0-529 0,1 0 261 0,-2-2-255 16,-2 0 246-16,0 0 122 0</inkml:trace>
  <inkml:trace contextRef="#ctx0" brushRef="#br0" timeOffset="158243.81">4729 4049 731 0,'-9'0'0'0,"4"0"0"0,1 0 0 0,0 0 0 0,3 1 0 0,1 3 180 0,0 2-77 0,0 0-35 16,1-1-1-16,7 3 146 16,1 0-91-16,-1-2-36 0,3 6-31 0,-1-1-57 15,-3 3 35-15,1 1-119 0,-4 1 60 0,-1-1 37 16,-1 4-7-16,-2 5-96 0,0-1 62 0,-8 2 31 16,-5 1-11-16,-2 2-40 0,-2 0 8 0,-1 0 23 15,-2-2-20-15,1 1 79 0,0-2-29 0,2-5-25 16,-4 3-14-16,5-9 261 15,2 4-106-15,4-7 157 0,4 0-117 0,1-7-59 16,3 0-41-16,2-3 2 0,0 1 0 0,2-2-36 16,8 0 0-16,7 0-59 0,2 0 25 0,2-5 0 15,4-5-49-15,-1-1 42 0,-1 1 20 0,-5 1 9 16,6 0 12-16,-5 2-205 0,-5 2 67 0,-5 0-76 16,3 4 70-16,-7 1 46 0,-1 0-4 0,-2 0 62 15,-2 2-36-15,0 8 11 0,-3 1-4 0,-7 0 177 16,-2 3-79-16,0-1-43 15,-2 1-16-15,0-1 182 0,0 1-84 0,1 0-50 16,0-1-2-16,1-1 39 0,1 2-11 0,2-1-27 16,2 0 22-16,0 0 9 0,2 0-41 0,1-4-6 15,2 4-1-15,2-4-1 0,0-2 1 0,0-1-124 16,0 0 54-16,0-1 34 0,5-3 5 0,3-2-99 16,4 0 48-16,3 0 34 0,0-2-5 0,2-9-31 15,5-2 13-15,-6 4-36 0,4-1 23 0,-1-2 3 16,-1 5 20-16,-2 1-5 0,-3 5 10 15,-2 1 5-15,0 0-15 0,-2 0 102 16,-2 5-43-16,-1 9-19 0,-3 0-1 0,-1 3 224 16,1 1-107-16,-3-2-49 0,0 2-33 0,0 0 114 15,0-4-66-15,0 0 12 0,0-4-26 0,3-2-9 16,-2 0-33-16,1-2-191 0,0-2 96 0,0-2 47 16,1-2 32-16,3 0-527 0,2 0 257 0,0-4 98 15,0-10 73-15,4 2-563 16,-1-1 297-16</inkml:trace>
  <inkml:trace contextRef="#ctx0" brushRef="#br0" timeOffset="158426.31">5118 4497 1084 0,'0'0'0'0,"0"0"0"0,0 0 0 0,0 0 0 0,0 0 155 0,0 0-65 0,5 0-29 0,9 0 549 15,5 0-288-15,5 0-145 0,-1-4-64 0,9-1 222 16,-3 1-152-16,3-3-74 0,-2 1-39 0,0 2-108 15,-3 1 44-15,-2-1-9 16,-2 0 36-16,-1-2-417 0,-5 5 209 0,-2-3-197 16,-6 2 211-16,1-2 92 0,-3 2 51 0,-1-1-758 15,-5 1 372-15</inkml:trace>
  <inkml:trace contextRef="#ctx0" brushRef="#br0" timeOffset="158588.87">5609 4146 1706 0,'1'2'0'0,"4"3"0"0,-2-2 0 0,1-2 0 0,0 4 0 0,1-1 0 0,1-1 266 15,-1 2-117-15,3 2-66 0,0-1-29 0,1 6 0 16,-2-2-21-16,-1 3-203 0,0 1 102 0,0 2 58 16,-1 2 17-16</inkml:trace>
  <inkml:trace contextRef="#ctx0" brushRef="#br0" timeOffset="158729.51">5709 4612 2238 0,'-5'17'0'0,"5"-2"0"0,-5-2 0 0,3 0 0 0,1-3 0 0,-2 1 0 0,3-2 0 0,0-2 0 0,0 0 0 0,0 0 601 0,6-1-283 0,1-2-253 16,1-3-8-16,1 1-25 0,-5 0 1 0,3 0-888 15,-1 0 444-15,0 6 231 0</inkml:trace>
  <inkml:trace contextRef="#ctx0" brushRef="#br0" timeOffset="162789.93">5763 12374 1250 0,'-8'-2'0'0,"3"0"0"0,3 2 0 0,0 0 0 0,2 0 186 0,0 0-76 0,0 0 130 0,-1 0-103 0,1 0-52 0,0 0-18 16,0 0-8 0,0 0 57-16,0 0-41 0,1 7-21 0,6 1-29 15,-5-2 16-15,6 1-8 0,-2 0-90 0,0 2 46 0,2-5 21 16,-3 3-453-16,0-2 480 0,-2-1-4 15,2 0 0-15,-2-1-448 0,1 0 192 16,-2 4 106-16,0-4 12 0,2 5-166 0,-2 1 120 0,-1 3 58 16,5 1 31-16</inkml:trace>
  <inkml:trace contextRef="#ctx0" brushRef="#br0" timeOffset="162954.49">5755 12727 635 0,'-5'8'0'0,"1"3"0"0,0-6 0 0,2 1 0 0,-2-2 393 0,2-3-181 0,2-1-89 0,0 3-45 16,0-2 159-16,0 2-106 0,0 0-50 0,5-1-23 16,1 1-161-16,3 3 67 0,-2-2 43 0,2 3-442 15,1 1 230-15,-1 1 116 0,0 3 57 0,3-1-261 0,-3 5 143 16,3-2 74-16</inkml:trace>
  <inkml:trace contextRef="#ctx0" brushRef="#br0" timeOffset="163092.12">5812 13037 807 0,'-14'13'0'0,"4"-2"0"0,0 0 0 0,1 1 0 0,1-5 0 0,1 2 98 0,3-6-37 0,2 0 325 0,0-1-177 16,2-2-87-16,0 0 109 0,2 0-91 0,8 0-57 0,2-8-26 15,3-8 1-15,2-2-173 0,0 2 74 16,-2 1 45-16,4-8-8 0,0 4-399 16,-3 1 218-16,4-3 109 0,-2 1 63 0,6 0-280 15</inkml:trace>
  <inkml:trace contextRef="#ctx0" brushRef="#br0" timeOffset="163294.57">6047 12500 1203 0,'0'-8'0'0,"0"4"0"0,0 3 0 0,0-1 0 0,0 0 0 0,0-1 0 0,1 2 57 0,5-1 232 0,7 0 87 0,4-2-176 15,3 0-84-15,0 1 165 0,4-1-124 16,0 1-264-16,0-1 143 0,3 1-4 0,0 0-168 15,-7 0 84-15,3 2 42 0,-3-1 22 0,-3 0-447 16,-2 2 231-16,-5 0 118 0,1 0-474 0,-6 0 250 16,-1 0 139-16,0 0 60 0,-1-1 44 0,-3-1-194 0</inkml:trace>
  <inkml:trace contextRef="#ctx0" brushRef="#br0" timeOffset="163891.1">6189 12219 1250 0,'-3'0'0'0,"1"0"0"0,2 0 0 0,0 3 0 0,0 3 0 0,0-1 0 0,0 5 68 16,0-1-35-16,0 4 0 0,4 2 8 0,1 2 7 0,-2 5-15 0,-1 2 0 15,1 3-1-15,-3-1-75 0,0-1 45 16,0 7-7-16,-3-5 37 16,-6 2-108-16,0-1 54 0,-5-3 28 0,3-3-44 15,-5 3 19-15,1-6 23 0,0-3-22 0,0-1 115 16,-3-1-53-16,4 0 2 0,0-1 60 0,3-3-48 15,2-1-19-15,1-1 167 0,2-1-73 0,4-3-54 16,2 0 17-16,0 0-32 0,0-2 1 0,0 1-33 16,10-1 9-16,5-2-8 0,1 0-41 15,0 0 0-15,6 0 41 0,-4 0-113 16,4-2 64-16,0-5 20 0,-3-2 1 16,2 2-149-16,1 0 68 0,-7 0 46 0,0 3-61 0,-5 0 45 15,-1 2-3-15,-3 1 1 0,-2 1 5 0,0 0 0 16,-4 0 162-16,0 5-67 0,-1 8-39 0,-12 6 1 15,0 0 132-15,-1 1-76 0,0 1-31 0,-5 4-20 0,6 0 9 16,-2-3 75-16,2 2-29 0,0-2-26 16,3-3 26-16,3 2-8 0,0-2-60 15,1-3 1-15,4 0 26 16,0-5 0-16,2-1 8 0,0-2-94 0,0-1 44 0,4-6 20 0,7-1-170 16,0 0 87-16,5 0 39 0,-2-1-90 15,3-11 57-15,4-4 31 0,-1 3 4 0,-2 0 1 16,-2 1-27-16,1 0 39 0,1 0-30 0,-5 5 25 15,0 0 46-15,-6 3-24 0,3 1-20 0,-2 2 151 16,-2 1-72-16,2 0-38 0,-2 1 215 0,-3 12-116 16,1 0-44-16,1 0 145 0,-3 2-95 0,2 1-46 0,0 2-22 15,0-3 0-15,0 2-16 0,0-2-30 16,-1-2-1-16,2 0 23 0,0-2-75 16,-2-2 38-16,1-1 7 0,-2-3-302 0,3 0 163 0,-4-2 62 15,1-1-506-15,-1-2 280 0,1 0 106 16,0 0-312-16,0 0 237 0,1-5 118 15,0-9 59-15,4-1-278 16</inkml:trace>
  <inkml:trace contextRef="#ctx0" brushRef="#br0" timeOffset="164050.67">6618 12633 848 0,'3'-1'99'0,"4"-2"-37"0,-1 3 0 0,0 0 244 15,2 0-136-15,-1 0-69 0,2 0-26 16,5 0-8-16,-2 0 415 0,5 0-225 15,-4 0-112-15,6 0-56 0,-3 0 96 0,3 0-80 16,-3 0-37-16,3 0 1 0,-2 0-392 0,1 0 178 0,-1 0 97 16,-3 0-596-16,-1 0 338 0,-2 0 170 0,0 4-598 15,-1 11 351-15</inkml:trace>
  <inkml:trace contextRef="#ctx0" brushRef="#br0" timeOffset="164222.51">6664 13020 628 0,'-9'4'0'0,"5"-3"0"0,1 2 0 0,1-3 0 0,2 0 257 16,0 0-112-16,0 0-56 0,11 0 445 16,6 0-254-16,5-3-124 0,2-2 269 0,-1 1-196 15,3 0-98-15,-2 3-152 0,3-1 24 0,-3 2-1 16,-2 0-1121-16,2 0 1146 0,-4 0 6 0,1 2 8 16,0 3-775-16,-1 3 368 15,6 5 184-15</inkml:trace>
  <inkml:trace contextRef="#ctx0" brushRef="#br0" timeOffset="164377.6">7234 12611 1735 0,'-6'-7'0'0,"6"6"0"0,0 1 0 0,0 0 0 0,0 0 0 0,0 0 0 0,0 0 189 0,0 4-82 0,0 3-37 16,3 3 0-16,0 1-461 0,0 2 212 15,5 11-350-15</inkml:trace>
  <inkml:trace contextRef="#ctx0" brushRef="#br0" timeOffset="164520.53">7260 13058 613 0,'-12'3'143'0,"5"2"-71"0,7 1-37 15,0-1 363-15,-2-4-183 0,2 0-83 0,0-1 581 16,0 0-340-16,0 0-170 0,0 0-85 0,0 0-43 0,0 0-200 15,0 0 75-15,2 0-979 16,5 0 522-16</inkml:trace>
  <inkml:trace contextRef="#ctx0" brushRef="#br0" timeOffset="168109.84">8942 12184 1155 0,'-7'-7'0'0,"2"3"0"0,1 0 0 0,3 2 0 0,-2 0 0 0,2 1 0 0,-1 1 117 0,0 0-42 0,2 0-21 0,0 9 110 15,0 9-57-15,0 7-42 0,0 5 1 0,0 10 23 16,0 3-28-16,0 0 0 0,0-1-20 0,2 11 23 15,0-4 0-15,2 0-31 0,-3-2-1 0,3 0 33 16,-3-5-24-16,1 5-8 0,0-5-19 0,1-5 19 16,-2 0 0-16,-1-3-1 0,0-8 14 0,0 1-13 15,0-5 0-15,0-5 29 0,0-6-29 16,0-3-1-16,0-3 9 0,0-3-63 16,0-2 27-16,-4 0-7 0,-3-7 34 0,0-12-149 15,-2-2 75-15,0-9 22 0,-2-2-109 0,-2-8 59 16,2 8 39-16,-2-6-259 0,-3 7 130 0,2 3 47 15,-2 9 43-15,2 4-22 0,-4 4 30 0,1 8-8 16,1 3 37-16,-2 0 109 0,0 7-54 0,3 11-27 16,2 5 225-16,4 0-132 0,-3 6-56 15,6-1-5-15,5 1 287 0,-1-1-130 16,2 1-84-16,0-5 83 0,7 2-80 0,7-3-34 16,2-7-1-16,0 0 11 0,4-3-23 0,1-5 9 15,1-1-33-15,2-4-142 0,-1-3 71 0,0 0 35 16,-2 0 1-16,-1-7-271 0,1-9 148 0,0 0 42 15,-2-5-433-15,1-1 221 0,3-3 132 0,-2-3-108 16,7-5 124-16,-6 0 57 0,-3 3 30 0,3-7-216 16,-5 7 123-16,0-4 52 15,-2 3 39-15,-2 2-27 0,-3 6 29 0,-1 1-1 0,-4 7 234 16,-1 4-110-16,-2 3-43 0,0 4-27 16,-1 1 426-16,-1 3-225 0,0 0-113 0,0 11 260 15,0 13-104-15,0 3-102 0,0 4-50 0,0 5 315 16,0 7-183-16,0-8-83 0,2 5-54 0,3-2 200 15,2-5-123-15,2-1-61 0,2-5-58 0,0-6 4 16,2-2-8-16,1-5 0 0,1-4-212 0,1-4 107 16,-2-6 52-16,0 0-219 0,0-2 132 15,2-19 70-15,-2-5-15 0,-1-4-108 16,1-10 23-16,-3 7 53 0,-1-13-13 0,-1 3-95 16,0 0 79-16,-3 2 41 0,0 5-1 0,-1-3-13 15,-1 7 30-15,-2 11 0 0,0 4 134 0,-1 6-56 16,-1 5-27-16,0 4 301 0,0 2-154 0,0 6-85 15,0 18-15-15,-3 5 150 0,1 4-59 0,0 5-59 16,0 6 30-16,2-3 199 0,0-7-135 16,0 6-67-16,2-2-35 0,5-5 107 0,3-1-74 0,0-3-33 15,1-5-126-15,-2-6 47 0,4 2 30 16,-2-6-419-16,3-3 216 0,-3-4 110 16,2-5 54-16,0-2-319 0,0 0 115 0,3-4 108 15,-2-13-26-15,3-3-432 0,-2-3 271 0,1 1 136 16</inkml:trace>
  <inkml:trace contextRef="#ctx0" brushRef="#br0" timeOffset="168272.41">9769 12562 1020 0,'4'-2'0'0,"2"2"0"0,1 0 0 0,-1 0 0 0,1 0 0 0,2 0 70 16,1 0 417-16,3 0-226 0,5 0-115 0,-2 0-48 15,3 0 185-15,0 0-125 0,1 0-62 0,-1 0-32 0,1 0-264 16,-1 0 125-16,-3 0 49 0,-2 0-267 15,0 0 163-15,-3 0 82 0,2 11 40 16</inkml:trace>
  <inkml:trace contextRef="#ctx0" brushRef="#br0" timeOffset="168415.03">9887 12804 2464 0,'-19'7'0'0,"5"5"0"0,5-5 0 0,0 1 0 0,4-5 0 0,1-1 0 0,2 0 0 0,2-2 0 0,0 0 0 0,13 0 345 0,8 0-157 0,2 0 36 0,2-2-96 0,-2-3-39 16,7-3-782-16,-1 1 364 0,-3-2 180 0,-1 3 91 0,-4 2 46 16</inkml:trace>
  <inkml:trace contextRef="#ctx0" brushRef="#br0" timeOffset="169439.79">10879 12438 603 0,'-9'-12'0'0,"3"4"0"0,1 4 0 0,-2 0 0 0,2 2 0 0,1-1 147 0,-1 2-61 16,1 1-27-16,2 0 186 0,1 13-107 0,-1 9-52 15,2 5-19-15,0 5 78 0,0 9-56 0,0 2-29 16,0 3 1-16,0 3 148 0,0-11-79 0,5 15-54 16,1-10 100-16,3-7-72 0,3 2-35 15,-1-7-1-15,0-5 5 0,4 1-9 16,-2-8-31-16,2-4-55 0,0-4 28 0,-1-5-1 16,0-4 36-16,2-2-145 0,-4 0 69 0,4-10 34 15,-2-12-1-15,2-6-64 0,0-6 23 0,4-9 27 16,-6-1-239-16,3-3 122 0,-4-3 32 0,1-3 40 15,-1-1-139-15,-2 1 88 0,-1 4 39 0,-1 2 57 16,-4 10-17-16,2 0 0 0,-2 10-8 0,-3 2 181 16,0 13-86-16,-1 2-44 0,-1 5-21 15,0 2 157-15,0 3-81 0,0 4-44 0,0 17 374 16,-8 7-188-16,3 8-51 0,-1 0-52 16,-1 11 125-16,2-3-98 0,3-1-49 0,2-6 51 15,0 8-51-15,0-8-16 0,0 1-8 0,0-1-59 16,3-4 1-16,3 0 32 0,1-5 1 0,0-3-150 15,2-1 70-15,0-4 41 0,-2-1-1 0,0-4-100 16,2-1 67-16,-2-7-10 0,0 1-421 0,0-5 189 16,2-1 124-16,0-2-402 0,2 0 263 0,1 0 124 15,0-7 75-15,4-6-397 16,0 0 231-16</inkml:trace>
  <inkml:trace contextRef="#ctx0" brushRef="#br0" timeOffset="169679.02">11424 12818 1258 0,'0'-4'0'0,"2"1"0"0,1 1 0 0,3-1 0 0,-1 1 0 0,7-2 0 0,-1 1 0 0,5 2 0 0,-2 1 493 0,4 0-234 0,-2 0-114 16,1 0 99-16,0 10-106 0,0 1-52 0,-4 2-19 15,0 2 116-15,-2 4-75 16,1-3-38-16,-6 5-37 0,-1-2 0 0,-1 2 8 16,-4 0-8-16,0-1-104 0,0-1 53 0,-4 0 25 15,-5-2 0-15,-5-4-154 0,-2-1 86 0,-1-2 24 16,-4 0-276-16,1-5 128 0,-3 1 86 0,0-2-4 15,1-1-68-15,-1-3 68 0,2 0 36 0,3 0-175 16,4 0 104-16,4 0 45 0,1 0 34 0,6-5-221 16,3-6 123-16,0-1 62 15,1 1 32-15,19 2-240 0</inkml:trace>
  <inkml:trace contextRef="#ctx0" brushRef="#br0" timeOffset="169908.92">11794 12802 1136 0,'7'-8'0'16,"-3"3"0"-16,-2 1 0 0,-2-2 0 0,0 1 0 0,0-3 0 0,0 3 0 0,-8 1 129 0,3-2-48 0,-2 3-24 0,-2 1 155 15,2 2-81-15,-4 0-54 0,-1 0-22 0,-2 13 73 0,-1 4-47 16,0 4-25-16,2 0 9 0,-3 8 34 16,6 1-33-16,-2 0-1 0,3 2 99 0,3 0-66 15,4-6-24-15,2 6 58 0,0-7-49 0,0-4-25 16,8-1-1-16,7-3-54 0,3-2 8 0,5-4 21 15,0-1 1-15,2-3-255 0,0-3 127 16,-4-2 64-16,5-2 40 0,4 0-661 0,-3 0 278 0,-2-2 175 16</inkml:trace>
  <inkml:trace contextRef="#ctx0" brushRef="#br0" timeOffset="170483.37">12566 12714 750 0,'-9'-8'0'0,"3"3"0"0,0-2 0 0,2 0 0 0,-1 0 0 0,-3-4 106 0,3 3-36 0,-3-3-1 0,2 4 33 15,-1-1-26-15,0 1-9 0,-3-1-34 0,-1 2 24 16,0 4 1-16,-1 1 16 0,-3-1-31 0,0 2-10 15,0 0 0-15,-4 3 76 0,1 10-38 16,-1 6 8-16,-2 3-47 0,4 5 1 16,0 1 97-16,3 2-49 0,0 2-24 0,5-1 96 0,0 0-65 15,5 1-27-15,-1-2-1 0,5 0 19 16,0-5-23-16,0-1 7 0,3-3-30 0,5-4 24 16,2-4-25-16,1-4 1 0,3-1-79 0,1-7 47 15,0-1-8-15,0 0 40 0,0-7-146 0,3-12 73 16,-2-6 17-16,-2 0-192 0,2-6 92 0,-1-5 62 15,2-4 2-15,-4 0-164 0,0-5 84 16,0-2 45-16,-1-3 34 0,1-12-34 0,-2 1 30 16,-1-5 1-16,-1 1-27 0,-2 6 20 0,1-1 8 0,-2 4 30 15,-3 17 36-15,-1 1 0 16,0 14-37-16,-2 7 224 0,0 0-108 0,0 9-58 16,0 5-29-16,-2 3 392 0,-5 0-173 0,-1 11-65 15,0 11-67-15,1 7 103 0,0 5-77 0,0 7-38 16,2 4 192-16,1-6-107 0,2 16-66 0,2-5 147 15,0 1-103-15,0 0-50 0,0-1-26 0,0 1 54 16,0-1-43-16,0 0 117 0,2-4-186 0,0-1-164 16,2-1 141-16,-1-11 36 0,4 3-8 0,-4-4-80 15,1-9 53-15,2-1 28 0,1-7-346 0,-1-5 138 16,0-3 101-16,1-6-456 16,2-1 261-16,1-1 133 0,3-16 64 0,-2-3-421 15,3-10 247-15,-2 0 121 0,0-6 59 0,-1 4-365 16</inkml:trace>
  <inkml:trace contextRef="#ctx0" brushRef="#br0" timeOffset="170716.76">12705 12643 1190 0,'0'-11'0'0,"0"1"0"0,2 2 0 0,2 3 0 0,3 0 0 0,2 2 0 0,3-1 0 0,3 3 0 0,2-2 387 0,1 1-168 0,5 2-98 16,-2 0 270-16,-1 0-179 16,4 0-89-16,-4 10-46 0,-2 3 87 0,-3 2-70 15,-2 4-31-15,1 5 105 0,-7 1-68 0,-5 0-33 16,0 4 7-16,-2 2-2 0,-2-2-40 0,-9 3 1 15,-3-3 0-15,-2 0-86 0,-3-2 52 0,-2-4 12 16,-1-3 1-16,-3-1-247 0,-1-5 134 16,-4-1 41-16,0-1-423 0,-2-3 209 15,0-2 124-15,2-7-120 0,9 0 119 0,1 0 59 16,4-2 22-16,7-12-272 0,4-3 155 0,5-7 77 16,0-2 39-16,13-3-294 0,9 3 158 0</inkml:trace>
  <inkml:trace contextRef="#ctx0" brushRef="#br0" timeOffset="170934.18">13159 12460 876 0,'2'-10'0'0,"0"1"0"0,-2 4 0 0,0-1 0 0,-4 2 0 0,-7 3 367 0,-4 1-171 0,0 0-82 0,-4 5 136 16,-1 12-109-16,-3 7-54 0,0 5 291 15,-3 10-177-15,6 1-84 0,1 1-42 0,4 0 242 16,5-5-142-16,5 1-63 0,5 1 180 0,0-4-129 15,1-2 71-15,11-4-234 0,7-4 0 0,3-3 0 16,3 0 0-16,3-6-358 0,-1-2 212 0,4-2 89 0,-3-3 45 16,-2-4 31-16,8 1-365 0,-4-3 152 15,-2-1 106-15,1 1-37 0,-3 2-869 0</inkml:trace>
  <inkml:trace contextRef="#ctx0" brushRef="#br0" timeOffset="171638.75">13667 12624 1060 0,'-10'0'0'0,"4"0"0"0,6 0 0 0,0 0 0 0,0 0 0 0,6 0 0 0,7 0 361 0,8 0-165 0,3 0-81 0,6 0-41 15,2 0 276-15,3 0-151 0,4 0-87 16,-2-2 40-16,-1 0-60 0,-3 0-29 0,-3 2-60 16,-5 0 9-16,2 0 21 0,-6 0 0 0,-3 0-250 15,-1 2 126-15,-6 3 61 0,-2-2 40 0,-2-2-478 16,-6 2 243-16,1-3 50 0,-2 0 83 0,0 0-410 15,0-3 227-15,-6-2 124 0</inkml:trace>
  <inkml:trace contextRef="#ctx0" brushRef="#br0" timeOffset="171815.24">13915 12343 1069 0,'-8'-3'0'0,"4"1"0"0,2 2 0 0,0 0 0 0,0 2 0 0,0 9 0 0,2 4 0 0,0 6 207 0,0 7-91 16,0 0-42-16,0 6 262 0,0 9-153 0,-1 2-74 15,-3 2-30-15,-1 2 35 0,-1 0-41 0,2-2 0 16,2 0-203-16,2-10 89 0,0 8 33 0,0-9 0 16,4 0-358-16,7-6 199 0,-2-7 101 15,3-4-255-15,1-4 162 0,2-12 7 16,2-1 66-16</inkml:trace>
  <inkml:trace contextRef="#ctx0" brushRef="#br0" timeOffset="172197.26">14327 12411 1599 0,'2'-1'0'0,"0"1"0"0,0 1 0 0,-2 14 0 0,0 10 0 0,0-1 0 0,0 8 0 0,0 2 0 0,0 11 0 0,0-2 185 0,0 1-76 0,0-2 102 16,0 11-93-16,0-7-43 0,0-10-21 0,4 0 9 15,4-4 1-15,-1-8-23 0,4-1-8 0,4-6-41 16,0-6 1-16,2-4 40 0,3-7-140 0,-2 0 78 15,5-7 27-15,-1-11 0 0,-3-9-150 0,1-7 86 16,-1-1 9-16,-6-1-181 0,4-11 96 16,-4 2 61-16,-2-2 2 0,-1-5-34 15,-2 0 40-15,-1-4-9 0,0 2 49 0,-1 5-51 16,0 13 26-16,-2 1-1 0,-2 13 27 0,-1 6 112 16,1 3-52-16,-2 9-30 0,0 4 308 0,0 0-166 15,-2 23-60-15,-5 5 271 0,1 11-147 0,0 3-90 16,4 3-21-16,2 2 59 0,0 2-60 0,0-5-22 15,0 9-7-15,2-6 127 0,4-2-79 0,4-4-39 16,-1-7 0-16,5 3-63 0,0-6-8 16,1-3 31-16,2-5-368 0,-1-8 184 0,-2-1 93 0,3-7-620 15,-2-3 304-15,2-4 177 16,-2 0 54-16,2-10-416 0,0-1 255 0</inkml:trace>
  <inkml:trace contextRef="#ctx0" brushRef="#br0" timeOffset="172350.56">14938 12734 1236 0,'-2'-4'0'0,"2"2"0"0,0 2 0 0,0 0 0 0,0 0 0 0,0 2 0 0,0 6 0 0,0-2 283 0,2 3-125 0,3 0-63 15,3 1 274-15,2 0-172 0,-1 1-83 0,2 0-40 16,1-1-170-16,-1-1 64 0,-2-2 41 0,4 1-9 16,-2-5-496-16,3 1 264 0,-1-4 132 0,1 0-569 15,0 0 315-15</inkml:trace>
  <inkml:trace contextRef="#ctx0" brushRef="#br0" timeOffset="172540.05">15214 12618 706 0,'2'-7'0'0,"0"3"0"0,0 1 0 0,-1 2 0 0,1-1 0 0,-2 2 0 0,0 0 404 16,0 13-186-16,-3 8-92 0,-6 5-39 0,-7 10 183 16,0 2-119-16,-7 12-59 0,-5 10 304 0,-1 0-182 15,1-5-82-15,-4 18 18 0,2-9-59 0,5 0-29 16,0-4 0-16,4-9-221 0,0 1 105 0,3-5 38 15,4-11 25-15,1 0-420 0,4-7 222 0,1-8 111 16,3-4-262-16,1-4 93 16,0-6 112-16,4-1 17 0,0-2-369 0</inkml:trace>
  <inkml:trace contextRef="#ctx0" brushRef="#br0" timeOffset="173267.11">15798 12744 822 0,'-1'-12'0'0,"-5"2"0"0,2 2 0 0,0-2 0 0,-2-3 0 0,1 0 0 0,-1 0 141 15,-1 0-57-15,2 0-27 0,-5-1 1 0,2 1 113 16,-1 2-70-16,-1 1-25 0,-1 1 42 0,0 4-43 16,-1 3-21-16,0 0 0 0,-4 2 35 0,0 2-20 15,-1 14-8-15,0 7-29 0,2 6 40 0,-4 8 0 16,6 0-40-16,0-3 60 0,3 5-34 0,3 0 0 15,3-4-25-15,4-1 73 0,0-6-36 0,0-7 7 16,4-3-44-16,9-3-20 0,0-4 19 16,3-6 1-16,0-4-110 0,3-1 62 15,3-4 21-15,1-12-71 0,0-8 49 0,5-9 12 16,-5-2 1-16,-5 2-295 0,6-13 124 0,-3 1 83 16,-4-2 40-16,0-2-234 0,-2-5 125 0,-2-3 56 15,-2-10-42-15,-2 3 57 0,0 0 28 16,-4 14 0-16,1-4 99 0,-3 18-44 0,-1 8 8 15,-2 4 96-15,0 11-65 0,0 3-33 0,-4 9 0 0,-3 1 395 16,-5 14-163-16,3 11-115 0,0 12 7 16,2 3 206-16,-2 7-140 0,6 6-83 15,1 2 177-15,2 2-126 0,0 9-62 0,0-15-32 16,0 5 117-16,2-6-79 0,5-2-34 0,1-13-191 16,3 2 78-16,-2-4 39 0,3-8 8 0,-3-5-220 15,2-7 125-15,3-6 63 0,-3-5 31 0,3-2-721 16,-2-7 290-16,6-17 202 0,-4-5-317 0,2-10 256 15,-4 0 128-15,1-7 64 0,-3 9-259 16,3-13 166-16,-4 7 78 0,-2 2 35 0,-2 10 77 0,0 1 0 16,-3 11 0-16,0 6 20 15,0 1-20-15,0 8 0 0,0 1-33 0,-1 0 504 16,1 3-260-16,5 3-118 0,0 7 619 0,0 0-340 16,4 3-170-16,1 1-84 0,-1-1 323 0,3 2-207 15,0 0-101-15,2 2-122 0,-2-2 0 0,2 0 22 16,-2-2 8-16,2 1-270 0,-2-3 132 0,1-1 64 15,-1-2 33-15,0-2-716 0,2 3 328 0</inkml:trace>
  <inkml:trace contextRef="#ctx0" brushRef="#br0" timeOffset="173471.56">16503 12198 1764 0,'2'-8'0'0,"-1"0"0"0,1 6 0 0,0 2 0 0,-2 6 0 0,0 17 0 0,-11 8 0 0,-3 9 302 0,-7 16-135 16,-4 6-59-16,-7 19 334 0,-2 0-204 0,-4 11-103 0,-3 7-51 0,-7 22 33 16,6-16-34-16,-13 24-29 15,7-16-69-15,6-21 24 0,-1 6 0 16,9-20 32-16,1 5-376 0,4-12 184 0,5-9 92 0,7-12 46 16,2-2-660-16,6-13 243 0,2-8 203 0,5-3-417 15</inkml:trace>
  <inkml:trace contextRef="#ctx0" brushRef="#br0" timeOffset="173659.06">16701 13269 1885 0,'0'-19'0'0,"0"9"0"0,0 4 0 0,4 2 0 0,3-2 0 0,-6 3 0 0,1 1 389 16,0 1-182-16,-2-2-87 0,2 2-58 0,1-1-29 0,8 2-1 16</inkml:trace>
  <inkml:trace contextRef="#ctx0" brushRef="#br0" timeOffset="176905.74">19015 12414 1020 0,'0'-9'0'0,"0"6"0"0,0 1 0 0,0 0 0 0,0 2 0 0,0 0 0 0,0-2 0 16,0 2 0-16,0 0 140 0,0 0-45 0,0 0 64 0,0 8-17 0,-2 11-54 15,-2 9-28-15,-1 8 128 0,-2-1-69 0,-2 16-47 16,0-2-1-16,0 1 26 0,2 0-32 0,1 2 0 15,4-9-5-15,0 7-28 16,2-6 1-16,0-10 0 0,2 0-9 0,10-4 9 16,-2-10 8-16,10 3-31 0,-4-13-23 0,3-1 23 15,2-5 0-15,3-4-88 0,-1-4 60 0,-1-15 3 16,3-8 0-16,0-8-180 0,-5-2 99 0,-1-7 33 16,-3-1 28-16,0-4-113 0,-4-4 65 0,2-1 4 15,-3-1 27-15,0-1-20 0,-1 3-7 0,-1 5-36 16,-3 9 41-16,-3 0 21 0,1 8-1 15,-1 8 171-15,-2 9-70 0,-1 2-41 0,0 6 1 16,0 3 299-16,0 1-159 0,0 2-50 16,0 11 156-16,-4 13-95 0,-2 5-63 0,3 3-31 15,-1 9 63-15,4-4-39 0,-2 15-31 0,2-5 105 16,0-1-65-16,0-1-31 0,2 2-1 0,0-9 19 16,3 4-29-16,1-2 0 15,0-4-23-15,2-4-56 0,-3-4 28 0,0-5 8 0,1-3 21 16,0-5-289-16,0-3 144 0,-1-3 60 15,-1-4-254-15,0-3 118 0,-1-2 92 0,1 0-507 16,2-3 285-16,0-12 143 0,1 0 71 0,2-2-428 16</inkml:trace>
  <inkml:trace contextRef="#ctx0" brushRef="#br0" timeOffset="177131.14">19468 12790 1341 0,'0'-3'0'0,"2"-1"0"0,3 3 0 0,1-4 0 0,2 4 0 0,-1-1 0 0,2 2 0 0,3 0 0 15,1 0 496-15,0 2-232 0,2 7-107 0,-2 2-66 0,-1 2 213 16,-1 5-135-16,-1 0-68 0,-5 1 16 0,1 2-34 16,-5 1-29-16,1 1 0 0,-2 2-54 0,0 0 33 15,-5-2-1-15,-4-4-90 0,-5 2 41 0,1-3 25 16,-2-1 0-16,0-4-165 0,-2-1 96 0,2-3 36 16,-2-3 23-16,0-5-380 0,2-1 148 0,6 0 104 15,2 0-264-15,0-1 173 0,5-11 98 0,2-1-148 16,0-3 120-16,6-6 58 15,11 4 31-15</inkml:trace>
  <inkml:trace contextRef="#ctx0" brushRef="#br0" timeOffset="177349.07">19767 12734 1142 0,'5'-9'0'0,"1"1"0"0,-3 3 0 0,-1 1 0 15,-2 2 0-15,0 0 0 0,0 1 0 0,0 1 0 0,-7 0 483 0,-2 0-217 0,0 11-121 0,-5 5-56 0,3 5 224 16,-1 4-140-16,3 3-70 15,2 3 103-15,1 1-91 0,3 1-41 0,3 0 68 0,0 1-55 0,0-4-27 16,9 1 9-16,3-4-46 16,6-3 9-16,-2 0 1 0,5-6 0 0,-2-3-122 15,0-1 69-15,1-5 22 0,0-3 0 0,-2-3-366 16,1-2 155-16,-3-1 110 0,2 0-543 0,-4-1 308 16,2-10 151-16,-2-5-439 0,4 5 294 15</inkml:trace>
  <inkml:trace contextRef="#ctx0" brushRef="#br0" timeOffset="177527.59">20151 12590 1526 0,'-2'0'0'0,"2"0"0"0,0 0 0 0,0 0 0 0,0 0 0 0,2 0 0 0,5 0 0 0,2 0 539 0,5 0-257 0,0 0-125 0,1 0 21 16,2 0-73-16,-3 0-36 0,4 0 8 0,-4 0-479 15,2 0 218-15,-3 0 108 16,-3 0 55-16,1 0-314 0,-2 0 192 0</inkml:trace>
  <inkml:trace contextRef="#ctx0" brushRef="#br0" timeOffset="177684.18">20163 12766 751 0,'-14'11'0'15,"5"1"0"-15,4-5 0 0,1 1 0 0,2-4 0 0,2-1 0 0,0 1 537 0,0-2-251 0,6-1-127 0,7 2 353 0,4-3-240 16,1 0-111-16,3 0-69 0,2 0-13 16,0-3-23-16,-1-1-1 0,-1-4-22 0,-2 2-551 15,-1 2 272-15,-1 1 139 0,1 0-315 0</inkml:trace>
  <inkml:trace contextRef="#ctx0" brushRef="#br0" timeOffset="178116.54">20617 12596 1711 0,'-11'0'0'0,"6"0"0"0,5 0 0 0,0 1 0 0,1 3 0 0,8-1 0 0,5 2 209 0,4-2-88 0,5-1-36 15,7 0 101-15,2-2-77 0,2 0-38 0,-2 0 26 16,0 0-33-16,-6 0 9 15,8-5-40-15,-10-3-109 0,3 1 54 0,-4-5 27 16,-3 3 1-16,-3-1-65 0,-2-1 41 0,-2 0 26 16,-4 0-180-16,-5-1 76 0,0-1 57 0,-3 0-23 15,-1-1-16-15,0 1-2 0,-9-3 31 0,-3 1-33 16,-6-4 27-16,4 4-21 0,-9-2 43 0,0 8 47 16,0 1-23-16,0 4 0 0,-4 4-24 0,-1 0 223 15,0 10-103-15,1 10-40 0,-1 4 173 0,0 9-95 16,5-1-58-16,5-3-2 15,2 7 59-15,5 0-25 0,4 0-34 0,5-1 110 16,2 3-63-16,0-3-44 0,6 2 0 0,8-5 131 16,4 1-84-16,3-4-40 0,0 2-14 15,4-5 89-15,1-3 89 0,1-2-239 0,1-2 0 0,-1-5-170 16,-4-4 340-16,7-1-170 0,-3-1-469 0,-1-6 324 16,-5-2 89-16,1 0-266 0,1 0 166 0,1-8 31 15,-6-2 58-15,0-1-604 0,-1-2 320 16,-2 0 159-16,2 4 71 0</inkml:trace>
  <inkml:trace contextRef="#ctx0" brushRef="#br0" timeOffset="178466.6">21167 12244 1740 0,'-5'-18'0'0,"3"8"0"0,2 3 0 0,6-1 0 0,9-2 0 0,0 1 0 0,2 4 0 0,1-1 0 0,3 4 0 0,4 0 443 0,-1 2-205 0,-5 0-103 16,2 0 41-16,0 10-72 0,-5 3-28 0,-1 4-7 15,-5 2-121-15,-3-1 42 0,-5 4 22 0,-2 5-127 16,0-6 82-16,-6 5 29 0,-10-4 0 0,-2-1-42 16,-3-2 39-16,1-3 1 0,0-4-16 0,-7 2-46 15,9-4-4-15,-5-2 32 0,2-1 199 0,5-1-83 16,4-4-46-16,3 0 2 15,3-1 307-15,3-1-158 0,1 0-56 0,2 0 69 16,0 0-72-16,5 0-49 0,10 0 0 0,4 0 104 16,-1 0-177-16,5 0 0 0,-2 0 0 0,2 0 0 15,-1 0 0-15,-1 0 0 0,0-1-545 0,-3-1 336 16,1 0 77-16,-1 0 74 0,-2 0-752 0,0 0 388 16,0 0 195-16,-4-1-450 0,6 1 326 0</inkml:trace>
  <inkml:trace contextRef="#ctx0" brushRef="#br0" timeOffset="178623.18">21579 12167 774 0,'-5'-5'0'0,"2"0"0"0,-1 2 0 0,3 2 0 0,-1-2 491 0,2 1-229 0,0 2-107 16,0 0-65-16,7 0 200 0,7 2-128 0,-3 5-65 16,2 3 186-16,0 1-117 0,3 1-71 0,-4-1-361 15,1 2 150-15,1-1 74 0,-3-1 37 0,2-1-604 16,-2 2 316-16,2 0 163 0</inkml:trace>
  <inkml:trace contextRef="#ctx0" brushRef="#br0" timeOffset="178820.65">21896 12000 1337 0,'0'-4'0'0,"2"2"0"0,0 0 0 0,0 1 0 0,-2 1 0 0,0 0 0 0,0 0 168 0,0 14-72 0,0 10-31 0,-9 1 433 0,-9 13-232 15,2 2-116-15,-7 5 198 16,-1 4-162-16,-8 12-76 0,0 2-39 0,-2 4 13 16,-3 3-26-16,-2 2 9 0,0 1-34 0,2-4-235 15,5-2 118-15,4-6 58 0,10-15 30 0,4-5-248 16,3-2 134-16,7-4 72 0</inkml:trace>
  <inkml:trace contextRef="#ctx0" brushRef="#br0" timeOffset="179632.45">22465 12967 950 0,'0'-7'0'0,"0"2"0"0,0 5 0 0,0 0 0 0,0 0 0 16,0 3 0-16,0 1 0 0,0 3 0 0,0 3 65 0,0 2-33 0,0 1 290 0,-7 0-145 0,1 3-64 16,-1-1-44-16,0-2-80 0,-1 1 22 0,0-4 0 15,1-2 22-15,0-1-248 16,0-3 119-16,2 0 65 0,-1-4 32 0,1 0-193 0,1 0 68 15</inkml:trace>
  <inkml:trace contextRef="#ctx0" brushRef="#br0" timeOffset="180395.77">23307 12443 974 0,'0'-14'0'0,"0"2"0"0,0 5 0 0,0 2 0 0,0 0 0 0,0 1 0 0,0 2 0 0,0 1 0 0,0-1 106 16,0 2-36-16,0 0-1 0,-2 14 145 0,-1 13-95 16,-4 7-44-16,0 5 117 0,-2 3-80 0,0 2-39 15,2-2 7-15,-2 10 25 0,4-7-36 0,3-1 0 16,2-9-36-16,0 1 38 15,0-8 8-15,7 4-47 0,7-7-21 0,-3-10 0 16,5 0 22-16,4-6-39 0,1-5 47 0,-1-4-8 16,4 0 0-16,-1-11 0 0,0-12-58 0,-1-4 30 15,0-5 7-15,3-9-184 0,-2-1 93 0,-1-2 30 16,-3-1 29-16,0-6-234 0,-3 1 121 0,0-3 41 16,-3 3-89-16,-3 3 74 0,-1 8 37 0,-2 4 49 15,-3 9-12-15,-1 1 0 16,-1 10 0-16,-2 2 162 0,0 9-82 0,0 1-47 15,0 3 7-15,-4 0 278 0,-3 13-150 0,-2 9-43 16,3 3-49-16,2-3 261 0,0 10-141 0,4-4-59 16,0 2 80-16,0-3-75 0,0-5-38 0,0 1 42 15,0-2-44-15,0 1-1 0,0-5-35 0,2 0 85 16,0-2-43-16,-2-4-13 16,0 2-8-16,0-4 10 0,0 2 0 0,0-6-31 0,0 0-1 0,0-1-37 15,0-1 14-15,0 3 1 16,0-6-57-16,0 1 40 0,0-1 0 0,0 0-49 15,0 0 27-15,0 0 25 0,0 0-6 0,0 0-9 16,0 0-1-16,0 0 2 0,0 0-11 0,0 0 27 16,0 0-11-16,0 0 9 0,0 0-8 0,0 0-8 15,0 0 16-15,0 0-1 0,0 0-30 0,0 0 1 16,0 0 29-16,0 0-31 0,0 0 1 0,0 0 26 16,0 2-6-16,0 3-3 0,0 2 0 0,0 0 3 15,0 3-9-15,0 0 72 16,0 1-31-16,0 2 1 0,2 0-83 0,0 1 24 15,1 1 6-15,2 0 25 0,2 1-593 0,2 2 285 16,2 2 143-16,5 1-775 0</inkml:trace>
  <inkml:trace contextRef="#ctx0" brushRef="#br0" timeOffset="181395.9">23931 12748 1076 0,'-6'0'0'0,"3"0"0"16,1 0 0-16,2 0 0 0,0 0 0 0,0 0 0 0,0 0 236 0,5 3-105 0,2 7-50 0,4-2 352 16,-1 6-200-16,1-3-92 15,3 3 94-15,-1-1-101 0,-1 0-51 0,2 0-25 16,-3-2 0-16,1 3-153 0,-1-3 60 0,-2 0-159 15,-2-1 114-15,2-3 56 0,-4 0 28 0,0-1 9 0,-1-2-653 16,2-2 250-16</inkml:trace>
  <inkml:trace contextRef="#ctx0" brushRef="#br0" timeOffset="181585.57">24196 12640 1046 0,'-2'0'0'0,"-3"0"0"0,2 12 0 0,-3 1 0 0,-3 6 0 0,-3 5 0 0,0 12 0 0,-6 2 533 15,-2 9-250-15,-8 10-125 0,3-2 341 0,-7 15-237 16,2-3-115-16,2 3 129 0,-2 0-121 0,0-2-62 16,4-7-22-16,-5 10-236 0,8-9 99 0,4-12 49 15,1 3 25-15,6-7-252 0,2-13 147 0,5 1 60 16,0-12-630-16,4-1 339 0,1-8 68 0,0-4 119 16,0-2-413-16</inkml:trace>
  <inkml:trace contextRef="#ctx0" brushRef="#br0" timeOffset="181823.93">24543 12612 1725 0,'0'-5'0'0,"0"1"0"0,0 4 0 0,4 0 0 0,7 0 0 0,2 0 0 0,0 0 0 0,1 0 572 16,2 0-270-16,5 0-134 0,-1 0-68 0,3 0 105 16,-2 0-90-16,2 0-41 0,-5 0-21 0,1 0-141 15,-3 0 61-15,-4 0 38 0,-1-2-574 0,-1 2 298 16,-4 0 148-16,-3 0-785 0</inkml:trace>
  <inkml:trace contextRef="#ctx0" brushRef="#br0" timeOffset="181965.56">24631 12783 1292 0,'-17'10'0'0,"10"-3"0"0,0 1 0 0,1-5 0 0,4 1 0 0,2-2 0 0,0 2 594 0,0-2-281 0,9 4-140 15,4-3-70-15,3-1 382 0,0 2-231 0,1-3-110 16,1-1-326-16,2 0 107 0,-4 0 54 0,3 0 35 16,-1 0-372-16,-2 0 195 0</inkml:trace>
  <inkml:trace contextRef="#ctx0" brushRef="#br0" timeOffset="182838.46">25388 12408 830 0,'-6'-14'0'0,"3"5"0"0,0 3 0 0,3 1 0 0,0 1 0 0,0 2 0 0,0 0 193 0,0 0-84 0,0 2-38 16,5 2 262-16,-2 14-150 15,2 7-75-15,0 6 215 0,-3 10-149 0,0 0-70 16,-2 8-36-16,0-3 123 0,0 3-79 0,0-7-32 15,0 10-8-15,0-7-12 0,0-1-1 0,0-8-26 16,0 5-66-16,0-4 42 0,0-1-9 0,0-4 33 16,0-7-210-16,0 0 105 0,0-5 53 0,0-4-380 15,0-4 199-15,-2-4 57 0,0-4 63 0,-1-2-382 16,3 0 215-16,-2-6 99 0,2-9 61 16,0-2-372-16</inkml:trace>
  <inkml:trace contextRef="#ctx0" brushRef="#br0" timeOffset="183013.19">25473 12727 949 0,'7'-6'0'0,"3"4"0"0,1 0 0 0,4 0 0 0,4-1 0 0,3-1 142 15,7 0-59-15,8 1-25 0,2-1 500 0,1 1-262 16,1 2-132-16,-3-1 233 0,1 1-187 16,-1 1-88-16,-1 0-45 0,-1 0-113 0,-4 0 42 15,0 0-8-15,-4 0 35 0,-5 0-431 16,-2 0 215-16,-1 0 108 0,-7 0-235 0,-2 0 166 15,-6 0 89-15,0 0-99 0,-4 0-488 0,-1 0 304 16</inkml:trace>
  <inkml:trace contextRef="#ctx0" brushRef="#br0" timeOffset="183196.72">25931 12394 1037 0,'-13'-7'0'0,"3"5"0"0,1 2 0 0,4 0 0 0,-2 0 0 0,6 9 0 0,-1 12 0 0,2 3 449 0,0 6-200 0,0 5-112 15,0 0-52-15,0 10 272 0,0-4-162 0,0 3-81 16,0-7-6-16,0 10-41 0,0-11-1 0,0 4-33 16,0-3-141-16,0 1 71 0,2-3 43 0,2-5-479 15,1-2 253-15,3-9 126 0,2-5 64 0,6-1-717 16</inkml:trace>
  <inkml:trace contextRef="#ctx0" brushRef="#br0" timeOffset="183543.79">26208 12418 1641 0,'5'-14'0'0,"5"6"0"16,6 5 0-16,-1-1 0 0,0-2 0 0,2 5 0 0,2-2 0 0,5 3 173 0,1 0-70 0,-2 0-35 0,2 12 176 0,-6 1-96 0,4 8-63 15,-8 4-25-15,2 0-52 16,-8 7 25-16,-2 0-1 0,-5 2-131 0,-2 2 61 15,0 7 35-15,-7-5 1 0,-6 0-104 0,-4-4 77 16,-6 8 24-16,0-7-46 0,3-7-15 0,-4-1 36 16,-1-3-39-16,0-3 94 0,-5-5-29 0,3-2-13 15,-1-4-20-15,7-6 206 0,-2-1-80 16,5-3-46-16,4 0 202 0,3 0-112 0,6 0-34 0,1 0-36 16,4 0 128-16,0-3-72 0,10 2-47 15,14-2-33-15,0 1-6 0,5 0 0 16,5 0 0-16,3 0-16 0,2 0-8 0,-2 2 24 15,1 0 0-15,-2 0-202 0,-2 0 101 0,-2 0 58 16,-2 2-531-16,0 0 266 0,-2 0 91 0,-1-2 81 16,-2 0-494-16,-2 0 274 0,4 0 149 0</inkml:trace>
  <inkml:trace contextRef="#ctx0" brushRef="#br0" timeOffset="183819.05">26791 12488 1373 0,'0'-8'0'0,"2"3"0"0,9 3 0 0,6 2 0 0,3 0 0 0,-2 0 0 16,3 0 0-16,1 10 0 0,2 1 357 0,-1 0-154 0,3 4-89 0,-3 2-8 0,-1 2-36 0,-5 4 0 16,0 1-38-16,-7-2-69 15,1 8 31-15,-8-3 0 0,-3 1 39 0,0 0-35 16,-3 0 1-16,-12 0 42 0,-5-1-35 0,-2-3-1 15,-1 0 0-15,-4-3 28 0,-3-2-74 0,-5-4 33 16,2-5-11-16,-3-2-85 0,2-2 49 0,1-3 29 16,3-3-5-16,11 0-215 0,0-3 118 0,7-6 57 15,7-6 18-15,5-5-147 0,1-4 68 0,19-2 53 16,12-3-352-16</inkml:trace>
  <inkml:trace contextRef="#ctx0" brushRef="#br0" timeOffset="184033.48">27234 12441 1557 0,'0'-5'0'0,"0"3"0"0,-10 2 0 0,-3 0 0 0,-4 2 0 0,-5 13 0 0,2 7 0 0,-3 5 0 0,4 2 260 0,1 4-113 0,3 2-49 0,4 1 266 16,5 0-165-16,6-1-83 0,0-1 11 16,2-3-47-16,9 2-16 0,6-5-7 15,1-1-113-15,5-5 45 0,2-3 22 0,-1-3 0 16,0-4-334-16,4-1 174 0,-3-6 91 0,-4-2-528 15,4-3 288-15,-5 0 77 0,0-3 86 0,-1-7-285 16,0-4 194-16,-9 0 96 0,-1-11 49 0,-4-2-134 16</inkml:trace>
  <inkml:trace contextRef="#ctx0" brushRef="#br0" timeOffset="184405.39">27466 12477 1372 0,'0'6'0'0,"0"1"0"16,0 8 0-16,0-2 0 0,0 1 0 0,1-2 0 0,9 3 0 0,2-1 0 0,7-1 0 0,4-2 184 0,2-1-76 0,-3-5-29 0,11-1 67 0,-7-4-57 0,3 0-28 15,-2 0 0-15,-1 0-112 0,-5-4 50 0,4-8 13 16,-5 0-132-16,-1-1 76 0,-5-2 39 0,0-2 7 16,-3 0-50-16,-6 2 34 15,-1-4 23-15,-4 2-195 0,0-1 92 0,0-1 4 16,-7-4 39-16,-6 2 12 0,-2 3 14 0,0 4-24 15,-4 2 178-15,-4 2-79 0,-2 6-32 0,-2 4-12 16,1 0 205-16,-3 10-96 0,3 8-55 0,0 5-6 16,3 5 84-16,1 10-32 0,8-3-40 0,4 5 112 15,7 1-73-15,3-3-27 0,0 12-9 0,3-6 92 16,10 1-64-16,5-2-32 0,0-3-1 0,-2-7-2 16,3 3-29-16,1-4-1 15,0-7-235-15,2-3 117 0,-4-9 60 0,3-3-427 16,0-6 212-16,1-4 122 0,1 0 23 0,-2-8-200 15,-3-9 132-15,3-4 57 0,-5-3 42 0,0-1-363 16,1-1 198-16,-10-7 99 0,1-11 49 0,-6-5-177 16</inkml:trace>
  <inkml:trace contextRef="#ctx0" brushRef="#br0" timeOffset="184694.61">27937 12154 1144 0,'3'-6'0'0,"8"2"0"0,2 3 0 0,9-3 0 0,-6 0 0 0,7 1 0 0,0 0 0 0,-2 2 0 0,3 1 288 0,0 0-127 0,-3 0-64 0,-1 0 35 0,-3 1-49 0,-5 5-17 16,-2 3-8-16,-2 3-52 0,-6-1 0 0,-2 2 27 15,0 3 0-15,-7-1-67 0,-12 3 30 0,-2-1-1 16,-1-1 4-16,1 0 0 0,-2 0 34 16,7-4 7-16,-3 3 47 0,3-4-30 0,4 0-31 15,6-3 142-15,2 0-70 0,4-1-25 16,0 1 0-16,0-3 0 0,13-1-40 0,6-2-1 15,4 0 9-15,4-2 13 0,-7 0-21 0,8 0 0 16,-7 0-246-16,4 0 123 0,-4 0 70 0,1-2-512 16,-3-4 247-16,1 1 138 15,-5-3 29-15,0-1-408 0,-3 2 239 0,-1-1 131 0,-1-4 61 0,-1-4-169 16</inkml:trace>
  <inkml:trace contextRef="#ctx0" brushRef="#br0" timeOffset="184842.22">28384 12057 889 0,'-3'0'0'0,"3"0"0"0,0 0 0 0,0 2 0 0,0 0 0 0,2 3 0 0,5 0 0 0,4 3 314 16,-1 1-141-16,0 2-70 0,0-1 205 0,-3 1-137 15,-2-2-61-15,6 3-43 0,-6-5-238 0,0 1 102 16,0 0 51-16,1-3-503 0,1 1 286 16,2-1 129-16,-4-5 70 0,1 0-452 0</inkml:trace>
  <inkml:trace contextRef="#ctx0" brushRef="#br0" timeOffset="185033.71">28709 11917 1173 0,'1'-5'0'0,"3"-1"0"0,-3 4 0 0,3 2 0 0,-4 0 0 0,0 6 0 0,0 9 0 0,-5 6 0 0,-7 5 196 16,2 4-74-16,-10 11 236 0,1-1-162 0,0 5-82 15,-5 4-41-15,1 2 82 0,-6 1-53 0,-6 8-38 16,1-4-1-16,-1 2-194 0,-3 3 81 0,3-3 42 15,5-3 29-15,0 8-436 0,3-6 224 0,8-8 112 16,1 5-336-16,1 0 136 0,4-14 124 0</inkml:trace>
  <inkml:trace contextRef="#ctx0" brushRef="#br0" timeOffset="185246.14">28556 13311 2560 0,'0'-2'0'0,"2"2"0"0,17 0 0 0,-3 0 0 0,-5 3 0 0,-7-1 0 0,-3 0 149 15,0 2-58-15,-1-4-21 0,0 0-7 0,0 0-214 16,0 0 92-16,0 0 46 0,-2 0-1011 0</inkml:trace>
  <inkml:trace contextRef="#ctx0" brushRef="#br0" timeOffset="189733.63">18972 13570 725 0,'-2'-2'0'0,"0"0"0"0,1 1 0 0,-1-1 0 0,2 0 0 0,0 0 0 0,0 2 0 0,0 0 0 0,-2 0 99 0,2 0-25 0,0 0-8 16,0 0-33-16,0 0 38 0,0 0-1 0,0 0-37 16,0 0 47-16,0 0-47 0,0 0-1 15,0 0 1-15,0 0 20 0,0 0-20 16,0 0 7-16,0 0 4 0,0 0-11 0,0 0 0 16,0 0-1-16,0 0 6 0,0 0 3 0,0 0-8 15,0 0-1-15,0 0-30 0,0 0 31 0,0 0 0 16,0 0-22-16,0 0 18 0,2 0 2 0,5 0-6 15,0 0 36-15,-1 0-2 0,2 0-20 0,1 0-23 16,0 0 15-16,1 0 0 16,1 2 0-16,-2 0-12 0,3 1 19 0,-1 1-5 0,0 0-2 0,3-1-23 15,-3 3 23-15,4-2 9 16,-2 2-34-16,2-3 23 0,0 1 1 0,2-2-5 16,0 0-7-16,0 0 9 0,1-2 0 0,1 0-2 15,2 0 1-15,1 0 0 0,-1 0 0 0,4 0-18 16,1 0-5-16,-2 0 19 0,0-2 2 0,1 0-30 15,0 2 0-15,-3 0 30 0,4 0-3 0,-1 0-43 16,-1 0 40-16,3 0-5 0,-1 0-7 0,-4 0 9 16,6 0 0-16,-1 0-18 15,-1 0 16-15,2 0-3 0,1 0 2 0,-7-2 29 16,8 0-28-16,-1-1 1 0,-2-1-1 0,1 2 7 16,2 0-6-16,0 0 5 0,2 0-23 0,-2 1 18 15,2-2 0-15,-2 3 1 0,2 0-6 0,-2 0 9 16,4 0-4-16,1 0-22 0,-2 0 22 0,3 0-4 15,-1 0 2-15,3 0 7 0,-1-2-7 0,1 0-3 16,5-1 2-16,-2-1-3 0,-1 2 4 0,-4-1 2 16,1 1-28-16,1 0 24 0,-5 0 1 15,3 2-1-15,0 0-6 0,-4 0 8 16,2 0-2-16,-4 0-15 0,2 4 14 0,-2 0-2 16,-2 1 2-16,-1-1-15 0,5-1 14 0,-5-1-3 15,1 1 2-15,4-3 25 0,0 0 0 0,1 0-21 16,-1 0 28-16,0 0-28 0,-2 0 0 0,-3 0 1 15,1-3 23-15,-3 1-18 0,3 0-5 16,-3 1 22-16,-2 1-20 0,2-2 5 0,0 2-4 0,-3 0 19 16,7-2-17-16,-3 0 2 0,1 0-2 15,-2 1-37-15,1-1 36 0,-1 0 3 0,7-2-16 16,-4 2-22-16,-1-2 33 0,1 3-1 16,-7-2-33-16,3 2 0 0,-3-1 25 0,0 2-19 15,-5 0 22-15,-1 0-7 0,-4 0-2 0,2 0-23 16,-3 0-6-16,-1 0 31 0,0 0 1 15,0 0 9-15,-4 3-16 0,2 0 4 16,-1 0 48-16,-1 1-23 0,2-2 2 0,-4 2-24 0,1-2 37 16,-2-2-1-16,1 1-25 0,-1-1 10 15,-2 0-10-15,0 0-1 0,2 0 11 0,-2 0-18 16,0 0 14-16,0 0-5 0,0 0 6 0,0 0-40 16,0 0 2-16,0 0 30 0,0 0-277 0,0-3 130 15,0-1 56-15,0 0 36 0,0 2-868 0,0 2 443 16</inkml:trace>
  <inkml:trace contextRef="#ctx0" brushRef="#br0" timeOffset="212061.89">8921 14004 664 0,'-2'-3'0'0,"-3"2"0"0,3-1 0 0,-1 1 0 0,1 1 0 0,0 0 0 0,-2 0 0 0,4 0 157 0,-1 0-67 0,1 0-28 15,0 0 72-15,-2 0-51 0,2 0-25 16,-2 0 22-16,2 7-9 0,-2 3-38 0,2-2 0 16,0 6 26-16,-2 0 1 0,2 6-19 15,0 1-8-15,0 3 61 0,0 2-30 0,0 4 0 16,0 1 29-16,0 3-23 0,0-1-7 0,0 2-30 16,0-3 27-16,2 0 0 0,2-2-27 0,1-7-17 15,4 1 17-15,0-3 0 0,1-3-1 0,-1-1-28 16,3-5 29-16,-1-3 8 0,2-1-8 0,1-6-55 15,0-2 28-15,2 0 0 0,0 0 2 0,0-8-39 16,-2-7 13-16,4-5 0 16,-6-3-24-16,2-3 28 0,-1-2-15 0,-1-7-71 15,-3 0 45-15,2-6 27 0,-1 1-12 0,-1-1-47 16,-2 0 33-16,0 5-4 0,0-4 29 0,-4 3-28 16,1 3 23-16,0 2 11 0,-2 9 24 0,-2-1-6 15,0 5-35-15,0 8 12 0,0 1 166 0,0 5-79 16,0 2-34-16,0 2 207 0,0-1-104 0,0 2-62 15,0 0-10-15,0 11 65 0,-4 6-35 0,2 3-19 16,-2 5 0-16,4 1 17 0,0 3-26 0,0 4 1 16,0-1-27-16,0 1 105 15,0 0-56-15,0 3-25 0,0 0 45 0,6 0-35 16,1-1 0-16,2 0-25 0,4-2-42 0,-3 1 34 16,1-4 0-16,3-3-67 0,0-3 34 0,-2-6 8 15,1 2 25-15,1-4-36 0,-4-4 1 0,1 0 34 16,-1-4-17-16,-2-2-97 0,1-3 32 0,-4-1 32 15,2-2-129-15,-1 0 74 0,-3 0 18 0,0 0-184 16,1-2 108-16,2-6 54 16,-3-2 12-16,4-2-362 0,-2-1 189 0,2-1 107 15,1 2 49-15,2-4-469 0,1 0 260 0,1 1 129 16</inkml:trace>
  <inkml:trace contextRef="#ctx0" brushRef="#br0" timeOffset="212279.31">9572 14052 1469 0,'-4'-5'0'0,"3"3"0"0,1 0 0 0,-2 0 0 0,2 1 0 0,0-1 0 0,0 0 0 0,5 0 0 0,8 0 422 16,1 0-186-16,2 1-106 0,3-2-49 0,1 2 166 16,3-2-107-16,0 2-54 0,0-1-18 0,-1-1-61 15,-2 2 0-15,1 0 25 0,-1-1-77 0,-2-1 39 16,-2 3 8-16,0 0-285 0,-7 0 158 0,3 0 79 15,-3 0 40-15,-2 0-593 0,-3 0 281 0,-1 0 125 16,-1 0 81-16,1 6-366 0</inkml:trace>
  <inkml:trace contextRef="#ctx0" brushRef="#br0" timeOffset="212546.6">9670 14323 933 0,'-13'9'0'0,"3"-2"0"0,3-1 0 0,1 0 0 0,1-2 0 0,1-4 115 0,1 0-33 0,3 0-29 0,0 0 439 16,0 0-230-16,7 0-115 0,5 0-57 0,4 0 255 16,2 0-161-16,3 0-75 15,2 0-38-15,2 0 69 0,0-2-54 0,-4 2-18 16,3-2-86-16,-3 2 26 0,1 0-1 0,-1 0-118 16,-2 0 72-16,-2 0 43 0,-3 0-7 0,-2 0-18 15,-3 2 27-15,0 2 0 0,-2-2 27 16,-2-1-126-16,-1 2 15 0,-2-1 37 0,0-2-16 0,-2 0 60 15,0 0-15-15,0 0-21 0,0 0 52 0,0 0 0 16,0 0-22-16,0 0-379 16,-2-5 178-16,-2 2 82 0,2-1 46 0,2 2-278 15</inkml:trace>
  <inkml:trace contextRef="#ctx0" brushRef="#br0" timeOffset="-211536.8">10605 14151 686 0,'-8'-5'0'0,"3"2"0"0,-1 1 0 0,1-2 0 0,-1 0 0 0,0-1 0 0,1-1 0 0,1 0 91 0,0 1-29 0,3-1 0 0,-3-1 30 16,2 0-30-16,-1-1 9 0,3-4-39 0,0 1 100 15,0-1-50-15,0 4-25 16,0-3 1-16,3 1 68 0,3-1-50 0,1 1-22 15,2 0 47-15,1 5-34 0,1-3 0 0,-2 5 15 16,5-3-29-16,0 5 1 0,0-1-22 0,2 2 13 16,3 0-4-16,0 0-9 0,0 0 1 0,4 11-31 15,-2 2 30-15,0 4 1 0,0 1 8 0,-2 7-45 16,-2 4-1-16,-3 2 38 0,-2 3-7 0,-4 9 6 16,-7-6-6-16,1 11 50 0,-2-7-26 15,0 2 0-15,-7 1-25 0,-4-3 39 0,-4-8-24 16,0 3-9-16,-4-4 9 0,0-5-63 15,-1-3 32-15,1-6 0 0,1-5 33 0,-2-5-150 16,-1-3 63-16,0-5 34 0,3 0-227 0,-1-1 121 16,2-11 41-16,2-2-261 0,2-1 142 0,1-3 82 15,5 2 39-15,3-1-193 0,4 0 108 0,0 0 68 16,0 1 29-16,4 2-106 0,10 1 68 0,4 1 34 16,3 3-9-16</inkml:trace>
  <inkml:trace contextRef="#ctx0" brushRef="#br0" timeOffset="-211217.65">11192 14089 68 0,'0'-21'0'0,"0"3"0"0,0 0 0 0,-5 1 0 0,-2 0 300 0,-2-1-125 0,-1 3-76 0,-1 0-32 0,2 1 103 15,-3 3-68-15,1-1-35 16,2 7 8-16,-1-1-16 0,-1 2 0 0,0 4-26 0,-1 0 57 0,-1 3-29 15,-1 11 8-15,0 7-36 16,1 6 81-16,-1 1-41 0,0 6 0 0,-2 5 110 16,7-5-67-16,-4 13-46 0,3-6 0 0,3 0 143 15,4-3-90-15,3 1-46 0,0-1-13 0,0-4 61 16,0-2-46-16,9-2-23 0,3-4 73 0,4-6-41 16,3 5-31-16,1-6 0 0,1-4-56 0,0-2-1 15,1-3 33-15,-1-2-160 0,7 0 75 16,-7-4 43-16,1-3 21 0,-1 2-354 15,2-3 176-15,-3 0 51 0,-1 0 56 0,0-4-248 16,-3-5 137-16,2-2 68 0,-2 3-402 0,5-4 227 16</inkml:trace>
  <inkml:trace contextRef="#ctx0" brushRef="#br0" timeOffset="-210641.8">11505 14182 1085 0,'-5'0'0'0,"0"0"0"0,3 2 0 0,2 1 0 0,-2 1 0 0,2 0 0 0,0 1 0 0,0 0 0 0,0 1 121 0,2-1-48 0,5 0 172 16,7 0-106-16,-1-2-53 0,4-2-26 0,1 2 75 16,3 0-55-16,0-3-24 0,2 0 1 0,3 0 0 15,-5 0-24-15,5-3 8 0,-3-3-8 0,-1-1-1 16,-1 0 1-16,-2-1 0 0,-3-2-105 0,2 2 61 16,-6-2 18-16,0 1-28 0,-1-6 27 0,-4 3-10 15,-1-1 1-15,-3-2-103 0,2 0 58 16,-3 0 14-16,-2 0 0 0,0-3-56 15,0 4 40-15,0-3 11 0,-8-1 0 0,0 4-12 16,-3-3 0-16,0 4 20 0,-4 0 41 0,-1 3-31 16,0 2-1-16,-1 3 29 0,-1 3 0 0,-3 2-29 15,0 0 3-15,-3 7 184 0,3 9-78 0,-2 1-46 16,5 3-23-16,-3 2 202 0,2 6-80 0,1-5-62 16,0 5-1-16,4 1 73 0,0 1-58 15,3 0-30-15,2 1 88 0,3-2-63 0,2 1-27 0,4-2 62 16,0-1-45-16,0-2-22 15,2-4 8-15,12 8-4 0,-2-6-1 0,4-3-25 16,0 0-1-16,3-1 30 0,-2-6 7 0,7 3-36 16,-1-5-42-16,2-2 21 0,1-1 0 0,0-4 21 15,-2-2-154-15,6 0 73 0,-3-2 31 0,-3 0-356 16,1 0 173-16,-1-4 97 0,-3-4 18 0,3-5-202 16,-3-1 127-16,-1 1 64 0,1-2 31 0,2 1-453 15,-5 0 235-15,7-5 129 0</inkml:trace>
  <inkml:trace contextRef="#ctx0" brushRef="#br0" timeOffset="-210211.9">12121 13765 1084 0,'-10'-7'0'0,"5"1"0"0,1 2 0 0,2-1 0 0,2-1 0 0,0 1 0 0,0-1 0 0,0-2 0 0,4 1 269 0,8 1-109 15,2 1-68-15,1 0 122 0,2 2-90 0,-1 1-46 16,2 2-23-16,-1 0 8 0,0 0-9 0,-4 6-21 16,0 1-22-16,0 5 0 0,-1-1 22 0,-5 2 8 15,-2 1-44-15,-3 2-1 16,-2 1 37-16,0 2-50 0,0 2 25 0,-9-3 8 15,-8 2 17-15,2 0-49 0,-4-2 8 0,1-2 0 16,-3-1 5-16,3-4 37 0,-5 4-27 0,5-8 7 16,-1 2-5-16,3-4 110 0,5 1-48 0,-1-4-16 15,5 1 197-15,3-3-110 0,1 0-54 0,3 0 128 16,0 0-92-16,0 0-37 0,5 0-31 0,11 0 0 16,4 0-1-16,2-4-22 0,3 0 0 15,-5 0-48-15,10 0 20 0,-5 1 0 16,-2 1-65-16,5 0 47 0,-8 2 22 0,3 0 9 15,-2 0-404-15,-3 0 163 0,-1 0 111 0,-2 0-522 16,0 0 300-16,-4-2 143 0,1 1 83 0,-1-1-508 16,2-4 292-16</inkml:trace>
  <inkml:trace contextRef="#ctx0" brushRef="#br0" timeOffset="-210024.4">12477 13658 732 0,'0'-4'0'0,"0"2"0"0,0 0 0 0,0-1 0 0,0 1 0 0,2 0 516 16,8 0-242-16,-1 2-113 0,6 0 131 0,-1 0-129 16,2 0-66-16,0 0 147 0,2 2-106 0,-1 5-45 15,2 0-34-15,-4 0-250 0,0 0 112 0,0 1 55 16,-2 2 37-16,0-4-477 0,-4 0 248 0,0 0 124 16,2-2 63-16,-2 0-643 0,-2-3 311 0</inkml:trace>
  <inkml:trace contextRef="#ctx0" brushRef="#br0" timeOffset="-209697.77">12842 13448 286 0,'5'-15'0'0,"-3"4"0"0,2-1 0 0,-1 3 0 0,0 1 0 0,-1 1 0 0,0 3 503 0,-2 2-240 0,0 1-115 0,0-1 317 0,0 2-215 0,0 0-110 0,0 0-45 0,0 0 239 15,0 9-150-15,-4 5-76 0,-2 2-38 0,0 3 136 16,-1 3-79-16,0 5-51 15,-1 1 41-15,-1 1-42 0,-1 4-21 0,-1 1 0 16,-2 1 8-16,-2 8-29 0,-2 1 0 0,0 1-16 16,-2 2 16-16,-3 4-1 0,1-1 9 0,1-1-49 15,-1 0 41-15,4-4 0 0,0-2 0 0,8-9-14 16,-3 3 160-16,5-4-179 0,-1-6 0 0,5-4 0 16,-1-2 0-16,-1-4 0 0,4-7 0 0,-1-2 0 15,0-2 0-15,2-2 0 16,-2-4 0-16,2 2 0 0,-2-2 0 0,-1 0 0 15,1 0 0-15,0 0 0 16,0 0-232-16,-1 0 147 0,3 0 33 0,-2 0 26 0,0 0-509 0,2 0 251 16,0 0 125-16,0 0-280 0,0 0 196 0,4 0 108 15</inkml:trace>
  <inkml:trace contextRef="#ctx0" brushRef="#br0" timeOffset="-209326.76">13031 14227 924 0,'-9'-1'0'0,"6"-1"0"0,1-1 0 0,2 3 0 0,-2 0 257 16,2 0-112-16,0-1-48 0,0-3-36 0,7 1 400 15,6-2-215-15,4-1-106 0,3 1-54 0,3 2-18 16,6-1-8-16,-1 0 345 0,4 0-186 0,1 2-93 16,-1 1-46-16,2-1-98 0,0 2 22 0,-2 0-1 15,-2 0 30-15,-2 0-254 16,-5 0 127-16,0 0 72 0,-1 0 23 0,-3 0-139 15,-4 0 34-15,-4 0 61 0,-2 0-340 0,-1 0 167 16,-2-3 96-16,-4 3 44 0,-1 0-257 0,1 0 150 16,-2 0 75-16,0 0-334 0,0 0 209 0</inkml:trace>
  <inkml:trace contextRef="#ctx0" brushRef="#br0" timeOffset="-209016.59">13379 13875 1035 0,'-9'-4'0'0,"1"1"0"0,1-1 0 0,1 3 0 0,-2-1 0 0,1 2 0 0,3-2 315 0,1 2-141 0,-1 0-63 16,4 0 199-16,0 5-139 0,0 6-69 0,0 4-35 0,0 0 124 16,2 5-70-16,2 6-49 15,-1 0 1-15,-1 3 70 0,0 5-55 0,-2 6-28 16,0-4 44-16,0 13-40 0,0-1 0 0,-4 2-31 15,1 1 57-15,-3 0-29 0,4-8 9 0,-2 9 6 16,2-9-22-16,2-7 0 0,0-1-22 0,0-4-1 16,0-5 10-16,0 1-8 0,0-8-1 0,0-1-50 15,0-3 26-15,0-6-1 0,0 1-33 0,0-2 25 16,0-5 0-16,0 1 9 0,0-3-281 0,0 2 121 16,0-1 77-16,0-1-516 0,0 2 279 0,0 0 140 15,2 0 69-15,2 5-685 0</inkml:trace>
  <inkml:trace contextRef="#ctx0" brushRef="#br0" timeOffset="-206437.69">14373 14089 782 0,'0'0'0'0,"-2"0"0"0,2 0 0 0,0 0 0 0,0 0 0 0,0 0 0 0,-2 0 0 0,2 0 0 0,0-5 173 16,0-2-70-16,0 1-27 0,0-1-12 0,0 0 20 15,0-2-26-15,0 1 0 0,0-2 24 0,-1-1-8 16,1 0-42-16,-5 1 31 0,3 0-1 0,-2-3-29 16,1 4 8-16,-1-2 49 0,-1 2-28 0,-1-3 0 15,-2 3-29-15,-1-1 63 0,2 3-24 0,-2-3-7 16,-3 3-33-16,1 2 36 0,-3-1-1 16,0 2-34-16,0 3 18 0,-3 1-18 15,0 0 0-15,3 0 0 0,-4 2 10 0,0 11-10 16,-1-1 8-16,3 1 23 0,-2 5-31 0,3-1 0 15,-4 3-1-15,4-2 33 0,4 0 9 0,-4 6-42 16,2-2 39-16,2 2 1 0,1 1-40 0,1 2 1 16,1 1 63-16,3 2-35 0,1 0-1 0,1 2 61 15,3 0-44-15,0 2-22 0,0-3 8 0,7 0 27 16,4-1 109-16,4-4-199 0,4-2 0 16,0-3 0-16,-1-4 0 0,8 0 0 15,-3-6 0-15,4-1 0 0,-1-3 0 0,0-3 0 16,-4-1 0-16,8-3 0 0,-5 0 0 0,-2 0 0 15,0 0 0-15,-3 0 0 0,-1-5 0 0,-3-2 0 16,-2-2 0-16,-1 0 0 0,-4 2 0 0,-1-5 0 16,-3 6 0-16,1-2-165 0,-3 2 131 0,-1 0-654 15,0 4 328-15,2 1 163 0</inkml:trace>
  <inkml:trace contextRef="#ctx0" brushRef="#br0" timeOffset="-179244.37">14913 13873 455 0,'-3'-2'0'0,"-1"0"0"0,0-3 0 0,1 4 0 0,-1-1 0 0,2-2 0 0,-2 2 112 0,2 0-39 15,0 0-1-15,0 1-15 0,1-1 8 0,1 0-33 16,-2 0-6-16,0 1 7 0,2 1 0 0,-2-3-1 15,-2 2 10-15,3-2-9 0,-5 3 0 0,3 0-1 16,-4 0 30-16,0 0-1 0,0 0-20 0,-4 0 29 16,1 0 0-16,-1 4-38 0,-1 4 1 0,1 1 44 15,-2 3-14-15,-1-1-8 0,3 4 10 0,-2 2 0 16,0 5-33-16,2-1 1 16,1 1 32-16,-1 7-32 0,2-3 0 0,1 5 0 15,2-3 30-15,3 5 8 0,-1-1-38 0,4-1 0 16,0 3 32-16,0-2 0 0,0 1-32 0,2-3 31 15,5-1-7-15,1-2-24 0,3 1 6 0,-2-3-7 16,3-2 1-16,-1-2 8 0,2 0-32 16,1 0 24-16,-2-2 0 0,2-3-1 0,-1 2-58 0,-2-2 38 15,1-3-9-15,-1 2-58 0,-1-3 40 0,-1-1 8 16,-2 0 1-16,0-5-81 0,-1 5 47 16,2-4 14-16,-4 0-200 0,1-3 100 15,-1 1 57-15,-1-1 10 0,1 0-316 0,1-3 172 16,-2-1 85-16,1 0 42 0,-1 0-154 0,5 0 90 15</inkml:trace>
  <inkml:trace contextRef="#ctx0" brushRef="#br0" timeOffset="-178988">14987 14213 601 0,'-8'-18'0'0,"3"7"0"0,1 4 0 0,0-5 0 0,-1 3 0 0,1 1 473 0,2 3-220 0,2 1-111 0,-1 2-54 16,1 1 224-16,0 1-131 0,0 0-79 0,0 0-34 16,7 0-10-16,0 5 1 0,2 0-26 0,-1 2 75 15,3 4-42-15,-2-2 0 0,3 0-71 16,-1-1-1-16,0 2 39 0,3-3 8 16,-3 1-138-16,-2-2 65 0,3 0 33 0,-5 0-1 15,2 0-244-15,-1-2 129 0,0 1 33 0,-3-1-113 16,-1-1 65-16,1-1 54 0,-1 2-15 0,2-2-258 15,0 0 162-15,-1-2 77 0,2 0-273 0</inkml:trace>
  <inkml:trace contextRef="#ctx0" brushRef="#br0" timeOffset="-178661.73">15293 14006 1446 0,'0'-6'0'0,"0"4"0"0,0 1 0 0,0-1 0 0,0 0 0 0,0 0 0 0,0 2 0 0,-1 0 0 0,-4 0 175 0,3 0-71 16,-1 2-28-16,-1 6 32 0,-2 6-37 16,3 1 0-16,-4 3 30 0,-2 5-34 0,2 1 8 0,-4 3-42 15,1 3 45-15,-1 2-23 0,-2 4 1 0,2-1-24 16,-2 1 39-16,-1 7-38 16,1-5-1-16,2 2-54 0,-2-4 27 0,0 3 0 15,3-6 36-15,-1 3-49 0,0-2 1 0,1 0 40 16,1-4-143-16,0-1 66 0,3-5 23 0,-2-2 17 15,3-1-151-15,-1-6 77 0,3-1 20 0,-3-4 25 16,3-2-141-16,-2-3 78 0,1 0 19 0,1 0-77 16,1-3 61-16,-2-1 30 0,2 0-8 15,-1-1-13-15,3 0 26 0,-2 0 0 0,2 0-136 16,0 0 80-16,0 0 33 0,0-6 8 16,2-7-193-16,10-5 117 0</inkml:trace>
  <inkml:trace contextRef="#ctx0" brushRef="#br0" timeOffset="-178271.22">15374 13857 902 0,'0'-11'0'0,"0"1"0"0,0 3 0 15,0 0 0-15,0-2 0 0,0 1 0 0,0 1 0 0,0 3 0 0,0-1 295 0,1 2-131 0,8 1-66 0,-4 0 74 0,2 2-70 16,3 0-26-16,-3 0 65 0,5 2-54 0,-5 3-27 16,2 3 0-16,1 2 44 0,-1 3-27 0,0 3-9 15,1-1-35-15,-2 9 171 0,1-2-86 0,-2 4-42 16,1 4-14-16,0 0 148 16,-1 2-88-16,0 3-45 0,1 2 49 0,1 6-47 15,-1-9-14-15,1 9-9 0,-1-4-62 0,-2-3 39 16,-1 1 0-16,-1 1-34 0,-3-1 8 0,-1 0 26 15,0 0-1-15,0-2-7 0,-1-1 8 0,-8-2-1 16,-1-8 9-16,-3 9-42 0,0-11 2 0,-3 3-1 0,0-5-63 16,2-5 40-16,0 0 18 0,-2-1-4 15,4-3-94-15,-2-4 55 0,5 1 22 0,2-3-220 0,-3-1 106 16,6-3 65-16,0 2 13 0,2-2-179 0,1-1 105 16,1 0 51-16,0 0 19 15,0 0-453-15,5 0 244 0,11 2 121 0</inkml:trace>
  <inkml:trace contextRef="#ctx0" brushRef="#br0" timeOffset="-177084.5">16423 13794 780 0,'-3'0'0'0,"-3"0"0"0,1 0 0 0,1 0 0 0,2 0 0 0,-1 0 0 0,3 0 0 0,-3-3 109 0,3 3-39 0,0-2 1 0,0 1 169 15,6-3-96-15,9-1-59 0,6-1 136 16,-1 2-94-16,5 0-48 0,1 0-22 16,-1 3 82-16,7-1-57 0,-4 0-24 0,0 2-1 15,2 0 0-15,-3 0 0 0,-6 0-16 0,4 0-93 16,-4 0 43-16,-3 0 20 0,0 0 1 0,-6 0-256 15,-2 0 146-15,-2 0 52 0,-3 0-447 0,-3 0 214 16,0 0 128-16,-2 0 31 0,0 0-244 0,-8 0 170 16,-1 0 81-16</inkml:trace>
  <inkml:trace contextRef="#ctx0" brushRef="#br0" timeOffset="-176794.46">16671 13752 388 0,'-11'0'0'0,"4"0"0"0,-1 0 0 16,1 0 0-16,1 0 0 0,1 0 289 0,-1 1-132 0,-2 7-62 0,1 4-31 0,-2 1 67 0,0 2-49 15,-3 4-16-15,-3 4 61 0,1-2-47 0,0 5-24 16,-3-4-127-16,2 2 51 0,1-5 35 0,-4 3-8 16,4-4-114-16,0-1 71 0,-2-4 34 0,2-2 0 15,0-2-69-15,3 0 41 0,2-5-10 16,-1 2 132-16,5-4-57 0,-1 2 1 16,4-3-64-16,0 4 132 0,2 2-51 0,0-1-26 15,0 3 177-15,0 4-84 0,0 1-26 0,4 6-32 16,2 0 55-16,-3 5-42 0,4 1-22 0,-6-2 9 15,3 6-7-15,-2-2-22 0,0 0 0 0,-2-1 0 16,0-1-114-16,0-4 65 0,0 2 20 0,0-6-120 16,0-1 68-16,0-6 39 0,0-3-390 0,0-4 194 15,0-4 66-15,-2 0 60 0,0-12-302 16,0-12 174-16,2-4 87 0,0-2 35 16</inkml:trace>
  <inkml:trace contextRef="#ctx0" brushRef="#br0" timeOffset="-176459.8">16335 14029 861 0,'0'-7'0'0,"-2"4"0"16,2 0 0-16,0 3 0 0,2 0 0 0,10 0 0 0,8-1 363 0,6 0-165 0,4-5-83 0,6-1-41 0,8-1 204 0,-7 1-114 15,14-4-70-15,-6 4-24 0,-1-1-37 16,-3 1 0-16,-8 1-79 0,3 1 47 16,-2 2-7-16,-4 0 38 0,-8 1-142 0,1 2 71 15,-5 0 36-15,-4 0 9 0,-3 0-44 0,-4 5 33 16,0-2-36-16,-5 2 168 0,-1 1-76 15,1 0-22-15,-2 0-31 0,0-1 247 0,0 4-108 0,0 0-59 16,0 3 62-16,2 0-45 0,0 2-36 0,1 5 1 16,2 0 40-16,1 6-33 0,-1-3 0 0,4 0-27 15,-2 6-31-15,-2 1 0 0,3-1 24 16,-2 0-1-16,-2 1-90 0,-1-6 53 0,-1 8 15 16,0-5-131-16,-2-2 62 0,0 1 42 15,0-4-171-15,-5-1 82 0,-6 1 51 0,1-4 24 16,-5-4-106-16,-1-2 58 0,-1-2-2 0,-6-5 14 15,-2-4-260-15,1 0 147 0,-1-2 74 0,1-11 37 16,0-11-371-16,-3-10 207 0,5-5 101 0,0-6-303 16</inkml:trace>
  <inkml:trace contextRef="#ctx0" brushRef="#br0" timeOffset="-176319.6">16549 14041 1180 0,'-11'-1'0'0,"6"1"0"0,1 0 0 0,2 1 0 0,1 12 0 0,1 1 0 0,0 2 0 0,0 5 203 0,0 4-85 0,0-4 174 0,5 5-134 15,-1-1-62-15,1 2-32 0,2-1-2 0,-3-1-29 16,3-4 8-16,-2-1-9 0,-1-1-264 0,1-4 132 16,-1-4 66-16,-1-1 34 0,1-5 8 0,2-3 24 15,2-2-513-15</inkml:trace>
  <inkml:trace contextRef="#ctx0" brushRef="#br0" timeOffset="-176148.03">16678 14001 851 0,'3'-4'0'0,"1"4"0"0,2 0 0 0,-1 0 0 0,-1 12 0 0,1 4 0 0,3 7 462 0,-4 6-215 0,1 3-107 16,-3 7 269-16,0 3-189 0,-2-3-85 0,0 14-55 15,0-9 15-15,0 0-31 16,0 0-1-16,0-10-247 0,0 7 117 0,0-6 46 16,2-3 26-16,0-9-507 0,3-5 267 0,3-7 134 15,3-5-583-15</inkml:trace>
  <inkml:trace contextRef="#ctx0" brushRef="#br0" timeOffset="-175936.44">17281 13593 1288 0,'4'-4'0'0,"2"4"0"0,2 2 0 0,-1 11 0 0,-1 6 0 0,-5 8 159 0,5 12-63 0,-3 2-31 0,2 6 458 16,-3 3-245-16,0 3-114 0,3 3 148 0,-1 1-139 15,1 0-71-15,1 11-34 0,0-7-187 0,-2-7 85 16,-1 3 29-16,-1-5 0 0,0-13-488 0,0-2 262 16,-2-12 133-16,0-2 73 0,0-12-338 0,0-4 182 15,0-7-32-15,-6 0-252 0,1-8 216 16</inkml:trace>
  <inkml:trace contextRef="#ctx0" brushRef="#br0" timeOffset="-175773.88">17145 13966 1332 0,'-10'-11'0'0,"2"3"0"0,7 5 0 0,-1 1 0 0,2 0 0 0,0 1 0 0,0-2 0 0,5 1 0 0,11-2 452 0,2 0-201 0,3 1-114 15,0-2-51-15,1 0 130 0,1 2-92 0,-1-2-45 16,1 2-320-16,-3-1 132 0,-2 3 71 16,-4-1 36-16,-2 0-260 0,-3 2 148 0,-2 0 82 15,-1 2-741-15</inkml:trace>
  <inkml:trace contextRef="#ctx0" brushRef="#br0" timeOffset="-175625.28">17186 14083 1302 0,'-11'0'0'0,"3"0"0"0,0 0 0 0,1 0 0 0,3 0 0 0,3 0 0 0,1 0 0 0,0 0 0 0,0 0 307 0,7-3-138 0,2 2-59 0,7-1-43 15,-4 2-192-15,4 0 79 0,-3 0 39 0,0 2-510 16,-2 9 282-16,-2 4 129 0</inkml:trace>
  <inkml:trace contextRef="#ctx0" brushRef="#br0" timeOffset="-175495.62">17168 14253 827 0,'-12'0'0'0,"4"0"0"0,1 0 0 16,-1 0 0-16,2 0 0 0,5 0 131 0,1 0-49 0,0 0-24 0,1-5 221 0,13 3-127 15,3-4-59-15,2 2-31 0,1-2-71 0,6 3 21 16,-5 2 8-16,7-4-503 0,-3 4 249 0,3-1 124 15</inkml:trace>
  <inkml:trace contextRef="#ctx0" brushRef="#br0" timeOffset="-175264.25">17618 13585 843 0,'5'-2'0'0,"2"2"0"0,0 2 0 0,-2 19 0 0,-3 7 0 0,0 13 0 0,0 3 526 0,-2 8-246 0,0 4-116 0,0 10 157 16,0-4 38-16,0 4-163 0,-4 0-82 0,1-1 135 16,-1-4-100-16,0 10-62 0,1-10-82 15,3-9 0-15,0-1 28 0,0-12-1 0,0-2-399 16,0-5 196-16,0-11 101 0,0-6 52 16,0-6-553-16,0-6 201 0,0-3 172 0,0-12-326 15,0-14 245-15,3-6 123 0,-3-12 62 0</inkml:trace>
  <inkml:trace contextRef="#ctx0" brushRef="#br0" timeOffset="-175116.62">17641 13953 952 0,'1'-20'0'0,"1"0"0"0,4 8 0 0,-1 1 0 0,3 3 0 0,0 1 0 0,1 3 0 0,2 1 413 0,2-2-194 0,4 3-94 16,-2 0 189-16,0 0-141 16,0 2-70-16,0 0-27 0,0 0-171 0,-2 0 64 15,-1 0 32-15,1 2 0 16,-6 3-207-16,1 2 128 0,-2 2 51 0,-3 4-603 15</inkml:trace>
  <inkml:trace contextRef="#ctx0" brushRef="#br0" timeOffset="-174969.1">17659 14096 484 0,'-15'2'0'0,"6"1"0"0,1 1 0 0,2-2 0 0,3-2 0 0,1 0 536 0,2 0-256 0,0 0-123 15,4 0 263-15,9 0-193 0,4 0-97 0,2 0-41 16,-1 0 32-16,3 0-44 0,0 2-23 0,-1 0 1 15,-1 2-498-15,-3-1 247 0,0 1 110 0,-3 2-269 16,-1 2 194-16</inkml:trace>
  <inkml:trace contextRef="#ctx0" brushRef="#br0" timeOffset="-174818.46">17678 14329 651 0,'-7'3'0'0,"3"4"0"0,2-4 0 0,-2-1 0 0,4-2 0 0,-2 0 490 0,2 1-229 15,0-1-114-15,0 0-48 0,4 0 229 0,7 0-147 16,0 0-75-16,3 0-36 0,0 0-165 16,2 0 60-16,0 0 34 0,2 0-240 0,0-1 137 15,1 1 69-15</inkml:trace>
  <inkml:trace contextRef="#ctx0" brushRef="#br0" timeOffset="-174419.07">18607 14141 857 0,'-1'-19'0'0,"-1"2"0"0,2 2 0 0,0-4 0 0,0 2 0 0,0-1 0 0,0 1 194 0,0-2-80 0,0 2-41 0,0 0 0 15,-4 2 92-15,-1 0-70 0,-3 2-31 0,-3 3 37 16,-2 2-34-16,-6 4 0 0,-2 1-26 0,-7 3 25 16,-2 0 0-16,-6 17-33 0,-2 4 151 0,-1 8-76 15,-2 4-29-15,-6 10-9 16,4 3 112-16,1 0-74 0,5 3-38 0,9-4 0 16,1 5 165-16,5 2-105 0,7-2 96 0,7 2-97 0,8-4-48 15,0-3-24-15,2-7 31 16,15 5 114-16,7-8-202 0,3-2 0 0,5-4 0 15,-1-4 0-15,0-7 0 16,4 0 0-16,-1-4 0 0,2-5 0 0,2-4 0 16,-3-5 0-16,1 0-288 0,-1-2 218 0,1-11 8 15,-3-5-304-15,2 0 151 0,-1-1 95 0,-4 2-475 0,0 0 285 16,-2 3 139-16,-2 0 69 0,2 3-293 0</inkml:trace>
  <inkml:trace contextRef="#ctx0" brushRef="#br0" timeOffset="-174260.46">19209 14770 1814 0,'-5'-2'0'0,"5"2"0"0,0 0 0 0,0 5 0 0,0-2 0 0,0 0 0 0,1-3-357 0,1 0 154 16,2 3 89-16</inkml:trace>
  <inkml:trace contextRef="#ctx0" brushRef="#br0" timeOffset="-158244.41">21079 13968 659 0,'-4'0'0'0,"1"-2"0"0,1 2 0 0,2 0 0 0,0-1 0 0,-2 1 71 0,2 0 8 16,0 0-47-16,0 3 1 0,0 9 100 0,0 8-50 15,0 2-25-15,0 4 76 0,0 5-55 0,0 3-23 16,0 1 46-16,0 8-35 0,0-1 1 0,0-7-27 15,0 1 18-15,4-1-27 0,3-6 1 0,1-6 0 16,1-2-30-16,2-5 38 0,3-3-8 0,0-6-1 16,2-5-67-16,0-2 34 0,0 0 0 15,0-12-83-15,5-12 36 0,-5-7 34 0,2-7-110 0,-4-3 64 16,-2-2 32-16,-2 3-3 16,1-10-60-16,-1 7 39 0,-5 6 8 0,2 0 0 15,0 4 101-15,-4 7-45 0,-1 1-1 0,0 5 54 16,0 6-37-16,0 4-1 0,-2 7-27 0,0-1 233 15,0 3-99-15,0 1-61 0,0 7 89 0,0 15-65 16,0 5-32-16,0 5 9 0,0 7 87 16,0 3-64-16,0-1-32 0,0 2 0 0,0-1 0 0,0-9 7 15,1 3-39-15,7-7-26 0,-1 0 1 0,3-9 24 16,1 1 1-16,-4-4-153 0,3-1 72 16,-4-8 40-16,1 1-347 0,-3-4 181 15,-1-3 65-15,2-2 52 0,0 0-418 0,-1 0 221 16,1-6 111-16,1-8 55 0,-1 0-339 0,2-3 201 15</inkml:trace>
  <inkml:trace contextRef="#ctx0" brushRef="#br0" timeOffset="-158009.04">21505 14184 1401 0,'2'-10'0'0,"0"4"0"0,-2 3 0 0,2-1 0 0,3 2 0 0,-2 1 0 0,3 1 0 0,5 0 0 0,0 0 231 15,2 3-100-15,3 5-40 0,0 2 98 0,0 2-78 0,-2 4-39 16,0 1 122-16,-1 2-82 0,-2-1-31 0,-1 3-8 15,-3-2-72-15,-3 1-1 0,-3-1 32 0,-1 0 1 16,0-1-66-16,-1 2 28 0,-10-2 0 0,-5-2-94 16,-2-2 66-16,-5-1 32 0,4-3 19 0,-8-1-107 15,9-3 15-15,-5 0 41 0,4-1-243 0,3-2 128 16,2 0 31-16,5-3 48 0,2 0-205 16,5 0 121-16,2 0 60 0,0 0 30 15,13-6-279-15,8-7 159 0,3 3 75 16</inkml:trace>
  <inkml:trace contextRef="#ctx0" brushRef="#br0" timeOffset="-157817.35">21795 14227 1649 0,'0'-9'0'0,"0"4"0"0,0-1 0 0,-1 1 0 0,-11 3 0 0,1-1 0 0,0 3 0 0,-3 0 0 0,3 4 240 0,-1 8-104 0,0 4 79 0,1 3-91 15,2 2-37-15,2 5-32 0,5 0 175 0,2 1-99 16,0-2-49-16,0 2-25 0,6-5 7 0,9 6-31 15,2-5 0-15,4-5-1 0,1 2-166 0,0-7 83 16,1-3 50-16,5-3-427 0,-5-2 227 16,4-5 59-16,-7 0-239 0,4 0 132 0,-1 0 112 15,-5 0 53-15</inkml:trace>
  <inkml:trace contextRef="#ctx0" brushRef="#br0" timeOffset="-157418.78">22205 14103 675 0,'-10'-7'0'0,"5"2"0"0,2 4 0 0,3-2 0 0,0 0 0 0,0-1 334 0,0 1-150 16,0-1-76-16,8 1-29 0,5 1 52 0,3 0-48 15,-2-1-26-15,5 0 85 0,0 1-54 0,3 1-20 16,-1-2-8-16,-1 1-12 0,3 2-16 0,-2-2 1 16,-3 2-128-16,2 0 73 0,-3 0 23 0,-3 0-1 15,-1 0-264-15,-3 0 131 0,1 0 48 0,-4 0 46 16,0 0-262-16,-4 0 139 16,-1 13 71-16</inkml:trace>
  <inkml:trace contextRef="#ctx0" brushRef="#br0" timeOffset="-157238.72">22206 14376 1567 0,'-9'0'0'0,"2"1"0"0,7 3 0 0,0-2 0 0,0-2 0 0,0 3 0 0,7-3 0 0,10 0 0 0,7 0 547 0,3-3-257 0,1-1-120 0,2-3-73 15,0 3 108-15,-2 1-86 0,-6 1-43 0,3-1-124 16,-4 3 49-16,-5 0-8 0,1 0 40 0,-1 0-534 15,-3 0 267-15,-2 5 133 0</inkml:trace>
  <inkml:trace contextRef="#ctx0" brushRef="#br0" timeOffset="-155062.22">22943 14195 311 0,'-9'0'0'0,"0"0"0"0,2 0 0 0,2 0 0 0,1 0 0 0,0 0 0 0,3 0 263 16,1 0-115-16,0 5-58 0,5-5 87 0,10 0-77 15,2 0-34-15,6 0 1 0,0 0 84 0,-2 0-50 16,4 0-39-16,-2 1 1 0,-3 0 69 0,1 2-50 16,-2-1-24-16,-3 2 8 0,0 0-13 0,-3-3 1 15,2 1-22-15,-2-2 28 0,-1 0-28 16,0 0 9-16,1 0-48 0,-1 0 6 16,-3-7-1-16,0-3 35 0,-2-4-140 0,2 0 79 15,-6-3 12-15,1-2 21 0,-2-2-182 0,-2 1 91 16,0 0 24-16,0-2 29 0,-2 2-69 0,-7 0 42 15,-3 3-7-15,-1 0 21 0,-4 5-4 0,1 3 10 16,-4 5 132-16,-1 2-60 0,-4 2-38 16,2 2 8-16,-1 15 178 0,-3 4-97 0,-1 8-29 0,1 3-28 15,4 5 171-15,0 5-90 0,4-1-21 0,6-2-23 16,1 7 64-16,9-10-47 16,3 1-23-16,0-1 5 0,1-3 0 0,11-3-21 15,3-3-8-15,4-2-1 0,2-3 1 0,-1-3-1 16,1-2-68-16,-3-5 42 0,3 0-8 0,0-3 34 15,-3-1-180-15,1-4 85 0,1-3 27 0,-6-1-254 16,2 0 128-16,-4 0 77 0,1 0 13 0,1-1-128 16,-1-6 78-16,0-6 36 0,0 3-271 15,3-7 162-15,-2-2 82 0,0 4 39 16</inkml:trace>
  <inkml:trace contextRef="#ctx0" brushRef="#br0" timeOffset="-154712.84">23396 13873 1443 0,'-9'-12'0'0,"4"2"0"0,3 7 0 0,2-1 0 0,0-1 0 0,0-1 0 0,0-1 0 0,12 3 0 0,1 2 202 0,4 0-89 0,1 2-40 0,0 0 35 16,0 4-37-16,1 7 0 0,-3 0-33 0,0 4-5 15,-3 2 0-15,-3 0 0 0,-5 0-104 0,-3 3 52 16,-2 0 34-16,0 0-8 0,-6 5-111 0,-11-6 69 15,1-1 34-15,-5-2-87 0,2-1 28 0,-8-5 0 16,7-3 45-16,-3-3-21 0,-1-1 24 0,2-3 0 16,3 0 166-16,1 0-77 0,8 0-40 15,-1 0-8-15,4 0 266 0,4 0-116 0,1 0-68 16,2 0 74-16,0 0-76 0,12 0-39 16,8 0 1-16,2 0-66 0,3 0 8 0,7 0 20 15,-2-3-137-15,2 2 68 0,0-2 35 0,0 3-1 16,-6-1-106-16,8-1 65 0,-11 2 37 0,0 0-27 15,-2 0-456-15,-2 0 193 0,-2 0 123 0,-2 0-308 16,-2 0 224-16,-1 0 113 0,-3 0 55 0,2 0-298 16</inkml:trace>
  <inkml:trace contextRef="#ctx0" brushRef="#br0" timeOffset="-154518.28">23754 13836 610 0,'0'-7'0'0,"0"5"0"0,0 1 0 0,0-2 0 0,0 2 257 0,0 1-117 16,0 0-53-16,2 0-27 0,8 0 314 0,1 0-171 16,-1 5-77-16,6 1 95 0,-3 1-94 0,2 3-47 15,2-1-24-15,-2 3-137 16,-2-3 65-16,1 1 20 0,-3-2-350 0,-1 2 190 16,-1-5 94-16,0 3 55 0,-2-3-197 0,3-2 50 15,-3-2 81-15,1-1-69 0,-1 3-285 0</inkml:trace>
  <inkml:trace contextRef="#ctx0" brushRef="#br0" timeOffset="-154232.12">24097 13747 1392 0,'0'-10'0'0,"0"5"0"0,0 3 0 0,0-1 0 0,0 2 0 0,0-1 0 0,0 0 0 0,0 2 0 15,0 0 0-15,0 0 0 0,0 8 224 0,-1 5-96 0,-9 8 229 0,1 3-162 0,-4 6-82 0,-4 3-31 16,-4 11 116-16,-2-3-82 0,2 3-42 0,-6 5-20 15,1-1 6-15,-2 3 9 0,-1 0-36 0,1-1 0 16,3-4-60-16,4-7 30 0,5-8 0 16,5-4-138-16,-1-1 79 0,5-3 45 0,1-4-178 15,3-4 102-15,1-4 11 0,2-1 39 16,-2-3-119-16,2-3 66 0,0-2 8 0,0-2 25 16,0 1 66-16,0-1-29 0,-2 0 9 0,1 0-22 15,-1 0 88-15,0-1-44 0,-3-1-17 0,4-2 94 16,-1 0-36-16,0 1-33 0,0-2-153 0,2 3 61 15,0-1 41-15,0 1-2 0,0 1-654 0</inkml:trace>
  <inkml:trace contextRef="#ctx0" brushRef="#br0" timeOffset="-149744.52">13956 15052 334 0,'0'0'0'0,"0"0"0"0,-2 0 0 0,0 0 0 0,0 0 0 0,-1 0 93 0,1 0-29 0,0 0-1 15,2 0 14-15,-2 0-8 0,2 0-36 0,0 0-1 16,0 0 55-16,0 0-28 0,0 0 9 0,0 0-9 16,0 0-3-16,0 0-24 0,0 0 1 0,0 0 27 15,0 0-19-15,0 0-8 0,0 0 40 0,0 0-40 16,0 0-1-16,0 0 1 0,0 0 14 0,0 0-14 15,0 0 0-15,0 0-1 16,0 0 37-16,0 0-36 0,2-2 8 0,0 0-32 16,0 0 24-16,-1 0 0 0,1 2-1 0,0-2-37 15,2 2 8-15,-1 0 30 0,-1 0-42 0,2 0-4 16,0 0 40-16,0 0-8 0,1 0-8 0,-1 0 5 16,1 0 6-16,-1 0-15 0,3 0 7 0,-2 0-3 15,0 0 10-15,1-2-10 0,1 2 17 0,-1-2-10 16,2 1-1-16,-1-2-9 0,-1 3 9 0,1-1 2 15,1 1 1-15,-1-2-2 0,1 2-1 0,1 0 4 16,1 0 29-16,-3 0-1 16,4-2-30-16,-3 2 1 0,5 0 18 0,-2 0-10 15,3-2-8-15,-3 2 6 0,2 0-20 0,0-1 19 16,-2 1-2-16,1 0-25 0,1-2 24 0,0 2 3 16,0-3-2-16,-2 3-29 0,3 0 1 15,-3 0 25-15,2 0-2 0,0 0-4 0,0 0 3 16,2 0-6-16,-2 0 17 0,1 0-12 0,-2-1 0 0,4-1-3 15,-2 0 44-15,0 0-38 16,1 0-2-16,0-1 15 0,0 1-13 16,0 0 4-16,0 1-4 0,-1-2-20 0,0 3 21 0,1 0 6 15,-2 0-39-15,2 0-2 0,-1 0 33 0,0 0-4 16,2 4-28-16,-4 0 29 16,6-2-1-16,-4-1-41 0,4 1 39 0,-2-2-8 0,1 0 6 0,3 0-35 15,-4 0 33-15,3 0-6 0,-4 0-25 0,2-2 27 16,-1 1 1-16,-4-1-3 0,3 0-31 0,-1 0 31 15,-2 1 1-15,-3 1-3 16,3 0-25-16,-3 0-2 0,4 0 27 0,-5 0-23 0,3 0 21 16,-2 3-5-16,3 1 4 15,-3-1-13-15,2-1 8 0,3 0 2 0,-3-2 24 0,3 0-24 16,-2 0 1-16,3 0-3 0,0 0 29 0,-2 0-26 16,3 0 3-16,-2 0-1 0,2 0 26 0,-4 0-1 15,2 2-19-15,-1-1-4 0,2 4 32 0,-2-2-29 16,-2 2 4-16,1-1 18 0,1 0-17 0,-1 2-2 15,-2-2 9-15,1 2-8 0,-1-3 4 0,3 2-4 16,-2 0-23-16,1-1 23 16,1-1 1-16,-1 1-1 0,-2 0-18 0,5-3 17 15,-3 3-3-15,-1-2 19 0,-2 0-18 0,1 0 1 16,1 0-1-16,-2 1 19 0,3-1-19 0,-5 1 1 16,2-2 23-16,1 0-22 0,-1 1 5 15,0-2-3-15,2 2-13 0,-2-2 13 0,0 0 2 0,0 0-2 16,1 0-20-16,-1 0 20 0,-2 0-1 0,3 0-30 15,-4 0 28-15,1 0 1 0,-1 0-3 0,-1 0-20 16,1 0 17-16,0 0 3 0,-1 0-40 0,-1 0 38 16,0 0-4-16,-1 0 3 15,1 0 1-15,1 0-2 0,-2 0-2 16,-1 0 2-16,2 0 38 0,-3 0-38 0,1 0 0 0,0 0 34 16,-2 0 2-16,0 0-33 0,0 0 5 0,0 0 13 15,0 0-10-15,0 0-5 0,0 0-48 0,0 0 24 16,0 0 3-16,-4 0 22 0,-3 0-648 0,-3 8 306 15</inkml:trace>
  <inkml:trace contextRef="#ctx0" brushRef="#br0" timeOffset="-128049.06">9183 15538 535 0,'-2'-5'0'0,"0"1"0"0,0 2 0 0,1 0 0 0,-1 2 0 0,0 0 0 0,0 0 117 0,2 0-46 0,0 4 0 0,0 11 18 15,0 4-28-15,0 2 0 0,0 2 28 0,0 9-32 16,0 1 0-16,2 0-24 0,0 1 34 15,1-1 1-15,3 4-27 0,-1-7-8 16,2 4 23-16,0-6 0 0,-1-6-23 0,3-1 0 16,1-4-12-16,-1-6 12 0,1-3 0 0,1-4-50 15,0-1 25-15,3-3 0 0,0 0 3 0,-1-7-8 16,4-10 14-16,-4-2 12 0,2-3-46 0,-2-6 40 16,1 1-7-16,-2-6 4 0,-1 3-49 0,-1-5 22 15,1 0-6-15,-1-1 28 16,-2 0-39-16,-1 0-2 0,0 5 36 0,-1-1-33 0,-1 3 27 15,0 3 4-15,-2 6-32 0,1-2 15 16,-2 10 3-16,0 1 8 0,0 5 76 0,-2 2-37 16,0 2 1-16,0 0-38 0,0 2 99 0,0 0-44 15,0 10-16-15,0 9 59 0,0 4-28 0,0 4-28 16,0 5 19-16,0 2-5 0,1 2 5 0,1 1-32 16,2 0 32-16,1 1-32 0,3 0 0 0,-4-3 0 15,3-1-35-15,1-2 35 16,0-6 8-16,0 5-8 0,-2-9-77 0,2-1 39 0,-1-2-1 15,-1-4-142-15,2-5 82 0,-3 0 39 16,1-2 4-16,-3-5-122 0,2 0 55 0,-1-3 42 16,1 0-313-16,0-3 168 0,1-10 80 0,1-3 41 15,1-4-257-15,0-2 149 0,1 1 65 0,1-6 45 16,-3 9-242-16,-1-6 140 0</inkml:trace>
  <inkml:trace contextRef="#ctx0" brushRef="#br0" timeOffset="-127903.59">9700 15752 231 0,'0'-8'0'15,"0"5"0"-15,0 1 0 0,0 0 0 0,0 2 0 0,0 0 346 0,1 0-149 0,3 7-86 0,0 3-39 16,3 1 239-16,3 1-139 0,-1-1-70 0,2 2 145 16,1 1-111-16,1 0-51 0,-1 0-27 0,0-1-59 15,1 3 0-15,-1-2 42 0,1 1-158 0,-1-2 74 16,-3-2 38-16,2-3 1 0,-3-3-409 0,1-1 186 16,-2-2 119-16,4-2-20 0</inkml:trace>
  <inkml:trace contextRef="#ctx0" brushRef="#br0" timeOffset="-127651.27">9983 15620 1210 0,'0'-7'0'0,"0"6"0"0,0-1 0 0,0-1 0 0,0 3 0 0,0 0 0 0,0 0 0 0,0 3 0 0,0 10 0 0,0 7 169 0,0 7-60 16,-5 3-42-16,-3 11 107 0,-2 0-70 0,-1 8-36 15,-1 1 178-15,-2 7-98 0,-4 7-62 0,0-4-27 16,4-9 99-16,-2 4-63 0,2-1-31 15,2-11 8-15,-3 7-35 0,5-11-4 16,1-3 0-16,2-3-137 0,0-4 68 0,0-8 43 16,2 0-9-16,-1-4-261 0,4-4 143 0,-1-3 35 15,1-4-130-15,0-3 62 0,2-1 69 0,-2-2-25 16,2 0-178-16,0 0 127 0,0 0 64 16,0-11-224-16,0-4 148 0,9-6 70 15</inkml:trace>
  <inkml:trace contextRef="#ctx0" brushRef="#br0" timeOffset="-127456.78">10215 15765 1024 0,'0'-3'0'0,"1"1"0"0,1 2 0 0,0 0 0 0,0 0 0 0,5 0 0 0,0 0 250 0,7 0-108 0,-1 0-47 0,4 0 120 0,1 0 16 0,2 0-99 16,1 0-50-16,-1 0 18 0,1 0-26 15,0-3-8-15,-3 2-247 0,1-1 107 0,-3 0 53 16,-2 2 27-16,-3 0-400 0,-1 0 209 16,-3 8 109-16,-1 1 12 0,-1 6-273 0</inkml:trace>
  <inkml:trace contextRef="#ctx0" brushRef="#br0" timeOffset="-127258.33">10300 16113 1957 0,'-11'7'0'0,"2"2"0"0,2-1 0 0,0-2 0 0,4-4 0 0,1 0 0 0,0-2 0 0,2 2 0 0,0-2 342 0,0 0-155 0,11 0-77 15,5 0 322-15,1 0-204 0,1 0-98 0,3 0-48 16,-3 0-17-16,2 0 0 0,-1 0-24 0,-3 0-8 16,0 0-137-16,-2 1 69 0,2 1 34 0,-5 0-470 15,1 0 261-15,-2 2 117 16,-1-4-757-16,2 2 409 0</inkml:trace>
  <inkml:trace contextRef="#ctx0" brushRef="#br0" timeOffset="-122705.29">11125 15983 242 0,'-5'0'0'0,"-1"0"0"0,2 0 0 0,1 0 0 0,-1-2 0 0,-2-2 161 0,0-1-69 0,1 0-29 0,-1-3-1 15,3-2 16-15,-1-1-23 0,-1 2 8 0,2-2-6 16,3 0-1-16,-4-2-23 0,4 3 0 0,0-2 9 16,0-1-1-16,0 0-9 0,0 0 39 0,0 2-39 15,2-2 1-15,0 2 0 0,1 1 11 0,2 0-12 16,2 0 1-16,-3-1 0 0,3 3-20 0,-1 0 28 16,4-1-8-16,-5 3-51 15,4 0 23-15,-1 1 1 0,2 1 19 0,-1 1-23 16,0 0-16-16,1 2 40 0,3-2-55 0,-2 2 24 15,0 1-13-15,0 0 38 0,3 0-25 0,-1 0 17 16,-2 4-10-16,2 3 8 0,-3 1 20 0,0 1-18 16,1 2-4-16,-4 0 37 0,0 4-32 0,-1 0-1 15,-2 3 4-15,-2 0 25 0,0 3-22 0,0 5-5 16,-2-2 34-16,0 3-32 0,0 1 5 0,-6 2 1 16,-4 0-23-16,1-1 19 0,-5 2 1 15,2 0 0-15,-1-4-44 0,-1-2 23 16,-2 3-4-16,0-4-32 0,2-3 22 0,0-6 0 15,-2 2 18-15,0-4-33 0,3-3 35 0,-2-3-9 16,2-1 42-16,-1-2-1 0,5-3-40 0,2 1-1 16,0-2 130-16,3 1-54 0,-1-1-30 0,4 0-7 15,1 0 139-15,0 0-55 0,0 0-48 0,3 3-3 16,11 0-1-16,2-3-33 0,5 2 0 0,2-2 79 16,4 2-44-16,-1-2 0 15,-1 0-41-15,2 0 5 0,-1 0 1 0,-5 0 8 16,4 0-70-16,-5 0 32 0,3 0-1 0,-2 0 30 15,-5 0-250-15,1-2 110 0,-4 0 61 0,1 1-419 16,-3-1 223-16,0-2 81 0,-1-2 65 0,-1-1-369 16,0-1 221-16,1-7 106 0,-1 1-137 0</inkml:trace>
  <inkml:trace contextRef="#ctx0" brushRef="#br0" timeOffset="-122401.18">11539 15809 949 0,'0'-14'0'0,"0"9"0"15,0 1 0-15,0 2 0 0,5 0 0 0,2-2 0 0,4 3 192 0,5-1-80 0,0 2-31 0,5 0 207 0,4 0-127 0,1 0-64 16,-1 3 36-16,0 7-50 0,-4 1-16 0,6 5-9 16,-6 0-62-16,-5 3 36 0,0 3 1 15,-5-1 0-15,-4 0-56 0,-3 7 24 16,-4-2 0-16,0 3-34 0,-4 0 33 0,-11 1 0 15,-4 1 41-15,-5-1-67 0,-2-4 24 0,-9 1-12 16,8-6-4-16,-8-1-11 0,0-4 40 0,1-3-12 16,-1-3-159-16,3-3 77 0,0-5 41 15,2-2 17-15,9 0-119 0,1 0 58 0,2 0 36 0,9-2-208 16,2-5 113-16,4-6 56 0,3 0-185 0,3-6 125 16,13 2 58-16,7-3 29 15,6 1-205-15</inkml:trace>
  <inkml:trace contextRef="#ctx0" brushRef="#br0" timeOffset="-122137.89">12033 15726 726 0,'2'-15'0'0,"-2"5"0"0,0 2 0 0,0-1 0 0,0 2 0 0,-4 2 0 0,-4 3 0 0,-1 0 172 0,-1 2-69 0,-1 0-27 0,0 2 165 16,-2 10-104-16,-3 10-52 0,2 2 103 0,-2 4-77 15,4 6-31-15,-4 5-8 0,5 0 86 0,2 0-62 16,3-2-32-16,2 2 0 0,4 0 67 0,0-5-54 16,0-2-22-16,2-3-7 0,8-5-15 0,1-3 8 15,3-3-99-15,4-1 46 0,-1-3 22 0,-1-3 0 16,5-2-219-16,-2-2 130 0,0-2 27 16,2-3 38-16,-3-2-434 0,3 0 214 15,-2 0 70-15,1 0 57 0,-1-5-333 0,2-2 203 16</inkml:trace>
  <inkml:trace contextRef="#ctx0" brushRef="#br0" timeOffset="-121645.2">12406 15873 602 0,'-13'0'0'0,"5"0"0"0,5 0 0 0,3 0 0 0,0 0 148 16,0 1-58-16,0 3-28 0,3-1 135 0,11 2-74 15,2-4-49-15,5 1-20 0,6-2 119 0,-1 2-71 16,0-2-34-16,-3 0 8 0,8 0-65 0,-4 0 22 16,-2 0 0-16,-5-2-77 15,6-3 39-15,-7-3 8 0,0 0 30 0,-4-1-65 16,-2-2 33-16,-2 0-1 0,-1-2-150 0,-7 1 90 15,1-1 4-15,-2 0 32 0,-2-3-107 0,0 3 60 16,-2-1 6-16,-7-1 18 0,-2-2-21 0,-1 1 0 16,-3 0 25-16,-2-3 46 0,1 8-37 0,-4 0-8 15,0 4 11-15,-2 2 37 0,-5 4 6 0,4 1-41 16,-3 4 160-16,0 10-63 0,2 5-42 16,-2 3 1-16,-1 7 177 0,6 1-99 15,1 2-31-15,3 2-8 0,6-4 153 0,3 5-92 16,4-2-48-16,4 2 122 0,0-1-76 0,0-3-50 15,12 0-21-15,1-1 97 0,6-3-59 0,-1-2-30 16,3 0 24-16,2-5-31 0,1-1 0 0,-2-1-22 16,1-2-43-16,0-3 22 0,-1-4 8 0,2 0 13 15,-3-6-142-15,2 1 71 0,-3-4 35 0,1 0-224 16,0 0 125-16,-3 0 26 0,-1-4 40 0,0-4-381 16,0-2 192-16,0 0 96 15,-2 1-158-15,0-1 131 0,2 1 61 0</inkml:trace>
  <inkml:trace contextRef="#ctx0" brushRef="#br0" timeOffset="-121134.68">12838 15446 810 0,'-12'-13'0'0,"3"6"0"0,6-1 0 0,-1 2 0 0,2-2 0 0,2-1 0 0,0 2 153 0,0-4-60 0,6 3-22 16,6 1 89-16,6 1-63 0,3 2-32 0,2 2 0 16,2 2-12-16,-4 0 9 0,5 0-30 0,-7 6 1 15,0 6-33-15,0 0 0 0,-5 6 33 0,-3-2-68 16,-1 4 30-16,-4 1 0 0,-4 5-17 0,-2 0-43 16,0-2 46-16,-6 2 3 15,-9 0-75-15,0-4 47 0,-4-1 7 0,3-6-1 16,-5 0 85-16,0-3-35 0,3-3-6 0,-2-2-14 15,6-3 84-15,4-3-40 0,1 3 1 0,3-4 199 16,3 0-98-16,1 0-59 0,2 0 146 0,0 0-96 16,3 0-48-16,12 0-16 0,8 0 34 0,1 0-33 15,1-4 0-15,3 2-34 0,0-3-71 16,-6 4 44-16,10-3-8 0,-7 2-84 0,-2 0-123 16,-2 1 121-16,2-1 49 0,-2 2-243 0,-3 0 106 0,2 0 86 15,-5 0-270-15,1 0-68 16</inkml:trace>
  <inkml:trace contextRef="#ctx0" brushRef="#br0" timeOffset="-120946.18">13317 15358 1469 0,'-4'-4'0'0,"4"2"0"0,0 2 0 0,0 0 0 0,0 0 0 0,2 6 0 0,0 4 214 0,6-1-90 16,-1 2-46-16,4 0 96 0,-1 2-75 0,1-1-33 15,2 2-107-15,-3 0 36 0,3 0 0 0,-4 1 46 16,3-3-439-16,-3-1 216 0,0-2 107 0,-1 0 54 16,1-4-508-16,0 1 264 0</inkml:trace>
  <inkml:trace contextRef="#ctx0" brushRef="#br0" timeOffset="-120756.65">13563 15258 1390 0,'0'-4'0'0,"0"-1"0"0,0 1 0 0,0 2 0 0,0 2 0 0,0 0 0 0,0 4 0 0,0 11 0 16,-2 7 142-16,-7 3-47 0,-4 10-35 15,-4 5 231-15,-2 2-129 0,-1 4-64 0,-3-2-33 0,0 6 20 0,-5-1-30 16,1 2 0-16,-5-2-217 0,5-1 97 0,-1 0 49 16,7-11 33-16,0-1-413 15,8-6 214-15,4-10 64 0,-1 1 68 0,6-4-300 16,3-8 152-16,1 3 80 0</inkml:trace>
  <inkml:trace contextRef="#ctx0" brushRef="#br0" timeOffset="-120432.52">13704 15794 1308 0,'-14'-8'0'0,"9"4"0"0,5 2 0 0,0 2 0 0,0 0 0 0,2 0 229 0,6 0-101 0,3 0-48 15,4-2 301-15,9 1-174 0,4-4-87 0,2 1-35 16,11-2 75-16,0 0-64 0,0 2-32 0,2 1-57 15,-9 1 0-15,3 2 34 0,-3 0-8 0,0 0-245 16,-6 0 122-16,-7 0 62 0,1 2-377 16,-3 1 205-16,-6-1 109 0,-3 1-7 0,-3 0-465 0,-5-3 264 15,0 2 134-15,-2-2 57 16</inkml:trace>
  <inkml:trace contextRef="#ctx0" brushRef="#br0" timeOffset="-120263.97">14014 15433 863 0,'2'-9'0'0,"0"4"0"0,-1 4 0 0,3-1 0 0,0 2 0 0,2 0 0 0,-4 15 508 0,2 12-237 15,-1 8-120-15,-1 6 380 0,-2 4-240 0,0 8-134 0,0 10-62 16,0-1 127-16,-5 5-95 0,-1 0-47 0,-2-4-16 16,1 9-453-16,1-5 210 15,2-17 106-15,3 4-321 0,-1-7 213 16,2-7 115-16</inkml:trace>
  <inkml:trace contextRef="#ctx0" brushRef="#br0" timeOffset="-119450.97">15051 15780 648 0,'-4'-8'0'0,"0"4"0"0,2-2 0 0,0-2 0 0,0 1 0 0,-1-4 0 0,1 1 0 0,0 0 0 0,-2-1 67 0,3 1 0 0,-3 2 18 15,2-2-27-15,-1 1 1 0,-2 1-18 0,-1 2 17 0,1-1-25 16,-2 3 0-16,-2 0-1 0,-3 3 4 0,1 1 5 15,-5 0 28-15,0 0-36 16,-3 9 0-16,-2 4-1 0,1 6 1 16,-3 3 55-16,2 5-31 0,-1 5-1 0,-1 3 62 0,4 1-42 0,5 1-22 15,2-4 53-15,3 4-41 0,3-1 0 0,4-3-34 0,2 1 102 16,0-3-51 0,8-2-17-16,7-2-8 0,2-3-25 0,2-1 56 15,1-4-28-15,1-4-43 0,-2-5 23 0,7 0-8 16,-6-5 0-16,3-1-94 0,0-2 46 0,-3-2 25 15,1 0 7-15,-2-2-309 0,1-7 141 0,-3-2 83 16,0-5 13-16,0 0-166 0,-1-1 66 0,-4-2 69 16,-1 1-8-16,1-3-293 0,-1-3 177 0,-4-1 88 15</inkml:trace>
  <inkml:trace contextRef="#ctx0" brushRef="#br0" timeOffset="-119255.3">15239 15377 1035 0,'2'-14'0'0,"-1"5"0"0,1 4 0 0,0 0 0 0,-2 4 0 0,0-1 125 0,0 2-46 0,0 0-23 0,0 9 238 15,2 4-123-15,-2 6-73 0,0 3 12 0,2 1-38 16,-2 4 0-16,0-3-31 16,0 7-49-16,0-2 20 0,0-3 0 0,-4-3-240 15,0 2 131-15,3-4 73 0,-1 0 24 0,-2-2-432 0,1 1 189 16,1-6 124-16,-1 1-370 0</inkml:trace>
  <inkml:trace contextRef="#ctx0" brushRef="#br0" timeOffset="-118979.02">15646 15522 893 0,'-7'-3'0'0,"0"0"0"0,0 0 0 0,2 3 0 0,-4 0 0 0,0 0 313 0,-3 0-132 0,-1 10-78 0,-1 5-36 0,0 5 205 16,0 5-119-16,1 2-61 0,2 4 60 15,1 1-64-15,3 2-28 0,5-2 82 16,0-1-55-16,2 3-27 0,0-5 8 16,9-3-36-16,5 2 1 0,2-3-25 0,2-3-1 15,2-2-212-15,-1-4 127 0,6 1 51 0,-3-3 30 16,0-4-426-16,-1 1 189 0,2-4 117 0,-3-5 7 0,1 0-415 15,0 1 247-15,-5-3-57 16</inkml:trace>
  <inkml:trace contextRef="#ctx0" brushRef="#br0" timeOffset="-118788.02">15862 15592 1425 0,'0'0'0'0,"2"0"0"0,0 0 0 0,0 0 0 0,-1 3 0 0,1 1 0 0,2 4 0 0,2 1 399 16,2 4-183-16,1 1-83 0,1-1-14 0,1 3-43 0,0-1-21 0,2-1-114 16,-2 1 46-16,0 1 31 15,-1-1-8-15,-1-2 23 0,0-1-479 0,1 0 239 16,-2-2 120-16,-1-3 69 0,2 3-645 16</inkml:trace>
  <inkml:trace contextRef="#ctx0" brushRef="#br0" timeOffset="-118579.58">16161 15525 1415 0,'0'-2'0'0,"0"2"0"0,0 0 0 0,0 0 0 0,0 2 0 0,0 9 0 0,0 4 0 0,0 6 0 0,-4 4 217 0,-6 4-96 16,-2 11-44-16,-4-1 109 0,2 6-76 0,-6 4-39 15,2 6 143-15,-6 5-95 0,1 0-43 0,-2-1-21 0,-3 2-46 16,2-3 1-16,2-8 31 0,-1 4-230 15,4-8 111-15,7-12 55 0,0-1-318 16,5-7 186-16,2-6 72 0,1-6-208 0,3-3 109 16,1-6 80-16,-1-3 11 0,3-2-302 0,0 0 171 0</inkml:trace>
  <inkml:trace contextRef="#ctx0" brushRef="#br0" timeOffset="-118321.27">16257 15459 782 0,'5'-13'0'0,"4"10"0"0,7-2 0 0,-2 4 0 0,2 1 425 0,0 0-195 0,2 2-91 0,6 13 123 16,-4-1-114 0,5 6-58-16,-2-1 225 0,-2 1-142 0,-1 3-62 15,1 3 102-15,-2 2-91 0,-5 4-44 0,-1 4-23 0,-5 7 34 16,-4-4-20-16,-2 12-9 15,-2-2-303-15,-4 3 270 0,-13 3 6 0,-3 6-1 16,-1-13 9-16,-9 2-168 0,-6-2 80 16,-4-7 40-16,-3-1 0 0,-3-8-607 0,-2-1 298 0,1-5 92 15</inkml:trace>
  <inkml:trace contextRef="#ctx0" brushRef="#br0" timeOffset="-116443.72">16864 15600 713 0,'-10'-1'0'0,"6"-3"0"0,2 0 0 0,0 2 0 0,2 0 0 0,0-1 0 0,0 2 0 0,0 0 0 0,6-2 181 0,9 3-74 15,2-2-29-15,2 2 156 0,4 0-101 0,-2 0-49 16,2 0 89-16,0 0-70 0,-3 0-27 0,2 0-8 15,-2 0-12-15,-2 5-23 0,-1-4 0 0,-1 3-1 16,2-2-67-16,-4 0 29 0,2-2 0 0,-3 1 39 16,-1-1-267-16,0 0 133 15,0 0 76-15,-1 0-575 0,0 0 289 0</inkml:trace>
  <inkml:trace contextRef="#ctx0" brushRef="#br0" timeOffset="-116225.3">17013 15770 905 0,'-8'0'0'0,"5"5"0"0,3 0 0 0,0 1 0 0,0-1 0 0,0-1 0 0,0 0 0 0,0 1 321 0,5-4-137 0,7 3-79 0,1-4 217 16,2 0-144-16,2 0-73 0,0 0 7 0,-1 0-32 15,0 0-7-15,0 0-40 0,0 0-199 0,-2-3 100 16,2 1 49-16,-5-1 33 0,4 0-156 0,-4-1 86 15,0 0 44-15,-4 2-453 0,5-4 232 0,-3 2 41 16,3 1 86-16</inkml:trace>
  <inkml:trace contextRef="#ctx0" brushRef="#br0" timeOffset="-115936.08">17547 15287 895 0,'0'-19'0'0,"0"5"0"0,0 9 0 0,0 3 0 0,0 0 0 0,0 0 0 0,0 2 90 0,0 0-20 0,0 0-9 15,0 4 104-15,0 11-66 0,3 4-33 16,1 5 121-16,1 7-69 0,-1 8-46 0,0 0-1 16,0 2 53-16,-2 3-45 0,0-1-24 0,0-3 9 15,0 9 26-15,-1-7-29 0,1 0 0 0,0-1-28 16,-2-3 0-16,2 5-1 0,-2-7 1 0,2-3-74 15,0-3 36-15,-2-5 1 0,1-5-171 0,1 0 99 16,0-10 30-16,0 1 33 0,-2-8-364 16,0-2 181-16,2-1 53 0,-1 0 62 0,2-3-277 15,1-16 162-15,1-2 82 0</inkml:trace>
  <inkml:trace contextRef="#ctx0" brushRef="#br0" timeOffset="-115751.58">17683 15660 1034 0,'6'0'0'0,"6"0"0"0,-1 2 0 0,2-2 0 0,0 2 0 0,2-2 0 0,4 0 76 0,4 0-21 0,-1 2 349 0,7 0-190 0,0 0-90 15,-1 0-46-15,2-1 141 0,-2 1-93 16,-1 0-39-16,5 0-31 0,-4 0-104 0,-2-2 41 16,-5 1-1-16,1-1-265 0,-1 0 161 0,-5 0 68 15,-4 0-447-15,-1 0 254 0,-5 0 88 16,0 0 73-16,-4 0-234 0,0 0 143 0</inkml:trace>
  <inkml:trace contextRef="#ctx0" brushRef="#br0" timeOffset="-115545.13">18011 15231 1407 0,'-8'1'0'0,"4"3"0"0,0 11 0 0,4 0 0 0,0 1 0 0,-2 7 0 0,2 2 0 0,0 7 132 0,0 1-53 0,0 10 195 15,0 0-120-15,0-2-61 0,2 3-29 0,0-6 14 16,1 12-7-16,2-9-38 0,-3 1 0 0,0-1-136 16,0-4 68-16,-2 2 42 0,0-4-316 0,1-2 171 15,-1-6 86-15,2-6 42 16,0-2-529-16,2-7 262 0,1-3 94 0</inkml:trace>
  <inkml:trace contextRef="#ctx0" brushRef="#br0" timeOffset="-115151.18">18435 15564 780 0,'0'-7'0'0,"0"0"0"0,0-1 0 0,0 0 0 0,0-1 0 0,0-3 0 0,0 3 166 15,0-2-66-15,0-1 155 0,2-1-111 0,5 0-55 16,6 1-21-16,1 0 70 0,2 3-53 0,2 1-27 15,0 3 1-15,1 3 11 0,0 0-29 0,-1 2 3 16,1 0-36-16,1 9 25 0,-2 6 0 16,-3 3-62-16,-4 3 39 0,2 8-8 0,-5-1 31 0,-4 4-104 15,-2 0 51-15,-2 4 27 0,0-1-3 16,-8 6-57-16,-7-5-37 0,-2 2 50 16,2-8-15-16,-6 3 25 0,-1-4-13 0,-1-3 35 0,0-4 16 15,-1-3-20-15,2-5-11 16,5-3 164-16,-1-2-74 0,2-1-35 0,5-4-15 0,-1-1 246 15,7-2-115-15,1 2-64 0,2-3 116 0,2 0-88 0,0 0-39 16,4 0 0-16,13 0-67 0,1 0 27 16,5 0 8-16,7 0-8 15,-1 0-45-15,1-3 23 0,0 2 0 0,-2-2-222 16,-2 0 130-16,6 2 53 0,-6-1 31 0,2 0-537 16,-7 0 237-16,4 0 134 0,-5 1-446 0,1-2 288 15,0 2 145-15</inkml:trace>
  <inkml:trace contextRef="#ctx0" brushRef="#br0" timeOffset="-114899.84">18942 15522 932 0,'5'-13'0'0,"9"11"0"0,4-3 0 0,1 4 0 0,1-1 231 0,-2 2-100 15,3 0-48-15,2 0 213 0,0 8-131 0,-4 1-58 16,6 8-41-16,-5 1 28 0,-3 3-31 0,-2 2 1 15,-3 1-32-15,-7 0-49 0,-1 5 21 0,-4-3 0 16,0 0 29-16,-2 2-25 0,-11-2 1 16,-4 1 32-16,-4-3-44 0,-3-1 36 15,-2-2 0-15,-6-3-174 0,-6 0 80 0,6-4 22 16,-4-3 24-16,4-5-289 0,8-4 146 0,0-2 57 16,5 0 42-16,6-4-266 0,7-12 150 0,6-7 71 15,0-3 36-15,15-3-277 0</inkml:trace>
  <inkml:trace contextRef="#ctx0" brushRef="#br0" timeOffset="-114700.68">19425 15337 1092 0,'2'-14'0'0,"-2"7"0"0,0 2 0 0,-6 3 0 0,-9 2 0 0,-10 0 0 0,2 13 0 0,-6 9 134 0,-3 9-55 0,4 3 311 15,4 1-178-15,3 5-90 0,6 1-44 0,7-5 203 0,2 3-129 16,6 0-59-16,0-1-30 0,6-4 6 15,11-2-28-15,6-5-8 0,2-2-81 16,2-2-82-16,3-4 81 0,2-2-145 0,1-4 122 16,-1-2 48-16,-2-3 28 0,0-5-617 0,-3-1 298 0,-2-2 103 15</inkml:trace>
  <inkml:trace contextRef="#ctx0" brushRef="#br0" timeOffset="-114315.99">19636 15507 1243 0,'0'0'0'0,"0"0"0"0,0 2 0 0,3 5 0 0,8-1 0 0,0-1 0 0,4 2 107 16,8-1-37-16,-1 0 63 0,5-2-49 0,1-3-26 16,0-1 8-16,4 0 7 0,-2 0 1 0,-2 0-41 15,1-1-1-15,-3-5-92 0,-6 0 55 0,1-3 14 16,-2-4-144-16,-4 4 83 0,-2-3 43 0,-5 1-156 15,-5 0 76-15,-1-4 48 0,-2 1-12 0,0-1-22 16,-4-2 2-16,-13-2 26 0,3 4-29 16,-9-5 55-16,0 1-17 0,-2 3 5 15,-6 6 1-15,-3 4 78 0,0 4-42 0,0 2-13 16,-1 2 123-16,-4 17 75 0,10 2-84 0,1 4 146 16,3 2-100-16,9 3-68 0,2 2-6 0,7 0 84 15,5 2-65-15,2 0-31 0,0 0 8 0,11-3 3 16,8 3-21-16,8 0-1 0,-1-4-21 0,3 0 42 0,-2-7-13 15,3 1-8-15,2-3-218 0,1-4 98 16,0 0 50-16,-1-6 32 0,2-4-437 0,-2-5 215 16,-2-2 73-16,0 0-368 15,0-2 234-15,-2-9 109 0,1-4 66 0,-6-2-127 0</inkml:trace>
  <inkml:trace contextRef="#ctx0" brushRef="#br0" timeOffset="-114014.83">20197 15063 1046 0,'-2'-13'0'0,"2"7"0"0,0 4 0 0,4-2 0 0,8 3 0 0,4-2 174 0,0 2-70 16,5 1-36-16,6 0 153 0,-4 0-94 0,-5 9-38 16,6 4-33-16,-4 3-18 0,-4 2-6 0,-4 2 1 15,-5 0 0-15,-3 2-36 0,-4 4 14 0,0 1-94 16,-8-3 59-16,-9 2 28 0,-6-1 0 0,0 0-2 15,-4-3 4-15,-1 1 0 0,0-3-27 16,-1-3 159-16,5-4-72 0,4-3-22 16,2-3-25-16,6-4 228 0,2 0-103 0,2-1-56 15,5-2-24-15,1 0 34 0,2 0-36 0,2 0-1 16,9 0-75-16,8 0 23 0,4-2 0 0,-3-1-227 0,8 0 122 16,-4-1 64-16,3 1 32 0,-1-1-560 0,1 0 254 15,-5 2 94-15,6-2 96 0,-4 1-418 16</inkml:trace>
  <inkml:trace contextRef="#ctx0" brushRef="#br0" timeOffset="-113848.27">20583 15113 1447 0,'-3'-5'0'0,"1"1"0"0,2 1 0 0,0 1 0 0,0 0 0 0,0 0 0 0,0 0 0 0,3 0 141 15,11 2-46-15,-1 0 170 0,2 0-116 0,0 6-59 16,0 4-28-16,0-1-195 0,1 2 92 0,-4 0 32 15,1 1 21-15,-3-1-560 0,1-2 282 0,0 0 140 16,-1 1 75-16,-3-8-501 0</inkml:trace>
  <inkml:trace contextRef="#ctx0" brushRef="#br0" timeOffset="-113702.65">20944 14924 1242 0,'2'-9'0'0,"0"3"0"0,-2 2 0 0,0 3 0 0,0 1 0 0,0 1 0 0,-4 22 240 0,-9 7-95 0,-6 13 177 15,-7 11-145-15,-2 2-72 0,-6 7-37 0,-2 6 196 16,-5 7-107-16,-10 14-67 0,-2-6-28 16,-5 5-285-16,3 1 127 0,-2 0 65 0,4 4 40 15</inkml:trace>
  <inkml:trace contextRef="#ctx0" brushRef="#br0" timeOffset="-112192.77">24216 15551 341 0,'-2'-3'0'0,"2"-5"0"0,-2 2 0 0,0 1 0 0,2-2 0 0,-1-6 0 0,-2 1 91 0,2-1-29 15,-1-3 12-15,0 2-1 0,-1-2-32 0,-3 0-8 16,0 1 10-16,0 0-11 0,-1 1 1 0,-2 1 0 15,-3 4 16-15,1 0-16 0,-3 3 0 0,0 4-1 16,-3 0 24-16,-2 2 0 16,-2 0-15-16,-3 13 19 0,0 2 0 0,1 6-27 15,-1 2-1-15,-1 5 69 0,5 3-27 0,1 3-7 16,2 0 53-16,4 4-44 0,7 0-21 0,3-1-1 16,3-2 30-16,0 1-30 0,2 0 1 0,10-4-23 15,6-1 54-15,2-2-18 0,2-3-9 0,3-1-59 16,1-5 0-16,1-1 32 0,1-3 1 15,-6-6-128-15,5 0 60 0,-5-4 34 0,1-5-240 0,-3-1 114 16,-1 0 69-16,-1 0 9 16,-1-11-154-16,-2-4 63 0,1-6 59 0,-2-4-282 15,0 0 165-15,1-7 75 0</inkml:trace>
  <inkml:trace contextRef="#ctx0" brushRef="#br0" timeOffset="-112008.75">24472 14979 997 0,'2'-11'0'0,"0"5"0"0,-1 3 0 0,1 2 0 0,-2 1 0 0,0 0 0 0,0 0 309 0,0 1-137 15,0 11-70-15,0 4-27 0,0 2 164 0,0 3-104 16,0 3-51-16,0 2-25 0,0-1-6 0,-2-1-12 16,-3 6-8-16,0-3-206 0,0-3 103 0,-1-4 51 15,3 5 26-15,-3-3-396 0,3 0 174 0,-3-1 118 16,3 0-458-16</inkml:trace>
  <inkml:trace contextRef="#ctx0" brushRef="#br0" timeOffset="-111770.39">24648 15284 687 0,'-7'-5'0'15,"-3"3"0"-15,-2 2 0 0,0 0 0 0,-1 2 0 0,-2 12 0 0,2 4 417 0,-4 8-196 0,6 5-95 0,-3 8 204 0,3-2-149 16,5-3-66-16,3 4-45 16,3 1 96-16,0-3-66 0,0-1-34 0,10-1 0 15,5-5-106-15,3 1 32 0,1-5 0 0,3-1-77 16,2-6 60-16,-1 0 28 0,-3-6-347 0,5-3 184 16,-3-1 39-16,1-7 66 0,0-1-485 0,-3 0 254 15,-1 0 118-15</inkml:trace>
  <inkml:trace contextRef="#ctx0" brushRef="#br0" timeOffset="-111587.89">24857 15424 1152 0,'0'-10'0'0,"0"7"0"0,0 1 0 0,0 0 0 0,0 0 0 0,0 2 0 0,3 0 0 0,3 0 393 0,4 7-180 0,-1 5-90 15,2-2 34-15,2 6-66 0,-2-1-30 0,3 2 1 16,-1 0-126-16,-4 0 48 0,3 3 33 0,-4-1-9 15,0-2-391-15,2-2 208 16,-1 0 104-16,-1-2-440 0,-1-3 203 0,3-4 150 16</inkml:trace>
  <inkml:trace contextRef="#ctx0" brushRef="#br0" timeOffset="-111386.42">25155 15372 991 0,'0'-14'0'0,"0"8"0"0,0 1 0 15,0 2 0-15,0 2 0 0,-1 1 0 0,-1 6 120 0,-5 13-44 0,2 5-21 0,-2 8 338 0,-4 7-181 16,-3-1-81-16,-2 15-53 16,-4-5 227-16,2 4-137 0,-3 2-67 0,-1 3-34 15,2-3 39-15,-3 8-40 0,2-5-1 0,0-8-176 16,1 3 72-16,2-11 44 0,-3 8-321 0,9-15 174 16,1 0 87-16,2-9 44 0,6-3-233 0,1-7 66 15,0-2 85-15,2-6-45 0,0-6-325 0,4-1 215 16</inkml:trace>
  <inkml:trace contextRef="#ctx0" brushRef="#br0" timeOffset="-111131.92">25274 15228 998 0,'7'-15'0'0,"2"8"0"0,7 5 0 0,0 2 0 0,2 0 0 0,0 0 319 0,-1 9-135 0,6 10-80 0,-1 3-35 15,-1 8 121-15,3 8-78 0,-7 2-40 0,-2-3 9 16,0 16 123-16,-5-4-85 16,-3-2-44-16,-6 2 31 0,2-5-37 0,-3-6 8 15,0 9-44-15,-11-5-36 0,-7-5 36 0,0 1 0 16,-3-5-117-16,-2-7 66 0,-3 1 21 0,-1-5 1 16,2-3-95-16,4-8 54 0,0-2 34 0,8-2-448 15,0-3 220-15,4-4 70 0,3 0 67 0,4 0-336 16,2-11 199-16</inkml:trace>
  <inkml:trace contextRef="#ctx0" brushRef="#br0" timeOffset="-110968.14">25710 15508 1283 0,'14'0'0'16,"0"0"0"-16,-1 0 0 0,2 0 0 0,-2-1 0 0,-1-2 0 0,6 0 0 0,3-1 366 0,2 0-166 0,0 0-76 0,6 1-55 0,-1-1-1 0,-2 0-35 15,1 2 0-15,-6 2-303 16,-1 0 160-16,2 0 67 0,-5 0-561 0,-3 5 295 0</inkml:trace>
  <inkml:trace contextRef="#ctx0" brushRef="#br0" timeOffset="-110797.7">25811 15743 798 0,'-17'7'0'0,"9"-1"0"0,1-2 0 0,3-2 0 0,4-1 0 0,0 1 462 0,6-2-215 0,13 0-98 0,5 0 141 16,3 0-129-16,6 0-64 16,3-2-32-16,1-1 125 0,1-1-71 0,-1 0-47 15,-3 2-324-15,0 1 142 0,-4 1 72 16,-2 0 35-16,-5 0-535 0,1 0 279 0,-3 0 141 0</inkml:trace>
  <inkml:trace contextRef="#ctx0" brushRef="#br0" timeOffset="-110280.08">26572 15093 859 0,'0'-6'0'0,"-2"2"0"0,2 2 0 0,0-3 0 0,-2 2 0 0,-1 1 0 0,2-3 311 0,1 4-131 16,0-1-77-16,0 0-36 0,0 2 178 0,-2 0-106 16,2 0-53-16,0 0 79 0,0 0-71 0,0 0-30 15,0 0-1-15,0 0-19 0,0 0-11 0,0 0 8 16,0 0 30-16,0 0-38 0,0 0 0 0,0 0 0 15,0 0-27-15,0 0 9 0,0 0 18 16,0 0-37-16,0 0 36 0,0 0 1 16,0 0 0-16,0 0-19 0,0 0-8 0,0 0 12 15,0 0-4-15,0 0 6 0,0 0 4 0,0 0-4 16,0 0 6-16,0 0-6 0,0 0 3 0,0 0 1 16,0 0-41-16,0 0 4 0,0 0 34 0,0 0-10 15,0 0 7-15,0 0-2 0,0 0 2 0,0 0 36 16,0 0-36-16,0 0-4 0,0 0 21 0,0 0 0 15,0 0-16-15,0 2 5 0,0 6 28 16,0 3 5-16,0 2-35 0,0 3 13 16,0 10 86-16,0 2-31 0,2 13-32 0,-1 7 77 15,-1 14-52-15,0 10 85 0,-7 18-168 0,-8-11-261 16,-4 28 168-16,3-2 63 0,-1 6-390 0,0 22 203 16,7-9 114-16</inkml:trace>
  <inkml:trace contextRef="#ctx0" brushRef="#br0" timeOffset="-107559.22">28882 15372 743 0,'-4'-18'0'0,"1"5"0"0,3 4 0 0,-2-4 0 0,-3-1 0 0,1-2 0 0,1 2 0 0,-2 1 0 0,1 2 0 0,0 3 76 0,-1 1-22 0,-4 2 1 16,1 0 25-16,0 4-7 0,-4 1-40 0,-1 0-23 15,-4 14 23-15,0 5-1 0,-3 7 9 0,-5 10 13 16,3 0-22-16,1 1 1 0,2 3 60 0,3 2-31 16,2-5 9-16,0 9-38 0,3-2 110 0,6-3-56 15,3-5-26-15,2 4-1 0,0-7 33 0,2-1-34 16,10-4-1-16,2-3-36 15,5-3 11-15,3-5 0 0,4-2 8 0,1-5-94 16,3-5 43-16,0-4 21 0,2-1-229 0,-2 0 123 16,-1-3 44-16,-1-8 33 0,-6-2-374 0,0 1 186 15,-2 1 56-15,-1-2 59 0,-5 2-244 0,4 0 156 16</inkml:trace>
  <inkml:trace contextRef="#ctx0" brushRef="#br0" timeOffset="-107196.68">29221 15350 935 0,'0'-13'0'0,"0"2"0"0,0 0 0 0,0 0 0 0,-1 0 0 0,-3 0 0 0,-6-2 0 0,0 6 0 0,2 3 0 0,-4 2 95 0,-3 2-31 0,0 0 8 0,-3 5 16 16,1 11-28-16,-3 7 0 0,4 5 14 0,0 2-12 16,2 1-9-16,3 6-20 0,6-4 118 0,5 1-59 15,0 0-30-15,0-3 57 0,11 0-47 16,4-4-1-16,2 2-38 0,2-2-63 15,2-5 32-15,1 0 7 0,0-1 24 0,-2-2-233 16,-2-5 116-16,1 0 58 0,-6-3-171 0,4-1 81 16,-4-3 61-16,-3-3-20 0,4-2-343 0,-7-2 192 15,4 0 97-15</inkml:trace>
  <inkml:trace contextRef="#ctx0" brushRef="#br0" timeOffset="-107014.18">29293 15389 841 0,'0'0'0'0,"0"0"0"0,5 0 0 0,2 6 0 0,-2 0 0 0,0 2 0 0,3-1 318 0,0 1-143 0,3 1-71 15,2 2-36-15,-1 0 102 0,0-1-73 0,1 1-32 16,1 1-78-16,-1-1 23 0,0-2 0 0,-4-1 31 16,0-1-356-16,2-1 174 0,-3-2 86 0,2-1-387 15,2-3 228-15</inkml:trace>
  <inkml:trace contextRef="#ctx0" brushRef="#br0" timeOffset="-106811.71">29608 15273 1611 0,'-2'-7'0'15,"-1"5"0"-15,1 0 0 0,-3 2 0 0,3 0 0 0,-2 6 0 0,-1 10 0 0,-3 9 0 0,2 3 0 0,-5 12 0 0,-3-1 0 0,-3 6 201 0,-3 2-84 0,-4 3-43 0,0 5-12 16,-6 5 149-16,3-1-89 0,-2-3-45 0,3 2-42 15,3-10 6-15,2 7-8 0,-1-6 0 0,5-6-191 16,4-7 96-16,-1-2 47 0,4-5-298 0,1-6 166 16,2-2 35-16,0-4 59 0,5-7-393 0,1-4 207 15,1-4 94-15,0-2-80 0,0 0 96 0</inkml:trace>
  <inkml:trace contextRef="#ctx0" brushRef="#br0" timeOffset="-106567.36">29700 15231 1111 0,'10'-18'0'0,"3"12"0"0,1 5 0 0,-1 1 0 0,0 0 0 0,1 0 0 0,1 9 0 0,3 12 348 0,-6 4-157 0,3 3-71 0,-3 5 96 16,0 8-92-16,-5 1-46 0,-6 0-22 0,2 4 4 15,-3-6 9-15,0 9-36 16,-8-6-1-16,-6-2-23 0,1 0-1 0,-4-1 25 15,3-7-66-15,-7 2 28 0,-1-4 1 0,1-3 37 16,-3-3-188-16,2-6 92 0,3-7 17 0,-2 0-310 16,3-5 154-16,6-5 92 0,2-2 15 0,2 0-120 15,6 0 83-15,2-11 54 0</inkml:trace>
  <inkml:trace contextRef="#ctx0" brushRef="#br0" timeOffset="-106422.75">30038 15499 1143 0,'15'0'0'0,"-2"-2"0"0,3 0 0 0,-2-2 0 0,0-1 0 0,3 0 0 0,-2-1 0 0,3 3 0 0,2-3 273 0,1 5-112 15,-3-1-68-15,0 2-198 0,-3 0 68 0,-1 0 36 16,-3 13-1-16,-6 4-474 0,-3 6 236 0</inkml:trace>
  <inkml:trace contextRef="#ctx0" brushRef="#br0" timeOffset="-106267.7">30075 15770 1157 0,'-10'5'0'0,"3"-2"0"0,2-1 0 0,4 0 0 0,1-2 0 0,0 0 0 0,0 0 0 0,9 0 276 0,7 0-121 0,2 0-62 16,1-2 225-16,0-1-135 0,3-2-79 0,0 3-179 16,2 1 54-16,-3 0 27 0,2-2 0 0,0 3-513 15,0 0 266-15</inkml:trace>
  <inkml:trace contextRef="#ctx0" brushRef="#br0" timeOffset="-105795.34">30693 15275 1819 0,'0'-21'0'0,"0"10"0"0,0 7 0 0,0 4 0 0,2 0 0 0,4 0 0 0,2 0 0 0,-1 8 0 0,3 6 0 0,0 0 237 0,1 5-94 0,3 3-60 15,-2 1 117-15,2 1-85 0,-3 2-40 0,2 1-22 16,-1-4-52-16,1 6 32 0,1-4 0 0,-1-2 0 16,1 1-176-16,-1-3 88 0,-5-3 52 0,4 2-360 15,-2-4 169-15,2 0 108 0,-2-4-38 0,0-1-441 16,-4-5 257-16,5-2 142 0</inkml:trace>
  <inkml:trace contextRef="#ctx0" brushRef="#br0" timeOffset="-105536.04">31169 15101 975 0,'9'-10'0'0,"-2"8"0"0,1 2 0 0,-3 2 0 16,-5 9 0-16,0 6 91 0,0 8-29 0,-6 7 8 0,-10 8 290 0,-2 5-164 0,-10 10-81 16,2 1-42-16,-4 5 279 0,0-5-152 0,-8 16-87 15,3-7 136-15,-4 2-108 0,-3-3-54 0,7-6-19 16,-5 11-7-16,3-7 0 15,5-3-28-15,7-10 0 0,-3 1-35 0,9-11 9 16,-1-4 25-16,5-4-158 0,7-13 79 0,-1-5 40 16,4-1-237-16,3-8 137 0,-1-1 15 0,3-3 48 15,0 0-323-15,0 0 167 0,0-2 83 0,5-10 35 16,7-2-305-16,1-2 178 0,6-3 88 0,1-2-305 16,3-4 197-16</inkml:trace>
  <inkml:trace contextRef="#ctx0" brushRef="#br0" timeOffset="-105330.59">31163 15576 1864 0,'5'-15'0'0,"1"8"0"15,5 1 0-15,0 0 0 0,1 0 0 0,2-1 0 0,0 0 0 0,3-2 0 0,10 4 0 0,0-1 0 0,3 1 0 0,-2-1 344 0,10 1-155 0,-3 1-79 0,1 0-9 16,-1 2-35-16,-3 1 9 0,-2-1-42 0,0 1-61 15,-6-3 31-15,0 2-1 0,-5 2-244 0,0 0 145 16,-4 0 61-16,-5 0 35 0,-2 0-1 0,-3 0 35 16,-3 0-37-16,-2 6-1109 0</inkml:trace>
  <inkml:trace contextRef="#ctx0" brushRef="#br0" timeOffset="-105130.13">31457 15210 1117 0,'-6'-15'0'0,"6"11"0"0,0 4 0 0,0 0 0 0,1 0 0 0,4 8 0 0,1 3 0 0,-3 4 227 0,0 3-97 0,-1 10-49 15,1 3 264-15,-3 3-157 0,0 2-69 0,0 10-47 16,-5-5-1-16,1 1-1 0,-4-7-37 0,3 5-208 16,-3-4 112-16,3-1 44 0,0-1 25 0,-2-4-361 15,4-2 193-15,-1-5 65 16,4-1-236-16,0-5-82 0,0-3 190 0</inkml:trace>
  <inkml:trace contextRef="#ctx0" brushRef="#br0" timeOffset="-104622.93">32295 15439 354 0,'8'-25'0'0,"0"4"0"0,4 3 0 0,-5-1 0 0,1-3 156 0,0-3-62 15,-3 4-30-15,1-1 53 0,-3-1-34 0,0 5-29 16,-1-3 0-16,-2 3 71 0,0 0-45 0,0 4-24 16,0 0 50-16,-8 3-41 0,-5 3 0 0,-1 3-32 15,-5 5 64-15,-5 0-31 0,5 0 7 0,-10 13-40 16,-1 6 28-16,-2 4 1 0,1 5-29 0,2-4 70 16,-4 11-40-16,3 0 1 0,1 2-31 15,5 5 165-15,2 0-83 0,6-4-32 16,-1 11 112-16,7-4-80 0,2 0-42 0,5-3 1 15,1 2 16-15,2-10-20 0,0 4-8 0,2-3-29 16,9-4 4-16,2-3-4 0,6-4 0 0,1-7-41 16,11 0 16-16,-3-9 0 0,6-2 25 0,-3-3-112 15,3-3 55-15,2 0 37 0,-4-3-13 0,-2-3-266 16,-3-1 111-16,0-2 76 0,-9 2-192 0,4-1 113 16,-9 2 60-16,4-5 33 0,-10 6-93 0,-3-3 62 15,2 3 32-15,-4-1-71 16,-2 3 56-16,0 0 22 0,0 3 1 0,0 0-378 15</inkml:trace>
  <inkml:trace contextRef="#ctx0" brushRef="#br0" timeOffset="-104462.36">32689 16026 1563 0,'-5'-19'0'0,"5"17"0"0,3 2 0 0,-1-1 0 0,4-2 0 0,-5-1 0 0,-1 2 31 0,0 0-32 0</inkml:trace>
  <inkml:trace contextRef="#ctx0" brushRef="#br0" timeOffset="-98469.02">9804 17047 845 0,'0'-4'0'0,"0"4"0"0,0-2 0 0,0 2 0 0,0-3 0 0,0 3 0 0,0 0 0 0,0 0 58 0,0 0-26 0,0 0 1 15,0 0 39-15,0 5 8 0,7 10-47 0,-2 5-1 16,1 8 41-16,-1 4-1 0,1 11-39 0,-4-4 7 15,1 15 58-15,2-5-33 0,-3-3 0 0,-1 0-21 16,5-12-11-16,-1 5 8 0,1-8-41 0,6-4 32 16,-5-11 1-16,6 2 0 0,0-7-46 0,2-4 31 15,0-4-8-15,2-3 22 0,2-3-32 16,2-11 6-16,-1-11 1 0,1-5-92 16,2-8 49-16,-7 1 13 0,0-2 1 0,-4-2-123 15,-1 0 73-15,-2 6 21 0,-2-5-13 0,-2 2 18 16,-3 4-1-16,0 3 9 0,0 7 116 0,-2 3-56 15,0 8-19-15,0 1-7 0,0 5 98 0,-4 5-51 16,0 2-31-16,-3 0 250 0,4 9-126 0,-4 12-38 16,3 4-41-16,1 3 111 0,1 4-59 15,2 1-42-15,0 1-1 0,0-2 15 0,0 1-25 16,2-4 1-16,5 1-58 0,3-2 13 16,-3-2 0-16,4-2 21 0,-2-4-146 0,2-2 73 15,-2 2 44-15,3-6-7 0,-3 0-112 0,0-5 66 16,-4-2 5-16,5-2-280 0,-2 0 119 0,1-4 94 15,2-1-297-15,-1 0 188 0,2-1 93 0,0-6 47 16,1-7-260-16,-1-2 157 0</inkml:trace>
  <inkml:trace contextRef="#ctx0" brushRef="#br0" timeOffset="-98262.56">10481 17029 528 0,'0'-7'0'0,"-2"5"0"0,-5 2 0 0,-1 0 0 0,-5 15 0 0,0 8 238 0,4 4-103 0,-3 13-51 0,5 2 264 16,1-1-149-16,3 9-88 0,3-3 183 0,0-4-130 16,0-9-66-16,5 4-33 0,8-4 13 0,4-4-9 15,1-6-36-15,3-3 0 16,0-3-175-16,2-5 88 0,-5-3 51 0,5-2-354 16,-2-5 195-16,-1-3 97 0,1 0 9 0,-2-1-253 15,-3-12 83-15,-3 1 102 0,-1-6-297 0</inkml:trace>
  <inkml:trace contextRef="#ctx0" brushRef="#br0" timeOffset="-98043.15">10647 17209 1037 0,'-4'-5'0'0,"2"2"0"16,2-3 0-16,0 2 0 0,0 0 0 0,4 3 0 0,7-2 0 0,3 3 163 0,2 0-65 0,1 4-32 0,-1 7 161 0,4 4-89 15,0 6-56-15,-5 3-25 0,0-3 33 0,-2 4-29 16,-5 1 0-16,-3-4-75 0,-3 7 19 0,-2-2 0 15,0-2-5-15,-4 0 0 0,-8-3 33 0,-2-4 8 16,-4 4-88-16,-3-4 40 0,3-7 0 0,-2 0 40 16,1-4-264-16,3-1 121 0,-2-6 30 0,9 0-240 15,-3 0 133-15,9-6 78 0,3-10 31 16,0-4-212-16,3-8 133 0,13-1 62 16,5-5-79-16</inkml:trace>
  <inkml:trace contextRef="#ctx0" brushRef="#br0" timeOffset="-97862.05">10873 17119 797 0,'6'-14'0'0,"-4"4"0"0,1 5 0 0,-1 0 0 0,1 2 0 0,-3 3 0 0,0 0 105 16,0 9-36-16,-3 10 8 0,-4 6 303 0,1 1-174 15,1 1-87-15,0 4-43 0,5-1 236 16,0-5-131-16,0 9-79 0,0-9-34 16,7 2 14-16,4-5-25 0,2 1 0 0,2-6-199 15,1-3 83-15,2 2 47 0,-1-5-160 0,-1-4 103 16,2-1 50-16,1-4 35 0,-3-2-577 0,3 0 208 15,0-4 162-15,-2-5 68 0</inkml:trace>
  <inkml:trace contextRef="#ctx0" brushRef="#br0" timeOffset="-97686.52">11233 17262 1109 0,'3'-4'0'0,"1"4"0"0,-1 0 0 0,1 0 0 0,0 0 0 0,-2 0 0 0,2 4 0 0,0 4 0 0,-1 7 188 0,-1-1-77 16,-2 6-31-16,0 2 228 0,0 2-137 0,-2 3-69 15,-5 1 114-15,-3-1-91 0,1-5-38 0,-2 0-31 16,1-1-51-16,-1-6 0 0,2-1 28 0,3-6 0 16,-2-2-345-16,5-2 169 0,-1-4 87 15,4 0 45-15,0 0 22 0,0-8-1 0</inkml:trace>
  <inkml:trace contextRef="#ctx0" brushRef="#br0" timeOffset="-97487.53">11422 17091 1308 0,'0'-6'0'0,"0"1"0"0,0 1 0 0,0 2 0 0,2 0 0 0,2 2 0 0,1 0 0 0,2 0 237 0,5 0-106 0,-1 4-50 0,1 4 176 16,-1-1-112-16,2 2-56 0,0 3-20 0,0-4-65 15,-1 3 29-15,1-4 0 0,-2 1-321 0,-3-3 161 16,3-1 87-16,-2 0 33 0,-1-2-453 0,1-1 195 15,-2-1 136-15,-1 0-6 0</inkml:trace>
  <inkml:trace contextRef="#ctx0" brushRef="#br0" timeOffset="-97235.21">11723 16841 1189 0,'0'-1'0'0,"2"-2"0"0,-2 2 0 0,2 1 0 0,-2 0 0 0,0 0 0 0,0 0 0 0,0 4 190 0,1 8-71 0,1 6-47 16,0 2 222-16,-2 5-131 0,0 5-65 0,0 4-24 16,0 7 103-16,0-2-73 0,-4 7-35 0,-3-2-10 15,-5 5-1-15,1 0-17 16,-2 0-8-16,-2 2-31 0,-2-3 1 0,0-1 30 16,-2 1-201-16,3-11 108 0,-5 9 43 0,2-7 24 15,-1-2-352-15,-1-3 174 0,3-5 46 0,4-4 55 16,-1-3-285-16,3-4 161 0,7-8 81 0,1-2-214 15,2-4 148-15,2-2 64 0,0-2 46 0</inkml:trace>
  <inkml:trace contextRef="#ctx0" brushRef="#br0" timeOffset="-96811.34">11929 16894 1044 0,'-8'-11'0'0,"5"1"0"0,1 7 0 0,2-1 0 0,0 0 0 0,0 2 0 0,0 0 0 0,0 1 0 0,5 1 263 0,9 0-116 15,-1 0-56-15,1 8 133 0,6 2-87 0,1 5-56 16,-3 1-24-16,1 5 61 0,0 4-42 0,-4 2-22 16,-3 2 11-16,-1 1-8 0,-6 4-24 0,-1 2-1 15,-4 2 41-15,0 4-1 0,0-6-31 0,-8 2-8 16,-4-2-35-16,-2-2 34 0,-3-3 1 0,0-2-93 15,-4-4 55-15,1-2 15 0,-1-5 0 16,6-7-286-16,-2 0 144 0,2-3 53 0,6-6-153 0,0-1 87 16,0-1 63-16,6 0-13 15,3 0-291-15,0-7 176 0,0-5 80 0,3 0 53 16</inkml:trace>
  <inkml:trace contextRef="#ctx0" brushRef="#br0" timeOffset="-96623.84">12267 17063 1503 0,'14'-4'0'0,"-2"3"0"0,4 1 0 0,-2 0 0 0,0 0 0 0,1 0 0 0,0 0 0 0,3 0 0 0,2 0 191 0,1 0-78 16,6 1-41-16,-3 2 19 0,1-3-29 16,-4 0 8-16,1 0-37 0,2 0-144 0,-3 0 73 15,-1 0 35-15,0 0-443 0,-3 0 247 0,-4 0 112 16,-6 0 60-16</inkml:trace>
  <inkml:trace contextRef="#ctx0" brushRef="#br0" timeOffset="-96479.22">12451 17298 1163 0,'-15'11'0'0,"5"0"0"0,7-1 0 0,1-3 0 0,2-1 0 0,0 2 0 0,5-5 180 0,11 3-74 0,5-3-36 15,2 1 291-15,-2-2-156 0,10-1-90 0,-5-1-41 16,4 0-27-16,-2 0-14 0,2-1 0 0,-7-7-449 15,7 1 221-15,-13 5 113 0</inkml:trace>
  <inkml:trace contextRef="#ctx0" brushRef="#br0" timeOffset="-95040.15">13205 17213 726 0,'-9'-5'0'0,"2"3"0"0,4 0 0 0,-3 0 0 0,2 1 0 0,-1-4 0 0,1 4 0 0,2-3 98 15,0 1-33-15,2-2 0 0,0-4 104 0,2-4-72 16,11-2-33-16,10-2 7 0,1 1 0 16,4 1-39-16,4 2 75 15,-2 4-41-15,2 5 0 0,-2 4-33 0,-4 0 43 16,-1 12-22-16,-4 9 9 0,-3 5 9 0,-4 4 0 16,-3 4-39-16,-6 8 61 0,-3 0-31 0,-2-4 9 15,0 10-39-15,-7-5 34 0,-4-3-34 0,-1-6-1 16,-4 0 1-16,0-4 16 0,0-4-16 0,-3-4-1 15,4-7 1-15,-4-2-49 0,-2-1 24 0,3-6 8 16,-3-4 17-16,-2-2-192 0,3 0 93 16,-5-2 31-16,4-12-235 0,7 0 120 15,0-4 72-15,1-3-246 0,6 1 145 0,3-1 73 16,4-5 37-16,0 5-113 0,2-4 79 0,11 5 35 16,8-3 0-16,2 1-258 0</inkml:trace>
  <inkml:trace contextRef="#ctx0" brushRef="#br0" timeOffset="-94800.78">13719 17010 794 0,'2'-20'0'0,"-2"-1"0"0,0 7 0 0,-10 4 0 0,-2 2 0 0,-8 6 0 0,2 2 192 0,-5 0-84 0,1 10-38 0,1 10 190 16,-1 5-114-16,-1 8-57 0,4 2 75 0,1 9-71 15,6 3-29-15,1 0-1 0,5 0 141 0,5-2-86 16,1-8-35-16,0 3-29 0,5-4 56 0,11-2-39 15,4-4 0-15,1-4-135 0,3-4 44 16,2-3 26-16,2-2 1 0,0-4-266 0,-1-2 146 16,-3-4 76-16,5-1-421 0,-5-6 198 15,-2 0 119-15,4 0 30 0,-6 0-109 0,1-8 86 16,0-8 54-16,0 3 24 0,-6 1-249 0</inkml:trace>
  <inkml:trace contextRef="#ctx0" brushRef="#br0" timeOffset="-94416.81">13952 17129 1454 0,'0'-2'0'0,"0"2"0"0,0 0 0 0,0 6 0 0,0 2 0 0,2 6 0 0,10-1 0 0,6 5 0 0,5-2 187 0,3-3-77 0,4 1-39 16,4-6 47-16,3 0-35 0,1-4-29 0,1-1 0 15,-1-3-43-15,-4 0 21 0,0 0 1 0,-10-1 8 16,0-9-127-16,-1 0 60 0,-6 1 29 0,-6-2-161 15,-4 1 95-15,0 0 47 0,-6-6-143 0,-1 3 57 16,0 0 50-16,-8-1-16 0,-5-2 11 0,-4 2-5 16,-1-6 8-16,-3 2 7 0,-4 1 47 15,2 0-33-15,-4 4 0 0,3 3-8 16,-8 2 48-16,3 7-13 0,1 1 0 0,-4 9 138 16,0 14-74-16,8 2-30 0,-5 12-19 0,7 3 222 15,5 0-112-15,6 4-42 0,5-2 153 0,6-7-83 16,0 4-61-16,5-1-27 0,15-1 46 0,2-5-36 15,7-4 0-15,1-3 22 0,7 0-33 0,-1-1 0 16,-6-8-25-16,5 2-131 16,-1-3 66-16,1-2 41 0,-6-4-324 0,-1-4 161 15,-2-1 90-15,1-4 13 0,-6 0-452 0,5 0 220 16,-6-11 125-16,1-4 63 0,0-5-262 0,-3-5 162 16,-4-3 73-16</inkml:trace>
  <inkml:trace contextRef="#ctx0" brushRef="#br0" timeOffset="-94118.09">14547 16806 1377 0,'0'-8'0'0,"0"1"0"0,0 6 0 0,4-8 0 0,9 2 0 0,4 0 0 0,2 1 0 0,7 0 0 0,-5 5 174 0,5-2-71 0,-2 3-35 16,-4 0 40-16,6 3-42 0,-11 8 0 0,0 4-34 15,-4 1-89-15,-6 5 45 0,-3-1 31 0,-2 8-59 16,0-5 36-16,-5 2 1 0,-10-3 36 0,-2-2-93 15,1-2 41-15,-7 3 21 16,5-10-77-16,0 2 41 0,-1-2-7 0,2-3 1 0,4-2 181 0,2-1-70 16,1-2-36-16,5 0 1 15,3-1 188-15,0-2-101 0,2 2-26 0,0-1 12 16,5-1-38-16,9 0 0 0,4 0-38 0,0 0 6 16,4 0 2-16,0 0-8 0,1 0-180 0,0-1 90 15,-3-1 45-15,3 0 23 0,-4-2-469 0,-1 2 231 16,-1 1 80-16,-2-3 70 0,0 4-450 0,0-5 248 15,-1 4 114-15</inkml:trace>
  <inkml:trace contextRef="#ctx0" brushRef="#br0" timeOffset="-93959.43">14945 16774 1015 0,'-5'0'0'0,"1"0"0"0,2 0 0 0,2 0 0 0,0 0 0 0,0 1 0 0,0-1 235 0,6 5-105 0,5 2-49 16,1 1 224-16,0 1-137 0,0 0-67 0,1 2-26 15,0 1-180-15,-1 1 69 0,-1 0 35 16,0-2-1-16,0 1-422 0,-2-5 237 0,3 2 106 0,1-4-476 16</inkml:trace>
  <inkml:trace contextRef="#ctx0" brushRef="#br0" timeOffset="-93775.41">15203 16669 1266 0,'4'-10'0'0,"-2"7"0"0,0 1 0 0,-1-1 0 0,1 3 0 0,-2 0 0 0,0 14 0 0,-2 8 0 0,-7 6 152 0,-4 11-60 0,-2-3-21 0,-6 14 320 0,0-2-179 16,1 4-90-16,-3-2-45 15,0 3 154-15,2-3-91 0,-2-2-57 0,2-2-186 16,4-4 68-16,2-9 34 0,0-2-1 0,3-5-364 16,3-2 195-16,6-7 102 0,1-4-252 15,2-1 101-15,0-5 108 0</inkml:trace>
  <inkml:trace contextRef="#ctx0" brushRef="#br0" timeOffset="-93387.45">15409 17224 1651 0,'-11'-5'0'0,"4"3"0"0,3 2 0 0,3 0 0 0,-1 0 0 0,2 0 0 0,0 0 0 0,2 0 0 0,12 0 221 0,7 0-86 16,7 2-55-16,4-2 228 0,7 0-137 0,1 0-69 15,3-4 15-15,-2-3-33 0,10-6-30 0,-8 1 0 0,0 1-69 16,-6 0 25-16,2 1-1 0,-6 0 32 0,-1 6-342 16,-3 0 166-16,-8 2 85 0,-1 0-576 0,-5 2 274 15,-4 0 105-15,-4 0 111 0,1 2-390 0</inkml:trace>
  <inkml:trace contextRef="#ctx0" brushRef="#br0" timeOffset="-93203.94">15783 16798 1191 0,'-9'-8'0'0,"5"-1"0"0,2 8 0 0,2-2 0 0,0 1 0 0,0 2 103 15,0 0-35-15,0 16 421 0,6 12-232 0,-1 8-112 16,-1 5-56-16,-1 6 287 0,-3 7-172 0,0 7-77 0,0 12-52 15,-5-2-94-15,0 1 26 0,-3-3 0 16,3 0 26-16,1-12-593 0,2 1 293 16,2-1 150-16,0-5-313 0,0-3 174 0</inkml:trace>
  <inkml:trace contextRef="#ctx0" brushRef="#br0" timeOffset="-92639.5">16386 16923 980 0,'-14'-8'0'0,"4"4"0"0,2 4 0 0,5 0 0 0,1 0 0 0,0 9 0 0,2 3 93 0,0 1-30 0,0 3 0 16,5 4 213-16,6-2-121 0,3 3-54 0,1 2-38 15,2-3 122-15,-1 1-76 0,2-3-38 0,-2 3-105 16,-2-4 42-16,2 1-8 0,0-4 33 16,-2 1-319-16,0-4 159 0,-1-3 81 0,-1-3-187 0,0-1 79 15,-1-4 82-15,5 0-41 0</inkml:trace>
  <inkml:trace contextRef="#ctx0" brushRef="#br0" timeOffset="-92375.25">16882 16665 1697 0,'0'-2'0'0,"0"2"0"0,0 0 0 0,0 9 0 0,-4 10 0 0,-8 8 0 0,-8 11 0 0,-1 10 0 0,-9 14 262 0,0 2-114 0,-3 5-58 16,-3 8 320-16,-7 14-193 0,6-6-93 0,-3 4-45 15,2-1 138-15,5-1-92 16,4-17-38-16,1 0-32 0,5-6 85 0,7-15-54 16,-1-2-26-16,6-14-118 0,3-4 53 0,0-3 15 15,3-7 0-15,1-5-154 0,2-6 88 0,0-4 44 16,2-2-280-16,-1-2 118 0,-1 0 92 0,-4 0-17 16,0 0-228-16,0-7 147 0,1 0 66 0,-2-3 44 15,3-1-125-15,0-1 81 0,4-1 40 0,0-2-359 16,0-1 191-16,4-8 109 0,11 4 51 0</inkml:trace>
  <inkml:trace contextRef="#ctx0" brushRef="#br0" timeOffset="-92158.83">16896 17224 959 0,'1'-11'0'15,"1"6"0"-15,2-1 0 0,1 0 0 0,4 1 0 0,5 0 534 0,6 0-251 0,6 2-125 0,6-1 105 0,8-2-119 0,3 3-56 16,3-4-27-16,5-2 160 16,2 4-94-16,-3-1-39 0,1-1-121 0,-1 1 32 15,-4-1 1-15,0 1 33 0,-11 0-351 0,3 0 184 16,-6 3 79-16,-10 1 44 0,-1 0-576 0,-10 0 289 16,0 2 78-16,-5 0-150 0,-6 0 173 0</inkml:trace>
  <inkml:trace contextRef="#ctx0" brushRef="#br0" timeOffset="-91959.36">17456 16795 1369 0,'-7'0'0'0,"3"0"0"0,2 9 0 0,2 4 0 0,-2 4 0 0,-2 4 134 0,2 7-42 0,-1 4-33 15,-3 11 289-15,1-4-158 0,1 5-78 0,-2-1 6 16,2-4-35-16,1 13-29 0,1-5 0 0,-2 1-21 0,2-3-133 15,1-8 75 1,-1 3 25-16,0-3-426 0,2-4 229 0,0-10 116 0,0 0 56 16,0-8-598-16,0 0 303 0</inkml:trace>
  <inkml:trace contextRef="#ctx0" brushRef="#br0" timeOffset="-91531.5">18664 16994 725 0,'-2'-20'0'0,"2"6"0"0,0-1 0 0,0 0 0 0,0-2 0 0,0 0 0 0,0 0 0 0,0 0 136 0,0 2-52 16,-3-1-17-16,-5 2 119 0,2 1-76 15,-3 2-39-15,-2-1 1 0,-3 3 90 0,-2 5-56 16,-7 1-40-16,-2 3 45 0,-1 0-39 0,-6 7 1 16,-5 14-41-16,5-1 147 0,-9 12-78 0,3 2-34 15,2 4 0-15,-1 5 110 0,-3 7-72 16,10-4-27-16,2 4 140 0,5 2-92 15,9-2-47-15,6 0 142 0,8-3-94 0,0-7-39 0,10 8-32 0,9-8-17 16,4-4-6-16,4-5-1 0,1 0 1 16,-2-9-55-16,8-2 24 0,0-2-1 0,9-5 32 15,-5-8-188-15,3-5 95 0,-4 0 54 0,11 0-429 16,-9-5 217-16,0-8 64 0,1 0 68 0,-6 2-504 16,3 2 283-16,-3-3 137 0,0 6-473 0</inkml:trace>
  <inkml:trace contextRef="#ctx0" brushRef="#br0" timeOffset="-91372.92">19333 17598 2093 0,'0'-2'0'0,"0"2"0"0,0 0 0 0,0 0 0 0,0 0 0 0,0 0 0 0,0 0 0 0,0 0 0 0,0 0 0 0,0 0 0 0,0 0-357 0,0 0 194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8T08:09:38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1347 10203 435 0,'0'4'0'0,"0"-4"0"0,0 1 0 0,0 1 0 0,0-2 0 0,-1 2 0 0,-1-2 0 0,0 2 0 0,1-2 85 0,-2 0-17 15,3 0 3-15,0 0 0 0,0 0-39 0,0 0 1 16,0 0-22-16,0 0 8 0,0 0 14 0,0 0-1 16,0 0-15-16,0 0 15 0,0 0 1 0,0 0 8 15,0 0 21-15,0 0 1 0,3 0-30 0,-2 0-1 16,1 0 38-16,1 0 9 0,-1 0-17 0,1 0 0 15,0 0-29-15,-1 0 0 0,1 0 37 0,-1 0-29 16,3 0-8-16,0 0-1 0,-1 0-3 0,2 0 4 16,-1 0-1-16,3 0 9 15,-3 0-14-15,1 0 6 0,2 0-1 0,-2 0-21 16,1 0 22-16,0 0 8 0,0 0-37 16,1 0 27-16,2 0 1 0,-3 0-7 0,0 0 9 15,2 0 1-15,-2 0-8 0,4 2 1 0,-2-2 5 16,1 0-5-16,-1 2 1 0,1-2 6 0,-2 0-6 15,3 0 0-15,-3 0-13 0,1 0 13 0,1 1 0 16,-1-1 9-16,1 0-31 0,0 0 21 0,0 0 1 16,2 0-2-16,-1 0-4 0,3 0 10 0,-1 0-6 15,1 0-2-15,2 0 5 16,-4 0-4-16,3 0 0 0,1-1 6 0,-2-1-7 16,2 0 1-16,-2 0-9 0,0 0 9 0,1 0 0 15,0 1 8-15,0 1-19 0,1-2 11 0,0 2-1 16,-1-2 1-16,0 2-7 0,2-2 12 0,-1 2-8 15,3-2 2-15,1 2 2 0,-2-2-2 0,3 1-1 16,0-2 7-16,1 2-33 0,0-1 26 0,2-2 0 16,-3-1-16-16,2 0 14 0,1 0 7 15,-4 1-32-15,0 2 0 0,0 0 22 16,0-1 1-16,0 1-22 0,1 0-3 0,0 0 18 16,-1 0 3-16,2 0 0 0,1-1-2 0,-1 2 1 15,0-2-1-15,0 0-3 0,-1 0 2 0,0 1 0 16,-3-1-18-16,0 0 21 0,1 2-3 0,-4-1-31 15,2 0 30-15,1 1-1 0,-1 1 1 0,2-2-39 16,-3-1 36-16,3 2-3 0,2-3 3 0,-1-1 15 16,-1 3-16-16,2-5-2 0,-2 4 1 15,1-3 30-15,-4 1-29 0,3 1 1 16,1 1-3-16,-3-2 7 0,2 3-4 0,-3 0-17 16,3 1 17-16,0-1 4 0,0 2-3 0,1-3-35 15,-2 3 34-15,1 0-2 0,-1-1 2 0,1 1-30 16,-2-2 27-16,-1 2-5 0,1-2 4 0,-1 2 16 15,2-1-17-15,-2 1-2 0,1-2 21 0,1 2-18 16,1-2 0-16,-2 0 17 0,1 2-16 0,-1-2 2 16,1 2-1-16,2-2-1 0,-2 2 2 15,1 0 1-15,0-1-1 0,0 1-3 16,0-3 3-16,0 2 3 0,-3 1-3 0,3-2-2 16,0-1 2-16,-3 2-2 0,1 1 162 0,1 0-168 15,0 0 0-15,-1 0 0 0,3 0 0 0,-5 0 0 16,5 0 0-16,-2 0 0 0,1 0 0 0,0 0 0 15,0 0 0-15,0 0 0 0,1 0 0 0,0 0 0 16,0 0 0-16,2 0 0 0,-2 0 0 0,3 0 0 16,1 0 0-16,-3 0 0 0,1 0 0 15,3 0 0-15,-1 0 0 0,-3 0 0 16,6 0 0-16,-7 0 0 0,9 0 0 0,-5 0 0 16,2 1 0-16,0 2 0 0,3-1 0 0,-2-1 0 15,0-1 0-15,0 3 0 0,-7-3 0 0,4 0-170 16,-2 1 123-16,-1 1 3 0,0 2 26 0,-2-2 5 15,0 1-4-15,2-1 2 0,-3 0-9 0,1-1 44 16,1-1-38-16,-1 0 1 0,2 0-2 0,-1 0 36 16,-1 0-1-16,2 0-29 0,-2-1 9 15,0-3-20-15,0-1 21 0,0-1-6 16,-3 2-37-16,-1-2 3 0,3 3 34 0,-4 1-35 16,-1-2 30-16,3 2 0 0,-6 2-10 0,7 0 31 15,-7 0-4-15,3 0-19 0,-1 0-5 0,-2 0 45 16,2 0-44-16,-3 0 4 0,4 0 4 0,-3 0 41 15,1 0-15-15,0 0 0 0,0 0 3 0,-1 0 1 16,-1 0-14-16,1 0-9 0,-1 0 6 0,-2 0-2 16,2 0 3-16,-4 0-28 15,0 0 0-15,-1 0 24 0,0 0-1 0,-1 2-13 16,2 0 9-16,-4-2 3 0,1 2-6 0,0-2-7 16,0 2 7-16,-2-2 3 0,0 0-93 0,0 0 46 15,0 0 17-15,0 0-288 0,0 2 142 0,0-1 74 16,0 4 31-16,-6-4-557 0,0 3 301 0,1-4 151 15</inkml:trace>
  <inkml:trace contextRef="#ctx0" brushRef="#br0" timeOffset="238.38">4870 9786 1935 0,'0'0'0'0,"0"0"0"0,0 0 0 0,2 0 0 0,6 0 0 0,3-2 0 0,-1 0 0 0,3 2 0 0,2 0 0 0,2 0 266 0,1 2-108 0,2 6-28 16,2 7-48-16,-2 0-25 0,-1 2 0 0,-6-2-80 16,1 3 23-16,-3 3 1 15,-1-1 32-15,-5 1-26 0,-3 0 0 0,0 2 34 16,-2 3 44-16,-4-2-25 0,-8 3-1 0,-4-1 67 16,-6 1-47-16,-3 4-14 0,-7 5-9 0,-2 1-308 15,-2 1 139-15,-13 5 70 0,6-2 38 0,2-3-792 16,-6 11 389-16</inkml:trace>
  <inkml:trace contextRef="#ctx0" brushRef="#br0" timeOffset="1434.1">2173 7962 549 0,'-3'0'0'0,"0"-2"0"0,3 1 0 0,-2-1 0 0,2 2 0 0,-3 0 80 16,1-3-48-16,2 3 147 0,-1 0-74 0,1 0-35 15,0 0-1-15,0 0 12 0,0 0-9 0,0 3-39 16,0 4 0-16,0 1 23 0,0 1 0 0,0 3-15 15,0 2-8-15,0 1 44 0,1 5-21 0,1-2-1 16,-2 8 3-16,0 1 7 0,0 3-32 16,0 5 0-16,0 7 50 0,0 1-26 15,0 4 1-15,0 6 19 0,0 1-9 0,0 14-35 16,0-2 0-16,0 3 25 0,0 6 1 0,0 2-18 16,0 0-9-16,0 0 31 0,5-2 0 0,4-4-30 15,1 0 27-15,-4-8 9 0,5 13-36 0,-3-4 41 16,0-1-20-16,0 3-1 0,-3-1-20 0,1-11 44 15,-1 15-44-15,-1-7-1 0,0-1 1 0,-1 0 18 16,-1 5-18-16,1 1 8 0,-3 0-9 0,0-2-24 16,3 0 25-16,-3-4-1 15,0-1-27-15,0-9 8 0,0 12 20 0,0-8-38 16,0-1 36-16,0 0-8 0,0-11 6 0,0 4-55 16,0-4 22-16,0-5-9 0,0-2 34 0,0-9-47 15,0 2 21-15,3 0-7 0,-2-6 26 0,-1 0-42 16,0-6 1-16,2 3 28 0,-2-7-82 0,0 2 37 15,0 0 23-15,0-5-65 0,0 1 40 0,0-2 12 16,0-5-3-16,0-3-213 16,0-1 110-16,0-3 43 0,0-3 32 0,0-2-293 15,-3 0 155-15,-3-15 89 0,1-19 41 0,2-9-507 0</inkml:trace>
  <inkml:trace contextRef="#ctx0" brushRef="#br0" timeOffset="1860.39">2179 8032 588 0,'-9'0'0'0,"4"0"0"0,2 0 0 0,1 0 0 0,1 0 0 0,-3-2 0 0,3 0 0 0,-2 0 189 15,3 0-70-15,-2 0-47 0,2 2 0 0,0 0 101 16,-2 0-70-16,1 0-35 0,-1 0 37 0,-1 8-41 15,-3 7 1-15,-2 6-49 0,0 5 17 0,0 2-1 16,-3 4 9-16,0 0-43 16,3 2 0-16,-3-1 35 0,1-1-1 0,0-3-37 15,0-4 45-15,2 2-7 0,-2-8 0 0,1 0-56 16,2-2 11-16,1-4 6 0,-2 0-152 0,3-5 84 16,-1-1 33-16,1-1 23 0,2-2-233 0,1-3 114 15,1-1 45-15,1 0-248 0,0 0 154 0,0-9 77 16</inkml:trace>
  <inkml:trace contextRef="#ctx0" brushRef="#br0" timeOffset="2094.77">2137 8150 834 0,'4'-7'0'0,"-3"6"0"0,1-5 0 0,0 3 0 0,-1-1 0 0,1 2 0 0,6 1 223 0,2-1-95 0,2 2-39 0,1 0 220 15,4 0-138-15,3 3-69 0,2 12 128 16,-2 2-99-16,5 5-41 0,-2 1-32 0,1 4 38 15,-2-1-32-15,-1 0 1 0,-2 1-33 0,-4-8-40 16,0 1 17-16,-1-1-1 0,-4-4 25 16,-4-5-30-16,2-1 1 0,-6-2 37 15,1-2-46-15,0-4-1 0,-2 1 39 0,-1-2-16 16,0 0-7-16,0 0 21 0,0 0-37 0,-4 0-187 16,-4-2 94-16,3-6 54 0,2-1 19 0,-2 1-748 0</inkml:trace>
  <inkml:trace contextRef="#ctx0" brushRef="#br0" timeOffset="4592.05">1705 10587 592 0,'-5'-1'0'0,"0"-1"0"0,2 0 0 0,1 0 0 0,-3 1 0 0,4-2 0 0,-1 1 0 0,0 2 0 0,1-1 118 0,1 1-34 0,-4-2-30 16,4 0 1-16,0 2 4 0,0-2 1 0,0 0-28 15,0 2 37-15,0-2-36 0,0 2 0 0,0 0 62 16,0 0-31-16,-2 0 1 0,-1 0-24 15,0 0 46-15,-1 2-27 0,1 12 0 0,-2-1-28 16,2 3 22-16,0 1 7 0,-3 4-28 16,6 0 0-16,-5-1 53 0,3 3-26 0,2-1 8 15,-1-1 0-15,1 0 0 0,0-2-35 0,0-1 73 16,0 1-36-16,1 0 8 0,3-4-45 0,5 0 41 16,-1 0-21-16,3-4 0 0,1 1-20 0,3-1 5 15,1-4-5-15,0-1-1 0,4-1 1 0,0-2-35 16,-2-3 0-16,1 0 43 0,-1 0-50 0,1 0 21 15,-1-5 0-15,-4-4-8 16,2-2 0-16,-4-2 11 0,0-1-13 0,-4 0-6 16,2-5 24-16,-3 1-12 0,-2-3 9 0,-2-3-19 15,-1 2-7-15,-2-2 23 0,0 1 0 0,0 1-34 16,0-1 0-16,-2 1 30 0,-5 3-30 0,-2 1 0 16,-2-2 23-16,1 5 21 0,-3 1-23 0,-1 0 5 15,1 2-10-15,-2 2 56 0,0 0-22 0,0 3 0 16,0 1-21-16,3 3 29 0,-6-1 3 15,1 2-30-15,2 2 38 0,-2 0-34 16,1 0 7-16,-1 0-1 0,2 2 7 0,1 5-10 16,1-1 4-16,1 1-33 0,4 1 29 0,0 0 5 15,1-4-8-15,0 5-31 0,5-4-2 0,-1-1 34 16,1-1-4-16,2 2-279 0,0-2 123 0,0 1 70 16,2 2-640-16,10-4 341 0,4 5 170 0</inkml:trace>
  <inkml:trace contextRef="#ctx0" brushRef="#br0" timeOffset="6401.64">3813 8454 328 0,'0'0'0'0,"0"0"-164"0,0 0 82 0,0 0 41 0,0 0 41 0,0 0 306 15,-3 0-116-15,1 3-70 0,2 2 76 0,0 3-82 16,0-1-40-16,0 3 25 15,5-3-33-15,1 0 8 0,4 2-41 0,-1-4 70 16,1-3-35-16,-2 1 0 0,3-3-35 0,-3 0 30 16,-2 0-9-16,-1 0-21 0,0 0 0 0,-4 0 33 15,1 0 0-15,1-1-25 0,-3-5 27 0,0 0 0 16,0 0-35-16,0-1-38 0,-5 1 0 0,-1 0 46 16,1 3-9-16,-1-1-31 0,-1 0 0 0,1 3 32 15,0 0-1-15,1 1-76 0,2 0 32 0,-2 0 11 16,0 0-1-16,2 0-174 15,0 0 94-15,1 0 26 0,2 0-287 0,0 0 147 16,0 0 85-16,0 0-174 0,5-3-47 0</inkml:trace>
  <inkml:trace contextRef="#ctx0" brushRef="#br0" timeOffset="6702.37">4132 8068 808 0,'-6'-10'0'0,"1"6"0"0,5 3 0 0,-5-1 0 0,3 0 0 0,1 2 214 16,-2 0-90-16,1 0-46 0,2 0-23 0,0 5 211 15,0 7-108-15,0 3-67 0,0 3 65 0,2 7-61 16,2 1-31-16,0 2-10 0,-1 4 9 0,0 0-30 15,-1 3 0-15,1 0-62 16,-2-1 31-16,1-3 0 0,0-2 39 0,1 1-102 16,-2-8 46-16,1-1 25 0,1-3-1 0,-2-8-299 15,-1 0 119-15,2-5 86 0,0-5-2 0,-2 0-289 16,3 0 172-16,-3-15 85 0,2-4-231 0</inkml:trace>
  <inkml:trace contextRef="#ctx0" brushRef="#br0" timeOffset="7069.82">4107 8115 1169 0,'-12'-16'0'0,"6"7"0"0,-1 2 0 0,2 0 0 0,3-1 0 0,2-2 0 0,0 1 0 0,3-1 0 0,16-3 172 0,0 4-61 15,8-2-44-15,0 3 78 0,-1 3-57 0,2 2-27 16,-1 3 0-16,-6 0-57 0,1 5 29 0,-1 6-1 16,-6 4-107-16,-2 2 53 0,-6-1 28 0,-3 7-87 15,-2 4 53-15,-2-2 31 0,0 0-1 0,-11 2-36 16,-4-4 6-16,-2-2 24 15,-5 3-28-15,-1-6 132 0,0-3-56 0,1-4-21 16,1-4-12-16,2-1 85 0,0-2-45 0,8-4-20 16,1 0 148-16,1 0-76 0,5 0-21 0,3 0-16 15,1-2 9-15,3-4-21 0,16-4 0 0,4 1-134 16,2 0 56-16,-3 4 37 0,8-1-9 0,-1 5-117 16,-4-2 71-16,-4 3 34 0,3 0-1 0,-4 10-110 15,-2 1 61-15,-4 4 8 0,-8 4 6 0,-2-1 5 16,-1 3 25-16,-3-2 137 0,-3-1-66 15,-7 1-36-15,-6-4-1 0,-3 0 131 16,-5-1-73-16,5-7-20 0,-7 2-25 0,6-7-99 16,-4-1 42-16,4-1 22 0,2 0 25 0,1 0-415 15,4 0 196-15,5-3 88 0,2-8-185 0,6-2 110 16,0-2 75-16,2-1-332 0</inkml:trace>
  <inkml:trace contextRef="#ctx0" brushRef="#br0" timeOffset="7287.24">4624 7889 1185 0,'0'0'0'0,"0"0"0"0,-3 0 0 0,-10 0 0 0,-2 4 0 0,0 9 0 0,-1 6 0 0,2 5 0 0,3 4 362 0,0 2-168 0,1 5-81 0,4-1-40 16,4-1 145-16,2 3-85 0,0-3-54 0,2-3 1 15,9-2-24-15,2-2 1 16,5-5-108-16,-1-5 50 0,7 0 13 15,-2-4-1-15,3-5-225 0,-1-3 124 0,-2-2 61 16,2-2 39-16,-2 0-456 0,0 0 220 0,-3-3 53 16,-2-7-288-16,-2-5 215 0</inkml:trace>
  <inkml:trace contextRef="#ctx0" brushRef="#br0" timeOffset="7469.82">4762 7939 815 0,'-8'1'0'0,"4"6"0"0,4 0 0 0,0-1 0 0,0-2 0 0,3 0 187 16,12-4-68-16,3 0-48 0,6 0 1 0,0 0 292 16,1 0-166-16,0 0-82 0,-2 0-33 0,4-2 78 15,-2-4-65-15,0 0-31 0,-5 3-168 0,2-2 68 16,-3-1 42-16,-3 2-356 0,-1-1 191 0,-6 3 96 16,0-2 47-16,-3 3-248 0,-2 1 77 0,-1 0 92 15</inkml:trace>
  <inkml:trace contextRef="#ctx0" brushRef="#br0" timeOffset="7642.21">4865 7932 510 0,'-5'14'0'0,"-1"-3"0"0,4 2 0 0,-2-2 0 0,3 3 0 0,1 0 0 0,0 3 433 0,0 0-200 0,0 4-101 16,0 1 257-16,1 1-179 0,1 0-80 0,2 4-18 15,2-2-39-15,-1 1-1 0,0-3-39 0,-1-2-309 16,2 1 150-16,2-5 80 15,-2-2 39-15,-1-5-220 0,3-3 129 0,-1-5 74 16,1-2 25-16</inkml:trace>
  <inkml:trace contextRef="#ctx0" brushRef="#br0" timeOffset="7814.38">4942 8036 1246 0,'2'-3'0'16,"0"3"0"-16,0 0 0 0,0 3 0 0,1 8 0 0,-3 2 0 0,4 3 0 0,-2 0 129 0,3 1-52 0,0 3 286 15,-4 1-164-15,4 3-84 0,-4 2-41 0,1-5 100 16,0 7-75-16,1-3-33 0,-2 0 0 0,0-4-258 16,-1 1 113-16,3-1 64 0,-2-5 20 0,1 0-222 15,0-5 126-15,4-3 61 0,-4-7-294 0</inkml:trace>
  <inkml:trace contextRef="#ctx0" brushRef="#br0" timeOffset="7962.07">5142 8210 986 0,'1'0'0'0,"1"2"0"0,0 4 0 0,-1 0 0 0,-1 3 0 0,0 2 0 0,2-1 441 0,1 3-209 0,-1 0-99 15,-1 2-51-15,1-2 36 0,0 0-43 0,0 0-13 16,4 0-374-16,-5-3 172 0,5-1 86 0,-1-3 44 16,0-3-276-16,-2-3 168 0</inkml:trace>
  <inkml:trace contextRef="#ctx0" brushRef="#br0" timeOffset="8270.5">5261 8045 17 0,'3'-7'0'0,"2"1"0"0,4 2 0 0,1 0 0 0,-1-3 0 0,4-1 634 16,3 1-300-16,-2 1-151 0,3 0-75 0,1 1 227 16,-2 3-143-16,-3 0-84 0,1 2 0 0,-4 0-38 15,-1 2 0-15,-4 10-37 0,-1 0-44 0,-4 5 18 16,0 6 0-16,0 0-110 15,-12 3 67-15,-3 0 35 0,-2 0 8 0,-1 0-101 16,-3-5 64-16,3-2-6 0,0-4 29 0,0-2-19 16,1-4-1-16,5-3-23 0,4 0 40 0,0-4 258 15,2 0-123-15,4-2-54 0,0 0 218 0,2 0-122 16,0 0-67-16,4 0-53 0,10 0-14 0,5 0 0 16,0-2 8-16,7 0 29 0,-1 1-37 0,2-2-1 15,-7 1 1-15,4 2-172 0,-3 0 94 0,1 0 35 16,-4 0-461-16,0 0 218 15,0 0 129-15,-5 0 17 0,-3 0-438 0,2 0 261 16,-3 0 125-16,-2-1-137 0</inkml:trace>
  <inkml:trace contextRef="#ctx0" brushRef="#br0" timeOffset="8455.1">5562 7920 853 0,'10'-12'0'0,"-5"5"0"0,9 1 0 0,-4 0 0 0,-1 0 0 0,7 3 247 0,0 0-107 0,0 3-53 15,6 0-28-15,2 5 454 0,-5 6-233 0,4 8-127 16,-3 1 286-16,2 5-202 0,-4 3-103 0,-3 2-50 16,-2 4 82-16,-7 3-70 0,-1 6-32 0,-5-1-157 15,0 1 62-15,-3 0 32 0,-7-5 9 0,-4 9-170 16,-3-8 96-16,-1 1 49 0,-4-3 24 0,3-7-712 16</inkml:trace>
  <inkml:trace contextRef="#ctx0" brushRef="#br0" timeOffset="33189.35">2333 10129 328 0,'0'0'0'0,"-3"0"0"0,3 0 0 0,-3 0 0 0,-3 0-164 0,6 0 82 0,-5 0 41 0,3 0 41 0,-1 3 0 0,1-3 0 0,2 1 0 16,-1-1 0-16,1 0 0 0,0 0 0 0,0 0 0 15,0 0 0-15,0 0 0 0,0 0 0 0,0 0 0 16,0 0 0-16,-3 0 0 0,3 0 0 0,-2 0 0 15,0 0 0-15,1 0 0 0,-1 0 0 0,-1 0 0 16,-1 0 0-16,2 2 0 0,-3 2-10 0,3 0 41 16,1-1-30-16,-1-2 2 15,-1 4 86-15,0-3-39 0,1 2-15 0,-1-2-2 16,1 1 55-16,2-1-31 0,-1 0 0 0,-2 0 9 16,3 0-15-16,-3 0 1 0,3-2 18 0,0 0 3 15,0 0-40-15,0 2 8 0,0-2 21 0,0 0 1 16,0 0-31-16,0 0 1 0,0 0 27 0,0 0-19 0,0 0-8 15,0 0 0-15,0 0-2 0,0 0 2 16,0 0 0-16,0 0 17 0,0 0-17 16,0 0-1-16,0-2 5 0,0 0-4 0,0 0-1 15,0-2 9-15,0 1-49 0,0-1 41 0,0 0 0 0,0-3-39 16,0 3-1 0,0-2 43-16,3 1-11 0,0-3-30 0,-2 2-3 15,1-1 6-15,0-1 20 0,-1 1 8 0,1 1-10 16,1-2 4-16,-3 1-8 0,2 1-5 0,-1-1 5 15,1 0-20-15,-1-1 21 0,1 3 2 0,0-3-2 16,1 0 1-16,-1 1 0 0,2-1 3 16,-3 1-7-16,1-2 4 0,1 3-1 0,-1-2 0 0,3 1-34 15,-4 0 36-15,3-2-4 0,-3 0 1 0,4 2-2 0,-3-1-11 16,4-3 11-16,0 3 3 16,-4-1-24-16,4-2 21 0,-1 1-3 0,1-1 17 15,0 0-17-15,-2 2 4 0,2-5 37 16,-1 5-39-16,-2-3 0 0,4 1 18 15,-4 0-16-15,1 2 3 0,1-4-1 0,0 1-2 0,0 1 5 16,0 3-13-16,-1-3 13 0,2 2-27 0,1-2-2 16,-1 1 25-16,-1-1 1 15,2 1-26-15,2 0-1 0,-4 3 25 0,3-1-7 0,0-4-17 16,-2 3 16-16,0-1 3 0,2 1 0 16,-1-2 0-16,-1-1-4 0,2 1 0 15,0-2 1-15,-2 0 0 0,1-1 6 0,5 2-6 16,-6-1 2-16,1-2-2 0,4 1 8 0,-3 1-8 0,1 0 3 0,0 0-2 15,0 2 1-15,0-3-1 0,1 1 1 16,-1 2-1-16,-2 0 2 16,2 0-15-16,1-1 13 0,-1 1 0 0,1 1-18 0,0 0 18 15,-1-2 0-15,0 1-1 0,0-1-8 0,1 1 7 0,0 0-1 0,-2 0 1 16,3 1-1 0,-3-1 0-16,0 2 25 0,0-1 1 15,1 1-24-15,-2-3 22 0,1 5-20 0,1-4 0 0,-1-1 0 0,2 1-13 16,1 0 14-16,-2-1 0 0,2 1 3 15,-2-2-15-15,3 2 12 16,-1 2 3-16,-1-3-3 0,-1 2-21 0,1 1-1 0,1 1 18 0,-3 0 3 16,-2 3-26-16,4-3 23 0,-1 2-5 15,-1 0 4-15,2-2-5 0,-2 3 4 0,2-2-2 0,-1-1 1 16,0 1 22-16,-1 0-21 0,3-2 0 0,-1 0 0 0,0 2 8 16,-3 1-7-16,3-2-6 15,-4 4 7-15,2-3 0 0,0 2 0 0,0-1-33 16,-2 0 32-16,2 1-1 0,0-1-14 15,0 1 13-15,0-2 0 0,0 0-9 16,3 0 8-16,-3 1-1 0,-1 0-19 16,5-1 16-16,-2-1 3 0,1 0-1 0,-2 1 0 0,1 0-1 0,-2 1-8 15,4-1 8 1,-1-1 19-16,-2 1-18 0,3 1 0 0,-1 1-1 0,-1-3-1 0,1 1 22 16,-2 1-19-16,0 0 24 15,1-2 0-15,0 3-21 0,-4 1-2 0,3-1 40 0,0-1-37 16,0 0 2-16,-2 1-1 0,1 0 5 0,1 1 4 15,-1 0-5-15,-1-2-2 0,3 1 13 16,0-1-11-16,-4 2 3 0,4-2 20 0,1 1-21 16,0-3-1-16,-1 3 0 0,1-1 1 0,-2 0 1 0,5 1-13 15,-2-1 11-15,-2 2 0 0,2-1 1 0,1-1-7 16,-3 2 7-16,2-2 0 0,-1-1-1 16,1 1 0-16,0 1 12 0,-2-1-12 15,-1 1 0-15,-1-1 0 0,1 1-3 0,0-1 3 16,-2 2-4-16,0-2 3 0,1 2 46 0,0 1-3 15,-2-3-35-15,2 2 15 0,0-1-15 0,1 0-2 16,-1 0-18 0,3-2-4-16,-1 1 23 0,-3 3-25 0,2-1 23 0,0 1 1 0,-2-3-1 0,0 5-26 15,-3-1-4-15,2 0 27 16,-4 0-24-16,1 2 0 0,-2 0 19 0,1 0-24 0,0 0 22 0,1 0-2 16,-2 0 2-16,1 0-1 15,1 0-5-15,-2 0 6 0,1 0-2 0,0 0-1 16,1 0 26-16,-3 0-25 0,2 0 0 0,1 0 13 15,-3 0-12-15,0 0 1 0,0 0-1 0,0 0 0 0,0 0-14 16,0 0 17-16,0 0-1 0,0 0-162 16,0 0 77-16,0 0 34 15,-3 0-492-15,-2 4 259 0,0 5 124 0</inkml:trace>
  <inkml:trace contextRef="#ctx0" brushRef="#br0" timeOffset="34354.47">2797 8946 249 0,'-7'2'0'0,"1"0"0"0,0 2 0 0,1-2 0 0,-1 0 0 0,1 0 32 0,1-1 1 0,-1 1 0 16,3-2 8-16,-3 0 20 0,3 0 1 0,2 0-29 16,-1 0-1-16,1 0 26 0,-2 0 7 15,2 0-32-15,0 0-1 0,0 0 34 0,0 0-1 16,-1 0-24-16,1 0-8 0,0 0 63 0,0 0-32 15,0 0 1-15,0 0 27 0,0 0-21 0,0 0-8 16,0 0 1-16,0 0-31 0,0 0 0 0,0 0 19 16,0 0-11-16,0 0-9 15,0 0 1-15,0 0 40 0,0 0-1 0,1 0-39 0,4 0 8 0,0 0-8 0,-3 0 59 16,5 0-29 0,-2 0 0-16,1 0 26 0,-1 0-20 0,2 0-7 0,0 0-4 15,0 0 0-15,2 0-26 0,-1-2 33 16,2 1 8-16,1-3-40 0,-1 0-1 0,2 0 1 0,-2-1 7 15,1 1-7-15,3 0 8 0,-1-1-34 16,1 1 1-16,-1 0 24 0,4 2 1 0,1-1-29 16,-1 1 9-16,1-2-63 0,-1 0 78 15,2 0 1-15,-1 1-33 0,1-2 0 16,-2 4 27-16,0-3-2 0,-3 1-10 0,1-2-16 0,-2 4-14 16,-4-3 0-16,2 2 28 0,-4-1 3 0,1 2-40 15,-4-1 0-15,0 1 28 0,-3 1-30 16,1-2 30-16,1 2 2 0,-1 0-4 0,-2-2 3 15,0 2-3-15,0 0 20 0,0 0-20 0,0-2 2 0,0 2 14 16,0 0-13-16,1 0 0 0,-1 0 0 16,0 0 2-16,0 0-20 0,0 0 19 15,0 0 0-15,0 0 1 0,0 0-36 16,0 0 33-16,0 0 0 0,2 2 22 0,-2 2 0 16,0-3-21-16,1 1-3 0,-1-1 2 15,0 2 1-15,0-1-1 0,0 0 3 0,2 0-2 0,-2-1 0 0,0 2 2 16,0 0 3-16,0 1 26 0,0-1 5 15,0 4-32-15,0-2 85 0,0 1-41 0,0-1-17 16,0 3 72-16,0 1-40 0,-2 2-22 0,-1 1 56 16,-3 2-39-16,3 2 10 0,-2 1-41 15,-1 2 5-15,-1 1 0 0,1-1 8 0,-2 3-9 0,2-1-66 16,-2 0 33 0,1-1 1-16,1-1 32 0,3-2-267 0,-1-3 124 15,3-4 50-15,-3 2 36 0,4-5-330 0,0-1 166 0,0 0 47 0,0-2-115 16,0-1 112-16,0-1 56 0,0-2-25 15,0 0 40-15,0 0-8 0,0 0 49 0,0 0 1 16,0 0-17-16,0 0 16 0,4 0 1 0,-4 0 117 16,0 0-55-16,0 0 162 0,1 0-112 15,-1 0-56-15,0 0-29 0,0 0 216 16,0 0-107-16,0 0-28 0,0 0-32 0,0 0 19 16,0 0-127-16,0 0 67 0,0 2-8 0,0 13-278 15,0 6 152-15,0 5 77 0</inkml:trace>
  <inkml:trace contextRef="#ctx0" brushRef="#br0" timeOffset="45013.08">14267 8511 1154 0,'-9'0'0'0,"4"0"0"0,-1 2 0 0,2 0 0 0,2 0 0 0,0-2 0 0,0 0 0 0,2 0 0 0,0 2 125 0,0-2-47 0,2 0 219 0,12 0-133 0,0 0-65 15,5-2-25-15,6-5 183 16,-3-2-112-16,2 0-57 0,3-1-27 0,-4 3 111 16,7-2-74-16,-4 1-32 0,0 1-1 0,-5 3-10 15,3 0-23-15,-1 0 9 0,-5 3-42 0,1-1-1 16,-2 0 35-16,-2 2-1 0,-2 0-107 0,-1 0 62 16,-3 0 18-16,-2 0-267 0,-3 0 138 0,2 0 39 15,-4 0 45-15,0 0-371 0,-2-2 192 16,0-4 94-16,0-3 46 0,0-1-332 15,-8 1 189-15,-1-3 87 0,0-2-263 0,-5-1 182 0</inkml:trace>
  <inkml:trace contextRef="#ctx0" brushRef="#br0" timeOffset="45212.58">14532 8204 1252 0,'-5'-1'0'0,"1"1"0"0,-2 0 0 0,1 0 0 0,-1 4 0 0,1 9 0 0,-1 3 0 0,-2 7 0 0,4 5 153 0,-1 5-64 0,1 7 285 16,1 2-171-16,1 1-85 15,0 2-42-15,2-3 129 0,0 7-89 0,0-8-42 16,0-6-21-16,5 3-57 0,4-4 0 0,5-5 45 16,-3-2-8-16,2-5-136 0,0-3 68 0,0-3 34 15,3-5-82-15,-2-2 66 0,0-5 21 0,1-4-304 16,0 0 152-16,0-2 24 0,0-16 56 0,-4 0-360 16,2-8 202-16,1-2 96 0</inkml:trace>
  <inkml:trace contextRef="#ctx0" brushRef="#br0" timeOffset="45428">14929 8129 1529 0,'0'0'0'0,"0"3"0"0,-4 8 0 0,-2 0 0 0,2 4 0 0,-1 2 349 16,-1 7-162-16,4 1-78 0,-1 3 181 0,-1 2-129 0,1 2-65 15,-2 1-23-15,0 5 160 0,1 0-101 16,-3-1-49-16,1-1-26 0,-2 0-77 15,1 0 35-15,-2-3-9 0,-1-1-188 0,0-2 107 16,-1 0 54-16,1-5 27 0,-1-5-423 0,4-3 219 16,2-5 27-16,1-5-410 0,2-3 274 0,2-4 137 15,0 0 61-15,0-8-156 0</inkml:trace>
  <inkml:trace contextRef="#ctx0" brushRef="#br0" timeOffset="45579.59">14883 8545 485 0,'6'-6'0'0,"-2"5"0"0,2-2 0 0,-3 3 0 0,-1 0 279 0,2 0-122 0,0 0-63 0,-1 0-30 16,4 3 529-16,-2 1-272 0,2 2-148 0,-1 0 137 16,1 1-139-16,3 1-69 0,-3-1-34 15,1-1-308-15,-1 0 133 0,1-1 69 0,0-1-583 16,1-2 326-16,-2 0 164 0,1-2 90 0</inkml:trace>
  <inkml:trace contextRef="#ctx0" brushRef="#br0" timeOffset="45802.03">15235 8142 1768 0,'2'-10'0'0,"3"2"0"0,-3 3 0 0,0 1 0 0,0 0 0 0,-2 2 0 0,0 2 0 16,0 0 0-16,0 0 570 0,0 15-273 0,0 6-133 0,0 3 155 0,-4 8-143 0,-5 11-72 15,1-5-28-15,-3 12-92 0,-2-3 24 16,0 0 1-16,-2 2 23 0,-2 0-58 15,0-2 25-15,-6 0 1 0,2-4-201 0,0 0 118 16,-2-5 57-16,6-10 29 0,0 0-479 0,5-9 234 16,1-2 46-16,6-9-309 0,1-1 236 0,2-7 110 15,2 0 67-15,0-3-411 0</inkml:trace>
  <inkml:trace contextRef="#ctx0" brushRef="#br0" timeOffset="45964.63">15152 8592 1356 0,'6'-4'0'0,"-1"2"0"0,2 0 0 0,-4 2 0 0,1 0 0 0,-1 0 0 0,1 2 0 0,2 4 744 0,-1 5-359 0,1 0-176 16,2 2 108-16,1 2-142 0,-2-1-71 0,5 1-39 15,-1-3-8-15,3 4-24 0,-2-5-1 0,6 1-554 16,-2-2 277-16,1 0 147 0,2-3 61 0,-4 1-569 16,0-2 316-16,-2-1 50 0</inkml:trace>
  <inkml:trace contextRef="#ctx0" brushRef="#br0" timeOffset="46351.61">15724 8395 1465 0,'-9'-8'0'0,"6"7"0"0,1-2 0 0,-4 1 0 0,3 0 0 0,1 2 0 0,0 0 0 0,2 0 474 15,0 10-225-15,0 7-108 0,0 5 105 0,0 4-107 16,2 2-53-16,5 7-2 0,2-1-29 0,1-3-1 16,1 1-21-16,2-2 42 0,3-5-12 0,0 3-9 15,1-5-21-15,1-9 23 0,0-1-23 0,3-3 0 16,2-9 8-16,2-1-60 0,-2 0 26 0,2-9 0 16,-3-9-23-16,-2-9 24 0,3-3 9 0,0-7 9 15,-9-1-231-15,2-3 102 0,-3-4 57 0,-6 1-106 16,-4 1 75-16,-1-6 13 15,-2 12 27-15,0 1-206 0,-9 4 105 0,-5 6 52 16,-2 11 19-16,-7 0 98 0,-4 9-32 0,-1 4 0 16,-6 2 165-16,2 8-99 0,0 9-57 0,1 4-16 15,1 2 129-15,3 0-54 0,4 2-40 0,6-1 20 16,6-5 10-16,2 0-4 0,5 0 3 0,4-4-316 16,0 0 135-16,2-2 76 0,9-4 24 0,5 2-581 15,4-8 287-15</inkml:trace>
  <inkml:trace contextRef="#ctx0" brushRef="#br0" timeOffset="46802.02">16375 8086 1499 0,'-5'-15'0'0,"5"14"0"0,0-1 0 0,0 0 0 0,2-4 0 0,1 4 0 0,6-2 501 15,4 1-234-15,4 1-117 0,4-2 181 0,-1 1-150 16,3 0-65-16,5 0-186 0,-1 0 52 0,-1 2 25 16,-6 1 0-16,1-2-428 0,-2 2 235 0,-2-2 106 15,-8 0 56-15,-1 2-288 0,-2 0 161 0,-5 0 83 16,-1 0-67-16,-1 0-446 0,-15 0 274 0,0 0 137 16,-2 0-99-16,2 0 115 0,-3 0 81 0,1 0 88 15,2 0-24-15,2 0 0 16,4 2-24-16,-1 0 342 0,3 4-186 0,0-3-77 15,3 5-40-15,1 2 190 0,0 1-96 0,1 2-70 16,-1 0 97-16,0 4 337 0,-2-1-216 0,1 3-108 16,-3 2 80-16,-1 0-85 0,-3 3-56 0,1-7-46 15,-1 3-38-15,-2-6 0 0,1 0 38 0,3-6-38 16,-1 0 15-16,2-2 0 0,-1-3 23 0,5-3 119 16,-1 0-59-16,4 0-22 0,2 0-9 0,0 0 72 15,0-2-51-15,6-5-25 16,8 1 110-16,2 1-59 0,3-1-43 0,1 1-2 15,3 1-1-15,-2 0-30 0,0 3-1 0,1-2-248 16,-3 3 120-16,-1 0 64 0,-2 0 32 0,-2 0-633 16,0 0 292-16,-5 0 115 0,0 0 104 0,-3 0-275 15,-2 0 182-15</inkml:trace>
  <inkml:trace contextRef="#ctx0" brushRef="#br0" timeOffset="46951.62">16588 8169 1267 0,'1'-4'0'0,"1"2"0"0,0 0 0 0,0 2 0 0,0 0 0 0,-1 0 0 0,5 0 0 0,-2 4 175 16,4 6-75-16,-3-1-34 0,1 0 270 0,1 1-151 16,-3 1-77-16,-1-1-139 0,4 2 28 0,-5-2 0 15,-1 1 36-15,-1-1-463 0,0 0 231 0,0 0 124 16,-1 3 50-16,-11-1-558 0,-3 1 286 0</inkml:trace>
  <inkml:trace contextRef="#ctx0" brushRef="#br0" timeOffset="47371.5">16437 8438 815 0,'-15'11'0'0,"2"0"0"0,1-1 0 0,5-3 0 0,-1 1 0 0,5-3 0 0,1-1 0 0,0-1 342 0,2-1-155 0,0 0-77 16,0 0 37-16,4-2-60 0,5 1-28 0,-2-1-44 15,3 0 17-15,-1 0 1 0,0 0 8 0,0 0-349 16,-2-1 171-16,0-5 84 0,-1-3 44 0,-3 0-371 16,-1-1 196-16,0-5 36 0,1 0 68 0,-3-2-143 15,0 1 95-15,0-1 48 16,0 2 81-16,0-1-12 0,0 7-1 0,0 0 111 15,0 1-66-15,0 5-32 0,0 1-9 0,0 2 344 16,0 0-181-16,0 11-38 0,0 9-64 0,0 5 324 16,0 3-163-16,0 6-96 0,0 0-42 0,0 2 212 15,0 0-127-15,0-5-65 0,0-3 116 0,0 2-94 16,2-9-42-16,3-2-67 0,2-2 24 0,1-8-1 16,2-1 9-16,1-8-227 0,0 0 109 0,4-6 55 15,0-15 27-15,2-5-376 0,-1-6 204 0,3-7 37 16,-1 0-325-16,-4-2 207 15,4 0 107-15,0-4 54 0,-3 11-67 0,2-3 65 16,0 8 28-16,-6 5 209 0,3 6-90 0,-7 7-46 16,0 2-30-16,-1 6 223 0,-4 3-118 0,-1 3-60 15,-1 11-30-15,0 5 560 0,0 4-206 0,-1 2-165 16,-5 2-67-16,3-2 138 0,-1-5-112 0,2 1-56 16,-2-3-258-16,4-2 97 0,-1-5 52 0,1-2-504 15,0-3 279-15,0-3 138 16,0-3 79-16,0 0-313 0,1-5 97 0,5-12 110 0</inkml:trace>
  <inkml:trace contextRef="#ctx0" brushRef="#br0" timeOffset="47595.9">16867 7895 1006 0,'6'-18'0'15,"-1"2"0"-15,-1 5 0 0,0 3 0 0,-1 4 0 0,-1 2 0 0,3 2 0 0,0 0 690 0,-1 20-329 0,1 6-156 16,-1 12 459-16,-1 6-316 0,-1 9-157 0,0 15 140 15,1 1-32-15,-1-5-299 0,0 17 0 0,-1-10 0 16,1-3 0-16,2-7 0 0,-2-9 0 0,-1-6 0 16,1 7 0-16,0-18 0 0,-2 1 0 0,0-6 0 15,-2-7 0-15,-7-7 0 0,-5-2 0 0,-2-8 0 16,-7-5 0-16,0-1 0 0,0-1 0 0,-4-13 0 16,1-4-197-16,-4-11-568 0,0 1 366 0,2-6 183 15</inkml:trace>
  <inkml:trace contextRef="#ctx0" brushRef="#br0" timeOffset="48389.88">17233 8233 1488 0,'0'0'0'0,"0"-2"0"0,0 2 0 0,0 0 0 0,0 0 0 0,7 0 0 0,8 0 0 0,4 0 0 0,9 0 0 0,3 0 483 16,0 0-225-16,3 0-113 0,9-2 237 0,-5 0-167 15,9 0-95-15,-6 1 77 0,-5-2-83 0,3 2-40 16,-3 1-1-16,-4 0-34 0,-2 0-6 0,-5 0 0 16,-1 0-1-16,-6 1-143 0,-2 2 72 15,-5-2 44-15,-4-1-8 0,-3 2-279 0,-3-2 145 16,-1 0 83-16,0 0-497 0,-5 0 251 15,-10 0 137-15,-2-2 66 0,-1 1-508 0,-7-2 287 0</inkml:trace>
  <inkml:trace contextRef="#ctx0" brushRef="#br0" timeOffset="48554.64">17483 8259 1349 0,'-8'8'0'0,"0"2"0"0,5 5 0 0,-1-1 0 0,2 0 0 0,0-2 0 0,2 7 272 0,0 0-120 0,0 4-60 0,0 3 222 16,0-2-141-16,2-1-62 15,2 7-43-15,-2-2 243 0,0-1-138 0,-1 1-71 16,1-3-196-16,0 0 71 0,-2 3 24 0,0-8 0 16,0 3-422-16,0-3 227 0,0-8 114 0,2-2-638 15,0-8 304-15,4-2 198 0</inkml:trace>
  <inkml:trace contextRef="#ctx0" brushRef="#br0" timeOffset="48731.52">17685 8324 1232 0,'7'-3'0'0,"0"3"0"0,-3 0 0 0,-3 6 0 0,1 5 0 0,0 2 343 16,-2 6-156-16,0 4-76 0,2-2 544 0,0 7-314 15,-1-1-155-15,1 1-76 0,2 4 136 0,-2 0-106 16,0 4-46-16,0 0-339 0,0 2 138 0,-2-1 71 16,2-1 34-16,-2-1-534 15,0-3 292-15,2-1 135 0,0-9 70 0,-1-1-772 0</inkml:trace>
  <inkml:trace contextRef="#ctx0" brushRef="#br0" timeOffset="48891.21">18065 8862 2979 0,'-4'0'0'0,"2"4"0"0,-2 2 0 0,1-1 0 0,-3 0 0 0,1 1 0 0,-1 0 0 0,0-3 574 0,2 2-287 0,-1-4-32 16,1-1-255-16,0 0 0 0,1 0 0 0,1 0 0 15,0-1-414-15,2-6 240 0,0-1 104 0</inkml:trace>
  <inkml:trace contextRef="#ctx0" brushRef="#br0" timeOffset="86044.02">8432 9581 325 0,'0'0'0'0,"0"0"0"0,0 0 0 0,0 0 0 0,-2 0 0 0,2 0 0 0,-2 0 33 0,2 0 0 0,0 0 0 0,-3 0 25 16,3 0-26-16,0 0 9 0,0 0-8 15,0-2-3-15,0 2 3 0,0-1-1 0,0 1 1 16,-3-2 35-16,3 0-35 0,0 0 0 0,0 0 38 15,0 0 0-15,0 0-39 0,0 0 30 16,0 1-8-16,0-1-21 0,0-1 0 0,-2 2 17 16,2-1-17-16,0 0 8 0,0 2-9 0,0 0 1 0,0 0 29 15,0 0-29-15,0 0 0 0,0 0 9 16,0 0-9-16,0 0 0 0,0 0-32 0,0 0 32 16,0 0-1-16,0 0-16 0,0 0-8 0,0 0 23 0,0 0-31 15,0 0 28 1,0 0 1-16,0 0 1 0,0 0-38 0,0 0-4 15,0 0 36-15,0 0-8 0,0 0 6 0,0 0-39 0,0 0-5 16,0 0 33-16,0 0 5 0,0 0-24 16,0 0-1-16,0 0 19 0,0 2 53 0,0 4-26 15,0-1 0-15,0 1 17 0,0 1 1 0,0 1-33 0,0 3 19 16,0 1 3-16,0 0-23 0,0 2 47 16,0 3-21-16,0-1 14 0,2 9-33 15,-2-2 29-15,3 0-24 0,-3 6 0 0,3-1 0 16,-3 3 8-16,0 1 10 0,2-2-18 15,0 5 0-15,0 1-1 0,0 1-28 0,-1-1 37 0,3 1-8 16,-2-1-24-16,0 0 1 16,0 0 23-16,1-3-53 0,-1-1 29 0,1-2-6 0,-1-1 16 0,1-3-38 15,0-6 17-15,0 3 6 0,0-1 5 16,1-3 9-16,0-3-36 0,-3 1 0 0,3-5 20 16,-2-2 12-16,1 1-38 0,0-2 32 0,-3-1-5 15,2-3-12-15,0 1 13 16,-2-2 4-16,0-2-79 0,0 0 37 15,0-2-181-15,0 0 102 0,0 0 45 0,0 0 14 0,0 0 4 0,0 0-277 16,0-2 148-16,-2-6 73 0,0-7-383 16,-1-2 220-16,3-3 122 0,-3-7 57 0</inkml:trace>
  <inkml:trace contextRef="#ctx0" brushRef="#br0" timeOffset="86444.74">8372 9619 608 0,'-7'-8'0'0,"2"7"0"0,3-4 0 0,1-2 0 0,1-2 295 0,0 1-131 0,0-1-66 16,0 0 55-16,8-1-64 15,4-1-28-15,6 3 78 0,1-1-53 0,1 3-27 16,1 0 9-16,1 1 3 0,0 3-1 0,1 1-37 15,-1 1 0-15,2 0-1 0,-4 0 62 0,1 0-34 16,-5 3-1-16,5 4 7 0,-4 3 1 16,-1-1-35-16,-4 2 9 0,2 2 40 0,-4 3-24 0,0-1 0 0,-2 3 2 15,-1 1 1 1,-3 0-11-16,-2 1 14 0,-1 2 1 0,-1 4-31 16,0-4 25-16,-3 3 0 0,-5-4-17 0,-6 5-8 0,-2-4-26 15,-1 1 1-15,-1-4 25 0,-1-5 8 16,-3 6-77-16,4-10 35 0,-3 3 0 0,0-7 34 15,2 0-58-15,-1-1 34 0,1-3-5 16,5 0 0-16,-2-2-8 0,7 0-136 0,0 0 59 0,0 0-210 16,3 0 126-16,2-2 74 0,4 0-355 15,0-5 207-15,0 0 103 0,7-1 44 0,9-2-427 0,6 2 244 0,-3-2 121 16</inkml:trace>
  <inkml:trace contextRef="#ctx0" brushRef="#br0" timeOffset="86657.82">8884 9765 1049 0,'0'4'0'0,"0"0"0"0,3-1 0 0,0 0 0 0,-3-3 0 0,4 0 71 0,3 0 374 0,6 0-206 16,3-3-95-16,0 0-60 0,5-1 186 15,4-2-119-15,-1 3-58 0,-2-3-20 0,-1 2-32 16,2 0-8-16,-5 1 0 0,1 0-72 0,-3 0 36 15,-4 1 0-15,-1 0 44 0,-1 1-278 0,-2 1 135 16,-1 0 67-16,-3 0-581 0,-3 0 301 16,1 0 88-16</inkml:trace>
  <inkml:trace contextRef="#ctx0" brushRef="#br0" timeOffset="86849.7">8944 10098 1362 0,'-14'9'0'0,"3"2"0"0,2-5 0 0,4-2 0 0,1-3 0 0,1 2 62 0,3-3 598 16,0 0-314-16,2 0-149 0,12 0-86 16,7 0 144-16,2 0-112 0,1-4-55 15,3-3 174-15,-5 1-106 0,2-1-66 16,0 2-274-16,-3 1 109 0,-2 1 54 0,-2-1 26 0,-6 2-566 16,2 2 292-16,-3 0 152 0,-3 0-818 15,-3 2 452-15</inkml:trace>
  <inkml:trace contextRef="#ctx0" brushRef="#br0" timeOffset="87972.79">9650 9788 450 0,'-5'0'0'0,"0"0"0"0,-1 0 0 0,1 0 0 0,1 0 0 0,-2 0 88 16,2 0-19-16,2-2 148 0,0-2-91 0,2-2-47 16,0-1-23-16,0-1 80 0,6 1-43 0,11-1-34 15,-2 1 0-15,4 1 23 0,4 2-25 0,-2 3 0 16,2 1 34-16,5 0-33 0,-5 4-1 0,-1 7-24 16,-1 4 18-16,-1 2-18 0,-6 0 8 0,5 7-2 15,-8-1-7-15,-1 1 1 16,-3 2 0-16,-5 3 0 0,0 0 7 0,-2 2-7 15,0-2 0-15,-14 1 36 0,0 1 0 0,-7-3-36 16,1-3 8-16,-5-3 30 0,-1-2 0 0,-5-2-65 16,3-6 26-16,-2 0 1 0,5-5 8 0,-5-1-131 15,10-2 61-15,-1-4 31 0,9 0 0 0,0 0-288 16,5 0 151-16,5 0 52 0,2-4 44 0,0-4-398 16,16-5 203-16,9 0 100 15,3 0-330-15</inkml:trace>
  <inkml:trace contextRef="#ctx0" brushRef="#br0" timeOffset="88211.99">10130 9717 1150 0,'-11'-14'0'0,"1"5"0"0,1 2 0 0,-2-1 0 0,-3 1 0 0,3 4 0 0,-4 2 0 0,2 1 0 0,-1 1 0 0,0 18 213 16,-2 4-91-16,0 6-36 0,0 4 57 0,0 6-56 15,5-5-26-15,-1 3-1 0,5 1 95 0,3 2-54 16,2-6-37-16,2 3-4 0,0-6 1 0,8 2-28 16,6-6 0-16,5-3-33 0,2 0 12 0,4-5 0 15,-1-4 21-15,4-2-247 0,0-2 124 0,-1-5 69 16,4-2-451-16,-2-4 231 0,1 0 74 0,-4-4-135 16,-1-12-57-16</inkml:trace>
  <inkml:trace contextRef="#ctx0" brushRef="#br0" timeOffset="88527.42">10224 9476 1459 0,'0'-9'0'0,"0"5"0"0,2-2 0 0,7 1 0 0,4-1 0 0,0 2 0 0,3 2 0 0,-4 1 0 0,4 1 201 0,0 0-84 0,0 0-42 16,-2 9-10-16,0 4 8 0,-5 2-40 0,0 2-139 15,-5 2 69-15,-2 1 35 0,-2 1 0 0,0 2-86 16,-6 1 56-16,-7-3 33 0,-2-2-1 0,-3-2-18 16,-1-3-18-16,-1-4 30 0,-2 1 31 0,2-3-27 15,0-1-43-15,2-1 291 0,5-2-118 0,2-3-62 16,2 1-19-16,5 0 268 16,-1-2-142-16,5 0-69 0,0 2-28 0,3-2-65 15,10 0-1-15,10 0 23 0,-2 0 0 0,6 0 19 16,-4-2-11-16,7 0-9 0,-2-1-201 0,-2-1 101 15,1 2 50-15,-3-2-496 0,-2 3 236 0,1-2 93 16,2 1 83-16,-3 1-515 0,-1-1 292 0</inkml:trace>
  <inkml:trace contextRef="#ctx0" brushRef="#br0" timeOffset="88702.97">10603 9605 1600 0,'0'1'0'0,"0"3"0"0,0-3 0 0,0 3 0 0,0 0 0 0,2 1 0 0,4 2 0 0,1 5 197 0,2 2-82 0,2 0 219 16,3 5-142-16,-1 2-84 0,2-3-38 0,-2 3-247 15,-1-2 104-15,1 0 53 0,-1 0 35 0,0-4-571 16,1-2 292-16,1-2 145 0,-3-3 74 0</inkml:trace>
  <inkml:trace contextRef="#ctx0" brushRef="#br0" timeOffset="88954.38">10911 9403 1130 0,'2'-10'0'0,"-1"5"0"0,1 3 0 0,-2 0 0 0,0 0 0 0,0 2 0 0,0 0 543 0,0 11-255 16,-2 9-119-16,-3 11-72 0,-4 7 293 0,0 2-179 15,-5 10-89-15,0 12-45 0,-2-9 164 0,-4 18-108 16,3-5-50-16,-2 3 27 0,2 0-39 15,2 3 1-15,-2 1-31 0,2-4-40 0,0-1 1 16,1-6 30-16,4-11-199 0,-1-1 99 0,2-8 59 16,4-3 16-16,-1-7-325 0,5-9 168 0,-1-3 29 15,0-10 59-15,2-3-419 0,0-3 228 16,0-4 110-16,0-4-351 0,0-18 231 0,4-7 115 16</inkml:trace>
  <inkml:trace contextRef="#ctx0" brushRef="#br0" timeOffset="89152.92">10983 9825 1225 0,'7'-11'0'0,"-1"5"0"0,1 5 0 16,1-3 0-16,-2 0 0 0,-1 2 0 0,2-2 0 0,2 0 512 0,7 1-240 0,9-2-119 0,-1-3-60 0,3 0 214 16,4 1-141-16,2-1-67 15,2 1-106-15,-3 1 0 0,-2 1 40 0,-5-1 8 16,5 2-338-16,-7 0 165 0,0 1 82 0,-4 1-176 15,-4 0 129-15,-6 1 73 0,-1 1-62 0,-4-3-490 16,-2 3 271-16,-2-1 137 0,0-2 67 0</inkml:trace>
  <inkml:trace contextRef="#ctx0" brushRef="#br0" timeOffset="89319.55">11289 9495 1502 0,'-8'-6'0'0,"2"4"0"0,5 0 0 0,-1 2 0 0,0 0 0 0,2 0 0 0,0 8 0 0,0 5 0 0,0 6 0 0,0 5 261 15,0 5-105-15,0 0 269 0,0 7-195 0,0 8-100 16,0-5-48-16,0 2 10 0,0-3-21 0,0 11-9 16,0-6-29-16,0 2-120 0,0-2 60 0,0-7 30 15,0-6 8-15,2 1-492 0,3-10 257 0,2-6 128 16,0-7-657-16</inkml:trace>
  <inkml:trace contextRef="#ctx0" brushRef="#br0" timeOffset="89707.4">11537 9478 1661 0,'4'-18'0'0,"8"8"0"0,2 2 0 0,-3-3 0 0,2 1 0 0,2 5 0 16,0 1 201-16,2 2-84 0,-1 2-17 0,4 0-33 16,1 0 7-16,-3 8-41 0,3 9-98 0,-7 4 49 15,0 4 24-15,-5 0-409 0,-3 0 440 16,-5 8-6-16,-1-3-1 0,0 2-108 0,-5-3 49 15,-8-3 25-15,-1-6 6 0,-4 3-29 0,5-8 116 0,-4-2-65 0,2-5-1 16,0-5-34-16,6 1 139 16,-1-4-68-16,3 0-36 0,1 0 1 0,6 0 347 15,0-2-174-15,0-5-60 0,8-1-55 0,7 1-26 16,3 1 0-16,3 2-72 16,2 3 23-16,-1 1 8 0,2 0 15 0,-3 8-167 0,-4 10 83 0,-2 5 42 15,-2 1-48 1,-6 0 54-16,0 10-20 0,-5-2 22 0,-2 2-47 0,-2 1 24 0,-16 5-17 15,2-10 201-15,-5 2-85 0,-4-2-39 0,-3-5-19 0,0-6 97 16,-2-1-47-16,-2-7-24 0,2-4-154 16,0-2 63-16,0-5 43 0,6 0-780 15,3 0 707-15,2-12 38 0,3-7 12 16,7-5-331-16,8-1 160 0,1-5 83 0,1 2 33 0,13-4-515 16</inkml:trace>
  <inkml:trace contextRef="#ctx0" brushRef="#br0" timeOffset="90057.53">11873 9761 872 0,'11'10'0'0,"4"5"0"0,-5-6 0 0,-1-3 0 0,-2 1 428 15,5-1-198-15,1-2-90 0,4 0-58 0,5-1 173 0,3-3-111 16,3 0-56-16,2 0-27 0,2 0-22 0,0 0-6 16,0 0 0-16,-2-1-236 15,-4-7 223-15,1 3 12 0,-7-5 9 0,0 1-81 16,-2-2 37-16,-5-1-1 0,-4-3 37 0,-5 0-147 15,-2-2 61-15,-2-2 35 0,0-5-33 0,-12 3-44 16,-2-6 23-16,-4 3 28 0,0-2-18 0,-1 0-19 16,-2 3 19-16,5 10-1 0,-5 0 24 0,0 7 191 15,1 5-92-15,-5 1-39 0,4 11-17 0,-7 19 128 16,4 4-59-16,1 7-42 0,8-3 237 16,-2 12-128-16,6-3-39 0,5 2 215 0,6 0-142 15,0 0 299-15,0-6-432 0,7 10-8 0,9-10-27 16,3-1 5-16,1-5 0 0,1-9 22 0,4 0-136 15,1-6 64-15,4-5 35 0,0-5 1 0,-1-9-469 16,4-3 253-16,1 0 117 0,1-7 20 0,3-12-621 16,-4-5 335-16,-3-4 168 0,1-1 84 15,-5 1-471-15</inkml:trace>
  <inkml:trace contextRef="#ctx0" brushRef="#br0" timeOffset="90300.88">12438 9431 2081 0,'-12'-21'0'0,"7"10"0"0,5-2 0 0,0-2 0 0,0 0 0 0,2 2 0 0,10 2 0 0,9-1 166 0,4 5 23 0,3 1-70 15,2 5-47-15,2 1-12 0,0 0-27 0,0 7-1 0,-2 8 1 16,-2 1-103-16,-5 5 48 0,-2 2 27 0,-6 1 0 16,-6 6-67-1,-7 2 47-15,-2 4 32 0,-4 3-8 0,-12-5-108 16,-5-6 64-16,-8 3 0 0,1-8 23 0,-4-1-131 15,-1-8 67-15,1-2 18 0,0-7 0 0,3-5-85 0,3 0 57 16,8 0 13-16,-1-3 7 0,8-11-216 16,4 0 125-16,7-5 62 0,0-4 31 0,5-1-351 15</inkml:trace>
  <inkml:trace contextRef="#ctx0" brushRef="#br0" timeOffset="90495.36">12825 9279 1748 0,'15'-15'0'0,"-6"6"0"0,1-1 0 0,-4 1 0 0,-3-3 0 0,-3 3 0 0,0 1 32 0,0 1 1 0,-9 1 684 16,-4 5-650-16,0 1-34 0,-4 0-1 0,-2 11 94 16,2 7-47-16,1 9-23 0,4 3 9 0,4 1 33 15,5 2-32 1,3 3 0-16,0-3-34 0,5 1-25 0,10-2 8 16,6-2 18-16,3-1 0 0,1-5-295 0,3-4 148 0,1-1 73 15,1-2 45-15,3-4-612 0,1-1 260 0,-4-5 165 16,0-1 35-16,-4-3-495 0</inkml:trace>
  <inkml:trace contextRef="#ctx0" brushRef="#br0" timeOffset="90722.78">13225 10043 2278 0,'0'0'0'0,"0"0"0"0,0 0 0 16,1 0 0-16,2 0 0 0,-3 4 0 0,0 4 0 0,0 5 0 0,0 1 445 0,0 5-199 0,-6 8-110 0,-1-1 8 0,-4 6-56 0,-1 0-27 16,-1 2-1-16,2 1-720 0,-1 1 343 15</inkml:trace>
  <inkml:trace contextRef="#ctx0" brushRef="#br0" timeOffset="92446.09">14245 9537 281 0,'0'-5'0'0,"0"2"0"0,0-1 0 0,0-2 0 0,0 2 0 0,0-1 0 0,0 0 199 15,0 0-75-15,0 4-50 0,0-1-20 0,0 0 96 16,0 2-58-16,0-2-21 0,-2 2 17 0,2 0-28 16,-2 2 0-16,0 9-27 0,-2 2 39 0,3 2 8 15,-5 4-47-15,1 6 87 0,-3-1-44 0,0 4-21 16,1 4 0-16,-2 1 39 16,1 4-34-16,0 0-1 0,1 1-26 0,3-1 101 15,2 1-51-15,2-1-17 0,0-1 39 0,0-2-36 16,10-2 0-16,3-2-4 0,2-3 0 0,0-6-24 15,5 3-8-15,0-8 1 0,2-3-1 0,2-5 0 16,-1-3 0-16,0-3-15 0,5-2-7 0,-2 0 22 16,-2-2 0-16,-1-9-51 0,0-4 25 0,-1-6 8 15,-3-3-48-15,-2-4 29 0,-1-10 4 16,-2 0 0-16,-3-1-56 0,-4 3 38 16,1-11 5-16,-6 12-109 0,0-5 57 0,-2-5 32 15,0 12 7-15,-2-4-44 0,-10 1 23 0,0 1 0 16,-2 6 11-16,-4 2-54 0,-1 5 21 0,0 8 16 15,-5-1 43-15,1 10-21 0,2 3-9 0,-5 2 32 16,4 0-48-16,1 10 15 0,-2 6 8 0,3 2-108 16,3 2 53-16,4 1 28 0,-1 3 0 0,7-4-237 15,0 9 137-15,1-2 63 0,4-2 32 0,0 5-141 16,0 0 87-16</inkml:trace>
  <inkml:trace contextRef="#ctx0" brushRef="#br0" timeOffset="92756.29">13948 10258 466 0,'-9'0'0'0,"1"0"0"0,3 0 0 0,1 0 0 0,0-8 0 0,2-5 337 0,2-2-152 0,0-2-76 16,10-4-30-16,9-3 135 16,2-1-90-16,6 1-46 0,5-2-23 0,3 3 72 15,-4 7-39-15,10-7-32 0,-3 7 10 0,-5 7 0 16,5 0-34-16,0 5 46 0,-4 2-14 0,0 2-9 15,-4 0-22-15,-2 4 1 0,0 9-1 0,-4 2-1 16,0 4 9-16,-3 2 54 0,0-1-31 0,-4 4-1 16,0 1-30-16,-2-3 101 0,0-1-42 0,2 2-34 15,-2-3 33-15,1-7-30 16,0 3 1-16,2-3-29 0,1-2 32 0,0-3-32 16,1-5 0-16,3 1-108 0,-2-4 53 0,3 0 28 15,-3 0 8-15,4-5-368 0,-3-10 186 0,0 3 67 16,1-5 54-16,0 0-636 0,-5 2 317 0,5-3 171 15,-2 1-173-15</inkml:trace>
  <inkml:trace contextRef="#ctx0" brushRef="#br0" timeOffset="93004.67">15036 9724 1372 0,'-19'0'0'0,"9"0"0"0,7 0 0 0,-1 0 0 16,4 0 257-16,0 0-112 0,0 2-56 0,0 1 70 0,2 1-64 0,7-2-22 0,10 0-9 0,6-2 131 15,-1 0-81 1,0 0-41-16,-3 0-77 0,4 0 7 0,-3 0 30 16,-2 0 0-16,1 0 0 0,-3 0-246 0,-4-2 131 15,-1 0 54-15,-3 1 30 0,1-2-510 0,-4 3 257 16,0-1-374-16,-4 1 288 0,-1 0 157 0</inkml:trace>
  <inkml:trace contextRef="#ctx0" brushRef="#br0" timeOffset="93180.23">15062 9985 762 0,'-16'9'0'0,"2"3"0"0,5-1 0 0,3-3 0 0,0-3 29 15,4-1-29-15,2-1 531 0,0 2-249 0,2-4-125 16,15-1 364-16,4 0-236 0,8 0-131 0,-2 0 83 15,3-1-103-15,2-4-50 0,-2 0-363 16,-7 1 164-16,3-1 70 0,-3 3 39 0,0 0-1 0,-5 2-260 0,1 0 150 16,-3 0 82-16,-2 2 31 0</inkml:trace>
  <inkml:trace contextRef="#ctx0" brushRef="#br0" timeOffset="93501.25">15676 9883 1578 0,'-13'-1'0'0,"12"1"0"0,1 0 0 0,0 0 0 0,0 0 0 0,0 0 0 0,3 0 255 0,14 0-114 16,4 0 137-16,7-2-122 16,2-2 154-16,11-1-138 0,-6-3-62 0,13 1-43 0,-5-3 1 0,1 3-35 15,-2 1-23-15,-8 2 23 16,5-1 8-16,-2 0-110 0,-5 2 51 16,-2 1 25-16,-5-1-288 0,-2 0 158 0,-2 2 85 0,-3-1 32 0,-2 0-534 15,-5 0 264-15,-1 0 91 0,-5 0-134 16,-1 0 135-16,-2 2 80 0,-2 0 35 0,-2 0-347 15</inkml:trace>
  <inkml:trace contextRef="#ctx0" brushRef="#br0" timeOffset="93880.72">15846 10071 653 0,'-14'4'0'0,"7"-1"0"0,5 0 0 0,-2-3 0 0,4 0 21 0,0 0-21 15,0-3 472-15,2-6-219 0,14-2-110 0,5 2 157 16,0 0-126-16,5-3-74 0,2 7-27 0,-1 1 0 15,-5 4-40-15,3 0-150 0,-5 0 83 0,-3 4 29 16,-2 9-69-16,-3 2 53 0,-5 2 28 0,-3 3-1 16,-4 0-99-16,0 5 45 15,-8-2 37-15,-7-3-38 0,-1 0 100 0,-4-6-28 0,2-5-35 16,-5 1-36-16,4-2 30 0,1-2 281 16,1-5-131-16,8-1-56 0,-2 0 224 0,6 0-129 15,1 0-17-15,4 0-61 0,0 0-30 0,2-1 0 16,16-5-97-16,4 0 29 0,0 4-1 0,3 2-85 15,-1 0 62-15,1 0 31 0,-5 6 8 0,5 9-125 16,-6-1 73-16,-5 5 23 0,-3 1-120 16,-4 0 141-16,-4 3 2 0,-1-2-29 15,-2-1 18-15,-3 1-45 0,-13 0 110 16,2-7-55-16,-11 1 5 0,0-4-31 0,-3-5 189 0,-2-1-78 16,-4-5-45-16,1 0-49 0,-3 0 13 0,0 0 28 15,-4-5-360-15,1-8 163 0,0-3 79 0,7-7-450 16,-5-10 254-16,7-2 123 0,5-8 62 0,4-5-385 15,5-2 223-15</inkml:trace>
  <inkml:trace contextRef="#ctx0" brushRef="#br0" timeOffset="94139.03">15517 9339 1228 0,'-2'-19'0'0,"2"6"0"0,0 1 0 0,0-1 0 16,0 3 0-16,2 2 257 0,10 1-116 0,6 3 172 0,5 0-140 0,0 2-70 15,4 2 70-15,1 0-132 0,2 6-9 16,-2 7 1-16,1 6 0 0,-5-1-60 0,-4 5 30 16,-6-1 8-16,0 8 22 0,-5-4-1 0,-7 3-78 15,-2 1 39-15,-2-3-1 0,-16 1 15 16,-4-4-9-16,-5-3 35 0,-1-5-70 0,-4-2 8 16,-2-5 22-16,1-4-159 0,-1-1 76 15,0-4 42-15,4 0 21 0,0 0-288 0,9 0 144 0,1-1 55 0,8-3-225 16,5-4 153-16,5-3 78 0,2 0 39 15,2-1-135-15,17-1 79 0</inkml:trace>
  <inkml:trace contextRef="#ctx0" brushRef="#br0" timeOffset="94353.49">15941 9204 892 0,'0'-8'0'0,"0"5"0"0,0 0 0 0,-13 2 0 0,-4 1 0 0,-4 0 0 0,-3 0 61 0,1 11 340 0,1 6-184 0,1 4-92 0,2 5 210 15,3 4-155-15,5 2-73 16,2 2 98-16,6-1-85 0,3 2-44 0,0-2 26 16,9 1-38-16,8-4-1 0,4 0-61 15,1-4-1-15,3 0 31 0,-1-5 9 0,5 0-243 16,-3-5 117-16,0-2 59 0,0-3-391 16,-3-3 215-16,-1-3 79 0,-1-2 61 0,-1-3-441 0,-2 0 235 15,-2-3 117-15,0-10 60 0,-4-5 20 0</inkml:trace>
  <inkml:trace contextRef="#ctx0" brushRef="#br0" timeOffset="94724.5">16022 9019 1083 0,'0'0'0'0,"0"-3"0"0,0 1 0 0,3-2 0 0,4-1 0 0,2-1 0 0,2 0 0 0,2 1 63 16,4 2 303-16,2 0-171 0,-1 3-39 0,1 0-61 0,-1 0-32 15,0 10 1-15,-4 3-182 0,-2 1 72 0,-3 6 39 0,-2-2 0 0,-5 2-127 16,-1 2 84-16,-1 0 49 0,0-1-47 16,-10 0 39-16,-2-7 0 0,1-1 55 15,-3-1-38-15,5-7-48 0,-3 0-15 0,5-4 37 16,1 1 288-16,3-2-135 0,3 0-68 16,0 0-22-16,1-2 183 0,10-1-98 15,10-5-49-15,2 2-24 0,2 3 26 0,-3 0-17 0,6 3-8 0,-9 0-61 16,4 3 36-16,-3 6 0 0,-3 4-60 15,-4 2 26-15,-4 0-1 0,-4 2-8 16,-4 1 21-16,-1-1 1 0,0 3 42 0,-11-4-5 16,-8 3-36-16,-3-6 8 15,-1 0-71-15,-4-5 34 0,5-2-2 0,-8-1 34 0,9-1-387 0,-3-2 183 16,4-1 88-16,1-1 46 0,8 0 12 0,1 0-269 16,4 0 133-16,4 0 72 0,2 3-411 15</inkml:trace>
  <inkml:trace contextRef="#ctx0" brushRef="#br0" timeOffset="94949.56">16660 9711 1317 0,'-1'-1'0'0,"-1"-3"0"0,2-1 0 0,0 2 0 0,0-1 0 0,2 2 444 0,5-2-206 0,2 1 435 15,5 0-606-15,0 2-34 0,5-1 0 0,2 1-73 16,-1 1 65-16,3 0 8 0,2 0 8 0,-2 0-8 16,0 4-336-16,-2 2 167 0,2 0 85 0,-5 0 42 15,1 0-526-15,1 1 280 16,-6 0 93-16,1-1 86 0,-4 0-40 0</inkml:trace>
  <inkml:trace contextRef="#ctx0" brushRef="#br0" timeOffset="95251.76">17381 9429 1613 0,'-7'-8'0'0,"-1"3"0"0,-7-1 0 0,-2-1 0 0,-2 1 0 0,1 2 0 0,-5 4 0 0,0 0 229 0,1 2-99 0,0 13 112 16,-1 4-109-16,0 6-50 0,3 2-25 0,1 0 27 0,6-1-26 0,3-3 8 15,5 1-34-15,3 0 66 0,2-3-33 0,0 0 0 16,2-3-34-16,10-1 9 0,4 1 10 15,-1-3-18-15,2-4 0 0,2 2-110 0,-3-2 55 16,2-1 35-16,-4 1-171 0,0 0 81 0,-5 2 50 16,-3 0-73-1,-3 3 52-15,-3-1 12 0,0 2 1 0,-2-1 45 0,-14 5-1 0,-3-4-55 16,-2 1 27-16,-3-3-48 0,-2-1 159 16,-1-1-54-16,6-4-166 0,-1 1 57 0,2-4 28 15,0-1-462-15,11-3 240 0,-3-2 117 0,7 0 57 16,5-2 29-16,0-11-436 0,4-4 224 15</inkml:trace>
  <inkml:trace contextRef="#ctx0" brushRef="#br0" timeOffset="95397.37">17331 9672 1585 0,'16'-12'0'0,"3"3"0"0,-4 3 0 0,-3 3 0 0,-3 1 71 0,-4 2 0 0,1 0-30 16,0 0-9-16,-2 3 1 0,-2 9 335 0,-1 1-168 0,1 4-84 0,-2 1-1 15,0 3-46-15,0-1 1 0,0 1-37 0,0 0-352 16,0-4 176-16,0-4 96 0,0-1-499 15,2-3 289-15,0-3 145 0,0-5-535 16</inkml:trace>
  <inkml:trace contextRef="#ctx0" brushRef="#br0" timeOffset="95915.55">17499 9179 731 0,'2'-2'0'0,"4"2"0"0,2 0 0 0,-3 0 0 0,-1 4 0 0,1 5 38 15,-1 3-36-15,1 3 0 0,2 7 328 0,-3 3-140 16,-1 5-83-16,-1 5-37 16,0 8-129-16,-2-2 46 0,0 6 23 0,0-8 8 0,0 11-200 15,-2-5 100-15,-3-2 52 0,1-8-97 16,0 3 64-16,1-11 33 16,0-1 49-16,1-5-18 0,0-8-11 0,2-5 85 0,0-5-45 15,0-3-19-15,0 0-30 0,0-16 279 0,2-9-127 16,8-2-39-16,1-2-39 0,0 5 84 0,6-6-57 0,-2 3-24 15,2 2 66-15,-1 3-45 0,0 7-23 0,-1 2 8 0,0 3 2 16,0 5-1-16,-2 5-32 16,-2 0 23-16,1 7 0 0,-5 14-15 0,-1 11-8 15,-4 8 129-15,0 1-65 0,-2 2-31 16,0 0-1-16,0-9 138 0,1 4-89 16,1-3-12-16,4-4-35 0,0-5 0 0,1-8-34 0,1-3 8 15,-1-5-8-15,5-5-275 0,-1-5 138 16,2 0-471-16,2-15 293 0,-1-7 128 0,2-5 77 0,-1-3-7 15,-4-3-276-15,2-11 163 0,-3 1 82 0,-1 4-362 16,0-12 226-16,-1 6 110 0,-2 9-91 16,-2 0 101-16,-1 6 48 0,1 5 83 15,-2 3 135-15,-2 8-71 0,0 1-49 0,0 5-24 16,0 4 542-16,0 2-291 0,0 2-134 0,-2 0 271 16,2 0-193-16,0 10 4 0,0 1 362 0,2 4-252 15,5 2-137-15,5 2 182 0,-1 3-156 0,2-1-78 16,0-6-39-16,2 5 8 0,0-3-270 0,2 0 111 15,0-4 56-15,-2 1 28 0,0-7-696 16,0-2 357-16,-1 1 184 0,-2-4-367 0,0-2 259 0,-1 0 24 0</inkml:trace>
  <inkml:trace contextRef="#ctx0" brushRef="#br0" timeOffset="96128.13">18287 9226 1555 0,'5'-20'0'0,"2"1"0"0,-1 4 0 0,-1 3 0 0,-4 1 0 0,1 4 0 0,0 3 0 0,-2 3 0 0,0 1 69 0,-8 8 488 16,-7 21-261-16,-4 10-132 0,-3 10 275 0,-6 22-207 15,-6 21 168-15,-1 5-192 0,-7 26-33 0,-1 1-175 16,-3 17 0-16,-4 35 0 0,5-8 0 0,11-29-316 16,2-3 191-16,11-34 79 0,6-14 48 15,0 0-580-15,4-9 291 0,0-7 156 0,-1-10-1 0,1-14 64 16,2-10-614-16,-1-14 329 0,3-7 160 0</inkml:trace>
  <inkml:trace contextRef="#ctx0" brushRef="#br0" timeOffset="96334.98">18411 10146 2649 0,'0'-2'0'0,"0"2"0"0,5 3 0 0,-1 2 0 0,-2-3 93 0,-2 2-22 0,0 0-8 16,0-1-30-16,0 1-46 0,0 2 23 16,0-2 0-16</inkml:trace>
  <inkml:trace contextRef="#ctx0" brushRef="#br0" timeOffset="106572.35">20011 9114 862 0,'0'0'0'0,"-4"-4"0"0,3 2 0 0,-1 0 0 0,2 1 0 0,0-1 0 16,0-1 0-16,0 3 120 0,0-1-43 0,7 1-14 0,7 0 106 15,4 0-69-15,-2 0-33 0,5 6-1 0,-2 4 71 16,0 2-45-16,3 6-33 0,-4 1 41 0,-4 6-34 15,2 1 1-15,-4 1-34 0,1 2 56 0,-5 6-32 16,-2-1 0-16,-1 5-6 0,-3-2-18 0,-2 1-1 16,0-2 9-16,-2 2-30 0,-7-5 22 0,-6-1 0 15,0-4 0-15,-2-6-25 0,1-3 10 16,-7-2 14-16,-2-6-28 0,0-3 29 0,-1-6 0 16,-2-2-8-16,4 0-46 15,-8-5 15-15,6-8 0 0,1 0 3 0,11-1 0 0,-4-4 16 16,9 2 22-16,3 0-20 0,6-4 3 0,0 3-7 15,4 0-13-15,15 0 16 0,5 2 5 0,3 2-8 16,3 2-103-16,2-1 49 0,1 3 25 0,-1 2-6 16,0 1-356-16,0 2 177 0,-2 3 92 0,2-1 30 15,-2 0-407-15,0 0 227 16,-3 0 106-16,4-2-127 0</inkml:trace>
  <inkml:trace contextRef="#ctx0" brushRef="#br0" timeOffset="106863.58">20501 9255 967 0,'-10'-4'0'0,"3"2"0"0,1 0 0 0,1 2 0 0,0 0 0 0,-6 0 0 0,6 11 0 0,-4 6 212 0,3 8-89 0,2 1 275 15,0 4-182-15,4 0-92 0,0 2-38 0,0 0 181 16,0-4-118-16,7 0-58 0,5-2-29 0,1-3-26 16,3-8 5-16,0 0-8 15,5-6-30-15,0-3 0 0,2-6 30 0,0 0-136 16,-3-2 77-16,6-15 25 0,-6-6 0 0,-3-4-149 15,1-4 88-15,-6-1 2 0,-2-3 38 0,-5-5-174 16,-2-5 89-16,-1 4 15 0,-2 0 33 0,0-1-63 16,-7 8 36-16,-4 1 34 0,-6 3 19 0,1 3 1 15,-5 9-1-15,-1 7 32 0,1 7-8 0,-9 4-24 16,3 0 0-16,1 10 1 0,1 10 34 0,7 1-1 16,4-1-179-16,3 2 76 15,4 3 35-15,3 3-1 0,4-3-246 0,0 1 140 16,0-3 63-16</inkml:trace>
  <inkml:trace contextRef="#ctx0" brushRef="#br0" timeOffset="107109.92">20259 9540 694 0,'-14'0'0'0,"5"0"0"0,4-2 0 0,-1-8 0 0,6-3 174 16,0-2-62-16,2 0-44 0,12-3 1 0,9 3 133 15,2 2-84-15,5-1-43 16,0 2 92-16,2 6-71 0,0 3-32 0,-2 2 0 0,0 1 19 15,-2 5-25-15,-4 12 8 0,1 2-34 0,-4 4 78 16,-1 0-39-16,-1 0 1 0,-2 1-40 16,-1-8 70-16,4 7-39 0,-4-9-6 0,3 1-24 15,2-3 0-15,-1-3 8 0,1-4-9 0,0 0-130 16,2-4 65-16,-3-1 33 16,1 0-334-16,-3 0 169 0,-1-1 87 0,-6-1 22 0,1-1-475 0,-5 2 248 15,-3 1 125-15,-2 0 54 0</inkml:trace>
  <inkml:trace contextRef="#ctx0" brushRef="#br0" timeOffset="107375.21">19979 9912 1066 0,'-19'-4'0'0,"6"-1"0"0,10 3 0 0,1 0 0 0,2 0 0 0,0 0 399 0,7-3-187 0,11 0-90 16,9 0-44-16,4-1 268 0,13-1-157 0,-6 0-70 0,16 1 44 16,-4 0-66-16,3 2-31 0,2 3-1 0,0-2-3 15,-5 0-21-15,3 1-8 0,-2 0-144 16,-5 0 72-16,-3 0 36 0,-8 1 0 0,-5-2-282 16,-3 2 155-16,-4-1 81 0,-6-1 19 0,-4 2 27 0,-6-1-489 15,-5 2 222 1,-2 0 122-16,0 0-128 0,-9 0 122 0,-14 0 60 0</inkml:trace>
  <inkml:trace contextRef="#ctx0" brushRef="#br0" timeOffset="107677.4">20131 9990 1549 0,'-2'0'0'0,"2"0"0"0,4 0 0 0,7 0 0 0,6 0 0 0,3 0 0 0,3 0 0 0,7 0 0 0,-2 0 230 0,4 10-99 0,-3 3-48 0,-3 6 133 15,1 4-84-15,-6 0-53 0,-2 6-24 0,-4 1-43 16,-3 2 1-16,-5 0 19 0,-5 2 9 0,-2 2-45 0,0-1 0 16,-4 1 36-16,-11-2-147 0,-3-5 74 15,-5 0 45-15,-4-5-122 0,1-7 46 0,-1-4 45 16,-3-5-23-16,0-4-27 0,-2-4 14 0,2 0 25 16,1-8-10-16,5-5 61 15,3-4-7-15,4-3-28 0,5 3-10 0,3-6 96 16,6 2-40-16,3-2 154 0,0 3-89 0,2 0-44 15,7 1-3-15,10 0 56 0,-3 2-38 0,7 2-7 16,0 2 0-16,3 1-235 0,-4 3 110 0,8 0 49 16,-2 1 22-16,2 1-542 0,-1 3 262 0,1-1 133 15,-6 3 30-15</inkml:trace>
  <inkml:trace contextRef="#ctx0" brushRef="#br0" timeOffset="107896.81">20591 10099 1217 0,'4'-9'0'0,"2"5"0"0,4-1 0 0,2-3 0 0,-1 3 0 0,0 0 0 0,3 4 0 0,0 1 150 0,0 0-50 0,1 1 223 16,0 14-146-16,-2-3-72 0,-2 6-36 0,1 6 78 15,-7-6-50-15,1 8-36 0,-5-3 1 0,-1 1-64 16,0 3-1-16,-10-1 36 0,-6-1 8 0,-2-1-76 16,-5-2 33-16,-2-2 1 0,-1-4-158 0,1-3 96 15,2-5 56-15,-7 1-21 16,9-5-123-16,1-4 46 0,2 0 51 0,7 0-314 0,3 0 160 15,5 0 92-15,3-10 41 0,0-3-236 0,13-3 138 16,7-4 63-16</inkml:trace>
  <inkml:trace contextRef="#ctx0" brushRef="#br0" timeOffset="108106.77">20891 10062 1525 0,'7'-7'0'0,"-4"3"0"0,-3 2 0 0,0 0 0 0,-3 2 0 0,-9 0 0 0,-3 0 0 0,-2 6 0 0,2 7 247 0,-4 6-112 15,3 2 108-15,0 2-106 0,4 4-51 0,1 1-27 16,8-4 230-16,-1 7-131 0,4-3-63 0,0-5-32 16,6 2 63-16,7-4-47 0,4-2-15 0,9 2-8 15,-1-7-139-15,3-4 59 16,2-2 28-16,0-1 0 0,2-7-353 0,-4 0 187 0,2 0 98 16,-1 0-573-16,-4-8 274 15,2-3 165-15,-6 0-176 0,3-6 175 0</inkml:trace>
  <inkml:trace contextRef="#ctx0" brushRef="#br0" timeOffset="108314.22">21300 9720 2215 0,'-2'-5'0'0,"2"3"0"0,0 2 0 0,0 0 0 0,0 0 0 0,2 0 0 0,3 0 0 0,6 0 0 0,3 0 192 0,2 0-79 0,3 0-40 0,3 0 153 16,4 0-96-16,-5 0-40 0,2 0-33 0,2 0-200 16,-3 0 88-16,-3 0 44 0,-1 0-458 0,-2 0 259 15,-2 0 117-15,-4 0-643 0,-4 5 326 0,-5 5 189 16</inkml:trace>
  <inkml:trace contextRef="#ctx0" brushRef="#br0" timeOffset="108464.81">21295 10004 1253 0,'-5'4'0'0,"5"7"0"0,0-4 0 0,0-5 0 0,0 2 0 0,3-2 0 0,9-2 311 0,4 0-130 0,7 0-79 0,2 0-35 15,1 0 436-15,3-4-235 0,-1-1-232 16,-5-1 5-16,7-2-9 0,-9 4 1 0,4 3-709 16,-2-1 354-16,-3 2 177 0</inkml:trace>
  <inkml:trace contextRef="#ctx0" brushRef="#br0" timeOffset="109295.36">21919 9653 485 0,'-2'0'0'0,"-6"-4"0"0,5 0 0 0,-1-1 0 0,0-4 0 0,2 2 179 0,2 0-77 15,0-4-35-15,0 1 139 0,6 3-87 16,9-3-43-16,2 5-14 0,2-1 73 0,-1 4-52 0,3 2-25 15,-2 0 0-15,0 4 10 0,-4 7-8 16,1 1-27-16,-2 5 29 0,-3-3 1 0,1 4-31 16,-5-2 9-16,0 1 67 0,-1 2-37 0,-2-2-1 15,-3 1-14-15,-1 1 5 0,0 0 10 0,0 2-79 16,-9 2 41-16,-3-3-1 0,-6-1 1 16,-1 2-67-16,-1-3 41 0,-5 1-8 15,1-4 34-15,-3 0-50 0,2-4 19 0,-3-2 0 16,3-3-2-16,-5 2-138 0,9-6 58 0,-4-1 42 15,5-1-1-15,3 0-118 0,4 0 52 0,3 0-156 16,3-1 113-16,3-5 57 0,4-4 30 0,0 1-277 16,8-2 145-16,13-2 84 0,3 1 38 0</inkml:trace>
  <inkml:trace contextRef="#ctx0" brushRef="#br0" timeOffset="109581.63">22357 9615 904 0,'2'-8'0'0,"-2"1"0"0,0 3 0 0,0-2 0 0,0-1 0 0,0 0 0 0,-10 1 125 0,2 2-46 0,-5 1-23 0,3 1 120 0,-6 2-63 0,-2 0-44 16,-1 15 0-16,-4 3 57 16,0 5-47-16,1 3-23 0,-1 2 8 0,2 2 45 15,5 1-38-15,2-2 0 0,5 2-38 0,6-4 197 16,1-2-91-16,2 5 93 0,0-5-100 0,5-1-49 15,8-2-26-15,3 0 7 0,1-6 8 0,5 5-39 16,1-6 0-16,-1-2-182 0,5-2 91 0,-4-1 45 16,2-3 32-16,3-1-382 0,-1-4 176 0,-3-2 104 15,1 0 5-15,-5 0-240 0,6-8 100 16,-3-5-275-16,-5-2 230 0,3-2 115 16,-5-5 57-16</inkml:trace>
  <inkml:trace contextRef="#ctx0" brushRef="#br0" timeOffset="109923.25">22571 9200 939 0,'2'-15'0'0,"3"7"0"0,4 3 0 0,3-1 0 0,-1-2 0 0,1 5 0 0,-1 1 0 0,3 0 292 15,4 2-129-15,-2 0-66 0,1 4 70 16,1 7-71-16,0 8-31 0,-6-4-1 0,1 4-80 15,-4 1 24-15,-4 1 8 0,-2-1 17 0,-1 3-73 16,-2 0 36-16,0 1 1 0,-12-2 36 0,-1-4-48 16,-6 2 20-16,3-6-3 0,-4-3 0 0,1-2-21 15,1-3 35-15,1 0 124 0,2-5-63 0,0 2-33 16,6-3 0-16,1 0 185 16,3 0-98-16,0 0-42 0,3 0-31 0,2 0 117 15,0 0-71-15,4 0-36 0,15-3 0 0,2-2-5 16,6-1-30-16,1-1 10 0,-1 1-10 0,3 2 0 15,-1-1 0-15,-7 2-79 0,3 1 35 0,-2 1 22 16,-5-1 0-16,1 2-342 0,-3 0 176 0,2 0 58 16,-4 0 53-16,0 0-659 0,-1 8 335 0,-1 3 167 15</inkml:trace>
  <inkml:trace contextRef="#ctx0" brushRef="#br0" timeOffset="110133.8">23155 10008 1865 0,'0'0'0'0,"0"0"0"0,0 0 0 0,4 0 0 0,-2 3 0 0,-1 3 0 0,-1 2 0 0,0 1 0 0,0 4 256 0,0 2-104 0,-9 5 12 16,-6 4-65-16,0 2-34 0,-4 0 1 0,1 2-287 15,-1 0 136-15,-1-2 54 0</inkml:trace>
  <inkml:trace contextRef="#ctx0" brushRef="#br0" timeOffset="111007.72">24003 9142 856 0,'-5'-13'0'15,"3"6"0"-15,2 6 0 0,0-2 0 0,0-1 0 0,6 0 0 0,6 2 0 0,2 0 0 0,3 2 167 0,5 0-66 0,1 4-35 0,2 7 1 0,-1 5 38 16,1 2-28-16,-1 4-8 16,-3 1-36-16,-2 1 29 0,-6 5-30 0,2-2 1 15,-10 6 12-15,-1 0-12 0,-4 3 0 0,0 3-35 16,-9 0 35-16,-12-4 0 0,0-2 8 0,-9 3-62 15,0-6 26-15,3-7 1 0,-4-3 27 0,-1-4-34 16,0-6 6-16,2-4 6 0,-2-4 35 0,3-2-28 16,4 0 2-16,0-11 10 0,8 0-5 0,1-7-8 15,2 2 3-15,7-1 57 16,5-2-27-16,2 1 8 0,0-1-26 0,11-1 25 16,6 1 0-16,4-1-17 0,3 4-8 0,1-1-70 15,4 4 42-15,-2 0-6 0,1 2-297 0,-1 2 150 16,1 2 79-16,-3 2-225 0,-2 1 139 0,7 0 49 15,-3 2 44-15,-6 1-426 0</inkml:trace>
  <inkml:trace contextRef="#ctx0" brushRef="#br0" timeOffset="111218.16">24440 9118 1262 0,'4'0'0'0,"-1"0"0"0,3 4 0 0,-4 5 0 0,-1 0 0 0,1 4 0 0,-2 6 132 0,0 2-41 0,0 7 316 15,0 0-187-15,-2 3-94 0,-1 3-46 0,-1-2 55 16,1 3-42-16,1-3-35 0,-2 1 1 0,2-3-101 0,-1 0 37 16,0-7 0-16,1-1-241 15,0-1 135-15,0-6 72 0,1-4 35 0,1-3-420 0,-2-4 189 16,0-3 49-16,-2-1-218 16,2 0 185-16,1-9 93 0,-3-12 47 0,-2-5-210 0</inkml:trace>
  <inkml:trace contextRef="#ctx0" brushRef="#br0" timeOffset="111411.69">24359 9068 620 0,'1'-16'0'0,"3"1"0"0,5 5 0 0,7-1 0 0,-1 0 274 0,6-2-124 0,0 2-59 15,0 1-30-15,4 4 214 0,1 4-121 16,-5 2-52-16,2 0-39 0,-3 0 37 0,-1 8-33 16,-4 6-28-16,-3 0-6 0,-3 3 8 0,-7 2-8 15,0 0-1-15,-2 3-67 0,-8 1 34 0,-11 0 0 16,-1 2 42-16,-6 0-127 0,1-4 59 0,-1-1 30 15,1-3-266-15,7-4 115 0,-3-1 75 0,3-1-184 16,4-5 116-16,1 4 30 0,3-4 39 0</inkml:trace>
  <inkml:trace contextRef="#ctx0" brushRef="#br0" timeOffset="111708.02">23764 9812 1386 0,'-28'0'0'0,"7"0"0"0,8 0 0 0,6 0 0 0,6 0 0 0,1 0 0 0,0 0 237 0,0 0-103 0,3 0-50 0,22 0 274 0,10 0-166 15,11 0-80-15,12-5 148 0,3-3-114 0,4-2-56 16,-5 5-21-16,19-4-8 0,-7 1 0 15,-7 2-28-15,-1 0 0 0,-9 3-16 0,1 1-8 16,-2 0-216-16,-3 0 120 0,-6 0 60 0,-9 2 30 16,-2 0 8-16,-4 0-370 0,-6 0 182 0,-3 0 38 15,-4 0 63-15,-10 0-285 0,-1 0 156 0,-5 0 90 16,-1 0 41-16,-7 0-289 16,-14 2 165-16,-5 10-264 0</inkml:trace>
  <inkml:trace contextRef="#ctx0" brushRef="#br0" timeOffset="112022.02">24076 9975 828 0,'-11'0'0'0,"8"0"0"0,3 0 0 0,0 0 0 0,5 0 153 0,13 0-59 0,4 0-32 16,-2 0 9-16,10 3 277 0,-5 4-158 0,-2 3-78 16,0 6-40-16,-7 1 104 0,-2 2-63 0,0 5-45 0,-5 3-34 15,-2-1-1-15,-5 4 0 0,-2-3-1 0,-2 6-69 16,-12-1 30-16,-4-2 0 0,-5 0 40 0,-1-4-123 15,-3-3 61-15,-1-2 39 0,0-4-19 0,-2-6-19 16,1-4-9-16,0-3-49 16,1-4 30-16,5 0 25 0,0-2-5 15,7-9 96-15,0-4-39 0,7-2 0 0,2-2-35 16,4 0 0-16,3-1 132 0,0 4-59 0,3-2 106 16,8 3-76-16,3 2-27 0,6 0-18 0,2 4 2 0,-2 0 2 15,3 6 6-15,0-1-1 0,0 2-151 0,-1 2 73 16,4 0 27-16,-1 0-379 0,-1 0 186 0,-4 0 98 15,3 2 28-15,-2 2-497 0,2 2 268 0,-3-3 131 16</inkml:trace>
  <inkml:trace contextRef="#ctx0" brushRef="#br0" timeOffset="112168.78">24490 10046 1554 0,'2'-9'0'0,"0"6"0"0,0 1 0 0,-1-2 0 0,2 2 0 0,-2 1 0 0,4 1 0 0,0 0 216 15,4 0-92-15,0 3-45 0,3 6 18 0,-1 3-36 16,5-1 0-16,-4 2-28 0,6 0-268 0,-4 0 133 0,2 1-526 16,0-4 313-16,3-4 155 0</inkml:trace>
  <inkml:trace contextRef="#ctx0" brushRef="#br0" timeOffset="112466.52">24915 9868 1121 0,'2'-8'0'0,"-1"4"0"0,1 0 0 0,0 2 0 0,-2 0 245 0,0 2-107 0,0 0-52 0,-7 17-27 0,-4 5 242 16,-6 10-137-16,-3 4-66 0,-1 7-33 0,-4 6 377 15,-7 10-205-15,6-7 128 0,-10 19-170 16,4-4-82-16,-1 1-39 0,1 4 50 16,2 0-45-16,-1 2 110 0,7-4-189 0,3-7 0 15,6-10 0-15,2 0 0 0,2-6 0 0,3-10 0 16,1 1 0-16,2-8 0 0,0-6 0 0,1-3 0 15,1-6 0-15,-1-4-192 0,2-3 152 0,2-3 27 16,-1-4-16-16,-1 2 59 0,0-3-41 0,0 0 9 16,-3 0-10-16,2 1 10 0,-3-1 3 0,1 3-2 15,-2-1 7-15,1-1-256 0,-2 1 119 16,2 1 60-16,1-3 27 0,1 1-266 0,1-1 121 0,1 0 83 16,0 0 36-16,2 0-565 0</inkml:trace>
  <inkml:trace contextRef="#ctx0" brushRef="#br0" timeOffset="113254.26">25322 9658 633 0,'-11'0'0'0,"-1"0"0"0,7-1 0 0,3-1 0 0,0 2 0 0,0-2 258 0,2 2-113 16,0 0-56-16,0-2 193 0,0 2-125 0,8 0-54 15,5-2 62-15,4 0-66 16,2 0-34-16,0 0 1 0,1 1 0 0,-1-1 9 16,-1-1-43-16,-1 3 1 0,1 0-131 0,-3 0 66 15,0 0 32-15,-2 0-337 0,0 0 182 0,-1 0 93 16,-1 0 24-16,-4 0-522 0,1 0 249 0</inkml:trace>
  <inkml:trace contextRef="#ctx0" brushRef="#br0" timeOffset="113431.07">25287 9945 1096 0,'-16'0'0'0,"7"2"0"0,4 6 0 0,5-6 0 0,0-1 0 0,0 2 0 0,0-3 323 0,0 0-145 0,0 1-65 0,0-1-44 15,13 0 318-15,1 0-177 0,1 0-117 16,3 0-31-16,1 0 9 0,-1 0-38 0,3 0 0 0,0 0-460 16,-1 0 230-16,1 0 115 0,2 0 66 0,-3 0-275 15,1 5 153-15</inkml:trace>
  <inkml:trace contextRef="#ctx0" brushRef="#br0" timeOffset="113781.77">25795 9688 1394 0,'-11'0'0'0,"0"-3"0"0,8-3 0 0,-1 2 0 0,2-6 0 0,2 0 0 0,0-2 0 0,0-1 0 0,0 0 110 0,0 1-30 15,2 0 234-15,5 0-141 0,1 1-70 0,5 2-35 16,0 3 0-16,0 0 95 0,4 4-70 0,-1 2-30 15,4 0-6-15,2 0 0 0,1 11-24 0,-1 7-41 16,3-1 16-16,-3 5 0 16,-2 0-41-16,0 4 32 0,-6 1 1 0,-2 1 41 15,-5 0-81-15,-3 2 35 0,-4-1-8 0,0 1-1 16,-7-2 6-16,-14 2-45 0,-5 2 15 0,-5-6 44 16,0 1-11-16,5-10 3 0,-6 5-11 0,-2-3-14 15,0-6 24-15,3-4 1 0,4-4 4 16,4-2-106-16,1-3 50 0,7 0 25 0,0 0-5 15,7-3-274-15,3-5 128 0,5-5-280 16,0-1 205-16,5-6 115 0,11 5 54 0</inkml:trace>
  <inkml:trace contextRef="#ctx0" brushRef="#br0" timeOffset="114019.53">26317 9553 998 0,'-14'0'0'0,"-2"0"0"0,4 0 0 0,-7 2 0 0,-2 4 0 0,-6 7 0 0,-6 9 245 0,1 4-106 0,0 7-53 16,6-6-19-16,1 8 364 0,5-2-200 15,7-1 131-15,9 0-164 0,4 0-83 16,0-2-33-16,4-3-46 0,13-1-3 0,3-4 0 16,3 1-1-16,5-7-223 0,0 1 120 15,2-5 48-15,0-3 27 0,1-5-190 0,-3-4 109 16,2 0 54-16,-5 0 19 0,4-2-566 0,-5-7 237 15,-1-5-263-15,-5 0 281 16</inkml:trace>
  <inkml:trace contextRef="#ctx0" brushRef="#br0" timeOffset="114316.49">26450 9181 1338 0,'4'-15'0'0,"8"12"0"0,9 3 0 0,2-3 0 0,-4 0 0 0,3 1 0 0,-5 2 74 0,-1 0-21 16,0 2 91-16,-3 7-55 0,2 6-21 0,-6 1-7 15,-1 4-60-15,-7 5-1 0,-1-1 33 0,0 2 0 16,-7-1-153-16,-14 2 73 0,-5 4 40 0,-1-9-73 16,2 5 52-16,0-5 25 0,6-5-7 0,-1 1-13 15,3-9-10-15,8 0 1 0,-1-5-4 0,6-1 196 0,2-1-89 16,0-2 194-16,2 0-119 0,0 0-64 0,8 0-12 15,6 0-23-15,4 0 150 0,6-2-87 0,-5 1-38 16,4-1-54-16,1-1 15 16,-2 3 0-16,-1 0-264 0,-1 0 127 15,-4 0 69-15,-1 0 34 0,-2 6 0 0,0 1-261 16,-3 2 113-16,-2 0 79 0</inkml:trace>
  <inkml:trace contextRef="#ctx0" brushRef="#br0" timeOffset="114494.81">26859 9989 1999 0,'-2'-8'0'0,"2"6"0"0,2 1 0 0,1-9 0 0,-1 3 0 0,0-1 336 0,-2 0-151 0,0 1-76 0,0 1-350 16,-5 2 146-16,-6 1 59 0</inkml:trace>
  <inkml:trace contextRef="#ctx0" brushRef="#br0" timeOffset="135649.46">8434 10956 328 0,'-2'0'0'0,"0"0"-164"0,0 0 82 0,-4 0 41 0,4 0 41 0,0 0 332 16,-1 0-133-16,3 0-83 15,-1 0-42-15,1 0 174 0,0 0-108 0,0 0-45 16,0 0 91-16,0 0-76 0,0 0-39 0,0 0 13 15,0 0-26-15,0 4 9 0,0 5-34 0,0 4 90 16,1 2-44-16,2 4-24 0,1 7 1 0,2 0 77 16,-6 5-54-16,2 1-24 0,0 11 1 0,-2-3 12 15,0 0 0-15,0-5-27 0,0 4-62 0,0 0 27 16,0-1-1-16,0-2-66 0,0-1 46 0,0-1 33 16,0 0-9-16,0-4-60 15,0-8 41-15,0 2-6 0,0-4 0 0,0-9-228 16,0-1 120-16,0-3 33 0,0-4 40 0,0-3-299 15,0 0 158-15,0-11 72 0,0-13-238 0,0-5 162 16,0-4 82-16</inkml:trace>
  <inkml:trace contextRef="#ctx0" brushRef="#br0" timeOffset="135873.15">8345 11042 954 0,'-5'-17'0'0,"3"6"0"0,0 5 0 0,2-1 0 0,0-1 0 0,0 1 0 0,8 0 194 16,11-1-80-16,3 2 133 0,7 1-107 0,-4 1-54 15,2 2-18-15,5 2 202 0,-2 0-118 0,-4 6-60 16,-4 7-30-16,-5-2 55 0,2 4-34 0,-6 2-30 16,-4 2 8-16,1 4 0 0,-10 2-29 0,0 0 1 15,0-3 53-15,-6 9-31 0,-9-6 0 0,-2 0-54 16,-1-2 32-16,-2-4 0 0,3-4 8 0,-6 0-121 16,4-6 57-16,2-2 27 0,2-1 1 0,4-2-413 15,3 1 185-15,0-5 111 16,7 1-506-16,1 1 292 0,0 3 147 0</inkml:trace>
  <inkml:trace contextRef="#ctx0" brushRef="#br0" timeOffset="136066.64">8790 11486 1444 0,'0'3'0'0,"0"1"0"0,0-3 0 0,0-1 0 0,0 0 0 0,0 0 0 0,0 2 0 0,0 3 306 15,-4 0-128-15,3 6-77 0,-3 2 98 0,0 6-84 16,-1 0-41-16,-2 6-118 0,-2-4 46 0,2 1-7 16,-2-1 37-16,-3-3-315 0,3-2 158 0,2-4 79 15,1-5 48-15,1 0-478 0,0-6 183 0</inkml:trace>
  <inkml:trace contextRef="#ctx0" brushRef="#br0" timeOffset="136392.53">9257 11204 1371 0,'-11'10'0'0,"3"14"0"0,3 0 0 0,-3 3 0 0,0-1 0 0,2 2 0 0,1 1 0 0,3 4 393 0,2-1-180 0,0 5-91 0,0-1-44 15,11-2 107-15,4-4-80 0,5 0-37 16,1-8-4-16,2-1-31 0,2-8-1 0,-3-5-35 15,6-3 13-15,-4-5 1 0,1 0 22 0,-2-2-26 16,-3-16 1-16,-1-5 33 0,-4-5-8 0,-2-6-55 16,-2-8 28-16,-5 2-3 0,-3-5 0 0,-1-4-51 15,-2-5 30-15,0-1 7 0,-4-2-28 0,-6 1 19 16,-3 0 0-16,-3 3-94 0,0 8 56 0,0 9 19 16,-1 6 1-16,1 11-3 15,-3 5 28-15,0 5-18 0,0 9 15 0,-2 0-45 16,3 23 0-16,1 6 30 0,0 10 8 0,6-1-269 15,0 11 134-15,3 1 62 0,3 3-428 0,-3 4 246 16</inkml:trace>
  <inkml:trace contextRef="#ctx0" brushRef="#br0" timeOffset="136623.54">9057 11732 1105 0,'-9'0'0'0,"5"-12"0"0,4-1 0 0,0-12 0 0,0 2 0 0,2-6 0 0,15-2 361 0,5 0-157 0,10-5-89 15,0 3-41-15,4 1 182 0,1 6-111 0,3 5-57 16,-8 10-19-16,4 5 42 0,-1 6-40 0,-3 0 1 16,-2 13-74-16,-2 10 0 0,-3 5 43 0,1 9 41 15,-7-1-25-15,-3-6 0 0,0 5-24 0,1-2 114 16,-1-2-48-16,3-2-38 0,2-4 0 0,3-4-47 16,2-3 19-16,3-7 0 15,3-6 8-15,1-5-316 0,1 0 153 0,8-3 75 16,-5-16-777-16,1-2 381 0,-5 1 191 0</inkml:trace>
  <inkml:trace contextRef="#ctx0" brushRef="#br0" timeOffset="136832.31">10043 11114 1921 0,'-11'-11'0'0,"11"9"0"0,0 0 0 0,11-1 0 0,5-6 0 0,2 3 0 0,3 1 0 0,4-3 0 0,5 1 358 0,7 0-162 16,-1-1-74-16,11-1-95 0,-6 3 6 0,-6 0-1 16,5 2 1-16,-7-1-373 0,-6 3 195 0,-1-2 85 15,-5 2 46-15,-4 1-170 0,-6-1 109 0,-1 0 54 16,-7 0-89-16,-1-2-442 0,-2-3 260 16</inkml:trace>
  <inkml:trace contextRef="#ctx0" brushRef="#br0" timeOffset="137014.9">10305 10747 1463 0,'0'4'0'0,"0"2"0"0,2 2 0 0,-1 1 0 0,1 2 0 0,-2 4 0 0,2 4 270 0,-2 5-118 0,0 4-60 0,0 6 443 16,0 7-256-16,-4 1-123 0,-9 3-61 0,-4 3 150 16,-5 11-106-16,1-10-45 15,-9 10-35-15,-1-2 50 0,3 0-39 0,1-3 1 16,4-8-364-16,-3 4 172 0,7-9 72 0,6-9-687 15,6-12 384-15,3-6 192 0,4-7 4 0</inkml:trace>
  <inkml:trace contextRef="#ctx0" brushRef="#br0" timeOffset="137298.15">10201 11354 1398 0,'4'4'0'0,"-1"2"0"0,2 6 0 0,-2-4 0 0,-1 5 0 0,-2 2 0 0,0 2 0 0,0 0 632 16,2-1-300-16,-2 3-141 0,2-1-83 0,0-2 33 15,0-1-54-15,-1-1-27 0,1-5-320 0,0-1 154 16,0-4 66-16,0-2-620 0,-1-2 342 0,1-2 169 16,1-14 86-16,-3-4-440 0,0-6 239 0,0 1 116 15,0-1 58-15,0 5 24 0,0-3 33 0,0 1-8 16,0 4 8-16,4 2 168 0,3 4-84 0,2 2-41 16,3 4 457-16,2-1-258 15,6 4-117-15,-2 3 493 0,6-2-277 0,-3 3-137 16,1 0-69-16,3 0 165 0,1 0-122 0,-7 0-56 15,1 4-28-15,1 0-220 0,-3-2 96 0,-5-2 56 16,2 0-513-16,-6 0 277 0,-2 0 138 0,-3 0 69 16,-2 0-312-16,-2-2 94 0,0-3 120 0</inkml:trace>
  <inkml:trace contextRef="#ctx0" brushRef="#br0" timeOffset="137552.47">10406 11153 997 0,'-4'-7'0'0,"1"3"0"0,3 2 0 0,0 2 0 0,0 0 0 0,0 0 0 0,0 9 0 0,2 7 150 0,1 0-59 0,3 7-21 0,-1 7 234 16,-1 0-135-16,-2 4-69 0,-2 1-33 0,0 3-5 16,0 0-21-16,-2-1-9 0,-7-2 1 0,-2 1-257 15,-1-2 128-15,-3-3 65 0,2-11-145 0,-4 1 100 16,2-4 55-16,2-6-32 0,-1-2 33 16,5-5-44-16,0 0 26 0,3-3 335 15,0-1-153-15,4 0-99 0,0 0-30 0,2 0 606 16,0 0-286-16,14 0-156 0,6 0-72 0,7 0 286 15,1 0-180-15,4 0-90 0,2 0 183 0,2-1-306 16,0-1 0-16,-1 0 0 0,-1-1 0 0,-2 2 0 16,-6 0 0-16,6-4-531 0,-4 4 299 0,-5-1 132 15</inkml:trace>
  <inkml:trace contextRef="#ctx0" brushRef="#br0" timeOffset="138248.66">10916 11294 1214 0,'-2'-11'0'0,"-1"4"0"0,-1 4 0 0,4-1 0 0,0-1 0 0,0-1 0 0,2-4 0 0,12 4 0 0,8-2 102 0,2 2-35 0,1 4 124 16,7 1-82-16,0 1-39 0,-2 0 1 0,0 10 22 15,-4 6-30-15,-5 1 8 0,1 5-38 0,-7 2 20 16,-5 0 0-16,-5 3-20 0,-3 4 8 0,-2-1 38 16,0 1-23-16,-13-1 0 0,-4 0-12 0,-1-3-11 15,-7-4 8-15,-1-5-8 0,-1-1-24 0,-1-5 24 16,0-7-1-16,-1-1-148 0,9-4 83 16,-4 0 22-16,5 0 21 0,4 0-400 15,8-4 194-15,-2-5 74 0,9-2 54 0,0-3-377 16,5-1 206-16,13 0 103 0,3-4-133 0</inkml:trace>
  <inkml:trace contextRef="#ctx0" brushRef="#br0" timeOffset="138473.06">11401 11258 1176 0,'-5'-1'0'0,"-3"-3"0"0,-2 2 0 0,-2-1 0 0,-1 2 0 0,3 1 0 0,-5 0 0 0,3 0 0 0,1 4 326 0,1 7-146 0,-4 6-74 15,5 2 145-15,0 7-113 16,0 2-53-16,6 2-26 0,1 2 91 0,2-2-59 0,0-3 0 16,2 5-33-16,8-6-1 0,4-4-24 0,4-1 0 0,0-4-86 15,1-7 51-15,6 2 13 0,-2-4-294 16,4-7 158-16,-1-1 79 16,1 0 28-16,-5 0 32 0,7-1-637 0,-6-11 296 15,-7 3-370-15</inkml:trace>
  <inkml:trace contextRef="#ctx0" brushRef="#br0" timeOffset="138840.07">11822 11134 1837 0,'-17'0'0'0,"2"0"0"0,6 2 0 0,-1 6 0 0,1 1 0 0,0 3 0 0,1 2 0 0,2 3 0 0,1 1 212 15,5 3-81-15,0 6-53 0,0 0-23 0,0-1 127 16,9 0-74-16,5 2-38 0,2-1 23 0,1-1-34 16,1-4 0-16,3-1 13 0,0-6-40 0,2-2 1 15,-3-7 8-15,3-2-8 0,3-4-92 16,-1 0 46-16,-1-9 23 0,-1-9-151 16,-2-6 96-16,-1-5 14 0,-5-2-171 0,-2-5 89 15,-1-5 55-15,-7-1-43 0,-3 7 22 0,-2-5 9 16,0-5 22-16,-2 3-13 0,-12 4 0 0,-2 0 29 15,-1 8-9-15,-3 0 64 0,-3 7-27 0,4 8 0 0,-3 6 166 16,-1 5-89-16,0 4-55 0,-3 4 51 16,4 14-39-16,1 7-8 0,2 1-1 0,4 1 12 15,8-3-126-15,1 2 56 0,6 1 23 16,0 1-136-16,0-6 76 0,6 1 36 0,7-3-498 16,6 7 255-16,1-5 124 0</inkml:trace>
  <inkml:trace contextRef="#ctx0" brushRef="#br0" timeOffset="139029.6">12337 11087 1724 0,'0'0'0'0,"0"0"0"0,0 0 0 0,2 6 0 0,2 4 0 0,3 2 0 0,0-1 613 0,3 1-282 0,1 1-153 0,2-2-18 16,1 5-63-16,2-1-33 0,-1 2-254 0,0-1 120 15,-1 1 47-15,-3 0 28 0,-1-2-650 0,1 0 334 16,-2-1 168-16,-2-4 90 0,1-4-702 0</inkml:trace>
  <inkml:trace contextRef="#ctx0" brushRef="#br0" timeOffset="139229.6">12610 10958 1427 0,'0'-12'0'0,"0"9"0"0,0 1 0 0,0 0 0 0,0 2 0 0,0 0 0 0,0 2 192 0,0 11-79 0,-1 8-41 16,-3 5 1-16,-7 8 410 0,-3 9-229 0,0 5-111 16,-7 11 224-16,4-1-168 0,-2 0-83 15,1-3-33-15,-5 15-29 0,1-9-9 0,-1-1-12 0,1-2-281 16,1-6 140-16,0-2 79 16,3-3-540-16,6-13 300 0,3-8 138 0,1-3 77 15,7-11-364-15,-1 0 184 0,2-6 105 0</inkml:trace>
  <inkml:trace contextRef="#ctx0" brushRef="#br0" timeOffset="139683.5">12908 10832 1698 0,'0'-10'0'0,"1"9"0"0,15-1 0 0,0-2 0 0,0-1 0 0,0 0 304 15,3 0-140-15,4-1-65 0,3 1 50 0,2-4-58 0,4 3-21 16,0-1-8-16,2-2-69 0,-2 4 0 16,-5 1 40-16,-4 2-413 0,-2 2 215 0,-4 0 95 15,-7 0 51-15,-1 0-430 0,-4 0 235 0,-3 8 117 16,-2-1-400-16,-2 1 236 16,-10-2 114-16,-6-2 57 0,0-1-9 0,-1-1 33 15,0-2-7-15,1 0 81 0,0 0-3 0,2 0-38 16,2-2 33-16,5-1 160 0,0 2-117 0,-1 0-34 15,3 1-20-15,-3 0 298 0,3 5-144 0,-1 8-84 16,-1 5 175-16,0 2 13 0,-3 4-95 0,1 4 4 16,-2 0-62-16,-2-1-30 0,-2 1 7 0,0 0-38 0,0 0-24 15,2-4 0-15,-2 0 24 16,6-6-50-16,0 1 33 0,-1-4-8 16,3-2 111-16,2 0-43 0,1-2-21 0,2-1-1 15,2 1 153-15,-2 2-92 0,4 1-41 16,0 2-20-16,0 1-1 0,0 4 126 0,0 1-65 0,0 7-29 15,2-3-26-15,-2 0 0 0,2 0-26 0,0-5-178 16,-1 4 97-16,-1-3 36 0,3-5 23 0,-1-2-479 16,-2-5 231-16,0-3 129 0,0-3 27 0,2-3-612 15,-2-1 330-15,0 0 166 0</inkml:trace>
  <inkml:trace contextRef="#ctx0" brushRef="#br0" timeOffset="139983.16">12826 11161 1467 0,'3'-17'0'0,"5"3"0"0,1 2 0 0,0 0 0 0,3 2 0 0,2-3 131 16,5 6-41-16,10-2 132 0,1 0-95 0,9 0-47 16,0 2-23-16,3 4-1 0,-5-1 163 0,12 0-97 0,-6 1-45 15,2-1-22-15,-1-2-48 0,-11 2 34 16,5-2-8-16,-4 3-53 16,-4-3 27-16,-9 3-1 0,-1-1 23 0,-7 2 12 15,-2 0-8-15,-5 0-1 0,-5 0 166 0,2 2-83 16,-1 0-41-16,-2 0 139 0,0 0-94 0,-5 6-43 15,0 7 134-15,0 0-32 0,-1 2-178 0,4 3 0 0,0 7 0 16,2 2 0-16,0 1 0 0,0 1 0 0,2 2 0 16,4 3 0-16,-1 0 0 0,2-1 0 0,2-1 0 15,-4 0 0-15,1 0 0 16,-3-8 0-16,1 5-451 0,-2-9 246 0,-2 1 97 16,0-5-20-16,0-2-486 0,-6-5 282 0,-5-2-333 15,-2-1 316-15,-2-6 158 0,-8 0 79 0</inkml:trace>
  <inkml:trace contextRef="#ctx0" brushRef="#br0" timeOffset="140166.71">13125 11055 436 0,'-7'-6'54'16,"5"5"-26"-16,0-1-1 0,2 2-27 0,-1 0 629 16,-1 3-298-16,2 15 1018 15,0 2-1271-15,0 11-45 0,0 2-1 0,0 10 1 0,0-2 195 16,0 3-97-16,-4-6-41 0,2 9 5 0,-2-12-32 0,0 3 1 15,2-4-31-15,-1-2 0 0,1-9-424 16,0 2 207-16,2-8 109 0,0-7-714 0,0-5 393 0,0-5 210 16,0 0-12-16</inkml:trace>
  <inkml:trace contextRef="#ctx0" brushRef="#br0" timeOffset="140346.25">13217 10982 1210 0,'4'-7'0'0,"0"5"0"0,2 2 0 0,0 0 0 0,-3 6 0 0,3 11 538 0,-3 8-257 0,3 3 146 16,0 6-198-16,-2 9-98 0,-1-1-49 0,1-5 271 16,2 11-164-16,-3-7-78 0,3-6-39 0,-2 3-228 15,0-5 95-15,0-7 55 16,-3-3 15-16,1-4-593 0,0-6 308 0,-2-2 155 16,0-7-645-16,0-1 321 0,-7-3 209 0,-3 0-130 15</inkml:trace>
  <inkml:trace contextRef="#ctx0" brushRef="#br0" timeOffset="140483.84">13143 11219 1074 0,'-6'-8'0'0,"3"2"0"0,2 3 0 0,-1-1 0 15,2 0 0-15,0 3 119 0,0-1-43 0,0 0 345 0,0-1-185 0,10 2-106 0,-1 1-49 16,2 0-24-16,1 0 50 16,2 0-37-16,0 0 7 0,1 1-44 15,-5 4-528-15,4 0 263 0,-5 1-631 0</inkml:trace>
  <inkml:trace contextRef="#ctx0" brushRef="#br0" timeOffset="140624.47">13193 11322 1120 0,'-9'4'0'0,"3"-1"0"0,3-1 0 0,1-2 0 0,0 0 0 0,0 0 0 0,2 0 55 0,0 0 342 16,11 0-182-16,2 0-27 0,2 0-70 0,0 0-46 0,2 0-1 15,2 0-38-15,-2 0-210 0,-2 0 106 16,-6 2 59-16,2 3-621 0,-5 1 320 0</inkml:trace>
  <inkml:trace contextRef="#ctx0" brushRef="#br0" timeOffset="140808.69">12962 11661 1275 0,'-15'3'0'0,"6"1"0"0,5-3 0 0,0 1 0 0,3-2 0 0,1 0 0 0,0 0 717 16,1 0-342-16,14 0-171 0,10 0-86 15,5 0 255-15,1 0-162 0,10 0-93 0,0 0 220 16,0 4-152-16,4-3-6 0,-2 5-180 0,-4-6-269 16,10 0 167-16,-6 0-746 15,-7 0 441-15,0 3 220 0,-2-3 109 0,-12 0 64 0</inkml:trace>
  <inkml:trace contextRef="#ctx0" brushRef="#br0" timeOffset="141977.76">13906 10849 797 0,'-12'0'0'0,"6"0"0"0,3 0 0 0,1 0 0 0,2 0 0 0,0 0 162 15,0 0-64-15,7 0-33 0,14 0 0 0,3-2 309 16,4-2-175-16,2-1-83 0,2-1 209 0,0 0-146 16,2 1-73-16,-2-1-29 0,-2 5-20 0,0-3 1 15,-4 1-26-15,-5 1-239 16,2 1 120-16,-7 1 68 0,0 0 21 0,-5 0-483 16,-4 0 243-16,-3 0 132 0,-2 0-2 0,0 0-272 15,-2 1 158-15</inkml:trace>
  <inkml:trace contextRef="#ctx0" brushRef="#br0" timeOffset="142171.31">14142 10563 440 0,'1'-1'0'0,"1"1"0"0,0 0 0 0,0 9 0 0,-2 6 0 0,0 7 413 0,0 3-190 16,0 7-95-16,-4 6 331 0,-5 1-214 0,-2-1-97 15,-6 12-62-15,-4-1 212 0,1 1-133 0,-5 1-66 16,-1 0-33-16,-1-2 30 0,-1-3-36 0,4-2 0 15,0-3-27-15,5-9-81 0,-2 0 40 0,4-8-386 16,0-1 209-16,4-7 109 0,4-6 54 0,1-2-635 16,4-4 274-16,4-4 170 0</inkml:trace>
  <inkml:trace contextRef="#ctx0" brushRef="#br0" timeOffset="142343.87">14018 11119 1128 0,'5'6'0'0,"3"5"0"0,-6 2 0 0,0 3 0 0,-2 0 0 0,0 7 0 0,0-2 541 16,0 5-258-16,0-1-125 0,0 3 39 0,0-4-83 16,0-2-32-16,0 7-28 0,0-8-55 0,2 1 0 15,0-1 34-15,-1-5-431 16,3-7 224-16,-2 1 99 0,0-7 54 0,-1-3-556 16,1 0 293-16,0-7 57 0,-2-15 97 0</inkml:trace>
  <inkml:trace contextRef="#ctx0" brushRef="#br0" timeOffset="142664.12">14001 11138 855 0,'2'-20'0'0,"0"3"0"0,1 5 0 0,7 1 0 0,-1 0 0 0,4 2 0 0,2 3 0 0,4-2 0 0,4 3 270 0,3-1-119 0,-2 1-58 15,4 1 124-15,0 1-92 16,-5 2-38-16,7-1-31 0,-9 0 12 0,1 2 1 16,-3 0-36-16,-4 0 37 0,-1 0 9 0,-5 0-46 15,-2 0 0-15,-2 0 84 0,-2 0-42 0,-1 0-21 16,-2 0 8-16,0 0 99 0,0 0-65 0,0 0-31 15,0 0 92-15,0 5-63 0,0 7-22 0,0 3 26 16,2 4-32-16,3 7-1 0,1 2-32 0,1 4-21 16,3 6 29-16,1 5-8 0,0-1-1 0,1 2-67 15,-1 1 34-15,1 0 0 16,-5-6 42-16,2 8-106 0,-2-11 49 0,-1 2 11 16,-2-3-74-16,-2-2 35 0,0-7 30 0,-2 1-9 15,0-4 44-15,0-4-32 0,0-4 10 0,-5-3-2 16,-6-5-4-16,-1 1 4 0,-2-8 0 0,-1 0-162 15,-2 0 78-15,1-2 37 0,-2-13 17 0,0-8-533 16,-1-5 267-16,-2-10 133 0,3-1-513 0,-1-6 323 16</inkml:trace>
  <inkml:trace contextRef="#ctx0" brushRef="#br0" timeOffset="142794.94">14115 11247 1124 0,'0'-5'0'0,"0"1"0"0,0 1 0 0,2 2 0 0,3 1 0 0,4 0 0 0,0-2 0 0,3 0 0 0,4 2 352 0,1 0-159 15,1 0-80-15,3 0 24 0,-2 0-56 0,2 0-25 16,0 4 1-16,-5 4-283 0,0 1 130 0,-4 2 72 16,-2 0 24-16,-4 5-538 0</inkml:trace>
  <inkml:trace contextRef="#ctx0" brushRef="#br0" timeOffset="142936.56">14235 11412 1188 0,'-14'4'0'0,"4"0"0"0,1-1 0 0,0 2 0 0,3-5 0 0,2 1 0 0,0-1 0 0,4 0 0 0,0 0 0 0,0 0 407 0,6 0-191 0,9 0-92 16,0 0 97-16,4 0-94 0,2-3-47 0,3-1-319 16,3-4 131-16,-2 3 71 15,1-1 35-15,3-1-282 0,-1-1 158 0</inkml:trace>
  <inkml:trace contextRef="#ctx0" brushRef="#br0" timeOffset="143111.1">14703 11179 2332 0,'-2'-7'0'0,"0"5"0"0,2 0 0 0,0 0 0 0,0 1 0 0,0-2 0 0,0-1 0 0,10 1 0 0,3-1 304 0,3 0-135 0,4 1-68 0,4-1-229 16,1 0 80-16,-2 2 49 0,6-1-8 0,-1 1-268 15,-2-2 153-15,1-2 78 0,-1 1-683 0</inkml:trace>
  <inkml:trace contextRef="#ctx0" brushRef="#br0" timeOffset="143609.67">15113 10805 1077 0,'-5'-9'0'0,"5"-2"0"0,0 0 0 0,5-1 0 0,11-3 0 0,4-2 0 0,2 2 185 0,2 1-77 15,2 0-37-15,3 3 122 0,-7 9-72 0,9-1-49 16,-5 3 1-16,-4 0-92 0,-3 2 26 0,0 8 0 15,-6 5-54-15,-6 2 35 0,-3 4 23 0,-1 5-94 16,-3 3 59-16,-9 1 28 0,-5-2 8 0,-4 2 36 16,0-4 0-16,1-2-62 15,2-4 1-15,-2-2 275 0,6-3-116 0,3-5-64 16,2-3-31-16,3-1 165 0,3-1-91 0,0 1-47 16,0-2-32-16,7 0-13 0,9 0 0 0,0 1-1 15,3 1-51-15,0 3 25 0,-2 0 9 0,2 2-124 16,-6 4 71-16,-2 1 35 0,-3 3 1 0,-5-1-119 15,-3 3 72-15,0 5-5 0,-3-4 29 0,-13 3 60 16,0-2-21-16,-5-5-22 0,3-3 34 0,-9 3-35 16,10-8 2-16,-4-4-87 15,4-6 43-15,0 0 7 0,4 0 34 0,1-19-351 16,2-6 167-16,4-11 78 0,3-6 44 0,3-1-323 16,0 3 173-16,0-1 99 0,0 2 45 0,0 3-110 15,0 4 78-15,1 8 38 0,-1 4 236 0,0 5-94 16,0 7-52-16,0 2-25 0,0 3 242 0,0 1-134 15,0 2-75-15,0 2 510 0,0 18-269 0,0 6-51 16,0 10-95-16,0-1 317 0,0 14-206 0,0 0-100 16,-1 3-50-16,-3 4 153 15,2 1-101-15,0-2-42 0,0-2-142 0,1-3 42 16,1-3 20-16,0-2-196 0,0-9 109 0,0 1 62 16,0-6 19-16,0-12-658 0,0-3 335 0,0-7 90 15,1-5 110-15,5-4-578 0,-1-9 335 0</inkml:trace>
  <inkml:trace contextRef="#ctx0" brushRef="#br0" timeOffset="143910.09">15687 10671 1878 0,'21'-32'0'0,"-5"11"0"0,-2 6 0 0,-7 5 0 0,-3 4 0 0,-2 5 0 0,-2 1 0 0,0 4 289 0,-6 20-128 0,-12 8-65 15,-5 5 264-15,-3 5-156 0,0 3-90 0,1-1-51 16,1-4 0-16,7-5-30 0,-2 0 0 0,1-1-364 15,4-8 178-15,7-7 92 0,1-8 48 0,4-4-566 16,2-4 246-16,0-3 174 0,0-3-416 0,2-13 271 16,9-7 135-16,1 3 19 15,-3 1 59-15,2-1 20 0,3 1 9 0,-2-1 133 16,6 5-51-16,-2 4-27 0,3 2 0 0,2 2 377 16,6-1-198-16,-2 6-102 0,3-2-51 0,3 2 587 15,-1 2-240-15,-4 0-158 0,8 0 207 0,-8 0-191 16,-3 0-95-16,-3 0-148 0,1 0 25 0,-5 6 9 15,-4-2 18-15,-3 2-546 0,1-2 272 0,-6-1 138 16,-2 2 67-16,-2 1-318 0,0 0 116 16</inkml:trace>
  <inkml:trace contextRef="#ctx0" brushRef="#br0" timeOffset="144055.26">15689 10965 1545 0,'-13'8'0'0,"4"-1"0"0,-1 6 0 0,6-5 0 0,-1 1 0 0,-1 2 0 0,6 3 0 0,0-1 0 0,0 1 0 0,0 4 0 0,0 1 441 0,2 1-203 0,2 1-103 16,1 1 8-16,-1-1-59 0,2 0-26 0,0-2-515 16,-1 0 245-16,1-4 123 15,-1-4 68-15,4-4-684 0</inkml:trace>
  <inkml:trace contextRef="#ctx0" brushRef="#br0" timeOffset="144211.84">15846 10892 870 0,'7'-6'0'0,"2"6"0"0,-3 0 0 0,-1 18 0 0,0 6 0 0,-2 10 365 16,1 7-157-16,-2 11-92 0,0 14 821 0,-1-1-452 16,1 7-226-16,-2 3-114 15,0 2 231-15,0 5-42 0,0 9-334 0,0-1 0 16,0 4 0-16,0 6 0 0,0-6 0 0,-2 24-1150 16,-5-11 620-16</inkml:trace>
  <inkml:trace contextRef="#ctx0" brushRef="#br0" timeOffset="144778.06">16454 10776 1186 0,'-6'-14'0'0,"2"9"0"0,3 3 0 0,1 0 0 0,0 0 0 0,1 0 0 0,7 2 209 16,7 0-88-16,3-2 215 0,9 2-155 0,-1 0-75 16,3-1-36-16,1 1 30 0,0-3-33 0,0 2 7 15,0-2-41-15,0 3-85 0,-10 0 43 0,3 0 20 16,-2 0-331-16,-7 0 184 0,-2 0 80 0,-3 0 45 15,-3 0-541-15,-4 0 270 0,-1 0 77 0,-1 0-178 16,0-5 179-16</inkml:trace>
  <inkml:trace contextRef="#ctx0" brushRef="#br0" timeOffset="145062.53">16675 10479 587 0,'-4'-6'0'0,"3"4"0"0,-1 2 0 0,2 7 0 0,0 7 0 0,0 9 0 0,0 3 130 16,0 4-40-16,0 9-33 0,0 3 0 0,0 2 126 15,0-4-76-15,-8 3-37 0,-2-5 9 0,-4 9-76 16,-3-7 1-16,0-3 29 0,1-7-68 16,-5-2 34-16,2-7 8 0,-3-4 8 15,3-5 18-15,-1-4 0 0,4-4-1 0,4-4 143 16,1 0-64-16,4 0-43 0,3 0-12 0,3 0 103 16,1-4-63-16,1-4-32 0,12 1 129 0,12 0-84 15,1 0-38-15,4 0 0 0,4 2 17 0,1 1-27 16,-1 0 8-16,2 3-106 0,-1 1 36 0,-3 0-1 15,-2 0 34-15,-2 0-341 0,-3 0 179 0,-2 0 77 16,-2 0 29-16,-7 5-269 0,-3-1 98 16,-1 0 92-16,-4 0-32 0,-2 0-339 15,-4-1 220-15,0-1 111 0,-2-2-188 0,-9 0 149 16</inkml:trace>
  <inkml:trace contextRef="#ctx0" brushRef="#br0" timeOffset="145212.13">16751 10871 385 0,'-6'-7'0'0,"3"3"0"0,1 2 0 0,2 2 0 0,0 4 0 0,0 10 0 0,7 7 351 0,2 6-160 0,0 1-70 0,1 4 313 16,-2 4-200-16,-3 6-101 16,-1 2-50-16,-3-1 254 0,-1-3-144 0,0 6-85 15,0-12-37-15,0 2-155 0,-1-6 58 0,-1-7 37 16,-2-5-237-16,2-4 129 0,-1-5 65 0,1-5 32 16,-4-4-675-16</inkml:trace>
  <inkml:trace contextRef="#ctx0" brushRef="#br0" timeOffset="145371.7">16650 11232 1449 0,'-7'-2'0'0,"3"2"0"0,4 0 0 0,-1 0 0 0,1 0 0 0,0 0 0 0,0 0 0 0,7 0 263 0,10 0-114 0,2 0-59 0,3 0 333 16,5-2-199-16,-1 0-95 0,-1 1-49 0,1-1-44 16,1-2-3-16,-7 2 8 0,1-1-480 0,1 3 236 15,-5-3 118-15,-2 2-234 0,-6-2 176 0,-1 3 96 16,-5 0 36-16,-1 0-665 0</inkml:trace>
  <inkml:trace contextRef="#ctx0" brushRef="#br0" timeOffset="145862.01">16283 10701 1431 0,'-19'-3'0'0,"6"3"0"0,1 0 0 0,3 0 0 0,4 0 0 0,1 5 0 0,4 4 0 0,0 0 159 0,2 4-67 0,9 2 70 16,4-2-65-16,5 3-32 0,0-1 1 0,-4-3-143 16,3 4 51-16,-1 1 29 15,-6-4 0-15,-1 4-149 0,-1-2 89 0,-4 3 53 16,-5 1 14-16,-1 2-88 0,0 0 50 0,0 3-24 16,-7-5 161-16,-3 1-77 0,3-1-28 0,0-2 145 15,-1 0-72-15,5-2-38 0,-2 0 5 0,5-2 211 16,0 0-106-16,0 0-58 0,0 2-29 0,8-1 15 15,3 1-13-15,2 1-9 0,4 3-23 0,1-2-44 16,-4 2 22-16,2-2-63 16,-4 2 51-16,1-2 13 0,-3-1 0 0,-2 1-13 15,-3 0 7-15,-3-2 0 0,0-2-2 0,-2 1-37 16,0-3 9-16,-8-1-1 0,-4-3 7 0,-4 1 49 16,0-5-6-16,-5-1-21 0,0-2-2 0,3 0 41 15,-2 0 6-15,3 0-40 0,6 0 72 0,0 0-35 16,1-2 10-16,7 0 24 0,1 2-22 0,2-1-1 15,0 1-10-15,2 0 85 0,15 0-49 0,6 0-25 16,2 6 0-16,7 0 100 0,5 0-54 16,0 0 100-16,9-1-203 0,-4-1 0 15,1 0 0-15,-2-3 0 0,-3 1 0 0,9 2 0 16,-13-2 0-16,3 2-490 0,1-1 255 0,-2 2 127 16,-4-3 34-16,-2 1-384 0,-4 0 189 0,-4-3 118 15,0 0 59-15,-1 0-591 0,-6-3 317 0</inkml:trace>
  <inkml:trace contextRef="#ctx0" brushRef="#br0" timeOffset="146228.03">17188 10721 1671 0,'7'-9'0'0,"5"7"0"0,-1 2 0 0,-8 0 0 0,1 0 0 0,-2 13 0 0,-2 7 0 0,0 5 258 0,0 1-112 0,-6 5-49 0,-3-2 117 16,-2 1-91-16,-2 1-45 0,2-5-22 0,-1-3-9 15,1-3-15-15,0-1 1 0,1-4-56 0,1-4 28 16,3-3-1-16,1-1 37 16,3-5-30-16,0 0 22 0,2-1-1 0,0-1-33 15,0 0-1-15,0 0 30 0,9-1 2 0,6-6-106 16,2-3 36-16,-2 0 27 0,2 1 5 0,0 0-91 16,-2-1 52-16,-2 5 26 0,-3 1-177 0,-1 2 94 15,-4 0 30-15,-1 2-20 16,-2 0 35-16,-2 8-12 0,0 7 38 0,-4 7 254 0,-7 1-127 0,-2 2-69 15,2-1-22-15,-2 2 387 0,5-7-191 16,-1 4-71-16,3-5-56 0,4-5 198 16,1 1-122-16,1-5-58 0,0 0-31 0,0-3 1 15,1-5-27-15,10 2-145 0,3-3 69 0,1 0 38 16,0 0-1-16,1-4-424 0,2-4 231 0,-2 1 81 16,0 2 65-16,-2 2-775 0,0 3 397 0,-3 0 199 15,-2 3 100-15</inkml:trace>
  <inkml:trace contextRef="#ctx0" brushRef="#br0" timeOffset="146360.68">17259 11455 1016 0,'-17'13'0'0,"0"0"0"0,2 0 0 0,2-3 0 0,0-2 0 0,6-5 0 0,-2-1 431 0,6 0-204 0,1-2-96 16,2 0 144-16,0 0-121 0,2-2-61 0,13-11-21 16,4-2 74-16,3-3-56 0,3-4-29 0,0 1-490 15,1-4 230-15,2 1 124 0,0-3 50 0</inkml:trace>
  <inkml:trace contextRef="#ctx0" brushRef="#br0" timeOffset="146554.16">17456 10847 1276 0,'-10'-4'0'0,"5"-3"0"0,5 3 0 0,0 0 0 0,0-3 0 0,0-3 325 15,8 0-138-15,7-2-82 0,6-3 216 0,5 1-144 16,0 0-73-16,2 0 16 0,2 3-36 0,-2 3-30 15,0 1 1-15,-5 5-457 0,0 1 217 0,-3 1 110 16,-6 0 61-16,2 0-550 16,-6 0 288-16,-2 0 144 0,-3 3-367 0,-3 1 233 15,-2-2 108-15</inkml:trace>
  <inkml:trace contextRef="#ctx0" brushRef="#br0" timeOffset="147106.49">17687 10563 572 0,'0'-10'0'0,"0"6"0"0,0 1 0 0,0 3 0 0,0 0 0 0,0 4 0 0,0 11 257 0,0 7-112 0,-5 3-56 0,-5 4 80 16,-1 4-59-16,-4 6-44 16,-1-6 1-16,0 0 39 0,-1 2-37 0,0-7 0 15,6-6-28-15,-2-2 14 0,6-7-23 0,1-2 1 16,1-4 28-16,5-4-28 0,0-1 8 0,0-2-9 16,11 0-51-16,7-2 25 0,3-8 1 0,1 2 5 15,-2 0 8-15,7-1 12 0,-2 1-21 0,-6 2-101 16,1 1 46-16,-1 3 31 0,-6 0 6 0,-1 2-121 15,-3 0 54-15,-6 0 37 0,-1 2-133 16,-2 7 77-16,0 4 19 0,-11 0-63 16,-6 4 48-16,0-6 29 0,-2 3-1 0,1-1-1 15,-3-1-9-15,0 0 38 0,1-2 0 0,1 0-22 16,0-3 0-16,4 0 22 0,4-1-8 0,-1-1 107 16,5-1-49-16,0 0-25 0,3 0 280 0,1-2-150 15,3-2-48-15,0 2-43 0,0 2 273 0,0-1-142 16,0 1-38-16,5 0 38 0,2-1-69 15,1 0-30-15,-1 4 0 0,1-2-20 0,-1 1-10 16,1-1 8-16,-1 1-8 0,-2 0-109 16,0 0 55-16,-1-2 26 0,-3 3-262 0,-1-2 151 15,0 3 30-15,0 0 48 0,-1 3-313 0,-9 0 159 16,-3-2 47-16,0 1 5 0,-2-1 52 0,-2-1 23 16,-2-1 0-16,0 1 56 0,-1-1 0 0,1 1-42 15,1-2 8-15,2 1 210 0,0-1-104 0,9-1-54 16,0-1 359-16,2-3-194 0,3 2-49 0,2-3-63 15,0 2 265-15,2-2-152 16,12 0-76-16,7 0 150 0,7 0-118 0,2 0-54 16,2-5-27-16,2 3 21 0,2-6-24 0,-3 2 8 15,1 0-32-15,0 1-33 0,-6 1 0 0,-3 1 32 16,-3 0-265-16,-4 2 141 0,-4-2 58 0,-1 1 34 16,-3 2-620-16,-5 0 305 0,-3 0 96 0,0 0-353 15,-2 0 273-15,0-1 133 0</inkml:trace>
  <inkml:trace contextRef="#ctx0" brushRef="#br0" timeOffset="147265.09">17669 10988 603 0,'-8'-2'0'0,"2"0"0"0,1 2 0 0,1 6 0 0,-1 5 0 0,-1 4 386 16,-2 2-177-16,2 5-80 0,1 4-52 0,1 3 162 16,-1 3-102-16,-3 2-53 0,-1 1 242 0,1 1-139 15,-1 2-81-15,-1-3-135 0,-1 1 31 0,2-6 0 16,1-2 31-16,2-7-485 0,5-2 238 0,1-6 124 15,0-4 61-15,0-9-706 0</inkml:trace>
  <inkml:trace contextRef="#ctx0" brushRef="#br0" timeOffset="147395.41">17597 11315 924 0,'3'-4'0'0,"4"2"0"0,2 2 0 0,-2 0 0 0,-1 9 0 0,2 2 0 0,-1 4 514 0,2 1-233 0,1-1-128 15,-1 2-60-15,2 0 338 0,-2 0-199 0,2-2-99 16,-1 1-37-16,0-1-35 0,1-1-1 0,-1-6-540 15,0 2 257-15,4-5 128 0,-1-5 71 0</inkml:trace>
  <inkml:trace contextRef="#ctx0" brushRef="#br0" timeOffset="147581.91">18241 10635 2338 0,'0'-10'0'0,"0"10"0"0,2 0 0 0,-2 4 0 0,0 8 0 0,-7 4 0 0,-10 8 0 0,-6 5 0 0,-1 3 340 0,-4 5-154 0,1-1-68 0,-3 7 63 15,10-12-74-15,-1 3-37 0,2-3 0 0,3-3-500 16,2-7 240-16,5-3 107 0,5-8 58 0,4-4-807 16</inkml:trace>
  <inkml:trace contextRef="#ctx0" brushRef="#br0" timeOffset="147730.54">18138 10805 1803 0,'2'9'0'0,"3"9"0"0,1 6 0 0,-4 0 0 0,-1 3 0 0,-1 7 0 0,0 1 0 0,0 7 340 15,-1-3-154-15,-5 3 176 0,3-3-165 0,1-1-74 16,-2 0-50-16,4 2-101 0,0-4 30 0,0-4 0 16,0-10 31-16,0 1-585 0,2-10 288 0,3-5 148 15,4-4 75-15</inkml:trace>
  <inkml:trace contextRef="#ctx0" brushRef="#br0" timeOffset="148161.53">18625 10421 1534 0,'7'-16'0'0,"8"13"0"0,2 1 0 0,-4-2 0 0,-3 2 0 0,-5 2 113 15,-3 0-41-15,0 0 1 0,-2 13-40 0,0 6 73 16,-4 5-41-16,-11 5 1 0,-2-1-34 0,-2 2-195 15,-1 0 97-15,-3-3 58 0,-1 3-279 16,-1-8 146-16,0-1 74 0,4-5 12 16,3-3 23-16,6-5-2 0,-2-2-22 0,3-1 204 15,6-2-96-15,1-3-38 0,2 0-25 0,2 0 200 16,2-3-92-16,11-2-55 0,8-7 11 0,3 1 223 16,2 0-103-16,2 3-61 0,0-2-55 0,0 4 0 15,1 0-24-15,-1 4-128 0,-7 1 64 0,-1 1 40 16,-5 0-8-16,-4 1-167 0,-3 10 93 15,-6 2 51-15,-2 5-10 0,-6 4-115 16,-12 2 30-16,-7-1 54 0,-1 1-28 0,-1-2-81 16,-1-1 70-16,0-1 26 0,2-6 76 0,2-1-1 15,3-6-31-15,-2 1-1 0,7-1 173 0,2-6-95 16,3 1-35-16,6-2 310 0,1 0-148 0,2 0-88 16,2 0-8-16,2-2 131 0,9-6-80 0,4-1-48 15,4 0-22-15,3-1 0 0,-4 1-16 0,3 2-8 16,0-3-173-16,-2 5 86 0,-2-1 44 0,-6 2 21 15,-1 0-437-15,-3 3 186 0,-3-2 121 16,-2 3-491-16,-2 0 288 0,0 0 145 16</inkml:trace>
  <inkml:trace contextRef="#ctx0" brushRef="#br0" timeOffset="148322.1">18471 10713 851 0,'-6'-1'0'0,"5"1"0"0,-2 1 0 0,-3 12 0 0,1 10 0 0,-4 4 0 0,-3 8 0 0,-1 5 229 0,0-2-90 0,-6 10-57 0,-2-1 341 0,1 2-195 16,-1-1-97-16,-2 1 65 16,1 0-74-16,0-2-49 0,1-4 1 0,6-7-340 15,3-4 149-15,7-11 75 0,3-7 46 0,2-2-516 16,0-8 272-16,2-4 107 0</inkml:trace>
  <inkml:trace contextRef="#ctx0" brushRef="#br0" timeOffset="148864.31">18337 11103 1327 0,'6'-10'0'0,"1"4"0"0,1 5 0 0,-3 1 0 0,1 0 0 0,0 11 0 0,-4 10 0 0,0 3 0 0,0 4 429 16,-1 0-190-16,-1 2-107 0,0 0 62 0,0-2-80 15,0-5-41-15,0 1-50 0,0-3 18 0,0-4-8 16,0-6-1-16,0-3-344 0,0-2 173 0,0-5 85 16,0 1 52-16,0-2-468 0,0 0 242 0,-1-3 47 15,-3-11 85-15,0-1-140 0,0-4 94 0,0-5 59 16,2-1 87-16,0-3-37 0,2 0 0 0,0 4-8 15,0-6 61-15,0 6-26 0,4 5-1 16,8-2 172-16,2-1-99 0,4 6-58 16,8-1-16-16,0 2 247 0,4 1-119 0,0 2-16 15,2 1-44-15,0 0 57 0,1 3-46 0,-2 2 1 16,0 1 32-16,-4 3-36 16,-6 0 0-16,0 0-28 0,-3 2 49 0,-4 0-28 0,-3 0 0 15,-4 0 137-15,1 0-82 0,-4 6-34 0,-2 3-29 0,-1 2 192 16,-1 5-106-16,0 1-53 0,0 3-27 0,0 2 188 15,0 6-111-15,0 3-52 16,0-3-28-16,2 4-1 0,5 0-22 0,1-2 8 16,0 0-71-16,-1 0 32 0,2-4-1 0,-3-5-248 15,0 0 140-15,-2-3 78 0,-2 0 18 0,0-5-557 16,-2-2 228-16,0-1 153 0,-10-1 77 0,-3-2-413 16,-2 1 250-16,-4-5 119 0,-2 0-217 0,-4-3 170 15,-2 0 83-15,-3 0 35 0,-4-9-60 0,0-3 55 16,0-4 28-16,-2 2 5 0,3 2 55 0,6 3 0 15,-5-2 0-15,12 2 52 16,-1 2-39-16,4 0-24 0,8 1 1 0,0 1 354 16,5-3-142-16,4 1-110 0,0-3 424 0,4 1-242 15,10-3-121-15,6 0 110 0,6-1-120 0,0-1-55 16,3 0-27-16,3 4-6 0,-1-3 0 0,1 0-15 16,-2 1-7-16,1 1-152 0,-11 4 76 0,2 1 38 15,-9 2-1-15,-1 2-425 0,-3 0 199 0,-5 0 127 16</inkml:trace>
  <inkml:trace contextRef="#ctx0" brushRef="#br0" timeOffset="149019.91">18598 11054 685 0,'-7'0'0'0,"-1"0"0"0,2 0 0 0,3 3 0 0,-1 10 0 0,-1 3 249 0,-1 4-108 0,3 3-54 0,-2 1 260 15,3-1-149-15,-2 5-87 0,1-2-39 0,-1 1 1 16,1-1-41-16,1-5 1 0,-2 1-287 0,4-1 139 15,0-4 74-15,0-9 37 16,0 2-544-16</inkml:trace>
  <inkml:trace contextRef="#ctx0" brushRef="#br0" timeOffset="149162.72">18647 11099 1658 0,'2'-6'0'0,"0"6"0"0,0 0 0 0,0 10 0 0,0 10 0 0,1 6 0 0,-1 6 0 0,2 12 0 0,-2 0 691 0,-1-2-321 0,-1 11-173 15,0-7-82-15,0 1 20 16,0 0-51-16,-1-2-26 0,-5-3-316 0,-3 5 142 16,-1-6 74-16</inkml:trace>
  <inkml:trace contextRef="#ctx0" brushRef="#br0" timeOffset="149790.37">19209 10708 910 0,'-4'0'0'0,"3"0"0"0,1 0 0 0,0 0 0 0,3 2 0 0,8 0 0 0,2-1 174 0,4-1-62 0,2 0-44 0,3 0 9 15,-3 0-23-15,4 0 1 16,-5 0-22-16,-2 0-58 0,-5 0 24 0,-4 0 1 16,-2 0 33-16,-5 2-139 0,0 9 69 0,-20 6 43 15,-10 7-43-15,-2 0 32 0,-3 4-1 0,-2 0-1 16,0 0 155-16,9-6-72 0,-4 5-33 0,6-7 115 16,9-2-70-16,3-4-32 0,5-4 1 0,4 0 218 15,5-5-125-15,0 1-59 0,5-5-28 0,18-1-9 16,2 0 8-16,5 0-30 0,2-5-156 15,1-6 79-15,1-2 38 0,-2-2-431 16,-7 3 225-16,1 1 115 0,-6-1 19 0,-3 1-263 16,-7 4 121-16,-3-3 94 0</inkml:trace>
  <inkml:trace contextRef="#ctx0" brushRef="#br0" timeOffset="149995.84">19218 10671 1388 0,'-17'18'0'0,"2"6"0"0,1 6 0 0,-4 7 0 0,3 2 0 0,2-4 0 0,0 8 0 0,7-9 0 0,2 0 231 16,4-3-98-16,0-9 231 0,2 1-158 0,14-6-90 15,5-1-42-15,4-7 97 0,3-5-69 0,8-4-34 16,0 0 7-16,7 0-18 0,-9-1-24 0,3-9-1 16,-1 1 1-16,-3-1-155 0,-10 5 86 0,2-3 30 15,-4 5-471-15,-5 1 254 0,-2 2 78 0,-3 0 79 16,-6 0-675-16</inkml:trace>
  <inkml:trace contextRef="#ctx0" brushRef="#br0" timeOffset="150181.34">19229 11305 1206 0,'-25'6'0'0,"5"0"0"0,8-3 0 0,2 1 0 0,2-4 0 0,6 2 0 0,2-2 500 15,2 0-234-15,23 0-116 0,1-6-59 0,12-5 93 16,-5 3-67-16,12-3-46 0,-11 2 41 0,6 1-40 15,-6 1 1-15,-3 1-419 16,-8 3 197-16,-1 0 87 0,-3 2 47 0,-8-1-544 16,-3-1 292-16,-4 3 151 0,-4 0-17 0,0-1-388 15,-8 0 244-15</inkml:trace>
  <inkml:trace contextRef="#ctx0" brushRef="#br0" timeOffset="150431.67">19379 11153 644 0,'-9'-9'0'0,"4"5"0"0,3 0 0 0,0 2 0 0,0 2 0 0,2 0 0 0,0 13 262 15,2 8-115-15,5 4-57 0,3 5-29 0,1 4 258 16,2 7-147-16,-4-1-70 0,1 4 78 0,-2-3-74 16,-5-7-37-16,3 3 111 0,-4-1-78 0,-2-5-34 15,0-9-1-15,0 2-73 0,0-5 39 0,-11-4 8 16,-1-2-8-16,-1-6-87 0,-2 0 44 0,-4-7 21 16,0 0 1-16,1 0-92 0,-1-4 53 0,-4-9 18 15,5-4-71-15,0 0 18 0,6 2 35 0,-2-4-65 16,3 3 43-16,6-2 2 0,-1 5-1 15,4 1 126-15,2 0-46 0,0 3-31 16,0-2 4-16,6 2 84 0,5 2-47 0,4-1-15 16,3 1 1-16,2 1-198 0,6-3 84 0,-1 2 50 15,0-3 0-15,5 1-265 0</inkml:trace>
  <inkml:trace contextRef="#ctx0" brushRef="#br0" timeOffset="150588.76">19879 10776 783 0,'-9'0'0'0,"3"0"0"0,4 2 0 0,2 0 0 0,0 3 0 0,0-1 336 16,4 1-155-16,5 1-75 0,7-5-315 0,2 3 113 16,3-2 61-16</inkml:trace>
  <inkml:trace contextRef="#ctx0" brushRef="#br0" timeOffset="150855.93">20241 10639 1051 0,'2'0'0'0,"-2"2"0"0,0 1 0 0,0 5 0 0,-9 1 0 0,-5 6 0 0,-4 5 0 0,-3-1 420 0,0 5-194 0,-2 4-96 16,-4-2-41-16,-1-2 41 0,0 1-48 0,-1-3-25 15,-2 0-77-15,-1-3 26 0,-4 0 9 0,-3-2-27 16,9-4 22-16,-2-2 1 15,4-3 22-15,9-2 33 0,4-3-26 0,3-3-7 16,5 2 0-16,1-2 140 0,5 0-71 0,1 0-34 16,1 0 1-16,20-2 40 0,5-4-39 0,4-1 1 15,14-2-135-15,-1 1 48 0,-6 2 33 0,12-3-325 16,-6 3 166-16,-7 3 85 0,4-2 28 0,-5-1-238 16,-3 0 100-16,-4 2 80 0,-5-2-28 0,-3 1-404 15,-4-2 243-15</inkml:trace>
  <inkml:trace contextRef="#ctx0" brushRef="#br0" timeOffset="151072.13">20080 10438 1253 0,'0'-2'0'0,"0"2"0"0,0 0 0 0,0 10 0 0,0 4 0 15,0 9 0-15,-2 5 190 0,1 10-79 0,1 6-39 0,0 6 390 0,0 0-219 0,0 6-106 16,-2-1-51-16,0-1 141 15,0-1-97-15,-3-2-40 0,-2-3-33 0,0 0 61 16,0-3-43-16,-2-2-339 0,0-10 149 0,4-2 82 16,-2-3 29-16,1-9-1 0,4-10-585 0,-1-2 312 15,3-5 77-15,-3-2-447 0,3-2 313 0,0-17 150 16,0-7 77-16</inkml:trace>
  <inkml:trace contextRef="#ctx0" brushRef="#br0" timeOffset="151181.94">19995 11018 666 0,'0'-15'0'0,"0"4"0"0,0 5 0 0,0 4 0 0,0 2 0 0,-5 0 0 0,-6 9 285 0,-4 8-131 0,0 4-60 16,-2 0-31-16,-2 3 104 0,0 1-67 0,4-7-25 16,-3 9-9-16,7-11-96 0,-1 1 31 0,6-5 1 15,1-5-392-15,5-3 220 0</inkml:trace>
  <inkml:trace contextRef="#ctx0" brushRef="#br0" timeOffset="151312.6">20022 11049 1394 0,'19'0'0'0,"-1"0"0"0,7 5 0 0,-6-1 0 0,1 3 0 0,1 1 0 0,-2-3 0 0,3-2 256 0,-1 2-111 0,0-2-56 0,2-1 162 16,-5 0-113-16,1 1-53 0,-4-2-26 0,0-1-427 15,-6 0 200-15,4 0 109 0,-5 0 42 0</inkml:trace>
  <inkml:trace contextRef="#ctx0" brushRef="#br0" timeOffset="152123.99">20099 11096 691 0,'-13'14'0'0,"2"2"0"0,5 11 0 0,0-2 0 0,2-3 0 0,2 6 119 16,2 2-43-16,0 1 335 0,0-2-190 0,6 0-93 15,4-5-40-15,3 2 219 0,-1-5-136 0,-2-2-70 16,1-2-34-16,1-3 3 0,-4-6 8 0,1-1-45 16,1-3 0-16,-1-4-231 0,0 0 115 0,0 0 59 15,1-11-157-15,1-4 103 0,-4-2 56 16,1-1-466-16,-2-3 239 0,-1-2 52 0,-3 1 75 15,0-7-133-15,0 3 111 0,0-3 56 16,-1 4 28-16,1 4-65 0,-2 2 38 0,2 8 31 16,-2 2 1-16,0 3 243 0,0 4-110 0,0 2-56 15,0 0 277-15,-4 19-162 0,-6 4-85 0,-6 3 158 16,1 6-106-16,-7 3 5 0,4-3-42 0,-7 8 108 16,0-7-72-16,2-4-35 0,-5 5 1 0,5-10-22 15,-6 0-6-15,1-1-8 16,0-6-1-16,0-5-48 0,7-5 25 0,-2-4-1 15,5-3-31-15,2 0 23 0,3-2 1 0,6-9 32 16,5-7-47-16,2-10 1 0,2 0 0 0,16-10-127 16,10 2 72-16,6-3 23 0,14-7 23 0,0 3-132 15,-1 4 54-15,15-12 43 0,-2 2 4 0,1-4-131 16,-1 0 76-16,0 1 38 0,-12 4-3 0,10-9 8 16,-6 6 33-16,-8 2-1 0,-7 9 131 0,-4-4-66 15,-6 10-40-15,-5 1 152 16,-5 4-80-16,-4 11-46 0,-6 3-2 0,-2 5 497 15,-4 4-206-15,1 4-142 0,-2 2-55 0,-3 0 216 16,-15 20-146-16,-6 14-74 0,4-4 36 0,-7 15-59 16,4-6-24-16,2 2-49 0,9-9-36 0,-2 4 29 15,9-11 8-15,-1 4-36 0,4-6 29 0,2-7 0 16,0-2 28-16,2-5-127 16,7-3 53-16,3-6 35 0,1 0-44 0,2 0-101 0,0-6 43 0,-1-5 46 15,0-1 61-15,2 1-17 16,-4 2-19-16,-1 0 191 0,-1 5-81 0,-2-2-45 15,-1 5-11-15,-2 1 92 0,-1 0-42 0,1 1-31 16,-5 14 10-16,0 4 188 0,0 7-89 0,-12 2-56 16,-1 3-27-16,-3 2 138 0,-2 7-83 0,1-8-33 15,-6 9 92-15,3-1-175 0,-4-4 0 0,-1-1 0 16,4-5 0-16,-3 0 0 0,1-4 0 0,1-5-285 16,3-6 175-16,0 0 72 0,2-7 18 0,-1-3-244 15,0-5 90-15,4 0 83 0,0-2-30 0,1-13-298 16,6-7 192-16,-1-6 90 15,4-12-132-15,2 1 118 0,2-3 59 0,0 6 11 16,0-3 24-16,4 13-8 0,6-5 32 0,-1 11 282 16,4 5-141-16,1 6-71 0,4 7-34 0,3 2 233 15,5 2-130-15,6 22-70 0,2 6 688 0,3 6-346 16,7 12-172-16,-8-5-79 0,8 14 101 0,-4-4-32 16,0-6-196-16,-5-8 0 0,4 0 0 0,1-3 0 15,0-6 0-15,-1-3-672 0,-2-7 369 0,-5-2 167 16,1-6 85-16,1 0-1128 0</inkml:trace>
  <inkml:trace contextRef="#ctx0" brushRef="#br0" timeOffset="152287.66">21393 11653 2202 0,'2'0'0'0,"4"0"0"0,5 0 0 0,-1 0 0 0,-5 0 0 0,-3 0 867 0,0 0-417 0,0 0-209 16,-1-4-96-16,3-9-356 0,2 0 122 0,-3 1 61 16,-1 5-486-16</inkml:trace>
  <inkml:trace contextRef="#ctx0" brushRef="#br0" timeOffset="157627.99">22734 10747 712 0,'0'-1'0'0,"0"-2"0"0,0-1 0 0,0 3 0 0,0-3 0 0,5 2 0 0,4-1 0 0,2-1 144 16,3 0-47-16,2 2 82 0,-2 2-73 0,5 0-36 16,1 0-1-16,1 6 1 0,-1 3 7 0,2 8-44 15,-3 0 0-15,0 2-21 0,-5 1 21 0,-2 3 0 16,-3 0 8-16,-3 8-29 16,-4 0 21-16,-2-2 0 0,0 3 19 0,-4 2-19 15,-9-2 8-15,-4 2-33 0,-3-2 1 0,-1-4 19 16,-2 1 3-16,0-8-39 0,3-3 43 0,-8 1-11 15,3-10 3-15,-1-1 28 0,1-6-28 0,2-2 0 16,2 0 8-16,-6-4-17 0,11-8 10 0,-3-3-4 16,3-2 20-16,5-1-15 0,4-1 6 15,5 0 29-15,2 0 1 0,0 1-30 0,7-3-4 16,11 3-27-16,4 2 7 0,2 1 21 16,3 2 1-16,1 0-139 0,2 1 66 0,0 3 28 15,-4 4-376-15,8-1 184 0,-4 0 100 0,-1 4 28 16,-1 1-228-16,-5-1 123 0,8 2 78 0,-11 0-337 15</inkml:trace>
  <inkml:trace contextRef="#ctx0" brushRef="#br0" timeOffset="157932.17">23260 10779 1062 0,'2'-7'0'0,"-1"3"0"0,1 3 0 0,-2-1 0 0,0 2 0 0,0 0 0 0,-2 5 0 0,-3 14 0 0,-2 3 407 16,1 7-187-16,1 0-85 0,-2 6-56 0,4 0 299 15,3 1-173-15,0-1-85 0,0 1 65 0,0-1-68 16,8-2-46-16,5-3-27 0,1-4-11 0,2-3 0 16,3-5 0-16,-3-4-103 0,2-5 48 0,0-3 27 15,3-6 0-15,-2 0-169 0,-1-8 99 0,1-13 57 16,-4-4-33-16,-1-3-174 16,-5-1 63-16,0-4 68 0,-6-2-20 0,2-2 28 15,-3-7 8-15,-2 3 53 0,0-2-18 0,0 1 0 16,0 2 1-16,-10 6-2 0,-1 5 1 0,0 8 0 15,-5 3 1-15,0 4 56 0,-1 9-20 0,-2 3-7 16,-5 2-93-16,3 15 34 0,-2 5 8 0,5 7 27 16,1 0-255-16,2 3 116 0,3 2 71 0,5-1-311 15,-2 0 186-15</inkml:trace>
  <inkml:trace contextRef="#ctx0" brushRef="#br0" timeOffset="158181.41">22932 11266 1311 0,'-14'0'0'0,"7"-2"0"0,1-11 0 15,6-4 0-15,0-7 0 0,4 0 0 0,14 0 0 0,10-4 0 0,4 4 154 0,7 0-61 0,0 0-30 0,-4 10 91 0,11-3-65 16,-12 10-28-16,3 3 29 16,-3 2-29-16,-4 2 1 0,-2 3-21 0,-1 15 32 15,-4 1 0-15,0 6-40 0,-2 3 0 0,-2 1 145 16,-1-3-64-16,1 1-44 0,0-6 53 0,3 0-46 15,-1-3-21-15,6-3-1 0,-5-8-75 0,8 1 23 16,-4-5-1-16,2-3-299 0,-1 0 165 0,-1 0 82 16,-6-5 43-16,1-3-716 0,-3-1 324 0,-6 3 183 15</inkml:trace>
  <inkml:trace contextRef="#ctx0" brushRef="#br0" timeOffset="158461.21">22721 11452 1623 0,'-19'0'0'0,"6"0"0"0,5 0 0 0,6 0 0 0,2 0 0 0,0 0 0 0,0 0 0 0,16-3 194 0,10 2-81 0,15-4-40 16,5-1 383-16,14-2-215 0,2-1-105 0,7 1 179 15,2 3-142-15,-1 1-69 0,-9 0-28 0,13 2-17 16,-12 1-1-16,-7-2-25 0,-1 3 0 0,-1 0-269 16,-11 0 143-16,2 0 59 0,-6 0-224 0,-8 0 146 15,-9 0 72-15,-5 0 18 16,-4 0-640-16,-5 0 311 0,-5-1 159 0,-2-3-306 16,-2-2 232-16,-13 0 109 0</inkml:trace>
  <inkml:trace contextRef="#ctx0" brushRef="#br0" timeOffset="158783.37">22914 11572 1206 0,'-1'2'0'0,"1"-2"0"0,0 0 0 0,12 0 0 0,11 0 0 0,7-2 249 16,4 2-108-16,3 0-46 0,9 0 123 0,-14 4-93 15,5 11-46-15,-5 4 150 0,-2 5-97 0,-2 3-42 16,-7 6-33-16,-4 1-45 0,-4 2-1 0,-7-1 22 15,-4 1-1-15,-2 0-97 0,-4-3 44 0,-11-3 27 16,-5-3-90-16,-7-3 59 0,-1-5 28 0,-2-4 6 16,-2-4-6-16,-4-5-33 0,1-6 22 15,-2 0 42-15,0 0 1 0,3-6-54 0,2-7 18 16,4-4 100-16,10 4-47 0,1-6-12 16,6 0 0-16,7 0 151 0,1 3-85 0,3-2-22 15,3 2 28-15,13-3-40 0,7 4 0 0,4 2-31 16,3 0-29-16,2 2 0 0,1 1 20 0,1 1-173 15,2 1 86-15,-3 4 53 0,-1 1 13 0,0 1-569 16,-2 0 279-16,-3 2 102 0,-1 0 82 0</inkml:trace>
  <inkml:trace contextRef="#ctx0" brushRef="#br0" timeOffset="159004.78">23389 11726 1169 0,'3'-11'0'0,"1"3"0"0,3-1 0 0,2 3 0 0,5-1 0 0,0 4 0 0,4 0 0 0,0 0 491 0,3 3-229 16,0 0-114-16,2 15 75 0,-7-3-87 0,5 11-56 16,-9-1-23-16,0 3 101 0,-6 1-62 0,-4 1-32 15,-2 4 9-15,0-2-89 16,-14-1 24-16,-2-2 0 0,-5-2-37 0,-2-3 30 16,5-6 9-16,-5-3 23 0,2-3-232 0,-2-5 117 15,5-4 23-15,1 0-396 0,2 0 189 0,1-8 123 16,7-7 40-16,2-4-147 0,5-7 108 0,0-2 55 15</inkml:trace>
  <inkml:trace contextRef="#ctx0" brushRef="#br0" timeOffset="159183.31">23732 11561 1593 0,'7'-8'0'0,"0"6"0"0,-3 0 0 0,-2 0 0 0,-2 2 0 0,-4 2 0 0,-12 14 0 0,-1 2 0 0,-3 6 290 0,2 7-120 0,-1 6 365 16,8-5-252-16,-1 5-124 0,9 3-64 0,1-2 123 15,2-1-84-15,2-2-55 0,11-3-23 0,6-3-100 16,5-5 38-16,4-3 0 0,4-9 47 0,2-1-449 16,0-8 220-16,1-3 110 0,0 0-718 0,-1-3 397 15,-1-12 99-15</inkml:trace>
  <inkml:trace contextRef="#ctx0" brushRef="#br0" timeOffset="159386.87">24173 11269 2394 0,'-7'-9'0'0,"7"9"0"0,0 0 0 0,3 0 0 0,5 0 0 0,-1 0 0 0,7 0 0 0,-2 0 271 0,6 2-120 15,0 0-59-15,3 0 104 0,4 3-86 0,-1 0-39 16,0 2 1-16,-1 0-521 0,-4-1 241 0,1 2 128 15,-1-1 53-15,-5 0-394 0</inkml:trace>
  <inkml:trace contextRef="#ctx0" brushRef="#br0" timeOffset="159549.43">24258 11544 1556 0,'-10'9'0'0,"6"-5"0"0,0 0 0 0,3-3 0 0,-1-1 0 0,2 0 0 0,0 0 0 0,0 0 0 0,11 0 515 15,8 0-244-15,6 0-120 0,-1 0-59 0,2 0-81 16,2 0-1-16,-5 0 31 0,7-1-8 0,-9 1-627 16,2-2 314-16,0 2 156 0,-2-2-267 0</inkml:trace>
  <inkml:trace contextRef="#ctx0" brushRef="#br0" timeOffset="159785.7">24692 11360 1541 0,'-4'0'0'0,"4"0"0"0,0 0 0 0,2 0 0 0,11 0 0 0,7 0 0 0,9 0 0 0,15-4 413 0,15-5-190 0,4-1-96 16,10-3 118-16,17-4-110 16,-17 2-51-16,7-1-16 0,-3 4 0 0,-6 2-36 15,-16 4 9-15,0 4-189 0,-9-1 91 0,-10 3 44 16,-5 0 23-16,-2 4-172 0,-10 2 105 0,-2 1 41 15,-8-3 24-15,-4 1-480 0,0-3 229 0,-5 0 57 16,0-2-247-16,-2 0 204 0,-13 0 98 0</inkml:trace>
  <inkml:trace contextRef="#ctx0" brushRef="#br0" timeOffset="160078.43">24871 10663 863 0,'8'-30'0'0,"3"15"0"0,8 5 0 0,4 7 0 0,-1-3 0 0,0 4 0 0,2 2 388 16,-3 0-177-16,2 4-90 0,0 13 212 0,0 4-155 15,-5 5-72-15,-1 6 42 0,-6 9-57 0,-7-1-30 16,-4-3 9-16,0 10-59 16,-10-5-1-16,-10-3 23 0,-7-2-1 0,0 1-45 15,-1-8 30-15,-11 3-7 0,12-10 22 16,-6-4-75-16,4-6 38 0,5-7 0 0,1-2-36 15,2-4 30-15,5 0-9 0,2-8 7 0,7-7 14 0,3-4 7 16,4-4-10-16,2-3 19 0,14 2-11 0,7 0 0 16,5-1 2-16,8-1-81 0,-8 7 38 0,6 0-2 15,-1 2 42-15,0 2-316 0,1 4 138 16,-2 2 77-16,0-1-466 0,0 3 269 0</inkml:trace>
  <inkml:trace contextRef="#ctx0" brushRef="#br0" timeOffset="160278.91">25409 10614 1185 0,'0'-9'0'0,"0"5"0"15,0 0 0-15,0 1 0 0,0 3 0 0,-4 0 0 0,1 13 0 0,-1 9 616 0,2 6-292 0,-3 6-145 0,3 0-73 0,1 6 189 16,-1 5-135-16,0-9-64 16,2 1-31-16,-2 0 111 0,2-3-72 0,0-4-27 15,-1 2-300-15,-1-6 127 0,-1-3 65 0,2-5-501 16,-1 0 283-16,0-9 149 0,1-1 62 0,-3-7-621 15,0-1 295-15,-4 0 165 0,3-4 84 0,-1-12-230 16,-1-10 160-16,3-3 77 0</inkml:trace>
  <inkml:trace contextRef="#ctx0" brushRef="#br0" timeOffset="160442.47">25315 10674 768 0,'2'-24'0'0,"0"-2"0"0,7 7 0 0,4 6 0 0,2 1 0 0,2 3 0 0,4 3 345 15,1 3-161-15,0 1-76 0,7 0 106 0,-9 2-91 16,3 0-45-16,-4 2-15 0,-3 7 132 0,2 1-81 15,-7 3-41-15,-3-2-7 0,-4 4-33 0,-3 0 8 16,-1 0-8-16,-11 5-123 0,-8-1 62 0,-5 0 30 16,-3 0 0-16,-1-2-279 0,-2 1 150 0,-2 0 37 15,2-2 54-15,0 4-293 16,0-4 153-16</inkml:trace>
  <inkml:trace contextRef="#ctx0" brushRef="#br0" timeOffset="160766.94">24883 11583 1383 0,'0'0'0'0,"0"0"0"0,2 0 0 0,10 0 0 0,8 0 0 0,1 0 0 0,-1 0 75 0,2 2-21 0,3 6-1 0,-2 1 135 16,-3 4-69-16,6 8-48 0,-8 2 1 0,-6 4-89 15,-4 4 25-15,-7 0 0 0,-1 1 33 0,-1 2-118 16,-19 4 55-16,-5-4 27 16,-1-3 0-16,-6-2 0 0,2-7 36 0,-4-1-43 0,0-5 36 15,-1-6-42-15,5-4 26 0,0-4 120 16,9-2-55-16,-1 0-35 0,6-2 0 0,5-8 94 16,1-1-55-16,7 0-26 0,3-2 7 0,0-1 48 15,10-2-41-15,11 2-21 0,4-1-1 0,2 4-159 16,1-2 78-16,2 2 26 0,2 1-516 0,0 2 254 15,0-1 137-15,-1 1-324 0,0 4 205 0</inkml:trace>
  <inkml:trace contextRef="#ctx0" brushRef="#br0" timeOffset="160904.6">25270 11668 1019 0,'1'-11'0'0,"4"3"0"0,0 3 0 0,1 2 0 0,-3 2 0 0,-1-1 0 0,3 2 500 0,2 0-234 0,2 2-117 16,0 9-49-16,2-1 328 0,1 4-197 0,1 0-100 15,-1 0-390-15,0 1 145 0,0 0 82 0,1-4 28 16,0 1-808-16,2-4 408 0</inkml:trace>
  <inkml:trace contextRef="#ctx0" brushRef="#br0" timeOffset="161066.71">25586 11503 981 0,'3'-14'0'0,"-1"8"0"0,-1 3 0 0,-1 1 0 0,0 2 0 0,0 2 285 0,-8 19-127 0,-11 12-62 0,2 11 280 15,-9 14-171-15,-2 5-79 0,-4 9-50 0,-9 16 499 16,2-5-271-16,-2 4-136 0,-3-1-68 0,4-8 161 16,-7 22-118-16,2-14 98 0,16-14-832 15,3-3 388-15,8-20 118 0,4-6-845 16,-1-3 478-16</inkml:trace>
  <inkml:trace contextRef="#ctx0" brushRef="#br0" timeOffset="161242.56">25759 12253 3149 0,'0'0'0'0,"9"0"0"0,4 0 0 0,-5 2 0 0,-6 0 0 0,1-2 0 0,-3 0 0 0,0 0-120 0,0-2 76 0,0-6 47 16,0 1-8-16</inkml:trace>
  <inkml:trace contextRef="#ctx0" brushRef="#br0" timeOffset="171100.21">8689 12678 481 0,'2'0'0'0,"-2"0"0"0,0 2 0 0,0 0 0 0,0 3 135 0,0 2-51 15,0 7-25-15,0 0 229 0,2 6-128 0,-1 3-55 16,1 5-41-16,3-3 168 0,-1 4-100 0,-3-1-50 16,3 1-24-16,-2-3 43 0,1 6-39 0,-1-4 1 15,0-2-110-15,1 1 40 0,-2-8 0 0,1 4-55 16,-1-4 43-16,1-8 26 0,0 1-1 0,1-6-335 16,0-5 175-16,-3-1 36 0,2 0 60 15,0-20-429-15</inkml:trace>
  <inkml:trace contextRef="#ctx0" brushRef="#br0" timeOffset="171435.91">8663 12655 668 0,'-2'-7'0'0,"2"5"0"0,0 0 0 0,0 1 0 0,0 1 0 0,0-3 0 0,10 2 439 16,10-1-207-16,6-2-100 0,6 0 208 0,3 0-153 16,1 3-78-16,4-1 45 0,5 2-65 0,-1 0-28 15,-3 0 0-15,2 0-68 0,-10 0 0 16,7-2 48-16,-6 2-8 0,-2-2-93 15,-4 2 46-15,-8 0 23 0,-1 0 1 0,-6 0-61 16,-1 0 38-16,-5 0 23 0,-3 0 51 0,-2 0-21 16,0 0-40-16,0 0 287 0,-2 0-134 0,0 0-63 15,0 0-23-15,0 0 101 0,0 0-60 0,0 0-41 16,0 0-1-16,0 0 29 0,0 0-31 0,0 0 0 16,0 0-153-16,0 0 57 0,1 4 33 15,1 3-127-15,1 7 79 16,1 0 40-16,-3 7 9 0,1 5 30 0,2 0-167 15,-2 3 73-15,-1 1-229 0,3-1 137 0,0 3 39 16,1-3 46-16,0 3-135 0,0-4 85 0,-1 0 43 16,-1-2 22-16,1-3-365 0,-2-1 198 0,0-2 93 15,-2-1 49-15,0-6-343 0,0-3 195 0</inkml:trace>
  <inkml:trace contextRef="#ctx0" brushRef="#br0" timeOffset="171647.77">8771 12862 1141 0,'-25'0'0'0,"7"0"0"0,7 0 0 0,6-3 0 0,1 2 0 0,2 1 191 15,2-1-79-15,0-2-40 0,9 1 9 0,18-3 441 16,5-1-245-16,7-3-122 0,-2 4 179 0,5 1-150 16,-6-1-68-16,5 4-136 0,-4-1 26 0,1 1 0 15,-6 1 27-15,-2 0-336 16,-8 0 176-16,1 0 76 0,-4 0 42 0,-8 3-544 15,-2 1 239-15,-1 0 159 0,-6-2-32 0,0 0-160 16,-2-2 158-16</inkml:trace>
  <inkml:trace contextRef="#ctx0" brushRef="#br0" timeOffset="171847.34">8877 12329 1897 0,'-6'-7'0'0,"4"6"0"0,2 1 0 0,0 0 0 0,0 11 0 0,0 16 0 0,0 8 0 0,2 5 0 0,4 5 247 0,1 4-107 16,-1 2 10-16,0 2-63 0,-1-3-28 0,3 2 1 15,-3-1-27-15,2-4-61 0,-2-4 39 0,0 10-9 0,3-6-287 16,-3-5 159-16,2-7 79 0,-2-3-499 16,-1-12 254-16,-1-6 147 0,1-5-385 15,0-9 249-15</inkml:trace>
  <inkml:trace contextRef="#ctx0" brushRef="#br0" timeOffset="172156.65">9009 12342 1000 0,'5'-4'0'0,"3"4"0"0,-3 4 0 0,1 18 0 0,-3 5 57 0,2 5 0 0,-2 11 180 16,-3-5-94-16,2 17-59 0,0-5 113 15,-2 2-82-15,0 2-41 0,0 0-171 0,0 0 73 0,-4-4 24 16,-2-1-230-16,-1-6 132 15,-1-7 65-15,-1 0 33 0,-4-4 8 0,0-8-141 0,-2-5 71 16,0-6 35-16,-1-4-33 0,0-3 185 16,4-2-102-16,-2-4 182 0,4 0-121 0,2 0-51 0,3 0 473 15,4 0-242-15,-2 0-93 0,3 0-72 16,0 0-34-16,14-3 189 0,4 3-110 16,7 0-56-16,1 0-20 0,5 0 108 0,2 0-71 15,-3 0-37-15,2 0-194 16,0 0 79-16,-6 0 49 0,6 0-240 0,-4 0 136 15,-3 0 67-15,-1-1-657 0,-3-3 354 0,0-5 124 0,-3 0 100 16,-1-5-511-16,-1-3 295 0,-2-5 149 0</inkml:trace>
  <inkml:trace contextRef="#ctx0" brushRef="#br0" timeOffset="172504.81">9579 12389 972 0,'6'-10'0'0,"1"5"0"0,1 1 0 0,-4 2 0 0,-2 0 0 0,0 2 67 0,-2 0 305 0,0 0-173 0,0 10-84 0,-8 3 124 16,-5 6-103-16,0 2-52 0,-3 3-6 16,0 0-10-16,-1 3-35 0,2-5-4 0,-2 0 4 15,6-5 0-15,-3 2 55 16,5-3-32-16,5-7 0 0,1-2-23 0,3 1-30 0,0-3 1 0,0-1 37 16,5-4-9-16,9 0 1 0,1 0 0 0,5 0-77 15,-5-1 39-15,6-7-79 16,-3 0 52-16,1-1 21 0,-1 2 0 0,-6 0 12 0,-2 5-194 15,-2-1 77-15,-3 1 57 0,-1 2-47 16,-2 0 43-16,-2 2 253 0,0 11-105 16,-6 4-61-16,-7 5-20 0,0 0-4 0,-3 1 261 0,5-4-121 15,0 2-67-15,0-4 73 0,5-2-64 16,2-6-4-16,3 1-84 0,1-3 39 0,0-1 0 0,0-2 8 16,1-3-256-16,10-1 124 0,3 0 62 0,1 0-467 15,0-1 251 1,2-10 101-16,0 1 69 0,-4 0-614 0,2 3 328 0,-2 2 164 0</inkml:trace>
  <inkml:trace contextRef="#ctx0" brushRef="#br0" timeOffset="172648.44">9611 12973 1266 0,'-14'13'0'0,"0"2"0"0,3-2 0 0,1-5 0 0,3-1 0 0,1-3 0 0,3 0 267 0,3-4-118 0,0 0 100 15,0 0-100 1,8 0-63-16,5 0 70 0,3-9-62 0,5-5-31 0,0 1 0 0,-3-5-405 15,5-3 183-15,-5 1 96 0,1 2-612 16,0-1 337-16</inkml:trace>
  <inkml:trace contextRef="#ctx0" brushRef="#br0" timeOffset="172824.99">9700 12475 1442 0,'0'0'0'0,"0"0"0"0,0 0 0 0,1 0 0 0,7 0 0 0,2-4 342 0,3-3-155 16,1-3-77-16,5 0-38 0,0 4 7 0,0-3 126 16,3 1-87-16,-2 2-42 0,0 1-462 0,-1 0 210 15,-3 4 112-15,0-1-585 0,-4 2 316 0,-3 0 158 16,-2 2 79-16</inkml:trace>
  <inkml:trace contextRef="#ctx0" brushRef="#br0" timeOffset="172964.55">9801 12556 1089 0,'-18'6'0'0,"2"1"0"0,7-5 0 0,0 2 0 0,1-4 0 0,4 0 0 0,2 0 0 0,2 0 288 0,0 0-120 0,11 0-71 0,8-6-33 16,4-1 75-16,0 1-53 0,1-2-27 0,-2 4 9 15,3 1-107-15,-2-3 36 0,-3 3 0 0,-1-1-336 16,-6 2 194-16,2 0 85 0,-6 0 46 0,0-2-518 16,-2 1 261-16</inkml:trace>
  <inkml:trace contextRef="#ctx0" brushRef="#br0" timeOffset="173293.74">9833 12060 1626 0,'0'9'0'0,"2"14"0"0,-1 9 0 0,1 1 0 0,1 8 0 0,-1 7 0 0,4 18 0 0,1 1 187 0,2 7-77 0,1 1-39 0,1 0 451 15,0 2-236-15,2-2-131 16,0 2 165-16,1-4-144 0,0-3-72 0,3-5-192 15,-4-14 69-15,5-2 21 0,-2-13-366 16,1-4 199-16,0-11 98 0,-2-7 51 0,-4-6-386 0,1-8 205 0,-1 0 111 0,-4-10-7 16,-1-13 44-16,-5-6-64 0,-1-3-33 15,0-2 61-15,0-10 26 0,-3 11-10 0,-4-4 1 16,-3 3 35-16,2 10 90 0,-1-3-40 0,-2 8 246 16,1 4-148-16,3 8-74 15,-4 1-37-15,0 4-3 0,-3 2 277 0,2 8-110 16,-4 10-76-16,2 3-37 0,-2 2 66 0,3-3-36 15,-4 8-30-15,2-5-143 0,4-4 61 0,0 0 30 16,0-7-499-16,4-3 262 0,2-6 125 16,-1-3 41-16,5 0 41 0,1-21-650 0</inkml:trace>
  <inkml:trace contextRef="#ctx0" brushRef="#br0" timeOffset="173427.46">9995 12164 2318 0,'9'-11'0'0,"6"2"0"0,2 8 0 0,-6 1 0 0,-4 0 0 0,3 7 0 0,-4 8 224 0,-1 4-88 0,-1 0-56 0,-1 10-23 16,-1-2 0-16,1 4-47 0,1 0 1 0,1 1 30 0</inkml:trace>
  <inkml:trace contextRef="#ctx0" brushRef="#br0" timeOffset="174078.41">10716 12232 967 0,'0'0'0'0,"0"0"0"0,0 3 0 0,0 1 0 0,0-3 0 0,0 5 0 0,-2 0 319 0,-3-1-135 0,-4 3-79 16,0 4-37-16,-2-2 147 0,-2 3-91 0,-6 1-46 16,2-1-20-16,-3 6-120 0,-3-3 47 0,0 1 24 15,-1 0-168-15,2 1 95 0,3-6 57 0,1 1-445 16,0 5 243-16,1 0 38 0</inkml:trace>
  <inkml:trace contextRef="#ctx0" brushRef="#br0" timeOffset="174244.09">10328 12629 945 0,'0'6'0'0,"0"2"0"0,0-1 0 0,0-4 0 0,0 1 0 0,0-2 0 0,0 0 0 0,0-2 470 16,11 0-210-16,10 0-118 0,6 0-54 0,5-2 347 15,11-9-201-15,-7 0 5 0,10-1-108 0,-12 3-48 16,3 0-26-16,-2 2-358 16,-3 0 167-16,-7 5 91 0,7-1 34 0,-12 1 21 15,2 0-256-15,-4 2 138 0,-6-2-609 16,-1 2 295-16,-4-2 201 0</inkml:trace>
  <inkml:trace contextRef="#ctx0" brushRef="#br0" timeOffset="174427.58">10638 12389 822 0,'-9'0'0'0,"4"0"0"0,1 0 0 0,0 4 0 0,4 7 0 0,0 8 442 0,0 5-208 0,0 4-101 15,0 2 299-15,2 12-199 0,2-1-101 16,-2 0-41-16,1 12-33 15,-1-5 101-15,0 1-63 0,-2 2-32 0,0-2 4 0,0 2-75 0,0-1 16 16,2 0-407-16,-2-3 215 0,0-10 108 0,0-1 54 16,0-12-592-16,0-2 269 0,0-10 169 0,0-8 7 0</inkml:trace>
  <inkml:trace contextRef="#ctx0" brushRef="#br0" timeOffset="174582.16">10586 12685 753 0,'2'-1'0'0,"-2"1"0"0,0 0 0 0,0 6 0 0,0 5 481 0,0 5-224 0,-10 5-112 0,1 2 109 16,-2 3-103-16,-1 2-62 0,1 2-29 0,0 2 0 0,0-2-36 15,1-4 9 1,5-5-477-16,-2 0 235 0,3-5 121 0,4-4-583 16,0-4 323-16</inkml:trace>
  <inkml:trace contextRef="#ctx0" brushRef="#br0" timeOffset="174726.93">10673 12768 1206 0,'9'1'0'0,"4"7"0"0,-1 0 0 0,-1 1 0 0,0 1 308 0,2 1-137 15,0 3-70-15,3-2-25 16,-4 1 251-16,4 2-147 0,-4 1-73 0,-1-1-76 0,1-1 2 0,-1 2 8 0,-2-5-504 16,0-4 247-16,-4-1 125 0,2-5-584 15,-1-1 333-15</inkml:trace>
  <inkml:trace contextRef="#ctx0" brushRef="#br0" timeOffset="174890.5">10986 12459 1210 0,'4'0'0'0,"3"0"0"0,-1 0 0 0,-3 7 0 0,-1 0 0 0,-2 7 248 15,0-1-109-15,0-2-52 0,-3 2 74 0,-1-2-65 0,2-2-23 0,-1 1-237 16,1-2 98-16,-2-5 50 15,4-1-538-15,-2-2 275 0,-1 0 138 0,-4-2 69 0</inkml:trace>
  <inkml:trace contextRef="#ctx0" brushRef="#br0" timeOffset="175162.13">10889 12348 810 0,'-8'-18'0'0,"2"7"0"0,4 1 0 0,1 1 0 0,1 0 0 0,0 4 198 0,1 1-75 0,10 2 152 15,9 2-121-15,4 0-61 0,1 0-30 0,0 0 0 0,0 10-22 16,3 1 88-16,-3 0-47 0,-1 2-25 0,-7-3 0 0,2 3-192 15,-5 0 92-15,-3 2 33 0,-8 0-99 16,-1 4 71-16,-2 3 35 0,-4-3-198 0,-13 5 110 16,-1-1 5-16,-5-3 50 0,0-1-5 0,0-2 24 0,5-4 233 15,-3 0-114-15,7-3-67 0,2-3-28 16,3-1 317-16,3-5-157 16,4 2-55-16,1-1-49 0,1-2 19 0,0 0-21 15,7 0 0-15,7 0-28 0,2-2-27 0,0-4 27 16,3-2 0-16,-1 1-296 0,-2 3 148 0,0-1 74 15,-5 3-520-15,0 2 282 0,-1 0 110 0,-5 0 79 16,-1 9-397-16,-4 7 227 16</inkml:trace>
  <inkml:trace contextRef="#ctx0" brushRef="#br0" timeOffset="175288.79">10990 12761 852 0,'-9'8'0'0,"3"2"0"0,-2 1 0 0,3-4 0 0,-1 4 194 0,3-1-72 0,-1 4 219 16,1-3-153-16,3 4-78 0,0 0-39 0,0 2 1 15,0 2 42-15,0-2-45 0,0 2 1 16,0-2-37-16,0 0-215 0,0 0 108 0,0-6 62 0,0-2 18 0,3 0-525 16</inkml:trace>
  <inkml:trace contextRef="#ctx0" brushRef="#br0" timeOffset="175438.55">11100 12808 1474 0,'10'0'0'0,"1"9"0"0,-2 1 0 0,-2 1 0 0,0 2 0 0,0 2 0 0,1-1 0 0,2 4 583 16,-1-2-275-16,0 0-137 0,1 1-14 0,-1-2-66 16,0 2-29-16,0-3-235 0,1 0 103 15,1-4 52-15,-2-5-688 0,5-2 364 0,-1-3 186 16</inkml:trace>
  <inkml:trace contextRef="#ctx0" brushRef="#br0" timeOffset="175626.49">11541 12266 2803 0,'0'0'0'0,"1"0"0"0,1 11 0 0,0-1 0 0,-2 4 0 0,0 2 0 0,-5 5 0 0,-7 3 59 0,1 5-18 0,0-2-44 16,-5 5 36-16,4-3-1 0,2-1 1 0,2-6-439 15,3 3 227-15,-1-4 102 0,5-6-649 16,1-4 368-16,0-3 184 0,0-6 93 0</inkml:trace>
  <inkml:trace contextRef="#ctx0" brushRef="#br0" timeOffset="175784.06">11695 12122 1996 0,'7'0'0'0,"6"4"0"0,4 5 0 0,-4 0 0 0,-3 0 54 0,1 0 0 0,0 2-13 0,-1 0 511 0,1 1-517 16,-1 1-2-16,2-3 0 0,-3 4 0 0,1 0 8 0,0 1-93 15,-1 3 43-15,-4 2 20 0,1-3-545 16,-2 2 284-16,-2 0 149 0,-2 3-664 16</inkml:trace>
  <inkml:trace contextRef="#ctx0" brushRef="#br0" timeOffset="176203.22">11555 12635 1350 0,'-14'4'0'0,"2"1"0"0,3-1 0 0,3-2 0 0,3-2 0 0,1 2 0 0,2-2 185 0,0 0-67 0,5 0-48 0,16 0 109 15,1 0-74-15,4-4-36 0,3-1 1 16,3-1-48-16,-1 1 11 0,1-2 0 16,-2 0 0-16,-1 1-42 0,-8 1 21 0,0 1 8 15,-3 1 13-15,-4 0-1 0,-4 2 38 0,-2 1-1 0,-3 0-36 16,-1 0 82-16,-2 0-45 16,-1 4-1-16,2 5 125 0,-1 2-80 0,-2 4-41 15,2 2 8-15,0 2 55 0,0 3-52 0,1-1-26 0,3 0-30 16,-1 9 4-16,1-10 9 0,2 9-130 15,-3-5 60-15,-1 2 32 0,-2-5-1 0,-1-1-237 16,1 1 139-16,-2-2 59 0,0-4-379 16,0-6 202-16,-7 1 75 0,-4-6 57 0,-3-1 2 0,2-3-307 0,-4 0 178 15,0-6 87-15,-5-12 45 0,2-2-107 16,-1-6 67 0,-3-10 46-16,2 3-169 0,1-6 104 0,1 3 51 0,4 6 26 0,0 5-31 15,2 2 32-15,1 7 1 0,5 7 358 16,-2 1-167-16,3 4-83 0,-2 4 325 15,2 0-201-15,-3 9-71 0,2 15 127 0,-5 0-73 16,1 6-66-16,-2 3 67 0,-4 11-67 0,0-6-30 0,-1 4 1 0,-1-2-31 16,-2-1-253-16,2-7 135 0,-2 4 55 15,3-6 32-15,8-11 0 16,1-4-439-16,4-4 232 0,5-6 59 0</inkml:trace>
  <inkml:trace contextRef="#ctx0" brushRef="#br0" timeOffset="176608.56">12219 12197 1731 0,'0'0'0'0,"3"0"0"0,1 0 0 0,-2 8 0 0,-2 5 0 0,-2 4 0 0,-11 5 0 0,-4 3 75 0,2-1 209 0,0 0-125 15,-3 3-55-15,2-1-5 0,2-1-33 0,5-7 0 0,2 0-33 16,3-5-1-16,1-4-87 0,1-2 39 15,2-1 25-15,0-5-39 0,2 2 32 0,7-3-1 0,5 0 40 0,5 0-38 16,4-3-7-16,2-6 36 0,0 2-121 16,5 0 50-16,1 0 8 0,-1-2-77 15,0 4 46-15,0 1 28 0,-2 2 12 0,-2 1 12 0,-5-2-5 16,2 3 4-16,-5 0-8 16,2 0 6-16,-6 0 146 0,0 0-71 0,-3 6-36 0,-2 3 111 15,1 3-61-15,-1 1-36 0,-2 4-2 16,2 1-1-16,0 3 12 0,2 7 407 0,-2-3-212 15,3 1-105-15,-3 1-59 0,2-2-24 0,-1-1 8 0,0 2-31 16,0-8 0-16,-2 3 0 0,-3-4-62 16,-1 0 31-16,-2-3 8 0,0 0-11 15,-2-1 1-15,0-1 32 0,-10 0-144 0,-5-1 71 0,-5 1-306 16,-5-3 173 0,-3 1 67-16,0-1 47 0,-4-3-3 0,-2-3-467 0,-3-3 241 0,-5 0 132 15,5-7 62-15,-3-18-588 0,1-6 325 0</inkml:trace>
  <inkml:trace contextRef="#ctx0" brushRef="#br0" timeOffset="176763.8">12121 12239 1832 0,'2'-7'0'0,"11"4"0"0,-1 0 0 0,4-4 0 0,-3 0 0 0,6 2 287 0,0-4-128 16,9 4 150-16,1-2-138 0,4-1-61 15,1 1-43-15,0 1 1 0,-2 3 164 0,-1 1-100 0,0 2-49 0,-9 0-440 16,2 0 192-16,-3 2 98 0,-4 9-742 15,-4 2 420-15,-4 4 211 0</inkml:trace>
  <inkml:trace contextRef="#ctx0" brushRef="#br0" timeOffset="176922.37">12053 12744 2360 0,'-18'0'0'0,"16"-2"0"0,2 0 0 0,0 0 0 0,7-4 0 0,6-1 0 0,8-4 0 0,3 0 249 15,5-1-108-15,6-1 252 0,-1 1-172 0,10-2-98 0,0 5-45 16,1 3-23-16,-1 2 0 0,-2 3-422 16,-4 1 208-16,9 0 91 0</inkml:trace>
  <inkml:trace contextRef="#ctx0" brushRef="#br0" timeOffset="177370.9">12966 12029 1219 0,'-6'0'0'0,"-3"0"0"0,3 3 0 0,4 12 0 0,0 2 0 0,2-2 0 0,0 4 208 0,0-1-88 0,0 9-43 16,0-8 85-16,2 3-65 16,8-1-23-16,1 0-224 0,0-4 91 0,3-3 46 15,-2 0 23-15,0-3-194 0,-3-6 116 0,0-1 47 16,-1-2 26-16,-2-2-516 0</inkml:trace>
  <inkml:trace contextRef="#ctx0" brushRef="#br0" timeOffset="177871.42">12925 12109 1031 0,'-10'-11'0'0,"8"5"0"0,0 1 0 0,2 0 0 0,0-2 0 0,7 1 0 0,11-2 0 0,5 6 0 0,7-3 240 0,2 4-103 0,-1-1-52 15,1 2 78-15,0 0-65 0,-2 2-24 0,-1 6-63 16,-3 6-108-16,-6-4 65 0,-1 4 33 0,-6 2-189 15,-5 2 107-15,-6 2 56 0,-2 4 29 0,-2-4-87 16,-17 5 16-16,-4-4 42 0,-5-2-51 0,0 1 37 16,-4-2-26-16,0-4 1 0,0-3 291 0,6-4-128 15,-6 1-58-15,12-5 150 0,1 0 76 16,6-1-126-16,3-2-26 0,2 0 110 16,7 0-99-16,1 0-47 0,0 0-24 0,7-5-39 15,12-2 17-15,2 0 8 0,7-3-9 0,-2 5-217 16,4-3 109-16,-2 4 55 0,-1 2-391 0,-6-1 221 15,1 3 58-15,-3 0-331 0,-4 0 215 0,-6 0 108 16,-2 5 55-16,-1 3-111 0,-4 1 86 0,-2 1 39 16,0-3 1-16,-2 3 86 0,-4-3-24 0,-1-1-8 15,-2-1-16-15,1-1 98 0,1 2-49 0,1-3-25 16,2 2 1-16,1 0 229 16,1 1-117-16,2 1-67 0,0 4 259 0,0 1-141 15,0 3-19-15,2 0 0 0,0 3-56 0,1 1-24 16,1 2 1-16,-2-3-57 0,0 3 1 0,-2-4 39 15,0-2-7-15,0-4-17 0,0-1 17 0,0-2-1 16,-4-5 1-16,-2-3 38 0,1 0-9 0,1 0-29 16,0 0 60-16,4-10-30 0,0-1-1 0,0-2-8 15,0 0-21-15,4-1 0 0,5 0 0 16,4-1-108-16,1 2 54 0,0 2 34 16,2 1-7-16,-2 0-96 0,0 5 51 0,-3 3 33 15,0 0-437-15,-3 0 184 0,-2 2 122 0,-3 0 12 16,-1 0-279-16,-2 0 185 0</inkml:trace>
  <inkml:trace contextRef="#ctx0" brushRef="#br0" timeOffset="178493.78">13111 12444 691 0,'-6'15'0'0,"2"3"0"0,0 6 0 0,0 1 0 0,1 3 0 0,-1 2 0 0,1 4 264 15,-1 1-107-15,2-1-67 0,-3-2-28 0,4-1 0 16,1-9-30-16,0-1 1 0,0-6 135 0,0-5-72 15,0-1-32-15,10-7-90 0,2-2 30 0,6-8-1 16,4-16 38-16,8-11-138 0,0-2 66 0,2-4 31 16,0-3 0-16,-1 0-294 0,2-4 152 0,-4 0 34 15,3-2 50-15,-3 0-199 0,-1 1 112 0,-2 2 56 16,-3 8-11-16,4-10 38 16,-6 8 0-16,-3 1 29 0,-3 6 67 0,0-1-33 15,-4 7-9-15,-3 2 238 0,-4 12-131 0,-1 5-66 16,-3 3-32-16,0 5 471 0,0 1-228 0,-15 9-68 15,0 12-75-15,-4 8 127 0,-3 7-97 0,1-2-50 16,4-6 24-16,2 2-40 0,4-9 0 0,1 0-61 16,7-8 28-16,1-2 1 0,2-3 8 15,0-5-92-15,5-3 42 0,11 0 21 0,7-2 0 16,0-7-76-16,2-7 56 0,1 4 2 16,1-2 0-16,-3 3-85 0,-4 4 50 0,1-1 3 15,-1 5 64-15,-6 1-39 0,-1 2 9 0,-5 0 57 16,-1 5-28-16,-3 8-2 0,-4 5-27 0,0 8 227 15,-4-3-104-15,-9 7-37 0,-6-1-31 0,0 1 88 16,-4 0-45-16,2 0-34 0,-2-1-1 0,-2-3-171 16,3-2 72-16,-2-1 37 15,3-5 7-15,-4 3-394 0,9-8 202 0,-3-1 79 0,6-3-233 16,1-7 122-16,3-2 90 0,2 0-309 16,1-6 204-16,4-13 101 0,2-5 50 0,0 1-195 15,0-7 127-15,0 10 59 0,0-2 31 0,0 1 90 16,0 4-30-16,0 8-8 0,0 1 389 0,0 2-205 15,6 4-104-15,5 2 541 0,1 0-312 0,9 8-97 16,6 9-45-16,7 3 195 0,1 1-159 0,7 4-80 16,1-3-41-16,-2-3 401 0,8 5-224 0,-2-5-108 15,-4 0-54-15,2-4-12 0,-11-2-21 0,2 0 9 16,-4-2-409-16,-10-1 190 16,1-3 94-16,-8-1-563 0,-6-1 328 0,-3-1 174 15,-4 2-22-15,-2 1-319 0,-4 2 215 0,-17 2 108 16,-3-1 55-16</inkml:trace>
  <inkml:trace contextRef="#ctx0" brushRef="#br0" timeOffset="178748.9">13587 12751 1141 0,'-14'6'0'0,"4"3"0"0,1-1 0 0,3 1 0 0,-1-3 0 0,3 1 0 0,0-1 0 0,2 0 184 0,2 0-75 0,0-2 164 15,0 3-124-15,0-2-58 0,0-1-36 0,2 0 0 16,6-3-23-16,-1-1 9 0,2 0-8 15,1 0 0-15,3-1-101 0,0-7 51 0,2 3-41 16,0-3 53-16,-1 5 15 16,-5 0-84-16,0 1 49 0,1 2 28 0,-5 0-32 0,-1 0 26 0,-2 9 60 15,-2 7-26-15,0 1 164 0,-9 4-92 0,-5-3-44 16,3-1-20-16,-4 2 19 16,0-4-71-16,-1-1 54 0,4-2-11 0,-3-4-129 15,3-4 72-15,1-3 32 0,2-1-452 0,3 0 222 16,4-9 114-16,2-11 37 0,0-9-536 0</inkml:trace>
  <inkml:trace contextRef="#ctx0" brushRef="#br0" timeOffset="178919.44">14239 12029 1104 0,'6'-3'0'0,"0"3"0"0,3 0 0 0,-2 0 0 0,-5 0 26 0,0 10 422 0,-2 1-208 16,0 6-103-16,-11 2 299 0,-4 7-205 0,-4 0-100 0,0 3-48 15,-1 0-43-15,-1 4-7 0,0-2 8 0,-1-2-424 16,3-1 208 0,0-6 104-16,8-7 52 0,4-4 26 0,1 1-649 0,5-7 322 0</inkml:trace>
  <inkml:trace contextRef="#ctx0" brushRef="#br0" timeOffset="179087.03">14418 12128 1389 0,'1'7'0'0,"-1"11"0"0,0-4 0 0,-5 3 0 0,-12 8 0 0,0-1 251 0,-4 8-109 0,1 3-54 0,-4 1 300 16,-3 2-178-16,6-4-80 0,-7 9-6 15,6-7-46-15,5-7-23 0,-2 2 1 0,4-5-23 16,6-8-272-16,4-5 132 0,0-1-624 16,5-4 378-16,0-4 188 0</inkml:trace>
  <inkml:trace contextRef="#ctx0" brushRef="#br0" timeOffset="179224.81">14350 12402 952 0,'6'0'0'0,"1"6"0"0,-2 15 0 0,-4 3 0 0,-1 6 0 0,0 9 489 0,0 1-228 0,-6 1-115 15,-1-1 196-15,-2 1-154 0,1-6-70 16,0 5-47-16,1-3 1 0,1-1-219 16,3-4 90-16,-1-10 45 0,4-4-246 0,0-6 142 0,0-6 74 15,0-6-646-15</inkml:trace>
  <inkml:trace contextRef="#ctx0" brushRef="#br0" timeOffset="179462.7">14564 12116 1098 0,'11'-17'0'0,"7"5"0"0,3-4 0 0,-3 2 0 0,1-2 54 0,-3 5 213 0,4 0-110 0,-4 3 88 15,1 2-107-15,1 3-52 0,-4 1-27 0,-5 2 0 16,1 0-42-16,-2 5 16 0,-7 9 0 0,-1 8-41 15,-9 6 1-15,-14 8 40 0,-5 2 8 0,-4 3-9 0,-10 10 49 16,0 0-24-16,-1-1-1 0,-3 3-67 16,9-8 31-16,-2 1-9 0,10-14 21 0,10-7-305 15,6-9 144-15,4-4 72 16,3-4-574-16,6-8 296 0,2 0 151 0,17-11-108 0,7-14 130 16,3-1 65-16</inkml:trace>
  <inkml:trace contextRef="#ctx0" brushRef="#br0" timeOffset="179570.41">14646 12315 784 0,'20'-14'0'0,"1"0"0"0,-3 9 0 0,-1 3 0 0,-1 2 0 0,-4 0 427 0,-1 13-201 16,-1 4-96-16,-1 2 98 0,0 0-98 0,2 1-48 16,-2 1-17-16,0-2-8 0,0-1 13 0,1-3-1 15,-1 1-572-15,-2-6 268 16,-1-2 142-16,0 2 59 0</inkml:trace>
  <inkml:trace contextRef="#ctx0" brushRef="#br0" timeOffset="179750.93">14572 12533 1343 0,'-8'0'0'0,"8"0"0"0,-1 0 0 0,1 0 0 0,0 0 0 0,1 0 0 0,10 0 213 0,5 0-91 0,2 0 130 15,3 0-110-15,0 0-46 0,5 0-36 0,-2 0 0 0,-3 0-54 16,2 0 0-16,-5 0-389 16,-4 0 215-16,-3 0 97 0,-2-1 52 15,-3 1 26-15,-4-3-494 0,-2 3 255 0,0 0 18 0,-14 0-169 16,-2 0 192-16</inkml:trace>
  <inkml:trace contextRef="#ctx0" brushRef="#br0" timeOffset="179983.31">14683 12533 690 0,'-10'-5'0'0,"3"-1"0"0,3 2 0 0,4-2 0 0,0 5 0 0,0-1 0 0,0 2 0 0,4 0 58 0,1 3 0 0,3 14-17 16,0 8 144-16,-5 1-76 0,-1 5-38 0,0 2 0 16,-2 1-38-16,0 2 8 0,-4-2-8 0,-7-5-1 0,-2 2-99 15,-2-5 50-15,-2-3 24 0,-2-8-120 16,0-1 68-16,-4-4 0 0,3-5 35 0,-2-1 0 15,1-2 0-15,3-2-22 0,0 0-7 0,4 0 382 16,4 0-165-16,2 0-91 0,3-2 494 0,3 1-266 16,2-2 174-16,0 2-229 15,16-1-113-15,9 0-57 0,5 2-29 0,4 0 151 16,3 0-93-16,9 0 53 0,-7 0-172 0,4 4 0 16,-1 0 0-16,-5-3-316 0,0 3 190 0,1-4 80 15,-2 0 39-15,-6 0-964 0,-1 0 448 0,-8 0 257 0</inkml:trace>
  <inkml:trace contextRef="#ctx0" brushRef="#br0" timeOffset="180542.06">15225 12109 1817 0,'-5'0'0'0,"1"0"0"0,4 0 0 0,0 0 0 0,0 0 0 0,7 0 0 0,7 5 0 0,2-1 0 0,9 4 255 0,3-2-111 0,2-2 55 16,2 3-83-16,4-3-42 0,-3-1-13 0,3 0-66 15,-1-2 38-15,-5-1 0 0,-3 0 0 0,-6 0-362 16,0 0 189-16,-5 0 83 0,-2 2-608 16,-7-1 335-16,-1 2 94 0</inkml:trace>
  <inkml:trace contextRef="#ctx0" brushRef="#br0" timeOffset="180698.64">15317 12329 1284 0,'-25'9'0'0,"0"4"0"0,6 0 0 0,10-5 0 0,2-3 0 0,2 0 0 0,5 0 0 0,0-1 197 15,6-2-82-15,16 1 161 0,5-3-121 0,4 0-61 16,5 0-23-16,2 0 22 0,0 0-30 0,-3 0 0 16,1 0-30-16,-3-2-159 0,-8-1 88 15,2-1 31-15,-5 2 0 0,-5 0-451 16,-5 1 245-16,-3 1 123 0</inkml:trace>
  <inkml:trace contextRef="#ctx0" brushRef="#br0" timeOffset="180876.2">15483 12162 884 0,'-2'2'0'0,"-1"11"0"0,0 1 0 0,-1 9 0 0,0 0 0 0,-1 5 0 0,-4 9 383 0,-1 1-175 0,-1 5-87 16,-2 3-44-16,-4-2 131 0,2 1-91 0,-2-1-42 16,2-9-21-16,0 1 52 0,0-7-37 0,5-7 9 15,1-5-321-15,6-8 137 0,-1-2 70 0,2-7-438 16,2 0 253-16,0-5 81 0,9-23 75 0</inkml:trace>
  <inkml:trace contextRef="#ctx0" brushRef="#br0" timeOffset="181046.75">15498 12425 660 0,'5'22'0'0,"-3"14"0"0,1 5 0 0,-2 4 0 0,1 4 0 0,0 4 562 16,2-3-265-16,3-2-132 0,4-3-66 0,3-14-26 15,4 1-7-15,6-5-33 0,3-9 403 0,5-6-202 16,1-5-100-16,1-7-43 0,0 0 33 0,-2-9-46 15,-2-11-22-15,-4-3-244 0,-3-4 111 0,-4-1 63 16,-4-2 19-16,-3 0-495 0,-3-2 262 0,-6-2 51 16,1-1 90-16,-4-1-656 0</inkml:trace>
  <inkml:trace contextRef="#ctx0" brushRef="#br0" timeOffset="181197.49">15975 12064 762 0,'6'-5'0'0,"-3"3"0"0,3 2 0 0,-4 0 0 0,-1 0 0 0,1 0 219 16,3 0-93-16,-2 3-38 0,1 4 422 0,3 1-238 0,1 2-120 0,2-1 33 16,1 1-76-16,-1 0-29 0,6-4-10 15,-1-2-537-15,2-4 249 0,-1 0 126 16,2 0 62-16,-2-2-659 0</inkml:trace>
  <inkml:trace contextRef="#ctx0" brushRef="#br0" timeOffset="181463.77">16238 12008 949 0,'1'-6'0'0,"1"2"0"0,0 0 0 0,1 2 0 0,-1 1 0 16,-1 1 0-16,1 0 0 0,2 0 313 0,-2 0-141 0,-2 11-69 0,0 4 191 0,0 6-130 16,-11 1-58-16,-5 5-40 15,2 0-15-15,-5 0-18 0,-2-1-1 0,-4 0-151 16,1-1 83-16,-2-3 31 0,-1 0-1 0,1-4-83 16,1-5 60-16,5-4 31 0,-1-1 8 0,2-3-24 15,5-3 36-15,5-2-43 0,-1 0 290 0,4 0-138 16,2 0-56-16,3 0-40 0,1 0 285 0,1-2-143 15,20-3-73-15,5-3-11 0,7-1-22 0,8 0-8 16,0 2-30-16,1-1 32 0,1 0-32 0,3 2 0 16,-6 0 7-16,10 1-171 0,-11 1 82 15,0 1 41-15,-6 1-428 0,-1 0 206 16,-11 1 77-16,-1-2 78 0,-6 3-539 0,-5 0 291 16,-5 0 145-16,-4 6-166 0</inkml:trace>
  <inkml:trace contextRef="#ctx0" brushRef="#br0" timeOffset="181652.27">16136 12487 863 0,'-30'14'0'0,"2"5"0"0,12-4 0 0,-3-3 0 0,8-3 0 0,2-3 0 0,6-3 688 0,3 1-329 0,2 0-162 16,15-2-74-16,11-2 393 0,2 0-241 0,4 0-122 16,3 0 92-16,8 0-106 0,-9-2-45 0,11-4-215 15,-15 1 77-15,3-1 38 0,-3 0 1 0,-9 3-172 16,0-3 113-16,-7 2 44 0,-6 0 26 0,-2 3-604 15,-5-2 206-15,-1 2 190 0,-2-1 9 0,0 0-393 16,-11 0 276-16</inkml:trace>
  <inkml:trace contextRef="#ctx0" brushRef="#br0" timeOffset="181821.61">16317 12314 996 0,'0'0'0'0,"0"0"0"0,-2 5 0 0,-2 11 0 0,-2 4 0 0,-1 10 0 0,-1 6 0 0,-2 5 529 0,-2 6-248 15,-3 3-124-15,-2 3 247 0,-1 0-190 0,-3-1-90 16,0-1-46-16,-1-5-11 0,3-6 0 16,1-8-26-16,0 0-9 0,1-3-235 15,6-11 118-15,-1-1 58 0,6-8 31 0,3-3-515 16,3-3 269-16,0-3 137 0</inkml:trace>
  <inkml:trace contextRef="#ctx0" brushRef="#br0" timeOffset="181959.34">16207 12677 1620 0,'9'-8'0'0,"0"5"0"0,4 3 0 0,-2 0 0 0,2 5 0 0,3 9 0 0,2 2 0 0,5 2 374 0,1 1-170 0,3 2-77 16,3-1 545-16,2 3-320 0,3 0-159 0,1-1-102 15,1-2-30-15,-5-2 9 16,4 1-37-16,-3-1-253 0,-1 1 126 0,0-2 64 16,-4-2 31-16</inkml:trace>
  <inkml:trace contextRef="#ctx0" brushRef="#br0" timeOffset="186623.26">17186 13016 1663 0,'-6'-4'0'0,"3"4"0"0,3 0 0 0,0 0 0 0,0 0 0 0,0 0 0 0,0 5 0 0,0 2 514 16,0-2-233-16,2-1-128 0,3 1-60 0,2 0 219 16,1 0-139-16,0-1-71 0,-1-2 17 0,-3-1-123 15,-1 1 37-15,-1-2 0 0,0 0-232 0,0 0 124 16,-2 0 50-16</inkml:trace>
  <inkml:trace contextRef="#ctx0" brushRef="#br0" timeOffset="191230.29">18085 12019 1083 0,'-2'0'0'0,"1"0"0"0,-1 0 0 0,2 0 0 0,0 0 0 0,0 2 0 0,0 0 0 0,0 1 230 15,0 1-102-15,2 2-48 0,5 2-24 0,1 2 243 16,-2 2-134-16,1 1-57 0,-2 4 89 0,-3 2-82 16,0 1-41-16,-2 7-20 0,0-3 14 0,-2 6-27 15,-9 0-8-15,0 1-146 0,-2-2 74 0,0 1 35 16,1-5 9-16,-3 3-93 0,6-9 61 0,-3-1 29 16,5-3-7-16,2-6-516 0,1-2 198 15,2-5 152-15,2-2-369 0</inkml:trace>
  <inkml:trace contextRef="#ctx0" brushRef="#br0" timeOffset="191380.87">18078 12255 1136 0,'2'-6'0'0,"1"4"0"0,8 1 0 0,-2-2 0 0,2 0 0 0,4 0 0 0,1 1 0 0,7-1 516 0,7-1-246 0,-1 0-118 0,1-1 192 16,-2 2-156-16,2 1-78 0,-8 2-30 0,4 0-182 15,-3 0 67-15,0 0 34 16,-5 0 0-16,-2 2-219 0,-6 1 135 0,1 0 54 15,-8-1-632-15</inkml:trace>
  <inkml:trace contextRef="#ctx0" brushRef="#br0" timeOffset="191689.37">18266 11919 946 0,'2'0'0'0,"-1"6"0"0,5 5 0 0,-2 2 0 0,0 0 0 0,0 4 0 0,-2 4 0 0,-2 5 345 15,0 2-157-15,0 3-77 0,0 0-86 0,-6 3 0 16,-4-2 16-16,-1 0-8 0,2-2-125 0,-3-2 63 16,5-7 31-16,-4 0 0 0,-1-5-245 0,3-4 131 15,0-4 69-15,-1-3-98 0,1-1 72 0,0-4-11 16,-2 0 29-16,4 0 191 0,2 0-83 0,1 0-61 16,2 0 0-16,1 0 460 15,1 0-228-15,0 0-79 0,0 0 112 0,5 0-114 16,12 0-57-16,3 0 157 0,5 0-112 0,3 0-51 15,0 0-25-15,3 0 60 0,-1 0-44 0,-4 0-12 16,4 3-9-16,-8-3-264 0,-1 0 122 0,-2 2 60 16,-6-2 30-16,-4 0-579 0,-1 2 296 0,-4-2 90 15,-2 2-279-15,-2 0 218 0,0 2 110 0</inkml:trace>
  <inkml:trace contextRef="#ctx0" brushRef="#br0" timeOffset="191831.54">18299 12355 851 0,'-14'-4'0'0,"2"3"0"0,3 1 0 0,0 0 0 0,-1 0 0 0,4 3 0 0,1 6 139 0,1 5-54 0,1 1-17 16,1 4 99-16,0 0-67 0,0 6-34 0,-3 1 210 16,2 1-121-16,-1-2-53 0,1 5-39 0,-3-10-79 15,2 1 24-15,3-2 0 0,1-8-392 0,0 0 216 16,0-5 96-16,0-4 53 0,7-2-550 0</inkml:trace>
  <inkml:trace contextRef="#ctx0" brushRef="#br0" timeOffset="192003.08">18330 12396 1264 0,'1'0'0'0,"3"2"0"0,-2 15 0 0,0 6 0 0,0-1 0 0,0 3 0 0,4-3 0 0,1 6 336 0,4-4-151 15,1-3-76-15,0-5 343 0,4 2-209 0,0-3-98 16,2-4-59-16,0-1 15 0,-1-3-33 0,0-5-1 16,0-2-34-16,-6 0-328 0,4 0 160 0,-6-2 83 15,-1-5-438-15,-5 0 261 16,-2-7 132-16,-1 1-535 0,0 0 303 0,-4-2 149 15</inkml:trace>
  <inkml:trace contextRef="#ctx0" brushRef="#br0" timeOffset="192422.5">17965 12025 1122 0,'-18'4'0'0,"0"0"0"0,8 7 0 0,-2 2 0 0,3-3 0 0,-1 2 0 0,3-1 0 0,1 3 433 0,0 0-200 0,4 1-92 0,2 2 12 16,0 0-60-16,0 0-30 0,0 2 0 0,2-3-138 16,6 2 62-16,2-2 18 0,-3 0 1 0,0-1-21 15,-1-2 24-15,0 2 0 0,1 0 39 0,-3 0-16 16,0 2 1-16,-3 1 0 0,1 1 55 0,0 2-30 16,0 1-38-16,-2 1 93 0,2 0-44 15,-2 1-20-15,0-1 16 0,0-2-90 16,3-1 38-16,-2-3-10 0,-1-3 30 0,2 2-77 15,-2-7 39-15,0 1-1 0,0-3-179 0,0 0 100 16,0-1 32-16,-8 0 33 0,-3 0-122 0,0-4 65 16,-1 3 0-16,-2-1 139 0,-2-2-53 0,3 1 0 15,0 0-56-15,4-2 371 0,1 1-163 0,1-1-83 16,3 2-25-16,0-3 195 0,4 3-82 0,0 0-70 16,0 4 185-16,17 2-128 0,6 2-60 15,7 1-31-15,9 1 120 0,2-2-182 16,-1-1 0-16,16 1 0 0,-3-2 0 0,1-1 0 15,1-1 0-15,-1-1 0 0,-1 0 0 0,0 0 0 16,-5-1 0-16,1 0-741 0,-4 3 337 0,-9-4 195 16,3-3-336-16,-1 1 260 0,-1-2 127 0</inkml:trace>
  <inkml:trace contextRef="#ctx0" brushRef="#br0" timeOffset="192594.12">18749 12162 1758 0,'0'0'0'0,"5"-6"0"0,13 4 0 0,3 1 0 0,2-2 0 0,0 1 0 0,2 1 0 0,0 1 0 0,1-3 439 15,5 3-203-15,0-1-93 0,1 1-60 0,-2 0-26 16,1 0 0-16,-5 0-24 0,-3 0-452 0,-5 0 234 16,-1 0 105-16,-8 0-664 0</inkml:trace>
  <inkml:trace contextRef="#ctx0" brushRef="#br0" timeOffset="192747.71">18814 12209 630 0,'-11'10'0'0,"1"3"0"0,3 1 0 0,2 2 0 0,-1 2 0 0,3-1 461 0,0 3-214 0,3 3-99 16,0-2 179-16,0 1-147 0,0 0-73 0,3-1-38 15,2-3-123-15,4 2 51 16,-2-5 14-16,5-4-553 0,-3-3 288 0</inkml:trace>
  <inkml:trace contextRef="#ctx0" brushRef="#br0" timeOffset="192951.33">19015 12105 450 0,'6'0'0'0,"2"0"0"0,-1 10 0 0,0 8 0 0,0 5 0 0,-2 5 712 0,-1 6-331 0,1 9-179 16,-1 2 442-16,-1 4-306 0,-1 6-153 0,0 8-76 15,3-10 276-15,-4 14-181 0,1-7-85 0,0-7-48 16,-2 7 1-16,0-1-40 0,0-1 159 0,0-2-639 16,-2-2 315-16,-1-2 83 0,-4-7 41 0,5-10-557 15,-1-6 284-15,-1-5 151 16,2-12-616-16,-1-2 357 0,-1-8 178 0,-1-2 90 0</inkml:trace>
  <inkml:trace contextRef="#ctx0" brushRef="#br0" timeOffset="193106.55">18835 12359 1294 0,'0'-16'0'0,"0"8"0"0,0 2 0 0,0-1 0 0,0 2 0 0,0 0 269 16,2 2-118-16,5-2-60 0,4 2-28 0,3 2 282 0,-1-2-148 0,2 0-87 16,-2 3-305-16,3 0 114 15,-4 0 57-15,-1 8 28 0,-1 4-716 0</inkml:trace>
  <inkml:trace contextRef="#ctx0" brushRef="#br0" timeOffset="193236.2">18893 12459 656 0,'0'0'0'0,"-6"0"0"0,3 1 0 0,1-1 0 0,-2 0 376 0,2 0-171 0,1 0-87 0,1 0-34 0,0 0 76 16,1 0-64-16,7 0-31 15,4 2-1-15,-3 2-191 0,3 1 88 0,-3 4 32 16</inkml:trace>
  <inkml:trace contextRef="#ctx0" brushRef="#br0" timeOffset="193381.81">18784 12694 1608 0,'-15'7'0'0,"2"-4"0"0,6 1 0 0,-1 0 0 0,2-4 0 0,2 0 0 0,4 0 0 0,0 0 0 0,6 0 234 0,11-2-93 0,8-4-58 0,1-4-95 16,4 0 22-16,2-3 0 0,7-8 23 0,-9 4-290 15,8-7 140-15</inkml:trace>
  <inkml:trace contextRef="#ctx0" brushRef="#br0" timeOffset="193691.43">19254 12379 1221 0,'1'-7'0'0,"1"1"0"0,2 1 0 0,1-1 0 0,0 1 0 0,2-3 0 0,4 2 0 0,5 2 0 0,-4 1 444 0,6 1-205 16,-4 2-103-16,0 0-27 0,1 0-38 0,-2 5 9 15,-2 6-48-15,-2 3-154 0,-5 1 78 0,-2 4 38 16,-2 5 0-16,-2 0-108 0,-13 4 70 0,-6 1 38 16,0-3-83-16,-6 2 60 0,-1-1-18 0,0-3-64 15,1-1-131-15,3-7 85 0,4-4 63 0,0-7-193 16,3-5 128-16,2 0 55 0,6-11 39 0,1-13-134 16,6-2 84-16,2-3 41 15,0 1 20-15,0 5 65 0,0 1-18 0,2 3 0 16,0 8 170-16,4 1-98 0,0 6-49 0,3 1-33 15,2 3 796-15,3 4-336 0,0 14-214 0,7 3 588 16,2 4-392-16,5 1-188 0,6 4-106 0,0-1 208 16,1-4-32-16,2 2-307 0,-5-7 0 0,10 5-285 15,-12-7 176-15,4 1 70 0,0 0-1115 0</inkml:trace>
  <inkml:trace contextRef="#ctx0" brushRef="#br0" timeOffset="194194.97">19871 12237 1284 0,'-10'0'0'0,"4"0"0"0,4 0 0 0,2 0 0 0,0 0 0 0,0 0 0 0,8 3 0 0,4 1 432 15,11 1-199-15,2-2-100 0,1-2 164 0,-2 1-125 16,6-2-73-16,-2 2-33 0,0-2-157 0,-1 2 62 16,-8 0 31-16,-1-1-176 0,-2 2 99 0,-5-2 54 15,-1 2 27-15,-5 0-574 0,-1-3 226 0,-4 2 174 16</inkml:trace>
  <inkml:trace contextRef="#ctx0" brushRef="#br0" timeOffset="194493.87">19967 11953 780 0,'-7'-2'0'0,"1"2"0"0,5 0 0 0,-1 8 0 0,2 12 0 0,0 5 0 0,2 7 264 0,7 11-119 0,3 2-56 15,-1 4 359-15,1 2-207 0,0 2-104 0,-1-1 154 16,2 1-133-16,-3-3-62 0,-1 1-32 0,-2-5-35 16,0-2 4-16,-6-8 8 15,1 1-9-15,-2-5-152 0,0-4 77 0,0-7 37 16,-2-2-213-16,-8-4 133 0,-1-4 56 0,1-6-187 15,-6-3 75-15,2-2 69 0,-4 0-25 0,-1-3 26 16,-3-14 0-16,3-2 39 0,0-4 0 0,2-1 63 16,2 2-31-16,4 1-9 0,2-4-22 0,2 3 71 15,0 1-36-15,5 4 0 0,2 2 230 0,0 0-124 16,2 4-30-16,8-1-39 16,5 1 89-16,6 2-54 0,3 0-6 0,2 1-255 15,2 0 107-15,2 1 51 0,4 0 12 0,2-2-556 16,0 3 268-16,3-3 137 0</inkml:trace>
  <inkml:trace contextRef="#ctx0" brushRef="#br0" timeOffset="194766.18">20593 11951 1009 0,'4'-14'0'0,"-2"2"0"0,-2 6 0 0,0 2 0 0,0 3 0 0,-9-1 0 0,-5 2 0 0,-4 2 132 0,-3 13-50 16,-2 2-16-16,-3 1-58 0,-1 5 24 0,2-2 1 15,-2 1 0-15,1 1-68 0,1-1 42 0,-1-1-8 16,3-3 33-16,7-4-21 0,-4-1 0 0,8 0 22 16,4-3 68-16,0 1-39 0,3 0 0 0,5 0 79 15,0 3-53-15,0 3-28 0,1 2 8 16,8 6 57-16,0 3-46 0,-2-1-23 0,2 5-1 16,-1 2-17-16,0-1 3 0,-5 5-9 15,1-4 1-15,-2 0-158 0,0-4 79 0,-1 1 39 16,-1-8-128-16,0-2 68 0,0-5 48 0,0-4-512 15,0-5 256-15,0-2 91 0,0-5 67 0</inkml:trace>
  <inkml:trace contextRef="#ctx0" brushRef="#br0" timeOffset="194913.81">20315 12376 332 0,'4'-14'0'0,"0"7"0"0,3 2 0 0,5 1 0 0,-1 1 0 0,3 2 498 15,5 1-232-15,6-2-117 0,1 0-58 0,5 0 356 16,2 1-198-16,1-4-113 0,0 2-51 0,-2-2 135 15,-2 4-94-15,-6-1-46 0,0 2-342 0,-3 0 143 16,-6 0 76-16,-4 0 38 0,-2 0-270 0,-3 0 163 16,-3 0 68-16</inkml:trace>
  <inkml:trace contextRef="#ctx0" brushRef="#br0" timeOffset="195093.36">20553 12335 443 0,'-7'0'0'0,"1"0"0"0,1 5 0 0,3 5 0 0,2 2 0 0,0 3 0 0,0 6 504 0,0 4-240 0,2 3-116 16,5 0-57-16,2 4 472 0,1 1-265 0,-2 3-125 16,-3 2 199-16,1 1-170 0,-3-2-85 0,1-1-41 15,-1 0-203-15,-2-2 88 0,1-2 32 0,0-2-211 16,0-2 125-16,0-7 62 0,-2 0 33 16,2-8-650-16,1-4 249 0</inkml:trace>
  <inkml:trace contextRef="#ctx0" brushRef="#br0" timeOffset="195339.7">20961 12077 1085 0,'11'-8'0'0,"0"6"0"0,1 2 0 0,-6 0 0 0,-5 10 0 0,-1 3 120 15,0 4-43-15,0 5-23 0,-10 2 1 0,-2 1 166 16,-3 4-98-16,0-1-45 0,0-2-22 0,0 0-100 15,0-1 38-15,1-7 9 0,0 2-63 0,0-4 46 16,5-3 23-16,2-5 52 0,1-1 1 0,3-3-22 16,1-2-14-16,2-2 36 0,0 0-18 0,0 0-19 15,3 0-32-15,8-6 56 0,5-3-24 0,-3 0-3 16,1-3 35-16,2 3-261 0,0-3 124 16,1 4 49-16,2 0-603 0</inkml:trace>
  <inkml:trace contextRef="#ctx0" brushRef="#br0" timeOffset="195585.61">21125 12162 486 0,'0'-2'0'0,"0"-1"0"0,0 3 0 0,0 0 0 0,0 0 0 0,0 10 247 0,-2 3-111 0,-5 8-52 0,-2 2 238 16,0 0-144-16,0 7-73 0,-3-3-28 16,-1 4-4-16,3-2 0 0,-2 0-40 15,-1-4-64-15,-1 0 32 0,3-8 9 0,-3 2 22 16,0-6-127-16,1-1 63 0,1-7 33 0,3-2-9 15,2 0 28-15,2-2-7 0,-2-1-26 0,5 0 198 16,1 0-98-16,1 0-35 0,0-5-24 0,1-5 116 16,11 3-58-16,3 0-28 0,0-3-3 0,2 4-7 15,0-1-7-15,1 2-8 0,0 0-194 0,1 4 97 16,-5-1 48-16,2 2-543 0,-5 0 268 16,0 0 112-16</inkml:trace>
  <inkml:trace contextRef="#ctx0" brushRef="#br0" timeOffset="195727.1">20937 12669 570 0,'-14'8'0'0,"5"-1"0"0,4 0 0 0,1 2 0 0,2-5 0 0,2 0 365 0,0 2-166 0,2-1-83 16,11-2 50-16,4 2-66 0,3-4-26 0,1 1-8 16,2-2-86-16,3 0 27 15,-2 0-1-15,1 0-479 0</inkml:trace>
  <inkml:trace contextRef="#ctx0" brushRef="#br0" timeOffset="195902.69">21208 12350 1223 0,'0'-4'0'0,"0"0"0"0,5 2 0 0,6 0 0 0,3-1 0 0,2-2 0 0,1 2 0 0,2-2 121 0,2 2-45 0,1-2 71 15,0 3-61-15,-1-1-27 0,-2 0 0 0,-1 1-373 16,0 0 173-16,-9 2 96 0</inkml:trace>
  <inkml:trace contextRef="#ctx0" brushRef="#br0" timeOffset="196077.74">21183 12444 988 0,'-14'3'0'0,"7"-3"0"0,1 3 0 0,5-2 0 0,1-1 0 0,0 0 0 0,5 0 0 0,12 0 307 0,5 0-138 16,3-1-67-16,0-2 31 0,5-3-54 0,-4 3-23 16,0-1 0-16,-6 2-183 0,3-1 80 0,-2-1 48 15,-4 0-8-15,-5 1-406 0,-2 2 216 0,-2-2 108 16,-3 0-350-16,-3 0 202 0</inkml:trace>
  <inkml:trace contextRef="#ctx0" brushRef="#br0" timeOffset="196400.08">21314 11996 536 0,'0'-4'0'0,"0"4"0"0,0 0 0 0,0 8 0 0,0 13 0 0,0 1 251 0,0 6-110 0,4 5-54 0,1 6 146 16,2-4-93-16,2 13-57 0,-2-2-25 0,2 3 258 16,-1 6-141-16,0-1-71 15,-1 3 67-15,-2 0-73 0,4-1-33 0,-2-4 0 16,2-1-159-16,0-6 63 0,1-8 41 0,1 1-315 15,0-4 168-15,1-6 86 0,-1-9 41 0,-1-3-194 16,-3-6 52-16,0-6 76 0,1-4-54 0,-3 0-175 16,0-1 136-16,-2-14 69 15,-1-3-53-15,-2-9 65 0,0 4 27 0,0-4 0 0,0-3 93 16,0 2-32-16,-2 5-9 0,-4-2 147 16,2 8-86-16,-3-1-42 0,3 8-21 0,-3 3 258 15,0 3-112-15,-5 4-70 0,-1 0 5 0,-2 16 63 16,-2 1-19-16,2 4-42 0,0-2-40 0,-4 6 1 15,6-8-1-15,-4 1 1 0,4-1-248 0,0-5 124 16,4-6 69-16</inkml:trace>
  <inkml:trace contextRef="#ctx0" brushRef="#br0" timeOffset="196549.72">21603 11940 1544 0,'5'4'0'0,"4"7"0"0,2 8 0 0,-1-1 0 0,-5-2 0 0,-1 1 0 0,-1 2 0 0,-1 3 0 0,2 2 96 0,1 1-32 0,2-5 9 0</inkml:trace>
  <inkml:trace contextRef="#ctx0" brushRef="#br0" timeOffset="196873.84">22298 11949 1227 0,'-19'0'0'0,"5"0"0"0,3 10 0 0,1 7 0 0,-5-2 0 0,-2-4 0 0,-3 2-195 15,-1 2 110-15,2-1 59 0,0 2 29 0,2-5 167 16,-1 3-69-16,-1-1-26 0,3-4-8 0,4 2 7 15,-1-1-1-15,3-3-40 0,2-1 65 0,3 1-24 16,1 2-8-16,1 5 198 0,3 3-116 0,0 6-58 16,0 3-28-16,0 6 150 0,0 9-94 0,0 0-42 15,0 6-22-15,0-1 131 0,0 4-76 16,0-7-30-16,0 10-220 0,0-8 86 16,0-2 45-16,2-9 20 0,-1 2-167 0,1-10 102 15,0 0 41-15,0-5-575 0,0-7 292 0,-1-4 86 16,1-4 92-16,0-6-434 0,-2 0 265 0</inkml:trace>
  <inkml:trace contextRef="#ctx0" brushRef="#br0" timeOffset="197019.46">21957 12451 723 0,'1'-19'0'0,"3"8"0"0,5 0 0 0,3 1 0 0,-1 1 0 0,5 0 436 0,-2 3-202 0,5 0-92 15,1 0 241-15,3 4-176 0,0 1-87 0,-2-1-43 16,1 0 12-16,-1 2-32 0,0 0 0 0,-3 0-212 15,-1 0 94-15,-2 0 47 0,-3 2 31 0,0 3-716 16</inkml:trace>
  <inkml:trace contextRef="#ctx0" brushRef="#br0" timeOffset="197161.64">22111 12485 1130 0,'0'0'0'0,"0"0"0"0,0 0 0 0,0 0 0 0,1-2 0 0,7-2 0 0,4 0 179 15,-1 0-74-15,1 2-35 0,0 0 64 0,3 1-55 16,-3-1-23-16,-3 2-202 0,0 0 90 0,-2 0 44 16</inkml:trace>
  <inkml:trace contextRef="#ctx0" brushRef="#br0" timeOffset="197319.81">21847 12722 1896 0,'-3'8'0'0,"3"0"0"0,0-2 0 0,0 0 0 0,1-6 0 0,11 0 0 0,1 0 0 0,10 0 0 0,-5 0 0 0,12-8 210 0,-2-4-89 0,2-1-471 15,1-1 191-15,0-4 95 0,1-1 57 0,-2-3-351 16</inkml:trace>
  <inkml:trace contextRef="#ctx0" brushRef="#br0" timeOffset="197608.57">22371 12178 1109 0,'0'12'0'0,"-2"3"0"0,-3 2 0 0,0-2 0 0,-1-3 0 0,1 4 0 0,1-1 0 0,-1-2 0 0,4-2 200 0,-1 0-84 0,0-4-41 0,2 0-185 16,0-4 71-16,0 0 44 0,0-3-7 0,0 0-203 15,0-5 119-15,0-11 59 0,0-4 30 0,0-2-114 16,0-7 62-16,4-2 36 0,4-3-161 0,1-8 77 15,2 5 3-15,-1 5 144 0,3-2-38 0,-2 9-23 16,-1 6 1-16,-3 6 325 0,0 3-155 0,0 5-90 16,0 5-6-16,0 0 231 0,-3 11-116 0,-1 11-73 15,-1 3-36-15,0 3 63 0,-2 0-54 16,2 2-23-16,0-2 15 0,-1-5-1 16,1 1-37-16,3-1 8 0,0-4-323 0,-1-4 157 15,0-3 79-15,-1 1-556 0,-1-3 272 0</inkml:trace>
  <inkml:trace contextRef="#ctx0" brushRef="#br0" timeOffset="197908.34">22364 12389 1056 0,'-4'5'0'16,"4"1"0"-16,0-1 0 0,0 1 0 0,0-2 0 0,9-1 0 0,5 2 370 0,3 1-168 0,2 1-85 16,2 1-42-16,-5 5 65 0,1 1-58 0,2 3-24 15,-8 0-51-15,-1 4 0 0,-7 6 25 0,-3-5 9 16,0 7-113-16,-11 2 53 0,-13 0 26 0,-3 0 17 15,-3-3 9-15,0-3 8 0,-2-3-9 0,0-5-46 16,0-4 20-16,4-4-21 0,7-6 0 0,-1-3-195 16,3 0 106-16,3-3 50 0,4-14-122 0,3-8 79 15,3 0 43-15,6-5-253 0,0-2 141 16,0 2 67-16,4 2 33 0,5 8 38 16,0 4-13-16,3 3 9 0,-1 7-1 0,3 4 471 15,-2 2-235-15,8 10-118 0,-2 10-67 0,6 12 703 16,-1 4-347-16,4 2-158 0,3 1-92 0,2 2 241 15,3-1-158-15,4-1-91 0,2-1-121 0,10 3 0 16,-3-7 38-16,4 0-772 0,-3-6 394 0</inkml:trace>
  <inkml:trace contextRef="#ctx0" brushRef="#br0" timeOffset="198042.3">23376 13294 3892 0,'0'-2'0'0,"0"0"0"0,2 2 0 0,21 6 0 0,-12-6 0 0,-9-7 0 0</inkml:trace>
  <inkml:trace contextRef="#ctx0" brushRef="#br0" timeOffset="199489.84">3999 9938 857 0,'-2'-6'0'0,"2"5"0"16,0-1 0-16,-3 1 0 0,3-2 0 0,-2 1 0 0,2 2 0 0,0-2 125 0,0 2-46 0,0 0-24 0,0 0 74 0,0 0-52 0,0 0-22 15,0 0 0-15,0 0 4 0,0 0 0 16,0 4-18-16,0 5-8 0,0 2 22 16,0 1 0-16,0 1-22 0,0 0 0 0,0-2 18 15,0 2-18-15,0-3 0 0,-3 1-63 0,0-5 31 16,1 0 1-16,2-4-127 0,0-1 64 0,-1 2 42 15,1-3 8-15,0 0-129 0,0-4 62 0,0-10 39 16,1-3-1-16,4-1-84 0,0-1 32 0,0-2 36 16,1 2-14-16,-3 3-54 0,-1 4 50 15,3 1 21-15,-4 5 49 0,1 2 16 16,-2 2-22-16,0 2-9 0,0 0 138 0,0 6-76 16,0 11-26-16,-2 6 108 0,-4-3-62 0,1 9-35 15,2-1 4-15,-2 0-267 0,5 1 124 0,-3 0 54 16</inkml:trace>
  <inkml:trace contextRef="#ctx0" brushRef="#br0" timeOffset="199744.31">3964 10312 605 0,'0'0'0'0,"0"0"0"0,0 0 0 0,0-2 0 0,0 0 0 0,0 2 374 15,0 0-171-15,0 0-85 0,-2 2-35 0,0 11 161 16,-2 7-106-16,-2 5-52 0,-3 5-27 0,-2 10 66 16,-1-5-38-16,-1 15 59 0,-6-8-57 0,6 3-28 15,-2-1 0-15,0-1 3 16,7-8 8-16,-5 5-39 0,4-7-1 0,2 0-165 16,1-7 83-16,2-6 41 0,2 0 29 0,2-7-407 15,0-5 201-15,0-2 65 0,5-6 61 0,6 0-297 16,3-16 154-16</inkml:trace>
  <inkml:trace contextRef="#ctx0" brushRef="#br0" timeOffset="199938.8">3986 10271 1220 0,'3'-7'0'0,"-2"6"0"0,1-1 0 0,3 2 0 0,0 0 0 0,1 0 0 0,4 3 0 0,5 13 449 0,3 5-209 0,0 4-103 16,4 10-52-16,-6-3-18 0,6 11 274 0,-3-1-155 15,2-2-77-15,-3 2-39 0,0-9 9 0,0 11-46 0,-3-13-133 16,0 4 66 0,-1-4 33-16,-6-5-421 0,0-7 235 0,-3-2 106 15,-1-8 57-15,-2 1 28 0,-2-3-688 0,0-1 325 0,0-2-202 16</inkml:trace>
  <inkml:trace contextRef="#ctx0" brushRef="#br0" timeOffset="200086.4">3954 10742 1051 0,'-8'0'0'0,"5"0"0"16,1 0 0-16,2 0 0 0,0 0 0 0,2-3 366 0,9 0-159 0,7-3-90 0,4 1-43 0,-1-2 101 15,1 1-71-15,5 0-36 0,-7 3 43 16,9 1-43-16,-10-1-1 0,5 2-34 0,-4 1-567 16,-4 0 284-16</inkml:trace>
  <inkml:trace contextRef="#ctx0" brushRef="#br0" timeOffset="200689.64">3046 9897 228 0,'-3'0'0'0,"0"-2"0"0,-1 2 0 0,0-2 0 0,1-1 0 0,-2 0 216 16,2-1-95-16,-1 3-45 0,3-3 153 15,-2 2-98-15,3 0-50 0,0 2-15 0,-2-2 166 16,2 2-99-16,0 0-51 0,0 0 43 16,0 0-47-16,2 0-14 0,7 4 65 15,4 3-48-15,1 0-24 0,5 4 0 0,4-2 39 16,-3-1-23-16,7 2-9 0,0-4-31 0,-2 0-17 0,0-1 17 16,-3 1 0-16,3-2 8 0,-3 2 20 0,-1-3-28 15,-2 3 0-15,-3-2 41 0,-2 1-20 0,-8 1 7 16,3-2 13-16,-2 1-41 0,-5 1-1 0,1 0 63 15,-3 3-31-15,0 1 8 16,-5 2-39-16,-12 8-1 0,-2 1 1 0,-2 2-36 0,-9 9 0 16,3-3 44-16,-8 8-403 0,2-1 186 0,4 0 99 15,-1 1 33-15,6 2-694 0,4-5 345 16,-3 10 184-16</inkml:trace>
  <inkml:trace contextRef="#ctx0" brushRef="#br0" timeOffset="201724.31">3990 8556 456 0,'0'0'0'0,"-1"0"0"0,1 0 0 0,-3-2 0 0,0 0 0 0,0 1 0 0,1-2 67 0,0 1 1 0,1 1-36 0,1 1 78 0,-2 0-42 0,2 0-1 0,-1 0-34 0,1 0 38 16,0 0-39 0,-2 0 9-16,2 0-8 0,-3 0 23 0,3 1 0 0,0 4-23 15,0 0 3-15,0 0 5 0,0 1-8 0,0 3-1 16,0-1 20-16,0 3-20 0,0 2 1 0,0 0 8 0,0 5 31 16,0 0-39-16,0 1 0 0,-3 5-1 0,3 1 42 15,0-1-33-15,-2 6-8 0,2-2 19 16,0 4-19-16,0 0 0 0,0 4-1 0,0 1 22 15,0 7-21-15,0-3 0 0,0 1 22 16,0 2-23-16,0 4 1 0,-2-7 8 16,1 10-25-16,-4-5 17 0,4-1-1 0,1 1 1 0,-3-7-21 15,3 11-8-15,0-9 29 0,0 0-67 16,0-6 30-16,0 4-3 0,0-4 40 0,0-1-43 16,0-5-1-16,0-1 21 0,3-5-37 15,-2-1 16-15,1-1 3 0,1-4 6 16,-2-3-25-16,-1-3-7 0,0-4 39 0,0 0-11 15,0-2-30-15,0 0 31 0,0-1 4 0,0-2-6 0,0 0 11 16,0 0-8-16,0-2 0 0,0 1-11 16,0-1 12-16,0 0-2 0,0 2 1 0,0-2-34 15,0 0 31-15,0 0 1 0,0 0 1 0,0 0-108 16,0 0 51-16,0 0 21 0,0 0-257 16,0 0 130-16,0 0 68 0,-1-2 32 0,1-5-372 15,0-5 203-15</inkml:trace>
  <inkml:trace contextRef="#ctx0" brushRef="#br0" timeOffset="201999.78">3926 9047 836 0,'0'-10'0'0,"0"6"0"0,0 2 0 0,-3 0 0 0,-2 0 0 0,0 2 111 0,-3 0-39 0,1 8 0 16,1 5 62-1,-3 4-51-15,1 3-17 0,-5 5-8 0,2 2-36 16,0 0 11-16,-3-1 0 0,1 3-1 0,0-9-50 16,2 3 21-16,-2-5 0 0,1 2 30 0,2-6 0 0,2-4 8 15,-1-1-9-15,1-3-205 0,3-2 79 16,2-4 60-16,1 0-12 0,2 0-516 0</inkml:trace>
  <inkml:trace contextRef="#ctx0" brushRef="#br0" timeOffset="202142.49">3910 9024 867 0,'3'2'0'0,"0"-1"0"0,4 1 0 0,-2 2 0 0,7 0 0 0,-2 3 59 0,7 3 391 0,2 4-209 0,2 5-104 16,1 2-53-16,1 5 101 0,2 8-80 15,-3 2-37-15,0 5 1 0,3 4-559 16,3 9 262-16</inkml:trace>
  <inkml:trace contextRef="#ctx0" brushRef="#br0" timeOffset="202964.09">4778 10429 450 0,'-1'-6'0'0,"-3"2"0"0,0-2 0 0,-1 1 0 0,0 2 0 0,-4-2 0 0,2 1 0 0,-2 1 146 16,-1 0-60-16,1 1-27 0,-1 2 111 0,-2 0-68 16,0 2-35-16,1 8 64 0,2 3-53 0,-1 3-23 15,2 4 51-15,-3 2-36 0,2 3-1 0,4-1-28 0,0 6 39 16,0 0-23-16,2 0-1 0,0 1 20 15,3-4 12-15,0-2-20 16,0 5-7-16,3-6-6 0,2-1-22 0,6-4 0 0,2-1-107 16,2-3 62-16,3-1 18 0,0-3 0 15,4-2 27-15,0-3-307 0,2-4 139 16,-2 0 82-16,2-2 9 0,-5 0-428 0,2 0 209 0,-1-4 115 16,-5-5 58-16</inkml:trace>
  <inkml:trace contextRef="#ctx0" brushRef="#br0" timeOffset="203238.93">4834 10549 946 0,'-8'0'0'0,"6"0"0"0,2 0 0 0,0-10 0 0,0-3 0 0,6-6 0 0,9 2 128 0,5-2-48 15,3-2-24-15,2 3 1 0,1-1 30 16,-1 2-32-16,-1 4 1 0,-4 4 31 15,0 3-27-15,0 5 0 0,-4 1 7 0,1 0-8 0,-2 0-26 16,-1 9 95 0,-1 2-48-16,-2 0-24 0,2-1 9 0,-2 3 10 15,3-5-21-15,-1 3-1 0,2-5-20 0,1-2-43 0,-1-1 29 0,2-2-8 16,0-1 22-16,1 0-69 0,-2 0 34 16,1-1 9-16,-2-5 26 0,-1 1-1 0,-3-5-346 15,-3 6 141-15,3-1 91 0,-6 1-484 16,0 0 271-16</inkml:trace>
  <inkml:trace contextRef="#ctx0" brushRef="#br0" timeOffset="203440.02">5102 10442 1345 0,'-8'5'0'0,"2"5"0"0,3-4 0 0,-1 6 0 0,0-1 0 0,2 3 0 0,-3 3 0 0,3-1 0 0,2 4 203 0,-1 0-89 16,1 0-6-16,0 1-38 0,0-2 0 0,0 0-285 16,0-3 132-16,0-1 54 0,1-2 31 0,6-5-1 15,-2 0-448-15,1-5 228 0,2-3 115 0</inkml:trace>
  <inkml:trace contextRef="#ctx0" brushRef="#br0" timeOffset="203594.6">5205 10453 1252 0,'0'5'0'0,"0"3"0"0,0 5 0 0,2-2 0 0,0 4 0 0,-1 4 0 0,1 3 199 0,1 3-83 15,-2-6-42-15,1 9 74 0,1-5-49 0,-2 7-38 16,1-5 0-16,-2-3-28 0,2-1 0 0,-2 0-267 16,3-1 142-16,-3-2 58 0,1-2-190 0,0-5 128 15</inkml:trace>
  <inkml:trace contextRef="#ctx0" brushRef="#br0" timeOffset="203768.14">5419 10676 1369 0,'2'11'0'0,"3"0"0"0,-5-1 0 0,0 0 0 0,0 1 0 0,0 2 0 0,0 0 0 0,0-1 193 0,-7 0-84 0,3 0-138 16,-3-2 31-16,3 0 0 15,-2-2-184-15,4-2 115 0,-1-1 46 0,1-3-521 0,0-2 260 16</inkml:trace>
  <inkml:trace contextRef="#ctx0" brushRef="#br0" timeOffset="204048.39">5607 10466 1331 0,'3'0'0'0,"2"0"0"0,-2 3 0 0,0 8 0 0,-3 1 0 0,1 4 0 0,-1 2 0 0,2 0 199 0,0 1-83 0,3 0-42 0,3-2 71 0,3-2-60 0,1-1-26 16,3-3-55-16,0-4 29 15,2-3 0-15,0-4-148 0,-1 0 70 16,1-2 39-16,0-11 0 0,-2-8-141 0,-8 4 90 0,1-6 54 16,-4 2-119-16,-2-1 66 0,-2 2 5 0,0-1 22 15,-6 0 40-15,-4 2-36 0,-6 3-14 0,2 1 12 16,-4 0 51-16,-1 5-26 15,2 3 3-15,1 3 78 0,-2 2-38 0,2 2-26 16,1 0 1-16,2 12-1 0,1 0 18 0,6 2-119 16,5 1 55-16,1 0-1 0,0-1-297 0,6 1 156 15,8-7 61-15</inkml:trace>
  <inkml:trace contextRef="#ctx0" brushRef="#br0" timeOffset="204218.07">5894 10165 1351 0,'2'4'0'0,"9"8"0"0,2 4 0 0,7 1 0 0,0 2 0 0,8 6 271 16,-2 6-119-16,2 3-59 0,-3 4-31 0,0-1 354 15,-8 1-183-15,3 11-104 0,-9-3-40 0,-1 5-27 16,-7 2-1-16,-3 1-28 0,0 3 7 0,-7-2-493 16,-13 10 243-16,-2-8 121 0,-8 0 61 0</inkml:trace>
  <inkml:trace contextRef="#ctx0" brushRef="#br0" timeOffset="205690.47">9252 13947 797 0,'0'-1'0'0,"-5"-5"0"0,1 2 0 0,-1 2 0 0,-3-2 0 0,3 0 0 0,-3 1 90 0,0 1-29 16,1 0 9-16,0 2 179 0,0 0-109 0,-2 2-53 15,2 11-27-15,0 10 107 0,0 6-60 0,0 10-40 16,2 4 65-16,1 4-50 15,0 3-24-15,4 1 39 0,0-8-23 0,0 8-9 16,8-16-32-16,6-1 3 0,3-3-4 0,4-7 1 16,-4-8 8-16,11-2-61 0,-3-7 26 0,-1-5-8 15,3-2 35-15,-4-2-89 0,4-13 53 0,-4-9 14 16,-2-7-13-16,1-7-178 0,-7 0 76 0,-2-3-134 16,-5 3 96-16,-1-11 64 0,-5 5 9 0,-2 4 11 15,0 6-1-15,0-4 26 0,-14 5-8 0,0 2 40 16,-3 7-1-16,-2 7-30 0,0 6-1 0,-4 4 136 15,1 4-76-15,-8 3-25 16,6 3 142-16,-1 12-79 0,2 3-17 0,3 3-26 16,5-2-50-16,2 2-1 0,3-3 62 0,5-1-342 15,5 0 149-15,0-2 75 0,1-4 30 0,13-3-223 16</inkml:trace>
  <inkml:trace contextRef="#ctx0" brushRef="#br0" timeOffset="205914.59">9741 13801 507 0,'3'0'0'0,"2"-3"0"0,-1 3 0 0,-3 0 0 0,1 0 0 0,-2 0 498 0,0 0-233 16,0 9-116-16,-2 7 378 0,-6 9-248 0,1 3-114 16,-6 9-71-16,1 1 211 0,-1 8-136 0,1 0-69 15,-4 7-33-15,3 3 0 0,-4-1-9 0,4 1-25 16,0-1-170-16,4-5 86 0,1-12 41 0,5-1-160 15,3-12-128-15,0-2 166 16,0-9 82-16,0-4-538 0,2-7 241 0,8-3 148 16,3-3 88-16,-1-22-394 0</inkml:trace>
  <inkml:trace contextRef="#ctx0" brushRef="#br0" timeOffset="206109.87">9754 13777 1607 0,'4'-8'0'0,"3"7"0"0,2 1 0 0,0 0 0 0,0 0 0 0,0 3 0 0,4 8 0 0,-2 8 149 0,7 3-57 0,0 12-31 0,-3-1 348 16,2 11-192-16,2 2-92 0,-4 4-47 0,2 4 124 15,-1-1-85-15,3 0-34 0,-1-3-245 16,0-4 97-16,-1-6 49 0,-2-7-459 16,0 1 254-16,-4-12 135 0,-2-1 56 0,-4-7-295 15,0-1 166-15,-3-8 2 0,-2-4-448 0</inkml:trace>
  <inkml:trace contextRef="#ctx0" brushRef="#br0" timeOffset="206266.45">9712 14261 2128 0,'-7'0'0'0,"3"0"0"0,3 0 0 0,1 0 0 0,0 0 0 0,0-2 0 0,3-4 72 0,10 1-39 0,4 0-1 0,8-2 295 15,-2 1-287-15,-1 3 0 0,8-3-7 16,-2 3 0-16,2 0-176 0,0 1 87 0,-2-3 45 15,-1 4 30-15,7-4-8 0,-6 3-650 16</inkml:trace>
  <inkml:trace contextRef="#ctx0" brushRef="#br0" timeOffset="206414.06">10402 13850 1330 0,'0'0'0'0,"0"0"0"0,-1 0 0 0,1 0 0 0,0 0 0 0,-2 0 61 0,2 0 431 0,-2 1-234 0,2 5-112 16,0 0-57-16,0 4-384 0,2-3 165 0,1 0 89 16,5 7-291-16</inkml:trace>
  <inkml:trace contextRef="#ctx0" brushRef="#br0" timeOffset="206547.7">10424 14180 2176 0,'0'20'0'0,"-2"0"0"0,-3 0 0 0,-1-1 0 0,-1-3 0 0,0-1 0 0,0-7 432 0,4-1-200 15,-1-1 396-15,2-3-302 16,2-1-25-16,0 0-301 0,0-2 0 0,0 0-351 0,0 0 208 16,0 0 88-16,0 0 44 0,4-2 22 0,3 0-1049 0</inkml:trace>
  <inkml:trace contextRef="#ctx0" brushRef="#br0" timeOffset="208137.89">11242 13775 1547 0,'-2'-6'0'0,"2"5"0"0,0-2 0 0,0 3 0 0,0 0 0 0,0 0 0 0,0 0 0 0,0 0 0 0,3 0 0 0,3 4 200 0,4 6-88 16,-3 0-40-16,1 3 112 0,1 5-76 0,-1 1-37 16,-1 1 7-16,-1 1-102 0,1 0 28 0,-2-1 1 15,4-1 27-15,-4 0-94 0,1-1 55 0,1-2 16 16,-2-5-366-16,2-1 165 15,-2-3 106-15,2-2-520 0,1-1 278 0</inkml:trace>
  <inkml:trace contextRef="#ctx0" brushRef="#br0" timeOffset="208396.48">11629 13512 1121 0,'5'-8'0'0,"1"4"0"0,-2-1 0 0,-3 3 0 0,1 0 0 0,-2 2 0 0,0 0 0 0,0 9 137 0,0 6-56 0,-3 10-24 16,-3 5 258-16,-5 12-140 0,-1 4-72 0,0 9 115 16,-8 9-97-16,4-1-44 0,-1 2-22 0,-1 5 32 15,0 2-26-15,-3 5 7 0,1 14-35 0,-4-9 21 16,4-9 0-16,-4 4-21 0,4-9-65 0,2-18 40 16,-1 3-8-16,5-8 33 0,1-11-94 0,-1-4 47 15,3-7 23-15,-1-7-285 0,3-5 142 0,2-2 44 16,0-9 46-16,0 0-331 15,4 0 172-15,1 0 77 0,2-16 50 0,0-9-353 16,8 1 197-16</inkml:trace>
  <inkml:trace contextRef="#ctx0" brushRef="#br0" timeOffset="208574">11762 13926 1189 0,'2'0'0'0,"3"0"0"0,4 0 0 0,1 0 0 0,1 0 0 0,0 0 0 0,1 0 0 0,3 0 421 0,0 0-194 0,2-1-89 16,0-3-56-16,-2 2-9 0,2-2 0 0,0 2-40 15,-2 1-334-15,-4-1 175 0,1 0 75 0,-3 2 42 16,-2 0-603-16</inkml:trace>
  <inkml:trace contextRef="#ctx0" brushRef="#br0" timeOffset="208741.51">11743 14191 1545 0,'-6'4'0'0,"3"2"0"0,1-5 0 0,0 2 0 0,2-3 0 0,0 0 0 0,0 0 0 0,7 0 0 0,11 0 0 16,5-3 384-16,2-5-175 0,3-2-89 0,-3 0 5 0,7 0-50 16,-2-1-21-16,-2 4 0 0,0 0-478 0,4 1 228 15,-2 3 123-15,0-2-610 16,-1 4 345-16</inkml:trace>
  <inkml:trace contextRef="#ctx0" brushRef="#br0" timeOffset="209087.02">12359 13809 1189 0,'0'4'0'0,"-4"5"0"0,-1 5 0 0,-1-2 0 0,-1 4 0 0,2 4 0 0,0 4 0 0,1 1 445 0,4 2-206 15,0-4-95-15,0 9 174 0,2-4-143 0,5-3-71 16,7 2-36-16,3-7 40 0,-2-3-30 0,4-3-8 16,5-2-37-16,1-5-34 0,-3-4 0 0,3-3 34 15,-3 0-139-15,4-7 66 0,-3-8 36 0,-2 1 0 16,-3-7-171-16,0 0 103 0,-6 2 11 0,4-7-181 16,-7 3 89-16,-4-1 67 0,-1 0-7 0,-2-3 3 15,-2 5 21-15,0-10 8 0,0 3 28 0,-9 1 19 16,-4 1-19-16,-3-2-8 15,-2 2 9-15,-1 6 52 0,-2 2-26 0,3 6 1 16,-5 3 139-16,0 5-88 0,-3 3-16 0,4 2 99 16,-3 3-55-16,3 14-38 0,1 2 4 0,4-2-53 15,0 8 38-15,6-7-12 0,4 5 25 0,1-1-135 16,3 1 61-16,3 0 29 0,0-5-386 0,9 4 190 16,7-5 74-16</inkml:trace>
  <inkml:trace contextRef="#ctx0" brushRef="#br0" timeOffset="209388.24">12979 14096 1277 0,'0'0'0'0,"0"0"0"16,0 0 0-16,0 0 0 0,0 0 0 0,0 0 0 0,0 0 0 0,0 0 530 0,0 0-248 0,0 0-125 0,0 0-62 0,0 0 153 15,0 0-112-15,0 0-52 16,0 7-25-16,-4 6-198 0,-1 4 87 0,-3 1 50 15,1 2-255-15,-3 0 145 0,1 4 72 0</inkml:trace>
  <inkml:trace contextRef="#ctx0" brushRef="#br0" timeOffset="210447.84">13629 13815 764 0,'-13'-5'0'0,"2"-4"0"0,5 2 0 0,0-1 0 0,2 1 0 0,2-4 0 0,2 1 0 0,0-1 163 16,6-1-57-16,9 4 116 0,8-1-94 0,1 4-48 15,6 3-24-15,0 2 142 0,4 0-74 0,0 11-50 16,-2 6-21-16,4 8 46 0,-6 0-34 0,-5 8 1 16,-9-4-25-16,1 7-41 15,-8 2 1-15,-3 0 31 0,-6 0-32 0,0 4-1 0,-7-8 42 16,-14 7-76-16,-4-7 34 0,-3-2 0 15,-1-3 34-15,2-12-79 0,-5 1 39 16,2-1-9-16,0-9 0 0,2-4-75 0,5-4 48 0,2 0 14 16,5 0 1-16,2-2-202 0,7-14 108 0,7 0 42 15,0-11-133-15,5 1 85 0,16-5 39 0,9-4-294 16,2 1 175-16</inkml:trace>
  <inkml:trace contextRef="#ctx0" brushRef="#br0" timeOffset="210638.84">14078 13686 730 0,'5'-16'0'0,"-3"4"0"0,0 4 0 0,-2 1 0 0,0 4 0 0,-13 0 0 0,0 3 0 0,-2 0 312 16,-2 10-132-16,0 11-77 0,3 3-36 0,-2 8 243 15,3 8-138-15,3 1-70 0,5-6-27 0,3 15 169 16,2-17-106-16,0 4-52 0,5-2 36 16,11-1-45-16,6-5-14 0,2-3-66 0,5-1 0 15,3-6 35-15,1-4 1 0,1-6-310 16,2-2 163-16,-2-5 69 0,0-2 40 0,0 0-542 15,-6-5 271-15,-2-8 70 0,-4 0-339 0</inkml:trace>
  <inkml:trace contextRef="#ctx0" brushRef="#br0" timeOffset="210841.37">14572 13478 1358 0,'0'0'0'0,"0"6"0"0,0 10 0 0,0 2 0 0,-2 2 0 0,-4 10 0 0,-3 8 0 0,1 1 0 0,-3 5 445 0,-2 0-207 0,-2 2-94 16,0 1-60-16,-2 0 171 0,2-5-111 0,0-2-56 15,4-7-160-15,-3 1 60 0,2-4 18 0,2-6-450 16,2-4 238-16,3-9 120 0,1-2 59 0,2-7-293 16,2-2 99-16,0-2 111 0</inkml:trace>
  <inkml:trace contextRef="#ctx0" brushRef="#br0" timeOffset="210977.34">14506 13851 1590 0,'7'0'0'16,"3"2"0"-16,-1 6 0 0,-1-1 0 0,-1 1 0 0,1 2 0 0,0 1 0 0,-1 0 0 0,0 0 0 0,1 0 192 0,0 1-79 0,-1-1-41 0,0-1-158 0,1-3 68 16,2-2 21-16,-1-1 0 0,-2-4-481 0,7 0 255 15</inkml:trace>
  <inkml:trace contextRef="#ctx0" brushRef="#br0" timeOffset="211167.84">14902 13497 1143 0,'6'-4'0'0,"-4"4"0"0,0 0 0 0,-2 17 0 0,0 3 0 0,0 11 0 0,-8 1 0 0,-7 9 310 0,0 0-138 0,-2 2-70 15,-3 4 270-15,-3-2-173 0,0 2-84 16,0 0 31-16,0-4-57 0,-2 1-28 15,4-6 9-15,-2 4-340 0,2-10 152 0,0 1 75 16,2-4 38-16,4-7-221 0,4-7 137 0,1-4 57 16,4-6-616-16,3-5 315 0</inkml:trace>
  <inkml:trace contextRef="#ctx0" brushRef="#br0" timeOffset="211313.45">14743 13975 1771 0,'11'0'0'0,"3"0"0"0,2 0 0 0,-5 2 0 0,1 4 0 0,-5 6 0 0,2-1 0 0,-1 2 0 0,0 0 0 0,1 0 245 0,0 0-106 0,1 0-45 0,-1-1-55 16,0 0-6-16,3-2 0 0,1-2-1 0,0-3-514 15,0-1 265-15,5-4 121 0,-2 0 65 0</inkml:trace>
  <inkml:trace contextRef="#ctx0" brushRef="#br0" timeOffset="211639.78">15220 13836 747 0,'0'10'0'0,"-2"7"0"0,-2 6 0 0,1-4 0 0,-1 6 0 0,2 5 476 0,0 1-222 0,2 0-110 16,2-1-56-16,9-2 335 0,5-7-187 0,2 3-105 16,4-8-50-16,5-5 11 0,-1-5-30 0,3-6 8 15,-2 0-108-15,1-2 36 16,-3-11 0-16,-1-6 35 0,-1-2-202 0,-6 1 109 15,0-9 43-15,-4 5-214 0,-3-2 132 0,-3-3-5 16,-3 1 56-16,-3 0-176 0,-1-1 100 0,0-2 43 16,-5-1-31-16,-9 2 40 0,0-2 0 0,-5 4 31 15,-1 2-29-15,-1 7 37 0,-4 6 0 0,0 5 28 16,2 7 40-16,0 1-42 0,-5 3 8 0,5 13 183 16,0 2-105-16,7 2-34 0,-2 4-33 15,9-7 148-15,0 3-79 0,1-1-13 16,4-3-28-16,4 1-147 0,0-4 62 0,0-2 37 15,9-2-180-15,5-5 103 0,5-4 48 0</inkml:trace>
  <inkml:trace contextRef="#ctx0" brushRef="#br0" timeOffset="212019.09">15756 13458 1125 0,'3'-8'0'0,"4"6"0"0,4 0 0 0,3-4 0 0,-1 1 0 0,1-1 0 0,-4 3 227 0,3-3-97 16,1 2-49-16,-1 0-22 0,-2 1 0 0,0 1-18 15,2 0-8-15,-3-1-132 0,-3 3 66 0,1 0 33 16,-3 0-1-16,-1 0-248 0,0 0 132 0,-2 0 68 16,0 0-88-16,0 0 68 15,-2 0-12-15,0 0 28 0,0 0 60 0,0 0 1 16,0 0-49-16,0 0 242 0,-2 5-111 0,-6 4-60 15,-3 4-10-15,-2 4 92 0,-4 6-31 0,-4 3-38 16,-3 4 34-16,-6 6 24 0,0-1-22 0,0-1-23 16,0 0-22-16,3-9-1 0,1 1 8 0,5-4-9 15,6-7 86-15,5-3-43 0,0-3-21 0,6-3 66 16,0-5-36-16,4 1-29 0,0-2-1 0,0 0 65 16,8 0-43-16,5 0-22 0,4 0 9 0,0-2-40 15,1-5 10-15,3 2 0 16,-2-3 0-16,1 1-298 0,1 1 158 0,-2-1 65 15,1 2-599-15,-2 0 312 0,-2-1 108 0,1-2-326 16</inkml:trace>
  <inkml:trace contextRef="#ctx0" brushRef="#br0" timeOffset="212151.92">15943 13598 1037 0,'2'-7'0'0,"0"-1"0"0,0 4 0 0,-2 2 0 0,0 0 0 0,0 1 0 0,0 1 310 15,0 0-130-15,2 0-78 0,-1 8-35 0,1 1 169 16,2 4-102-16,-2-1-50 0,1 6-18 0,-1-2-70 15,0 4 37-15,1-1-1 0,-3-3-426 0,0 1 213 16,0 1 115-16,0 0-578 0</inkml:trace>
  <inkml:trace contextRef="#ctx0" brushRef="#br0" timeOffset="212292.54">15699 13979 1058 0,'-12'8'0'0,"5"-2"0"0,3-1 0 0,1-2 0 0,1-3 0 0,2 3 0 0,0-3 206 0,2 0-79 0,10 0-51 15,6 0-22-15,-2-4-95 0,3-3 37 0,2 0 0 16,-1-4 45-16,1 2-194 0,-2 0 93 0,-1-2 47 16,-6-2-581-16</inkml:trace>
  <inkml:trace contextRef="#ctx0" brushRef="#br0" timeOffset="212452.11">15857 13833 846 0,'-4'3'0'0,"-3"5"0"0,0 5 0 0,2 1 0 0,-2 5 0 0,-1 3 0 0,5 0 70 0,-4 7-8 0,5-1 187 15,1 0-108-15,1-2-54 0,0-3-27 0,0-1 90 16,1-1-63-16,5-7-27 0,4 0 0 0,1-7-170 16,-2-5 71-16,5-2 44 0,-2 0-8 0,6-15-280 15,-4-5 158-15,4-6 78 0,-4-3-213 0,2-3 89 16,-2-1 84-16,4-9-283 0</inkml:trace>
  <inkml:trace contextRef="#ctx0" brushRef="#br0" timeOffset="212576.78">16103 13716 1015 0,'5'-3'0'0,"-1"3"0"0,1 2 0 0,-1 10 0 0,-4 8 0 0,0 4 0 0,0-1 85 16,0 9-30-16,0-7 212 0,0 4-117 0,-2-8-58 16,2 1-30-16,-2-1-13 0,2-6-16 0,0-4 0 15,0-2-1-15,0-5-384 0,2-4 188 0,6 0 106 16,1-4 42-16</inkml:trace>
  <inkml:trace contextRef="#ctx0" brushRef="#br0" timeOffset="212776.31">16223 13364 1171 0,'0'-13'0'0,"2"3"0"0,1 6 0 0,1 4 0 0,2 2 0 0,-3 19 0 0,4 7 262 15,-4 11-115-15,3 6-57 0,-3 8-29 0,-1 5 366 16,0 11-201-16,0-5-97 0,-2 2-48 0,0-4 164 16,0-8-106-16,0 5-45 0,-6-2-35 0,-1-7-51 15,0-3 0-15,0-13-282 16,2-5 161-16,-2-3 69 0,1-8 38 0,1-7-239 15,-4-4 138-15,4-4 71 0,1-3-61 0,-1-3-603 16,3-9 334-16</inkml:trace>
  <inkml:trace contextRef="#ctx0" brushRef="#br0" timeOffset="212935.78">16372 13686 1524 0,'20'-15'0'0,"2"1"0"0,7-2 0 0,1-1 0 0,2 1 0 0,1-3 0 0,6 0 0 0,3 4 0 0,1 0 364 15,3 0-166-15,-3 2 40 0,-4 5-94 0,12 1-60 16,-10 1-26-16,-6 5-237 0,-1-2 106 0,-4 3 53 16,-9 0 34-16,-2 0-228 0,-6 0 123 0,-3 0 62 15,-3 6 31-15,-7 1-643 0</inkml:trace>
  <inkml:trace contextRef="#ctx0" brushRef="#br0" timeOffset="213102.84">16691 13608 1214 0,'-11'7'0'0,"2"4"0"0,6 3 0 0,-1 3 0 0,2 3 0 0,2 6 0 0,0 4 449 0,0 5-200 0,0 2-112 0,0 1-52 15,0 6 265-15,0-8-158 0,0 4-80 0,0-2-31 16,-2-1-160-16,-1-4 56 0,1-3-220 16,0-7 137-16,2-4 70 0,0-9 42 15,0 1-681-15,0-7 350 0,0-4 175 0</inkml:trace>
  <inkml:trace contextRef="#ctx0" brushRef="#br0" timeOffset="213255.43">16907 13615 1788 0,'5'-1'0'0,"4"1"0"0,1 0 0 0,-1 10 0 0,-2 7 0 0,-1 12 0 0,-1 1 340 0,-2 5-145 0,-1 9-85 0,0-3 260 15,-2 2-168-15,0-2-85 0,0 2-42 0,0-4-331 16,0 7 140-16,0-2 74 0,0-11-413 15,0 4 244-15</inkml:trace>
  <inkml:trace contextRef="#ctx0" brushRef="#br0" timeOffset="213387.66">17168 14270 1326 0,'0'-1'0'0,"0"0"0"0,0-2 0 0,-1 1 0 0,-8 2 0 0,-1-2 617 0,0 0-291 15,3 0-772-15,0-3 225 0,3-1 112 0</inkml:trace>
  <inkml:trace contextRef="#ctx0" brushRef="#br0" timeOffset="213995.08">18395 13435 1274 0,'0'-13'0'0,"0"5"0"0,0 4 0 0,-2 3 0 0,2 1 0 0,0 0 0 0,-2 7 0 0,-1 14 0 0,1 10 0 0,-2 9 393 16,-3 7-180-16,-1 7-91 0,-5 10-44 0,2-2 192 15,-2-6-111-15,-2 14-67 0,1-18-3 16,0 7-28-16,0-5 0 0,1-3-28 0,4-10-107 16,-3 9 49-16,5-17 29 0,0-1-162 15,3-13 96-15,2-6 55 0,-1-3 16 0,3-9-569 16,0-1 219-16,3-7 159 0</inkml:trace>
  <inkml:trace contextRef="#ctx0" brushRef="#br0" timeOffset="214178.56">18315 13538 1141 0,'5'-8'0'0,"5"4"0"0,5 4 0 0,-2 0 0 0,-1 3 0 0,4 9 0 0,3 8 229 15,1 2-99-15,5 9 338 0,3 5-222 0,0 3-106 16,-1 2-54-16,-1 4 178 0,-4 3-116 0,3 2-49 15,-4-2-37-15,-3 1-11 0,1-4-19 0,-2 0 1 16,-2-4 0-16,-1-6-282 0,-4-3 137 0,-2-5 72 16,-5-6-509-16,-1-1 291 0,-2-10 80 0,0-3-558 15</inkml:trace>
  <inkml:trace contextRef="#ctx0" brushRef="#br0" timeOffset="214318.59">18333 14004 1089 0,'0'-7'0'0,"-2"3"0"0,2 2 0 0,0-1 0 0,0 1 0 0,6-5 0 0,6 3 178 16,0 1-72-16,6-1-37 0,0 1 144 0,5-2-82 15,3 4-53-15,1-1-23 0,-1 0-347 0,2 2 162 16</inkml:trace>
  <inkml:trace contextRef="#ctx0" brushRef="#br0" timeOffset="214521.15">18988 13574 1693 0,'1'0'0'0,"1"8"0"0,4 10 0 0,-3 3 0 0,-1 3 0 0,-2 4 0 0,0 0 0 0,0 4 349 0,0 4-158 16,0 2-79-16,-4-2 212 0,1-3-146 15,3-7-64-15,-2 6-45 0,2-11-307 0,0-2 136 16,0-6 67-16,0-3-602 0,0-3 331 0,2-3 159 15,-2-3 82-15,0-1-515 0,0 0 273 0,0-5 137 16</inkml:trace>
  <inkml:trace contextRef="#ctx0" brushRef="#br0" timeOffset="-214637.2">18885 13662 206 0,'-5'-36'0'0,"0"1"0"0,3 9 0 0,2 1 0 0,0 3 0 0,2 4 364 0,7 2-165 0,10 3-83 15,4 3 143-15,6 2-117 0,5 3-54 0,4 3-28 16,-3 0 5-16,1 2-32 0,-3 2 8 0,-2 10-109 15,-5 6 50-15,-3 3 26 0,-7 1-1 0,-4 3-102 16,-8-1 71-16,-2 8 25 0,-2-3-1 0,0-1-30 16,-16 0 25-16,-2-4-19 0,-5 0 176 0,0-1-84 15,0-4-30-15,-2-5-18 0,0-1 105 0,8-2-49 16,4-6-26-16,1-1 219 16,1 0-118-16,8-4-59 0,1 0-30 0,2 0 58 15,9 0-35-15,14 0-31 0,5 0 1 0,6 0-110 16,1 1 43-16,1 8 23 0,2 3 8 0,-2 4-183 15,-3 6 98-15,-4 4 50 0,-6 2-84 0,-7 4 31 16,-5 0 46-16,-5 4-40 0,-6 0 27 0,0-3-18 16,-6 1-1-16,-12-3 297 0,-7 0-125 0,-1-7-65 15,-3-1-30-15,1-6 263 0,-2-6-133 0,6-5-34 16,-8-2-196-16,8-4 57 0,-1 0 27 16,2-6 0-16,7-9-452 0,1-6 238 15,2-9 112-15,9-2-333 0,4-11 207 0</inkml:trace>
  <inkml:trace contextRef="#ctx0" brushRef="#br0" timeOffset="-214484.61">19634 13553 995 0,'3'0'0'0,"5"2"0"0,1 6 0 0,3-3 0 0,-7 1 0 0,0-3 0 0,1 3 586 0,-2 0-277 0,-1-2-137 16,1 1 21-16,2-1-71 0,-2 2-49 0,0 1-229 15,-1 1 95-15,3 1 47 0</inkml:trace>
  <inkml:trace contextRef="#ctx0" brushRef="#br0" timeOffset="-214355.77">19703 13926 1556 0,'-12'21'0'0,"5"0"0"0,-1-2 0 0,3-9 0 0,-3 1 0 0,0-4 0 0,5-3 0 0,1-2 604 16,0-2-285-16,2 0-135 0,0 0 106 0,0 0-128 15,0 0-65-15,0 0-32 0,0-2-780 0</inkml:trace>
  <inkml:trace contextRef="#ctx0" brushRef="#br0" timeOffset="-212909.03">20036 13809 450 0,'0'0'0'0,"0"0"0"0,0 0 0 0,0 0 0 0,0 0 0 0,0 0 0 0,0-8 184 0,0-4-67 0,0 0 63 16,3-5-74-16,10 0-37 0,4-2 1 0,0 2 3 15,0 5 8-15,3-3-49 0,1 5 1 0,0 4 18 16,-1 2-19-16,1 4 9 16,0 0-8-16,-3 4-5 0,1 11 5 0,-4 4 0 15,0 2-22-15,-6 3 9 0,2 6 13 0,-6-1-38 16,-3-1 37-16,0 3 1 0,-2-2-2 0,0-7-30 15,-9 6-13-15,-2-9 39 0,-1-3-10 0,-6 0-26 16,2-6-4-16,-5 1 39 0,0-8-11 0,-1-2-18 16,-1-1-6-16,2 0 26 0,1 0-161 0,1-1 71 15,2-5 38-15,4-2-257 0,4 4 129 16,1-5 72-16,6 1 17 0,2 0-237 16,0-1 143-16,6-3 68 0</inkml:trace>
  <inkml:trace contextRef="#ctx0" brushRef="#br0" timeOffset="-212687.52">20610 13577 1282 0,'0'-12'0'0,"0"0"0"0,0 6 0 0,-2-1 0 0,-9 1 0 0,-3 2 0 0,0 3 0 0,-2 1 119 0,2 0-36 16,-6 17-29-16,4 3 177 0,-3 12-99 0,3 5-50 15,0 5-24-15,7-4 135 0,-1 11-84 0,6-15-38 16,4 4 0-16,0-1 10 0,0-6-24 0,14-1 8 15,4-4-33-15,5-3-118 0,3-5 60 0,4-3 29 16,4-2-124-16,0-6 86 0,-2-3 29 0,1-4-458 16,-2 0 232-16,-1 0 72 0,-4-4 73 0,-3-6-435 15,1-4 248-15</inkml:trace>
  <inkml:trace contextRef="#ctx0" brushRef="#br0" timeOffset="-212519.97">20920 13634 1017 0,'0'-4'0'0,"0"3"0"0,0-2 0 0,0 3 0 0,1 0 0 0,6 0 115 0,2 0-41 0,7 0 255 0,3 0-140 15,6 0-83-15,0 0-36 0,0 0 28 16,2 0-32-16,-1 0-1 0,-1 0-24 0,-1 0-243 16,-2 0 117-16,-3 0 59 0,-1 4-567 15,-9 1 306-15</inkml:trace>
  <inkml:trace contextRef="#ctx0" brushRef="#br0" timeOffset="-212364.39">20969 13839 994 0,'-21'7'0'0,"6"-2"0"0,7-1 0 0,3 0 0 0,1-4 0 0,2 2 0 0,2-2 332 16,2 0-154-16,13 2 100 0,7-1-122 0,1-1-62 0,5 0-31 15,1 0 9-15,1 4-108 0,2-4 35 16,-2 0-1-16,1 0-485 0,-2 0 260 0,-5 0 139 15</inkml:trace>
  <inkml:trace contextRef="#ctx0" brushRef="#br0" timeOffset="-212103.92">21383 13536 1352 0,'9'-21'0'0,"0"3"0"0,5 1 0 0,0-2 0 0,4 1 0 0,1 4 0 0,2-1 147 0,6 3-58 0,-2 3-28 0,3 4 168 16,1 1-99-16,-5 2-40 0,6 2-33 0,-3 0 19 16,-1 2-22-16,1 10 0 0,-7-1-13 15,6 4 20-15,-3 0-28 0,-3-1 0 0,3 0 34 0,0 1 0 16,-2-5-26-16,2 0-61 16,2-2 26-16,-1-4 0 0,3 2 27 0,-2-5-108 0,-4-1 63 15,0 0 11-15,2 0-370 0,-7 0 176 16,2 0 98-16,-7-1 27 0,-1-2 30 0,-3 0-416 15,-1 3 212-15,-5-2-241 0,-1 0 226 0</inkml:trace>
  <inkml:trace contextRef="#ctx0" brushRef="#br0" timeOffset="-211919.22">21677 13512 1284 0,'-7'6'0'0,"2"2"0"0,5 7 0 0,0 3 0 0,0 0 0 0,0 7 0 0,0 2 96 0,0 2-32 16,0 3 314-16,0 0-177 0,0-1-84 0,3 0-42 0,-3 0-15 16,0-2 0-1,0-4-19-15,0-1-9 0,0 1-421 0,0-4 211 16,2-5 105-16,-1-1-523 0,1-6 303 0,2-1 150 0</inkml:trace>
  <inkml:trace contextRef="#ctx0" brushRef="#br0" timeOffset="-211756.13">21957 13525 1246 0,'7'0'0'0,"7"4"0"0,-5 7 0 0,-2 2 0 0,-2 2 0 0,-3 6 0 0,0 4 257 0,-2 4-104 0,0 3-64 16,0 2 182-16,0 2-119 0,0-2-59 0,-2 0-253 0,2-1 93 15,0 1 50-15,0-6 25 0,0 0-679 0,5-4 337 0</inkml:trace>
  <inkml:trace contextRef="#ctx0" brushRef="#br0" timeOffset="-211616.75">22341 13869 1670 0,'3'6'0'0,"-1"1"0"0,1 2 0 0,-1-2 0 0,0 0 0 0,-2 6 0 0,0-2 0 0,-5 0 0 0,-5 2 137 0,-1 2-51 0,0 0-211 0,-3-1 75 15,3 1 41-15,1 2 22 0</inkml:trace>
  <inkml:trace contextRef="#ctx0" brushRef="#br0" timeOffset="-210949.7">22828 13600 1199 0,'-11'-11'0'0,"4"5"0"0,5 5 0 0,0-2 0 0,-1 1 0 0,3 0 0 0,0 2 0 0,0 0 173 15,0 0-71-15,10 8-34 0,1 2 132 0,0-1-76 16,3 4-49-16,2 1-21 0,0 0-52 0,0 5-1 15,1-2 32-15,-4 0 8 0,1 0-282 0,-3-3 137 16,3 2 68-16,-5-6-405 16,-2 1 200-16,5 0 122 0,-5-6-1 0,0-1-131 0</inkml:trace>
  <inkml:trace contextRef="#ctx0" brushRef="#br0" timeOffset="-210741.75">23148 13358 905 0,'3'-7'0'0,"1"1"0"0,0 4 0 0,-2 2 0 0,-1 0 0 0,-1 5 0 0,0 16 0 0,0 7 194 0,0 5-72 0,-1 17 260 16,-9 0-174-16,-5 16-88 0,0 0-43 0,-4 4 158 15,-2-1-93-15,-1 5-59 16,1-3-25-16,-1-2 1 0,0-1-27 0,1-3 1 16,5-11 8-16,2 3-65 0,1-8 29 0,3-15-1 15,3 0-301-15,1-13 165 0,4-4 91 0,1-6 15 16,1-5-467-16,0-6 191 0,0 0 134 0,9-10-287 15</inkml:trace>
  <inkml:trace contextRef="#ctx0" brushRef="#br0" timeOffset="-210535.3">23777 13348 1102 0,'1'0'0'0,"-1"0"0"0,0 7 0 0,0 11 0 0,0 2 0 0,-11 7 0 0,-8 3 0 0,-2 5 321 0,-4 9-144 16,-3 2-72-16,-4 3 226 0,0 2-140 0,2-2-84 16,1-2-37-16,5-2-48 0,-1-2 10 0,4-5 1 15,5-9-149-15,0 0-140 16,9-12 144-16,2-6 73 0,3-1-197 0,2-6 142 16,0-4 60-16</inkml:trace>
  <inkml:trace contextRef="#ctx0" brushRef="#br0" timeOffset="-210391.69">23645 13703 1041 0,'4'-2'0'0,"1"2"0"0,-3 0 0 0,2 0 0 0,-2 0 0 0,0 0 0 0,-2 0 0 0,0 8 407 0,0 1-191 0,0 3-92 16,0-2-45-16,1 3 94 0,-1-1-70 0,2 0-27 16,1 0-342-16,4-3 150 0,1-2 74 0,4-3 37 15,4-4-591-15,1 0 303 0</inkml:trace>
  <inkml:trace contextRef="#ctx0" brushRef="#br0" timeOffset="-210209.17">24072 13368 1162 0,'0'0'0'0,"0"0"0"0,0 11 0 0,0 10 0 0,-8 2 0 0,-9 11 0 0,-2 4 0 0,-6 5 0 0,0 6 420 15,-10 9-194-15,10-11-88 0,-5 6 153 0,-4 4-129 16,4-2-64-16,2-10-33 0,-1 3-131 0,5-10 58 15,-3 8 16-15,8-16-200 0,3 1 113 0,7-13 55 16,2-6 29-16,2-1-531 0,5-6 212 0,0-5 159 16</inkml:trace>
  <inkml:trace contextRef="#ctx0" brushRef="#br0" timeOffset="-210053.57">23860 13829 1311 0,'16'-7'0'0,"-4"1"0"0,8 5 0 0,-5 1 0 0,-2 0 0 0,-1 0 0 0,-1 7 0 0,0 4 0 0,1 2 0 0,0 0 183 0,-1 4-76 0,1 0-37 16,-3 2-1-16,3-1-8 0,-3 2-28 0,2-4-123 16,1 1 62-16,-1-3 30 15,4-3 8-15,0-4-414 0,3-3 218 0,1-4 110 16,-1 0-1-16</inkml:trace>
  <inkml:trace contextRef="#ctx0" brushRef="#br0" timeOffset="-209754.33">24331 13606 838 0,'1'0'0'0,"-1"6"0"0,0 14 0 0,0 8 0 0,0 4 0 0,0 3 0 0,0 2 319 0,0 1-148 0,0 0-69 0,4-2 298 16,8-4-184-16,4-4-92 0,2-7-37 0,4-1-10 16,2-6-22-16,3-7-1 0,-1-7-21 0,2 0-75 15,2-5 46-15,-1-16-8 0,-3-5-206 0,-4-2 122 16,-3-3 60-16,-3-1 30 0,-4-1-242 0,-4 0 127 15,-5-3-5-15,-1 1-49 0,-2-8 46 0,0 3 45 16,-4 5 13-16,-10-8 7 0,0 11 1 0,-4-2 22 16,-3 11 0-16,-2 1 30 0,4 13-9 0,-8 1-21 15,2 8 0-15,2 0 167 16,0 6-73-16,9 5-44 0,-2 5 177 0,6 2-98 16,4 2-29-16,6-2-159 0,0-2 57 0,0 3 21 15,13-4 31-15,10 0-447 0,5-5 206 0,0-8 106 16,2-2 39-16</inkml:trace>
  <inkml:trace contextRef="#ctx0" brushRef="#br0" timeOffset="-209282.34">24892 13380 1031 0,'4'-3'0'0,"4"-3"0"0,1 3 0 0,2-1 0 0,-1-2 0 0,1 0 0 0,2 1 0 0,2-1 308 0,1-2-137 0,6 2-69 0,0-1 48 16,1-1-58-16,-3 5-22 0,1-3-7 0,2 3-282 15,-3-1 127-15,-3 2 62 0,-2 0 31 0,-3 2-300 16,-3 0 162-16,-4 0 85 0,1 0-103 0,-4 0-3 16,0 0 73-16,-2 2-39 15,0 4 49-15,-6-1 22 0,-3 1-1 0,0 1 198 16,-5 1-88-16,1 0-52 0,-1 5-15 0,-4 1 287 16,-1 2-150-16,-1 4-32 0,-1 1-51 0,-3 4 256 15,1 0-137-15,-4-2-63 0,4 4-34 0,-2-4 1 16,4-1-33-16,7-8 87 0,3-2-1 0,2-3-43 15,6-1-22-15,-1-5 44 0,4 2-33 0,0-4 9 16,0-1-42-16,9 0-67 16,9 0 34-16,3-1 0 0,2-11 34 0,4 1-173 15,1-5 82-15,0 2 40 0,0-1-408 0,-1-1 195 16,-1 4 110-16,-4 0 17 0,5-1-124 0,-6 4 98 16,-3 0 48-16,-1 2-91 0,-4 0 69 0,-5 1 28 15,-1 4 8-15,-3 0 141 0,-2 1-53 0,0-1-26 16,-2 2 0-16,0 0 294 0,0 0-156 0,0 0-83 15,0 3 365-15,0 4-175 0,0 0-113 16,-2 0 12-16,2-1 2 0,-2 0-53 0,2 1-27 0,0-1-54 16,-2-1 1-16,0 3 34 15,0 1-9-15,-1 1-363 0,-4-1 181 0,2 3 92 16,-2-1 53-16,-2 2-637 0,-3 4 314 0,-5 1 100 16,-2-1-130-16,-1 0 178 0</inkml:trace>
  <inkml:trace contextRef="#ctx0" brushRef="#br0" timeOffset="-209165.3">25014 13737 794 0,'-28'16'0'0,"5"-5"0"16,-1 0 0-16,3-2 0 0,7-2 0 0,4-3 0 0,1-1 0 0,3 0 0 0,4-3 221 0,2 0-95 0,0 0-46 0,10 0-24 0,12-3 39 16,-2-6-23-16,10-1-8 15,0-1-178-15,1 1 74 0,-1-1 36 0,0 1-181 16,-7 3 118-16,1-1 45 0,-3 2 28 0</inkml:trace>
  <inkml:trace contextRef="#ctx0" brushRef="#br0" timeOffset="-208861.11">25159 13645 325 0,'-11'-4'0'0,"-3"0"0"0,7 4 0 0,-3 0 0 0,-1 0 0 0,4 6 0 0,-2 5 294 0,0 6-131 0,4 4-65 16,0 2-25-16,1 2 187 0,0 4-114 0,3-3-56 15,-1 2 40-15,2-1-25 16,0-6-27-16,0-1-9 0,0-1-132 0,3-4 48 16,6-4 24-16,0-3-97 0,5-5 68 0,3-3 22 15,4 0 0-15,-2-8-289 0,4-12 116 0,0-4 91 16,1-2-25-16,1-4-257 0,2-8 165 0,-5 2 81 15,1 1-48-15,-1-3 65 0,-5 8 99 0,0 0-26 16,-4 10 19-16,1-1 0 0,-7 9-26 0,-2 3 395 16,-1 4-220-16,-1 3-83 0,0 2-46 15,-2 0 214-15,-1 7-72 0,0 8-76 16,0 0 46-16,0 4 163 0,0-1-132 0,0 3-62 16,0 0-36-16,-1 0-1 0,1-2-16 0,0-3-8 15,0-3-259-15,0-1 130 0,0-4 64 0,0-5-339 16,6-1 167-16,2-2 110 0,2 0-3 0,-2-8-153 15,-1-9 84-15</inkml:trace>
  <inkml:trace contextRef="#ctx0" brushRef="#br0" timeOffset="-208635.72">25600 13243 595 0,'7'-19'0'0,"2"7"0"0,-4 3 0 0,1 6 0 0,-1 3 0 0,0 0 163 15,-1 14-65-15,1 9-33 0,0 15 289 0,-3 3-152 16,0 18-89-16,0 3 346 0,-2 7-212 0,0 2-108 15,0 2-53-15,0-10 136 0,0 12-99 0,0-19-45 16,0 2-23-16,0-5-61 0,0-7 0 16,0-7 47-16,0-3-8 0,0-9-67 15,0-6 33-15,-6-8 0 0,1-2-211 0,-5-6 131 16,-1-5 53-16,2 0-324 0,-5-1 138 0,3-10 102 16,-1-10-13-16,5-1-255 0,-2-8 177 0,3-8 86 15,5-4 41-15,1-6-345 0,0-15 195 0</inkml:trace>
  <inkml:trace contextRef="#ctx0" brushRef="#br0" timeOffset="-208333.52">25835 13400 1310 0,'27'-23'0'0,"1"1"0"0,2 6 0 0,2 7 0 0,2 1 0 0,1 6 0 0,1 0 0 0,7 2 0 0,-1 0 343 0,-3 9-155 0,1 7-77 16,1 2 94-16,-9 5-78 0,3 7-51 0,-8 4-22 15,-3 2 70-15,-7 1-45 0,-9-3-24 0,-2 6-36 16,-6-3-8-16,0 8 22 0,-18-6-1 0,-8 1-22 15,-8-1-1-15,-7-1 32 0,-5-2-8 0,0-4-38 16,-3-4-1-16,0-7 39 0,7-6-3 0,-6-3-36 16,15-3 31-16,2-7-37 0,12 3 203 15,3-3-79-15,8-2-34 0,0 0 173 16,6 0-109-16,2 0-54 0,0 0-28 0,15 0 194 16,13 2-254-16,6 1 0 0,6 1 0 0,1 1 0 15,2 2 0-15,1 2 0 0,-5-4 0 0,12 3 0 16,-8-5 0-16,2-1 0 0,-2-2-299 0,1 0 146 15,-5 0 92-15,0 0-604 0,-1 0 316 0,-5-2 158 16,-4 2 79-16,-8 0-544 16,0 0 304-16,-9 0 164 0</inkml:trace>
  <inkml:trace contextRef="#ctx0" brushRef="#br0" timeOffset="-208187.26">27069 14208 1452 0,'0'0'0'0,"1"3"0"0,4 1 0 0,3-1 0 0,-1-1 0 0,-5-2 231 0,0 0-100 0,0 0-40 0,-1-2-34 16,-1-15 370-16,0-4-196 15,0 2-100-15,-1-1-703 0,-13 1 310 0</inkml:trace>
  <inkml:trace contextRef="#ctx0" brushRef="#br0" timeOffset="-177115.02">9774 15037 862 0,'0'0'0'0,"0"0"0"0,0 0 0 0,0 0 0 0,0 0 0 0,0-3 0 0,0-2 0 0,0-3 0 0,0-1 0 0,0-2 89 0,0-1-28 0,0 0 0 0,0-3-34 16,0 1 6-16,0 0 0 15,0-2 0-15,0 3-42 0,0-3 21 0,0 3 9 16,-1-1 12-16,-5 0 0 0,-1 4 0 0,-2 0 16 15,-3 1-16-15,1 2 7 0,-3 1-8 0,1 0 19 16,1 3-21-16,-4 0-7 0,3 2 6 0,-6 1 36 16,5 0-33-16,-2 0 6 0,2 0-6 0,0 9 39 15,1 4-38-15,1 4 8 0,1 7 46 0,5 1-26 16,-2 5-1-16,3 0-27 0,5 4 37 0,0 2 9 16,0 1-47-16,0 8 72 15,5-4-35-15,4 1-1 0,0 1-35 0,2-4 60 16,3 14-34-16,-1-6 0 0,-2 2-26 0,0-2 35 15,-3 1-35-15,0-6 8 0,-3 11 19 0,-1-7-28 16,-2-1 1-16,-2-7 0 0,0 1-16 0,0 0 24 16,0-4-9-16,-6-1-38 0,-1-3 39 0,-1-5-1 15,0-2 1-15,-2-4-56 0,0-4 23 16,-1-2-12-16,0-5 40 0,-2 0-239 16,1-6 112-16,3-2 44 0,-1-1-355 0,1 0 193 15,3 0 75-15,-2 0-253 0,4-1 182 0,1-9 82 16,3-3 53-16,0 0-146 0,0-4 95 0,10-1 49 15,3-2 23-15</inkml:trace>
  <inkml:trace contextRef="#ctx0" brushRef="#br0" timeOffset="-176828.77">9794 15656 1552 0,'3'0'0'0,"1"4"0"0,-2 4 0 0,-2-1 0 0,0 6 0 0,0 3 0 0,0-1 0 0,0 3 0 0,0 1 0 0,0 0 202 0,0 1-84 0,8 1-43 15,1-4 89-15,4 2-69 0,4-4-31 0,-1-4-14 16,4-3-17-16,1-5 0 0,-3-3 8 0,1 0-94 16,-3 0 43-16,2-5 22 0,-6-12-1 0,1 0-129 15,-5-6 84-15,-4-5 29 0,-2 1-165 0,-2 2 89 16,0-6 9-16,-6 3 2 16,-6 0 11-16,-4 0 5 0,-2 3 5 0,-1 5 79 15,0 3-30-15,2 8 0 0,-4 3-33 0,3 5 70 16,-1 1-23-16,3 0-1 0,4 10-8 0,3 5 47 15,0 3-20-15,6-2 2 0,3 2-129 0,0-2 46 16,0 1 9-16,5-2 38 0,9-1-356 0,2-3 170 16,9-2 68-16,-6-6-310 0</inkml:trace>
  <inkml:trace contextRef="#ctx0" brushRef="#br0" timeOffset="-176618.34">10213 15404 913 0,'0'-11'0'0,"0"10"0"0,0-2 0 0,0 3 0 0,0 0 0 0,-7 6 202 0,0 11-76 0,0 5-51 16,0 7 384-16,-2 1-212 0,2 6-108 0,0 5 172 15,2-7-130-15,-1 5-79 0,-1-1-35 0,4 0-32 16,-1-3-2-16,0 1 0 0,1-2 8 16,1-1-241-16,0-1 116 0,-1-3 59 15,3-9 29-15,0-2-199 0,0-6 122 0,0-3 28 16,0-3-554-16,0-5 262 0,0-1 153 0,1-3-267 15</inkml:trace>
  <inkml:trace contextRef="#ctx0" brushRef="#br0" timeOffset="-176418.78">10218 15495 1274 0,'2'-4'0'0,"0"2"0"0,-2 2 0 0,2 0 0 0,0 0 0 0,1 0 0 0,4 4 0 0,5 10 535 16,-1 4-251-16,6 3-126 0,-6 5-63 0,5 4 278 15,-1 4-174-15,0 0-83 0,-2 1 10 0,1 1-47 16,0 0-23-16,1-2-111 0,-2-2 40 0,0-1 23 16,1-3 1-16,-3-1-370 0,-4-7 198 0,0-1 105 15,1-4 42-15,-6-5-576 0,2-2 289 0,-2-5 91 16,-2-2 90-16,0-1-371 0</inkml:trace>
  <inkml:trace contextRef="#ctx0" brushRef="#br0" timeOffset="-176247.25">10188 15867 1643 0,'-9'0'0'0,"3"0"0"16,4 0 0-16,0-2 0 0,2-2 0 0,0-3 0 0,0-1 0 0,10 1 0 0,6 2 598 0,4 0-282 0,3 1-134 0,0 3-78 0,3-1 259 16,-5 2-165-16,1 0-83 15,1 0-41-15,0 2-205 0,-4 1 78 0,-3 1 43 16,0-1-711-16,-2 1 377 0,-3-4 188 0</inkml:trace>
  <inkml:trace contextRef="#ctx0" brushRef="#br0" timeOffset="-174096.77">11325 15158 428 0,'0'0'0'0,"0"0"0"0,0 0 0 0,0 0 0 0,0 0 0 0,-2 0 0 0,0 0 0 0,2 0 72 0,-2 0-31 0,-1 0-8 16,3 0 102-16,0 0-51 0,0 0-26 0,0 0 93 15,0 0-51-15,0 0-38 0,0 0 0 0,0 0 37 16,0 0-33-16,0 0 0 16,0 0-25-16,0 0 50 0,0 0-29 0,0 0 0 15,0 0-1-15,0 0 1 0,3 0-21 0,-1 0-8 16,-2 0 38-16,2 0 0 0,0 0-38 0,-1 0-9 15,1 0 17-15,0 3-8 0,-2-3 0 0,2 0-24 16,0 0-1-16,0 0 25 0,-1 0 8 0,1 0-46 16,0 0 38-16,0 0-1 0,0 0-19 0,-1 0 5 15,-1 0 18-15,2 0-25 0,1 0 14 16,-3 0-6-16,2 0 5 0,-2 0 11 16,2 0-5-16,-2 0-5 0,1 0 0 0,1 0-5 15,0 0 5-15,0-3 3 0,3 3 3 0,1-1-4 16,4-1-2-16,-1 2 0 0,2-1 28 0,3 1 0 15,-2 0-19-15,6 0-7 0,0 0 15 0,3 0-12 16,0 0-2-16,1 0 29 0,0 0-19 0,3 0-4 16,-2 0-2-16,5 0-15 15,-8-3 15-15,1 3 3 0,2-1 6 0,-5-1-69 0,0-1 28 0,-4 2-5 16,-2 1-30-16,-3-2 25 16,-2 2 6-16,-1-2 14 0,-4 2-40 0,-1 0 15 15,2 0 0-15,-3-2-93 0,0 2 55 0,0-1 16 16,0-2 0-16,0 0-206 0,-6-1 112 0,0 2 41 15,1 0 26-15,-1 0-449 0,1 2 241 0,-2 0 119 16,4 0-442-16</inkml:trace>
  <inkml:trace contextRef="#ctx0" brushRef="#br0" timeOffset="-173734.75">11443 15412 772 0,'-14'0'0'15,"5"2"0"-15,0 2 0 0,-1-4 0 0,3 1 0 0,1-1 0 0,3 0 193 0,-1 0-85 0,1 0-37 16,3 0 250-16,0 0-145 0,0 0-71 0,0 0 73 16,0 0-76-16,3 0-35 0,8 0 0 0,0 0 138 15,3 3-86-15,2 1-35 0,5-3-30 0,0 3 159 16,3-2-90-16,2-2-45 0,0 0 80 0,-1 0-54 15,5 0-40-15,-3 0 0 0,1 0-6 0,0 0-25 16,-4 0 0-16,-1 0-18 0,-1 0-8 16,-2 0 26-16,0 0-1 0,-3 0-61 0,-4 4 31 0,-4-2 7 15,-1 3 24-15,-1-2-50 0,-3 2 2 0,-2-5 1 16,0 2 48-16,-2-2-12 16,0 0-21-16,0 0 13 0,0 0 142 0,0 0-66 15,0 0 82-15,0 0-172 0,-2 0 0 0,-4 0 0 16,3-2 0-16,-1-3-195 0,-1 2 126 0,2 2 54 15,1-3 19-15,2 3-839 0</inkml:trace>
  <inkml:trace contextRef="#ctx0" brushRef="#br0" timeOffset="-169055.49">12856 14815 205 0,'0'0'0'0,"0"0"0"0,0-1 0 0,0-1 0 0,0 0 171 16,0-1-60-16,3-2-44 0,-3 0 1 15,0-1-36-15,2-2 80 0,-2 2-40 0,2-1 21 16,-2-3-35-16,0 4 1 0,2-3-40 0,-2 2 14 16,0 0 0-16,0 1 7 0,0-3-36 0,0 3 0 15,0 0 28-15,-2 0 1 0,-2-1 0 0,-2 2-26 16,0 0-9-16,1 0 35 0,0-1-37 15,-3 2-10-15,0 1 40 0,-1 1 21 0,2 0-24 0,-3 1-6 0,2 1 3 16,-1 0 34-16,-2 0-33 16,3 0 6-16,-3 5-6 0,2 1 39 15,1 2-1-15,-1 2-27 0,1 0 36 0,3 0-8 16,-2 2-8-16,2 1 1 0,0 3 1 0,3-1-22 16,-2 1 1-16,2 5 45 0,0 2-8 0,1 1-38 0,1 2 1 15,0 3 72-15,0-1-37 0,0 1 9 16,0 4-44-16,0 1 38 0,0-2 0 0,0-1-38 15,0 1 33-15,0 2 8 0,0 0-41 0,0 2 0 16,1 0-28-16,3-2 28 0,-2 3 0 16,2 3 8-16,-1 0-34 0,-1-5 25 15,0 4 1-15,0-2-48 0,-1 1 24 0,-1 0 8 16,0-4 15-16,0 1-33 0,0-5-1 0,0-2 9 16,0-2-32-16,0-3 21 0,-1 1-14 0,-5-4 33 15,1-2-80-15,-3-5 33 0,3-4 0 0,-5-1-112 16,3-2 66-16,-4-5 35 0,-1-1 9 0,-1 0-232 15,2 0 104-15,-2-7 69 0,3-4 28 0,0-6-113 16,3 3 73-16,2-2 37 16,1-2-228-16,2 2 136 0,2-2 64 0,0 2 31 15,0 1-240-15,2 2 136 0,7 5 60 0,5-3 43 0</inkml:trace>
  <inkml:trace contextRef="#ctx0" brushRef="#br0" timeOffset="-168584.75">13021 15554 958 0,'0'0'0'0,"-4"-3"0"0,0 2 0 0,0-1 0 0,0 2 0 0,0 0 0 0,1 0 85 0,-1 0 212 0,1 0-241 0,-1 0-23 0,0 7 0 0,1 8-1 16,2 2 54-16,-1 1-31 16,2 3 8-16,0 2 52 0,0-2-41 0,0 2-21 15,2-5 1-15,6 0 34 0,3 0-19 0,0-3-8 16,2 0-57-16,2-6-1 0,0 0 30 0,0 0 0 0,1-7-69 16,-2 1 30-16,2-3 1 0,-4 0 38 0,2 0-58 15,-3-10 29-15,-2-3-4 0,-1-4-141 16,0-2 76-16,-5-3 38 0,-1 1-3 0,-2 1-44 15,0-1 20-15,0 0 8 0,0 5 81 16,-2 0-25-16,-5 3-8 0,1 4-19 16,-2 1 158-16,1 1-71 0,2 1-38 0,-3 0 51 15,2 3-35-15,0 0-5 0,3 0-3 0,-1 2 14 16,0-2 46-16,3 2-19 0,-1 1-25 0,0-2-79 16,2 2 24-16,-2-2 0 0,0 2-124 0,2-2 73 0,-2 0 38 15,0 0 15-15,0 0-5 0,0 0-105 16,-2 0 55-16,1 2 9 0,-1-1-32 0,1 1 20 15,-1 0-35-15,-3 0 27 0,4 0 0 16,-1 0 19-16,2 0 16 0,1 0-23 0,-1 0-309 16,2 0 164-16</inkml:trace>
  <inkml:trace contextRef="#ctx0" brushRef="#br0" timeOffset="-168131.79">13037 14732 614 0,'-11'-9'0'0,"4"2"0"0,1 1 0 0,2 0 0 0,-2 0 0 0,3-1 41 0,1 2 112 16,0-4-60-16,2 2-30 0,0 0 155 0,0-1-84 15,5 1-55-15,7-1-23 0,1 2 61 0,3 1-42 16,4 2-21-16,1-2 33 0,-1 4-31 0,2-1-1 15,-1 2-22-15,2 0 37 0,-1 0-37 16,1 0 8-16,0 0-8 0,-3 0-15 16,1 2 15-16,0-1 0 0,-3 2-33 0,1-3 9 15,-2 0 24-15,1 0 0 0,-2 0-75 0,-3 0 37 16,2 0 7-16,-6 0-145 0,2-4 77 0,-1-2 28 16,-2 0 24-16,-3 2-275 0,-1-3 137 0,-3 2 45 15,1 0 45-15,-2 2-313 0,0-1 171 0,0 3 85 16</inkml:trace>
  <inkml:trace contextRef="#ctx0" brushRef="#br0" timeOffset="-167947.22">13214 14629 978 0,'-7'4'0'0,"-1"3"0"0,4 1 0 16,-2-2 0-16,3 1 0 0,1 2 0 0,0 3 0 0,2-1 359 0,0 3-162 0,0 0-75 0,0 2-48 0,0-2 11 15,0 3-26-15,0 1 1 0,4-2-115 0,1 1 52 16,-1-2 14-16,2-1 0 16,1 2-365-16,-1-4 194 0,1-5 96 0,1-2-488 0</inkml:trace>
  <inkml:trace contextRef="#ctx0" brushRef="#br0" timeOffset="-167784.49">13336 14670 861 0,'2'-1'0'0,"0"1"0"0,1 0 0 0,1 0 0 0,-1 0 0 0,2 7 0 0,-3 4 0 0,0 3 433 16,1-1-195-16,-1 4-103 0,0 0-43 0,0 3 212 15,-2 5-135-15,0-3-68 0,0 4-37 0,0-5 0 16,0 4-23-16,0-3-348 0,0 3 170 0,0-3 85 16,0 1 42-16</inkml:trace>
  <inkml:trace contextRef="#ctx0" brushRef="#br0" timeOffset="-161489.25">13864 14992 655 0,'-8'0'0'0,"5"0"0"0,-1-3 0 0,0 0 0 0,0-1 0 0,2-1 0 0,0-1 0 0,0 0 93 16,2-1-22-16,0 1 95 0,0 0-66 0,6-1-34 15,4-1 1-15,4 1 14 0,4-1-15 16,-2 3-9-16,3 1-38 0,0 2 14 0,0 1-1 16,0 1 1-16,-1 0-31 0,1 0 30 0,-2 0 1 15,-2 7-54-15,-2 2 26 16,-1 5 1-16,-5 0 35 0,0 3-73 0,-5 4 29 15,-2 4 1-15,0-2-1 0,0 2-7 0,-4-3-9 16,-7-1 19-16,1-2 57 0,-4-2-25 0,3-5 1 16,-3-4-22-16,3-3 72 0,0-2-33 0,-1-1-1 15,2-2 106-15,-1 0-63 0,4 0-22 0,2 0 9 16,1 0-47-16,2 0 74 0,2 0-37 0,0 0-63 16,0 0 35-16,4-2-8 0,10 2 0 0,4 0-1 15,1 0-44-15,1 0 22 0,3 2-40 16,1 7 27-16,-7 3 0 0,7 1 36 15,-8 1-24-15,-3 3-26 0,-1 4 10 0,-3 0-4 16,-6 1-4-16,-1 3 0 0,-2 0 6 0,0-3 87 16,-7-2-33-16,-10 3-3 0,-2-6-26 0,0-3-6 0,-4-2 33 15,-1-4 0-15,2-3-117 16,-8-1 42-16,2-4 25 0,1 0 0 0,-3 0 28 0,2-7-129 16,5-4 59-1,-2-5 27-15,5 4-337 0,5-5 169 0,2 1 62 0,6 1-223 16,3 0 150-16,4 1 89 0,0 1 39 0,7-1-284 15,8 3 162-15,10 0 81 0</inkml:trace>
  <inkml:trace contextRef="#ctx0" brushRef="#br0" timeOffset="-161045.25">14337 15086 1109 0,'0'5'0'0,"0"3"0"0,0 0 0 0,0-2 0 0,0 0 0 0,0 0 0 0,2-2 0 0,9-2 97 0,2 0-32 15,2-1 87-15,4-1-59 0,0 0-22 0,5 0-9 16,1 0-29-16,-3-1 23 0,-1-1-24 0,0-4 1 0,-3 0-31 16,1-2-9-16,-1 1 40 0,-2 0-68 15,-2-3 33-15,-3-1 1 0,-1 1-84 16,-4-1 55-16,0 0 18 15,-4 1-90-15,0-3 50 0,-2 4 19 0,0-3-1 0,-2-1-9 16,-8 1 0-16,-1-1 34 0,-2 2-35 0,-4-3 18 16,0 3 8-16,-1 0-10 0,-2 1 48 0,0 2-1 0,-2 5-39 15,-1 3-4-15,-2 0 4 0,3 2 166 0,1 15-77 16,0 4-31-16,3 4-21 0,-1 5 174 16,0 8-90-16,4 1-29 15,3-1 105-15,3-4-70 0,4 5-37 0,3 0 8 0,2-1 4 16,0-3-24-16,6 2-1 0,7-5 76 15,4-2-50-15,4-4-17 0,1-3-47 0,2-5 14 16,2-1 0-16,6-8-1 0,0-4 1 0,0-3-188 16,0-2 90-16,0 0-353 0,-2-6 214 0,-2-8 92 0,-1 0 57 15,-3-3-227-15,-1-2 130 0,-1-1 50 16,-3 0 34-16,0 2-384 0</inkml:trace>
  <inkml:trace contextRef="#ctx0" brushRef="#br0" timeOffset="-160767.75">14779 14723 1501 0,'-4'-12'0'0,"-2"5"0"0,6 5 0 0,0 1 0 0,0-3 0 0,2 0 0 0,11 1 0 0,4 0 0 0,5 3 134 0,3 0-50 0,3 0-26 0,0 3 168 15,1 8-88 1,-3 2-57-16,0 4-12 0,-4 0-1 0,-1 3-35 0,-8-2-68 15,-1 3 42-15,-5 3-8 0,-5 1-14 16,-2 0 23-16,0-1 1 0,-7 1 24 0,-7-7-18 16,-6 3-8-16,-1-4 10 0,-2-3-24 15,0-5 1-15,-2-4 4 0,-5-3-4 0,2 0-208 16,1-2 102-16,1 0 55 0,8 0 21 16,-2-6-345-16,8-1 170 0,3 2 89 0,4-6 44 0,5-1-281 15,0 0 162-15,9-2 75 0</inkml:trace>
  <inkml:trace contextRef="#ctx0" brushRef="#br0" timeOffset="-160560.3">15282 14636 1178 0,'7'-15'0'0,"-1"5"0"0,-4-1 0 0,0-2 0 0,-2 0 0 0,0 4 0 0,-7 0 0 0,-5 1 0 0,1 5 110 15,-3 1-39-15,0 2 192 0,-6 0-119 0,2 15-56 16,-3 7 99-16,2 5-78 0,5 6 117 15,-2 3-155-15,5-1-38 0,6 4 0 0,3-6-78 16,2 0 55-16,0-1 1 0,11-4 30 0,6-2-140 16,3-2 66-16,3-6 32 0,2 0 1 0,1-3 33 15,-1-3-553-15,5 0 262 0,-3-1 89 0</inkml:trace>
  <inkml:trace contextRef="#ctx0" brushRef="#br0" timeOffset="-159729.02">15864 15158 741 0,'0'0'0'0,"0"0"0"0,0-1 0 0,0-6 0 0,-2-3 0 0,-2 1 0 0,-1-6 0 0,0 1 67 0,-2 1-7 0,2-1-27 0,-3 0 73 16,1 1-37-16,-1 2 1 0,-1 0-29 0,-2 1 27 15,-1 6 1-15,1 1-36 0,-3 3-1 0,-2 0 30 16,-3 3 8-16,-1 18-38 0,1 4 52 0,-1 8-26 16,0 1 0-16,10-1-25 15,-2 6 44-15,4-4-44 0,5 2-1 0,1-1 89 16,2-2-44-16,0-8-14 0,5 4-8 0,6-11 31 15,5-2-27-15,0-4 1 0,3-3-28 0,2-6-20 16,1-4-8-16,3 0 29 0,-2-6-65 0,-2-12 32 16,0-4 0-16,-1-4-122 0,1-10 63 0,-3-1 41 15,-1-5 3-15,-2-3-105 0,0-2 41 0,0-1 40 16,-2-8-13-16,-2-8-171 0,0-3 77 16,-1-6 56-16,-2-4 29 0,-1-3-116 15,-2 5 76-15,4 5 34 0,-8 17-7 0,3 3 21 16,-4 16 0-16,0 6 218 0,0 3-95 0,0 12-52 15,0 4-25-15,0 5 144 0,0 4-78 0,-4 0-53 16,-2 23 27-16,-1 7 341 0,1 9-138 0,-1 6-104 16,0 8 187-16,0 4-135 0,2 13-80 0,-1-2-35 15,1 6 184-15,1 1-109 0,-2 0-56 0,2-8 58 16,-1 12-61 0,3-11-26-16,2-13-139 0,0 3 56 0,0-4 29 0,0-11-142 15,4 0 81-15,3-7 44 0,1-12 22 0,-1-4-560 16,1-7 251-16,-1-4 150 0,3-7 16 15,1-2 57-15,1-2-533 0,0-20 289 0,-2-3-259 16</inkml:trace>
  <inkml:trace contextRef="#ctx0" brushRef="#br0" timeOffset="-159491.65">16071 15113 873 0,'2'-14'0'0,"1"4"0"0,3 2 0 0,-1 0 0 0,5 0 0 0,-2 2 420 15,2 1-198-15,6 1-94 0,0 2-48 16,4 0 363-16,1 2-205 0,-2 0-95 0,8 8 55 15,-4 3-82-15,-2 5-42 0,-1 0-21 0,-1 3 42 16,-8-2-23-16,1 1-8 0,-5 2-90 0,-3 1 30 16,-4 0-1-16,0 2 38 15,-4 2-109-15,-10-4 50 0,-4 1 26 16,-1-4-123-16,-6-1 74 0,5-4 33 0,-8 3-261 0,2-6 131 16,-1-2 67-16,1-1 10 0,6-2 22 0,1-2-151 0,1 0 83 15,9-3 37-15,2 0-221 0,3 0 129 16,4 0 65-16,0-6-347 0,2-8 210 0,16-1 101 0,5-4-230 15</inkml:trace>
  <inkml:trace contextRef="#ctx0" brushRef="#br0" timeOffset="-159283.56">16540 14963 961 0,'6'-9'0'0,"-3"-1"0"0,-1 5 0 0,-2 0 0 0,0-3 0 0,-11 4 0 0,-2 0 412 0,-4 2-190 0,-2 2-94 16,-1 6 126-16,-5 13-115 0,-1 9-53 0,6 4 220 15,1 5-136-15,3 6-68 0,11-3-27 16,-1 15 229-16,6-6-136 0,0 1-67 0,13 1 249 16,10-2-33-16,1-5-317 0,6 0 0 0,1-8 0 15,4-6 0-15,1-5 0 0,-5-9-765 16,5-2 439-16,1-3 175 0,-4-7-407 0,-3-3 246 16,2-1 153-16</inkml:trace>
  <inkml:trace contextRef="#ctx0" brushRef="#br0" timeOffset="-146675.72">17379 14969 273 0,'-5'0'0'0,"1"-4"0"0,2 2 0 0,0 1 0 0,2-2 0 0,-2 2 334 0,2-1-150 0,0 2-68 0,-1-2 160 0,1 2-121 16,0 0-62-16,0 0-29 0,3 0 90 0,6 0-52 15,3 0-39-15,3 0 0 0,0 0 23 0,0-2-26 16,4 1 0-16,-1-2 22 0,0-1-9 0,0 1-40 15,-1 1 0-15,-2 0-16 0,-3 1 24 0,-2-1-8 16,0 2-84-16,-2 0 43 0,-1 0 20 0,-1 0 0 16,-1 0-212-16,0 0 108 0,0 0 33 0,-1 0 36 15,1 0-437-15,1 0 216 0,-3-4 86 0,3-2-130 16</inkml:trace>
  <inkml:trace contextRef="#ctx0" brushRef="#br0" timeOffset="-146441.28">17455 15225 1290 0,'-10'0'0'0,"6"0"0"0,0 1 0 0,2-1 0 0,1 0 0 0,1 0 0 0,0 0 0 0,0 0 0 0,0 0 370 0,1 0-168 0,10 0-77 0,5 0 71 15,-2 0-81-15,6 0-41 0,1 0 70 0,-1 5-8 16,1-3-43-16,0 3-34 0,-1-2 5 0,-1 1 1 15,-2 0-32-15,-2 1-1 0,-2-3-66 0,2 0 29 16,-6 2 0-16,-1-2 37 0,-2 0-256 0,-1 0 127 16,-3-1 62-16,0-1 28 0,-2 0-653 0,0 0 316 15</inkml:trace>
  <inkml:trace contextRef="#ctx0" brushRef="#br0" timeOffset="-143097.89">18386 14934 272 0,'0'0'0'0,"-5"0"0"0,-1 0 0 0,0 0 0 0,0 0 0 0,1 0 0 0,-1 0 238 15,1 0-103-15,1 0-51 0,2 0 128 0,2 0-81 16,0 0-54-16,0 0-21 0,0 0 86 0,0-6-55 16,8-2-18-16,4-3-9 0,2 2 23 0,1-2-26 15,0 5 1-15,-2 0 2 0,2 2 8 0,0 2-35 16,1 0 0-16,-4 2 27 0,3 0 0 0,2 8-27 15,-2 3 27-15,0 3-28 0,-2 2 1 0,1 3 0 16,-5 0-56-16,-2 2 29 0,-1 2 7 16,-2 3 20-16,-4-2-48 0,0 1 23 15,0 1-18-15,-10-2 78 0,-1-5-1 0,-6 5-43 16,2-9-10-16,-4 1 52 0,3-3-4 0,-3-5-38 16,2-2 129-16,2-1-64 0,2-4-28 0,3-1 0 15,3 0 74-15,3 0-51 0,0 0-17 0,4 0-8 16,0 0 43-16,0 0-34 0,6 0 0 0,11-1-109 15,3-2 45-15,5 1-8 0,-1 2 37 0,3 0-34 16,-3 5 1-16,0 5 32 0,-3 5-63 16,4 4 27-16,-9 3 9 0,1 4 0 15,-6 1-76-15,-2 3 43 0,-6 2 3 0,-3-1-1 16,0 1 65-16,-3-3 1 0,-11 0-44 0,-3-5 141 16,0-5-56-16,-8 2-35 0,1-8 7 0,-3-4-8 15,-2-3 17-15,1-5-40 0,-2-1-140 0,2 0 67 16,-1-3 45-16,1-10-1 0,4-5-478 0,1-2 239 15,6-1 99-15,0-5 68 0,8 5-574 0,5-1 310 16,3 1 155-16</inkml:trace>
  <inkml:trace contextRef="#ctx0" brushRef="#br0" timeOffset="-142178.56">18927 15048 950 0,'0'0'0'16,"-4"0"0"-16,0 0 0 0,2 0 0 0,-1 0 0 0,3 0 0 0,-2 0 0 0,2 0 0 0,0 0 0 0,0 6 246 0,2 3-98 0,10-1-62 0,0 2 161 0,7-4-106 16,5 2-55-16,1-2-26 15,-2-3 114-15,8 0-74 0,-2-2-34 0,1-1 0 16,0 0-10-16,-4 0 1 0,-4 0-16 0,3-4-8 16,-4-1-16-16,-1-1 16 0,-3-1 0 0,-4-1-66 15,0-2 41-15,-3 0-8 0,-3-2-107 0,-3-1 71 16,-2-4 11-16,0 2 25 0,-2-4-161 0,0 2 82 15,-4-2 19-15,-7 1 27 0,-2-5-125 0,-5 5 68 16,4 0 10-16,-9-3 29 0,2 9-30 16,-1 2 24-16,-2 7 1 0,-3 3 48 15,-3 0-7-15,2 13-18 0,-6 13 147 0,2 4-74 16,4 6-33-16,0 4-1 0,5-4 268 0,3 10-140 16,6-3-48-16,9-9-42 0,3 7 298 0,2-3-154 15,2-1-70-15,15 2 52 0,5-5-69 0,3-3-34 16,-1-6 0-16,8 1 86 0,0-5-52 15,2-2-38-15,1-2-65 0,-1-6 0 0,0-1 35 0,-1-4 0 16,0-2-308-16,-3-4 150 0,0 0 79 0,-4 0 39 16,0-5-556-16,-3-8 274 15,-5 0 74-15,-2-3-360 0,-1 1 271 0,-4-4 136 16,-3-2 67-16</inkml:trace>
  <inkml:trace contextRef="#ctx0" brushRef="#br0" timeOffset="-141949.22">19483 14629 1855 0,'0'-13'0'0,"0"11"0"0,0 2 0 0,8 0 0 0,2-1 0 0,6 1 0 0,0-2 0 0,4-1 247 0,6 3-106 0,0-1-55 0,6-2 104 15,4-1-83-15,-2-1-37 0,1 0 31 0,1-1-34 16,-4 2 0-16,-8-2-26 0,6 3-159 0,-9-2 75 15,-1 3 38-15,-4-4 0 0,-5 4-234 0,-4-2 143 16,-2 3 61-16,-4-2-479 0,-1 1 209 16,0-1 142-16,-8 1-373 0,-6 0 244 0</inkml:trace>
  <inkml:trace contextRef="#ctx0" brushRef="#br0" timeOffset="-141781.66">19637 14569 570 0,'0'8'0'0,"0"-1"0"0,0 2 0 0,0 2 0 0,0-1 0 0,0 3 0 0,0 0 455 0,0 5-211 16,0-1-106-16,2 3-52 0,0 1 294 0,0 3-165 15,0-1-95-15,-1 0-112 0,-1-2 0 0,2 0 25 16,-2-1-441-16,2 0 229 0,0-2 102 0,0-7 54 16,-1-1-242-16,5-6 148 0</inkml:trace>
  <inkml:trace contextRef="#ctx0" brushRef="#br0" timeOffset="-141538.28">19783 14616 1877 0,'2'-2'0'0,"1"2"0"0,-1 0 0 0,1 4 0 0,-1 7 0 0,2 4 0 0,-3 6 0 0,1 4 0 0,0 1 0 0,0 6 300 0,0 2-133 0,0-1-59 0,-1 0 222 15,1 2-148-15,2-5-75 0,0-2-35 0,2-7-39 16,-1 1 8-16,1-2-8 0,-1-4-43 0,-1-7 22 15,0 0-1-15,0-3 22 0,-2-4-127 0,0 0 60 16,0-2 33-16,-2 0-88 0,0 0 61 0,0 0-21 16,0 0 98-16,0 0-40 15,0 0-7-15,-2 0-37 0,-2-2-163 0,0 0 89 16,0 0 44-16,-2-2 27 0,3 0-248 0,-1 3 124 16</inkml:trace>
  <inkml:trace contextRef="#ctx0" brushRef="#br0" timeOffset="-139611.03">20054 15177 851 0,'0'0'0'0,"0"0"0"0,-4 0 0 0,2 0 0 0,0 0 0 0,2 0 0 0,-1 0 0 0,1 0 365 0,0 0-166 16,0 0-83-16,1 0-42 0,12 0 283 0,10-3-166 15,3-6-79-15,5-1 194 0,-1-1-137 0,1 1-68 16,1 1-26-16,0 3 31 16,0 3-36-16,-4 0-1 0,3 3-28 0,-5 0-8 15,-3 0 8-15,-3 3-8 0,1 4-48 0,-7 1 24 16,0-1 0-16,-5-1 32 0,-3-2-75 0,-3-1 34 16,-1 0-1-16,1-2-84 0,-3-1 54 0,0 0 9 15,0 0-3-15,-5 0-50 0,-2-1 39 0,-2-8 7 16,2 2-447-16,-2 0 206 15,4 1 122-15,-1 0 58 0,5 3-269 0</inkml:trace>
  <inkml:trace contextRef="#ctx0" brushRef="#br0" timeOffset="-138780.83">20937 14782 466 0,'-4'-5'0'0,"-1"0"0"0,-2-2 0 0,6 2 0 0,-1 2 0 0,0-3 0 0,2 0 159 0,0 1-63 0,0-3-32 16,0 1 127-16,7 1-79 0,9-2-32 0,3 1-7 15,3 0 52-15,2 1-46 0,3 2-23 0,1 3 20 16,-3 1-13-16,5 0-9 0,-7 1-21 0,0 10 36 16,-2 2-37-16,-5 7 1 0,-4-3-13 0,-1 7-9 15,-5 2 22-15,-4 1 0 0,-2 0-48 0,0 4 24 16,-4-1 8-16,-9 0 16 15,-4-2-42-15,-1 1 38 0,-3-5-20 0,0-2 60 16,3-7 0-16,-3-1-45 0,3-6-6 0,2-2 48 16,2-2-19-16,3-4 0 0,4 0 87 0,1 0-55 15,3 0-23-15,3 0 0 0,0-4 42 0,2-3-33 16,10 0 9-16,9-3-41 0,6 3-35 0,3 1 1 16,2 2 33-16,1 2-60 0,1 2 38 0,0 0-7 15,-6 8 29-15,-1 6-53 0,-6 7 26 0,-3 1 0 16,-7 1-101-16,-4 9 54 0,-4 1 10 15,-3-1 21-15,-3 3 9 0,-12 1 4 0,-9 1-19 16,-4-4 15-16,-3-6 208 0,-2 0-98 16,-3-7-47-16,2-7 150 0,-8 1-85 0,7-9-48 15,-2-1-18-15,-1-4-48 0,3 0 20 0,1-1 9 16,2-14-288-16,6-1 139 0,5-5 71 0,6-3 34 16,5-3-713-16,10 3 307 0</inkml:trace>
  <inkml:trace contextRef="#ctx0" brushRef="#br0" timeOffset="-135705.59">9903 16383 195 0,'2'-3'0'0,"-2"-2"0"0,0 2 0 0,0 0 0 0,0 2 0 0,0 0 0 0,0-2 155 16,0 1-61-16,0-1 30 0,0 0-50 15,2-2-21-15,-2 2 1 0,1-5-21 16,1 2 16-16,-2-1-8 0,2 0-25 0,-2-3 17 15,2 0 0-15,-2-3-45 16,0 2 22-16,0 2 9 0,0-6 13 0,0 6 1 0,0-3-46 16,0-1 21-16,0 4-7 0,-2-4 27 0,-3 3-38 15,1 0 1-15,-2 2 17 0,0 0 9 0,-1 2-16 0,1 1 14 16,1 1-6-16,-3 0 16 0,0 3-13 0,1 1 2 16,-2 0 5-16,-1 0 17 0,1 3 4 0,1 6-24 15,-3 2 57-15,3 2-27 0,1 2 10 16,0 1-34-16,2 1 71 0,2 2-32 15,1 0 9-15,2 3-40 0,0 0 48 0,0 6-45 16,0 0 0-16,5 3-1 0,3 0 1 0,2 3 0 16,-1 2 36-16,-1 0-8 0,-1 2-29 0,0-1 1 15,1 1 32-15,-5 1-32 0,4 1 8 0,-4-3-9 16,0-1-25-16,-2-2 26 0,1-1 0 0,-2-1 0 16,0-6-23-16,0 5-9 0,0-8 40 0,-2-2-66 15,-3-1 23-15,-5 0 0 0,0-5 25 0,0 0-53 16,-4-4 17-16,-1-2 1 0,0-1-245 15,0-1 128-15,2-5 48 0,-2 1 39 16,6-2-375-16,-2-1 193 0,1 0 95 0,7 0 49 16,-1 0-260-16,4 0 158 0</inkml:trace>
  <inkml:trace contextRef="#ctx0" brushRef="#br0" timeOffset="-135479.08">10143 16710 1284 0,'0'0'0'0,"0"0"0"0,0 0 0 0,0 0 0 0,-6 0 0 0,-1 2 0 0,1 1 0 0,1 4 0 0,-2 4 0 0,4 2 231 0,-3 3-103 16,1 8-48-16,-1-3-23 0,3 6-1 0,-4 1-15 16,2 0-8-16,-1 1-65 0,1 0 33 0,-2-3 0 15,2 1-13-15,0-5 31 0,1 2-9 0,-1-6 23 16,1 1-262-16,2-6 91 15,0-2 75-15,1-1-12 0,1-1-349 0,0-3 188 16</inkml:trace>
  <inkml:trace contextRef="#ctx0" brushRef="#br0" timeOffset="-135273.52">10123 16622 898 0,'1'-4'0'0,"3"3"0"0,0 1 0 0,-1 0 0 0,1 7 0 0,0 6 110 16,2 4 274-16,2 8-175 0,2-2-89 0,4 6 1 16,-1-1-44-16,1 0-14 0,2 0-9 0,3 2-183 15,-3-2 80-15,2-2 41 0,-2 1 0 0,-4-5 49 0,1-1-8 0,-4 2-259 16,1-3 129-16,-7-3 65 0,-1 1-343 16,0-6 154-16,-2-2-35 15,0 1 105-15,-7-6 60 0</inkml:trace>
  <inkml:trace contextRef="#ctx0" brushRef="#br0" timeOffset="-135112.95">10094 16847 1236 0,'0'4'0'0,"0"3"0"0,0-3 0 0,2 2 0 0,0-4 0 0,3 1 0 0,1-1 0 0,1 0 328 15,7 0-148-15,-1 2-73 0,2-1-38 0,1-1-233 0,5 2 94 16,-1-2-457-16,1-2 279 0,-1 2 140 0,1-2-212 15</inkml:trace>
  <inkml:trace contextRef="#ctx0" brushRef="#br0" timeOffset="-134935.41">10449 16699 1190 0,'2'0'0'0,"1"1"0"0,0 3 0 0,-1 4 0 0,0 3 225 0,-2 4-97 0,0 2-47 0,0 2-24 0,0 8 176 15,0-5-93-15,0 7-57 0,0-2-25 0,0 0-169 16,0 0 71-16,0 0 37 0,1-5 8 16,1 1-381-16,0-5 203 0,0 0 102 0,-2-9 51 15,2-1-266-15,-2-4-233 0,0-4 247 0</inkml:trace>
  <inkml:trace contextRef="#ctx0" brushRef="#br0" timeOffset="-134588">10387 16772 1535 0,'2'-18'0'0,"1"2"0"0,2 5 0 0,2 2 0 0,-1 1 0 0,3-2 0 0,1 3 0 0,2 1 0 0,4 1 0 0,0 2 387 0,2 0-350 0,0 1-4 0,1 2 0 15,-1 0-279-15,1 6 261 0,-3 4-8 16,-1 0 26-16,-5 2 0 0,0 1-111 0,-4 0 56 16,-2 3 35-16,-3-2-8 0,-1 1-124 15,0 3 75-15,-11-4-13 0,-2 0 36 0,-2-3-56 16,0 0 34-16,-2-4 181 0,2-3-76 0,0 0-47 0,3-2 439 15,1-2-413-15,4 0-38 0,2 0 22 16,3 0 188-16,2 0-181 0,0 0 9 16,0-2-8-16,11-2 0 0,5 0-36 0,3 1 35 15,2 0 1-15,-1 2 8 0,3 1-66 0,0 0 28 0,-2 6 1 16,-1 5-63-16,-3 1 45 16,-2 6-46-16,-3-1 34 0,-5 1 25 0,-3 1-23 0,-3-1 95 15,-1 4-60-15,0-2-2 0,-5-2-15 16,-12 3 23-16,0-3-16 0,-6-3 2 0,-1-2-1 15,2-4-137-15,-11 4 67 16,6-5 34-16,-1 0 1 0,1-5 33 0,8-3-430 0,-1 0-258 16,3 0 332-16,6-13 162 0</inkml:trace>
  <inkml:trace contextRef="#ctx0" brushRef="#br0" timeOffset="-134418.45">10935 16597 1527 0,'8'-9'0'0,"2"5"0"0,4 3 0 0,2-2 0 0,-2 2 0 0,0 1 0 0,-1-3 306 16,3 3-137-16,0-1-68 0,5-1-34 15,-3-1-233-15,3 2 96 0,-2 0 51 16,1-2 26-16,1 3-602 0,-3 0 305 0,-2 0 156 0</inkml:trace>
  <inkml:trace contextRef="#ctx0" brushRef="#br0" timeOffset="-134244.09">10911 16979 2105 0,'-6'0'0'0,"6"0"0"0,0 0 0 0,9 0 0 0,3 0 0 0,3 0 0 0,4 0 0 0,-1 0 0 0,5 0 533 15,2 0-251-15,3-3-124 0,0 0-55 0,2-2-216 0,2-2 72 0,0 0-861 0,-2 4 467 16,-3 0-1126-1</inkml:trace>
  <inkml:trace contextRef="#ctx0" brushRef="#br0" timeOffset="-130069.27">12305 16284 558 0,'2'-3'0'0,"0"1"0"0,0-1 0 0,-2-1 0 0,0-1 0 0,1 0 0 0,-1-5 0 0,0 3 76 0,0 0-21 0,0 0 55 0,2-2-38 15,-2 2-1-15,2-3-30 0,0 2 27 16,-2-1-36-16,2 1 1 0,-2 1 0 0,0-3-38 16,0 3 46-16,0-2-8 15,0-1 0-15,0 1-39 0,0-2 39 0,0-1-48 16,-4 2 32-16,-1-1-14 0,-4 0 28 0,4 2-19 0,-1 1-10 15,-3 1 10-15,4 1 16 0,-5 1-10 16,3 0 2-16,-1 2-7 0,1 2 62 0,-1-2-27 16,1 3 6-16,-1 0 16 0,3 0-22 0,-5 0 3 15,2 4-24-15,1 4 10 0,2-1 27 0,-4 7-6 0,4-3-11 16,0-1-15-16,1 4 1 0,0-1 0 16,1 0 8-16,-1 1 19 15,2 4-27-15,-2 0 0 0,2 3 0 0,0 0 34 0,0 4 9 16,2 1-43-16,0 2-1 0,0 1 51 0,0 0-26 15,0 3 1-15,0 0 25 0,0 10-28 16,0-3-1-16,4 1-22 0,-1 6 33 0,2-1 0 0,0-5-24 16,3 8-26-16,-3-2 18 0,1-4 0 0,2-2 0 15,-4-4-42-15,1 0 29 0,-1 2-8 0,-3-5 21 16,1 3-72-16,0-5 36 0,-2-2 12 16,0 1-69-16,0-7 39 0,-2-1 9 15,-5-2-5-15,0-2-31 0,-2-7 21 0,-1 2 9 16,-1-6-41-16,-1-5 24 0,-1 1-1 0,-1-3 21 15,2 0-187-15,-3-3 83 0,1-4 50 0,3-4 8 16,1-2-243-16,3-2 136 0,5 0 59 0,2-3-262 16,0 6 168-16,0-4 86 0,6 5-306 0,9 0 195 15</inkml:trace>
  <inkml:trace contextRef="#ctx0" brushRef="#br0" timeOffset="-129724.18">12461 16905 1310 0,'0'0'0'0,"0"0"0"0,0 1 0 0,-5 2 0 0,-2 1 0 0,2 2 0 0,-3-1 0 0,5 6 0 0,-1 2 184 16,4 4-76-16,0 4-37 0,0 1 128 0,0-1-74 0,2 4-51 16,7-7 40-16,2 1-40 15,3-2-1-15,0-5-40 0,2-1-32 0,0-4 32 16,1-4-1-16,-2-3 1 0,2 0-57 0,-4 0 28 15,1-1 9-15,-1-12 19 0,-3-4-75 0,1-2 38 16,-2-5 0-16,-4 0-102 0,-3 3 65 0,0-9 4 16,-2 3-63-16,0-1 40 0,0 0 28 0,-4 2 3 15,-5 1-32-15,-4-2 18 0,-2 5-1 0,4 8 10 16,-7-1 28-16,4 3-23 0,-3 6 3 16,-3 5 110-16,4 1-50 15,-1 0-25-15,0 6 82 0,2 4-45 0,2 4-27 0,4-3 19 16,3-2-156-16,2 0 64 0,2 0 26 0,2-2 17 15,0-2-385-15,0-1 183 0,6 0 96 0,7-2 32 16,2-2-160-16</inkml:trace>
  <inkml:trace contextRef="#ctx0" brushRef="#br0" timeOffset="-128867.39">12579 16199 670 0,'-6'-2'0'0,"1"1"0"0,1-4 0 0,0 4 0 0,1-5 0 0,1 2 0 0,0 0 114 0,2-2-45 0,0 1 0 0,0-4 55 16,4 0-46-16,7-4-23 0,4 4 9 0,0-3 5 16,4 3-36-16,-3 0 0 0,3 7 21 15,-2-1-22-15,0 3 9 0,-2 0-8 0,0 5 3 16,-2 8-3-16,-1 4 28 0,-3 1 0 0,-2 4-30 15,-1 3-9-15,-5 0 11 0,2 0 0 0,-3 2-30 16,0-3-1-16,0-3 39 0,-6 5-8 0,-3-5-59 16,0 0 27-16,-5-3-3 0,1-1 31 0,-2-2-54 15,-2-4 17-15,2-1 0 0,-3-3 15 16,0-1 31-16,2-2-1 0,-1-4-26 0,2 0-8 16,-1 0 143-16,7 0-63 15,-3 0-33-15,5 0 1 0,2 0 174 0,3 0-101 16,0 0-45-16,2 0-23 0,0 0 34 0,4 0-28 15,11 0 7-15,9 0-5 0,1 0-32 0,5 4-50 0,3-1 26 16,1 1-1-16,0 0-174 16,-1-1 160-16,2 1 40 0,-3-1 0 0,-4 0-71 15,0-1 29-15,-6-1 8 0,-1 1-11 0,-2 2-79 16,-8-4 35-16,0 1 28 0,-3 2-4 0,-2-3 4 16,-4 2 8-16,0-2 6 0,-2 0 119 15,0 0-58-15,0 0-34 0,0 0 3 0,0 0-24 0,-2-2-221 16,-2-3 109-16,0-1 54 0,4-2 30 0,0 2-742 15</inkml:trace>
  <inkml:trace contextRef="#ctx0" brushRef="#br0" timeOffset="-94685.89">13578 16141 545 0,'0'-1'0'0,"0"-2"0"0,0 0 0 0,0 1 0 0,-1-2 0 0,1 1 0 0,-4-2 0 0,0 0 0 0,2 3 104 0,-2-3-36 0,0 2 0 16,2 2 26-16,-1-2-30 0,-1 2 8 15,2 1-40-15,-3 0 24 0,1 0-1 0,-2 0-22 16,0 0 32-16,-1 5-24 0,0 3-9 0,-2 4 1 15,4-3 12-15,-2 7-13 0,-1-1 1 0,1 3 8 16,1 0 21-16,-2 5-29 0,3 2-1 0,-2 0 1 16,1 1 39-16,2-1 7 0,0 6-46 0,0 0 40 15,3 1 1-15,1 0-42 0,0 0 53 0,0-1-17 16,0 2-10-16,1-4-25 0,5-3 30 0,4-1-30 16,-1-2 0-16,0-4 8 15,5 2-37-15,-1-4 1 0,0-1 28 0,2 1-1 16,-1-3-59-16,0-1 38 0,-1 0-8 0,1 0-98 15,-2-2 59-15,-2 0 17 0,1-1-144 16,-4 1 75-16,1 0 44 0,-2-3 6 0,0-1-85 16,-3-1 38-16,1-2 34 0,-2-3-12 0,0 1-247 15,-1-2 138-15,3 0 70 0,0 0 35 0</inkml:trace>
  <inkml:trace contextRef="#ctx0" brushRef="#br0" timeOffset="-94427.02">13741 16440 863 0,'-9'-9'0'0,"4"7"0"0,3-2 0 0,0 3 0 0,2 1 0 0,0 0 179 0,0 0-74 0,0 0-36 0,2 1 228 16,11 5-125-16,4 1-73 0,7-1 128 15,2-1-98-15,4-2-48 16,4 0-24-16,-2-2-21 0,0 1-3 0,0 0 0 0,-2-2-76 15,-2 2 37-15,-2-2 1 0,-3 2 46 16,0 0-95-16,-3 0 43 0,-1 0 22 0,-4-2-231 16,-3 2 99-16,-3-2 75 0,-2 0-18 0,-1 0-295 15,-4 0 147-15,0 0 90 0,0 0 44 0,-2 0 15 0,0 0-243 16</inkml:trace>
  <inkml:trace contextRef="#ctx0" brushRef="#br0" timeOffset="-94026.75">13869 16672 964 0,'-15'0'0'0,"6"4"0"0,1-4 0 0,3 0 0 0,-1 0 0 0,3 0 0 0,1 0 0 0,2-7 326 16,0-3-147-16,7 1-73 0,9 0 33 0,0 3-57 0,3 1-24 0,-1 4-1 15,1-1-143-15,-2 2 59 16,-2 0 38-16,0 10-8 0,-3 3-149 0,-5 0 90 15,0 3 45-15,-3-1 21 0,-2 3-91 0,-2-1 47 16,0 0-45-16,0-2-6 0,-9-2 4 0,0 0 29 16,-2-4-27-16,1 1 204 0,1-5-77 0,-1-1-36 15,2 0 256-15,3-3-133 0,3-1-44 0,0 0-42 16,0 3 153-16,2-3-84 0,0 0-43 0,9 0-97 16,9 0 35-16,-2 0-8 0,3 0 28 0,0 6-38 15,0 2-1-15,0 2 39 16,-5 3-117-16,2 0 54 0,-5 4 17 0,-4 2 0 15,-1-1-83-15,-4 2 54 0,-2 1-1 0,0-3 21 16,-4 1 76-16,-9-1-30 0,-2-4-14 0,-4-1 149 16,-5-1-74-16,-1-7-40 0,-2-2-12 0,2-1 5 15,-3-2-3-15,0 0-14 0,-1-2-227 0,3-10 109 16,3-3 64-16,3-6 24 16,3-2-466-16,6-3 224 0,1-2 94 0,6-4 66 0</inkml:trace>
  <inkml:trace contextRef="#ctx0" brushRef="#br0" timeOffset="-93691.55">13706 16017 491 0,'-7'0'0'0,"5"-2"0"0,0 0 0 0,0 2 0 0,2 0 0 0,0 0 0 0,0 0 351 0,0 0-151 0,6 0-88 0,6 0-39 16,6 0 175-16,2 0-107 0,4 0-54 0,5 0 56 16,1 0-59-16,2 0-26 15,-2 0 1-15,0 0-39 0,0-2 13 16,-6 1 8-16,3-2-62 0,-5 0 27 0,-1 1 0 0,-2 1 27 15,-8-2-60-15,2 3 38 0,-3-1-8 0,-3 1 30 16,-4 0-260-16,-1 0 93 0,0 0 70 0,-2-2-270 16,0 0 157-16,0-1 57 0,-4 2 43 0,-6 1-266 15,-4 0 147-15</inkml:trace>
  <inkml:trace contextRef="#ctx0" brushRef="#br0" timeOffset="-93502.06">13886 15977 417 0,'-5'0'0'0,"3"3"0"0,0-2 0 0,0 5 0 0,0 0 204 0,0 3-89 16,0 2-42-16,2 5 1 0,0 0 239 0,0 6-141 15,0-2-61-15,0 1 68 0,0 3-73 0,0 1-36 16,0-2-1-16,0-1-143 0,0 1 62 0,0 1 18 16,0-4-265-16,2-2 146 15,-2 1 73-15,2-3 36 0,-2-5-386 0,2-3 165 16,-2 0 109-16,2-6-9 0</inkml:trace>
  <inkml:trace contextRef="#ctx0" brushRef="#br0" timeOffset="-93309.53">13987 16026 1083 0,'4'0'0'0,"3"0"0"0,-4 0 0 0,3 5 0 0,-5 5 0 0,1 3 0 0,-2 3 0 0,0 2 0 0,0 2 134 0,0 6-51 0,0-3-25 15,0-2 18-15,0 8-8 0,0-3-35 0,0-2 0 16,0-1-48-16,0-1 24 0,0-1 9 0,0-3-235 16,0-3 124-16,0-4 64 0,0-3 30 0,0 0-356 15,0-4 133-15,0-1 106 0</inkml:trace>
  <inkml:trace contextRef="#ctx0" brushRef="#br0" timeOffset="-92702.36">14313 15825 327 0,'-2'-6'0'0,"2"3"0"0,0 2 0 0,0-5 0 0,0 3 194 0,0 1-85 0,0-3-38 16,0 1 0-16,4 3-38 0,3-2 0 0,0 2 8 15,3 1 193-15,-1 0-101 0,2 0-49 0,1 0-27 16,-1 4-36-16,-2 0 20 0,3 3-9 0,-3 0-48 16,2-1 24-16,-3 1 1 0,0 2 23 0,-3 0-21 15,1 0-9-15,-3-2 31 0,-1 2-67 0,-2 3 30 16,0-1-4-16,0-1 6 0,-4 3-21 0,-3-2 36 16,-4-2-13-16,1 3 10 15,-1-3 31-15,2-1 2 0,-3-1-31 0,3-1 87 16,2-2-37-16,1-1-23 0,2-2 15 0,2 2 25 15,2-3-18-15,0 2-1 0,0-2 8 0,0 1-1 16,2-1-26-16,10 0-8 0,0 3-49 0,4-3 25 16,-2 2-1-16,4 1 25 0,-4 3-55 0,4 0 23 15,-4 1-9-15,2 5-45 0,-5 0 30 0,1 1 21 16,-5 5 0-16,-4 0-23 0,1 0 0 0,-4 2 32 16,0-1 22-16,0-1 0 15,-5 1-26-15,-9-2 0 0,1 0 129 0,-2-4-56 16,-3-1-31-16,-2-5-1 0,2-1 66 0,-3-3-34 15,4-3-24-15,-1 0-175 0,2 0 75 0,3-2 43 16,2-6 8-16,1-7-407 0,7 0 202 0,1 3 83 16,2-1-219-16,0 2 141 0</inkml:trace>
  <inkml:trace contextRef="#ctx0" brushRef="#br0" timeOffset="-91293.25">14850 16451 503 0,'-2'0'0'0,"0"0"0"0,0 0 0 0,-1 0 0 0,-1 0 0 0,0 0 0 0,1 0 0 0,0 0 0 0,1 0 0 0,2 0 99 0,0 0-33 0,-2 1 0 0,2-1 43 16,0 0-42-16,0 0 0 0,0 0 46 0,4 0-40 15,8 0-1-15,-1 0-31 0,2 0 104 0,2 3-56 16,0-2-28-16,2 1 0 0,-2 0 17 0,3 2-14 16,2 2-8-16,1-1-24 15,-1 0 40-15,4 3 0 0,-3 0-39 0,-1-3-25 16,1 3-7-16,-2-4 32 0,-2 2-48 15,-4-3 23-15,-3-1 1 0,-1 0 32 0,-4-2-61 16,-1 1 21-16,-1-1 0 0,-2 0 2 0,1 0-9 0,-2 0 4 16,0 0-4-16,0 0-6 0,0-1 4 0,-2-5 8 15,-4-1 9-15,2-1-349 0,2 2 165 16,1 1 72-16,1-1-405 0,0 1 237 0</inkml:trace>
  <inkml:trace contextRef="#ctx0" brushRef="#br0" timeOffset="-90906.22">15697 16340 845 0,'2'-4'0'0,"0"-1"0"0,1-1 0 0,1-4 0 0,-2 2 0 0,0-2 0 0,-2-1 0 0,0-2 0 0,0 2 125 0,0-1-38 0,0-1-31 16,0 3-57-16,0 1-1 0,-6 2 35 0,-1 1 0 15,-3 2-60-15,-1 2 25 0,-2 2 1 0,-2 0 33 16,-2 8-44-16,-5 7 1 0,4 0 45 0,-4 5 34 16,1 2-20-16,2-2-28 0,5-4 133 0,0 3-64 15,7-5-23-15,-1 2-8 0,7-5 100 0,1 1-63 16,0-1-31-16,7 1 0 0,8-5-52 0,5 1 21 16,3 3-1-16,2-3 1 15,0-1-94-15,0 2 47 0,-2-1 31 0,5 3-74 16,-5 0 44-16,-7 0 24 15,2 2-176-15,-6 0 90 0,-2 3 18 0,-4-1 6 0,-4 0 8 16,-2 0 1-16,0 2 153 0,-2-2-61 0,-12 0-38 16,-4 0 87-16,-3-3-110 0,-2-2 6 0,5 0 7 15,-5-2-4-15,2-4-92 0,3-1 46 16,2-3 24-16,4 0 28 0,4-3-377 0,4-9 178 0,4-5 74 16,0-7-304-16,12 0 196 0</inkml:trace>
  <inkml:trace contextRef="#ctx0" brushRef="#br0" timeOffset="-90754.59">15786 16405 993 0,'11'-3'0'0,"-1"2"0"0,4 1 0 0,-7 0 0 0,-1 6 0 0,-1 9 0 0,-1-1 0 0,-1 5 185 0,-1 3-77 0,-2 2-37 15,0-1 258-15,0 5-152 0,0-4-72 0,-5 2-36 16,1-4 13-16,1 2-16 16,-1-5-9-16,0-2-298 0,3-7 137 0,-1-2 68 15,0-3 35-15,0-2-203 0,2-3 114 0,0-3 62 16,0-22-544-16</inkml:trace>
  <inkml:trace contextRef="#ctx0" brushRef="#br0" timeOffset="-90608.01">15913 15850 909 0,'7'-7'0'0,"4"2"0"0,1 4 0 0,1 1 0 0,-6 0 0 0,2 7 0 0,-2 6 0 0,0 3 204 0,0 2-78 0,3 6-50 0,-2 1-194 16,1 5 75-16,-2 1 38 0,1 1 0 0,-2 8-181 15,-1 7 103-15,-3-2 54 0</inkml:trace>
  <inkml:trace contextRef="#ctx0" brushRef="#br0" timeOffset="-90398.68">16041 16479 863 0,'-2'27'0'0,"0"-1"0"0,2-6 0 0,-2-4 0 0,2-5 0 0,0-6 0 0,0-3 0 0,0-2 0 0,0 0 233 0,0-3-105 0,8-17-47 16,1-2 37-16,4-2-42 15,2-5-22-15,2 3 9 0,0 0-80 0,2 3 25 16,-5 7 0-16,2 2 25 0,-3 5-35 0,-1 7 8 15,0 2 26-15,-3 0-35 0,1 9 36 0,-2 14 0 16,-3 3-1-16,-1 4 76 0,-1 0-42 0,-1 2-23 16,3 0 34-16,-2-2-24 0,1-4-1 0,2-6-1 15,1 1-39-15,2-3 20 0,1-7 1 16,-1-1-265-16,2-6 130 0,3-4 69 16,-3 0 26-16,2-3-548 0,-2-9 269 0,5-11 102 15,-9 2-255-15</inkml:trace>
  <inkml:trace contextRef="#ctx0" brushRef="#br0" timeOffset="-90239.7">16422 16217 622 0,'0'0'0'0,"0"0"0"0,1 0 0 0,-1 0 0 0,0 0 444 0,2 0-205 0,2 1-96 0,2 3-58 16,0 3 147-16,3 4-100 0,3 1-49 0,-3 5 145 15,2 0-90-15,1-1-56 0,0 7-25 0,1-2-323 16,-3-6 150-16,1 4 74 0,0-1-582 0,-1-3 319 15,-3 1 161-15</inkml:trace>
  <inkml:trace contextRef="#ctx0" brushRef="#br0" timeOffset="-90026.13">16767 16039 984 0,'0'0'0'0,"-2"2"0"0,0 9 0 0,-1 7 0 0,-3 6 0 0,-3 8 0 0,-1 10 552 0,-1 5-260 0,-3 11-129 16,0-6 271-16,-4 20-205 0,0-3-98 0,1 5-49 16,-1 3-13-16,-1-3 1 0,2-11-29 0,-4 12-8 15,4-24-305-15,3 2 153 0,-2-7 76 16,9-10-178-16,-1-10 135 0,5-2 55 16,1-11 32-16,-2-6-606 0,4-2 255 0,0-5 159 15</inkml:trace>
  <inkml:trace contextRef="#ctx0" brushRef="#br0" timeOffset="-89773.76">16857 16036 1828 0,'0'-13'0'0,"9"5"0"0,1 3 0 0,3-1 0 0,1 4 0 0,0 1 0 0,2 1 0 0,-2 0 0 0,9 12 0 0,-2 6 192 15,-3 5-80-15,1 7-39 0,0 6 1 0,-6-4-12 16,2 12-9-16,-7-6-20 0,-5 2-94 0,-1 1 46 16,-2-1 25-16,0-2-49 0,-9 9 32 0,-8-7 0 15,-4 0 40-15,-3 0-90 0,-4-6 27 0,2-8 35 16,-4-3-371-16,2-4 177 16,7-9 56-16,1-6 54 0,2-1-311 0,7-3 170 15,1-3 98-15</inkml:trace>
  <inkml:trace contextRef="#ctx0" brushRef="#br0" timeOffset="-89340.92">17567 16333 762 0,'-4'-18'0'0,"-5"3"0"0,0-1 0 0,-3-3 0 0,-1 3 0 0,-6-6 0 0,3 10 0 0,-3-1 186 0,-1 8-77 0,2 4-38 0,-1 1 8 16,-1 1 115-16,1 19-80 0,2 7-41 0,0 9 74 16,3 2-58-16,5-5-19 0,4 6-9 0,3 0 14 15,2-2-21-15,0-5-1 16,4-6 66-16,11 2-47 0,-2-10 0 0,2 0-39 16,4-7-94-16,-2-5 47 0,1-6 31 0,5 0-160 15,-2-6 88-15,-3-17 42 0,1-5 22 0,0-9-272 16,-4-1 133-16,1-11 36 0,-4 0-68 0,-3-1 39 15,-1-6 46-15,-2-11 14 0,-2 12-80 0,-1-19 59 16,-1 8 26-16,2 14-1 0,-2-2-24 0,0 12 24 16,-1 12-7-16,1 5 246 0,-2 11-106 0,0 4-53 15,0 7-27-15,0 3 347 0,0 9-180 0,0 20-49 16,0 10 209-16,0 4-134 16,0 8-77-16,2 3-39 0,2 4 69 0,2 10-57 15,1-8-26-15,-1 2 1 0,-1-10 55 0,2 5-40 16,2-3 8-16,0-1-222 0,-2-5 87 0,3-4 43 15,-3-12 22-15,1-2-367 0,-1-9 202 0,1-8 52 16,0-5-242-16,-1-7 120 0,2-1 100 0</inkml:trace>
  <inkml:trace contextRef="#ctx0" brushRef="#br0" timeOffset="-89192.8">17813 16202 744 0,'8'7'0'0,"5"2"0"0,-1-2 0 0,0 1 0 0,1 2 0 0,-1-1 0 0,3 6 401 0,2 2-185 0,-3-2-83 0,7 6 138 16,-4-5-119-16,-2-1-60 0,2 2-30 0,0-2-284 16,2 0 135-16,-2-6 56 15,0-1-584-15,1-4 305 0</inkml:trace>
  <inkml:trace contextRef="#ctx0" brushRef="#br0" timeOffset="-89016.27">18335 15914 1443 0,'8'-7'0'0,"-1"4"0"0,1 3 0 0,-5 0 0 0,-1 8 0 15,-2 16 0-15,-9 14 0 0,-12 17 324 0,-7 6-146 0,-11 19-72 0,0-6 447 16,-16 26-265-16,-9 12-127 0,2 1-6 0,-2 9-61 16,-3 2-31-16,10-16 9 0,-6 20-657 0,21-33 309 15,16-12 154-15,5-8 78 0</inkml:trace>
  <inkml:trace contextRef="#ctx0" brushRef="#br0" timeOffset="-87130.88">18685 16374 535 0,'0'0'0'0,"-2"0"0"0,0 0 0 0,2 0 0 0,-1 0 0 0,-2 0 0 0,3 0 0 0,-2 0 76 0,2 0-21 0,0 0-1 0,0 0 84 16,0 0-53-16,0 0-18 0,0 0 11 0,0 0-22 15,5 0-1-15,5 0-22 0,1 0 113 0,5 0-49 16,-2 0-36-16,6 0 1 0,-4 0 65 16,3 0-47-16,0 0-23 0,-1 0 7 0,2 0-8 0,-4 0-23 15,1 0-43-15,-2 0 22 16,0 0-1-16,-2 0 30 0,3 1-154 0,-7 1 73 16,2-2 36-16,-1 3 0 0,-3-2-114 0,-2-1 48 15,-1 0 39-15,0 0-15 0,-1 0-364 0,-2 0 170 16,-1 0 104-16</inkml:trace>
  <inkml:trace contextRef="#ctx0" brushRef="#br0" timeOffset="-86932.08">18711 16693 471 0,'-10'0'0'0,"5"0"0"0,3 1 0 0,2 4 0 0,0-2 305 0,0 2-140 0,2 0-67 0,5-2-32 15,9 0 304-15,6 1-169 0,-2-3-75 0,9-1 157 16,1 0-124-16,-2 0-64 0,2 0-101 0,0 0-1 16,-5 0 48-16,5 0-8 0,-10 0-386 15,3-1 192-15,-4-1 98 0,-3 2 47 16,-4 0-631-16</inkml:trace>
  <inkml:trace contextRef="#ctx0" brushRef="#br0" timeOffset="-82037.46">19483 16375 792 0,'0'0'0'0,"0"0"0"0,0 0 0 0,0 0 0 0,0 0 0 0,-2 0 0 0,1 0 0 0,-2 0 0 0,3 0 118 0,0 2-42 16,0 1 37-16,0 0-32 0,4-2-8 0,7 2-40 16,4-3 147-16,4 0-74 0,4 0-37 0,-1 0 9 15,4 0 99-15,1 0-72 0,-1 0-37 0,-1-3 106 16,1 0-71-16,-4 2-27 0,4-2-8 0,-1 1 9 15,-2 2-22-15,3-1 0 16,-6 1-14-16,3 0-38 0,0 0 1 0,0-2 28 16,-2-1-117-16,0 2 58 0,-4 0 39 0,0-2-9 15,-4 0-292-15,-3 1 154 0,-1-1 42 0,-2 2 50 16,-3 0-432-16,-2-2 225 0,1 1 108 0,-2 2-275 16,-1 0 192-16</inkml:trace>
  <inkml:trace contextRef="#ctx0" brushRef="#br0" timeOffset="-81630.46">19707 16519 1057 0,'-11'5'0'0,"2"1"0"0,2-2 0 0,3-4 0 0,1 3 0 0,3-3 0 0,0 0 0 0,0 3 171 0,5-3-69 0,8 0-34 16,1 0 7-16,0 0-32 0,2 0-10 0,-2 3 0 15,0 1-118-15,-3 1 59 0,-2 3 38 0,-1 1-9 16,-4 1-177-16,-2 2 97 0,-2 4 47 0,0 2 25 16,-2 0-79-16,-10-2 12 15,1 1 32-15,-2-3 85 0,0-2-29 0,2-2-21 16,1-2 203-16,1-1-98 0,3-3-51 0,3-2-11 16,1-2 95-16,2 2-35 0,0-2-33 0,2 0 18 15,10 0-26-15,6 0 0 0,0 0-24 0,3 0-28 16,0 0 36-16,2 0-8 0,-3 0 0 0,1 5-81 15,-3 4 41-15,-3 3 0 16,-4 1-42-16,-1 3 23 0,-6 0 25 0,-2 2-9 16,-2 2 49-16,-4 2-40 0,-10-5 11 0,-6 1-19 15,-1 0 97-15,-3-5-38 0,-3-2-1 0,-3-2 86 16,0-1-60-16,-2-5-17 0,0-3 1 0,2 0-154 16,-2 0 61-16,2-2 49 0,0-12-440 0,4-3 211 15,4-8 108-15,-1-3 41 0,4-9-514 0,4-1 264 16</inkml:trace>
  <inkml:trace contextRef="#ctx0" brushRef="#br0" timeOffset="-81278.4">19432 15963 957 0,'-2'-25'0'0,"-1"6"0"0,1 4 0 0,0 2 0 0,0 2 0 0,2-1 0 0,0 0 194 0,2 2-81 0,7 1-40 15,6 3 65-15,4 0-44 16,2 5-35-16,4-1 0 0,-7 2-63 0,6 0 37 16,-7 3 0-16,2 9-28 0,-4 1-8 0,-2 4 36 15,-4 2 0-15,0 4-76 0,-8 1 37 0,-1-1 9 16,0 8-102-16,-12-3 60 0,-4-2 3 0,-3 1 24 16,-2-5-64-16,3-7 37 0,-7 5 6 0,6-11 0 15,-1-2 50-15,1-1-27 0,2-4-6 0,6-1 81 16,-2-1-35-16,6 0 0 0,0 0-33 0,5 0 234 15,0 0-101-15,2 0-54 16,0 0 131-16,6 0-88 0,11-1-42 0,2-5-23 16,5 0 28-16,-3 3-16 0,7-3-9 0,-1 3-24 15,-1-3-65-15,1 2 32 0,-2 0 0 0,0 1 41 16,-1 0-118-16,1 2 55 0,-3-2 28 0,-1 3-510 16,0 0 216-16,0 0 135 0,-1 0 14 0</inkml:trace>
  <inkml:trace contextRef="#ctx0" brushRef="#br0" timeOffset="-81029.08">19853 15822 1366 0,'-12'0'0'0,"11"-3"0"0,1 3 0 0,0 0 0 0,0 0 0 0,10 0 0 0,2 0 0 0,8 0 247 15,1 0-107-15,9 0-53 0,1 0 200 0,2 0-132 0,1-1-60 0,1-5-32 16,-3 3-40-16,-2-2 10 16,-9 2 8-16,6 0-186 0,-6 0 89 0,-3 2 45 15,-2-2 21-15,-7 3-315 0,1 0 176 0,-5 0 77 16,-3 0-257-16,0 0 152 0,0 0 6 0,-2 0 61 16,0 0-244-16,-8 0 155 0</inkml:trace>
  <inkml:trace contextRef="#ctx0" brushRef="#br0" timeOffset="-80863.83">20004 15777 1046 0,'0'11'0'0,"-3"5"0"0,3-2 0 0,0 1 0 0,0 2 0 0,0-2 0 0,0 4 0 0,3-1 183 0,2 3-76 0,-1 2-37 0,1 3 179 16,-3-3-101-16,0 5-61 0,0 0-6 0,-2 0-24 15,0 1-1-15,0-3-23 0,0-3-204 16,0 3 98-16,0-8 52 0,0-4 28 0,0-5-457 0,0-4 212 15</inkml:trace>
  <inkml:trace contextRef="#ctx0" brushRef="#br0" timeOffset="-80685.26">20155 15844 1366 0,'6'0'0'0,"3"0"0"0,1 2 0 0,-2 11 0 0,-3 1 0 0,-1 2 0 0,-1 2 0 0,-1 8 206 0,0-4-86 0,0 0-36 15,-2 8 57-15,0-4-54 16,0 3-27-16,0-1 0 0,0-1-104 0,0-4 47 16,0 0-9-16,0-2-323 0,0-4 180 0,0-6 91 15,2 1 46-15,0-7-484 0,-1-5 247 0</inkml:trace>
  <inkml:trace contextRef="#ctx0" brushRef="#br0" timeOffset="-80311.19">20418 15583 1196 0,'9'0'0'0,"5"0"0"0,-1 0 0 0,1 0 0 0,-2 0 0 0,1 0 0 0,1 0 0 0,-3 0 0 0,2 0 0 0,-2 0 164 16,0 0-70-16,-3 8-30 0,-2 1-68 0,-2 3 0 15,-3-1 36-15,-1 2 9 0,0 2-88 0,-5-2 40 16,-4 0 0-16,-5-2 40 0,1 1-11 0,0-4 19 15,2 0-17-15,2-2 57 16,0-2-26-16,4-1-39 0,1-3 7 0,2 3 159 16,2-3-76-16,0 0-37 0,0 2 6 0,10-2-21 15,5 2 8-15,3-2-29 0,3 3 27 0,2 1-28 16,-1 2 1-16,-1 1 0 0,2 2-27 0,-4 4-8 16,-1 0 35-16,-2 5-113 0,-4-2 56 0,-4 3 28 15,0 0-2-15,-6-1-86 0,-2 2 30 0,0-2 31 16,-5 1 105-16,-10-1-38 0,0-2-11 15,-9-1-30-15,0-1 222 0,-3-5-104 16,-1-2-41-16,0-2-29 0,3-5 14 0,1 0-32 16,2 0 0-16,2 0-119 0,8-9 60 0,3 3 29 15,0-3 8-15,9 1-526 0,0-2 242 0</inkml:trace>
  <inkml:trace contextRef="#ctx0" brushRef="#br0" timeOffset="-77076.54">20981 16252 774 0,'-1'0'0'0,"-3"0"0"0,4 0 0 0,-2 0 0 0,2 4 0 0,0-4 0 0,0 0 0 0,0 1 84 0,0-1-26 0,2 2 0 0,7 1 163 16,7-3-95-16,0 0-38 0,3 0 131 0,8 0-94 16,-1 0-45-16,2 0-24 0,4-3 53 0,0 0-30 15,0-1-8-15,2 1-39 16,-4-1-28-16,0 3 29 0,-7 0 8 0,0 1-48 15,0 0 0-15,-2 0 39 0,-5 0 1 0,0 1-217 16,-7 4 112-16,0-2 47 0,-2 2-437 0,-4-3 225 16,-1 1 73-16,0-3 68 0,-2 0-335 0</inkml:trace>
  <inkml:trace contextRef="#ctx0" brushRef="#br0" timeOffset="-76866.52">21279 16007 699 0,'0'-5'0'0,"0"4"0"0,-2 1 0 0,2 0 0 0,-2 0 215 0,0 0-83 0,2 10-54 15,-2 8 246-15,2 4-146 0,0 4-72 0,0 2-37 16,0 4 109-16,0 4-77 0,0 2-34 0,0-4 0 16,0 5-148-16,0-3 57 15,0-1 37-15,2-3-300 0,0 3 160 0,0-5 79 16,1 1 41-16,-1-3-199 0,0-5 68 0,2 1 71 15,-2-3-411-15</inkml:trace>
  <inkml:trace contextRef="#ctx0" brushRef="#br0" timeOffset="-76176.86">21927 16274 849 0,'1'0'0'0,"-1"0"0"0,0-1 0 0,2-3 0 0,-2-2 0 0,0-5 0 0,0 3 0 0,0-5 0 0,0 0 0 0,0-3 81 0,0 4-24 16,-3-2 0-16,-3 1 16 0,1 2-40 0,-4 0 0 15,0 4-13-15,-2 1 13 0,-1 3 0 0,-2 0 8 16,-2 3-11-16,2 0 3 0,-5 10 0 0,1 7-1 16,-2 4 24-16,3 5 9 0,1 3-32 0,0 2 57 15,3 0-29-15,4 0 1 16,4 0-29-16,2-6 87 0,3-1-48 0,0 0 0 15,5-5-36-15,7-2-4 0,6-3 1 0,2-7 8 16,4-2-43-16,1-5 1 0,1 0 33 0,1-1 1 16,0-12-108-16,-2-5 62 0,-1-3 19 0,-1 0-224 15,-5-2 115-15,2 0 35 0,-6 0 37 0,-2 4-142 16,-3-3 80-16,0 3 11 0,-4 3 122 0,-2 7-42 16,-1 2-1-16,-2 1-41 15,0 3 144-15,0 1-65 0,0 2-32 0,-3 7-8 16,-6 11 309-16,4 3-126 0,-1 2-87 0,3 3 206 15,3-5-133-15,0 0-65 0,0 2-34 0,3-2 45 16,8-4-42-16,5-2-1 0,0-4-106 0,3-3 37 16,2-3-1-16,1-5 44 0,1 0-198 0,2 0 96 15,-4-11 46-15,-1-4 24 0,-3-3-115 0,-4 0 38 16,0-5 39-16,-4-3-201 0,-1 2 106 0,-3-4 18 16,-3 0 31-16,-2-4 9 0,0 2-1 0,0-2 34 15,-7-1-37-15,-4 4 0 16,-3 5 29-16,-2-3 8 0,0 10 22 0,-2 4 0 15,-3 5-22-15,-5 7 0 0,6 1 27 0,-7 0 7 16,3 14-33-16,1 4 89 0,5 0-42 0,0 2-13 16,7 0 17-16,-1 2-41 0,7-2 4 0,5-2 17 15,0-1-278-15,2-3 127 0,15-2 56 0,6 0 38 16,4-10-350-16</inkml:trace>
  <inkml:trace contextRef="#ctx0" brushRef="#br0" timeOffset="-75875.61">22552 16054 517 0,'2'-15'0'0,"-1"6"0"0,-1 2 0 0,0-1 0 0,0 4 0 0,-7 3 0 0,-6 1 400 16,-2 0-184-16,-3 16-91 0,0 3 191 0,2 4-141 16,4-3-63-16,-3 7-44 0,5-1 127 0,5 1-82 15,5-7-40-15,0 3 0 16,0-3-3-16,7-2-37 0,9-4 0 0,0-1 0 15,3-2-24-15,0-1 1 0,0-3 31 0,-2 3-96 16,-2-2 44-16,-2 1 22 0,-2-2-85 0,-5 4 53 16,-5 1 3-16,1 1 17 0,-2 3-24 0,-2-2-1 15,-10 4 5-15,-7 0 23 0,2-3 97 0,-9 2-47 16,1-1-24-16,-1 0 18 0,-3-3-28 0,4-3-8 16,2-3 27-16,0 2-213 0,4-7 98 0,8-2 43 15,2 0-469-15,6-2 241 16,3-9 92-16,1-8 74 0,18-4-385 0</inkml:trace>
  <inkml:trace contextRef="#ctx0" brushRef="#br0" timeOffset="-75696.06">22677 16119 1883 0,'7'0'0'0,"-3"-2"0"0,-1 0 0 0,-1 2 0 0,0 0 0 0,0 0 0 0,-1 0 0 0,5 0 0 0,1 0 299 0,3 7-125 16,1 5-75-16,3 1 104 0,2 5-85 0,2 1-42 15,-2 2 10-15,1 1-19 0,1 3-7 0,0-3-28 16,-2 1-372-16,0 0 186 0,0-2 94 0,-2-1 54 16,0-1-563-16,0-2 299 0,-3-3 55 0,1-2-484 15</inkml:trace>
  <inkml:trace contextRef="#ctx0" brushRef="#br0" timeOffset="-75500.88">23151 15956 876 0,'6'-10'0'0,"-4"4"0"0,1 2 0 0,-1 1 0 0,-2 0 0 0,0 3 0 0,0 0 578 0,-7 14-273 15,-7 10-136-15,0 9-60 0,-11 9 365 0,-3 13-221 16,-2 1-109-16,-4 8 60 0,-9 15-33 0,4-7-61 16,-12 25-42-16,2-1-136 0,-1-1 50 0,2-1 26 15,5-9 0-15,11-17 33 0,-1 1-9 0,6-7 1 16,8-12-246-16</inkml:trace>
  <inkml:trace contextRef="#ctx0" brushRef="#br0" timeOffset="-73782.63">23375 15794 1015 0,'0'-8'0'0,"0"6"0"0,0 0 0 0,0 0 0 0,0 0 0 0,-2 1 0 0,2 1 0 0,-2 0 0 0,2 0 0 0,0 0 0 0,0 0 0 0,0 0 133 0,0 0-43 16,0 0-32-16,0 0-41 0,0 1 16 0,0 5-1 16,2 1 51-16,0 6-17 0,1 1-9 0,1 2-24 15,0 9 101-15,-3 2-50 0,1 6-26 0,-2 4 9 16,0 9 78-16,0 3-56 0,0 0-29 0,0 5 22 16,0 1-25-16,-2 1 9 0,1 1-34 15,-1-4 8-15,2 2-8 0,0-6 1 16,0-4-63-16,0-9 39 0,2 3-8 0,-1-3 32 15,6-4-60-15,-4-5 30 0,-1-3-1 0,0-4 39 16,0-2-103-16,-2-6 40 0,0 0 3 0,0-6-87 16,0-2 48-16,0-3 30 0,-2-1 5 0,-3 0-49 15,-4 0 26-15,4 0-1 0,-1-1-268 0,1-8 146 16,1 2 61-16,1 0 38 0,3-4-297 0,0 3 167 16,0-2 76-16</inkml:trace>
  <inkml:trace contextRef="#ctx0" brushRef="#br0" timeOffset="-73499.38">23578 16583 557 0,'0'0'0'0,"0"1"0"0,0 5 0 0,0 3 0 0,0 4 336 0,0 2-152 0,0 1-76 16,0 3 104-16,0-1-94 15,0 1-42-15,4 0-22 0,4-2 121 0,7-3-71 16,1-1-27-16,1-1-9 0,1-3 3 0,3-5-39 15,-3 0 1-15,2-4 0 0,-1 0-52 0,-3-1 21 16,1-12 1-16,-5-3-106 0,1-1 68 0,-4-4 33 16,-2-2-34-16,-5 2 29 0,0-8-20 0,-2 6 23 15,0-2-118-15,-2 2 60 0,-7-1 4 0,-6-1 1 16,2 1-9-16,-1 11 24 0,-2-5-19 16,-3 7-3-16,1 3 8 0,-2 7 0 0,1-2 28 15,3 3-159-15,0 0 77 0,4 4 39 16,4 2-100-16,3 0 73 0,3-2 32 0</inkml:trace>
  <inkml:trace contextRef="#ctx0" brushRef="#br0" timeOffset="-73118.38">23633 15666 1155 0,'0'-12'0'16,"-1"3"0"-16,-1 5 0 0,2 2 0 0,0-1 0 0,0 0 0 0,0 1 0 0,2-3 171 0,10 4-68 0,4-1-36 0,1 2 103 0,3 0-69 0,-1 0-26 16,2 0-16-16,-2 0 0 15,0 9-27-15,-7 4 1 0,4 2-33 0,-9 2 8 16,-1 1 25-16,-3 3 0 0,-3 6-88 0,0-5 44 15,-3 3 21-15,-10 0-92 0,-4-2 51 0,0 2-2 16,-2-4 25-16,5-6-94 0,-4 0 51 0,4-4 6 16,4-3-4-16,1-3 13 0,1-1 0 0,5-2 11 15,1-2 49-15,2 0-4 0,0 0-34 0,0 0 0 16,3-2 35-16,10-4-29 0,5 0-3 16,0 1-34-16,2 2 3 0,5-1 34 15,0 1-3-15,0 3-133 0,2 0 63 0,-3 0 25 16,8 4-239-16,-5 6 131 0,3 1 65 0,-2 3 34 15</inkml:trace>
  <inkml:trace contextRef="#ctx0" brushRef="#br0" timeOffset="-72909.14">24230 16117 1665 0,'-4'0'0'0,"4"0"0"0,0 0 0 0,0 5 0 0,5-1 0 0,4-1 0 0,5 2 0 0,1-5 0 16,2 3 384-16,5-3-180 0,2 0-85 0,-1 0-44 0,4 0-96 0,-7 0 27 15,3 0 8-15,-2 0-142 0,-3 0 81 0,-6 0 40 16,0 0 0-16,-4 0-476 0,0 0 266 0,-6 0 121 16</inkml:trace>
  <inkml:trace contextRef="#ctx0" brushRef="#br0" timeOffset="-72743.52">24235 16411 1117 0,'-9'8'0'0,"4"-4"0"0,5 3 0 0,0-4 0 0,0 2 0 0,3-3 0 0,6-1 481 0,8 2-224 0,4-3-104 0,5 0 172 16,2 0-146-16,0 0-74 15,1 0-35-15,1-4 169 0,-8 0-94 0,2-1-61 16,-1 3-373-16,-4-2 160 0,-5 3 81 0,-1 1 41 15</inkml:trace>
  <inkml:trace contextRef="#ctx0" brushRef="#br0" timeOffset="-71320.74">24941 16274 904 0,'0'-9'0'0,"-2"3"0"0,2 3 0 0,0-1 0 0,2 2 0 0,7-4 0 0,4-1 178 0,3 1-65 0,5 0-44 0,3 0 127 16,0 4-82-16,2 0-40 0,3-1 177 0,-5 2-101 15,10 1-62-15,-4 0-28 0,0 0 48 0,0 0-38 16,0 0 1-16,2 0-136 0,0 0 46 0,-1 0 25 15,0 0 0-15,-6 0-274 0,-4 0 150 0,-1 0 83 16,-1 0 30-16,-8 0-482 0,-2 1 232 0,-1 2 87 16,-6 1-83-16,-2 4 112 0,0 2 54 0</inkml:trace>
  <inkml:trace contextRef="#ctx0" brushRef="#br0" timeOffset="-70960.4">25172 16401 1162 0,'-9'0'0'0,"3"0"0"0,4 0 0 0,2 0 0 0,0 0 0 0,0 0 0 0,4 0 0 0,9 0 0 0,4 1 150 0,2 1-62 0,-2 1-28 0,0 3 23 15,-2 0-25-15,-2 4 0 0,-2 1-50 0,-2 0-9 16,-3 2 34-16,-3 0 0 16,-3 0-132-16,0 3 66 0,0 0 41 0,-7 2-8 15,-4-6-48-15,-3 4 13 0,0-5 29 0,-2-2 5 16,5-3 12-16,1-1-46 0,0-2 35 0,4 0 173 15,4-3-82-15,0 2-35 0,2-2 89 0,0 0-52 16,2 2-32-16,8 1-6 0,4 2-52 0,4 0 30 16,-1 2 8-16,0 5-8 0,-3-2-23 0,0 6 1 15,-3 1 22-15,-5-1-100 0,1 4 59 0,-5-2 10 16,-2 0 0-16,0 0-63 16,-6-1 38-16,-7-1 1 0,-4-3 72 0,-4-2-13 15,-3-1-30-15,-1-4-8 0,-1-6 33 0,0 0-26 16,1 0 3-16,-3-2-6 0,3-12-79 0,0-4 45 15,2-2 0-15,3-6-263 0,-1-5 139 0,2-11 64 16,6-2 39-16,0-7-369 0,2-14 194 0,2 1 97 16</inkml:trace>
  <inkml:trace contextRef="#ctx0" brushRef="#br0" timeOffset="-70641.21">24963 15684 1109 0,'7'-30'0'0,"-4"9"0"0,0 4 0 0,1 3 0 0,0 1 0 0,0 0 0 0,-1 0 0 0,6 4 0 0,-2-1 291 0,6 0-121 0,0 5-72 0,2-1-33 16,0 5 39-16,2-2-36 0,2 3 1 0,-2 0-60 16,0 4-9-16,-2 9 33 0,-4 1 0 0,-2 4-155 15,-3 1 77-15,-5 1 48 0,-1 9-147 0,0-5 88 16,-12 3 8-16,-6 1 35 16,-2-2-127-16,-2-2 64 0,-1 1 0 0,-1-6 28 15,0-3 2-15,3-7 17 0,6 0-26 0,-1-8 122 16,6 3-42-16,-1-4-25 0,4 0-1 0,5 0 226 15,1 0-100-15,1 0-62 0,0 0 188 0,1 0-114 16,12 0-33-16,8 0-36 0,4 0 83 0,1 0-51 16,4 0-37-16,4 0-1 0,1 0 18 0,1 0-23 15,0 0 0-15,0 0-51 0,-2 0-8 16,1 0 35-16,1 0 0 0,-1 0-272 16,1-2 136-16,-3 0 76 0,2 2-566 0,-3 0 290 15,-5 0 103-15,2 0 86 0,-8 8-389 0</inkml:trace>
  <inkml:trace contextRef="#ctx0" brushRef="#br0" timeOffset="-70451.72">25655 15891 1041 0,'0'0'0'0,"0"0"0"0,0 2 0 0,0 2 0 0,0-2 0 0,2 0 0 0,3-1 451 0,9 3-209 16,4-3-104-16,5 4 170 0,5-3-141 0,0-1-67 15,4 2-34-15,-2-2 193 0,2 2-113 0,-5-3-48 16,5 1-180-16,-4 1 57 0,-8-2 29 0,1 2 0 15,-4 0-364-15,-2-1 193 0,-6 2 100 0,-4-2-498 16,0 1 236-16,-3 4 159 0,-2 1 7 0,-4 0-259 16,-10 5 195-16,-2-3 97 0</inkml:trace>
  <inkml:trace contextRef="#ctx0" brushRef="#br0" timeOffset="-70296.13">25732 16010 1010 0,'-15'0'0'0,"8"0"0"0,-1 0 0 0,3 0 0 0,2 0 0 0,1 0 0 0,-1 3 108 15,3 9-29-15,0 2-8 0,0 3 295 0,0 4-166 16,0 3-84-16,0 1-41 0,3-2 123 0,-1 8-86 16,0 0-40-16,-1-4-294 0,4 4 128 15,-1-6 63-15,1-1 40 0,1-2-455 16,-1-3 240-16,5-3 100 0,-1-7-259 0</inkml:trace>
  <inkml:trace contextRef="#ctx0" brushRef="#br0" timeOffset="-70117.99">25873 15976 1110 0,'0'-6'0'0,"0"4"0"0,3 2 0 0,-1 0 0 0,0 13 0 0,-2 8 0 0,2 3 0 0,-2 6 406 0,0 4-191 0,0 2-91 0,0 1 132 16,0 2-111-16,0 4-57 16,0-7-19-16,0 5-152 0,0-2 58 0,0-2 29 15,0-2 0-15,0-2-360 0,2-11 202 0,1 1 90 16,4-8-189-16,-2-7 75 0,1-5 94 0,2-3-64 15</inkml:trace>
  <inkml:trace contextRef="#ctx0" brushRef="#br0" timeOffset="-69767.36">26078 15538 1354 0,'16'-16'0'0,"3"2"0"0,0 3 0 0,5 3 0 0,-3 3 0 0,2-3 0 0,-5 5 0 0,3 2 0 0,-4 1 150 15,0 0-63-15,-3 1-27 0,-2 10-50 0,-1 2 23 16,-3 3 0-16,-4 4 8 0,-2 1-55 0,-2 1 24 16,0 2 0-16,-4-1-103 0,-8-3 62 0,1-1 41 15,-2-2-9-15,-1-1-15 0,4-4-1 0,1-3-10 16,4-3 137-16,0-2-58 0,3-1-3 0,2 0-63 16,0-1 116-16,2-2-40 15,7 2-22-15,6-1 7 0,0 1 48 0,4 2-18 16,2 2-24-16,-3-1 5 0,3 4-1 0,0 0-18 15,-4 5-8-15,-3-1-62 0,-1 3 30 0,-3-2 1 16,-3 1-38-16,-2-2 41 0,-3 3-2 0,-2-2-1 16,0 0 121-16,-14-1-54 0,-1-2-21 0,-7-2-5 15,-1 3 95-15,-3-7-53 16,0 0-26-16,0-2-54 0,-3-3 0 0,8 0 36 16,-4 0-9-16,4-3-358 0,2-5 174 0,2-4 88 15,4-1-660-15,2-1 339 0</inkml:trace>
  <inkml:trace contextRef="#ctx0" brushRef="#br0" timeOffset="-69047.11">26654 16054 777 0,'-2'0'0'0,"-2"-2"0"0,4 1 0 0,0 1 0 0,0 0 0 0,4 0 0 0,8 0 0 0,2 0 0 0,8 0 222 0,5 3-94 16,2 3-48-16,4 1 179 0,10-2-117 0,-2-2-55 15,5 1-27-15,-1 0 53 0,2-3-40 0,-10 2 8 16,7-2-110-16,-5-1 31 0,-3 2-1 0,-3-2 32 16,-4 3-87-16,-8-3 52 0,-5 1 13 15,-4 0 0-15,-4 2-274 0,-3-3 105 16,-4 2 87-16,-1-2-453 0,0 1 250 0</inkml:trace>
  <inkml:trace contextRef="#ctx0" brushRef="#br0" timeOffset="-68840.66">27108 15682 707 0,'-7'6'0'0,"0"7"0"0,1 2 0 0,-2 8 0 0,3 3 162 0,-4 7-56 0,0 7-41 0,-2 6 1 16,2 4 216-16,2 5-124 0,-2-1-63 0,4 1 84 15,4-1-77-15,-1-1-35 0,2 1 0 0,0-3-139 16,0-5 53-16,0-5 33 0,2-5-281 0,3-1 150 15,-1-5 75-15,-1-6 37 0,2-3-365 0,-3-4 158 16,-1-7 104-16,1-1-13 0,0-5-95 0</inkml:trace>
  <inkml:trace contextRef="#ctx0" brushRef="#br0" timeOffset="-68250.98">27561 16156 653 0,'0'-4'0'0,"0"-1"0"0,0-1 0 0,0-1 0 0,0-2 0 0,0-5 0 0,0 3 121 0,0-2-44 0,0-1-22 16,0 3 53-16,0-2-42 0,0 3 0 0,0 1-33 15,0 2 9-15,0 3-9 0,-5 2 8 0,-2 2-18 16,-7 0 10-16,-2 6 0 0,-1 12 0 0,-2 8-13 16,2 1 21-16,-2 5-8 0,2 2 56 0,3 0-28 15,3-3 0-15,3 1-28 16,8-5 92-16,0 3-50 0,0-10-21 0,0 1 0 16,12-4-47-16,3-5-1 0,4-1 35 0,5-5-50 15,3-6 21-15,-2 0 0 0,5-4 20 0,-4-10-192 16,3-5 89-16,-4 1 46 0,-1-3-248 0,-4-2 134 15,1 1 41-15,-3-1 42 0,-6 6-105 0,2-1 69 16,-5 5 29-16,-1 3 1 0,-7 2 113 0,3 5-42 16,-3 1-29-16,-1 2 166 0,0 0-89 0,0 10-44 15,0 6-8-15,-6 6 119 16,-1 0-47-16,4 6-41 0,3-10 195 0,0 5-106 16,0-2-20-16,2-3-30 0,11-2 0 0,2-6-21 15,5-2 0-15,0-2-21 0,4-6-88 0,-4 0 52 16,4 0 13-16,-2-11-159 0,-1-5 81 0,-5-2 48 15,0-5 7-15,-7 5-59 0,0-10 15 0,-1 3 31 16,-4-2-48-16,-3 0 32 0,-1 0-8 0,0 3-15 16,0-8 77-16,-8 5 1 0,-4 1-46 15,-1 3 9-15,-1 7 48 0,-4 2-19 0,1 2 3 16,-4 6 1-16,1 4-13 0,-1 2-6 16,-1 0 15-16,4 8-47 0,3 5 34 0,3 2 1 15,6 1-109-15,4 2 50 0,2 0 21 0,0-1 1 16,15 1-272-16,7-9 141 0</inkml:trace>
  <inkml:trace contextRef="#ctx0" brushRef="#br0" timeOffset="-67981.14">28217 16038 942 0,'0'-15'0'0,"0"2"0"0,0 4 0 0,0-2 0 0,-2 4 0 0,-4 1 0 0,1 3 212 0,-2 3-90 0,-2 0-44 0,2 2 160 16,-2 12-106-16,-2 6-50 0,5 1 43 0,2-1-46 15,0 8-23-15,4-7 8 0,0 1 48 0,1-1-40 16,9-2 0-16,6-3-39 0,1 0-51 0,1-3 34 16,0-3-8-16,2-2-105 15,-5 0 65-15,-8-1 33 0,3 2-1 0,-5-2-79 16,-4 2 48-16,-1 0 0 0,0 3 7 0,-6 1-8 16,-14 2-1-16,1-2-1 0,-6 4 67 0,-2 0-15 15,-3-3-26-15,0 1-5 0,0 0-64 0,1-3 38 16,10-4-1-16,-4 0-238 0,7-3 127 0,4-5 58 15,2 0 28-15,5-2-360 0</inkml:trace>
  <inkml:trace contextRef="#ctx0" brushRef="#br0" timeOffset="-67683.26">28448 15806 641 0,'13'-15'0'0,"1"4"0"0,7 6 0 0,4 0 0 0,-1 3 292 0,3-1-130 0,-2 3-64 0,-4 0-33 15,4 4 229-15,-1 11-135 0,-6 2-63 0,-2 4 25 16,-3 3-45-16,-3 6-21 0,-6 0 8 16,-3 4-131-16,-1 3 51 0,0 5 25 15,-8-2-91-15,-12-1 59 0,-2-5 36 0,-8 9-8 16,-2-7 41-16,-5-3-21 0,2-4 7 0,6-8-60 16,-4 0 149-16,4-3-76 0,8-7 0 0,1-1 223 15,9-5-118-15,2-2-52 0,4-1-24 0,1 1 152 16,4-3-96-16,2 0-48 0,11 0 39 0,11 0-44 15,3 0-13-15,3 0-9 0,2 0-93 0,0 0 36 16,1 0 0-16,-1 0 36 0,-1 0-168 16,4 0 79-16,-3 0 45 0,2 0-607 15,-3 1 310-15,1 3 96 0,-2-1 34 0</inkml:trace>
  <inkml:trace contextRef="#ctx0" brushRef="#br0" timeOffset="-67497.76">29102 16083 1491 0,'5'-27'0'0,"9"18"0"0,6 5 0 0,6-1 0 0,1-2 0 0,0 2 0 0,0 2 0 0,0-1 89 0,-2 2-20 16,1 0-9-16,5 2-6 0,-5 0 0 0,1 0-22 15,4 2-248-15,-6 4 124 0,7 1 53 0,-4 1 30 16,-1-1-552-16,-3-1 264 0,0-6 132 0</inkml:trace>
  <inkml:trace contextRef="#ctx0" brushRef="#br0" timeOffset="-67297.3">29819 15632 1543 0,'1'-19'0'0,"1"8"0"0,-1 4 0 0,5 1 0 0,-4 0 0 0,1 5 0 0,0-2 0 0,2 3 231 15,0 16-103-15,0 9-48 0,2 13 286 0,-3 8-167 16,-3 13-83-16,-1 0-33 0,0 23 149 0,-5 12-100 16,-7-4-49-16,1 2-282 0,-3 4 116 0,2-10 66 15,-5 22 20-15,4-9-288 16,0 1 159-16,-4-2 80 0,-3-7-873 0</inkml:trace>
  <inkml:trace contextRef="#ctx0" brushRef="#br0" timeOffset="-63736.88">7788 2413 764 0,'-8'0'0'0,"5"0"0"0,-2 0 0 0,2 0 0 0,-1 0 0 0,0 0 0 0,2 0 59 16,1 0 0-16,1 0 240 0,-2 0-126 0,2 0-73 15,0 0-34-15,0 0 145 0,9 0-89 16,6 0-44-16,5 0-15 0,5 0 177 0,-3 0-104 0,2 0-52 16,0 0-25-16,0 0 100 0,-1 0-55 15,-2 0-28-15,-1 0-22 0,-1 0 0 0,-1 0-21 16,-1 0-49-16,-2 0 32 0,0 0-8 0,-5 0 25 0,1 0-198 16,-3 0 99-16,-1 0 50 0,-2 0 32 0,-2 0-367 15,-2-1 177-15,1 1 45 16,-2-2 58-16,0 2-196 0,0-3 108 15,0 1 68-15,-6 1-65 0,-3 1 62 0,0 0 30 16,-1 0 9-16,-1 0 14 0,0 0 8 0,2 0 0 16,-1 0 102-16,1 0-52 0,-1 1-24 0,4 1-9 0,-1 3 227 15,2-4-122-15,-1 3-35 0,3-1-39 16,0 0 333-16,0 2-163 0,1 0 82 0,2 5-118 16,0 3-57-16,0 2-30 0,0 2 49 0,0 4-31 15,0 3-8-15,0 2-39 0,3 3 89 0,2 1-45 16,-2 1-22-16,3 6 8 15,-3-2-74-15,1 1 22 0,1 6-1 0,-4-6-54 0,0 4-51 16,1-2 71-16,0 1-191 0,-2-1 118 0,0-3 40 16,0-3 35-16,0 0-117 0,0-7 31 15,-5-1 46-15,-3-3-25 0,2-6-24 0,-2-4 40 0,0-3-1 16,-2-3 31-16,-2-3 39 0,1-2 1 16,-1 0-32-16,0 0 89 0,3 0-44 15,0 0-31-15,0-4 269 0,0 1-124 0,2 0-70 16,4 0-13-16,1 1 292 0,0 1-133 0,0 1-90 15,2 0-34-15,0 0 40 0,0 0-42 0,11-3-14 16,6 0-8-16,2 3 61 16,3-1-41-16,-1 1-20 0,8 0 71 0,-9 0 79 15,10 0-204-15,-9 0 0 0,1 0 0 0,1 0 0 16,-1 0 0-16,-3 0 0 0,-2 0-191 0,-2 0 187 16,-4 1 0-16,-2-1-112 0,-1 0 49 0,-2 0 49 15,-3 0-17-15,-1 0-374 0,0 0 159 0,-2 0 109 16,0 0 54-16,0 0-362 0,0 0 213 0,0 0-429 15,0-1 317-15,0-6 157 0</inkml:trace>
  <inkml:trace contextRef="#ctx0" brushRef="#br0" timeOffset="-63495.53">8314 2645 1842 0,'-2'0'0'0,"0"1"0"0,2-1 0 0,0 0 0 0,0 0 0 0,0 0 0 0,0 0 0 0,2 0 0 0,5 0 303 0,4 0-135 0,3 0 284 15,0 0-214-15,2 0-102 0,3 0-52 0,-1 0 62 16,1 0-56-16,0 0-21 0,0-1-8 0,-3-2-67 16,3 0-1-16,0-1 40 0,-4-3 0 0,0 3-282 15,1-4 137-15,-8 2-491 0,2 1 280 0,-3-1 169 16,-1 5-4-16,-2-2-532 0,-3 3 333 0</inkml:trace>
  <inkml:trace contextRef="#ctx0" brushRef="#br0" timeOffset="-63304.01">8420 2862 868 0,'-11'5'0'0,"6"1"0"0,1 2 0 0,2-7 0 0,2 4 0 0,0-4 602 0,0 4-285 0,6-4-142 16,10 1 229-16,5 0-190 0,4-2-91 0,1 0 394 15,2 0-242-15,1 0-121 0,-9 0-52 0,6 0 48 16,-3 0 44-16,-3 0-194 16,-1 0 0-16,-3 0-274 0,-4 0 178 0,-1 0 60 15,-1-2 35-15,-4 2-739 0,-1 0 386 0,0 0 194 16,-2 0-512-16</inkml:trace>
  <inkml:trace contextRef="#ctx0" brushRef="#br0" timeOffset="-61671.82">10911 17586 996 0,'-4'-19'0'0,"2"14"0"0,2 3 0 0,0 1 0 0,0 0 0 0,8-2 0 0,2-3 229 0,1 1-98 16,4-1-49-16,0 3-25 15,6-3 228-15,-1 0-130 0,6 2-61 0,-3 3 22 0,2-1-41 0,-1-1-21 16,-4 3 8-16,3 0-9 16,-2 0 1-16,-3 0-21 0,1 3-45 0,-4 0 23 15,-1 1 8-15,-5 0 14 0,-2 0-154 0,-2-3 77 16,0 2 38-16,-3-3 0 0,0 0-283 0,-2 0 146 16,0 0 38-16,-4 0 48 0,-8 2-110 0,-2-1 67 15,-2 2 26-15,1 2 0 0,-2-2 20 0,3 1 1 16,0 1 87-16,5-5-33 0,-2 1-9 15,3 0-25-15,4 1 229 0,0-2-114 16,3 0-41-16,-1 3-34 0,2-3 310 0,0 0-155 16,0 1-41-16,0 5 54 0,0 2-70 0,0 3-37 15,0 4 9-15,0 1 34 0,2 9-39 0,1 2 0 16,1 3 97-16,-2 3-67 0,-1 4-27 0,1 9-8 16,1-3 44-16,-1 2-39 0,-2 2 0 0,2 0-40 15,-2-6-35-15,0 12 13 0,2-11 0 0,-2 6-173 16,1-13 97-16,-1 7 50 0,0-4 32 15,0-4-124-15,0-3 35 0,0-10 46 16,0 2-247-16,0-6 130 0,-3-9 18 0,-4 2 52 16,-2-4-1-16,2-6 20 0,-6 0 1 0,3 0 21 15,-3 0 84-15,3-3-38 16,-1-5 211-16,4 2-128 0,0 0-53 0,-1 2-34 0,4 1 362 0,0 1-182 16,4 0-65-16,-2 0-51 0,2 2 97 15,0-2-60-15,0 2-43 0,6 0 0 16,9 0 142-16,7 0-209 0,1 0 0 0,0 0 0 0,7 0 0 15,-2 0 0-15,0 0 0 0,1 0 0 16,-3 0 0-16,-4 2 0 0,3 2 0 0,-4-1 0 16,-1-1-167-16,-3 2 142 0,-3-4-294 0,-2 2 127 15,-1-2 92-15,-2 0 3 0,0 0-593 0,-4 0 329 16,2 0 164-16,-3 0 74 0</inkml:trace>
  <inkml:trace contextRef="#ctx0" brushRef="#br0" timeOffset="-61462.86">11576 17848 1531 0,'0'-6'0'0,"0"2"0"0,7 4 0 0,2 0 0 0,2 0 104 16,-4 0-27-16,4-2 524 0,1 1-284 0,0-1-143 0,8-2 126 15,-2-2-134-15,1 1-58 0,6-5-42 0,-4 3-212 16,2-1 89-16,-4 2 45 0,-1-1-927 15,-4 4 910-15,-1-1 27 0,1 1-1 0,-5 3-1184 16,-2 0 1125-16,-3 9 26 0,-3 7-38 0,-1 9-214 16</inkml:trace>
  <inkml:trace contextRef="#ctx0" brushRef="#br0" timeOffset="-61286.77">11624 18120 911 0,'0'6'0'0,"0"1"261"0,0 3-107 15,0-4-64-15,7-3-29 0,2 1 1 0,2-1 536 16,6-1-283-16,4 2-133 0,6-2-78 0,0-2 332 16,1 0-201-16,0 0-102 0,1 0-50 0,-5 0-150 15,1 0 46-15,-3 0 26 0,-5 0 1 0,-1-2-669 16,0-2 348-16,-5 2-304 0,3 1 322 0</inkml:trace>
  <inkml:trace contextRef="#ctx0" brushRef="#br0" timeOffset="-58488.24">12545 17674 791 0,'-7'-4'0'0,"1"-2"0"0,2 3 0 0,1-3 0 0,1 2 0 0,0-2 0 0,-1-2 0 0,3 1 110 0,0-3-39 0,0 2 0 0,7-3 8 16,2 1-14-16,4 0-10 0,2 1 5 0,2 2 0 16,0 1-27-16,2 2 0 0,-1 2 0 0,1 2 0 15,1 0 0-15,-2 0-1 0,-1 12-28 0,-2 1 0 16,-3 2 37-16,-2 4-77 15,-2 1 34-15,-5 6 1 0,-1-1 15 0,-2 0-44 16,0-2 20-16,-5 5-6 0,-8 0-63 0,-3-5 43 16,0 0 12-16,-3-3-1 0,2-6 14 0,-2-1 9 15,2-2-15-15,1-4 13 0,0-1 109 0,7-2-53 16,-2-2-25-16,3-2 155 0,6 0-79 0,-2 0-44 16,4 0-9-16,0 0 50 0,4 0-21 0,12 1-8 15,5 1-8-15,4 2 0 0,3 5-30 16,2 0-1-16,2 5-11 0,-2 3 11 15,0 4 1-15,-3 1 0 0,-2 4-56 0,-6 3 28 16,-1 1 8-16,-7 2-31 0,-5 0 15 0,-4 5 1 16,-2-3 7-16,0 0 61 0,-12-4-4 0,-4-1-41 15,-3-6 40-15,-4-5 0 0,-3-3-47 0,-4-8 6 16,0-5 52-16,-2-2-46 0,-1 0 12 0,4-6-10 16,-1-9-187-16,4-4 91 15,3-2-355-15,2-8 210 0,6-1 95 16,4 0 55-16,7 1-422 0,4-2 226 0,0 6 105 15,2-3 64-15,13 6-159 0</inkml:trace>
  <inkml:trace contextRef="#ctx0" brushRef="#br0" timeOffset="-58083.21">13075 17844 798 0,'-6'4'0'0,"2"6"0"0,4-1 0 0,0 2 0 0,0-1 0 0,0-1 399 0,10 0-88 0,7 1-81 0,5-3-99 16,5-1-49-16,3-6-25 0,4 0 9 0,-1 0-30 15,3 0-3-15,-2-2 0 0,-4-3-73 0,-2-7 36 16,-5 3 9-16,-3-2-82 0,-3-3 55 16,-4 3 27-16,-1-1 1 0,-9-3 27 0,-1 3-119 0,0-4 52 15,-2-1-10-15,-2 1-24 0,-9-3 19 0,-4-2 22 16,-4 1-11-16,-3-3 3 0,-3-1-13 15,-1 3 32-15,-3 2-9 0,-1 4-19 0,-2 8-5 16,2 3 30-16,2 4 73 0,-2 4-35 0,2 14 2 16,-2 14-36-16,8 0 167 0,-5 14-78 0,8-3-32 15,5 4 198 1,6-1-104-16,6-1-58 0,2-7 184 0,4 9-118 0,13-8-56 16,4-3-28-16,5-3 43 0,0 0-35 0,0-7 7 0,10 3-42 15,-2-7-2 1,4-4 2-16,-7-3 0 0,5-5 0 0,0 0-238 0,-3-9-832 15,-1-1 1021-15,-2 0 33 0,-3-3-34 0,-1-8-910 16,-5-2 856-16,3-8 7 0,-5 1 31 0,-2-2-204 16,-4-4 102-16</inkml:trace>
  <inkml:trace contextRef="#ctx0" brushRef="#br0" timeOffset="-57878.7">13569 17491 1687 0,'2'1'0'0,"5"4"0"0,4-4 0 0,3-1 0 0,2 0 0 0,7-1 0 0,2-6 378 0,3-1-172 16,2 0-87-16,4-1-43 0,-1 0-13 15,3 1 10-15,-2 1 0 0,-2 1-40 0,-2 2-242 16,-7 2 122-16,-1 0 67 0,-4 0 23 0,-4 2-1 0,-1 0-155 16,-6 0 92-16,-1 0 47 0,-4 0-535 0,0 0 272 15,-2 4 65-15,0 3-197 0,-10-1 188 16,-4 0-233-16</inkml:trace>
  <inkml:trace contextRef="#ctx0" brushRef="#br0" timeOffset="-57731.05">13757 17478 768 0,'-16'2'0'0,"7"2"0"0,0 2 0 0,3-1 0 0,0-2 0 0,3 4 310 16,3 0-143-16,0 0-68 0,0 3-32 0,0 1 138 16,2 0-87-16,3 3-34 0,1 2-29 0,0-1-1 0,-1 2-208 15,1 2 93-15,-3-2 47 0,1 0 32 0,3-2-208 16,-4-4 112-1,3-1 55-15,-1-4-467 0</inkml:trace>
  <inkml:trace contextRef="#ctx0" brushRef="#br0" timeOffset="-57576.46">13858 17443 1260 0,'0'-1'0'0,"0"0"0"0,0 1 0 0,2 0 0 0,2 0 0 0,1 1 0 0,1 6 0 0,2 6 0 0,1-3 531 0,-4 8-249 15,1-2 68-15,0 3-159 0,-2 5-187 0,-2-1 37 16,-1 6-8-16,-1-1 0 0,0 1-630 16,0 1 314-16,0 0 159 0,0 1 86 0</inkml:trace>
  <inkml:trace contextRef="#ctx0" brushRef="#br0" timeOffset="-55452.16">14277 17897 752 0,'-8'-2'0'0,"6"-1"0"0,2 3 0 0,0 0 0 0,0 0 0 0,6 0 293 0,6 0-130 0,6-1-65 0,6 0 201 16,3-4-126-16,3 2-74 15,4-5-33-15,1 4 38 0,1-1-36 0,0 3 0 16,0 0-63-16,-4 1 28 0,-4 1 0 0,-3 0 0 15,-4 0-199-15,-1 0 100 0,-6 0 57 0,-2 0 17 16,-3 0-363-16,-4 0 187 0,-3 0 42 0,0 0-338 16,-2 0 207-16,0-4 116 0</inkml:trace>
  <inkml:trace contextRef="#ctx0" brushRef="#br0" timeOffset="-55255.64">14515 17441 1006 0,'0'1'0'0,"0"6"0"0,0 7 0 0,0 1 0 0,0 2 0 0,0 6 0 0,0 3 0 0,0 5 420 16,2 13-193-16,0-7-89 0,1 15-57 0,-2-2 266 15,1 2-157-15,0 1-74 0,-2 1-42 0,0 1-13 0,0-1-7 16,0 1-284-16,0-3 131 16,0 1 66-16,0-2 33 0,2-10-190 0,-2 0 107 15,2-7 58-15,-1-9 29 0,1-11-587 16,0-2 282-16,2-10 88 0</inkml:trace>
  <inkml:trace contextRef="#ctx0" brushRef="#br0" timeOffset="-55100.01">14830 17951 1811 0,'21'-9'0'0,"2"4"0"0,4 0 0 0,-5 2 0 0,0-3 0 0,5 0 0 0,3 2 0 0,2-1 0 0,3 1 0 0,1 1 219 0,0-3-85 16,-2 2-63-16,0 1-38 0,-2-2 0 0,-2 2 0 15,-8 1-201-15,0-2 109 0,-1 2 41 0,-8 0 26 16,-1 2-558-16</inkml:trace>
  <inkml:trace contextRef="#ctx0" brushRef="#br0" timeOffset="-54727.97">15026 18083 1120 0,'-9'0'0'0,"3"1"0"0,2-1 0 0,4 0 0 0,0 0 0 0,0 0 0 0,6 0 0 0,11-5 244 16,2 2-106-16,5-4-52 0,-1 4-79 0,-4 1 8 16,4 0 17-16,-5 2 1 0,-3 0-80 0,-2 0 40 15,-6 4-1-15,-1 6-122 0,-3 2 76 0,-3 2 41 16,0 2 20-16,-12 1-34 0,-3 2 21 0,0-6-27 16,-2 3-2-16,0-4 187 0,1 1-76 0,5-7-49 15,2 1 220-15,2-2-102 16,5-2-65-16,1-1-5 0,1 0 35 0,0 2-39 15,5 0 0-15,9 2-30 0,2 0-38 0,0 1 0 16,4 0 30-16,-4 2-60 0,1 3 30 0,-4-2 8 16,-1 3-84-16,-3 3 53 0,-5-3 27 0,-3 3-2 15,-1 0-25-15,0 0 9 16,-1-2 112-16,-12 1-47 0,-4-2-21 0,-2-3-7 16,-2-2 13-16,-3-3 5 15,-5-3-29-15,3-2 6 0,1 0-131 0,0-2 67 16,0-10 29-16,3-5 21 0,-1-5-406 0,3-7 193 15,1-12 100-15,4-3-476 0,3-10 266 0,1-13-502 16</inkml:trace>
  <inkml:trace contextRef="#ctx0" brushRef="#br0" timeOffset="-54438.2">14915 17170 1417 0,'2'-21'0'0,"0"7"0"0,1 4 0 0,-2 1 0 0,1-1 0 0,4 1 0 0,3-1 264 0,5 3-115 0,2 1-58 0,5 2 176 15,1 1-117-15,1 1-121 0,3 2 4 0,-3 0 0 16,0 11-437-16,-7 6 403 0,-2 3 0 0,-7 2 42 16,-2 5-363-16,-3 2 312 0,-2 2 39 15,-5-1 0-15,-13 4-175 0,-3-1 141 16,-2-5-3-16,-4-2-50 0,3-4 31 0,-1-5 60 16,7-4-34-16,-3-2-7 0,5-4-25 0,0 2 352 15,9-5-170-15,1-2-64 0,3 0-48 0,0-2 431 16,3 2-221-16,0-2 76 0,10 0-145 0,6 0 137 15,11 0-276-15,3 0 4 0,4 0-10 0,9-2-71 16,-4-4 36-16,2 0-1 0,-5 0 36 0,2 0 8 0,-2 3-530 16,-4-1 262-16,-9 2 129 0,0 2 66 0,-2 0-871 15,-3 9 418-15</inkml:trace>
  <inkml:trace contextRef="#ctx0" brushRef="#br0" timeOffset="-53769.36">15528 17670 1315 0,'-15'-14'0'0,"5"11"0"0,5 1 0 0,3 2 0 0,2 0 0 0,0 0 0 0,2 4 0 0,11 2 177 0,14 1-73 0,8-1 298 0,8-6-185 16,8 0-84-16,13 0-55 0,-4 0 120 0,-10-4-82 16,7 0-42-16,-3-1-21 0,-13-1-43 0,5 0 23 15,-7 2-1-15,-5 1-147 0,-4-2 73 0,-9 4 38 16,-3-1-349-16,-6 0 188 0,-3 2 99 16,-5 0 30-16,-4 0-594 0,0 0 284 15,-8 8 148-15,-11 1 87 0</inkml:trace>
  <inkml:trace contextRef="#ctx0" brushRef="#br0" timeOffset="-53585.86">15751 17720 1548 0,'0'0'0'0,"0"6"0"0,0 5 0 0,0 5 0 0,0-2 0 0,0 7 0 0,-2 3 0 0,2 2 0 0,-4 5 0 0,3-2 395 0,-1 4-181 0,-2-1-91 16,2 1-56-16,1 1 0 0,1 0-26 0,0-2-8 15,0 0-353-15,0-2 177 0,0-8 87 0,0 1 45 16,0-10-488-16,1-2 257 0,7-5 64 0,-1-6-190 16</inkml:trace>
  <inkml:trace contextRef="#ctx0" brushRef="#br0" timeOffset="-53398.36">15885 17715 1717 0,'4'-7'0'0,"1"4"0"0,2 3 0 0,-3 0 0 0,1 13 0 0,-4 7 0 0,1 8 0 0,-2 4 280 16,2 1-128-16,-2 5-59 0,0 1 261 0,0 6-160 16,0-4-81-16,0 0-32 0,0 7-82 0,0-13 0 15,0 12 34-15,0-6-363 0,0-6 181 16,2 2 99-16,0-7 37 0,3-11-240 0,-1-1 143 16,-1-10 71-16,3-1-643 0,2-7 317 15,-1-2 169-15</inkml:trace>
  <inkml:trace contextRef="#ctx0" brushRef="#br0" timeOffset="-53042.24">16157 17330 1463 0,'17'-28'0'0,"2"3"0"0,1 9 0 0,5 2 0 0,-3 1 0 0,3 3 0 0,-5 6 0 0,3 3 178 0,-2 1-64 15,-3 0-45-15,1 11 58 0,-2 8-48 0,-6 2-22 16,-3 2-55-16,-3 1 9 0,-3 6 22 0,-2-4 0 15,0 0-167-15,-4-2 84 0,-8-4 41 0,-1-1 29 16,-3-3-59-16,2-3 35 0,-2-4-1 0,7-3 57 16,-3-4-35-16,5 0-45 0,2-2 30 0,1 0 277 15,4 0-132-15,0-2-65 0,4-1 61 0,10-5-45 16,9 1-36-16,0 1-1 0,1 4 64 0,3 0-46 16,-5 2-23-16,2 0 8 15,1 4-67-15,-4 10 0 0,-7 4 36 0,-1 3-86 16,-3 1 42-16,-6-1 31 0,-2 7-9 0,-2-2-44 15,0-2 33-15,-16 3-8 0,-4-1 40 0,-3-4-34 16,-1-2 17-16,-5-4-43 0,-1-3 73 0,-2-5-46 16,1-3 12-16,0-5-2 0,3 0-164 0,3 0 78 15,6-5 40-15,1-6-393 0,5-1 195 0,6-1 93 16,5 0 56-16,2 2-488 16</inkml:trace>
  <inkml:trace contextRef="#ctx0" brushRef="#br0" timeOffset="-51942.12">16854 17908 775 0,'0'-2'0'0,"3"-7"0"0,15 4 0 0,4 4 0 0,9 0 0 0,-1-1 0 0,3-3 233 0,4-2-100 0,-1 0-42 0,15-1 147 16,-7 0-103-16,0-4-52 0,-8 4-24 0,3 1 9 15,-4 1-27-15,-3 1-8 0,-5 2-54 0,-4 1 27 16,-4 0 0-16,-1 2 27 0,-7 0-252 0,1 0 122 16,-7 0 65-16,-1 0-452 0,-2 0 238 0,-2 0 69 15</inkml:trace>
  <inkml:trace contextRef="#ctx0" brushRef="#br0" timeOffset="-51754.48">17265 17442 1097 0,'0'-1'0'0,"0"1"0"0,0 0 0 0,0 0 0 0,0 15 0 0,-2 3 0 0,-1 6 0 0,2 7 114 0,-1 10-41 0,0-3 8 15,0 12 257-15,0 1-152 0,1-1-77 16,-1 6-38-16,2-2 25 0,0 0-23 16,0 1-9-16,0-3-288 0,0 1 128 0,0-3 64 15,3-3-407-15,3-13 242 0,2 0 110 0,-1-9 8 16,2-3-411-16</inkml:trace>
  <inkml:trace contextRef="#ctx0" brushRef="#br0" timeOffset="-51206.73">17800 17816 803 0,'0'-18'0'0,"0"2"0"0,0 3 0 0,-2 2 0 0,-3-1 0 0,1 2 0 0,-2 1 157 16,0 5-63-16,-3-1-22 0,4 4 66 0,-5 1-52 16,-1 0-27-16,2 10 0 0,-5 14-5 0,1 2-13 15,2 5-8-15,-2 3 54 0,3 2-27 0,1 2 1 16,3-3 57-16,2-1-34 16,4 0-30-16,0-5 0 0,0-8 2 0,2 0 0 15,12-3-23-15,0-6 8 0,6-2-70 0,4-3 32 16,-2-7-1-16,4 0 31 0,1-2-63 0,-1-13 39 15,1-5-8-15,-1-3-201 0,-4-1 89 0,1-5 62 16,-6 3-178-16,0-4 103 0,-6 2 27 0,0 1 37 16,-2 2-7-16,-3 6 0 0,-3-1 34 0,0 7-8 15,-3 4 127-15,0 2-59 0,0 7-30 16,0 0 91-16,-3 0-58 0,-2 11-26 16,-2 11 9-16,1 1 182 0,3 2-73 0,-1 0-58 15,4-4 127-15,0 8-85 0,0-9-26 0,2 3-23 16,7-5 4-16,2-2-29 0,3-3 9 0,2-5-8 15,1-3-59-15,1-3 29 0,2-2 0 0,-1 0-72 16,-1-2 52-16,-1-11 19 0,-2-4 2 0,-3 0-40 16,-3-2 13-16,-2 0 0 0,-3-3-19 0,-2-1 23 15,-2 0-3-15,0-2 0 0,0 0 18 16,-6 2-1-16,-3 1-10 0,-4-6 8 16,0 5-16-16,-2 1 16 0,1 5 2 0,-2 0-1 15,-1 5-64-15,0 5 31 0,0 6 2 0,0-1-4 16,0 2 25-16,0 3 3 0,2 9-81 0,2 2 40 15,2 1 9-15,5 2 0 0,4-1-148 0,2-2 80 16,0 1 32-16,6-3 9 0,13-3-241 0,5-3 141 16,6-5 70-16</inkml:trace>
  <inkml:trace contextRef="#ctx0" brushRef="#br0" timeOffset="-50922.46">18437 17737 1161 0,'7'-13'0'0,"-3"1"0"0,-2 4 0 0,0-2 0 0,-2 1 0 0,0 1 0 0,-6 1 0 0,-3 5 0 0,-3 0 169 0,1 2-68 16,-1 0 65-16,-2 4-71 0,-1 12-32 0,0 3 1 16,6 0 117-16,-1 2-75 0,2 0-28 0,7 0-8 15,-1-3 51-15,2 0-44 0,0 0-22 0,7-3-34 16,8-1 20-16,0-1-8 16,4 1 0-16,0-3-93 0,0 0 47 0,-4 1 22 15,0 1-31-15,-3-2 24 0,-5 2-1 0,-2 3 32 16,-3-2-105-16,-2 3 27 0,0 0 26 0,-7 2-15 15,-9 0 67-15,0-1-18 0,-5-2-16 16,2-3 10-16,-7 1-8 0,2-4 3 0,-1 0-2 0,4-5-212 16,1-2 102-16,-1-3 50 0,7 0-159 0,0 0 91 15,5-8 52-15,5-10 6 0,4-7-300 16,0-7 159-16,7-9 92 0</inkml:trace>
  <inkml:trace contextRef="#ctx0" brushRef="#br0" timeOffset="-50610.06">18606 17567 1718 0,'15'-8'0'0,"0"0"0"15,2 3 0-15,1-1 0 0,3-2 0 0,2 1 0 0,3 1 0 0,-2 3 0 0,10 0 257 0,-4 2-113 0,-2 1-55 0,0 0 112 0,-3 1-85 16,-4 11-33-16,1 9-31 0,-5 0-19 16,-6 8 0-16,-4 4 0 0,-6 6-114 0,-1-3 65 15,0 11 21-15,-13-3-1 0,-4 2-78 0,-6-2 53 16,-1 2 27-16,-3-1-59 0,-4-6 33 0,-1-3-23 15,0-8 24-15,3-7 94 0,1-6-36 0,6-4-12 16,0-4 188-16,2-3-96 0,10-3-50 0,0-1-10 16,4 0 117-16,2 0-62 0,4 0-45 15,0 0 0-15,0 0 194 0,6 0-114 16,11 0 56-16,4-1-205 0,7-1 0 0,0 2 0 16,5 0 0-16,-2 0 0 0,1 0 0 0,-6 0 0 15,9 3 0-15,-8 4 0 0,1 2 0 0,-3-2 0 16,-1 4-809-16,-1-4 371 0,4 4 212 0,-4 0 61 15,0 0-374-15,2 1 253 0</inkml:trace>
  <inkml:trace contextRef="#ctx0" brushRef="#br0" timeOffset="-50176.25">19291 17848 1267 0,'-13'-12'0'0,"8"9"0"0,5 3 0 0,0 0 0 0,0 0 0 0,2 8 0 0,5-1 302 0,7-1-139 0,7 3-65 0,8-3-32 15,8 1 300-15,1-5-167 0,0 0-74 0,8 0-34 16,0-2-29-16,-11 0 0 0,4 0-29 0,-1 0-107 16,-5 0 62-16,-1 0 18 0,-5 0-425 0,-1 0 226 15,-3 0 113-15,-2 0 64 16,-1 0-739-16,-1 0 361 0</inkml:trace>
  <inkml:trace contextRef="#ctx0" brushRef="#br0" timeOffset="-49824.56">20243 17387 1698 0,'0'-14'0'0,"0"10"0"0,2 2 0 0,0 2 0 0,1 0 0 0,-3 0 0 0,0 12 0 0,0 1 0 0,-7 7 0 0,-4 8 356 0,-4-3-162 15,-3 7-80-15,-3 6-41 0,1-3 44 0,2-1-34 16,-6 7-29-16,4-5-73 0,1-8 26 15,-1 1 0-15,4-1 25 0,2-9 30 0,2-1-29 16,1-3 0-16,1-6 1 0,4 0-2 0,1-4 1 16,3-2 8-16,0-3 55 0,2 3-32 0,0-3 1 0,0 0 12 15,4 0-22-15,10 0 8 16,11 0-30-16,3 0 102 0,6-5-51 16,1-2-25-16,9-1-1 0,-10 1-98 0,7 5 32 15,-2-1 0-15,-1-2-62 0,0 3 52 0,-5 2-339 16,1 0 178-16,-4 0 94 15,-2 0 19-15,-5 0-439 0,-1 0 235 0,-1 0 119 0,-5 2-326 0,-4 0 226 16,-4 1 109-16,-3-2 55 16,0 1-297-16,-4-2 176 0,-1 0 79 0,0 0 52 0</inkml:trace>
  <inkml:trace contextRef="#ctx0" brushRef="#br0" timeOffset="-49622.1">20429 17352 1254 0,'-11'-1'0'0,"2"-3"0"16,4 2 0-16,-2 2 0 0,4 0 0 0,-1 7 0 0,0 6 0 0,3 12 0 0,1 1 458 0,-4 7-216 0,4 3-105 0,-4 8 325 0,3 2-215 15,-4 8-107-15,1 3-45 0,-3 13 65 16,-2 0-63-16,0-1-205 16,-3-1 71-16,3-3 34 0,3-12-155 0,-2 4 91 0,4-2 50 0,1-3 25 15,3-9 0-15,0-4-556 0,0-3 285 16,0-5 45-16,0-8 102 0,3-5-559 0</inkml:trace>
  <inkml:trace contextRef="#ctx0" brushRef="#br0" timeOffset="-49434.44">20790 18369 2013 0,'0'-3'0'0,"0"2"0"0,2 1 0 0,2 0 0 0,-1 0 0 0,-1 0 0 0,-2 0 0 0,3 0 552 0,-3 0-260 0,0 0-129 0,0 0-147 0,0 0 17 15,0 0 8-15,0 0-8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8T08:16:32.1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17928 13476 679 0,'-11'-7'0'0,"2"0"0"16,6 6 0-16,1-2 0 0,2 2 0 0,-2-1 0 0,2 2 249 0,0 0-109 0,2 0-45 0,14 0-35 15,-2 0 143-15,5 6-85 0,4 4-43 0,-1 3-21 16,1 3 53-16,-1 3-41 0,-2 6 0 0,1 1-60 15,-5 2 26-15,-1 4 1 0,-6 2 15 0,-1 2-15 16,-6-1 0-16,-2 3-1 0,0 5-2 0,-2-9 3 16,-12 2 8-16,0-4-9 0,-4-3 27 0,2-2-1 15,-1-6-25-15,0-7 27 0,0-1 8 0,-1-3-35 16,2-6 0-16,-1-4-25 0,0 0 25 0,2-2-1 16,2-13-20-16,4-3-9 15,1-6 30-15,4 2-1 0,4-3-73 0,0 0 30 16,0 6 7-16,7-8 11 0,4 11-14 0,3-4-15 15,2 6 38-15,-2-1-22 0,2 3 94 0,0 3-43 16,0 1-1-16,-4 3-57 0,2 3 1 0,-3 0 37 16,3-1-8-16,-2 2-339 0,1 1 162 0,3 0 74 15,-4 0-234-15,6 0 126 0,-4 0 87 0,2 0 16 16,0 0-440-16</inkml:trace>
  <inkml:trace contextRef="#ctx0" brushRef="#br0" timeOffset="308.68">18305 13550 1380 0,'0'-4'0'0,"0"-1"0"0,0 4 0 0,0 1 0 0,0 0 0 0,0 1 0 0,0 13 0 0,-2 5 247 0,0 2-100 0,2 7 217 0,0-1-166 16,0 2-83-16,0 1-40 0,6-4 45 0,4-3-36 16,4 3-29-16,2-5 0 15,-2-6-76-15,6-2 27 0,-2-2-1 0,1-2-73 16,0-5 46-16,-3-2 28 0,0-2-1 0,-1 0-102 15,0-2 65-15,-4-9 28 0,0-9-8 0,-1-4-118 16,-5-1 65-16,-1-4-2 0,-2-3-24 0,-2-1 20 16,0-9 27-16,0 1-16 0,-2-2 12 0,-5-2 17 15,-3 4 4-15,-1 8-14 0,0 2 1 0,-5 4 11 16,5 11 0-16,-4 3 62 0,-1 5-30 16,0 6-5-16,1 2 40 0,-2 0-27 15,-1 17-1-15,4-2-21 0,0 8-167 0,6-7 74 16,0 7 43-16,3 4 5 0,5-2-162 0,0 0 91 15,0-1 48-15</inkml:trace>
  <inkml:trace contextRef="#ctx0" brushRef="#br0" timeOffset="550.54">18198 13780 1257 0,'-11'2'0'0,"3"-2"0"0,3 0 0 0,1 0 0 0,2-3 0 0,2-11 0 0,0-3 0 0,11-4 0 0,10 1 59 0,4-2 162 0,3-3-94 0,2 5-47 15,2 1 34-15,0 4-45 0,0 2 1 0,-4 7-37 16,0 4 8-16,-8 2-8 0,5 0 8 0,-2 8 24 16,-5 7 0-16,-1 3-32 0,1 6 0 0,-4-3 103 15,-1-2-44-15,1 6-34 0,0-5 1 0,0-4 38 16,2 1-32-16,2-3-1 0,-2-2-136 0,3-5 47 16,0 1 30-16,-1-4-1 15,0-4-344-15,-4 0 182 0,-2 0 75 0,-1 0 48 16,-2 0-338-16,-1-3 177 0,-4-2 38 0</inkml:trace>
  <inkml:trace contextRef="#ctx0" brushRef="#br0" timeOffset="835.65">17960 14036 1743 0,'-13'0'0'0,"7"0"0"0,5 0 0 0,-2 2 0 0,3-2 0 0,0 0 0 0,3 3 0 0,11-3 282 0,11 0-125 0,5 0-62 15,5 0 289-15,15 0-179 0,-2-1-87 0,5-7-42 16,0 1 29-16,-2-3-37 16,4 3 9-16,-4 0-139 0,-1 1 46 0,-2 2 25 15,-4-1 0-15,-10 2-95 0,3-1 68 0,-6 2 21 16,-9 0-317-16,1 1 173 0,-7-1 17 0,-6 0-20 15,-4 2-270-15,-2-2 190 0,-3 2 96 0,-1 0 48 16,-3 0-260-16,-12 0 145 0,-2 0 85 0</inkml:trace>
  <inkml:trace contextRef="#ctx0" brushRef="#br0" timeOffset="1155.8">18011 14280 1184 0,'-11'0'0'0,"10"0"0"0,-1 0 0 16,2 0 0-16,0 0 0 0,6 0 0 0,11 0 0 0,4-3 376 0,5 2-171 0,4 0-87 0,0-1-42 0,0 2 119 0,-4 0-72 15,6 4-50-15,-8 10-72 0,-3 3 1 0,-4 1 31 16,-5 6-1-16,-5-4-96 0,-5 8 45 16,-2 0 25-16,0 2-27 0,-8-2 26 15,-9 1 1-15,-1-3 35 0,-3-1-99 0,-4-5-1 16,1-4 34-16,-2-3-23 0,-2-6 77 0,3-3-16 15,-5-4-15-15,4 0 53 0,1 0-24 16,7-6 11-16,1-7-33 0,2 1 31 0,3-1-26 0,5-1 10 16,5 6 21-16,2-7 7 0,0 4-32 0,0-1 13 15,11-1-23-15,4 2 15 0,5-2-3 0,3 1-3 16,2 1-234-16,1-1 107 16,3 4 57-16,-1-1-454 0,0 0 238 0,0 5 119 15,0-2 60-15,-7 0-392 0</inkml:trace>
  <inkml:trace contextRef="#ctx0" brushRef="#br0" timeOffset="1365.24">18356 14366 940 0,'4'0'0'0,"1"0"0"0,0-1 0 15,4-5 0-15,-4 0 0 0,4-2 0 0,3 3 401 0,3-1-184 0,0 4-92 0,2 1 168 0,0-1-129 16,-1 2-58-16,4 0-41 0,-6 5 2 0,2 5-1 16,-6 1-33-16,-2 4 0 15,-2 1-25-15,-4-1-9 0,-2 6 34 0,0 2-53 16,-10-2 26-16,-5 0 0 0,-2-3 35 0,-7 2-37 15,2-2 0-15,-3-2 29 0,2-4-169 0,0-1 61 16,3-3 48-16,-1-5-2 0,5-3-296 0,4 0 144 16,3 0 82-16,5-6 26 0,4-8-171 0,0-7 110 15,15 1 50-15,4-7-319 0</inkml:trace>
  <inkml:trace contextRef="#ctx0" brushRef="#br0" timeOffset="1542.76">18632 14202 1323 0,'2'-7'0'0,"0"3"0"0,0 3 0 0,-2 1 0 0,-4 0 0 0,-7 0 0 0,-3 11 0 0,2 3 0 0,-6 4 503 0,4 2-235 0,-2 3-117 16,5 2 253-16,0 3-185 0,5-6-86 0,2 8-53 15,4-3 6-15,0-9-26 0,4 3 0 0,13 1-28 16,1-8-206-16,5 0 99 16,2-2 54-16,1-3-160 0,1-3 107 0,-1 2 53 15,-2-4-533-15,6-1 276 0,-4-3 58 0,-1 0 94 16,0 0-406-16</inkml:trace>
  <inkml:trace contextRef="#ctx0" brushRef="#br0" timeOffset="1751.71">19188 13839 2084 0,'-11'-9'0'0,"9"8"0"0,2 1 0 0,0 0 0 0,0 0 0 0,0 0 0 0,11 0 0 0,4-2 233 16,6-2-104-16,5-1-48 0,2-4 76 0,4 1-62 16,-2-2-31-16,-3 7 8 0,3-3-325 0,-10 4 143 15,-1 1 71-15,-3 1 36 0,-7 0-628 0,-2 0 328 16,-5 10 158-16</inkml:trace>
  <inkml:trace contextRef="#ctx0" brushRef="#br0" timeOffset="1906.42">19209 14115 1379 0,'-16'9'0'0,"9"-3"0"0,4 1 0 0,1-3 0 0,2 0 0 0,0-3 0 0,0-1 0 0,9 2 0 0,10-2 554 0,6 0-260 0,2 0-131 0,5 0-57 16,4-2 134-16,-2-5-103 0,-2 1-53 16,0 1-501-16,-2 1 225 0,-6 2 121 15,7 0 48-15,-11 0-378 0</inkml:trace>
  <inkml:trace contextRef="#ctx0" brushRef="#br0" timeOffset="2153.8">19716 13926 1884 0,'-13'-7'0'0,"11"6"0"0,2 1 0 0,0 0 0 0,6 0 0 0,4-3 0 0,10 1 326 15,2-3-147-15,12-2-72 0,3-3 83 0,15-1-82 16,-2 2-38-16,1 2 0 0,2 2-2 0,0 1-35 16,-2 2 8-16,-1 0-9 0,-4 1-230 0,0-1 115 15,-11 2 58-15,4-2-294 0,-3 2 184 0,-6-2 30 16,-5 1 60-16,-3-2-461 16,-5 2 237-16,-5-2 118 0,-5-3-114 0,-5 3 120 15,-2-6 56-15</inkml:trace>
  <inkml:trace contextRef="#ctx0" brushRef="#br0" timeOffset="2467.57">19746 13198 1669 0,'-2'-19'0'0,"2"12"0"0,0 3 0 0,9 2 0 0,5 1 0 0,0-2 0 0,2 3 0 0,2 0 0 0,7 7 154 0,1 9-60 0,-1 2-31 15,1 8 20-15,1 5-26 0,-11 1 10 0,1 3-35 16,-6 3-43-16,-5-1 21 0,-5 1 1 0,-1 2 22 16,0-2-125-16,-10 3 59 0,-8-4 33 0,-4-1-82 15,-4-3 55-15,-4-2-3 0,3-11-39 0,-5-3 19 16,2-7 25-16,0-6-10 0,2-4 64 16,0 0-58-16,10-10 14 0,-5-12-8 15,9-1 137-15,7-1-51 0,5-3-32 0,2 1 112 16,0 6-62-16,13-7-24 0,4 9-11 0,6-3-15 15,5 4-7-15,0 2 21 0,3 2-326 0,2 1 145 16,1 5 75-16,1 3 32 0,-1 0-557 0,0 4 261 16,-2 0 149-16</inkml:trace>
  <inkml:trace contextRef="#ctx0" brushRef="#br0" timeOffset="2676.08">20197 13254 755 0,'0'-9'0'0,"0"5"0"0,0 3 0 0,0-2 0 0,0 3 0 0,2 0 0 0,-1 4 475 0,1 12-222 0,0 6-101 16,0 6 306-16,-2 4-212 0,0 4-107 0,0 1-53 15,0 6 85-15,0-7-61 16,0 9-42-16,-4-4-1 0,1-6-217 0,-1 3 92 16,-1-5 45-16,0-9-144 0,1-1 91 0,1-6 50 15,1-8 24-15,-2-1-469 0,2-7 240 0,-1-1 33 16,-1-1-336-16,1-16 245 0,-2-11 124 0</inkml:trace>
  <inkml:trace contextRef="#ctx0" brushRef="#br0" timeOffset="2877.54">20073 13179 1407 0,'11'-3'0'0,"3"-1"0"0,4 1 0 0,1 0 0 0,4-1 0 0,-5 3 0 0,8-1 0 0,3 2 0 0,-3 0 376 0,2 0-172 0,-4 0-86 0,-3 7 51 16,0 3-72-16,-3 1-33 0,-4 0 1 0,-3 3 4 15,-4-2-37-15,-2 4 9 0,-5-2-49 0,0 4 0 16,-7 2 41-16,-7-1 0 0,-6-3-95 0,2 0 55 16,-6 1 16-16,-1-2 0 0,2-4-305 0,0-1 156 15,3-1 37-15,-2 0 52 0,-5 3-505 16,5-1 262-16,0 2 130 0</inkml:trace>
  <inkml:trace contextRef="#ctx0" brushRef="#br0" timeOffset="3211.86">19779 14050 1398 0,'-9'0'0'0,"6"0"0"0,3-2 0 0,0 2 0 0,0-1 0 0,5-1 0 0,6 2 0 0,3 0 0 0,2 0 160 0,5 2-63 15,2 9 14-15,-3 4-39 0,1 7 8 0,-2 1-47 16,-4 5-24-16,-2 5 0 0,-5 1 24 0,-7 1-1 15,-1 3-59-15,0 5 26 0,-10-4 0 0,-11-1 34 16,-2-4-29-16,2-6 29 0,-5 0 8 0,-2-8-43 16,2-2 9-16,-3-9 18 0,5-6-33 0,3-3 84 15,-1 0-26-15,1-5-1 0,2-12-37 16,8-4 10-16,2-1 15 0,5-3-13 16,4 5-38-16,0-2 19 0,0-1 1 0,9 2 19 15,4 4 21-15,4 3-22 0,1 0 4 0,-2 7 2 16,3-1-6-16,-1 3-7 0,3 4 5 0,-1-1-176 15,0 2 83-15,0 0 35 0,1 0-173 0,-1 0 96 16,1 3 55-16,2 3 13 0,-1-3-591 0</inkml:trace>
  <inkml:trace contextRef="#ctx0" brushRef="#br0" timeOffset="3362.46">20080 14174 904 0,'2'-10'0'0,"2"-1"0"0,1 4 0 0,3 0 0 0,-4 1 0 0,0 3 0 0,1 1 513 0,4 2-231 15,3 0-129-15,1 0 255 0,1 9-187 0,-2 5-95 16,-1-1-273-16,3 3 98 0,-3 1 37 0,2-1 23 16,0-2-576-16,0-2 299 0,1-3 149 0,2-4 82 15,-2-3-350-15</inkml:trace>
  <inkml:trace contextRef="#ctx0" brushRef="#br0" timeOffset="3526.16">20409 13980 1273 0,'2'-14'0'0,"0"7"0"0,0 1 0 0,-1 3 0 0,-1 0 0 0,2 3 0 0,-2 0 0 0,0 21 252 0,0 6-102 16,-3 12-62-16,-13 7 522 0,-4 17-289 0,-4 1-144 0,-5 6 157 0,-1 6-143 15,-7 12-83-15,-1-9-37 16,0 6-278-16,1 3 119 0,-2 2 61 0,5-9 38 16,-6 17-320-16,14-27 171 0,-2 0 85 0,11-18 43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9:38:18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10342 5125 669 0,'0'-2'0'0,"0"-1"0"0,-2-1 0 0,2-1 0 0,-1 4 0 0,1-4 69 0,0 4-36 0,0 0 0 16,0 1-1-16,0-3 45 0,0 3-9 0,0 0-35 15,0 0 23-15,0 0-24 0,-2 0 1 0,2 0 8 16,0 0-8-16,0 0 0 0,0 0-1 16,0 3-7-16,0-1 8 0,2 4 8 15,1-1-8-15,3 0 5 0,-1 1-5 0,1-2 0 16,0-1 0-16,1 1 22 0,1 0-22 0,-1-2 0 16,3 2 27-16,-1-2-27 0,0 0-1 0,0-1 9 15,-1 1-8-15,0 0 0 0,-1-2 0 0,0 0-1 16,1 0 1-16,-2 2 8 0,-1-2-8 0,1 0-24 15,-1 0 0-15,2 0 24 16,-2 0-4-16,1 0-3 0,-1 1 5 0,1-1-1 0,0 2-30 0,1 0 29 16,1 2-3-16,-1-2 9 0,3 2-37 15,1 0 0-15,0-3 28 0,4 2-37 16,2 0 34-16,2-2 3 0,5-1-3 0,1 0-38 16,-1 0 35-16,0 0 0 0,3 0-6 0,-4 0-23 15,1 0-4-15,-2 0 25 0,1 0-7 0,-4 0 9 16,-3 0 0-16,0 0-3 0,-2 0 13 0,-3 0-13 15,3 0 1-15,-1 5-7 0,-3-2 10 0,3 3-5 16,-1-2 2-16,4 1 11 0,-2-2-11 0,2 0 2 16,0 2 1-16,3-4-8 15,1 1 5-15,0-2 3 0,-1 0-16 0,2 1 13 16,-1-1 4-16,1 0-32 0,1 0 27 0,0 0-2 16,1 0 2-16,0 0 15 0,-2 0-13 0,1 0-5 15,4 0 2-15,-1 0-10 0,1 0 10 0,2 0-1 16,3 0 2-16,-1 0 22 0,2-3 1 0,1-3-21 15,3-2 13-15,-3 3-11 0,3-3 1 0,0 0 31 16,0 0-33-16,0 0 5 0,-3 2-4 0,3-1 19 16,-1 2-13-16,-1-1-1 15,2 0-2-15,6-2 6 0,-3 4-5 0,2-1 5 16,-3-1-14-16,10-1-15 0,-4 1 24 0,3-1-3 16,0-1-22-16,1-2-2 0,-4 4 28 0,10-3-7 15,-7 2-1-15,1-1-1 0,3 1 3 0,1 1-6 16,2-1 8-16,0 1-10 15,1-1 7-15,-1 1 20 0,1-1-21 0,1 1-2 16,-2 1 5-16,1-1 25 0,0 2-26 0,1-2 3 0,0 3-18 0,-2 1 17 16,1 1 2-16,0-3 0 0,-5 1-23 0,1 1 20 15,-2 1 0-15,-2-1-15 16,-4 2 18-16,6 0-6 0,-6 0 1 0,-2 0-42 16,2 0 41-16,1 0-7 0,-7 0 7 0,3 0-25 15,-1 0 21-15,-1 3-1 0,-1 3-38 0,1 1 37 16,-1-1 2-16,7 1-4 15,-5 1-15-15,4-1 14 16,2-2 1-16,0 1-27 0,-3-3 0 0,10 1 21 0,-5-3 3 0,-2 1-41 0,1-2 0 16,-11 0 31-16,4 0 5 0,-3 3 34 15,0-3 0-15,-2 1-38 0,2 1 58 0,-1 0-24 16,2-1-1-16,5 2-22 0,-2-3 46 0,2 0-19 16,2 0-1-16,-3 0 13 0,12 0-33 0,-3 0 16 15,1 0-13-15,2 0 23 0,-1 0-19 0,3 0 31 16,-2 0-36-16,-1-3 190 0,0 2-201 0,3-1 0 0,0-1 0 15,-1-2 0-15,5 2 0 0,5-2 0 16,-4-1 0-16,-1-2 0 16,6-2 0-16,-8 1 0 0,13-1 0 0,-6 0 0 15,0-2 0-15,0 3 0 0,-3 0-186 0,-8-1 183 16,1 0-42-16,-1 5 21 0,-4-1 0 0,-2 0 26 16,-2 2-8-16,-6-1-5 0,6 2-1 0,-8 1 4 0,2-2 35 15,-4 2-35-15,3 0 10 0,-5 1-12 16,-1-1 5-16,0 0-2 0,-4 0-48 0,-5 0 24 0,1 0 0 15,-3 0 29-15,-4 0-194 0,-6 1 89 16,-1-4 36-16,-7 2-367 0,-3-4 203 0,-2-1 93 16,-22-6 59-16,-12 2 24 0,-5-1-640 15,-10 0 333-15</inkml:trace>
  <inkml:trace contextRef="#ctx0" brushRef="#br0" timeOffset="1611.07">2930 6968 479 0,'-11'-1'0'0,"4"-1"0"0,0 2 0 16,2 0 0-16,3 0 0 0,1 2 0 0,-1-1 59 0,2 2-27 0,0-2 1 16,0 2 37-16,0-3 13 0,0 0-24 0,0 0-1 0,0 0 10 15,0 0 1-15,0 0-29 0,0 0 76 0,3 0-42 0,4-3-21 16,-1-2 0-16,2-2 44 0,-2 1-23 16,1 0-9-16,1 3-8 0,1-3 1 0,-1 2-25 0,2 3 0 15,-1-1 7 1,1-2 31-16,1 3-1 0,0-4-37 0,2 1 21 0,2-1 1 15,1-2-14-15,2-2-8 0,1-2 49 0,3 0-24 0,-5 0 0 16,3 1 20-16,2-1-14 0,-3 0-9 16,-3 2 5-16,1-1 0 0,-2 4-28 15,0 2 1-15,-4 1 8 0,3-1-26 0,-2 3 17 0,-1-2 1 16,1 3-21-16,-3-2-1 16,2 2 30-16,1 0-8 0,0 0-27 0,-1 0 27 0,3 0-22 15,-3 0 21-15,3 0 1 0,1 0-14 0,0 0 9 16,0 0 7-16,4 0-12 0,-3 0 3 0,3 0-23 15,0 0-6-15,0 0 27 0,0 0 1 0,-1 0-1 16,2 2-25-16,-2 1-5 0,1-2 1 0,0 1 25 0,2 3-3 16,-3-4 2-16,3 1-21 15,-3 2 18-15,4-3-7 0,-2 1 6 16,-2 0-13-16,1 0 11 0,3 2 0 0,-4-2 0 0,4 1-13 16,-5-1 12-16,4 1 2 0,1 0 20 15,-4 1-18-15,2-1-3 0,1-1 0 0,0 2 37 16,1 0-36-16,3-1 1 0,-3-1 3 0,8 1 11 15,0-2-12-15,2 1-11 0,0-2 11 16,5 0 0-16,-2 0 7 0,8 0-7 0,-4 0-32 0,4 0 31 16,0-2 1-16,0-4-36 0,0 1 0 15,9-1 33-15,-4 1-33 16,1-1 1-16,2 2 24 0,1 0 3 0,-1 3-24 0,-2-4-1 16,-1 4 14-16,1 1 7 0,-4-2-10 0,3 2-22 15,-6 0-8-15,9-2 55 0,-4 2-24 0,1-2 1 16,2 1-4-16,5-5 45 0,-3 2 0 0,3-1-39 0,-2-1 2 15,0 0 31-15,4 2 3 0,-3 2-31 16,1-2 16-16,1 2-14 0,-2 1 9 0,11-1-40 16,-6 0 36-16,-6 2-2 0,4 0 6 15,1 0-52-15,0 0 20 0,-2 0 1 0,0 0 18 16,1 0-40-16,-2 0 37 0,1 0 2 0,9 0 1 16,-6 0-3-16,-7 0-4 0,6 0 2 15,-1 0-6-15,1 2 5 0,1 1-6 16,-1 1 47-16,-2 0 2 0,3 2-40 0,0-1 3 15,11 1 15-15,-8 1-12 0,2-3-3 0,0 2 8 16,-1-1-7-16,-5 0-3 0,12-2 4 0,-5 2 2 0,1-2-15 16,4 1 13-16,-8-3 1 15,15 1-2-15,-9 0-14 0,0 0 12 0,-3-2 2 16,3 0-3-16,-10 2-3 0,15-2 4 0,-6 0 0 16,4 0-8-16,-3 0 8 0,-3 0 0 15,-7 0-5-15,13 0 5 0,-5 0-1 0,-3 0 0 0,-1 0 9 16,7 0-9-16,-7 0 1 0,11 0-1 0,-10 0 27 15,1 0-25-15,0 0-1 0,-2 0 2 0,-7 0 1 0,5 0-2 16,7 0 3-16,-3 0-3 0,-2 0 0 16,-2 0 3-16,-7 0-8 15,4 0 6-15,1-2 0 0,-3 0 0 0,0-2 2 16,-2-1-2-16,0 2-1 0,1-2 1 0,-1 2 4 0,-2-2-4 16,-5 4-1-16,0-3 1 0,-11 1-31 0,4-1 0 15,-5 2 28-15,-4-2-34 0,-9 2 32 16,2 0 1-16,-9 1-110 0,-3-2 52 0,-1 1 20 15,-6 1 0-15,-2 1-226 0,-2-1 118 0,-2-2 40 16,-19 3 42-16,-7 0-537 0,-15 0 285 0</inkml:trace>
  <inkml:trace contextRef="#ctx0" brushRef="#br0" timeOffset="24137.12">14602 13360 1007 0,'-4'0'0'0,"0"-2"0"0,1 2 0 0,1-3 0 0,2 3 0 0,-2-1 0 0,2 1 0 0,0 0 0 0,0 0 0 0,0 0 107 0,0 0-38 15,0 0 9-15,0 0-24 0,0 10 1 0,2-1-22 16,2 0-1-16,-1-2 38 0,3 5 8 0,-3-4-45 16,3 1 13-16,-2-1-14 0,0-4 1 0,0 1 0 15,-2-2-30-15,-1-1 30 0,1-2-1 0,0 0 1 16,0 0-40-16,0 0 0 0,-1 0 48 0,-1-7-24 16,2-4 13-16,-2 1-13 0,0 0-28 0,0 1 32 15,0 0 8-15,0 4-13 0,0-1 34 16,-3 2-31-16,1 3 3 0,-2-2 1 0,1 3 52 0,-1 0-24 15,2 0-1-15,-2 0-13 16,3 10-39-16,-2-1 4 0,1 3 34 0,2 1-43 16,0-2-1-16,0-2 33 0,0-1-46 15,0-1 21-15,0-1 5 0,0-3 8 0,0-1-23 0,0-2-11 16,0 0 36-16,2 0-21 0,1 0-35 0,-2-7 16 16,1-3-1-16,0 1 19 0,-2 2 45 0,0 1-3 15,0 0-31-15,0 5 88 0,0-3-43 0,0 4-18 16,-8 0 65-16,1 0-36 0,-3 7-16 15,1 8 12-15,-3 1-84 0,5-1 30 16,0 2 0-16,1-8 38 0,2 0-108 0,4-2 43 16,0-3 24-16,0-4-9 0,4 0-411 0,15-7 188 15,3-14 107-15,10-7-459 0</inkml:trace>
  <inkml:trace contextRef="#ctx0" brushRef="#br0" timeOffset="25085.24">16595 11805 397 0,'0'-6'0'0,"-2"3"0"0,2-1 0 0,-2-2 0 0,0 2 0 0,2 0 256 0,-1 2-111 0,-1 1-56 0,2-1-28 16,0 2 158-16,0 0-96 0,0 0-46 0,0 0 37 16,0 0-41-16,0 2 0 0,0 5-32 0,0 3 52 15,0 1-30-15,0-2 0 0,0 1 29 0,0-3-29 16,0 1 7-16,0-2-37 0,0-2 10 0,0-2-11 16,2 1 1-16,-1-3 0 0,1 0-30 0,0 0-8 15,0 0 38-15,1-6-35 0,1-5 35 0,-2-1-1 16,0 3-25-16,0-2-3 0,-1 1 1 0,1 1 23 15,-2 1-97-15,0 3 43 16,0-1 16-16,0 5 1 0,0-1-39 0,0 0 27 16,0 2-12-16,0 0 14 0,0 0 17 0,0 2-7 15,0 7 8-15,0 2 40 0,-3 0-45 0,1 1 4 16,0-1 33-16,0-1 3 0,2 1-34 0,0-4 10 16,0-2 23-16,0 0-20 0,2-4-5 0,5-1 12 15,3 0-51-15,-1 0 4 0,0-8 34 16,2 0-70-16,-4-5 34 0,-2 3-6 0,-1 0 36 15,0 1-34-15,-3 0 29 0,-1 1-12 16,0 4 129-16,0-1-60 0,0 3-27 0,0 0-1 16,-5 0 56-16,-1 2-33 0,-1 0-20 0,-1 0 2 15,2 2 119-15,1 6-47 0,0-3-38 0,1 1 15 16,2 0-8-16,0-1-38 0,2-1 0 0,0 1-91 16,0-2 45-16,0-2 31 15,0 1-214-15,2-2 101 0,0 0 59 0,3 0 10 16,1 0-147-16,-1 0 61 0,2-3 53 0,-2-3-13 15,1 0-352-15,1 1 195 0</inkml:trace>
  <inkml:trace contextRef="#ctx0" brushRef="#br0" timeOffset="27478.49">14559 13468 625 0,'0'0'0'0,"0"0"0"0,0 0 0 0,0 0 0 0,0 0 0 0,0 0 0 0,0 0 0 0,0 0 49 0,0 0-16 0,0 0 0 0,0 0-35 16,0 0 34-16,0 0 9 0,0 0-24 0,0-3 15 16,0 0-1-16,2 2 0 0,1-2-16 0,-1 3 23 15,0-1-8-15,0 1 0 16,0 0-27-16,-1 0 20 0,-1 0 5 0,0 0-1 15,2-2-22-15,-2 2 19 0,2 0 2 0,0-2-22 16,0 0 20-16,1 1 5 0,0-1-5 0,3-3-35 16,-1-3 33-16,2 0-2 0,-1-1-27 0,0 1 31 15,2-2-4-15,-3 1-5 0,-1 2-30 0,1 0-5 16,-1 1 36-16,0 0-3 0,0 1-40 0,0 0 34 16,-1 2 5-16,1-1-18 0,0 1 15 15,1-3-2-15,3 0 23 0,0-3-23 0,1 1 1 16,0-1 0-16,3-2-5 0,0 0 6 15,0-2 0-15,1-1 2 0,1 1-7 0,0 0 6 16,-1 0 1-16,2 0 0 0,0-3-17 0,1 4 15 16,-4 0-1-16,4 0-11 0,-2-2 15 0,2 2-6 15,-2 2 2-15,2 0-11 0,-3 2 10 0,2-5-2 16,0 4-25-16,0-3 25 0,2 1 1 0,2-1-2 16,1-2-7-16,1 1 7 0,-2-2 1 15,6-3-3-15,-4 2-18 0,4-3 17 0,-2-1 2 0,1 1-15 16,-4 4 14-16,5-7-3 15,-2 2 2-15,0 3-7 0,-2-1 7 0,4-2-2 16,-2 5-36-16,2-5 36 0,0 0 1 0,1-1-2 16,1 0-24-16,1-6 22 0,2 2 1 0,2-3-3 15,-2-1-22-15,2 0-4 0,2 0 27 0,1 1-46 16,-3 0-1-16,7-6 36 0,-6 5 5 0,1-2-41 16,-2 3 38-16,-2 0-7 0,-2 3 25 15,6-3 2-15,-8 6-22 0,3-2-1 0,-2 1 38 16,1 2 2-16,-1-1-40 0,1 1 7 0,-2 0 40 15,3 0-35-15,-1 1-5 0,2-2 44 16,0-2-2-16,5-1-25 0,-8 6 3 0,3-4-6 16,-2 3-4-16,-1 0 7 0,-6 4-11 0,4-3 6 15,-8 6 0-15,2 0 1 0,-2 0 23 0,-6 4-24 16,1 3 1-16,-3-2-1 0,-4 5 16 0,1 0-16 16,-3 2 1-16,-1-1-9 0,0 2 12 15,1 0-3-15,-3 0 4 0,0 0-40 0,0 0 1 0,0 0 34 16,0 0-102-16,0 0 48 15,0 0 19-15,0 0 0 0,0 0-184 0,0 0 97 16,-7 6 29-16,0 5 34 0,-6-1-98 0</inkml:trace>
  <inkml:trace contextRef="#ctx0" brushRef="#br0" timeOffset="27820.16">15682 12071 713 0,'-17'0'0'0,"2"0"0"0,4 0 0 15,1 0 0-15,1 0 0 0,5 0 0 0,0 0 0 0,3 0 212 0,1 0-90 0,0 2-45 0,11-2-22 16,11 0 74-16,3 0-40 0,7 0-33 0,2-6 1 15,1 0 6-15,1 2 0 0,-1 0-30 0,2 0 8 16,-5-1-39-16,-2 4 31 0,-5 1 0 0,-2 0-65 16,-4 0 32-16,-3 6 9 15,-4 2-44-15,-6 1 33 0,-4 4 2 0,-2 4 0 0,-4 5-26 0,-15 4 25 16,-9 8-11-16,-3 2 0 0,-4 5 0 16,1 1 19-16,-1 1-6 0,-1 2-153 0,4 0 73 0,2 0 38 15,-2 2-154-15,4 0 91 16,2 0 36-16,-1 2 22 0</inkml:trace>
  <inkml:trace contextRef="#ctx0" brushRef="#br0" timeOffset="28735.08">14697 13296 87 0,'-1'0'0'0,"-5"0"0"0,3 0 0 0,-3 0 0 0,1 0 54 0,-2 0 1 15,2 2-39-15,-1-2 0 0,3 0 71 0,-1 0-33 16,2 0 1-16,0 0 7 0,1 0 0 16,1 0-30-16,0 0 9 0,0 0 23 0,0 0 0 0,0 0-31 15,0 0 24-15,0 0-24 0,0 0 8 0,1 0-8 16,3 2 38-16,3 1-38 0,2 3 0 0,3-1-1 16,-1 3 17-16,2-3-16 0,2 1 0 0,2 0 0 15,2-2-18-15,0 0 18 0,3-3 8 16,3-1-15-16,-1 0 6 0,-1 0 1 15,2 0 0-15,-4 0-15 0,8 0-7 0,-3-1 16 16,-1-3-32-16,1-2 31 0,2-1 2 0,1 1 2 16,-2-2-23-16,1-1 15 0,0 2 4 0,1-3-5 15,-1-1-27-15,-3 4 1 0,5-5 28 0,-2 3-35 16,-2-1 1-16,3 1 24 0,-4 1-20 16,0 2 1-16,5-3 20 0,-4 0-5 15,1 2-26-15,-1-1-3 0,-1 1 30 0,-2-3-5 16,7 1-24-16,-3 0 25 0,1-5 1 0,0 1-5 15,2-2-8-15,-1-2 8 0,-1-3-2 0,0-3-7 16,1 0 8-16,-1-2 2 0,-1 0 8 0,-1-3-8 16,6-1-2-16,-7 5 1 0,1-3 15 0,1 3-14 15,-3-2 0-15,0 2 2 0,-1-1-15 0,2 1 13 16,-3-3 1-16,0 1-1 0,1-3-7 0,2 0 8 16,1-7 0-16,0 1-33 0,3 1-2 15,-2-4 32-15,-1 1-38 0,-1-1-1 16,3-7 29-16,-1 5 4 0,-3 1-11 0,0 0 10 15,-1-1-6-15,-4 6 2 0,6-5 27 0,-9 9-25 16,3-2-2-16,-3 2 1 0,0 4 40 0,-5 5-39 16,1-3 5-16,-1 3 12 0,-4 2-9 0,0 2-5 15,-3 2 24-15,1 2-22 0,-4 2 5 0,1 2-3 16,0-1 31-16,-2 4-30 0,0 0 1 0,0 1 0 16,0 2 59-16,0-1-28 0,0 2 5 15,0-1-13-15,0-3-13 0,0 3 0 0,0 2 4 0,0-3-32 16,0 2 33-16,0 0-5 15,2 0-144-15,0 0 69 0,-1 1 32 0,1-2-1 16,2 3-324-16,0 0 166 0,1 0 58 0,0 6 55 16</inkml:trace>
  <inkml:trace contextRef="#ctx0" brushRef="#br0" timeOffset="29336.62">15828 12644 707 0,'-3'0'0'16,"1"0"0"-16,-2 2 0 0,1 0 0 0,3-2 0 0,-3 2 0 0,1-2 113 0,2 0-41 0,0 0 1 15,5 0 7-15,7 0-16 0,3 0-7 0,8 0-25 16,1-4 118-16,5-5-60 0,-1-3-28 0,4 1 41 15,-2 0-40-15,0-1 1 0,0 1-31 0,-2 0-27 16,-1 2 27-16,-7 2 8 0,1-2-58 0,-3 4 25 16,-3-1 0-16,-4 5 25 0,-1-2-33 0,-2 2 7 15,-5 1 26-15,-1 0-19 16,0 0 4-16,-2 0-13 0,0 9 18 0,-2 4-20 16,-9 6 88-16,-3 2-38 0,0 3 0 0,-2 2-68 15,0 3 1-15,-1 2 50 0,0-3-283 0,2 5 127 16,0 0 65-16,0 2 27 0,2 0-445 0,-1 1 203 15,2 1 123-15,-2-1 52 0</inkml:trace>
  <inkml:trace contextRef="#ctx0" brushRef="#br0" timeOffset="30272.97">14773 13410 274 0,'-4'0'0'0,"0"0"0"0,-2-1 0 15,1-1 0-15,1-3 0 0,-1 4 78 0,1 0-9 0,1-3 4 0,-2 1-40 0,1 1 0 0,1 0-1 16,1 1 50-16,0-1-10 0,0 0-39 0,2 0 0 16,0 0 62-16,-2 2-30 15,2-1 7-15,0 1 19 0,0 0-29 0,0 0 0 16,0-2-29-16,0 2 2 0,0 0 6 0,2 0-8 15,0 0 5-15,2 0-5 0,1 0 0 0,-1 0-1 16,2 0 14-16,0 0-14 0,1 0 1 0,0 2 0 16,1-2 16-16,3 1-16 0,0-1 8 0,1 0-13 15,1 0 5-15,1 0-1 0,0 0 1 0,1 0-27 16,0 0 7-16,0 0 20 0,2 0-24 16,0-1 0-16,0-1 18 0,0 0 3 15,-2 2-45-15,2-2 17 0,1 2-8 0,0 0 29 16,0-2-30-16,3 2 0 0,0-2 19 0,2 1-2 15,-3 1 5-15,1-3 0 0,0 2-5 0,-1-2-14 16,1 3 17-16,0-1 0 0,-3 1-23 0,3 0 22 16,0-2 1-16,-1 2 3 0,4 0-32 0,1-3-2 15,-5 3 27-15,6-1-4 0,1-1-24 16,-3 1 23-16,6-2 3 0,-3 2-17 0,-1-3 14 0,3 0-3 16,-4-1 3-16,0 4-17 0,5-2 16 15,-4 0-2-15,2 2-10 0,-1-1 11 16,-1 0 0-16,-4 0 0 0,8 0-21 0,-2 0 19 15,-1-2 0-15,-1 3-3 0,4-3 35 0,1 0-32 16,-1-1 1-16,1 1 19 0,1-1-18 0,0 1 0 16,2-2-1-16,-2 2 8 0,2 1-7 15,-3-1 4-15,5 0-3 0,-1 2 4 16,-2-2-4-16,1 3 6 0,-2-2 3 16,0 1-7-16,-2 1 0 0,0 1-2 0,-3 0-4 0,-4 0 6 15,7 0-1-15,-9 0-24 0,2 0 1 0,0 0 20 16,-5 0 2-16,1 0-18 0,-4 0 16 0,-2 0-2 15,-2 0-3-15,-2 0 3 0,0 0 0 0,-4 0-3 16,-3-1-8-16,0 1 8 0,0 0 2 0,-1 0-3 16,-1-3-56-16,0 1 25 0,0-2 1 0,-5 0-223 15,0-1 119-15,-6-3 51 0,2 3 33 0,0 0-431 16</inkml:trace>
  <inkml:trace contextRef="#ctx0" brushRef="#br0" timeOffset="30902.29">16625 11849 592 0,'0'-5'0'0,"0"4"0"0,0-1 0 0,0 0 0 0,0 0 0 0,-2 0 0 0,0 0 0 0,2 1 0 0,-2-2 133 0,2 3-51 0,0 0-24 0,0 0 0 16,0 0 33-16,0 0-33 15,0 0 0-15,0 0-16 0,0 0-9 0,0 4-1 0,0 4 79 0,0 0-43 16,0 2 0-16,0 2-35 0,0 1 38 0,0 2 1 16,0 0-31-16,2 0-8 15,0 3 32-15,0 1-33 0,0 4 1 0,0 3 0 16,-1-3 23-16,-1 8-23 0,2 1-1 0,-2 0-12 15,2 4 12-15,-2 6 1 0,2-6 8 0,-2 11-33 16,2 1 0-16,-1 1 25 0,1 1-37 0,0-1 0 16,3-4 32-16,-2 8 0 0,3-4-40 0,-1-4 0 15,1-2 26-15,-1 0 8 0,2-5-69 0,0 8 30 16,-2-4-9-16,1-2-47 0,-1 3 36 16,-3-3 22-16,1-2-11 0,-1 2 3 0,0-5-14 0,-1 0 35 15,-1-4 6-15,0-4-12 16,0-3-12-16,0-3 11 0,0-4 61 0,0-6-29 15,0-2-1-15,0-2-31 0,0-5 35 0,0 0 0 16,0-2-15-16,0 0-83 0,0 0 39 0,0 0 0 16,0 0 41-16,0-5-140 0,0-3 60 0,0 1 33 15,0 0-376-15,-1-3 183 0,1 3 104 16,-2-5 47-16</inkml:trace>
  <inkml:trace contextRef="#ctx0" brushRef="#br0" timeOffset="31381.3">16115 13206 773 0,'-7'0'0'0,"0"0"0"0,3 0 0 0,-1 0 0 0,0 0 0 0,2 0 0 0,-1 0 0 0,2 0 0 0,0-3 109 0,0 0-31 0,1-2-7 0,1-1 54 0,0 0-45 15,0 2-25-15,0-1 32 0,0 3-20 16,0-1-7-16,0 2-27 0,0-1 90 0,0 2-45 15,0 0-14-15,0 0-9 0,0 0 13 0,5 0 0 16,4 3-35-16,5 4 35 0,-1-1 9 0,4 1-44 16,-1 0-18-16,4 0 18 0,1 2 0 0,-3-2-1 15,3 1-49-15,0-3 20 0,-1 3 1 0,-1-3 29 16,-1 2-34-16,-1 1 10 16,-4 0 8-16,-1-1-12 0,-3-2-53 0,-2 4 25 15,0-2 0-15,-5 0 4 0,-1 2 14 0,-1 3-3 16,0-2 14-16,-10 4 32 0,-4 3 1 0,-7 0-35 15,1 2-105-15,-5-2 52 0,1 2 25 0,-1-1 1 16,0-1-88-16,2 1 50 0,4-6 26 0,-4 4-13 16,6-5-320-16,7-6 166 0,3-1 85 0,5-2-237 15,2-2 153-15</inkml:trace>
  <inkml:trace contextRef="#ctx0" brushRef="#br0" timeOffset="31732.64">16772 12509 782 0,'-9'0'0'0,"4"0"0"0,0 0 0 0,-3 0 0 0,0 2 0 0,-3 3 0 0,2 3 0 0,-3 1 212 0,1 2-89 0,0 5-45 0,-2 1-23 16,-2 3 77-16,1 1-42 0,-2 5-33 0,-1 2 0 16,-3 3-64-16,-3 1 40 15,0 2-1-15,2-3-25 0,-4 4-9 0,5-6 35 16,1-1-167-16,5-8 84 0,3 1 41 0,1-7 30 15,4-3-297-15,3-7 140 0,3 1 35 0,0-5 46 16,0 0-290-16,3-14 147 0</inkml:trace>
  <inkml:trace contextRef="#ctx0" brushRef="#br0" timeOffset="31886.23">16692 12539 1250 0,'4'0'0'0,"0"2"0"0,-1 0 0 0,2 2 0 0,-1-1 0 0,1 6 0 0,0 1 238 0,6 3-103 0,3 2 141 0,-1 2-122 16,4 4-61-16,-4-3-21 0,8 6 96 0,-5-4-67 16,3 2-35-16,2-1 1 0,-1 0-360 0,1 0 171 15,2 1 73-15,-3 1 41 0</inkml:trace>
  <inkml:trace contextRef="#ctx0" brushRef="#br0" timeOffset="46664.34">20937 13045 952 0,'0'0'0'0,"-2"0"0"0,2 0 0 0,0 0 0 0,-2 0 0 0,2 0 0 0,0 0 121 0,0 7-45 0,0 3-21 0,0 7 8 16,2 7 44-16,2 0-37 0,-1 4 1 0,3 6-9 16,-1 6-30-16,-3-4 9 0,3 13 28 15,-2-2 0-15,-1 1-36 0,0 0 0 0,2-8 12 16,-3 10-13-16,1-4 1 0,0-10 0 0,0-1-8 16,0-3 8-16,-1-6 8 0,1-1-8 0,0-3 0 15,-2-7 0-15,0-4-1 0,0-4-16 0,0-4 25 16,0-1-9-16,0-2-42 0,0 0-1 15,-7-6 34-15,-2-9 6 0,0-3-114 0,-5-10 50 16,3 1 23-16,-1-3-1 0,-1-1-161 0,3 3 89 16,-4 6 29-16,1 2-25 0,-2 3 25 0,0 3-1 15,-1 7 13-15,2 4 134 0,-2 3-65 0,4 0-21 16,-2 9 76-16,1 11-49 0,2 3-25 0,-1 3 0 16,7 2 199-16,0 2-101 0,3 0-23 15,2 0-35-15,0-2 127 0,0-4-71 16,3-3-26-16,10 2-50 0,1-5 6 0,0-1 1 15,4-5 0-15,1-5-126 0,1-1 71 0,1-6 23 16,2 0-79-16,0 0 54 0,0-7 11 0,0-11-1 16,0-4-239-16,-2-2 99 0,0-4 71 0,-1-1 36 15,-2-3-216-15,-1 2 116 0,-2-2 48 0,-2 4 0 16,-2 1 33-16,-3 9 0 0,-3-1 33 0,0 10 135 16,-2 0-76-16,-1 5-25 0,0 2 129 0,-2 0-82 15,0 2-40-15,0 12 0 0,0 6 310 0,0 11-122 16,0-4-93-16,0 6 15 15,0-1 163-15,7-1-124 0,2 0-54 0,7-3 3 16,0-3-36-16,0-8 0 0,0 1-37 0,5-8-142 16,-2-2 80-16,-2-6 27 0,2 0-169 0,-3 0 102 15,0-10 51-15,-2-10 19 0,-2-3-88 0,-1-5 13 16,-2-4 41-16,-2 0-40 0,-2-5-80 16,0-1 37-16,-3 3 34 0,-2 3 43 15,0 9 6-15,0 4 0 0,0 8 1 0,0 3 142 0,-5 6-68 0,-2 2-33 16,-4 8 118-16,4 17-58 15,2 3-43-15,-1 4 3 0,4 1 210 0,2 3-88 16,0 2-66-16,0-5 8 0,4 3 30 0,7-4-37 16,3-4-31-16,-2 0-95 0,6-3 37 0,-2-6-1 15,-2-5 37-15,2 0-369 0,0-3 178 0,-3-5 68 16,-1-2-514-16,2-4 276 0,-3 0 148 0,3 0 65 16,-2-4-430-16</inkml:trace>
  <inkml:trace contextRef="#ctx0" brushRef="#br0" timeOffset="46821.45">21641 13579 916 0,'0'-9'0'0,"0"4"0"0,-1 3 0 0,1-2 0 0,0-2 0 0,0 4 225 0,0-2-88 0,3 1-56 0,10 0-25 16,2 3 339-16,0 0-181 0,4 0-91 0,-1 0 32 16,1 9-66-16,2-2-27 0,-1-1-412 15,0 1 192-15,-1-2 95 0,-1 2 57 16,-1 0-590-16,-8-1 313 0</inkml:trace>
  <inkml:trace contextRef="#ctx0" brushRef="#br0" timeOffset="46963.61">21728 13743 648 0,'-19'8'0'0,"3"1"0"0,5-5 0 0,2 0 0 0,4-3 471 0,-2-1-211 0,7 0-117 0,0 0-56 0,9 2 126 0,11-2-90 15,4 0-45-15,4 0 85 0,4 0-70 0,0 0-30 16,2 0-386-16,-2 0 177 0,2 0 98 15,-1 0 36-15,-3-2-657 0</inkml:trace>
  <inkml:trace contextRef="#ctx0" brushRef="#br0" timeOffset="47187.63">22330 13264 1572 0,'-14'-6'0'0,"9"6"0"0,5 0 0 0,0 15 0 0,0 2 0 0,-2 5 0 0,0 5 0 0,2 2 472 0,-1-1-219 0,1 2-111 0,0 5-54 15,0 4 62-15,0 5-63 0,0 1-27 0,0 0-254 16,0 1 114-16,0 0 56 0,0-8 37 0,0 0-205 16,0-4 113-16,0-11 55 0,0-2-505 0,-2-11 266 15,0-5 51-15,0-5 96 0,-1-2-305 16</inkml:trace>
  <inkml:trace contextRef="#ctx0" brushRef="#br0" timeOffset="47397.62">22226 13237 854 0,'0'-8'0'0,"1"3"0"0,7 5 0 0,4 0 0 0,6 0 0 0,3 0 0 0,-1 0 347 0,8 6-162 0,-2 4-76 0,1 0-38 0,-3 0 109 0,-2 2-74 15,-4 1-28-15,-1 0-42 0,-3 0-3 0,-4 0 0 16,-7 0-97-16,-3 2 49 15,0-2 32-15,-5 2-9 0,-13 2-14 0,-7-2-1 16,-5 0 39-16,-2 1 1 0,-2-6-92 0,1 2 40 16,1-5-17-16,3-1 25 0,7-4-190 0,6-2 97 15,3 0 37-15,6 0-281 0,7 0 152 0,0 0 81 16,16 0-120-16</inkml:trace>
  <inkml:trace contextRef="#ctx0" brushRef="#br0" timeOffset="47797.63">22847 13495 1330 0,'0'-8'0'0,"0"-3"0"0,-7-4 0 0,-9-3 0 0,3 1 0 0,-4-2 0 0,1 1 0 0,-2 4 0 0,4 3 0 0,-3 2 130 0,-1 8-40 0,2 1-33 0,-5 1 31 16,4 21-27-16,0 3-1 0,1 13-68 0,4-6 49 15,-1 11-8-15,6-1 0 0,2-8 8 16,3 4-8-16,2-5 0 0,0-10 8 15,7-1-32-15,6-5 24 0,1-6 0 0,3-7-137 16,3-4 66-16,0 0 23 0,4-20 16 0,1-10-178 16,0-9 91-16,-4-5 34 0,2-5-86 0,-2-4 46 15,-1-11 42-15,-4 6-11 0,-2-2-127 0,-2-2 78 16,-1-2 38-16,-4 6-7 0,2-9 22 16,-6 18 0-16,1 0 24 0,-2 15 136 0,-2 11-68 0,0 7-42 15,0 5 8-15,0 7 331 0,-4 4-175 16,-5 11-60-16,-1 15 181 0,1 12-100 15,-2 9-77-15,3 3-29 0,0 3 60 0,1 3-50 16,-2 12-24-16,2-12 7 0,0 14 116 0,2-7-75 16,1 1-36-16,4-11 16 0,0 2-26 0,0-15 8 15,2 2-35-15,7-10-292 0,0-9 147 0,1-4 72 16,1-6-469-16,-2-8 240 0,7-5 135 0,-4 0 19 16,4-13-414-16,-1-11 248 0,-2-7 116 0</inkml:trace>
  <inkml:trace contextRef="#ctx0" brushRef="#br0" timeOffset="47990.12">22994 13393 435 0,'0'-7'0'0,"3"3"0"0,5 4 0 0,3 0 0 0,4 0 0 15,0 0 0-15,4 0 0 0,2 6 339 0,2 6-86 0,0 0-109 0,-2 3-56 0,-3 6 62 16,0-1-51-16,-2 5-37 0,-6 1 0 0,-3 1 0 16,-5-1 0-16,-2 0-29 0,0-5-33 15,-11 5-7-15,-8-6 39 0,-2-2 1 0,-4-3-58 0,-3-2 29 16,-4-5 8-16,2-1 21 15,1-3-72-15,8-4 34 0,2 0 0 0,6-3-236 16,10-9 104-16,3-11 68 0,9-5 7 0,17-1-354 16</inkml:trace>
  <inkml:trace contextRef="#ctx0" brushRef="#br0" timeOffset="48143.71">23435 13268 1590 0,'0'0'0'0,"-9"0"0"0,-9 5 0 0,-6 5 0 0,-3 3 0 0,0 3 0 0,1 6 0 0,-1 5 0 0,6 3 517 0,7 2-243 16,5 0-112-16,8 4-69 0,1-2 141 0,1 2-101 16,17-4-50-16,8 4-97 0,-1-11 32 0,10 4-9 15,1-5 24-15,-1-5-449 0,3-2 224 16,4-4 113-16</inkml:trace>
  <inkml:trace contextRef="#ctx0" brushRef="#br0" timeOffset="48804.34">23645 13497 1107 0,'-12'-19'0'0,"2"6"0"0,0 9 0 0,7 1 0 0,3 3 0 0,-2 0 0 0,2 0 0 0,0 0 0 0,5 0 0 0,12 3 277 0,9 1-122 0,4-4-61 16,6 0 135-16,11 0-102 0,-4-3-48 15,3-2-22-15,-2-4-62 0,-3-1 1 0,-6 5 45 16,1-2-120-16,-6-1 56 0,-7 4 28 0,-3 0 0 16,-3 3-314-16,-5-1 137 0,-2 0 98 0,-7 2-27 15,0 0-363-15,-3-3 216 0,0-2 99 0,-10-4-93 16,-8-6 104-16,-3-4 53 0,-2-3 27 16,1-3 58-16,-4 1 0 0,-1-1 0 15,1 2 14-15,0 3-46 0,3 1 32 16,1 5 0-16,3 6 63 0,-1 0-60 0,4 4-1 15,2 4 155-15,7 0 107 0,2 0-87 0,1 0 191 16,4 14-172-16,0 3-82 0,2 5-40 0,7 4 125 16,1 5-83-16,1 0-33 0,0 5-29 15,1 0-36-15,-3 3 15 0,0 4 0 16,-4-3 0-16,2-4-105 0,-2 6 49 0,-3-2 28 0,0-5-330 16,-1 0 179-16,2-11 65 0,-3-1-393 0,1-10 196 15,1-5 123-15,4-5 59 0</inkml:trace>
  <inkml:trace contextRef="#ctx0" brushRef="#br0" timeOffset="49114.6">24310 13182 779 0,'6'0'0'0,"-2"0"0"0,1 0 0 0,-3 11 0 0,-2 4 0 0,0 7 247 0,-4 6-112 0,-6 6-51 0,3 8 85 0,0-1-68 0,1 0-34 16,5-7 8-16,1 3 67 0,0-1-54 15,0-4-28-15,9-5-62 0,1-9 35 0,8-2 8 16,-1-3-8-16,1-8-122 0,2-5 61 0,-2 0 31 16,3-10-1-16,-4-14-56 0,-2-4 40 0,0-4-6 15,-4-8-23-15,-6 2-1 0,-1-6 25 0,-2 5-28 16,-2-10 2-16,0 2 17 16,-6-1 17-16,-4 3 37 0,-4 6-3 0,-2 2-30 15,-5 5-2-15,0 7 87 0,2 13-41 0,-2 0-12 16,-1 9 0-16,-4 3 72 0,3 0-43 0,4 20-14 15,1 1-8-15,3 3-60 0,5 2 26 0,5 4-137 16,3 4 76-16,2 0 37 0,0-1 0 0,2 5-498 16,7-2 242-16</inkml:trace>
  <inkml:trace contextRef="#ctx0" brushRef="#br0" timeOffset="49333.02">24087 13724 1237 0,'-8'-9'0'0,"6"-1"0"0,2 1 0 0,0-7 0 16,6-2 0-16,15-7 0 0,7-3 0 0,6 2 0 0,5 0 118 0,-5 3-35 0,8-1-29 0,-12 11 3 0,5 3 1 15,-6 7-25-15,0 1-45 0,-8 2 31 0,-2 8-8 0,-1 10 22 16,-4 3-8-16,-4 1 8 0,1 1 0 0,3-2 8 16,-1 7 28-16,2-6-36 0,4-2-1 15,3 0 1-15,5-7-174 0,1-6 89 16,4-3 22-16,3-4-378 0,9 0 192 0,-5-11 103 15,2-7 35-15</inkml:trace>
  <inkml:trace contextRef="#ctx0" brushRef="#br0" timeOffset="49819.71">25186 12847 1165 0,'-7'-12'0'0,"3"7"0"0,1 5 0 0,-1 0 0 0,1 0 0 0,-1 15 0 0,2 7 0 0,0 7 0 0,2 5 354 0,0 7-164 0,0 0-79 0,0 4 73 16,0 2-76-16,0 0-37 0,0-3 8 0,0 6-61 16,0-6 15-16,0-7 0 0,0-2-68 0,0 0 33 15,0-11 10-15,0-1 24 0,0-8-75 0,0-4 38 16,0-5 8-16,0-5-77 0,0-1 55 16,-3-1-12-16,-1-17 22 0,-4-4-70 15,2-4 40-15,0-3 7 0,0-3-70 0,-2-2 43 16,-2 3 24-16,-3 0-8 0,0 6 1 0,-4 1-10 15,0 11 29-15,-1 5-13 0,-3 2 119 0,-6 6-54 16,5 0-24-16,-4 13-9 0,2 10 209 0,1 5-98 16,-2 7-56-16,7 1 168 0,6-2-101 0,3 3-25 15,5 1-25-15,4-3 17 0,0 0-26 0,11-4 0 16,7-5-92-16,3-3 34 0,0-6 7 16,6-2 25-16,-1-8-327 0,1-4 144 15,3-3 87-15,-3-3 6 0,2-13-481 0,-2-9 244 16,0-2 130-16,-5-4-199 0,0-3 166 0,-2-5 81 15,-6 4 34-15,-2 1-30 0,-2-1 39 0,-2 5 1 16,-5 7 104-16,0 1-33 0,0 7-7 0,-2 4-25 16,-1 2 327-16,2 5-164 0,2 3-81 0,1 1-41 15,7 0 394-15,3 3-131 0,4 10-125 0,0 3 133 16,3-1-123-16,1 6-62 0,0 0-95 16,1-1 13-16,-2 4 0 0,0-6 20 15,0-1-396-15,-4-6 198 0,3 1 108 16,-2-5 41-16,-2-1-236 0,-2-6 80 0,-6 0 88 0</inkml:trace>
  <inkml:trace contextRef="#ctx0" brushRef="#br0" timeOffset="49981.31">25761 13025 403 0,'5'-3'0'0,"1"3"0"0,-5 6 0 0,-1 20 0 0,-5 11 0 0,-18 16 494 15,-7 11-230-15,-9 17-107 0,-25 35-67 0,-6 0 432 16,-24 34-244-16,-9-3-123 0,-8 9 66 0,-10 9-86 15,-8 15-55-15,-4 8-23 0,-17 36-570 0,20-9 273 16,5 9 137-16,11-22-398 0</inkml:trace>
  <inkml:trace contextRef="#ctx0" brushRef="#br0" timeOffset="75699.08">15992 16447 647 0,'0'0'0'0,"-2"0"0"0,-2 0 0 0,2 9 0 0,0 3 127 0,2 3-39 0,0 1-32 16,0 4 0-16,0 1 109 0,0 4-66 0,0-4-33 15,2 3 52-15,2-1-47 0,1-2 0 0,2-1-38 16,-2-1-25-16,-1-5 1 0,-1 1 31 0,-1-4-154 16,0-3 73-16,0-1 37 0,-2-4 0 0,0 0-92 15,0-3 50-15,0 0 33 0,0-6-25 0,-7-11-296 16,1-8 121-16</inkml:trace>
  <inkml:trace contextRef="#ctx0" brushRef="#br0" timeOffset="75997.66">15848 16262 972 0,'0'-6'0'0,"0"2"0"0,0 2 0 0,0 2 0 0,0 0 0 0,0 0 0 0,1 0 0 0,10 0 0 0,4 2 228 0,9 2-98 0,3-3-40 0,3 4 162 0,4-4-109 16,1-1-56-16,2 0-26 0,-2 0 31 15,-1 0-21-15,0 0-9 0,-4 0-29 0,0 0-34 16,-4-1 34-16,-6 1-1 0,1-3-28 0,-3 3-8 16,-6 0 36-16,-4 0 1 0,-1 0-30 0,-1 0 30 15,-2 0 8-15,-2 4 92 0,0-2-50 0,-2 5-26 16,0-3 0-16,0 4 145 0,0 1-77 0,0 2-50 16,0 3-21-16,0 1 64 0,0 3-42 0,0 0-22 15,0 3-33-15,0-1 12 16,1 0 0-16,3 6-178 0,2-2 89 0,-3 1 44 15,2-4 31-15,-3 3-460 0,1-4 226 0,-1 1 74 16,0-2 70-16,-2-2-486 0,0-1 265 0,0-3 131 16,-6-4 63-16,-4-2-333 0,-2-7 199 0</inkml:trace>
  <inkml:trace contextRef="#ctx0" brushRef="#br0" timeOffset="76182.17">16002 16444 1333 0,'-2'3'0'0,"-1"2"0"0,3 1 0 0,0-2 0 15,3-2 0-15,9 0 0 0,3-2 0 0,4 0 0 0,6 0 362 0,3 0-168 0,-3 0-81 0,-5 0-40 0,4 0-10 16,-1-2-30-16,-3 2 8 0,-1-2-353 0,-3 0 173 16,-5 2 86-16,-2 0 42 0,-2 0-208 0,-2 0 134 15,-3 0 54-15</inkml:trace>
  <inkml:trace contextRef="#ctx0" brushRef="#br0" timeOffset="76338.89">16142 16591 481 0,'-4'3'0'0,"2"0"0"0,2-1 0 0,0 1 0 0,0 0 0 0,0-1 367 0,6-2-172 0,3 2-80 16,3-2-42-16,2 0 231 0,0 0-136 0,-3 0-59 15,5 0-56-15,-6 0-20 16,1 0 0-16,-1 0 0 0,0 0-181 0,-5 0 99 15,-1 0 37-15,-3 0-500 0</inkml:trace>
  <inkml:trace contextRef="#ctx0" brushRef="#br0" timeOffset="76572.8">15749 16781 1019 0,'-11'9'0'0,"4"-6"0"0,3 5 0 0,4-3 0 0,0 0 0 0,0 1 0 0,9 0 231 0,11 0-99 0,7-1 107 16,6-2-94-16,9 0-61 0,3-3-25 0,4 0 208 16,2 0-117-16,3 0-59 0,1-3-21 0,-2-3 7 15,1 4-23-15,-2-7 1 0,-2 6-22 0,-6-1-115 16,-6 2 65-16,-2 0 21 0,-4 0-277 0,-9 2 152 16,-3 0 78-16,-7 0-401 0,-5 0 179 0,-3 0 124 15,-3 0 31-15,-2 0-117 16,-5-1 97-16,-13-1 49 0</inkml:trace>
  <inkml:trace contextRef="#ctx0" brushRef="#br0" timeOffset="76754.31">15928 16870 1185 0,'0'10'0'0,"0"4"0"0,0 3 0 0,0-1 0 0,2 2 0 0,-1 0 0 0,1 3 0 0,2 3 367 0,0 1-172 15,-2 1-80-15,0-1-57 0,0 1 0 0,0-5-25 16,0 3 8-16,-1-1-147 0,1 0 70 0,0-5 34 16,0 0 0-16,0-6-427 0,-1-3 229 15</inkml:trace>
  <inkml:trace contextRef="#ctx0" brushRef="#br0" timeOffset="76957.77">16106 16935 1371 0,'6'-8'0'0,"3"5"0"0,1 2 0 0,-3 1 0 0,1 0 0 0,0 7 0 16,-3 14 0-16,3 2 0 0,-3 8 351 0,0 11-159 0,-1-4-72 0,-2 15-47 0,1 0 78 15,-1 1-60-15,-1 0-28 0,-1 1-1 0,0-1-54 16,0 0-9-16,0-6 34 0,0-3-260 0,0-12 130 16,0 3 65-16,0-13-151 0,0-4-109 15,0-8 92-15,0-5 100 0,-8-6-295 16,-1 0 180-16,0-13 84 0,-5-14 53 0,1-8-173 15,-4-7 110-15</inkml:trace>
  <inkml:trace contextRef="#ctx0" brushRef="#br0" timeOffset="77091.39">15943 17038 1067 0,'2'-20'0'0,"0"3"0"0,-2 8 0 0,2 1 0 0,3 3 0 0,-1 2 0 0,3 1 0 0,0 2 0 0,0 0 142 0,4 0-58 0,-1 5-26 15,-1 0 39-15,2 1-32 0,1-1-1 0,-3-1-113 16,0 2 37-16,0-1 22 15,-1 1 0-15,-2 0-335 0,-1-3 179 0,-1 2 97 0</inkml:trace>
  <inkml:trace contextRef="#ctx0" brushRef="#br0" timeOffset="77217.07">15984 17178 593 0,'-5'10'0'0,"1"0"0"0,2 1 0 0,1-1 0 0,1 0 0 0,-2-3 0 0,2-2 0 0,0 1 111 0,0-2-42 0,0 0-1 15,0-1-64-15,0-3 1 0,0 3 36 0</inkml:trace>
  <inkml:trace contextRef="#ctx0" brushRef="#br0" timeOffset="77355.7">15894 17398 905 0,'-5'10'0'0,"-1"-6"0"0,2 1 0 0,0 0 0 0,2-5 0 0,0 0 0 0,2 0 0 0,0 0 0 0,0 0 177 15,12-5-72-15,6-4-36 0,1-6-172 0,6-4 64 16,2 0 36-16,1 1-1 0,-1-2-471 0</inkml:trace>
  <inkml:trace contextRef="#ctx0" brushRef="#br0" timeOffset="77650.8">16358 17090 1079 0,'7'-8'0'0,"5"2"0"0,1 0 0 0,0 5 0 0,0-3 0 0,-2 2 0 0,3 1 170 0,0 1-69 15,0 0-34-15,-1 0 44 0,-1 0-32 0,0 0-7 16,-2 8-40-16,-2 2-8 0,-5 3 9 0,-1 0 0 16,-2 4-178-16,0-2 85 0,-10 2 46 0,-6 2 24 15,-3-5-199-15,-1 0 111 16,-3-7 19-16,-5 4-129 0,-1-5 65 0,3-3 53 0,-2-3-18 0,1 0 16 16,9-7-8-16,1-6 47 15,4 0 0-15,4 0-11 0,4 4 11 0,5-3 1 0,0 5 162 0,0-1-77 16,5 5-43-16,8 0-21 15,1 3 345-15,5 0-169 0,0 0-55 0,3 10 196 16,1 4-134-16,0 2-69 0,-2 5-35 0,1 1 49 16,-1 3-33-16,0 0-30 0,-1-1 0 0,-1-3-126 15,-1-3 52-15,-1-4 35 0,1-2-475 0,-2-5 246 16,0-7 113-16</inkml:trace>
  <inkml:trace contextRef="#ctx0" brushRef="#br0" timeOffset="77938.47">16867 16527 1266 0,'2'0'0'0,"0"0"0"0,3 18 0 0,1 6 0 0,-4 4 0 0,0 4 0 0,-2 11 215 0,0 0-91 0,0-3-38 16,0 11 127-16,-8-6-90 0,1 0-45 0,-2 2 10 15,-1 2-28-15,-1-8 9 16,-1 6-36-16,5-15 23 0,-1 0 1 0,5-11-24 15,1 0-1-15,2-9 129 0,0 5-68 0,0-6-30 16,2 0-1-16,9 1 27 0,4-3-28 0,2 1 8 16,2-1 30-16,5 2-34 0,-2-3 1 0,-1 0-108 15,2-1 38-15,-3 1 8 0,1-2 28 16,-4 1-416-16,-1-4 206 0,-2-3 81 16,-3 0 59-16,-2 0-639 0,-1 0 327 0,-4-2 158 15,-1-6 80-15,-3-5-333 0,0-7 205 0</inkml:trace>
  <inkml:trace contextRef="#ctx0" brushRef="#br0" timeOffset="78457.08">16989 16772 1344 0,'2'0'0'16,"1"0"0"-16,1 15 0 0,-2 7 0 0,-2 5 0 0,0 7 0 0,0 7 0 0,-4 2 0 0,-3 5 210 0,-5 6-93 0,-2 8 181 0,-2-13-133 0,-2 3-66 15,1-10-25-15,-8 6-34 16,7-16-7-16,-5 0 0 0,-1-6-1 0,-3-8-152 15,4-6 84-15,-7-5 31 0,3-7-1 0,1 0-60 16,1-7 50-16,0-14 24 0,5-8-187 0,-1-13 42 16,9-3 68-16,3-4-136 0,8 1 88 0,1-3 32 15,1 12 17-15,15-10 82 0,7 8-24 0,4 2 0 16,11 4-23-16,3 0 144 0,4 2-79 0,10 0-16 16,-1 4 142-16,1 4-74 15,-9 4-46-15,7 4-3 0,-14 4 41 0,5 5-14 16,-9 3-25-16,-3 3 36 0,-9 2-25 0,-5 0 8 15,-4 0 7-15,-5 2 8 0,-3 3-1 0,-5 3-37 16,1-2 0-16,-2 7 159 0,0-5-71 0,-7 5-49 16,-2 2 194-16,-1-1-117 0,1 2-58 0,1 1-29 15,5 3 80-15,1-2-58 0,2 3-26 0,0 2 41 16,5-2-33-16,10 0 0 0,2 2-25 16,4 1-65-16,-1-3 28 0,3 1 0 15,-2 1 29-15,-1 0-192 0,-3-4 104 0,2 3 40 16,-6 1-159-16,-4-1 71 0,-3 3 56 0,-4-2-13 15,-2 4 2-15,0 0 4 0,-9-1-1 16,-6-4 211-16,-4-1-87 0,-2-2-51 0,-1-4-5 0,-6 0 164 16,1-3-75-16,1-7-50 0,0-2 12 0,5-3 7 15,-1 0 155-15,4 0-226 0,6-1 0 0,2-5 0 16,6-5 0-16,2-2 0 0,2-3-182 16,6-5 154-16,15-1 13 0,9-9-78 15,3-3 37-15,11-10 30 0,-7 7-8 0,10-12-249 0,-5 4 111 16,1 0 73-16,-6 7 12 0,5-2-393 15,-5 3 228-15,1 3 109 0</inkml:trace>
  <inkml:trace contextRef="#ctx0" brushRef="#br0" timeOffset="79356.87">17843 16715 468 0,'-2'-18'0'0,"-3"0"0"0,-1 2 0 0,1 3 0 0,-1 1 0 0,2 3 0 0,-2 0 0 0,4 1 113 0,0 5-40 0,2 1 0 16,0 0-32-16,0 2 50 0,6 0-30 16,6 2 1-16,1 8 43 0,2-2-36 0,-2 5 9 15,2-1-45-15,0 1 30 0,-1-2 0 16,-2 1-31-16,-1-4-51 0,-2 0 34 0,-4 2-8 15,0-2 25-15,-3-1-131 0,-2 1 66 0,0-2 33 16,-5 2 8-16,-9-1-225 0,-2-1 112 0,-3 0 35 16,0-5-81-16,0-1 70 0,-2 0-1 0,5 0-3 15,-3 0-71-15,6-7 61 0,-1-4 31 0,7-2 2 16,2-2-8-16,3-1 37 0,2 3 1 16,0 3 68-16,0 2-34 0,0 4 0 15,5-3-43-15,1 5 214 0,1 2-102 0,-1 0-30 16,0 9 100-16,-4 6-49 0,-1 8-48 0,-1 3 18 15,0 3 234-15,0-1-125 0,-9 2-70 0,-3-2 95 16,3-6-74-16,-4 1-48 0,2-2-1 0,0-6 23 16,5-6-33-16,-2-3 1 0,6-2-23 0,-1-3 27 15,3 1 0-15,-2-2-35 0,2 0 11 0,2 0-11 16,13 0 8-16,3-2-8 0,5 1-93 0,4-2 47 16,-1 3 23-16,-2 0-20 15,-2 0 30-15,5 10-31 0,-4 5 39 0,-3 2-43 16,-3 5 36-16,-2 3-18 0,-4 3 19 0,-3 0 26 15,-3 4-1-15,-1 2-35 0,-2 0 114 0,-2 2-48 16,0-3-20-16,-6-2 18 0,-3 1-21 0,-4-3 3 16,0-4-25-16,-4-3-4 0,2-6 12 0,-8 2-9 15,7-6 1-15,-5-5-68 0,-2-3 34 0,3-4-1 16,-3 0 43-16,4 0-149 0,-3-15 66 0,7-1 22 16,2-3-128-16,3-2 67 15,4-3 41-15,3 4 1 0,3-3-12 0,0 2 3 16,0 1 0-16,3 3-67 0,9-2 48 0,1 5 7 15,6-4-1-15,1 2-198 0,3 1 113 0,3-4 48 16,3-1 37-16,4-2-389 0,1 0 208 0</inkml:trace>
  <inkml:trace contextRef="#ctx0" brushRef="#br0" timeOffset="79529.39">18358 16377 1035 0,'12'-21'0'0,"-5"13"0"0,-2 0 0 0,-1 6 0 0,-2 0 0 0,-2 2 216 0,0 12-92 0,-11 9-46 0,-5 11 100 16,-4 7-77-16,-1 1-34 0,-3 6 0 0,-1-2-79 16,2 4 22-16,2-10 9 0,-4 10 14 0,2-8-297 15,5-10 149-15,1 0 73 0,6-9-430 0,-1-5 230 16,6-5 117-16,1-6-219 0</inkml:trace>
  <inkml:trace contextRef="#ctx0" brushRef="#br0" timeOffset="79659.06">18183 16725 1090 0,'10'-10'0'16,"3"2"0"-16,0 1 0 0,4 4 0 0,0-3 0 0,1 2 0 0,1 3 0 0,6-1 0 0,-5 0 411 0,3 2-189 0,0 0-95 0,-2 0 76 0,0 0-90 0,0 0-40 15,-1 5 0-15,-4 1-146 0,-1-2 53 16,-4 1 35-16,0-1-480 0,-4 0 250 16,0 1 123-16,-5 2 63 0</inkml:trace>
  <inkml:trace contextRef="#ctx0" brushRef="#br0" timeOffset="79823.62">18255 16858 904 0,'-12'8'0'0,"5"-2"0"0,3-1 0 0,2-2 0 0,2-3 0 0,0 3 200 0,0-3-84 0,7 0-33 0,13 0 229 16,2-3-139-16,2-2-70 0,3-4-35 0,-3 1 44 16,-5 2-31-16,3 1-8 15,-5-1-40-15,-4 5-195 0,-1-2 98 0,-5 3 48 16,-1 0-500-16,-6 4 270 0,0 6 139 0</inkml:trace>
  <inkml:trace contextRef="#ctx0" brushRef="#br0" timeOffset="79960.25">18245 17072 712 0,'0'4'0'0,"0"4"0"0,0-2 0 0,0-3 0 0,0 2 0 0,0-1 440 15,3 0-203-15,0-2-103 0,4 2-50 0,4-3 24 16,-1-1-29-16,0 0-8 0,2 0-38 0,0 0-154 15,1 0 77-15,0-1 39 0</inkml:trace>
  <inkml:trace contextRef="#ctx0" brushRef="#br0" timeOffset="80092.89">18455 17008 974 0,'2'7'0'0,"-2"-2"0"0,0 2 0 0,0 1 0 0,0 0 0 0,0-1 0 0,-5 1 0 0,3-3 0 0,-2 1 199 0,2-3-82 0,2-1-43 15,0 0-20-15,0-2-322 0,0 0 158 0,9 0 68 16</inkml:trace>
  <inkml:trace contextRef="#ctx0" brushRef="#br0" timeOffset="80341.11">18621 16979 910 0,'2'3'0'0,"0"5"0"0,-2 4 0 0,0 2 0 0,-2 5 0 0,-12 4 0 0,0 1 0 0,-4 4 158 0,-2 3-62 0,-4 3-32 0,-4-3 9 15,3-6 0-15,-5 2-32 0,-2-6-9 0,-2-4-34 16,-3-2 1-16,1-3 33 0,-2-5 1 0,2-2 25 16,3 0-26-16,4-4 1 0,11-1 186 15,3 2-94-15,4-2-46 0,3 0-14 16,4 0 184-16,4 2-108 0,6 0-54 0,18 3-23 16,6-2-31-16,7 2 8 0,11-2-8 0,-1 1 7 15,3-2-7-15,3-2 0 0,-2 0-1 0,1 0-223 16,-1 0 107-16,-4 0 58 0,-2-6 30 0,-2-5-621 15,-3-1 306-15,-10-4 87 0,-4-3-468 0</inkml:trace>
  <inkml:trace contextRef="#ctx0" brushRef="#br0" timeOffset="81080.97">18929 16537 840 0,'4'-7'0'0,"3"4"0"0,2 3 0 0,1 0 0 0,-1 0 0 0,0 7 0 0,3 0 313 0,-3 0-145 0,2 5-67 16,1-2-35-16,-3 6-77 0,-3 0 21 0,-3 4 9 16,-1 3-301-16,-2 4 143 0,0-2 72 0,-7 1-80 15,-6 2 67-15,-2 2 31 0,-2 0 3 0,-2 0 70 16,0 2-22-16,1-4 0 0,2-3-76 16,4-3 348-16,3-1-157 0,4-8-68 15,1 0 245-15,4-3-142 0,0-3-33 0,2-1-51 16,12-2 1-16,0-3 1 0,4-1-37 0,-4 4-84 15,2-1 50-15,-2 5 13 0,-4 5 0 0,-1 8-20 16,-7 4 20-16,0 7-1 0,-2 4 30 0,0 7-26 16,-9 0-28-16,-1-2 34 0,1-6 46 0,0 3 61 15,1-10-53-15,2 1-29 0,2-9 52 0,1-8-33 16,3-4 4-16,0-5-216 16,0-3 101-16,0-7 35 0,9-20 22 0,8-9-179 15,2-4 92-15,0-4 50 0,-2-6 9 0,1-3-548 16,1 0 246-16,-1 4 143 0,-4 5-102 0,-1 7 123 15,1 0 52-15,-5 4 40 0,3 5 244 0,-5 6-107 16,0 2-53-16,2 1 446 0,-1 2-258 0,3 2-117 16,0 4-62-16,5-1 536 0,0 2-243 0,7-4-145 15,-2 4-65-15,9 0 64 0,-2-1-73 0,1 6-35 16,-2 2-62-16,1-1 25 16,-3 1 9-16,-1 2-8 0,1-3-408 0,-5 3 204 15,-3-3 102-15,-2 0-543 0,-7 0 271 0,-1 3 171 16,-5-1-5-16,0 0-182 0,-2 2 162 0,-2 0 81 15,-7 0 33-15,-5 0 3 0,2 0 22 0,0 2 1 16,1 1 155-16,4 1-67 0,-3 2-41 0,2-3 9 16,3 1 339-16,1 2-187 0,2 2-92 0,2 0 389 15,0 4-171-15,0 4-132 0,0 3-18 0,4 6 227 16,3 3-161-16,1 4-81 0,0 6-33 16,-3 3 222-16,-1 1-136 0,-2-3-67 0,-1-3-29 15,-1 1 9-15,0-2-48 0,0-2 1 16,0-9-282-16,-1-3 141 0,-3-12 71 0,0 0-412 15,1-9 237-15,-3 0 78 0,3-6 75 0,-2-10-415 16,5-5 221-16,0 1 102 16,0-1 63-16,0 1-9 0,0 4 32 0,0 1-1 15,2 5 34-15,4 2 71 0,3 0-32 0,0 2 1 0,3 2 222 16,-1 2-132-16,4 1-65 0,0-1 230 16,0 2-137-16,0 0-10 0,-5 0-54 0,3 0-48 15,-4 0 19-15,-1 0 8 0,-3 0-9 0,0 0-477 16,-3 0 232-16,-2 0 104 0,0 0-232 0,-5 0 121 15,-10 0 102-15</inkml:trace>
  <inkml:trace contextRef="#ctx0" brushRef="#br0" timeOffset="81352.23">19289 16924 675 0,'-7'-1'0'0,"3"-2"0"0,2 3 0 0,2 0 0 0,0 0 172 0,0 6-70 15,0 3-35-15,2 4 259 0,2 7-151 0,-1 4-72 16,-1 2-34-16,-2 4 135 0,0 4-85 0,0 0-35 15,-9-1-30-15,-2 1-110 0,-4-4 44 0,2-6 23 16,-1-9-56-16,2 1 47 0,-4-7-8 16,3-3 39-16,1-3 22 0,2 1 0 15,0-4-22-15,7 0 204 0,-1 0-107 0,2 0-48 0,2 0-25 16,0 3 226-16,13 3-125 0,10 3-54 16,7 0-40-16,7 4 198 0,4 0-114 0,7-1-58 0,-2 3-29 15,3 2 138-15,-2-5-199 0,-2 1 0 16,0 0 0-16,-3-3 0 0,-8-4 0 0,3-5-644 15,-1-1 355-15,-3 0 159 16,1 0 81-16</inkml:trace>
  <inkml:trace contextRef="#ctx0" brushRef="#br0" timeOffset="81477.89">20191 17390 2577 0,'6'0'0'0,"-3"-5"0"0,1 2 0 0,0 3 0 0,-2 0 0 0,-1 0 0 0,1 3 0 0,-2 0 0 0,0-3-313 0,0 0 174 16,0 0 93-16,-11 0-400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9:40:01.3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3094 16108 601 0,'0'0'0'0,"-3"-1"0"0,-2 1 0 0,3 0 0 0,2 0 0 0,0 0 0 0,0 0 0 0,0 0 0 0,0 0-49 15,2 0 39-15,4 0 0 0,5 1 40 0,-5 2-37 16,1 1 0-16,0-2 31 0,2 1-29 0,-1-1 0 15,-2 2-1-15,1-2 51 0,-2-2-23 0,2 1 0 16,-2 2-24-16,-4-3 131 0,3 2-52 0,-3-2-20 16,1 0 110-16,-2 0-71 0,0 0-22 0,2 0-23 15,-2 0 122-15,0 0-75 0,0 0-32 0,0 0 54 16,0 0-44-16,3 0-21 16,0 0 7-16,1 0-60 0,3 0 31 0,1-2 0 15,2 2-1-15,2-3-21 0,-4 2 9 0,5 1 12 16,-4 0-67-16,1 0 34 0,-1 0 0 0,1 0 34 15,-1 0-52-15,-2 0 3 0,1 4-1 0,1-2 59 16,-3 5 1-16,-1-3-38 0,2 0 11 0,0-1 49 16,0 1-24-16,1 0 5 0,2-2-13 15,-1 1-18-15,0 0 22 0,3-2-14 0,0 0 34 0,-1 2-30 16,3-1 11-16,1-1 9 0,0 1-44 16,3-2 26-16,0 2 1 0,3-2-39 15,-3 0-3-15,3 0 40 0,0 0-3 0,-1 0-54 16,4 0 25-16,-5 0-6 0,2 0 29 0,1 0-37 15,-3 0 34-15,2 0-12 0,1 0-11 0,-1 0 11 16,-1 0 6-16,4 0-9 0,-2 0 34 0,-2 0-29 16,3 0 2-16,1 0 33 0,-3 0-31 0,1 0 5 15,0 0-4-15,0 4 28 0,1-2-27 0,0 2 5 16,3 0-3-16,-6-1-3 0,9 2 3 16,-4 0 2-16,1-1-18 0,1 2 16 15,1-4 0-15,-2 3 3 0,7-2-33 0,-6 1-2 16,3-2 29-16,-1 2-41 0,-1-3 39 0,2 1-2 15,0 1 0-15,-2-1-20 0,2-2 18 0,-1 4-4 16,1-3 4-16,-6-1 18 0,7 0-19 0,-2 2 32 16,-1-2-31-16,4 0 1 0,-2 0-1 15,2 0 40-15,0 0-37 0,1 0 4 0,1 0-4 16,0 0 12-16,0-2-10 0,4 2 7 0,-3-1-20 16,3-3-7-16,-1 4 21 0,2-1-41 15,0 1 40-15,0-1 0 0,-2 1-1 16,7 0-5-16,-3-3-16 0,0 1 13 0,-1 2-10 15,-3 0 13-15,6 0-1 0,-7 0-4 0,2 0 30 16,7 0-20-16,-12 0-6 0,8 0 1 16,2 0 22-16,-10 0 1 0,6 0-22 0,0 0-11 15,-2 0 13-15,2 0 3 0,6 0 7 16,-3 0-9-16,-3 0 0 0,0 0 1 0,-2 0-1 16,2 0-10-16,5 0 10 0,-10 0-1 0,4 0-21 15,0 0 20-15,4 0 0 0,-8 0 1 0,5 0-1 0,-4 0-23 16,3 0 21-16,-1 0 8 15,1 0-6-15,-1 0-2 0,1 0 1 0,-1 0-1 16,0 0-9-16,-2 0 8 0,0 0 2 0,1 0-8 16,0 5 6-16,-1-4 1 0,1 4-2 0,-2-4 1 15,1 1 2-15,2-2-2 0,-4 0 19 0,5 4-18 16,-1-4 0-16,0 0 0 0,4 1 35 16,-2-1-34-16,-2 0 0 0,3 0 2 0,4 0 20 15,-11 0-18-15,6 0 3 0,0 2 0 0,-1-2 0 0,2 0-3 16,2 0-1-16,-6 3-3 0,5-2 9 0,3 1-5 15,-2 0 2-15,0 0-23 0,1 1-2 0,2-2 22 16,-9 0-2-16,14 4-28 0,-8-4-4 0,-1 0 30 16,3 2-35-16,-1-1 33 0,-5-2-4 15,9 0-8-15,-6 0 8 16,4 1 1-16,-4-1 0 0,2 0-1 0,-5 0-3 16,11 0 3-16,-7 0 24 0,-1 0 1 0,0 0-23 15,-1 0-1-15,-5 0 29 0,8 3-1 0,-4-3 2 16,-2 1 0-16,2 1-21 0,-2-1-2 0,4 2 7 0,5 0-25 15,-4-1 22-15,1 2-2 0,-2 0 4 0,1 0-24 16,0-3 25-16,1 4-4 0,-2-2-1 0,3 1-24 16,-3 0-5-16,0-2 27 0,-3 1-30 0,7 1-1 15,-1-3 22-15,-1 4 5 0,4-3-13 16,-2 1 10-16,-4 0-5 0,10-1 5 0,-5 1 16 16,2 0-17-16,-1 2 0 0,-1 0 13 15,-3-2-12-15,10 2 0 0,-6-4 2 0,2 2 0 16,2 3 1-16,2-3-2 0,-3-1 5 0,1 1-7 15,2 0 4-15,-3-2-1 16,3 1-4-16,-2-1 3 0,1 1 1 16,-1 1 0-16,0-2 16 0,1-1-16 0,2 0-1 0,-1 2 23 0,2-2-21 15,-1 0 0-15,-2 0 1 0,1 0 15 0,-1 0-14 0,-1 0 0 16,0 0 16-16,-2 0-16 16,0 2 4-16,2-2-3 0,1 2 24 0,-1 3-21 15,0-3 1-15,-3-1-3 0,1 5 24 0,0 1-1 16,-2-1-18-16,-6-1-9 0,10 2 9 0,-4 1-2 15,-4-2 3-15,4 1-17 0,2-1 16 0,-1 1 2 16,3-3-38-16,-1-2 1 0,-2 3 30 0,-1-2 2 16,2-1-51-16,-6 1 24 0,7-1-10 0,-2 0 18 15,-4-1 5-15,2-1 4 0,1 3-7 0,-4-3 45 16,10 2-40-16,-6-2 1 16,0 0-4-16,0 1 50 0,0-1-21 0,-6 0 5 15,10 0 4-15,-6 0-21 0,2 0-6 0,-2 0 1 16,2 0 20-16,0 0 154 0,4 0-179 15,-3 0 0-15,3 0 0 0,0-1-166 0,-3-1 332 0,-4-1-340 16,10 2 154-16,-7-3 21 0,2 1 5 16,0 1-37-16,-2-3 0 0,1 0 26 0,3 1 1 0,2-2-3 15,-3 1 5-15,3-1-8 0,0 1 21 16,-1-3-17-16,1 3 2 0,0-3 23 16,-3 1-22-16,3-2 1 0,0 2-1 0,1-2 14 15,2-1-13-15,0 3 4 0,3-1-3 0,-3-1 35 16,1 2-33-16,1 0 2 0,-1 1 12 0,-2-1-12 15,2-1 0-15,-1 2 1 0,8-1-7 0,-9 1 8 16,1 2-2-16,1-1 2 0,-4-1-28 0,0 1 27 16,0 2-1-16,-8 1-29 0,8-1 28 0,-5 1-3 15,-1-1 2-15,3 2 18 0,0-1-19 0,1 2-3 16,2 0 2-16,-2 0 37 16,0 0-35-16,1-1 2 0,-1 1-3 0,-1 0 167 15,1 0-167-15,-3 0-190 0,3 0 192 0,-1 0 3 16,1-3-1-16,2 3-34 0,-1 0 1 0,1 0 27 15,0 0 2-15,-2-1-20 0,-1 1 17 0,1 0-8 16,-3 0 7-16,3 0 11 0,-3 0-12 16,2 0-2-16,-1 0-19 0,-1 0 19 0,1 0 2 0,-4 0-26 15,-2 0 0-15,0 0 25 16,-7 0-3-16,2 0 18 0,-2 0-16 0,-1 0-3 16,-3 0 3-16,0 1 30 0,-6 2-1 0,6 0-31 15,-5-2 26-15,-1 2 0 0,0-3-21 0,0 2 4 16,-3-1 14-16,3 1-11 0,-3-2-3 0,-1 4 8 15,1-4-11-15,-2 4 9 0,-1-2-3 0,-1 0-26 16,0 2 0-16,-4 0 22 0,0-3 2 0,-2 3-48 16,-2 0 22-16,-1-1-8 0,-1-1-4 0,-4 2-4 15,1-3 32-15,0 2-7 0,-4-1 27 16,0-2-25-16,0 0 2 0,0 3-6 16,-2-3 35-16,0 0-32 0,0 0-1 0,0 0 68 15,0 0-30-15,0 0 6 0,0 0-35 0,0 0 35 16,0 0 10-16,0 0-38 0,0 0-45 0,0 0 23 15,0 0 0-15,0 0 29 0,0 0-57 0,0 0 24 16,0 0-6-16,0 0-10 0,0 0 36 0,0 0-11 16,0 0-14-16,0 0-47 0,0 0 22 0,-2 0-1 15,-7 0 20-15,-1 0-201 0,-5-1 94 16,-11 1 60-16,-12 0-441 0,-9 0 247 0</inkml:trace>
  <inkml:trace contextRef="#ctx0" brushRef="#br0" timeOffset="25355.7">18995 13061 1071 0,'0'0'0'0,"0"0"0"0,0 0 0 0,0 0 0 0,0 0 0 0,0 8 0 0,0 1 0 0,0 4 80 16,0 4-24-16,0 3 0 0,0 6-23 0,0-2 48 15,2 6-8-15,-1-3-41 0,3 3 39 0,-2-1-38 16,2 1-1-16,-1-6 9 0,5 5-9 0,-2-9 1 15,1 1 0-15,2-2-34 0,1-5 34 16,-1-3 8-16,1 2-8 0,1-6-1 16,0-2 1-16,2-2 0 0,-1-3 0 0,-1 0 3 15,3 0-9-15,-2-10 4 0,3-8 0 0,-3-1 0 16,-1-6-3-16,1-4 10 0,-2 0-66 0,0-4 28 16,-3 2-2-16,1-1-61 0,-1 0 40 0,-3 6 26 15,0-6-13-15,-1 6-29 0,-1 5 20 0,0-2-1 16,-2 3 13-16,0 7 2 0,0-1-8 0,0 7 15 15,0 2 92-15,0 0-46 0,0 3-25 16,0 2 1-16,0 0 129 0,0 0-68 0,0 7-24 16,0 9 27-16,0 7-22 0,0-1-2 15,0 6-9-15,0 3 55 0,0 2-39 0,0-1 0 16,2 3-39-16,1 0 54 0,2-2-31 0,0-1 0 16,1-1-24-16,1-1 1 0,1-3 1 0,0-4 8 15,1 1-68-15,0-5 30 0,-1 0 1 0,1-4-140 16,2-3 80-16,-4-3 33 0,0-4 21 15,0-1-321-15,-3-2 159 0,1-2 52 0,-1 0 44 16,0 0-274-16,0 0 154 0,0-10 78 16,-1 0 39-16,3-5-122 0,-3 1 72 0,3-1 48 15,2 0-345-15,-2-1 192 0</inkml:trace>
  <inkml:trace contextRef="#ctx0" brushRef="#br0" timeOffset="25616">19655 12937 974 0,'0'-13'0'0,"-1"5"0"0,-3 3 0 0,-3 1 0 0,0 1 0 0,-4 0 0 0,2 3 0 0,0 0 170 0,-1 3-68 0,1 9-35 0,0 9 119 0,-1 2-68 0,1 7-47 15,2 4 0-15,1 7 68 0,4-6-53 0,2 3-26 16,0 2 7-16,0-4 53 0,2 0-44 0,9-6-22 15,0 2-54-15,4-5 32 0,-2-5 9 16,5 5-8-16,-6-10-61 0,6 1 30 16,-6-1 0-16,2-4-215 0,-1 2 130 0,-1-8 27 15,-1 0 40-15,-2-2-427 0,0-2 212 0,-1-2 65 16,3-1 58-16</inkml:trace>
  <inkml:trace contextRef="#ctx0" brushRef="#br0" timeOffset="25918.64">19808 13079 995 0,'-11'-7'0'15,"7"1"0"-15,4 5 0 0,0-2 0 0,0-1 0 0,7 1 0 0,6 0 378 0,3 1-172 0,2 0-87 0,5 0 122 0,-1 2-96 16,7 0-60-16,-3 6-26 0,-4 7-44 0,-1 1 18 15,-5 2-1-15,-4 3-33 0,-1 1 13 0,-4 7-1 16,-6-3 22-16,-1 5-41 16,-1-2 1-16,-15 4 47 0,-3-2-7 0,-7 4 31 15,0-3-47-15,0-8 12 0,-5 2-32 0,0-4 32 16,0 0-17-16,1-8 9 0,2 1-144 0,5-8 70 16,2-1 37-16,7-4-159 0,1 0 85 0,8 0 48 15,2-9 10-15,3-8-418 16,6-4 205-16,14-4 98 0,10-7 62 0</inkml:trace>
  <inkml:trace contextRef="#ctx0" brushRef="#br0" timeOffset="26125.17">20174 12880 1053 0,'6'-18'0'0,"-5"7"0"0,1-1 0 0,-2 5 0 0,0 2 0 0,-13 1 0 0,-2 4 271 0,0 0-123 0,-2 4-58 15,-1 12 321-15,-1 8-189 0,-4 10-95 0,8-2 148 16,-4 15-126-16,8-3-58 0,2-2-29 15,6 2 7-15,3 0 0 0,0-11-28 16,1 7-9-16,10-3-72 0,4-5 36 0,6-2 1 16,0-4-284-16,2-3 169 0,-2-2 71 0,2-7 40 15,0-1-538-15,-7-1 266 0,3-4 78 0,-2-3-299 16,-2-5 238-16,0 0 115 0,-1 0 57 0</inkml:trace>
  <inkml:trace contextRef="#ctx0" brushRef="#br0" timeOffset="26304.28">20374 13183 1429 0,'0'0'0'0,"0"0"0"0,0 0 0 0,0 0 0 0,0 2 0 0,0 6 0 0,2 2 0 0,-1 5 0 0,-1-1 252 16,2 1-109-16,-2 2-55 0,2 2 211 0,-2-1-133 16,0 3-59-16,2-2-102 0,-2 1 0 0,0 1 28 15,0-3-1-15,0-2-387 0,2-3 202 0,-2 1 89 16,1-6 48-16,1-1-266 15,2-3 155-15</inkml:trace>
  <inkml:trace contextRef="#ctx0" brushRef="#br0" timeOffset="26511.3">20591 13230 1298 0,'6'0'0'0,"5"0"0"0,-4 2 0 0,1 1 0 0,0 2 0 0,-1 2 0 0,-2 3 0 0,2 1 405 0,-4 4-178 0,1 2-101 0,-2 3-47 16,-2 3 77-16,0 2-62 0,0-2-30 16,-6 0-47-16,-7 6-8 0,2-7 24 0,-1-5-214 15,-1 1 106-15,-1-3 55 0,-2-1 34 0,0-5-369 16,0-3 192-16,5-6 39 0,-1 0 67 0,5 0-385 16,0 0 196-16,5-11 111 0</inkml:trace>
  <inkml:trace contextRef="#ctx0" brushRef="#br0" timeOffset="26711.34">20726 12942 1079 0,'0'-5'0'0,"0"2"0"0,0 3 0 0,0 0 0 16,0 0 148-16,0 0-50 0,0 3-36 0,6 7 417 0,1 1-223 0,7 4-112 15,0 2-55-15,2-3 174 0,2 6-119 0,-1 1-55 16,1-4-29-16,-2 5-159 15,1-2 66-15,-4-3 41 0,3 2-385 0,-5-2 205 0,0 0 103 16,-1-2 50-16,-5-4-247 0,1-2 92 16,-3-3 93-16,1-6-534 0</inkml:trace>
  <inkml:trace contextRef="#ctx0" brushRef="#br0" timeOffset="26938.75">21116 12777 827 0,'3'0'0'0,"3"0"0"0,-1 0 0 0,-3 10 0 0,0 3 0 0,-2 4 0 0,0 7 527 0,0 4-247 0,-8 7-115 16,-6 8 332-16,-2 0-232 0,-3 7-116 0,-3 10-59 15,1-3 211-15,0-2-127 0,-7 13-74 0,1-5-5 16,-3 3-31-16,2-3 0 0,-1 3-32 0,6-8-49 16,-3 10 20-16,8-16 1 0,2 0 28 0,5-7-302 15,3-12 152-15,3-4 83 0,1-2-474 0,2-4 253 16,2-6 62-16,0-4-347 15,0-5 253-15,0-5 120 0,0-3 72 0,2 0-212 0</inkml:trace>
  <inkml:trace contextRef="#ctx0" brushRef="#br0" timeOffset="27133.23">21141 13330 2246 0,'5'-6'0'0,"0"6"0"0,2 0 0 0,-3 0 0 0,-2 6 0 0,0 5 0 0,-1 3 0 0,-1 4 0 0,0 2 0 0,0 7 309 16,0-1-139-16,0 0-68 0,0-1 32 0,-5 4-54 16,3 0-24-16,-2-2-394 0,1-9 185 0,1 3 93 15,2-8 55-15,0-2-254 0,0-4 147 0,0-5 72 16,0-2 36-16,0-4-728 16</inkml:trace>
  <inkml:trace contextRef="#ctx0" brushRef="#br0" timeOffset="27321.73">21270 12912 1505 0,'10'-20'0'0,"5"3"0"0,2 6 0 0,2 1 0 0,-4 7 0 0,4 2 0 0,-1 1 290 0,3 0-132 0,2 8-63 0,-3 11 459 16,1 5-261-16,-2 9-130 0,-6 2-57 0,-2 13 278 16,-5 1-176-16,-4 4-88 0,-2 2 99 0,0 0-219 15,-14 1 0-15,-4-4 0 0,-1-1 0 0,-4-4 0 16,2-2 0-16,-4-6 0 15,2-7-384-15,-3-1 224 0,-1-5 97 0,-3-4-766 16,0-2 351-16,3-8 224 0</inkml:trace>
  <inkml:trace contextRef="#ctx0" brushRef="#br0" timeOffset="27935.65">22143 12996 969 0,'-25'-5'0'0,"9"2"0"0,5 3 0 0,6 0 0 0,3 0 0 0,0 0 0 0,2 0 351 0,0 2-150 0,0 4-89 15,2-1-40-15,12 3 228 0,2-1-134 0,3 1-66 16,3-3-26-16,7 3 43 0,-3-5-42 0,0 2-22 16,1-4-165-16,1-1 72 0,-5 0 44 0,7 0-7 15,-10 0-375-15,1 0 205 0,-5 0 90 0,-4 0-268 16,-3 0 107-16,-5 0 113 15</inkml:trace>
  <inkml:trace contextRef="#ctx0" brushRef="#br0" timeOffset="28079.9">22079 13279 1587 0,'-9'15'0'16,"2"2"0"-16,7-1 0 0,0-2 0 0,0-3 0 0,2-3 0 0,8 0 0 0,5-3 0 0,9 2 0 0,-1-1 191 0,0-4-70 0,7 1-127 0,-5 2 1 15,4-1 38-15,-3-2-1 0,2 3-207 16,-1 0 112-16,5 1 44 0,-6-2 26 0</inkml:trace>
  <inkml:trace contextRef="#ctx0" brushRef="#br0" timeOffset="28471.64">23155 12541 781 0,'0'-45'0'0,"-4"3"0"0,-4 11 0 0,1 1 0 0,-4 5 0 0,-3 0 0 0,2 9 149 0,-3 3-58 0,-1 3-20 16,-1 6-9-16,-3 1 183 0,-3 3-106 0,-1 3-53 16,0 12 104-16,1 8-70 0,-1 3-48 0,1 4 0 15,1 8 90-15,3-1-64 0,1 5-33 0,8-3 174 16,-3 14-107-16,5-4-50 15,4 2-24-15,2-1 150 0,2 1-87 0,0 2-36 16,0 1-31-16,2 0 46 0,3 1-34 0,5 2 0 16,0-4 51-16,0 4-34 0,1-1-29 0,-1-1-41 15,-2-1 20-15,2-4 148 0,-5 1-181 0,-1-4 0 16,0 4-169-16,-3-4 338 0,-1 0-169 0,0-3-194 16,-3-3 186-16,-6-6 6 0,-3 2-7 0,-3-3-40 15,-2-6 30-15,-3 1-12 16,-1-7-124-16,0-7 56 0,-6 2 45 0,7-7-280 0,-2-4 150 15,-1-4 76-15,3-2 38 0,2 0-356 16,4 0 200-16,4-6 97 0,6-3 48 0,2-5-367 16,2-1 207-16,2-2 97 0,14-3 59 0</inkml:trace>
  <inkml:trace contextRef="#ctx0" brushRef="#br0" timeOffset="28693.05">23166 13351 1764 0,'2'-10'0'0,"0"3"0"0,-2 6 0 0,0 1 0 0,-2 0 0 0,-9 0 0 15,-3 8 0-15,1 6 0 0,1 10 271 0,0 2-119 0,1 4-60 0,2 4 239 0,1 7-149 0,4-5-67 16,4 9-45-16,0-12 69 0,0 5-53 0,2-2-27 16,8-2-42-16,3-6 16 0,2-2 0 0,-2-5-256 15,1-5 127-15,4 0 65 0,-1-5 40 16,1-4-507-16,0-5 257 0,0-2 55 15,3 0 90-15,-2-13-491 0,-1-6 270 0,-1-6 146 16</inkml:trace>
  <inkml:trace contextRef="#ctx0" brushRef="#br0" timeOffset="28985.27">23488 13405 1495 0,'-2'-3'0'0,"-6"3"0"0,0 8 0 0,-1 8 0 0,-1 2 0 0,1 7 0 0,2 1 0 0,1 4 270 0,3 2-119 0,3 0-59 0,0 0 156 0,0-3-108 15,3-2-45-15,10 3 124 16,3-10-92-16,-2-4-48 0,5-3-23 0,1-5-115 16,3-8 55-16,2 0 13 0,-2-3-178 0,-2-11 101 15,-1-9 51-15,-3-3 24 16,-3-4-208-16,-1-3 110 0,-3-2-4 0,-4 0-50 0,-4-4 16 0,-2 0 51 16,0 0-3-16,0 1 8 0,-11 7 1 0,-3 0 39 15,-2 9 0-15,-5 3 100 0,0 10-58 16,-8 3-16-16,2 6 255 0,1 0-135 15,-1 11-48-15,6 6-40 0,5 0 159 0,0 1-87 16,5 4-12-16,6 1-69 0,3-3 42 0,2 3-26 16,0-4 9-16,6 6-418 0,6-4 198 0,6-3 99 15,3 2 33-15</inkml:trace>
  <inkml:trace contextRef="#ctx0" brushRef="#br0" timeOffset="29156.81">23961 13540 1980 0,'0'0'0'0,"0"4"0"0,0 3 0 0,0-1 0 0,-8 3 0 0,-2 2 0 0,-1 3 0 0,4-1 0 0,-5 4 525 0,3 2-237 0,-2-1-132 0,-1 3-55 16,0 1-33-16,-1 1-1 0,-1-2-35 0,1-2-266 16,-2-1 129-16,4-2 69 0,2-5 34 0,2-2-566 15,2-5 300-15,2-3 159 0</inkml:trace>
  <inkml:trace contextRef="#ctx0" brushRef="#br0" timeOffset="29438.58">24127 13455 1306 0,'5'-5'0'0,"-1"3"0"0,-4 2 0 0,0 0 0 0,0 10 0 0,-4 12 0 0,-6 0 557 0,3 5-262 0,-1 1-131 15,5 0-66-15,1-4 178 0,2 1-126 0,0-1-59 16,2-3 7-16,9-2-33 15,3-6 0-15,5-5-24 0,1-3-258 0,0-5 125 16,2 0 62-16,-1-11-328 0,-2-10 195 0,-4-3 107 16,-2-4 39-16,-5-3-290 0,-2-1 94 0,-6-1 93 15,0 1 29-15,0 0 82 0,-12 2 8 0,-3 3-32 16,-4 4 82-16,-1 5-41 16,-3 5 0-16,2 8-49 0,-7 2 245 0,8 3-110 0,-3 0-63 0,4 4 220 15,4 10-122-15,2 0-10 0,5 3-50 16,4 0-208-16,4 4 85 0,0-1 46 15,0-3 20-15,13 2-567 0,8-2 276 0,4-4 115 0</inkml:trace>
  <inkml:trace contextRef="#ctx0" brushRef="#br0" timeOffset="29618.1">24520 13373 2173 0,'14'-8'0'0,"0"7"0"0,1-2 0 0,-1 3 0 0,-2 0 0 0,4 3 0 0,-2 10 0 0,2 6 0 0,-1 5 0 0,-3 4 280 0,-3 2-128 0,-4 4-60 0,-1 11 138 16,-4-4-98-16,0 1-50 0,-6-7-16 0,-10 8-115 16,-3-5 41-16,-6-5 0 0,-3 0-398 0,-6-5 219 15,0-7 118-15,-14 1 47 0,1-7-312 0,-4-2 103 16,-5-8 118-16</inkml:trace>
  <inkml:trace contextRef="#ctx0" brushRef="#br0" timeOffset="30022.93">23268 12232 788 0,'0'-13'0'0,"0"8"0"0,0 2 0 0,0 1 0 0,-6 2 0 0,0 0 131 0,-3 2-49 0,-3 13-25 0,-1 6 269 16,3 9-147-16,-2 3-65 0,1 7-44 0,2-1 182 16,2-5-109-16,2 3-56 0,5-1 18 0,0-8-28 15,0 4-8-15,2-4-37 0,8-5-128 0,4-2 64 16,2-5 32-16,2-1-152 0,3-5 89 0,4-2 47 16,-5-7 25-16,6-1-540 0,-3 0 209 0,-2-7 144 15</inkml:trace>
  <inkml:trace contextRef="#ctx0" brushRef="#br0" timeOffset="30256.32">23324 12366 1129 0,'-11'-7'0'0,"5"5"0"0,3 0 0 0,1 0 0 0,2 0 0 0,0 1 0 0,7-1 0 16,9 2 205-16,9 0-90 0,1 0-41 0,1 2 189 0,-1 9-115 0,1 2-58 0,-7 2-6 15,8 6-30-15,-7-2 0 0,-3 2-21 16,-6-5-34-16,-3 6 1 0,-5 1 41 15,-4 3-9-15,0-1-64 0,-15-1 33 0,-7 1-1 16,-5-3-35-16,-5-2 42 0,-2-2 0 0,-1-5-1 16,-2-4-119-16,1-1 61 0,1-6 11 0,8-2 22 15,-3 0-224-15,7 0 115 0,6-9 45 0,4-3-244 16,8-5 147-16,5-4 65 0,0-5 46 16,12-1-144-16</inkml:trace>
  <inkml:trace contextRef="#ctx0" brushRef="#br0" timeOffset="30441.83">23630 12186 1293 0,'3'-4'0'16,"-1"2"0"-16,-2 2 0 0,0 0 0 0,-3 0 0 0,-10 8 0 0,-3 9 0 0,2 4 0 0,-2 2 440 0,0 6-204 0,0 3-93 0,6 4 181 0,2-3-146 0,3 3-72 16,5-1-37-16,0-2-13 0,0-4-15 15,11 0-8-15,8-5 0 0,-1-3-75 0,6-3 38 16,-1-2 7-16,-3-4-308 0,3-4 165 15,0 0 86-15,-2-4 42 0,-3-3-612 0,0-1 266 16,-6 0 155-16</inkml:trace>
  <inkml:trace contextRef="#ctx0" brushRef="#br0" timeOffset="30648.28">23860 12488 1427 0,'3'0'0'0,"1"2"0"0,-1 2 0 0,-1 0 0 0,-2-1 0 0,0 5 0 0,0 1 0 0,0 5 189 0,0 2-78 0,0 1-39 16,0 2 367-16,-2 0-203 0,2 0-93 0,0-1 16 15,0 1-63-15,0-1-32 0,0-2 0 0,0-1-281 16,2-1 133-16,4-2 54 0,-3-4 32 0,4 0-491 16,-2-5 261-16,0-1 123 0,1-2-569 0,0 0 319 15</inkml:trace>
  <inkml:trace contextRef="#ctx0" brushRef="#br0" timeOffset="30908.58">24154 12582 1460 0,'0'2'0'0,"0"0"0"0,0 2 0 0,0-3 0 0,-2 4 0 0,0 0 0 0,-1 3 0 0,1 1 244 15,2 2-105-15,-2 4-53 0,-2 2 98 0,1 2-67 16,-1 2-46-16,-4 3 0 0,0-5 107 0,-1 3-73 16,-2-3-35-16,0-2-52 0,-2-1 15 0,-3-4-1 15,0-1 1-15,-3-2-216 16,0-7 108-16,0-2 62 0,2 0-341 0,3 0 187 16,0-1 92-16,5-7-18 0,2-3-366 0,5 0 205 0,0-4 114 15,2 2-77-15,0-3 92 0,13-2 46 16</inkml:trace>
  <inkml:trace contextRef="#ctx0" brushRef="#br0" timeOffset="31456.71">24295 12286 1127 0,'-9'-9'0'0,"1"1"0"15,2 4 0-15,-1 0 0 0,3 0 0 0,1 0 0 0,-1 3 0 0,1-2 401 0,3 3-184 0,0 0-92 0,7 3-38 0,4 6 158 16,3 2-107-16,2 3-52 0,-2 0-27 0,4 0 32 16,-3 2-21-16,-1 0-9 0,1-1-50 15,-3 0-1-15,-1 0 23 0,-1-2 0 0,-3 1-167 16,-1 0 72-16,-2-3 51 0,-3-1-392 15,1 1 185-15,0-2 116 0,-2-3 3 0,0 0-425 16,0-3 246-16,0-3 123 0,0 0 61 0</inkml:trace>
  <inkml:trace contextRef="#ctx0" brushRef="#br0" timeOffset="31701.57">24601 12135 1309 0,'2'-6'0'0,"0"5"0"0,0-1 0 0,-2 0 0 0,0 0 0 0,0 2 0 16,0 0 0-16,0 0 239 0,0 6-94 0,-2 10-61 0,-7 5 239 0,-1 5-145 0,-1 7-73 15,-5 5-36-15,4 1 162 0,-9 11-103 0,1-1-48 16,-1 4 33-16,-6 6-40 16,4-2-1-16,0-8-31 0,-2 5 9 0,1-4-17 0,1-3 0 15,3-5-131-15,4-8 66 0,4 0 41 16,0-4-9-16,6-9-241 0,1-3 136 0,1-4 29 15,2-5 46-15,0-5-497 0,2-2 252 0,0-2 121 16,0 0-145-16,2-8 133 0,7-8 67 0</inkml:trace>
  <inkml:trace contextRef="#ctx0" brushRef="#br0" timeOffset="31879.1">24588 12579 1291 0,'6'0'0'0,"0"0"0"0,-1 0 0 0,-1 1 0 0,-3 5 0 0,1 1 0 0,-2 4 0 0,0 1 0 0,0 4 554 16,0 0-261-16,0 2-130 0,0 0-65 0,0-1 132 16,2 1-102-16,0-3-48 0,0 2-326 0,-1-3 139 15,1-2 70-15,1-2-215 0,-1-1 138 16,0-3 73-16,1-2 37 0,-1-2-631 0,2-2 319 0</inkml:trace>
  <inkml:trace contextRef="#ctx0" brushRef="#br0" timeOffset="32089.54">24819 12132 1455 0,'7'0'0'0,"4"0"0"0,7 0 0 0,-2 7 0 0,1 2 0 0,1 7 345 16,-2 2-148-16,5 7-86 0,-2 5 554 0,-1 2-317 0,0 8-157 15,-5-3 96-15,-4-1-118 0,-1 8-73 16,-4-3-31-16,-4-4 101 0,0 2-166 0,-2 4 0 15,-8-9 0-15,-5 1 0 0,-1 1 0 0,-2-2 0 16,-8 2-613-16,-1-4 339 0,1-4 161 0,-11 8 69 16</inkml:trace>
  <inkml:trace contextRef="#ctx0" brushRef="#br0" timeOffset="33754.28">25463 12680 666 0,'0'0'0'16,"0"0"0"-16,0 0 0 0,0 2 0 0,0 0 0 0,0 1 0 0,0 1 82 0,0-1-17 0,2 4-8 0,4 2 106 15,-4 2-65-15,3 3-33 0,-1 4 38 16,-3 5-27-16,3 7-7 0,-1 2-37 0,-1 9-15 15,-2-2 15-15,0 5 1 0,0-3 8 0,0 11-72 16,0-3 32-16,-5 1 0 0,4-4 31 0,-3-1-176 16,2-10 92-16,0 1 13 0,2-7-109 0,-2-6 54 15,-1-5 48-15,3-4-10 0,-2-5-198 0,-2-6 99 16,0-3 61-16,-1 0-112 16</inkml:trace>
  <inkml:trace contextRef="#ctx0" brushRef="#br0" timeOffset="34003.61">25409 12624 1008 0,'-2'-15'0'0,"0"7"0"0,0 4 0 0,2 0 0 0,0 1 0 0,0-3 210 0,6 1-81 0,10 1-51 16,7 0 144-16,2 2-94 0,1 2-48 16,2 0 165-16,-3 0-98 0,7 13-61 15,-9 5-27-15,2 0 15 0,-4 7-41 0,-4 3 0 16,-4 1 8-16,-7-1-71 0,-3 6 32 0,-3 1 0 15,-3 6 31-15,-10-6-68 0,-6-3 42 0,-2 2-8 16,-1-4-56-16,-1-6 24 0,0-1 28 0,0-6-71 16,5-7 45-16,-3-5-3 0,5-3 1 0,2-2-213 15,3 0 115-15,4-7 45 0,2-7 10 0,5-3-285 16,0 1 165-16,9-5 81 0,7 4 41 0</inkml:trace>
  <inkml:trace contextRef="#ctx0" brushRef="#br0" timeOffset="34719.71">26121 12962 576 0,'0'0'0'0,"0"-2"0"0,0-4 0 0,0 0 0 0,0-3 0 0,0-4 0 0,0-2 118 0,0 0-43 0,-2-2-21 0,-1-3 80 0,0 2-42 16,0 2-34-16,-4 0 1 15,0 1-4-15,-2 4-22 0,0 4 0 0,-3 3 32 16,-5 1-32-16,0 3 8 0,-5 7-9 0,1 13 66 15,-1 5-25-15,-3 6-7 0,7 6-34 0,0 4 62 16,4 2-31-16,2 1 0 0,5-6 116 0,5 4-78 16,2-5-34-16,0-3 1 0,2-4 19 0,9-7-27 15,0-7 8-15,6-1-93 0,2-5 29 0,-1-4 0 16,3-6 29-16,4 0-122 0,-1-11 69 16,-2-12 23-16,4-11-1 0,-4-1-86 0,2-9 53 15,-4-5 28-15,1-3-271 0,0-10 104 16,-6 2 77-16,0-4-2 0,-2-4-54 0,-1-5 59 15,-1-4 20-15,-1-13-7 0,1 17 22 0,-3-4 0 16,-2 20 22-16,-2 3 68 0,-2 22-42 0,-2 11 8 16,0 10-34-16,0 6 260 0,-6 5-127 0,-5 16-44 15,-3 16-44-15,2 17 127 0,-1 1-70 0,1 18 7 16,5 0 282-16,2 1-162 0,1-5-73 16,1 17 159-16,2-9-124 0,1-3-63 15,0 1-31-15,0-7 21 0,0-8-18 0,0 1-8 16,0-9-26-16,1-10-198 0,6-1 99 0,-2-5 49 15,1-10-140-15,1-3 90 0,-4-7 51 0,4-4 24 16,-2-4-576-16,3-3 220 0,0 0 150 0,1-16-285 16,1-6 225-16,0-6 112 0,2-12 57 0</inkml:trace>
  <inkml:trace contextRef="#ctx0" brushRef="#br0" timeOffset="34926.92">26362 12850 1088 0,'5'-16'0'0,"-2"5"0"0,7 3 0 0,-1 2 0 0,-1 3 0 0,6 1 0 0,-1 0 0 0,3 2 0 0,1 2 426 15,0 9-188-15,1 8-107 0,0 1-49 0,-2 6 219 16,-2 3-135-16,-3 1-66 0,0 4 23 0,-3 0-49 16,-6-1-20-16,-2 4-1 0,0-4-45 0,-7 1 9 15,-7-2 15-15,-3-2-58 0,-4-2 29 0,0-4 0 16,-4-3 30-16,6-6-135 0,-10 0 63 0,5-8 37 16,3-3-1-16,-1-4-333 15,3 0 167-15,4-2 41 0,2-11-321 0,7-9 209 16,6-4 103-16,1-10 52 0,16 0-171 0,8-3 104 15</inkml:trace>
  <inkml:trace contextRef="#ctx0" brushRef="#br0" timeOffset="35108.57">26719 12659 1375 0,'10'-13'0'0,"-7"7"0"0,2 5 0 0,-5 1 0 0,0 0 0 0,-8 16 0 0,-9 9 0 0,-5 9 171 15,-1 5-69-15,-1 5-35 0,1 9 447 0,3-2-245 0,3 3-118 16,6 0-60-16,7-5 245 0,4 1-152 0,0-12-67 15,5 6-79-15,12-11-5 0,6-2 0 0,5-2 0 16,0-7-392-16,3-3 204 0,1-6 90 0,3-5-253 16,-3-6 176-16,-2-2 87 0,0 0-54 0,-3-13-594 15,2-3 339-15,-4-4 166 0</inkml:trace>
  <inkml:trace contextRef="#ctx0" brushRef="#br0" timeOffset="35268.15">27039 12948 1744 0,'-7'-6'0'16,"5"5"0"-16,2 1 0 0,0 0 0 0,0 0 0 0,4 0 0 0,10 0 0 0,7 0 0 0,7 0 0 0,1 0 252 0,3 0-109 0,1 0-55 0,0 0-10 0,2 0-14 15,-3-2-9-15,-2 0-195 0,-4-1 87 16,-5 2 42-16,1 0 22 0,-3-1-415 0,-1 0 214 16,-10 0 111-16,2-2 40 0,-7-2-548 0</inkml:trace>
  <inkml:trace contextRef="#ctx0" brushRef="#br0" timeOffset="35438.68">27328 12529 1139 0,'-2'0'0'0,"2"8"0"0,0 9 0 0,-3 4 0 0,1 4 0 0,-3 4 0 0,1 13 0 0,0-7 510 0,-5 16-243 16,1-4-117-16,-2 3 196 0,-1 3-156 0,0 2-79 15,0-1-31-15,-1 1-48 0,3-1 1 0,0-5 0 16,5-4 0-16,1-10-350 0,3-4 187 0,0-5 77 15,7-7-506-15,7-6 296 0,5-8 86 0</inkml:trace>
  <inkml:trace contextRef="#ctx0" brushRef="#br0" timeOffset="35761.83">27723 12753 1342 0,'0'-7'0'0,"0"5"0"0,0 2 0 0,0 2 0 0,-4 13 0 0,-5 9 0 0,-3 12 227 0,-1 2-97 0,1 8-48 0,3 3 97 16,4-7-64-16,1 14-46 0,4-8-6 16,0-2 1-16,9-5-32 0,5-9 1 0,6 0-106 0,3-5 49 15,3-9 28-15,-1-5-143 0,0-6 86 16,1-7 43-16,-2 0 30 0,4-7-165 16,-6-13 78-16,-4-9 38 0,2-8-33 0,-4-3 15 15,-9 1 0-15,2-18 3 0,-4-5 57 0,-3-1-7 16,-2-1-31-16,0 1-2 0,0-17 63 0,-3 9-17 15,-10 7 0-15,-1 15 5 0,-4 2 1 0,-1 19-21 16,-6 3-8-16,0 13 184 0,-9 7-85 0,2 5-36 16,1 10-24-16,0 13 10 0,0 10-26 0,6 3 13 15,-2 5-101-15,5 5 49 16,4 2 1-16,1 5 61 0,0 9-489 0,3-4 210 0,1-6 114 16,3 5-421-16,-1-5 255 0</inkml:trace>
  <inkml:trace contextRef="#ctx0" brushRef="#br0" timeOffset="35994.75">27434 13280 1152 0,'-10'3'0'0,"4"-3"0"0,3 0 0 0,1 0 0 0,2 0 0 0,0-11 0 0,0-3 0 0,8-7 215 0,16 2-83 0,4-6-54 0,7-2 218 15,6-1-131-15,1 2-66 0,3 1-33 16,-8 9 90-16,2 0-65 0,-4 9-30 16,-1 5-56-16,-6 2-1 0,-1 4 29 0,-10 11 8 15,3 10-43-15,-4 0 1 0,-4 4 34 0,-3 1-32 16,3-2 1-16,-3-3 39 0,4 5-8 0,2-7-83 15,2-3 39-15,6-6-7 0,1-2-198 0,6-8 100 16,0-4 57-16,4 0 16 0,2-3-388 0,2-12 197 16,-2-5 100-16,-4-3 43 0,9-11-118 0,-10-5 88 15,7-9 44-15,-8-7-276 0,-4-9 160 16,-5-3 72-16</inkml:trace>
  <inkml:trace contextRef="#ctx0" brushRef="#br0" timeOffset="36453.18">28561 12436 328 0,'6'-40'-164'0,"-3"12"82"0,1 10 41 0,-1 4 41 0,-1 5 446 0,-1 4-186 15,2 4-113-15,-1 1 202 0,0 9-158 0,-1 18-71 16,1 9-48-16,0 9 313 0,-2 5-177 0,0 15-87 16,0-14-36-16,0 18 174 0,0-7-112 0,0-8-58 15,0 4-20-15,0-1 1 0,0-6-29 0,0-3-8 16,0-11-99-16,0 1 49 16,0-12 25-16,0-3-74 0,0-9 57 0,0-1 17 15,0-10 0-15,0-3-237 0,-2 0 126 0,-1-7 5 16,-5-13-14-16,1-7-46 0,-4-4 44 0,1-6 41 15,-3-2-33-15,0-2 37 0,-2 8-8 0,-2-3 44 16,-1 4 37-16,-3 7 1 0,1 4-38 0,2 9 132 16,-1 5-74-16,-1 3-25 0,2 4 0 0,1 0 319 15,-1 15-139-15,4 8-90 16,5 1-10-16,2 6 194 0,2 2-121 0,5 4-60 16,0-2 65-16,3 1-62 0,7-3-24 0,7-3-8 15,1-4-175-15,4-4 71 0,3-6 37 0,2-5-180 16,0-5 116-16,-1-5 45 0,3 0 28 0,-1-1-716 15,-4-15 301-15,1 0 188 0,-5-7 86 0,-1-6-405 16,-1 0 253-16,-2-5 127 0,0-7-114 0,-3 11 121 16,0-4 52-16,0 2 38 0,-2 5 183 0,-1 6-77 15,-3 5-38-15,0 4 506 0,1 4-281 16,4 2-127-16,-2 4-68 0,1 2 248 16,3 0-58-16,1 2-110 0,2 9 58 0,-3 4 280 15,0 1-210-15,-1 5-105 0,-5-2-8 0,5 2-49 16,-7 0-15-16,4-3-9 0,0-2-481 0,-1 1 228 15,0-6 115-15,2-4-623 0,0-1 331 0,2-4 191 16,4-2-6-16,-3 0-192 0</inkml:trace>
  <inkml:trace contextRef="#ctx0" brushRef="#br0" timeOffset="36608.11">29213 12532 1564 0,'8'-12'0'0,"2"10"0"0,-2 2 0 0,-4 0 0 0,-4 21 0 0,-4 11 0 0,-19 21 0 0,-3 1 344 0,-10 10-156 0,-9 21-77 15,-2 0 376-15,-8 14-219 0,-10 18-122 0,-2 0-57 16,-4 6 52-16,-5 9-54 0,-2 8-27 0,5-5-594 16,8-12 280-16,19-30 143 0,14-14 72 0,4-3-809 15,15-21 426-15,4-20 107 0</inkml:trace>
  <inkml:trace contextRef="#ctx0" brushRef="#br0" timeOffset="36803.11">29169 13623 1988 0,'2'-17'0'0,"4"13"0"0,20 4 0 0,-11 10 0 0,-8-6 0 16,-6 4 331-16,-1 3-150 0,0-1-66 0,0-5-45 0,0-1-91 15,0-1 26-15,0-3 1 0,-3 0-286 0,0 0 153 16,-2-3 70-16,-6-10 36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2022/2/21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6" Type="http://schemas.openxmlformats.org/officeDocument/2006/relationships/customXml" Target="../ink/ink9.xml"/><Relationship Id="rId5" Type="http://schemas.openxmlformats.org/officeDocument/2006/relationships/image" Target="../media/image16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customXml" Target="../ink/ink10.xml"/><Relationship Id="rId4" Type="http://schemas.openxmlformats.org/officeDocument/2006/relationships/image" Target="../media/image17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png"/><Relationship Id="rId4" Type="http://schemas.openxmlformats.org/officeDocument/2006/relationships/customXml" Target="../ink/ink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customXml" Target="../ink/ink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hyperlink" Target="https://www.bilibili.com/video/BV1Zi4y1K7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曲线积分</a:t>
            </a:r>
            <a:endParaRPr lang="en-US" altLang="zh-CN">
              <a:solidFill>
                <a:srgbClr val="777671"/>
              </a:solidFill>
            </a:endParaRPr>
          </a:p>
          <a:p>
            <a:r>
              <a:rPr lang="zh-CN" altLang="en-US">
                <a:solidFill>
                  <a:srgbClr val="777671"/>
                </a:solidFill>
              </a:rPr>
              <a:t>与曲面积分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微积分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2DB4EE-F408-4D89-9B87-2707B23A6432}"/>
                  </a:ext>
                </a:extLst>
              </p:cNvPr>
              <p:cNvSpPr/>
              <p:nvPr/>
            </p:nvSpPr>
            <p:spPr>
              <a:xfrm>
                <a:off x="877503" y="1772350"/>
                <a:ext cx="11007703" cy="3932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格林公式：设闭区域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由分段光滑的曲线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围成，函数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</a:t>
                </a:r>
                <a:r>
                  <a:rPr lang="zh-CN" altLang="en-US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𝑸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den>
                              </m:f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的取正向的边界曲线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62DB4EE-F408-4D89-9B87-2707B23A6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772350"/>
                <a:ext cx="11007703" cy="3932423"/>
              </a:xfrm>
              <a:prstGeom prst="rect">
                <a:avLst/>
              </a:prstGeom>
              <a:blipFill>
                <a:blip r:embed="rId2"/>
                <a:stretch>
                  <a:fillRect l="-1440" t="-620" b="-4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2A47CCF-97AF-45B5-900F-3E5396A26661}"/>
                  </a:ext>
                </a:extLst>
              </p14:cNvPr>
              <p14:cNvContentPartPr/>
              <p14:nvPr/>
            </p14:nvContentPartPr>
            <p14:xfrm>
              <a:off x="1697400" y="3116520"/>
              <a:ext cx="8995320" cy="3253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2A47CCF-97AF-45B5-900F-3E5396A266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8040" y="3107160"/>
                <a:ext cx="9014040" cy="327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15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0" y="1045645"/>
                <a:ext cx="10953943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对于复连通区域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，格林公式右端应包括沿区域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的全部边界的曲线积分，且边界的方向对区域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来说都取正向；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045645"/>
                <a:ext cx="10953943" cy="1310295"/>
              </a:xfrm>
              <a:prstGeom prst="rect">
                <a:avLst/>
              </a:prstGeom>
              <a:blipFill>
                <a:blip r:embed="rId2"/>
                <a:stretch>
                  <a:fillRect l="-1447" t="-1869" r="-278" b="-14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925F0A-D33D-42E0-97F8-053FE818959A}"/>
                  </a:ext>
                </a:extLst>
              </p:cNvPr>
              <p:cNvSpPr/>
              <p:nvPr/>
            </p:nvSpPr>
            <p:spPr>
              <a:xfrm>
                <a:off x="877500" y="2635054"/>
                <a:ext cx="10953943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</a:t>
                </a:r>
                <a:r>
                  <a:rPr lang="zh-CN" altLang="en-US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！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925F0A-D33D-42E0-97F8-053FE8189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2635054"/>
                <a:ext cx="10953943" cy="664797"/>
              </a:xfrm>
              <a:prstGeom prst="rect">
                <a:avLst/>
              </a:prstGeom>
              <a:blipFill>
                <a:blip r:embed="rId3"/>
                <a:stretch>
                  <a:fillRect l="-144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8175FE1-27AA-4471-8050-BB1EE104869A}"/>
                  </a:ext>
                </a:extLst>
              </p14:cNvPr>
              <p14:cNvContentPartPr/>
              <p14:nvPr/>
            </p14:nvContentPartPr>
            <p14:xfrm>
              <a:off x="7165080" y="3411360"/>
              <a:ext cx="3017880" cy="56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8175FE1-27AA-4471-8050-BB1EE10486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55720" y="3402000"/>
                <a:ext cx="3036600" cy="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52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第三节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格林公式</a:t>
            </a:r>
            <a:endParaRPr kumimoji="1" lang="en-US" altLang="zh-CN" dirty="0"/>
          </a:p>
          <a:p>
            <a:r>
              <a:rPr kumimoji="1" lang="zh-CN" altLang="en-US" dirty="0"/>
              <a:t>及其应用</a:t>
            </a:r>
          </a:p>
        </p:txBody>
      </p:sp>
    </p:spTree>
    <p:extLst>
      <p:ext uri="{BB962C8B-B14F-4D97-AF65-F5344CB8AC3E}">
        <p14:creationId xmlns:p14="http://schemas.microsoft.com/office/powerpoint/2010/main" val="381492650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35675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例：计算曲线积分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为自点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的如下曲线：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1)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的折线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3567580"/>
              </a:xfrm>
              <a:prstGeom prst="rect">
                <a:avLst/>
              </a:prstGeom>
              <a:blipFill>
                <a:blip r:embed="rId2"/>
                <a:stretch>
                  <a:fillRect l="-1543" b="-3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645490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645490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BC8BEF0-7A13-4A64-8EDC-3B53A8663D47}"/>
                  </a:ext>
                </a:extLst>
              </p14:cNvPr>
              <p14:cNvContentPartPr/>
              <p14:nvPr/>
            </p14:nvContentPartPr>
            <p14:xfrm>
              <a:off x="3385080" y="2251080"/>
              <a:ext cx="1353960" cy="1418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BC8BEF0-7A13-4A64-8EDC-3B53A8663D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5720" y="2241720"/>
                <a:ext cx="1372680" cy="143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63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495" y="556659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二、平面曲线积分与路径无关的条件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131754"/>
                <a:ext cx="11007703" cy="55125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设开区域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单连通区域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内具有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，则以下四个条件等价：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内任意分段光滑闭曲线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内任一分段光滑曲线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与路径无关，只与起止点有关；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𝑷𝒅𝒙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内是某一函数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的全微分；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内恒有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131754"/>
                <a:ext cx="11007703" cy="5512599"/>
              </a:xfrm>
              <a:prstGeom prst="rect">
                <a:avLst/>
              </a:prstGeom>
              <a:blipFill>
                <a:blip r:embed="rId2"/>
                <a:stretch>
                  <a:fillRect l="-1440" r="-5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9AAC78F-95B4-4F4B-9B1F-AE208470338A}"/>
                  </a:ext>
                </a:extLst>
              </p14:cNvPr>
              <p14:cNvContentPartPr/>
              <p14:nvPr/>
            </p14:nvContentPartPr>
            <p14:xfrm>
              <a:off x="78120" y="1797480"/>
              <a:ext cx="11871360" cy="4299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9AAC78F-95B4-4F4B-9B1F-AE20847033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760" y="1788120"/>
                <a:ext cx="11890080" cy="43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510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678072"/>
                <a:ext cx="11007703" cy="25143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内任意分段光滑闭曲线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内任一分段光滑曲线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与路径无关，只与起止点有关；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678072"/>
                <a:ext cx="11007703" cy="2514343"/>
              </a:xfrm>
              <a:prstGeom prst="rect">
                <a:avLst/>
              </a:prstGeom>
              <a:blipFill>
                <a:blip r:embed="rId2"/>
                <a:stretch>
                  <a:fillRect l="-1440" r="-5039" b="-7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513B0C8-99B7-4655-8042-94679804A729}"/>
                  </a:ext>
                </a:extLst>
              </p:cNvPr>
              <p:cNvSpPr/>
              <p:nvPr/>
            </p:nvSpPr>
            <p:spPr>
              <a:xfrm>
                <a:off x="877502" y="5645490"/>
                <a:ext cx="10730306" cy="9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积分与路径无关时可记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acc>
                          <m:accPr>
                            <m:chr m:val="̂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𝑨𝑩</m:t>
                            </m:r>
                          </m:e>
                        </m:acc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𝑩</m:t>
                        </m:r>
                      </m:sup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513B0C8-99B7-4655-8042-94679804A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645490"/>
                <a:ext cx="10730306" cy="952953"/>
              </a:xfrm>
              <a:prstGeom prst="rect">
                <a:avLst/>
              </a:prstGeom>
              <a:blipFill>
                <a:blip r:embed="rId3"/>
                <a:stretch>
                  <a:fillRect l="-1477" r="-398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6376D4B-4C5C-45B1-8507-09E16F6A3EB2}"/>
                  </a:ext>
                </a:extLst>
              </p14:cNvPr>
              <p14:cNvContentPartPr/>
              <p14:nvPr/>
            </p14:nvContentPartPr>
            <p14:xfrm>
              <a:off x="651240" y="2817000"/>
              <a:ext cx="9347760" cy="3802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6376D4B-4C5C-45B1-8507-09E16F6A3E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880" y="2807640"/>
                <a:ext cx="9366480" cy="38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42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678072"/>
                <a:ext cx="11007703" cy="2232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内任一分段光滑曲线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与路径无关，只与起止点有关；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𝑷𝒅𝒙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内是某一函数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的全微分；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678072"/>
                <a:ext cx="11007703" cy="2232406"/>
              </a:xfrm>
              <a:prstGeom prst="rect">
                <a:avLst/>
              </a:prstGeom>
              <a:blipFill>
                <a:blip r:embed="rId2"/>
                <a:stretch>
                  <a:fillRect l="-1440" r="-5039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77128E6-D6A1-4A6D-9B2D-6A3777ABDA88}"/>
                  </a:ext>
                </a:extLst>
              </p14:cNvPr>
              <p14:cNvContentPartPr/>
              <p14:nvPr/>
            </p14:nvContentPartPr>
            <p14:xfrm>
              <a:off x="340920" y="1983600"/>
              <a:ext cx="11112480" cy="4716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77128E6-D6A1-4A6D-9B2D-6A3777ABDA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0" y="1974240"/>
                <a:ext cx="11131200" cy="47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63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678072"/>
                <a:ext cx="11007703" cy="17478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𝑷𝒅𝒙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内是某一函数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的全微分；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内恒有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678072"/>
                <a:ext cx="11007703" cy="1747851"/>
              </a:xfrm>
              <a:prstGeom prst="rect">
                <a:avLst/>
              </a:prstGeom>
              <a:blipFill>
                <a:blip r:embed="rId2"/>
                <a:stretch>
                  <a:fillRect l="-1440" b="-6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8B519FA-5FB5-4EB3-A4B7-10A572665DB9}"/>
                  </a:ext>
                </a:extLst>
              </p14:cNvPr>
              <p14:cNvContentPartPr/>
              <p14:nvPr/>
            </p14:nvContentPartPr>
            <p14:xfrm>
              <a:off x="2676240" y="2248560"/>
              <a:ext cx="7554600" cy="3802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8B519FA-5FB5-4EB3-A4B7-10A572665D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6880" y="2239200"/>
                <a:ext cx="7573320" cy="38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165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678072"/>
                <a:ext cx="11007703" cy="19682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内恒有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内任意分段光滑闭曲线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678072"/>
                <a:ext cx="11007703" cy="1968296"/>
              </a:xfrm>
              <a:prstGeom prst="rect">
                <a:avLst/>
              </a:prstGeom>
              <a:blipFill>
                <a:blip r:embed="rId2"/>
                <a:stretch>
                  <a:fillRect l="-1440" b="-55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8297DF8-5769-4607-AD8F-6F6556696D39}"/>
                  </a:ext>
                </a:extLst>
              </p14:cNvPr>
              <p14:cNvContentPartPr/>
              <p14:nvPr/>
            </p14:nvContentPartPr>
            <p14:xfrm>
              <a:off x="1656000" y="2494440"/>
              <a:ext cx="6863400" cy="16858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8297DF8-5769-4607-AD8F-6F6556696D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6640" y="2485080"/>
                <a:ext cx="6882120" cy="170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19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pic>
        <p:nvPicPr>
          <p:cNvPr id="2" name="mmexport1583750384262">
            <a:hlinkClick r:id="" action="ppaction://media"/>
            <a:extLst>
              <a:ext uri="{FF2B5EF4-FFF2-40B4-BE49-F238E27FC236}">
                <a16:creationId xmlns:a16="http://schemas.microsoft.com/office/drawing/2014/main" id="{5E05CED4-9A94-4C98-8E30-5C8FA8562EA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17335" y="619125"/>
            <a:ext cx="4076700" cy="5619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AAACCE6-1D23-45BA-85AE-D91828ECE97B}"/>
                  </a:ext>
                </a:extLst>
              </p:cNvPr>
              <p:cNvSpPr/>
              <p:nvPr/>
            </p:nvSpPr>
            <p:spPr>
              <a:xfrm>
                <a:off x="877495" y="829074"/>
                <a:ext cx="11007703" cy="7273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AAACCE6-1D23-45BA-85AE-D91828ECE9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829074"/>
                <a:ext cx="11007703" cy="727379"/>
              </a:xfrm>
              <a:prstGeom prst="rect">
                <a:avLst/>
              </a:prstGeom>
              <a:blipFill>
                <a:blip r:embed="rId5"/>
                <a:stretch>
                  <a:fillRect b="-26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BC4D955-14DC-4AE5-B94C-C20C52F1A1C2}"/>
                  </a:ext>
                </a:extLst>
              </p14:cNvPr>
              <p14:cNvContentPartPr/>
              <p14:nvPr/>
            </p14:nvContentPartPr>
            <p14:xfrm>
              <a:off x="1065240" y="1750320"/>
              <a:ext cx="2498400" cy="13302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BC4D955-14DC-4AE5-B94C-C20C52F1A1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5880" y="1740960"/>
                <a:ext cx="2517120" cy="134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49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7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77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678072"/>
                <a:ext cx="11007703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单连通区域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内有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678072"/>
                <a:ext cx="11007703" cy="670120"/>
              </a:xfrm>
              <a:prstGeom prst="rect">
                <a:avLst/>
              </a:prstGeom>
              <a:blipFill>
                <a:blip r:embed="rId2"/>
                <a:stretch>
                  <a:fillRect r="-1384"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37356B5-8364-4622-BBF2-95E7FD51D2DF}"/>
                  </a:ext>
                </a:extLst>
              </p:cNvPr>
              <p:cNvSpPr/>
              <p:nvPr/>
            </p:nvSpPr>
            <p:spPr>
              <a:xfrm>
                <a:off x="877495" y="1812617"/>
                <a:ext cx="10273098" cy="1723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𝒙𝒅𝒚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𝒚𝒅𝒙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为一条无重点、分段光滑且包围原点的任一正向闭曲线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37356B5-8364-4622-BBF2-95E7FD51D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812617"/>
                <a:ext cx="10273098" cy="1723805"/>
              </a:xfrm>
              <a:prstGeom prst="rect">
                <a:avLst/>
              </a:prstGeom>
              <a:blipFill>
                <a:blip r:embed="rId3"/>
                <a:stretch>
                  <a:fillRect l="-1543" r="-831" b="-106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743D1A2-5B42-4C43-AE71-B88E49AC169E}"/>
                  </a:ext>
                </a:extLst>
              </p:cNvPr>
              <p:cNvSpPr/>
              <p:nvPr/>
            </p:nvSpPr>
            <p:spPr>
              <a:xfrm>
                <a:off x="877495" y="4000847"/>
                <a:ext cx="10273098" cy="1107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通常称使得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不连续的点称为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的奇点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743D1A2-5B42-4C43-AE71-B88E49AC16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4000847"/>
                <a:ext cx="10273098" cy="1107676"/>
              </a:xfrm>
              <a:prstGeom prst="rect">
                <a:avLst/>
              </a:prstGeom>
              <a:blipFill>
                <a:blip r:embed="rId4"/>
                <a:stretch>
                  <a:fillRect l="-1543" b="-1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724C1C1-3D1E-411B-B828-E0CDB66DDED4}"/>
                  </a:ext>
                </a:extLst>
              </p14:cNvPr>
              <p14:cNvContentPartPr/>
              <p14:nvPr/>
            </p14:nvContentPartPr>
            <p14:xfrm>
              <a:off x="241560" y="997560"/>
              <a:ext cx="11115360" cy="4464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724C1C1-3D1E-411B-B828-E0CDB66DDE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200" y="988200"/>
                <a:ext cx="11134080" cy="448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638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19761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𝑨𝑩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</m:t>
                            </m:r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fNam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fun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是上半椭圆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𝟗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1976118"/>
              </a:xfrm>
              <a:prstGeom prst="rect">
                <a:avLst/>
              </a:prstGeom>
              <a:blipFill>
                <a:blip r:embed="rId2"/>
                <a:stretch>
                  <a:fillRect l="-1510" r="-871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D4AC8AC-76BB-4511-85D2-1FB95A41C163}"/>
                  </a:ext>
                </a:extLst>
              </p14:cNvPr>
              <p14:cNvContentPartPr/>
              <p14:nvPr/>
            </p14:nvContentPartPr>
            <p14:xfrm>
              <a:off x="378360" y="701280"/>
              <a:ext cx="11444760" cy="6026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D4AC8AC-76BB-4511-85D2-1FB95A41C1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000" y="691920"/>
                <a:ext cx="11463480" cy="604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877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19761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𝑨𝑩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</m:t>
                            </m:r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fNam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fun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是上半椭圆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𝟗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1976118"/>
              </a:xfrm>
              <a:prstGeom prst="rect">
                <a:avLst/>
              </a:prstGeom>
              <a:blipFill>
                <a:blip r:embed="rId2"/>
                <a:stretch>
                  <a:fillRect l="-1510" r="-871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598734"/>
                <a:ext cx="10730306" cy="6762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p>
                    </m:sSup>
                    <m:func>
                      <m:func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e>
                    </m:func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598734"/>
                <a:ext cx="10730306" cy="676275"/>
              </a:xfrm>
              <a:prstGeom prst="rect">
                <a:avLst/>
              </a:prstGeom>
              <a:blipFill>
                <a:blip r:embed="rId3"/>
                <a:stretch>
                  <a:fillRect l="-1477" t="-1802" b="-25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9C8BE8B3-54EA-4E66-8E3F-6BB2E4E08B65}"/>
              </a:ext>
            </a:extLst>
          </p:cNvPr>
          <p:cNvSpPr/>
          <p:nvPr/>
        </p:nvSpPr>
        <p:spPr>
          <a:xfrm>
            <a:off x="877502" y="4367414"/>
            <a:ext cx="10730306" cy="676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利用平面曲线积分与路径无关；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941187-1EEE-402C-A465-65879D1A54E6}"/>
              </a:ext>
            </a:extLst>
          </p:cNvPr>
          <p:cNvSpPr/>
          <p:nvPr/>
        </p:nvSpPr>
        <p:spPr>
          <a:xfrm>
            <a:off x="877502" y="5131409"/>
            <a:ext cx="10730306" cy="676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第四个条件最容易验证；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030B7A-3414-491D-B077-B7E0E636CB98}"/>
              </a:ext>
            </a:extLst>
          </p:cNvPr>
          <p:cNvSpPr/>
          <p:nvPr/>
        </p:nvSpPr>
        <p:spPr>
          <a:xfrm>
            <a:off x="877502" y="5895404"/>
            <a:ext cx="10730306" cy="676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选取容易计算的路径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90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19643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：设积分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 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与路径无关，其中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有连续导数，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，计算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p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 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1964384"/>
              </a:xfrm>
              <a:prstGeom prst="rect">
                <a:avLst/>
              </a:prstGeom>
              <a:blipFill>
                <a:blip r:embed="rId2"/>
                <a:stretch>
                  <a:fillRect l="-1510" r="-2555" b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E4EE78E-CEAB-4424-A69F-A1D499BE8E20}"/>
                  </a:ext>
                </a:extLst>
              </p14:cNvPr>
              <p14:cNvContentPartPr/>
              <p14:nvPr/>
            </p14:nvContentPartPr>
            <p14:xfrm>
              <a:off x="421200" y="162360"/>
              <a:ext cx="11079720" cy="6004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E4EE78E-CEAB-4424-A69F-A1D499BE8E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840" y="153000"/>
                <a:ext cx="11098440" cy="60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300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19643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：设积分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 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与路径无关，其中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有连续导数，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，计算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p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 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1964384"/>
              </a:xfrm>
              <a:prstGeom prst="rect">
                <a:avLst/>
              </a:prstGeom>
              <a:blipFill>
                <a:blip r:embed="rId2"/>
                <a:stretch>
                  <a:fillRect l="-1510" r="-2555" b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001121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001121"/>
                <a:ext cx="10730306" cy="998863"/>
              </a:xfrm>
              <a:prstGeom prst="rect">
                <a:avLst/>
              </a:prstGeom>
              <a:blipFill>
                <a:blip r:embed="rId3"/>
                <a:stretch>
                  <a:fillRect l="-1477" b="-1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E420F97-BF14-4EB0-A1C0-4B3977F82B2F}"/>
                  </a:ext>
                </a:extLst>
              </p:cNvPr>
              <p:cNvSpPr/>
              <p:nvPr/>
            </p:nvSpPr>
            <p:spPr>
              <a:xfrm>
                <a:off x="877502" y="5273116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计算出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的具体形式，或选取特殊路径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E420F97-BF14-4EB0-A1C0-4B3977F82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273116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54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495" y="556659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三、二元函数的全微分求积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569791"/>
                <a:ext cx="11007703" cy="23880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单连通区域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内具有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𝑷𝒅𝒙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内是某一函数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的全微分的充要条件是在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内恒有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569791"/>
                <a:ext cx="11007703" cy="2388026"/>
              </a:xfrm>
              <a:prstGeom prst="rect">
                <a:avLst/>
              </a:prstGeom>
              <a:blipFill>
                <a:blip r:embed="rId2"/>
                <a:stretch>
                  <a:fillRect l="-1440" r="-1163" b="-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F97C1EE-02F5-485D-8B7F-0080E2EB6599}"/>
                  </a:ext>
                </a:extLst>
              </p:cNvPr>
              <p:cNvSpPr/>
              <p:nvPr/>
            </p:nvSpPr>
            <p:spPr>
              <a:xfrm>
                <a:off x="877502" y="4513392"/>
                <a:ext cx="10730306" cy="10331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d>
                      <m:d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p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F97C1EE-02F5-485D-8B7F-0080E2EB65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513392"/>
                <a:ext cx="10730306" cy="1033168"/>
              </a:xfrm>
              <a:prstGeom prst="rect">
                <a:avLst/>
              </a:prstGeom>
              <a:blipFill>
                <a:blip r:embed="rId3"/>
                <a:stretch>
                  <a:fillRect l="-1477" b="-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2611320-8B91-47A0-A070-9A99E55F27A7}"/>
                  </a:ext>
                </a:extLst>
              </p14:cNvPr>
              <p14:cNvContentPartPr/>
              <p14:nvPr/>
            </p14:nvContentPartPr>
            <p14:xfrm>
              <a:off x="1513800" y="2209680"/>
              <a:ext cx="9180360" cy="3997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2611320-8B91-47A0-A070-9A99E55F27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4440" y="2200320"/>
                <a:ext cx="9199080" cy="401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659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1392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是否为某函数的全微分，若是，求出一个这样的函数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1392754"/>
              </a:xfrm>
              <a:prstGeom prst="rect">
                <a:avLst/>
              </a:prstGeom>
              <a:blipFill>
                <a:blip r:embed="rId2"/>
                <a:stretch>
                  <a:fillRect l="-1510" r="-174" b="-13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07C3B25-A6E7-4ACE-8006-74444706E98F}"/>
                  </a:ext>
                </a:extLst>
              </p14:cNvPr>
              <p14:cNvContentPartPr/>
              <p14:nvPr/>
            </p14:nvContentPartPr>
            <p14:xfrm>
              <a:off x="546840" y="1998000"/>
              <a:ext cx="11126160" cy="3925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07C3B25-A6E7-4ACE-8006-74444706E9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480" y="1988640"/>
                <a:ext cx="11144880" cy="39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021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1392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是否为某函数的全微分，若是，求出一个这样的函数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1392754"/>
              </a:xfrm>
              <a:prstGeom prst="rect">
                <a:avLst/>
              </a:prstGeom>
              <a:blipFill>
                <a:blip r:embed="rId2"/>
                <a:stretch>
                  <a:fillRect l="-1510" r="-174" b="-13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394420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sSup>
                      <m:sSup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sSup>
                      <m:sSup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sSup>
                      <m:sSup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394420"/>
                <a:ext cx="10730306" cy="998863"/>
              </a:xfrm>
              <a:prstGeom prst="rect">
                <a:avLst/>
              </a:prstGeom>
              <a:blipFill>
                <a:blip r:embed="rId3"/>
                <a:stretch>
                  <a:fillRect l="-1477" b="-1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9E38AB7E-7C22-44E4-923E-2EC5B9319764}"/>
              </a:ext>
            </a:extLst>
          </p:cNvPr>
          <p:cNvSpPr/>
          <p:nvPr/>
        </p:nvSpPr>
        <p:spPr>
          <a:xfrm>
            <a:off x="877502" y="4621808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选取特殊路径；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A50106B-E027-4572-9191-5205191C2C73}"/>
                  </a:ext>
                </a:extLst>
              </p:cNvPr>
              <p:cNvSpPr/>
              <p:nvPr/>
            </p:nvSpPr>
            <p:spPr>
              <a:xfrm>
                <a:off x="877502" y="551513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引入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避免混淆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A50106B-E027-4572-9191-5205191C2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515131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94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7650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sup>
                        </m:sSup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765018"/>
              </a:xfrm>
              <a:prstGeom prst="rect">
                <a:avLst/>
              </a:prstGeom>
              <a:blipFill>
                <a:blip r:embed="rId2"/>
                <a:stretch>
                  <a:fillRect l="-1510" b="-206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4968BFC-4CE3-4BFA-8FD8-6E87AC596FA5}"/>
                  </a:ext>
                </a:extLst>
              </p14:cNvPr>
              <p14:cNvContentPartPr/>
              <p14:nvPr/>
            </p14:nvContentPartPr>
            <p14:xfrm>
              <a:off x="436680" y="1365480"/>
              <a:ext cx="11334240" cy="50972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4968BFC-4CE3-4BFA-8FD8-6E87AC596F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320" y="1356120"/>
                <a:ext cx="11352960" cy="511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470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7650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sup>
                        </m:sSup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765018"/>
              </a:xfrm>
              <a:prstGeom prst="rect">
                <a:avLst/>
              </a:prstGeom>
              <a:blipFill>
                <a:blip r:embed="rId2"/>
                <a:stretch>
                  <a:fillRect l="-1510" b="-206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971069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𝑪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971069"/>
                <a:ext cx="10730306" cy="677814"/>
              </a:xfrm>
              <a:prstGeom prst="rect">
                <a:avLst/>
              </a:prstGeom>
              <a:blipFill>
                <a:blip r:embed="rId3"/>
                <a:stretch>
                  <a:fillRect l="-1477" t="-1786" b="-24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D35588C-02DE-4E99-8231-797FFD10E7D0}"/>
              </a:ext>
            </a:extLst>
          </p:cNvPr>
          <p:cNvSpPr/>
          <p:nvPr/>
        </p:nvSpPr>
        <p:spPr>
          <a:xfrm>
            <a:off x="877502" y="4801283"/>
            <a:ext cx="10730306" cy="677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由偏导数出发对某个变量进行积分；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0F8D12F-1075-42A6-9399-363213133D50}"/>
                  </a:ext>
                </a:extLst>
              </p:cNvPr>
              <p:cNvSpPr/>
              <p:nvPr/>
            </p:nvSpPr>
            <p:spPr>
              <a:xfrm>
                <a:off x="877502" y="5631497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或者直接计算 </a:t>
                </a:r>
                <a14:m>
                  <m:oMath xmlns:m="http://schemas.openxmlformats.org/officeDocument/2006/math"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0F8D12F-1075-42A6-9399-363213133D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631497"/>
                <a:ext cx="10730306" cy="677814"/>
              </a:xfrm>
              <a:prstGeom prst="rect">
                <a:avLst/>
              </a:prstGeom>
              <a:blipFill>
                <a:blip r:embed="rId4"/>
                <a:stretch>
                  <a:fillRect l="-1477" t="-3604" b="-27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96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2557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zh-CN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​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func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为沿摆线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𝒕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</m:fun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的一段弧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2557110"/>
              </a:xfrm>
              <a:prstGeom prst="rect">
                <a:avLst/>
              </a:prstGeom>
              <a:blipFill>
                <a:blip r:embed="rId2"/>
                <a:stretch>
                  <a:fillRect l="-1510" r="-2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47FDB79-A2F9-413D-AA62-8EE53F846204}"/>
                  </a:ext>
                </a:extLst>
              </p14:cNvPr>
              <p14:cNvContentPartPr/>
              <p14:nvPr/>
            </p14:nvContentPartPr>
            <p14:xfrm>
              <a:off x="481680" y="865440"/>
              <a:ext cx="10269720" cy="5778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47FDB79-A2F9-413D-AA62-8EE53F8462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320" y="856080"/>
                <a:ext cx="10288440" cy="579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738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D25DC40-853C-4417-A988-0F50B20B60F7}"/>
                  </a:ext>
                </a:extLst>
              </p:cNvPr>
              <p:cNvSpPr/>
              <p:nvPr/>
            </p:nvSpPr>
            <p:spPr>
              <a:xfrm>
                <a:off x="877502" y="3767479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0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sSup>
                      <m:sSup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zh-CN" altLang="en-US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𝝅</m:t>
                        </m:r>
                      </m:sup>
                    </m:sSup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sSup>
                      <m:sSup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𝝅</m:t>
                        </m:r>
                      </m:e>
                      <m:sup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unc>
                      <m:func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func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D25DC40-853C-4417-A988-0F50B20B60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767479"/>
                <a:ext cx="10730306" cy="998863"/>
              </a:xfrm>
              <a:prstGeom prst="rect">
                <a:avLst/>
              </a:prstGeom>
              <a:blipFill>
                <a:blip r:embed="rId2"/>
                <a:stretch>
                  <a:fillRect l="-1477" b="-1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2255230A-B192-4094-B6C9-0FABF7994CF6}"/>
              </a:ext>
            </a:extLst>
          </p:cNvPr>
          <p:cNvSpPr/>
          <p:nvPr/>
        </p:nvSpPr>
        <p:spPr>
          <a:xfrm>
            <a:off x="877502" y="4761387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先利用曲线积分与路径无关；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6EB94B-7A18-42C6-B216-A8F1F9E7646E}"/>
              </a:ext>
            </a:extLst>
          </p:cNvPr>
          <p:cNvSpPr/>
          <p:nvPr/>
        </p:nvSpPr>
        <p:spPr>
          <a:xfrm>
            <a:off x="877502" y="5575211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选取折线段进行计算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F38E9AC-A0E8-4D60-B75D-E4F64E7055DB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496742" cy="2557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zh-CN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​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func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为沿摆线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𝒕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</m:fun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的一段弧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F38E9AC-A0E8-4D60-B75D-E4F64E7055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496742" cy="2557110"/>
              </a:xfrm>
              <a:prstGeom prst="rect">
                <a:avLst/>
              </a:prstGeom>
              <a:blipFill>
                <a:blip r:embed="rId3"/>
                <a:stretch>
                  <a:fillRect l="-1510" r="-2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509C294-AFBC-4319-B653-FEA730C7076B}"/>
                  </a:ext>
                </a:extLst>
              </p14:cNvPr>
              <p14:cNvContentPartPr/>
              <p14:nvPr/>
            </p14:nvContentPartPr>
            <p14:xfrm>
              <a:off x="6444360" y="4737240"/>
              <a:ext cx="938520" cy="7196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509C294-AFBC-4319-B653-FEA730C707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35000" y="4727880"/>
                <a:ext cx="957240" cy="73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160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130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平面曲线积分与路径无关的条件；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二元函数的全微分求积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691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495" y="556659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平面曲线积分与路径无关的条件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131754"/>
                <a:ext cx="11007703" cy="55125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设开区域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单连通区域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内具有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，则以下四个条件等价：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内任意分段光滑闭曲线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内任一分段光滑曲线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与路径无关，只与起止点有关；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𝑷𝒅𝒙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内是某一函数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的全微分；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内恒有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131754"/>
                <a:ext cx="11007703" cy="5512599"/>
              </a:xfrm>
              <a:prstGeom prst="rect">
                <a:avLst/>
              </a:prstGeom>
              <a:blipFill>
                <a:blip r:embed="rId2"/>
                <a:stretch>
                  <a:fillRect l="-1440" r="-5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0F5F1AE-0D14-41B5-8DEC-5C17D8A3BF66}"/>
                  </a:ext>
                </a:extLst>
              </p14:cNvPr>
              <p14:cNvContentPartPr/>
              <p14:nvPr/>
            </p14:nvContentPartPr>
            <p14:xfrm>
              <a:off x="1042200" y="1720800"/>
              <a:ext cx="8236440" cy="4645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0F5F1AE-0D14-41B5-8DEC-5C17D8A3BF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2840" y="1711440"/>
                <a:ext cx="8255160" cy="466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625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495" y="556659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二元函数的全微分求积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569791"/>
                <a:ext cx="11007703" cy="23880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单连通区域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内具有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𝑷𝒅𝒙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𝑸𝒅𝒚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内是某一函数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的全微分的充要条件是在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</m:oMath>
                </a14:m>
                <a:r>
                  <a:rPr lang="en-US" altLang="zh-CN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内恒有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569791"/>
                <a:ext cx="11007703" cy="2388026"/>
              </a:xfrm>
              <a:prstGeom prst="rect">
                <a:avLst/>
              </a:prstGeom>
              <a:blipFill>
                <a:blip r:embed="rId2"/>
                <a:stretch>
                  <a:fillRect l="-1440" r="-1163" b="-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F97C1EE-02F5-485D-8B7F-0080E2EB6599}"/>
                  </a:ext>
                </a:extLst>
              </p:cNvPr>
              <p:cNvSpPr/>
              <p:nvPr/>
            </p:nvSpPr>
            <p:spPr>
              <a:xfrm>
                <a:off x="877502" y="4513392"/>
                <a:ext cx="10730306" cy="10331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d>
                      <m:d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p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F97C1EE-02F5-485D-8B7F-0080E2EB65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513392"/>
                <a:ext cx="10730306" cy="1033168"/>
              </a:xfrm>
              <a:prstGeom prst="rect">
                <a:avLst/>
              </a:prstGeom>
              <a:blipFill>
                <a:blip r:embed="rId3"/>
                <a:stretch>
                  <a:fillRect l="-1477" b="-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02EB17B-A176-46E4-BCC5-448D831D1178}"/>
                  </a:ext>
                </a:extLst>
              </p14:cNvPr>
              <p14:cNvContentPartPr/>
              <p14:nvPr/>
            </p14:nvContentPartPr>
            <p14:xfrm>
              <a:off x="1110240" y="4363920"/>
              <a:ext cx="9417600" cy="15836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02EB17B-A176-46E4-BCC5-448D831D11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880" y="4354560"/>
                <a:ext cx="9436320" cy="16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6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P229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9-3(A) 5(3), 6(4).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9-3(B) 1, 2.</a:t>
            </a:r>
          </a:p>
        </p:txBody>
      </p:sp>
    </p:spTree>
    <p:extLst>
      <p:ext uri="{BB962C8B-B14F-4D97-AF65-F5344CB8AC3E}">
        <p14:creationId xmlns:p14="http://schemas.microsoft.com/office/powerpoint/2010/main" val="39860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  <a:hlinkClick r:id="rId4"/>
              </a:rPr>
              <a:t>https://www.bilibili.com/video/BV1Zi4y1K7Ty</a:t>
            </a: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44746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45027485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15122</TotalTime>
  <Words>1356</Words>
  <Application>Microsoft Office PowerPoint</Application>
  <PresentationFormat>宽屏</PresentationFormat>
  <Paragraphs>136</Paragraphs>
  <Slides>28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Microsoft Yahei</vt:lpstr>
      <vt:lpstr>Microsoft Yahei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1012</cp:revision>
  <dcterms:created xsi:type="dcterms:W3CDTF">2015-08-18T02:51:41Z</dcterms:created>
  <dcterms:modified xsi:type="dcterms:W3CDTF">2022-02-21T04:33:32Z</dcterms:modified>
</cp:coreProperties>
</file>