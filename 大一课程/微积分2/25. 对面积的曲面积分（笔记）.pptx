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wmv" ContentType="video/x-ms-wm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Override1.xml" ContentType="application/vnd.openxmlformats-officedocument.themeOverrid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tags/tag1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1"/>
    <p:sldMasterId id="2147483679" r:id="rId2"/>
  </p:sldMasterIdLst>
  <p:notesMasterIdLst>
    <p:notesMasterId r:id="rId44"/>
  </p:notesMasterIdLst>
  <p:sldIdLst>
    <p:sldId id="587" r:id="rId3"/>
    <p:sldId id="922" r:id="rId4"/>
    <p:sldId id="773" r:id="rId5"/>
    <p:sldId id="923" r:id="rId6"/>
    <p:sldId id="924" r:id="rId7"/>
    <p:sldId id="729" r:id="rId8"/>
    <p:sldId id="926" r:id="rId9"/>
    <p:sldId id="631" r:id="rId10"/>
    <p:sldId id="1058" r:id="rId11"/>
    <p:sldId id="876" r:id="rId12"/>
    <p:sldId id="877" r:id="rId13"/>
    <p:sldId id="785" r:id="rId14"/>
    <p:sldId id="786" r:id="rId15"/>
    <p:sldId id="879" r:id="rId16"/>
    <p:sldId id="880" r:id="rId17"/>
    <p:sldId id="1068" r:id="rId18"/>
    <p:sldId id="1056" r:id="rId19"/>
    <p:sldId id="1069" r:id="rId20"/>
    <p:sldId id="1057" r:id="rId21"/>
    <p:sldId id="1059" r:id="rId22"/>
    <p:sldId id="890" r:id="rId23"/>
    <p:sldId id="1060" r:id="rId24"/>
    <p:sldId id="1070" r:id="rId25"/>
    <p:sldId id="1061" r:id="rId26"/>
    <p:sldId id="1071" r:id="rId27"/>
    <p:sldId id="1062" r:id="rId28"/>
    <p:sldId id="1063" r:id="rId29"/>
    <p:sldId id="1064" r:id="rId30"/>
    <p:sldId id="885" r:id="rId31"/>
    <p:sldId id="1072" r:id="rId32"/>
    <p:sldId id="1065" r:id="rId33"/>
    <p:sldId id="1073" r:id="rId34"/>
    <p:sldId id="1066" r:id="rId35"/>
    <p:sldId id="1074" r:id="rId36"/>
    <p:sldId id="1075" r:id="rId37"/>
    <p:sldId id="898" r:id="rId38"/>
    <p:sldId id="1067" r:id="rId39"/>
    <p:sldId id="1076" r:id="rId40"/>
    <p:sldId id="1077" r:id="rId41"/>
    <p:sldId id="813" r:id="rId42"/>
    <p:sldId id="814" r:id="rId43"/>
  </p:sldIdLst>
  <p:sldSz cx="12192000" cy="6858000"/>
  <p:notesSz cx="6858000" cy="9144000"/>
  <p:defaultTextStyle>
    <a:defPPr>
      <a:defRPr lang="zh-CN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080"/>
    <a:srgbClr val="E73A1C"/>
    <a:srgbClr val="F23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CD850F-C7AE-46B1-9522-3476DCFE4FAE}" v="6" dt="2021-02-20T15:37:23.3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60" autoAdjust="0"/>
    <p:restoredTop sz="93673" autoAdjust="0"/>
  </p:normalViewPr>
  <p:slideViewPr>
    <p:cSldViewPr snapToGrid="0" snapToObjects="1">
      <p:cViewPr varScale="1">
        <p:scale>
          <a:sx n="114" d="100"/>
          <a:sy n="114" d="100"/>
        </p:scale>
        <p:origin x="420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928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20T06:12:23.4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8032 13525 490 0,'0'-4'0'0,"-10"2"0"0,-1 2 0 0,2 0 0 0,2 0 0 0,0 0 0 0,2 0 0 0,-1 2 0 0,3 0 33 0,-1 0 8 0,4-2-8 16,0 1 4-16,0-1-4 0,0 0 0 0,0 0-62 16,0 0 37-16,0 0-7 0,0-1 29 15,2-3-35-15,1 1-1 0,1-3 37 16,2 4-6-16,-3-2 24 0,4 2-30 0,-1 0 5 15,-3 0 41-15,2 2-14 0,2-3-5 0,-3 3-24 16,4 0 29-16,-2 0 4 0,-1 0-27 0,1 0 13 16,-1 0-10-16,2 0 8 0,-1 0-6 0,-2 0-26 15,0 0 26-15,2 0 8 0,-3 0-8 0,4 0-23 16,-4 0 0-16,1 0 17 0,0 0-30 16,-1 3 35-16,2-3-10 0,-3 0 4 15,2 0-14-15,1 0 13 0,-2 0-2 0,3 0 7 16,-1 0 3-16,-1 0-8 0,2 0-2 0,2 2 4 15,-2-2-3-15,0 2 6 0,2 0-5 0,2 0-25 16,-1 0 0-16,0-2 24 0,3 2-40 0,-3 1 42 16,2 0-7-16,2-2 2 0,-2-1-29 0,1 2 27 15,-1-2-5-15,0 2-2 0,3-2 3 16,-3 0 0-16,1 0-2 0,0 2 8 0,-1-2-6 16,2 0 4-16,1 1-3 0,-3-1 10 15,2 3-10-15,3-3 0 0,-2 1-22 0,-1-1 25 16,1 3-3-16,2-3 0 0,0 0-30 0,-2 0 29 15,4 0-3-15,-2 0-23 0,1 0 23 0,0 0 0 16,0 0-3-16,0 0-10 0,0 0 8 0,-1 0 6 16,1 0-8-16,1 0-17 0,-2-3 18 0,2 2 2 15,-1 1-23-15,-3-3 23 0,1 2-3 0,0-1 1 16,0 0-30-16,-1 0 29 0,-2 1-2 16,0 1-14-16,2-3 14 0,-4 0 0 15,2 3-2-15,-1-2 7 0,0-2-7 0,2 2 1 16,-3 0-2-16,0 0 33 0,2 2-30 0,-1-3-1 15,0 1 30-15,1 0-27 0,3 0 2 0,-2 1-2 16,0 1 15-16,3 0-14 0,-2-3 5 0,3 3-30 16,-4 0 26-16,3-2 0 0,0 2 1 0,0 0-34 15,0-1 32-15,1 1-1 0,-2 0-37 0,2 0 32 16,0 0 3-16,0 0-6 0,-3 0-25 0,4 0 24 16,0 0 3-16,-2 0-7 15,1 0 12-15,-1 0-9 0,2 0 2 0,-2 0-3 16,1 0 18-16,0 0-15 0,-1 1 1 0,0 1 15 15,1 1-15-15,-1-2 2 0,0 1-1 0,0-2 8 16,0 0-7-16,0 0 2 0,1 0 7 0,1 0-8 16,-2 0 0-16,3 0 0 0,1 0-3 0,-1 0 3 15,4 0 0-15,-3 0-3 0,1-2 3 0,2 1-1 16,0-4 1-16,-1 2-15 0,0 1 14 0,1-2 0 16,-1 0 0-16,1 3-41 15,3-1 40-15,-3 1-2 0,0-2-9 0,2-1 7 16,0 1 2-16,0 2-4 0,0-1 18 0,1-2-16 15,-4 3 0-15,4-3 19 0,-1 1-18 0,1-2 0 16,-1 2 1-16,1-2 17 0,-2 4-17 0,8-2 3 16,-6-1 29-16,4 0-28 0,-2 2-1 0,1-2 3 15,-3 1 7-15,6-1-7 0,-2 0-1 0,2-1 1 16,0-2-4-16,0 2 4 0,0-2 0 16,0-1 1-16,1 0-9 0,-1-1 8 15,2 0-1-15,-2-1-11 0,0 1 12 0,1-1-2 16,2 3 1-16,-1 0-10 0,-2-1 9 0,1 1-2 15,-1 1-1-15,0 0 2 0,0 1 0 0,0 1 0 16,0 0 4-16,0 1-4 0,-2 0 1 0,2 0 6 16,0-1-6-16,-2 2-1 0,0-2 1 0,0 3-6 15,-6-2 6-15,8 1 0 0,-3-1-1 0,-1 1-37 16,0 1 37-16,-4-1-2 16,4-1-11-16,-3 3 11 0,-1 0 0 0,3 0-2 15,-7 0 6-15,4 0-8 0,3 0-1 0,-3 0 30 16,-1 0-26-16,3 0 0 0,-2 0 0 0,-3 5 30 15,7-2 2-15,-1 2-29 0,-2-1 8 0,2 2 10 16,-1-2-16-16,-1 2 6 0,5-1-17 0,-2 1 13 16,0-1 1-16,3 1 0 0,-3 0-11 0,2 1 11 15,0 1-1-15,0-3-21 0,-2 2 18 0,1 1 1 16,0-2-5-16,-3 0-4 0,4 1 6 0,-2 1 1 16,1-3-3-16,-3 3 3 15,2-3 0-15,-5-1 0 0,7 2 0 0,-6-2 0 16,0 1 0-16,1-1 0 0,0-3 15 0,-3 3-15 15,6-1 1-15,-4-2 15 0,1 2-14 0,1-2-1 16,1 3 1-16,-5-2 24 0,6 0 2 0,-2 1-24 16,1-1 4-16,-1 2 28 0,3 0-27 0,-5-3 0 15,6 3-8-15,0-2 6 0,-2 2 4 0,0-4-2 16,2 2-38-16,0 0 38 16,0-2-3-16,0 0-22 0,0 0-3 0,2 0 24 15,0 0-5-15,0 0-20 0,0 0 17 0,0-4 5 16,1-2-22-16,0 1 20 0,-1-3-5 0,0 1 3 15,2 1 5-15,-2-2-5 0,0 1-2 0,0 0 2 16,1-1 10-16,-1 1-10 0,0-2 0 0,0 2 34 16,0 0-32-16,2-1 0 0,-1 1 2 0,1-3 17 15,4 3-15-15,-2-2-2 16,-1 1 3-16,3-1 17 0,3-1-16 0,-5 2-2 0,7 0 2 16,-4 1-2-16,3-2 3 0,1 2-2 15,-2-3-20-15,-1 5 21 0,6-2-1 0,-2-2-10 16,1 2 8-16,2 1 1 0,-8 1-1 0,13-1-34 15,-6 1 32-15,0-1 1 0,-2 0-30 0,4 3 28 16,-9-2-2-16,11 1-1 0,-6 0-28 0,-2-1 29 16,0 2-4-16,1 1 3 0,-5 0-5 0,9-2 1 15,-6 2 2-15,0 2 22 0,-1-1-23 0,-4 1 1 16,6 0-2-16,2 0 43 0,-1 0-39 16,-2 0 3-16,1 0-2 0,1 0 19 15,-6 0-18-15,11 0 6 0,-4 0 2 0,2 0-4 16,-2 1-2-16,4 1 4 0,-9 1-10 0,12-2 8 15,-4-1-1-15,-2 2-9 0,2-2 8 0,-2 0 0 16,-4 0 1-16,7 0-8 0,-4 0 7 0,2 0-2 16,-2 0-1-16,-1 0 2 0,-3 0 0 0,9 0 0 15,-6 0 0-15,0 0 0 0,0 0 0 16,1 0 0-16,-7-2 0 0,11 2 0 0,-6-1 0 0,-1-2 0 16,1 3 0-16,-1-2 0 15,-1 1 0-15,7-1 2 0,-5 0-2 0,2 0 1 16,-1 0-2-16,1 1 1 0,-3-2 1 0,5 2-1 15,0-1 0-15,-4-2 0 0,2 2 0 0,-3-1 0 16,-3 0 0-16,7 0 0 0,-4 1 0 0,2-2-1 16,-3 3 1-16,1-4 0 0,-5 2 0 0,9 0 0 15,-4 2 0-15,-2-2 0 0,3 0 6 16,-2 2-6-16,-3 1 0 0,6 0 0 0,-7 0 13 0,7 0-12 16,-2 0 0-16,-1 0 0 15,-2 0 8-15,4 0-7 0,0 0 0 0,-3 0 1 16,-3 1-1-16,7 2 1 0,-7-3 0 0,3 2-4 15,-1-2 4-15,1 0-1 0,-1 0-10 0,-2 0 10 16,1 0 0-16,-1 0-1 0,-1 0-23 0,-1 0 22 16,2 0 1-16,-4 0-3 0,0 0 2 0,0 0-2 15,-2 0 2-15,0 0 0 0,0 0-1 0,-2 0-1 16,2 0 0-16,0 0 27 16,0 2 1-16,-2 1-25 0,2 2 27 0,2-1 4 15,-2 0-25-15,0 1-3 0,0-1 1 0,2 2 1 16,2-1 0-16,-2 1 7 0,3-2-20 0,-2 1 15 15,1 3 3-15,0-2-41 0,1 0 35 0,-1-1 3 16,0 1-8-16,-1-1-19 0,1 1-6 0,0 0 27 16,0-1-36-16,0 1 34 0,-2 0-6 0,0-1 5 15,0 1-2-15,2 2 0 0,-3-3-1 0,1 0 0 16,2 1 7-16,-2-1-6 0,0 3-2 0,0-1 25 16,0-3-22-16,0 2-1 15,-1 2 3-15,1-4 32 0,0 3-29 0,2-1-3 16,1-2 15-16,-2 1-13 0,-1-1 3 0,2-1-3 15,0 1-8-15,-1-2 8 0,3 2 2 0,1-4-13 16,0 1 12-16,0 1-1 0,-1-2 0 0,1 0-6 16,-1 0 5-16,1 0 0 0,1 0-3 0,-2 0-2 15,1 0 4-15,0 0 0 0,2 0 4 16,-2 0-4-16,0 0 0 0,1 0 0 16,6 0 5-16,-5 0-5 0,2 0 1 0,-6 0 4 15,11-2-4-15,-5 1 0 0,1-1 1 0,1 0-6 16,-2 0 6-16,-4 0-1 0,10-1 0 0,-4-1-2 15,1 0 2-15,-3 1 0 0,3 0-5 0,-3 0 5 16,7 0-1-16,-4 1 0 0,0-1-2 0,0 1 2 16,1 1 0-16,-6-2-1 0,10 3 1 0,-3 0 0 15,-2-1 0-15,1-2 0 0,-5 3 0 0,9-1 0 16,-4-1 0-16,2 0 0 0,-2 0 0 16,2 2 0-16,-4-1 0 0,6-2 0 15,0 1 0-15,-4 1 0 0,2 0 0 0,-1-2 0 16,-2 1 0-16,6 0 0 0,-4 0 0 0,0 1 0 15,4-2 0-15,-3 1 0 0,-4 1 0 0,8-1 0 16,-3 0 0-16,1 1 0 0,0-1 0 0,0-1 0 16,2 2 0-16,-3-3 0 0,3 0 0 0,-1 3 0 15,3-4 1-15,0 2-1 0,0-1 0 16,-1 2 0-16,0-2 2 0,2 3-2 0,-3-1 0 0,2-1 0 16,0 2 0-16,-3-1 1 15,1 2-1-15,0 0-1 0,1 0 1 0,-1 0 1 16,0 0-2-16,1 0 1 0,-1 0 1 0,0 0-1 15,1 0-1-15,1 0 1 0,0 0 0 0,-2 2 0 16,1-1 0-16,1 2 0 0,3-1 0 0,-1-1 0 16,-1 1 0-16,1 0 0 0,1 0 0 0,-1-1 30 15,-2-1-30-15,4 3 2 0,-2-3 0 0,-1 2 0 16,0-2 0-16,2 0 1 0,1 0-6 0,0 0 7 16,1 0-2-16,-2 0-9 15,3 0 9-15,-2 0 1 0,10 0-1 0,-16 0 2 16,10-2-2-16,6-2-1 0,-5-2 1 0,3 0 4 15,-1-1-4-15,0 0-2 0,-6-1 8 0,12-1-6 16,-5 1 0-16,-1-2 1 0,-1 3-4 0,3-2 4 16,-8 2 0-16,12-1 1 0,-7 1-14 0,2-1 12 15,-3 0 1-15,0 0-26 16,-8 4 24-16,14-6-1 0,-6 3 1 0,0 1-18 16,2-1 16-16,-4-1-1 0,-3 1-6 0,10 1 6 15,-5-2 0-15,0 3-1 0,-11-2-16 0,9 0 15 16,8 1 2-16,-8 3-2 0,-8-2-15 0,6 4 15 15,-4-2 0-15,3 1-15 0,-4 0 14 0,1 0 0 16,-3 2 0-16,-3 0 20 0,-1 0-19 0,-4 0-4 16,9 0 26-16,-5 0-22 0,-4 0 0 0,-3 0 0 15,-6 0 29-15,5 0-27 0,-4 0 3 0,-1 2-2 16,-3 0 7-16,-2 0-6 0,-4 1 4 16,-2-2-5-16,-3 4 3 0,0-2-2 15,-3-1 1-15,-2 2-34 0,-5-1 33 0,0-2 0 16,-1 1-34-16,-4-1-8 0,-1 2 36 0,-3-1 2 15,0-2-75-15,-1 0 32 0,0 0 15 0,0 0 0 16,0 2-156-16,0 1 82 0,-2 0 31 0,-16 5-207 16</inkml:trace>
  <inkml:trace contextRef="#ctx0" brushRef="#br0" timeOffset="8549.18">3011 15251 41 0,'6'0'0'0,"-4"-2"0"0,0-2 0 0,-2 2 0 0,0 0 0 0,0 0 0 0,0 1 0 0,0-1 5 0,0-1-1 0,0 2 1 0,0-3 17 15,0 2-16-15,0-4 0 0,0 2 0 0,0 0 16 16,1-1-15-16,-1 0 2 0,0 0 28 0,0 0-29 15,0 2 0-15,0 0 0 0,0-1 43 0,0 1-14 16,0 1-2-16,0 1 22 16,-3-1 0-16,0-1-33 0,0 2-6 0,1-1 42 15,-1 2-6-15,1 0-22 0,0-2 24 0,0 2-26 16,-1 0-2-16,3-1 13 0,-2 1-8 0,2 0-2 16,-3-2-1-16,3 2 3 0,-2 0-10 0,2 0 15 15,0 0-8-15,0 0-41 0,0 0 40 0,0 0-1 16,0 0 1-16,0 0-44 0,0 0 16 0,0 0-4 15,0 0 27-15,0 0-59 0,0 0 27 0,0 0-5 16,2 0 1-16,3 0 24 16,2 0 0-16,3 0-10 0,-2 3 15 0,3 1-13 15,2 2-4-15,-2-3 16 0,0 1-9 0,0-1 1 16,0 2 0-16,0-1 5 0,-1 0-1 0,-1-3-2 16,4 3 5-16,-5-2-5 0,2-1 0 0,2 4 5 15,-2-4 2-15,1 2-6 0,0 0-4 0,2 1 0 16,1-2 3-16,-1-1 2 0,2 1-1 0,1 1 2 15,0-3-2-15,0 1 0 0,3-1 0 0,-1 0 1 16,-1 0-1-16,-2 0 0 16,3 0-1-16,0 0 0 0,-4 0 1 0,-2 0 2 15,5 1-17-15,-3 2 14 0,2-1-1 0,-3 1 1 16,1-1-19-16,2 0 20 0,-2 2-3 0,4-2 4 16,-1 1-5-16,-2-3 1 0,2 2-2 0,-1 0 1 15,1 1-1-15,-1-3 2 0,0 1 5 0,1-1-6 16,1 0 1-16,1 2 2 0,-2-2 26 0,2 0-28 15,0 0 2-15,1 0-1 0,0 0 10 0,2 0-10 16,-4 0 2-16,4 0-3 0,-2 0 3 16,0 0-1-16,2 0 4 0,-3 0-19 15,0 0 16-15,0 0 0 0,2 0-1 0,-2 0-25 16,0 0 25-16,0 0-1 0,1 0-13 0,1 0 11 16,0 0-2-16,1 0-4 0,2 0 7 0,-2 0-2 15,4 0-1-15,-3-2 3 0,3-2-2 0,-1 0 0 16,-4 1 1-16,7-3-1 0,-4 0 1 0,3 0-1 15,0 4 0-15,0-3 0 0,-6 2 1 16,9-4 0-16,-1 6-8 0,-2-2 7 16,0 1 0-16,-1-1-13 0,0 3 14 0,1-1-3 15,-1 1 1-15,2 0-14 0,-1 0 13 0,0 0 0 16,-4-2 0-16,5 2-1 0,0-2 1 0,-4 2-2 16,-5 0 3-16,6 0-2 0,-2 0 1 0,-1 0-2 15,5 0-1-15,-7 0 2 0,6 0 0 0,-4 0 0 16,1 0-2-16,5 0 2 0,-7 0 0 0,4 0-10 15,-3 0 9-15,4 0 1 0,-7 0 0 0,4 2-11 16,0 0 10-16,-1 2-1 16,0-1-2-16,-3 0 2 0,4 0 0 0,2 1 0 15,-7-1 21-15,2-1-20 0,1 1 0 0,0-2-1 16,-1 0 34-16,2 2-31 0,0-3 0 0,-2 0 19 16,3 0-18-16,3 0 3 0,-5 0-2 0,7 0 5 15,-1 0-5-15,0-3 3 0,-2 1 3 0,4-4-4 16,-4 1 1-16,4 1 0 0,-3 1-11 0,2 2 8 15,-1-1 1-15,0-1-1 0,-4 2-30 0,7-1 29 16,-3 2 1-16,-1 0-28 0,1 0 26 16,0 0-2-16,-3 0 3 0,5 0-23 15,-3 0 21-15,1 0-4 0,-1 0-5 0,-1 0 5 16,2-2 2-16,2 0-3 0,-2 1 9 0,0-1-7 16,-1 0 0-16,1-1 35 0,4 0-33 0,-6 0 0 15,4 0 0-15,-4 2 24 0,1-2-23 0,1 1 4 16,3 1-3-16,-3-1-6 0,-1-1 6 0,0 3 2 15,1-1-16-15,-4 1 16 0,4 0-2 0,-1 0 1 16,1-2-3-16,-1 0 1 16,1 2 1-16,-2-1 3 0,5 1-4 0,0-2-1 15,-2 0 1-15,4-1 13 0,-2 2-12 0,3-1 0 16,-4 1 2-16,4 1-18 0,0-3 15 0,3 2 2 16,-2-1-17-16,0 2 17 0,0-3-2 0,-1 2 0 15,3-1-13-15,-2 0 12 0,1 0 0 0,2 1-1 16,1-2-6-16,-3 0 7 0,4 1-4 0,-2-2 12 15,1 2-9-15,2 0-2 0,-3 0 3 0,8-1-3 16,-5 3 2-16,-5-3 0 0,5 3 1 16,-1 0-6-16,-1 0 5 0,1 0 0 15,5 0-5-15,-11 0 5 0,7 0-1 0,0 0 1 16,3 3-3-16,-4-3 3 0,-4 5-2 0,10-3 0 16,-3 2 1-16,-3-2 0 0,8 2-1 0,-4-3 1 15,-2 2 0-15,1-2 0 0,1 1 0 0,-5 0 0 16,9-2 0-16,-4 2 0 0,0-1 1 0,-2 2-1 15,2 0 0-15,-4 0 9 0,9-2-9 0,-1 1 1 16,-4 2-1-16,3-2 11 16,-2 0-10-16,-6 1 0 0,13-1 0 0,-7-1 13 15,2 4-11-15,0-4-1 0,2 1-5 0,-7 2 5 16,12-1 1-16,-4 0 0 0,-1 0-11 0,1 0 10 16,0 1 0-16,-7-3 1 0,9 1-12 0,-3 2 11 15,-2-4-3-15,4 1 0 0,-1-1 0 0,-1 3 2 16,1-3-3-16,1 0 16 0,3 0-14 0,2 0 1 15,-2 0 37-15,-1 0-36 0,-1 0 2 0,2 0-2 16,-3 0 4-16,3 0-3 16,-2 0 4-16,-1 0-3 0,3 0-16 0,0 0 16 15,3 0 1-15,-4 0-20 0,1 0 19 0,0 0 0 16,-3 0-3-16,1 0-5 0,-2 0 3 0,1 0 3 16,1 0-11-16,-1-3 9 0,3 3-2 0,0 0 3 15,2 0 5-15,-2 0-6 0,0 0 0 0,-2 0 1 16,1 0 2-16,-1 0-2 0,2 0 0 0,0 3-3 15,-1-1 3-15,3-1 0 0,-1 1 0 0,3-1-2 16,-2-1 1-16,2 3 1 16,-4-3-8-16,2 0 7 0,-4 0 1 0,2 0-2 15,0 0-3-15,-2 0 4 0,-1 0-1 0,3 0 28 16,0-3-27-16,1 2 1 0,-3-2-1 0,0 1 23 16,-6-1 1-16,9 2-19 0,-6-1-2 0,0 0 5 15,1 0-4-15,-1 2 3 0,-2 0-11 0,8 0 12 16,-3 0-3-16,2 0 4 0,-5 0-32 0,1 0 28 15,-6 0 1-15,8 0-34 0,-6 0 30 16,0 0-3-16,-2 0 4 0,1 0-15 0,-5 2 12 16,6 0-2-16,-2-2 2 0,0 2-1 15,5-2 1-15,-4 0-2 0,-4 1 1 0,9 2 3 16,-6-3-2-16,2 2-1 0,-2-2 19 0,1 1-18 16,-3-1 0-16,8 0 2 0,-4 2 8 0,0-2-8 15,2 0 0-15,0 0 2 0,3 1-2 0,-1-1 0 16,1 0 0-16,-4 0-5 0,3 0 5 0,-6 0 0 15,10 0 0-15,-7 0 0 0,5 0-1 0,-1 0 0 16,0 0 2-16,3 0-1 16,3 0-1-16,-4 0 10 0,1 0-9 0,0 0 0 15,-3 0 0-15,1 0-1 0,2 0 1 0,-3 0 0 16,3 0 1-16,0 0-11 0,1 0 10 0,5 0 1 16,-2 0-10-16,1 0 8 0,1-1 0 0,4-1 0 15,-2-1-3-15,-5 0 2 0,12-2 1 0,-5 2 15 16,3-1-15-16,4-2-1 0,-2 3 1 0,-6-4 6 15,10 2-6-15,-6 1 1 0,2-1 0 16,0 1 10-16,-2 0-9 0,-3-2 1 16,17 3-5-16,-8-1 4 0,-1 0 0 0,1 1 0 15,-1-1-10-15,-5 0 10 0,13-2-1 0,-4 2-5 16,2-2 5-16,0 1-1 0,0-2 1 0,0-1-10 16,-3 1 9-16,2 2 0 0,-3-5-2 0,3 4-3 15,2-1 5-15,0-1-1 0,-4 2 7 16,2-1-7-16,-3 3 0 0,0-2 1 0,1 3 15 0,-11-1-14 15,20 0-1-15,-8 2-1 16,0-1 3-16,-1-1-2 0,-3 2 2 0,-8 1-8 16,17-3 7-16,-13 1 0 0,4 1 1 0,1 0-11 15,-2 1 9-15,-10-2 1 0,13 1-8 0,-8 1 7 16,-3 1-2-16,0-2 2 0,-7 2 3 0,5 0-4 16,6-2 0-16,-14 2 1 0,3 0 0 0,-3 0-1 15,-3 0 1-15,-10 0-2 0,3 0 1 0,-4 0 1 16,-5 0 0-16,-2 0-3 0,-5 0 2 0,-6 0 1 15,1 0-3-15,-4 0 2 0,-4 0 0 0,-4 0 1 16,1 0 11-16,-4 0-11 16,-3 0-1-16,-1 0-1 0,0 0 2 0,0 0-1 15,-2 0 2-15,0 0-24 0,0-2 0 0,0-1 22 16,0-6-1-16,0-3-118 0,-2-1 51 0,-9 0 30 16,-10 1-501-16,-11 5 253 0</inkml:trace>
  <inkml:trace contextRef="#ctx0" brushRef="#br0" timeOffset="17048.03">16928 15929 237 0,'0'-10'0'0,"0"-5"0"0,0 2 0 0,0 2 0 0,0-1 0 0,0 3 0 0,0-4 0 0,1 0-20 0,1-4 1 0,0 0 41 0,0-2-41 16,0 1 32-16,-2 0 0 0,0 0 30 0,0 3 1 16,0 2-25-16,0-1-4 0,-4 5 57 0,2 0-26 15,-1 1 1-15,-1 4-3 0,1 1-15 0,1-1-5 16,0 2 0-16,1 0 34 0,-3 2-31 0,0 0 8 16,-3 0 1-16,-3 0 13 15,-1 8-18-15,-2 3 0 0,-4 4 28 0,4-3-22 16,-6 10-6-16,3-5-3 0,-2 2 32 0,6-4 0 15,-6 3-27-15,4 0 17 0,0-4-17 0,1 3-1 16,0-2 1-16,2 0-31 0,-3 0 31 0,3 0 8 16,-2 2-8-16,0 0-27 0,-2 4 27 0,0-1 0 15,0 0 18-15,-1 0-14 0,-3 6-6 0,-2-2-5 16,1 5 37-16,-1-1-34 0,0 1 1 0,-2 0 45 16,0 1-8-16,3 0-34 0,-3 0-1 15,2 1-11-15,1-1 12 0,1-1 8 16,1-1-8-16,0 0-29 0,3 3 29 0,-1 1 0 15,0-1-23-15,3 4 31 0,1 0-9 0,-2 1 1 16,3 0-28-16,-1-3 19 0,3 0 6 0,0 1-4 16,0-1-27-16,1 0-6 0,0 1 33 0,1 0 30 15,2 0-31-15,-2 2 3 0,2 0-3 0,3-1-2 16,0 0 2-16,2 4-1 0,0-4 0 0,0 2-26 16,0-1 26-16,2 2-1 15,3-4-29-15,4 1 29 0,-2 0-1 0,2-2-7 16,0 2 6-16,1-1 0 0,-1 0 0 0,0 0 35 15,3 0-36-15,-1 0 3 0,0 0-5 0,3-1 32 16,-2 1 2-16,4-1-29 0,-2 0 4 0,4-1 4 16,-2 1-2-16,3-2-3 0,-1-2-37 0,0-1 36 15,3 3 3-15,-3-2-21 0,3-2 17 0,-2-1 1 16,1 0-7-16,1 1-22 0,0-1-6 16,-1 1 34-16,3-3-14 0,-2 0-24 0,2-1 26 15,-1 1 4-15,0-2-28 0,3-1 4 16,0 2 18-16,3-3 2 0,-3-1-20 0,4-1 18 15,1-4 0-15,2 2-10 0,1-2 8 0,4-2 1 16,-2-1-3-16,1 0-7 0,-1-3 8 0,-1 1 1 16,-1-4-3-16,1 4-22 0,2-5 23 0,0 1 0 15,0-2 19-15,-1 0-19 0,2-3 0 16,1 0 1-16,2 0-19 0,3 0 18 0,-8 0 0 0,13 0-25 16,-5-3 0-16,-2-4 23 15,0 2-1-15,-1-4-19 0,-5 4 18 0,3-3 1 16,2-1-3-16,-3 2-26 0,-1-1 21 0,-1-2 5 15,-1 3-7-15,2-2 5 0,-2 0-4 0,2-1 3 16,-3-1-3-16,8-1 2 0,-5 1 0 0,8-4 15 16,-3-1-13-16,-2 1 0 0,3 0 1 0,-1-5 4 15,-6 6-4-15,9-7-1 0,-5 4 1 0,-1-2 3 16,-5 4-3-16,3 0 0 0,-4-2-26 0,1 2 25 16,-2-2 1-16,0 5-1 0,-4-4-43 0,1-1 0 15,-3 2 36-15,1-4-3 16,-1 3-35-16,-1-5 33 0,2 0 4 0,-2-3-5 15,3-2 0-15,5-6-3 0,-2-1 5 0,0 0 7 16,2-1-8-16,-4 1-2 0,-2 5 14 0,1-4-9 16,-1 1-2-16,-6 5 6 0,1 0-38 0,-4 3 35 15,-5 4-4-15,0 0 16 0,-2 3-15 0,0-2 0 16,-3 2 0-16,-2-1 29 0,4 1-3 0,-2-2-25 16,-2 2 1-16,2-6 28 0,4-1-1 15,-2 0-21-15,0-4-15 0,0-1 19 16,3-2-5-16,-1-2 10 0,1-2-30 0,-3 0 2 15,0 1 18-15,0-1-10 0,1 2 10 0,-3 2-3 16,-3-1 2-16,-1 3 6 0,-1 6-9 0,-2-3-1 16,0 3 3-16,0 2 43 0,-3 0-20 0,-6-1 0 15,-1 0 9-15,-1 0 7 0,1 2-33 0,1-2 12 16,-1 0 15-16,3 3 7 0,0-3-28 0,-1 3 12 16,2-4-29-16,-1 1 27 0,1 0-7 0,-1 0-31 15,-1 1 31-15,0-1-1 16,-1 3 1-16,2-2 1 0,-5 1-3 0,3 1-4 15,-4 1 14-15,2-2-14 0,-2 2 2 0,1 2-1 16,-1 1 29-16,0-3-24 0,0 2-2 0,0 2 2 16,-1 1-1-16,3-1 3 0,-2 0-2 0,0-1-35 15,0 0 34-15,0 0 1 0,-2 1-1 0,-1 0-26 16,2 0 0-16,-2 0 20 0,0 1 5 0,-1-1-6 16,2 2 2-16,-2-1-4 15,0-1 23-15,0 2-22 0,0 0 0 0,0-1 36 16,0 2-33-16,1-2 3 0,-4 0-2 0,2 4 14 15,1-4-9-15,-6 1-2 0,5 1-1 0,-5-1 23 16,2-1-21-16,1 6 3 0,-1-6 7 0,-2 4-9 16,3 0 0-16,-4-2-1 0,3 3-13 0,0-1 15 15,1-1-1-15,-1 1-33 0,0 1 31 0,1-1 0 16,1 1 0-16,0-1-41 0,0 1 38 16,0-2 1-16,1 2-6 0,1 2-10 15,-2-3 10-15,4 0 4 0,-4 1-11 0,2-2 9 16,0 1-3-16,-1 1 3 0,0 0-13 0,2-2 12 15,-1 2-1-15,0-1 2 0,-2 4-2 0,0-2 1 16,1 1 0-16,-3-1-31 0,2-1 29 0,-1 4 1 16,1-3-3-16,0 2-24 0,-2-2 23 0,2 3 0 15,3-1 0-15,-3-1 1 0,1 1-1 0,0 0 0 16,-1 1 10-16,3-2-11 0,-2 0 0 0,2 2-3 16,-1-1 4-16,0 0 0 0,2 0 1 15,-2 2 8-15,0-1-7 0,1 0-1 16,0 2-26-16,-1-1 26 0,0 0-3 0,0-1 3 15,-1 2-9-15,-1-1 8 0,-1 1-1 0,0-2 0 16,0 2-7-16,-3-4 6 0,-1 4 0 0,-1 0 16 16,4-3-16-16,-1 3 1 0,0 0-2 0,-6-2 1 15,5 3 0-15,-4 0 1 0,3 0-36 0,0 0-1 16,3 0 32-16,-4 3 3 0,3 3-41 0,2-1 1 16,-3-2 32-16,2 3 3 0,1-2-46 15,1 0 4-15,-2-3 29 0,3 2 45 16,-2-2-43-16,4 1 4 0,-1 0-12 0,0 2 47 15,2-3-37-15,-3 4 2 0,2-3 20 0,-1 1-18 16,2 1-3-16,-2 2 3 0,1-1-53 0,0 1 26 16,2 2 3-16,0-4 23 0,7 1-136 0,-2 0 67 15,3-1 24-15,3 0-114 0,-2 0 73 0,3 0 38 16,2 3-9-16,0 3-172 0,0 2 108 16,2 7 55-16,12 3 27 0</inkml:trace>
  <inkml:trace contextRef="#ctx0" brushRef="#br0" timeOffset="17834.34">17586 15305 204 0,'0'-1'0'0,"0"-8"0"0,0 7 0 0,0-3 0 0,0 4 0 0,0-2 0 0,-2 1 98 0,2 1-24 16,-2-1-9-16,0 0-66 16,1 0 34-16,-1 0-1 0,2 0 32 0,-2 0 8 15,2 1-39-15,0 1-1 0,0 0-24 0,0 0 25 16,0 0 0-16,-4 0 8 0,0 0-36 0,-2 0 27 15,-1 5 1-15,-2 4 19 0,-3 3-19 0,-1-1 8 16,0 4-9-16,-2 1-23 0,-2-2 23 0,-2 5-3 16,2 0 3-16,-1-2-31 0,-5 4-13 0,2-4 39 15,-1-1-42-15,-2 1 18 0,-3-2 0 0,4-2 25 16,-5 2-24-16,4-3 17 0,0-1-1 0,-1-2 5 16,3 1-6-16,1-1-4 15,-5 3-4-15,1-2 31 0,1 2 2 0,-3 0-26 16,3 1 0-16,0-3 3 0,-4 5 3 0,4-5-4 15,-1 1 5-15,6-4-4 0,-1 0 3 0,3 2 3 16,2-3 32-16,3-3-36 0,3 1-2 0,0 0 32 16,5-4-30-16,1 1 6 0,0-1-5 0,3 0 34 15,0 0 5-15,0 0-35 0,0 0 0 0,0 0 2 16,0 0 5-16,0 3-4 0,0-2-70 0,0 1 33 16,3 4 6-16,4-2 28 15,2 1 19-15,0 1-22 0,1 1-8 0,1 0 7 16,3 1-3-16,0-1 0 0,1 3-11 0,4-1 47 15,4 4-2-15,0-1-33 0,2-1 47 0,3 5-6 16,0-2-26-16,4 3-9 0,0-2-25 0,2 0 0 16,2 0 40-16,-4-1-12 0,0-1-76 0,-4 0 35 15,-2-4-3-15,-5 0-9 16,0-2 21-16,-7-1-4 0,-2-1 9 0,-3-2 2 0,-3 0-7 16,-3-3 12-16,-1 1 11 0,0-1-13 15,-2 0-8-15,0 0 6 0,0 0-53 0,0 0 26 16,0 0 2-16,2 0-565 0,6 5 270 0</inkml:trace>
  <inkml:trace contextRef="#ctx0" brushRef="#br0" timeOffset="19610.8">17565 16855 326 0,'0'0'0'0,"0"-4"0"0,-2-2 0 15,-2 2 0-15,-1 0 0 0,3 1 0 0,-1-1 6 0,1-1 35 0,0 0-8 0,-2 0-37 0,1-1 37 16,2 3-1-16,1-2 1 0,-2 0 12 0,0 2-15 16,0 1 1-16,0 1 0 15,-1-2 6-15,-1 2-6 0,-1 1 8 0,-5 0-33 16,-1 0 0-16,0 0 15 0,-3 5 6 0,1 2-21 15,-2 2 27-15,0 1-3 0,-2-2 2 0,1 4-5 16,-2 0 0-16,0 1-1 0,-1 0 33 0,1 0-36 16,0 0 3-16,1 1-4 0,2 1 5 0,0-2 8 15,0-1-9-15,2 2-18 0,2-2 19 16,0 1 2-16,-1-2-2 0,1 4-9 16,0 0 9-16,-1 0-2 0,1 2-12 0,-1 1 11 15,3-1 1-15,-2 4 2 0,2 0 13 0,1 0-18 16,1-3 2-16,1 5 0 0,3-5-5 0,-1 3 12 15,4-2-7-15,0 0-26 0,0 0 1 0,0 2 23 16,2-3 1-16,5 1-21 0,2 0 18 0,5 0-2 16,0 0 19-16,0 4-18 0,3-5 0 0,-4-2 3 15,5 7 20-15,0-7-25 0,0 3 3 0,3-2 28 16,-2 0-27-16,1-3 8 0,3 2-7 16,2 0-22-16,-3-6 23 0,2 2 3 15,1-1-3-15,-3-3-20 0,7 3-5 0,-3-5 21 16,0 0-24-16,2-1-4 0,-2-3 27 0,-1 0-2 15,3-1-22-15,-5-1-5 0,1 0 24 0,-2 0-5 16,5 0-6-16,-8 0 8 0,6 0 0 0,0 0-8 16,-4 0 8-16,5-1-3 0,-1-1 2 0,-1-5 6 15,4-3-6-15,-2 0-1 0,3-1 4 0,-3 0-3 16,2-3 0-16,1 0 3 16,1-4-32-16,-2 2 29 0,2-1-1 0,-2 0-20 15,-2-2 20-15,0 3 1 0,1-3-4 0,-3 2-34 16,-1-1 35-16,-3 0-5 0,3 2 4 0,-4 0-35 15,1-4-5-15,-1 2 36 0,0-2-32 0,0-1 26 16,-2 0 3-16,-4 3-6 0,4-5 16 0,-4-1-11 16,-2 1-4-16,1 0 3 0,-3 0-1 0,-2 2-1 15,-1-3 0-15,0 2-25 0,-1 2-1 0,-1 0 26 16,-2-3 0-16,-1 4-38 16,1 0-2-16,-2 3 37 0,0-2-4 0,0 3 2 15,0 4-9-15,0-3 7 0,0 2 26 0,-5-1-1 16,-1 1-27-16,-1 3 2 0,1 0 26 0,-3-2 1 15,1 1-18-15,-1 0 17 0,-1 2-14 0,1-2-5 16,0 0 10-16,-3 2-9 0,3-2 7 0,-4 0-4 16,1 1 3-16,0-1-19 0,-2 2 14 0,-1-2 1 15,0 2-25-15,0-1 24 0,0 2-2 16,-3-1 18-16,0 0-18 0,2 3 1 16,-3-3-1-16,1 3 24 0,-2-1-23 0,1 2 0 15,-1 0 1-15,-1 1 25 0,0-1 5 0,-1 2-28 16,0 1 10-16,-1-2-8 0,-2 1 3 0,-1 1-2 15,2-1-16-15,-4 2 16 0,0 0 3 0,-2 0-21 16,-1 0 17-16,1 0 1 0,-2 2-3 0,1 4-8 16,-1 1 7-16,0 3 2 0,2-2-5 0,-2 2 8 15,0 0-5-15,2 1 0 0,-2-2-28 16,-2 2-1-16,2 0 26 0,-2 1 2 16,2-4-33-16,2 3 0 0,1-1 26 0,4-2 4 15,4 0-49-15,0-1 4 0,5-1 33 0,2-2-56 16,5-2 25-16,3 3 0 0,3-4 15 0,1 2-67 15,2 0 30-15,0 1 22 0,7 2-237 0,14-1 127 16,3 1 55-16</inkml:trace>
  <inkml:trace contextRef="#ctx0" brushRef="#br0" timeOffset="20406.28">17515 16462 116 0,'-8'0'0'0,"0"0"0"0,1-2 0 0,2 0 0 0,-1 0 0 0,0 2 0 0,0-1 46 0,1 1-1 0,1 0-22 0,2 0 28 16,0 0 0-16,1 0-18 0,1 0-7 0,0 0 74 15,0 0-34-15,0 0 0 0,0 0-35 0,0 0 10 16,0 0-8-16,0 0 0 0,0 0 19 0,0 0-19 16,0 0 0-16,0 0 7 0,0 0 5 0,1 0-12 15,1 0-1-15,0 0 34 16,0 0-33-16,2 0 8 0,1 0-8 0,0 1 6 16,2 3-7-16,-2-2 1 0,4 2-35 0,-1 0 43 15,2-1-8-15,-1 1 0 0,2 2-29 0,-1-1 1 16,1 1 20-16,-2-1 13 0,3 2-30 0,-1 1 20 15,0 0-11-15,0 0-7 0,2 2 9 0,-1-3 11 16,1 0-14-16,0 1-1 0,-2 0 6 0,2-2 1 16,1 2 6-16,-1-1-6 0,0 1 1 0,0 0-1 15,0 0-34-15,2-1 33 16,-2 1 5-16,3-1-38 0,-4 0 29 0,4 0 3 16,-2-1-5-16,2-1-32 0,-3-2 0 0,2 4 32 15,-4-7-7-15,0 4-22 0,1-1-7 0,-5-2 31 16,2 1-24-16,0 2-2 0,-2-3 16 0,-4 2 6 15,3-2-19-15,-2 1 17 0,-1-1-3 0,-1 2 18 16,2-1-16-16,-2-2 0 0,0 0-1 0,0 0 2 16,-2 1 0-16,0-1-1 0,0 0 1 15,0 0 28-15,0 0-26 0,0 0-2 16,0 0 40-16,0 0-1 0,0 0-31 0,0 0-4 16,0 0 33-16,0 0-1 0,0 0-20 0,0 0-11 15,0 0 8-15,0 0-3 0,0 0 6 0,0 0-40 16,0 0 41-16,0 0-6 0,0 0 2 0,0 0-31 15,0 0 26-15,0 0 2 0,0 0-27 0,0 0 24 16,0 4-5-16,0 4 4 0,-15 7 15 0,-4 6-15 16,-5 6-1-16,-8 9-120 0,-2 5 56 0,-8 11 29 15,5-4-6-15,1 8-360 16,10-5 171-16,-6 17 86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20T06:13:23.3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8609 4948 287 0,'0'0'0'0,"0"0"0"0,0 0 0 0,-3 0 0 0,1 0 0 0,1 0 0 0,-1-1 0 0,0-1-10 0,0 2 7 0,2 0 26 0,-2 0-59 15,2 0 25-15,0 0 0 16,0 0-15-16,0 0 39 0,0 0-2 0,0 0-1 16,0 0-31-16,0 0-1 0,0 0 29 0,0 0 1 15,0 0 37-15,2 0-15 0,0 0-25 0,0 0 89 16,0 0-41-16,-1 0-14 0,1 0-3 0,1 0 52 16,-1 0-33-16,-1 0-8 0,-1 0 43 0,0 0-15 15,0 0-9-15,0 0-33 0,0 0 37 0,0 0 1 16,0 0-38-16,0 0 8 15,0 0 67-15,0 0-38 0,0 0 0 0,0 0-8 16,2 0 0-16,-2 0-21 0,0 0-8 0,0 0-22 16,0 0-1-16,3 0 23 0,-2 2-54 0,3 3 34 15,-1-5-7-15,3 3 27 0,1 2 22 0,3 1-22 16,-1-2 7-16,0 2-28 0,5 0 2 0,-3-1-2 16,3 3 13-16,-2-1-34 0,4-2 38 0,-3 1-9 15,1-1 2-15,2 0-22 0,-2 1 1 0,2-3 22 16,-3 1-22-16,2 1-5 0,-2-2 20 0,0 1 3 15,0 0-23-15,-2-1 15 16,1 1 3-16,-1 1 0 0,3-1 6 0,-4 1-6 16,1 0-1-16,1 1 26 0,1-3-21 0,1 3-4 15,-2-2 3-15,4-1 28 0,-3 1-26 0,3-3-2 16,0 1 10-16,-2 1-14 0,3-3 8 0,3 0-3 16,-2 0-9-16,3 0 9 0,0 0 5 0,-1-5-4 15,3 0-9-15,3-2 8 0,-3-1-2 0,1 1-20 16,-2 2 22-16,6-5-1 0,-1 2-5 15,-1 1-20-15,3 0-3 0,-4-2 25 16,0 4-22-16,3-2-2 0,-2 1 18 0,3 1 2 16,-3-1-37-16,2 0 35 0,-1 2-2 0,0-2 1 15,1 3-3-15,-1 1 1 0,-1 0-2 0,1 1 18 16,-5-2-16-16,9 1 0 0,-5 2 0 0,1 0 28 16,2 0 2-16,-1 0-28 0,-2 0 42 15,6 0-39-15,0 0 4 0,-2 0-3 0,0 0-15 0,0 0 16 16,0 0 7-16,2 0-7 15,-2 0-38-15,4 0 38 0,-4 0-2 0,2 0-12 16,-2 0 12-16,0 0 0 0,0-1-7 0,0-1-4 16,0 1 4-16,-1-3 5 0,-1 1-6 0,2-2 28 15,0 1-24-15,-2 2 0 0,2-2 29 0,-1 1-27 16,-3-1 4-16,6-2-3 0,-5 2-2 0,3 1 3 16,0-3 2-16,0 1-19 0,2-2 20 0,-2 4-3 15,0-2 0-15,1 1-11 0,-1-2 9 0,-4 3 4 16,6-4-31-16,-4 4 26 0,0-1-2 0,1 0 2 15,-1 3-19-15,-5-3 19 16,7 2-4-16,-2 0 2 0,-2 0-16 0,-2 0 15 16,3 0-1-16,-5 1 20 0,7 1-19 0,-3-3 0 15,1 3-1-15,0 0 17 0,1 0-15 0,-1 0 2 16,3 0 22-16,0 0-23 0,-2 0 2 16,2 0-1-16,2 0-1 0,-2 0 5 0,2 0-3 15,0 0 4-15,0 0-19 0,1 0 15 0,1 0 0 16,0 0-30-16,-2 0 29 0,1 0-3 15,2 0 2-15,1 0-14 0,-1 0 11 0,1 0 1 16,-1 0-1-16,1 0-1 0,0 0 1 0,0 0-2 16,-1 0 0-16,1 0 1 0,-1 0 1 0,-1 0-1 15,0 0 8-15,1 0-7 0,0 0 0 0,-3 3-11 16,2-2 11-16,-2 1 0 0,1 0-1 0,1-2 8 16,0 0-7-16,-1 2 0 0,1 0-1 0,2-2 21 15,-2 2-20-15,2 0 1 0,-2-2 28 0,1 2 3 16,1-1-29-16,-1 1 4 15,1-2-16-15,0 0 16 0,0 2-3 0,-3-2-30 16,1 0 30-16,2 2 2 0,-3-2-2 0,1 0-35 16,0 0 33-16,-2 0-1 0,0 2-4 0,-2-2 1 15,2 2 2-15,-1-1-6 0,0 1 34 0,-1 0-30 16,0 1 1-16,2 0 0 0,-2-2 36 16,0-1-31-16,2 4-3 0,1-3-14 0,-2-1 15 0,0 1 3 15,0 2-2-15,1-3-26 0,0 0 25 0,0 1 2 16,2-1-18-16,-2 2 14 0,1 0 1 15,-1 0-5-15,2-1 10 0,0 1-11 16,-1 3 3-16,1-4-4 0,0 1 33 0,2-2-27 16,0 0 0-16,-2 0-3 0,1 0 3 0,-1 0 3 15,0 0-3-15,1 0-15 0,-1 0 16 0,2 0 1 16,-2-2-2-16,0 1-11 0,-1-2 10 0,1 1-1 16,0 0 12-16,0 2-12 0,-1 0 1 15,1 0-3-15,0 0 11 0,0 0-8 16,2 0 0-16,-1 0 24 0,-1 0-23 0,2 0 2 15,1 0-1-15,1 2 0 0,0 0 3 0,-1 1-3 16,2-2 3-16,1-1-11 0,-2 2 9 0,-1-2-1 16,2 0-19-16,1 2 18 0,-2 0 0 0,5-1 1 15,-10 2-11-15,7-1 10 0,-2-1-3 0,1 0 2 16,7 2-2-16,-7-3 2 0,2 0-2 0,1 0-1 16,-7 0 2-16,12 0 0 0,-8 0-3 0,3 0 1 15,-1-4 2-15,-2-2 0 0,-3 3-5 16,9-5 5-16,-6 3 0 0,-5 1 0 0,4-2-5 15,1 5 5-15,-1-4-2 0,1 2 5 16,-2 2-4-16,0-2 0 0,-2 1 0 0,1 2 0 16,-2-2 0-16,-1 2 0 0,-1 0-16 0,-2 0 16 15,-1 0 0-15,-1 0 0 0,-7 0-36 0,3 0 34 16,-4 0-1-16,0 0 1 0,-6 0 18 0,2 0-18 16,-5 0-3-16,-1 2 37 0,-3 3-35 0,0-2 1 15,-1 2 0-15,-3-3 31 0,-1 2-27 0,0 0-2 16,-2-2 6-16,0 3-62 0,0-1 30 0,-6 2-1 15,-12-2-415-15,-17-1 211 16,-22-2 90-16</inkml:trace>
  <inkml:trace contextRef="#ctx0" brushRef="#br0" timeOffset="4850.22">2884 7082 371 0,'-3'-10'0'0,"-8"5"0"0,4 3 0 0,1 2 0 0,1 0 0 0,1-1 0 0,1 1 0 0,1 0 57 0,-1-3 1 0,1 3-32 0,2 0 9 16,0 0-11-16,0 0-1 0,0 0-58 0,0 0 25 15,0-2 5-15,0 2 22 0,-1-1 10 0,1-1-12 16,-2-1 0-16,2 1 32 0,-2-1 5 0,1-1-35 16,1 0-4-16,-2 2 75 15,2-1-33-15,-3 1 0 0,3 0-20 0,0 0 43 16,0 0-16-16,0 0-1 0,0 2-49 0,0-1 8 15,0-3 13-15,0 0-1 0,0 0-24 0,0-1 25 16,0 1-1-16,0-2 25 0,3 2-26 0,-1-1 1 16,-1 1-8-16,3 0 6 0,-1 1-6 0,2-2 13 15,0 1-1-15,2 1-7 0,-2-1 1 0,1 0 0 16,2 1-21-16,0 0 29 0,0-1-4 0,0 0-3 16,3 0-35-16,-3 0 34 0,2 3-5 15,-2-4-22-15,1 4 22 0,1 0 1 16,-4-2-4-16,5 1 8 0,-5 0-8 0,2 2 9 15,2 0-9-15,-3 0 2 0,2 0-1 0,0 0 1 16,1 0-10-16,1 0 16 0,0 0-7 0,0 0-31 16,-3 0 0-16,2 0 30 0,-1 0-2 0,2 0-19 15,-3 0-4-15,-1 0 22 0,2 0-5 0,-4 0-14 16,3 0 10-16,-3 0 2 0,3 0 2 0,-1 2-12 16,0-2 11-16,1 5 0 0,1-4 38 15,1 3-35-15,1-1-3 0,3 1 44 16,-4 0 0-16,1 0-39 0,3 1 6 0,-1-1-29 15,1 0-4-15,-1-1 29 0,1-1 0 0,-1 0-44 16,0-1 0-16,1 2 38 0,0-2-25 0,0-1 16 16,-1 3 6-16,-2-3-13 0,2 0 14 0,-2 0-8 15,3 0 2-15,-1 0 18 0,0 0-17 0,1 2-2 16,0-2 2-16,-1 1 35 0,3-1-34 16,-2 2 4-16,4-2-3 0,-1 3-14 0,-2-2 15 0,2-1 5 15,-1 0-24-15,-1 2 19 16,3-2 0-16,-4 0-1 0,2 0-27 0,0 0 25 15,0 0 1-15,-2 0-5 0,2 0 3 0,0 2-2 16,-1-2 2-16,2 2 30 0,2-2-29 0,-3 1-2 16,1 1 1-16,2-2 16 0,0 0-12 0,0 3 0 15,-3-3-16-15,5 0 15 0,-2 0 0 0,0 0 1 16,0 0-9-16,-1 0 8 0,2 0 0 0,-4 0-2 16,3 0-34-16,0-3 32 15,-1 1 3-15,2 1-15 0,-1-1 12 0,-1 0-4 16,2-1 3-16,-2 0 3 0,-1 1-2 0,-1 1-3 15,1-1 2-15,1-1 12 0,-2 3-12 0,1-1 1 16,-1 1 2-16,0-3-2 0,0 3 0 0,3-1 2 16,-3 1-4-16,0-2 3 0,1 2 1 0,1-2-17 15,0 2 15-15,-1 0-1 0,3-2 1 0,-5 2 6 16,4 0-5-16,0 0-3 0,0 0 30 16,0 0-27-16,0 0-1 0,0 0 0 0,1 0 1 15,-2 0 1-15,3 0-1 0,0 0 2 16,-1 0-12-16,3 0 12 0,-2 0 4 0,2 0-26 15,-1 0 20-15,0 0 0 0,-3 0 0 0,3 0-24 16,-1-1 22-16,1 1 0 16,-4-3-6-16,4 3 5 0,-3-1 1 0,2 1-4 0,0 0 15 0,-1 0-12 15,2 0 0-15,-1 0 0 0,2 0 5 0,0 0-5 16,-1 0 2-16,2 0 15 0,3 0-14 16,-7 0-2-16,3 0 3 0,3 0-17 0,-3 0 17 15,5 0-2-15,-2 0-22 0,1 0 21 16,0 0-1-16,-2 0 1 0,-1 0-16 0,6 0 15 15,-6-2-3-15,1 0 3 0,1 1-2 0,-3 1 0 16,3-3-1-16,-1 2 8 0,-1-1-8 0,0 0 2 16,3 0-1-16,-2 2 9 0,-3 0-7 0,7-2-1 15,-3 2 19-15,-1 0-18 0,4 0 1 0,-3 0-1 16,5-3 19-16,-1 3-18 0,3-1 2 0,-1 1-2 16,0-1-18-16,0-1 20 15,1-1-1-15,2 2-11 0,-3 0 10 0,1-2 0 16,0-1-1-16,0 2-18 0,-1-2 16 0,2 3 2 15,-4-3-15-15,3 2 14 0,-4 1-4 0,-3-2 3 16,6 1 9-16,-3 0-10 0,1 0 0 0,-3 1 1 16,3-1 1-16,-4 2-1 0,5-2 0 0,-3 0 9 15,0 0-9-15,-1 0 1 0,1 1 0 16,-2-1-3-16,4 0 3 0,-1 0 0 16,-2-2-8-16,1 1 8 0,0-1-1 0,-3 0 1 15,7-1-8-15,-6 0 7 0,3 2-1 0,-2-1 0 16,-2-2-3-16,-1 4 4 0,8-3-2 0,-3 2 0 15,-2-2 1-15,3 2 0 0,-3-2-1 0,-2 2 8 16,5-1-6-16,-1 0-1 0,-2 1 0 0,1 2 0 16,1-4 1-16,-4 2 0 0,6 0-3 0,-4 0 3 15,4 2-1-15,-5-2 7 0,2 0-6 0,-3 0 0 16,5 1 0-16,-4 0 5 0,0 0-5 0,1 0 0 16,0 1 0-16,-4-1-2 0,7 0 2 15,-3 0 1-15,-1 2 6 0,1 0-6 16,-2 0 0-16,1 0 1 0,1 0 8 0,1 0-9 15,1 0 0-15,-1 0 0 0,0 0 16 0,0 0-13 16,2 0-2-16,-1 0-11 0,-2 0 11 0,3 0 1 16,-4 0 0-16,1 0-14 0,3-2 12 0,-4 1 0 15,3-1-5-15,-1 0 5 0,0 1 0 0,-3-2-2 16,2 1 19-16,2 2-18 0,-3-2 1 0,2 1-3 16,-2 1 15-16,1-2-10 0,3-1-2 15,1 1-1-15,-2 1 2 0,1-1 1 16,0 2 0-16,0-2-14 0,2 0 13 0,-2 1 0 15,2-1-19-15,1 0 17 0,-2 0 2 0,3 2-3 16,-1-2-3-16,1 2 1 0,1 0 3 0,-2 0-3 16,0 0-3-16,1 0 4 0,1 0 1 0,-2 0-10 15,-1 0 9-15,2 0-1 0,-2 0 1 0,0 0-41 16,0 0 40-16,-2 0-2 16,0-2-32-16,-2 0 31 0,-3 1-1 0,5-2-1 15,-5 1 10-15,0 1-12 0,1 1 4 0,-5-3 23 16,1 2-25-16,2 1 0 0,-4-2 1 0,1 2 29 15,-3-2-28-15,1 0 2 0,-1 0-2 0,0 0 24 16,-2 1-21-16,0-2 4 0,-2 2 12 0,2-1-13 16,-5 0-1-16,4 2 3 0,-4-2-3 0,1 2 1 15,-3 0-1-15,0 0-1 0,0-1 2 0,-1 1-1 16,-4 0 1-16,0 0-34 16,-1 0-1-16,-1 0 31 0,0 0-1 0,0 0-93 15,-2 0 46-15,0 0 16 0,0 0-324 0,0 0 156 16,0 0 76-16,-4 5 52 0</inkml:trace>
  <inkml:trace contextRef="#ctx0" brushRef="#br0" timeOffset="48256.08">13877 12941 586 0,'-4'0'0'15,"-4"-2"0"-15,5 0 0 0,-1-1 0 0,2 3 0 0,-1 0 0 0,-1-1 0 0,0 1 74 0,0 0-9 0,2-1-33 0,0 1 101 0,0 0-50 0,2 0-26 16,-2 0 80-16,2 0-57 16,0 0-23-16,0 0-1 0,0 0 3 0,0 0-26 15,0-2 8-15,0 2-9 0,0 0 2 0,0 0-1 16,0 0 0-16,0 0-36 0,0 9 9 0,0 0 27 15,0 3 0-15,0-1 15 0,0-2-15 16,0 1-1-16,0 0-44 0,0-6 12 0,0 1-1 0,0-2 16 16,0-3-48-16,0 2 24 15,0-2 5-15,0 0 16 0,0 0-18 0,2 0-6 16,0-7 27-16,0-3-20 0,0 3 20 0,1-1-16 16,-3 1 10-16,0 3 16 0,0 0-18 15,0 2-4-15,0-1 85 0,0 3-38 0,0 0 0 0,0 0-28 16,0 0-22-16,-3 0 22 0,-1 0 0 0,0 5 7 15,4-1-9-15,-1-2 8 0,-1 0-7 0,2-2-36 16,0 2 36-16,0-2 4 0,0 0-4 0,0 0-57 16,0 0 26-16,0 0-8 15,0 0-3-15,0 0-9 0,0 0 38 0,0 0-9 16,0 0 33-16,0 0-1 0,0 0-28 0,0 0 2 16,0 0 37-16,-2 2 0 0,0 7-34 0,-1 3-11 15,-1 0 17-15,2 0-3 0,0-3 42 0,-1 1-27 16,3-5-5-16,0 1-1 0,0-3-263 0,0-2 123 15,3-1 56-15,3 0 33 0,3-4-355 0,0-7 171 16,3 1 89-16</inkml:trace>
  <inkml:trace contextRef="#ctx0" brushRef="#br0" timeOffset="49629.04">15417 11649 381 0,'0'-2'0'0,"0"-4"0"0,0 5 0 0,0-1 0 0,0 0 0 0,0 2 123 0,0 0-38 0,0 0-31 0,0 0 77 16,0 0-49-16,0 2-25 0,0 1 1 16,0 3 16-16,0 0-42 0,0-2 1 15,0-1 14-15,0 1-14 0,0 0 0 0,0-3 8 16,2 1 10-16,0-2-18 0,-2 0-1 0,2 0 1 16,-2 0 2-16,0 0 6 0,0 0-8 0,0 0 39 15,0 0 1-15,0 0-40 0,0-2-34 0,0-1 9 16,0-2 25-16,0 4-1 0,0 0-25 0,0-1 0 15,0 2 34-15,0 0-8 0,0 0-51 0,0 0 24 16,0 0-8-16,0 0 29 0,0 4-43 0,0 3 10 16,0-4-1-16,0 1-15 0,0 0 31 15,0-1 5-15,0-3-5 0,0 0-29 16,0 0 1-16,0 0 26 0,0 0-17 0,2 0 18 16,5-9-5-16,-3 2-1 0,-1 1 19 0,1 0-13 15,-1 3-2-15,-1 1 1 0,-1 0 31 0,-1-1-7 16,0 2-25-16,0 1 24 0,0 0 1 0,0 0-15 15,0 0-3-15,0 8 12 0,0-2-12 0,0-2 5 16,0 3-27-16,-1-4 25 16,1 1 2-16,0-3-3 0,0 2-84 0,0-3 39 15,0 0 0-15,1 0 29 0,5-3-52 0,-1-2 18 16,1-2-1-16,-3 2-13 0,-1-1 1 0,0 2 32 16,0 2 51-16,-2-2-23 0,0 2-1 0,0 2-31 15,-2 0 50-15,-7 0 1 0,0 10-41 0,0-1 10 16,-1 0 12-16,6-2-3 0,0 2-11 0,3-2 16 15,1 0-134-15,0 1 59 0,1-5 28 0,10 2-443 16</inkml:trace>
  <inkml:trace contextRef="#ctx0" brushRef="#br0" timeOffset="50405.48">13885 13025 328 0,'0'0'0'0,"-2"3"0"0,2-3 0 0,-4 0-164 0,2 0 82 0,0 0 41 0,0 0 41 0,0 0 0 0,0 0 0 0,2 0 0 15,-2 0-24-15,2 0 26 0,-2 0-1 0,2 0 1 16,0 0-8-16,0 0 7 0,0 0 0 0,0 0 0 15,0 0-6-15,0 0 6 0,-1 0 0 0,1 0-4 16,0 0 4-16,0 0-1 16,0 0-8-16,0 0 8 0,0 0 0 0,0 0-1 15</inkml:trace>
  <inkml:trace contextRef="#ctx0" brushRef="#br0" timeOffset="51528.9">13860 13025 90 0,'2'0'0'0,"0"0"0"16,-2 0 0-16,0 0 0 0,0 0 0 0,0 0 0 0,0 0 0 0,0 0 11 0,0 0 1 0,0 0-1 0,0 0 43 0,0 0-3 15,0 0-34-15,0 0 0 0,0 0 25 0,0 0 1 16,0 0-18-16,0 0 39 16,0 0-40-16,0 0-1 0,0 0 1 0,0 0 2 15,0 0 4-15,0 0 4 0,0 0-40 0,0 0 33 16,0 0-1-16,0 0 2 0,0 0-1 0,0 0-3 16,0 0 1-16,0 0-4 0,0 0 11 0,0 0-12 15,0 0 9-15,0 0 27 0,0 0-32 0,0 0 1 16,0 0-1-16,0 0 15 0,0 0-13 0,0 0 3 15,0 0-3-15,0 0-36 0,0 0 0 0,-2 0 43 16,0 0-40-16,0 0-3 0,0 0 32 0,0 0-7 16,2 0-37-16,-1 3 20 15,-1-3-4-15,0 1 12 0,0 0-21 0,0-1 19 16,2 3 7-16,0-3-2 0,-1 0-6 0,1 0 4 16,0 2 42-16,0-2-41 0,0 0 0 15,0 0 2-15,0 0 33 0,0 0-1 0,0 0-27 0,0 0-3 16,0 0 33-16,0 0-23 0,0 0 0 0,0 0-5 15,0 0 23-15,0 0-21 0,0 0 6 0,0 0 22 16,0 0-1-16,0 0-25 16,0 0-6-16,0 0 8 0,0 0 2 0,0 0 4 15,0 0-35-15,0 0 0 0,0 0 27 0,0 0 1 16,0 0-35-16,0 0 5 0,0 0 22 0,0 0 4 16,0 0-42-16,0 0 1 0,0 0 27 0,0 0 4 15,0 0-6-15,0 0 7 0,0 0 43 0,0 0-21 16,0 0-1-16,0 0-19 0,0 0 27 0,0 0 1 15,0 0-22-15,0 0-4 0,0 0 24 0,0 0-17 16,0 0 5-16,0 0-37 0,0 0 33 16,1 0-2-16,3-2 4 0,0-1-16 15,1 1 11-15,-1-2 1 0,1-3-38 0,1 4 0 16,0-2 26-16,0 0 9 0,1 1-37 0,-2 0 0 16,1-2 24-16,0-1 6 0,1 4-24 0,1-2 1 15,-3-3 14-15,3 3-1 0,2-3 2 0,-3 1 2 16,0-3-4-16,1 3 10 0,0-3-8 0,1 1 0 15,-2 2 17-15,1-3-16 0,-2 2 2 0,1-1-1 16,0-1 25-16,-1 1 1 16,2 1-21-16,-4-1-3 0,3 0 26 0,-4 2-1 15,5-3-18-15,0 1-6 16,-1-1 6-16,2-1-2 0,-1 2 6 0,4-2-29 0,-2-3 0 0,4 1 23 16,-1-3-23-16,6 0 21 0,-4 3 0 0,2-3 0 15,1-4-43-15,1 6 40 0,-2-1-5 0,0-2 4 16,2 2-24-16,1-4 18 0,-4 4 3 0,4 0-6 15,-1 0 5-15,-2-2 0 0,1 2-1 0,3-5 1 16,0 4 0-16,-2-1 0 0,2 0 0 0,0 1 0 16,-5 0 0-16,7-5 0 15,-5 5 0-15,1-3 0 0,2 2 0 0,-3 1 0 16,0-2-7-16,3-2 7 0,-3 2-1 0,1 0-7 16,1-1 8-16,-1 1-1 0,-2 2 0 0,3-2 1 15,0-2-1-15,1 4-1 0,-3-1 6 0,1 0-5 16,-1 2 0-16,3-4-1 15,-4 3-6-15,0 2 7 0,0-1 0 0,-1 2 0 0,0-2-28 16,0 0-1-16,0 0 27 0,0 0-2 16,2-2-6-16,0 1 4 0,-3 0 1 0,0-1-7 15,4-2 8-15,-3 5-4 0,-2-3 19 0,2 0-16 16,-4 0-2-16,3 1 1 0,2 0 29 0,-2 0-26 16,0 1-1-16,-2 1 4 0,3 0 12 0,-2 2-11 15,0-2-3-15,0 3 3 0,-2 0 25 0,1 1 3 16,-4 3-28-16,1 0 10 0,-1-2-8 0,-1 4 4 15,-1 0-15-15,1 0 13 0,-2-1-1 0,-1 5 2 16,0-3-17-16,-1 1 15 16,1 1-1-16,-2-1 0 0,1 0-5 0,0 2 2 15,-3-2 3-15,1 2-10 0,0-1 9 0,0 2-2 16,0-2 1-16,-2 2 16 0,0 0-15 0,0 0-1 16,0 0 26-16,0 0 1 0,0 0-24 0,0 0 2 15,0 0 17-15,0 0-16 0,0 0-1 0,0 0 5 16,0 0-20-16,0 0 18 0,0 0-2 0,0 0-30 15,0 0 0-15,0 0 31 0,0 0-3 0,2 0-113 16,-2 0 47-16,0 0 29 0,0 0-334 0,0 0 154 16,0 0 84-16,0 0 49 15</inkml:trace>
  <inkml:trace contextRef="#ctx0" brushRef="#br0" timeOffset="52162.82">13761 13241 862 0,'0'-12'0'0,"0"2"0"0,0 6 0 0,0 1 0 0,0 0 0 0,0 2 0 0,0-1 0 0,0-1 0 0,0 2 0 0,0 1 121 0,0 0-49 0,0 0 1 0,-2 0 20 15,0 4-30-15,-2 9-1 0,-2 3 42 0,0 7-40 16,-1 2 0-16,0 1-31 0,-3 4 32 0,-1 2-32 16,0-1 7-16,-1 4-7 0,1-1-20 0,0 1 19 15,1-1 1-15,-1 0 0 0,4-2-58 0,-1-4 24 16,6-8 1-16,0 1-126 0,0-10 75 15,0 1 24-15,2-5-178 0,0-3 90 16,0-2 56-16,0-2 6 0,0 0-73 0,0 0 31 16,0-8 28-16,0-9-3 0,0-4-128 0,2-3 83 15,6 2 41-15,-2-4-144 0</inkml:trace>
  <inkml:trace contextRef="#ctx0" brushRef="#br0" timeOffset="52364.38">13752 13278 697 0,'5'-18'0'0,"-1"8"0"0,1 1 0 0,-1 5 0 0,-1-1 0 0,-1 3 0 0,2 1 0 0,0 1 0 0,2 0 231 0,1 0-99 0,2 8-41 16,3 6 179-16,1 4-118 0,1 5-60 0,2-1-30 15,1 5 86-15,0 1-49 0,2-1-38 0,-3-1 1 16,3 0-64-16,-1 1 35 0,0-2-1 0,-3-4-117 16,0 5 55-16,-2-1 31 0,-3-1 0 0,-1-1-205 15,-4-2 119-15,-3-1 41 0,0-1-344 0,0-3 185 16,-2-6 53-16,0 3 59 0,0-5-207 0,-13-2 125 15</inkml:trace>
  <inkml:trace contextRef="#ctx0" brushRef="#br0" timeOffset="52505.04">13741 13591 1335 0,'-14'-12'0'0,"4"7"0"0,4 1 0 0,1 0 0 16,1 3 0-16,2-1 0 0,2-2 0 0,0 0 0 0,6 0 119 0,11 0-43 0,3 1-22 0,7-3 74 0,-1 1-47 0,8 1-16 15,9 0-273-15,-3 2 120 0,4 0 60 0,4-1 31 16</inkml:trace>
  <inkml:trace contextRef="#ctx0" brushRef="#br0" timeOffset="53206.52">15501 11604 649 0,'0'-13'0'0,"0"4"0"0,0 5 0 0,0 0 0 0,0-2 0 0,0 3 0 0,0 0 0 0,0 2 0 0,2-1 119 0,3 2-42 0,-2 0-23 0,1 0 48 15,0 8-26-15,-3 7-9 0,1 2 0 0,0 9-1 16,-2 0-34-16,0-1 1 0,0 6 17 0,0-3-17 16,2 2 0-16,0 1 0 0,1-4-64 0,4-1 32 15,-4-3 8-15,1-1-129 0,0-1 75 0,-1-6 19 16,1-5 25-16,-2-3-200 0,0-3 100 0,-1-2 28 15,-1-2-33-15,0 0 31 16,0-11 24-16,0-8-6 0,0-3-19 0,0-8 9 16,0 0 34-16,-3-2 0 0,-1-2 27 0,-3 0 0 15,1 10-35-15,-2-8 92 0,3 11-41 0,-3-2-17 16,5 5 1-16,-1 0 187 0,4 7-100 0,0-1-28 16,0 2 142-16,0 3-82 0,9-1-49 0,9 2-8 15,2-1 21-15,6 5-7 0,0 0-1 0,3 2-36 16,1 0-13-16,-4 0 13 0,-4 4 8 0,1 7-8 15,-2 2-83-15,-5 2 41 0,-2 0 21 16,-5 2-108-16,-2 0 66 0,-5 2 9 0,-2-1 20 0,0 2-64 16,-9 1 35-16,-6-2 3 15,0-5 61-15,-8 3-10 0,1-4-26 0,3-4-11 16,-2 1 81-16,3-3-33 0,6-1 0 0,1-2 117 16,6-3-69-16,1-1-19 0,2 2-23 0,2 0 47 15,0-2-32-15,13 0 7 0,10 0-101 0,5 2 36 16,0 0 0-16,2 2 43 0,0 0-105 0,-1 5 43 15,-4 0 25-15,-2 4-19 16,-6 2-28-16,0 0 18 0,-2 2 17 0,-8 2-72 16,-1-2 40-16,-6 0 4 0,0 2 55 0,-2-3-35 15,-19 3 2-15,-3-1 4 0,-6-4 91 0,-12 2-41 16,3-6-21-16,-10 0 0 0,1-1-85 0,-3-3 32 16,-2-1 13-16,-1 0 23 0,-1-4-369 0,10 1 168 15,-7-2 83-15</inkml:trace>
  <inkml:trace contextRef="#ctx0" brushRef="#br0" timeOffset="53766.68">14339 12314 157 0,'-6'-4'0'0,"0"-2"0"0,3 4 0 0,-1 0 0 0,1-1 0 0,-1-1 0 0,-2 1 181 0,5-1-73 16,-6 2-38-16,5 0 70 0,1 0-45 0,1 0-35 15,-2 2 0-15,2-1 76 0,0 1-51 0,0 0-26 16,0 0 8-16,0 0-4 0,0 0-30 0,7 0-1 15,5 0 36-15,2 0 0 16,4 0-27-16,2 0-8 0,6 1 51 0,2-1-25 16,3 0 0-16,2 0-26 0,3 0 6 0,-2 0-6 15,2-1 0-15,-2-5-47 0,-2 0 23 0,-2-2 1 16,-6 3 31-16,0-3-52 0,-5 3 22 0,-2-1-11 16,-7 2 13-16,-3 3-5 0,-4-1 23 0,1 0-37 15,-2 0 51-15,-2 2-10 0,0 0-17 0,0 0-5 16,-6 0 120-16,-6 10-54 0,-9 7-26 0,-6 12-120 15,1 3 46-15,-4 8 10 0,-2 6-314 16,-2 12 160-16,8-1 86 0,4 1 31 16,1 2-572-16</inkml:trace>
  <inkml:trace contextRef="#ctx0" brushRef="#br0" timeOffset="54948.81">13835 13054 327 0,'-3'0'0'0,"-1"0"0"0,2 0 0 0,0 0 0 0,1-2 0 0,1 0 0 0,-2 0 0 0,0 2 87 0,2-2-28 0,0 2 1 0,0 0 29 16,0 0-28-16,0 0 9 0,0 0-17 0,0 0-20 15,0 0 0-15,0 0 0 0,0 0 32 0,4 0-24 16,1 0-9-16,0 0 1 0,3 0 40 0,0 0 0 16,-1 0-32-16,1 2 28 0,1 2 0 0,1-2-36 15,-1 1-1-15,0 1 25 0,1 0 7 0,1 0-31 16,0 2-6-16,1-3 5 0,-1 3 1 0,-1-3 0 15,2 1-4-15,1 2 4 0,1 0 0 16,-3-3 0-16,0 3 6 0,1-3-6 16,-2 0 8-16,2 0-6 0,-1-1-3 0,2 0 1 15,1 0 0-15,-2-2 4 0,4 0-5 0,-1 0 1 16,2 0-25-16,-1 0 24 0,2 0 1 0,0-2 0 16,-1 0-18-16,2-3 16 0,-1-1 1 0,2 2-4 15,-4-1-40-15,3-1-1 0,-2 0 42 0,0 0-9 16,0 0-28-16,0 2-7 0,2-5 36 15,-3 4-30-15,3-2 3 0,0-1 16 0,0 0-19 16,2-1 18-16,-3-3 4 0,5-1-8 16,-4 0-12-16,5-1 15 0,-2-1 2 0,-1-2-4 15,2 0-13-15,-3 1 13 0,-1 2 5 0,2-5 4 16,-5 6-7-16,2-2-1 0,0-1 0 0,-2 2 25 16,-2-3-21-16,2 2-2 0,-2 0 32 0,2-2-30 15,0-2-1-15,-2 3 3 0,2-2 24 0,1-2-23 16,0 1-2-16,-2 0 4 0,5 1-3 15,-4-1 3-15,-1 1 2 0,5-4-1 16,0 3-37-16,-2-2 33 0,1 1 1 0,0 1-33 16,-4 2 2-16,0-2 25 0,0 3-25 0,0-4-3 15,-2 2 27-15,3 1-6 0,-4-2-28 0,1 1-5 16,1-3 34-16,-3 5-7 0,4-7-23 0,-6 3 21 16,4 0 5-16,1-2-10 0,-3 1 8 15,-1 2-4-15,2-5 3 0,-1 0-8 0,-1 6 6 0,1-6-1 16,0 1 2-16,-3 5-36 0,2-3 35 0,-3 1-4 15,-2 2 4-15,4 2-2 0,-4-1 1 16,0 0-1-16,1-1 23 0,-2 4-24 16,1-4 2-16,0 4-2 0,2-2 22 0,-2-2-19 15,3-2-1-15,-1 3 21 0,-1-2-19 0,2 2 4 16,-1-2-30-16,-2 0 28 0,1 1 0 0,0 0 0 16,-2 1-17-16,-2 3 15 0,-1-1 0 0,1 0-2 15,0 2 28-15,0 2-29 0,-2-4 1 0,0 7 2 16,0-4 28-16,0 5-28 15,0 0 0-15,0-1 38 0,0 2 5 0,0 2-39 16,0 1 49-16,0 1-22 0,-2 0 0 0,0-1-11 16,2 2-37-16,0 1-1 0,-2 0 34 0,2 0-3 15,0 0-203-15,0 0 94 0,0 0 44 0,0 0 26 16,-1 0-174-16,-1 0 91 0,-2 6 23 0,1 3-293 16,-4 5 181-16,2 0 85 0,-3 6-260 0</inkml:trace>
  <inkml:trace contextRef="#ctx0" brushRef="#br0" timeOffset="55441.62">15218 12261 612 0,'0'0'0'0,"0"-2"0"0,0 0 0 0,0 0 0 0,0 0 0 0,0 1 0 0,0-2 0 0,0 1 61 0,0 1 8 0,-6-1-36 16,3 1 117-16,-3 1-58 0,0 0-30 0,-3 0 0 15,0 0 26-15,-3 0-32 0,-3 1 1 0,1 7 9 16,-7 1 0-16,-2 2-33 0,2 1 8 0,-6 5 30 16,0-3 0-16,-1 6-38 0,-2-2 33 0,-2 3 0 15,0-1-25-15,-6 4-8 0,4-1 29 0,6-2-29 16,-4 0-1-16,6-4 1 0,5-5-13 15,4 2 12-15,3-3 1 0,4-5 0 16,4-1-56-16,2 0 29 0,3-4 7 0,1 1-159 16,0-2 83-16,0 0 30 0,0 0-205 0,0 0 107 15,0 0 61-15,7-2 12 0,5-5-105 0,-1-1 45 16,0 1 43-16,2-3 19 0,0 4-218 0,2-1 124 16,0-1 59-16</inkml:trace>
  <inkml:trace contextRef="#ctx0" brushRef="#br0" timeOffset="55797.81">15223 12310 488 0,'4'-9'0'0,"-1"5"0"0,0 1 0 0,-1 0 0 0,0 2 0 0,-2-2 0 0,0 2 0 0,0-1 157 0,0 2-63 0,0 0-30 16,0 0 127-16,0 0-70 0,0 0-49 0,0 0 0 16,0 0-10-16,0 6 0 0,0 4-29 0,0 2 8 15,2 5 49-15,0 0-29 0,1 5 1 0,1 4-30 16,0 1 31-16,-3-4-22 0,3 10-9 0,-2-3 15 16,2 0-14-16,-2 0 0 0,0 0-27 0,0-7 35 15,0 1-8-15,-1 1-1 0,1-4-36 0,2-3 37 16,-2-4 0-16,0-2 8 15,-1 0-35-15,-1-5-1 0,2-1 17 0,-2-3-10 16,0 0 7-16,0-2 13 0,0-1-15 0,0 0-21 16,0 0 24-16,0 0 3 0,0-1-60 0,0-5 33 15,0-5-8-15,0-3 30 0,0-1-595 0,2-1 280 16</inkml:trace>
  <inkml:trace contextRef="#ctx0" brushRef="#br0" timeOffset="58960.14">13860 13072 479 0,'0'0'0'0,"0"0"0"0,0-1 0 0,0-1 0 0,0-1 0 0,0 3 0 0,0-1 0 0,0-2 0 0,0 2 0 0,0-2 66 0,0 2-34 16,-2-1 1-16,2 1 34 0,0-1-26 15,0 0-9-15,0 0-12 0,0 0 13 0,0 1 0 0,0-6 0 16,0 4-3-16,0-2 3 0,0 0 0 0,0 0-1 16,0-1-1-16,0 1 2 0,0-1 8 0,0-1 4 15,0-3-13-15,0 3-1 0,2-5 2 0,0 3-40 16,0-2 46-16,-1-2-8 0,1 3-27 0,-2-3-1 16,2 2 26-16,-2 0 0 0,0-3-14 15,0 1 9-15,0-2 4 0,0 2-8 16,0-3-21-16,0 2 20 0,0-3 10 0,0-2-30 15,0 1 0-15,0-4 17 0,0-2 4 0,0 0-37 16,0 1 4-16,0-6 28 0,0-2-37 0,0-1-2 16,0-1 36-16,0-3-5 0,0-1-43 0,0-7 18 15,0 3 0-15,0-3 15 0,2 1-38 0,4-1 15 16,-2 2 0-16,3-6-49 0,0 2 33 0,-3 5 10 16,0 4 0-16,0 0-13 0,-2 4 25 0,0 0-8 15,-2 6 47-15,0 2-5 16,0 3-32-16,0-4-6 0,0 5 59 0,0-2-22 15,0 1 0-15,0-5-18 0,0 8 34 0,0-3-26 16,0 1-12-16,0 1 37 0,0 3 0 0,0 2-18 16,0 1-10-16,0 3 49 0,0 2-23 0,0 2 7 15,-4-1-28-15,3 5 48 0,-4-2-21 0,3 2 8 16,0 1-72-16,0 0 23 0,2 0 0 0,0 2 25 16,0 0-229-16,0 0 104 0,0 0 48 0,0 0 29 15,0 8-199-15</inkml:trace>
  <inkml:trace contextRef="#ctx0" brushRef="#br0" timeOffset="59750.77">13881 11611 328 0,'-4'0'0'0,"-2"0"-164"0,2 0 82 0,1 0 41 0,-3 0 41 0,2 0 234 0,1 0-81 16,-3 0-59-16,2 0 97 0,0 0-83 0,0 0-37 15,3-1 23-15,1 1-30 0,-2 0 8 0,2-3-39 16,0 3 23-16,0 0 1 0,0 0-24 0,0 0 0 16,0 0-25-16,0 0-7 0,2-2 32 0,1 2 32 15,6 0-33-15,-2 0 1 16,2 0 8-16,-2 0 10 0,5 0-18 0,-1 0-1 15,-2 0 13-15,5 0-12 0,-5 0 8 0,6 0-8 16,-2 0 0-16,0-1 0 0,1 1 0 0,-2 0 0 16,0 0-15-16,3 0-8 0,-2 0 23 0,2 0-31 15,-2 0 0-15,2 0 23 0,0 0 12 0,0 0-46 16,2 0-1-16,4 0 28 0,0 0-11 0,1 0 8 16,0 0 11-16,5 0-17 0,1-2-18 15,-2-2-6-15,1 0 31 0,-1 1-7 16,-2 1-14-16,4-1-6 0,-1 2 24 0,-3-1-36 15,-3 2 21-15,5 0 8 0,-5 0 4 0,1 0-34 16,-1 0 31-16,1 0-5 0,-1 3-21 0,0 0 21 16,-1-1 3-16,1 1-4 0,0-3-7 0,1 2 7 15,1-2 1-15,-2 0-3 0,2 0-29 0,-2 0-3 16,2 0 32-16,-2-2-18 0,1 1 17 0,-3-1-5 16,2 0 2-16,-1-2 12 0,-1 2-11 0,1 1-2 15,-2-2 31-15,1 2-28 16,-1 1-2-16,3-2 1 0,0 2 18 0,-3 0-15 15,3 0-1-15,0-2 4 0,-3 2-21 0,2 0 21 16,-4 0-2-16,1 0-44 0,-4 0 1 0,1 0 38 16,-5 0 1-16,0 0-43 0,-1 0 40 0,-1 0-5 15,-1 0 11-15,-2 0-11 0,-1 0 0 0,1 0-5 16,-1 0 38-16,-2 0-32 16,1 0 1-16,-2 0-1 0,0 0 23 0,2 0-17 15,-2 0-4-15,2 0 37 0,0 0 1 0,-1 0-28 16,1-2-5-16,2 0 4 0,0-3-1 0,-3 1 3 15,3 0-81-15,-2 0-107 0,2 2 84 0,-2 0 44 16,0 0-457-16</inkml:trace>
  <inkml:trace contextRef="#ctx0" brushRef="#br0" timeOffset="60418.78">13853 12026 890 0,'0'-9'0'16,"-2"3"0"-16,0 5 0 0,0-4 0 0,-1 2 0 0,0 1 0 0,1 0 0 0,-2 0 0 0,1 0 0 0,1 2 103 0,0 0-38 0,-2 0-1 0,1 0 23 0,-3 6-27 0,0 6 0 15,-1 5-6-15,-4 1-22 16,1 4 1-16,-1 5 0 0,-2-1-29 0,-1 2 29 15,0 2 8-15,0 2-8 0,-2-1-68 0,0-2 34 16,2 3 0-16,-2-6-103 0,5-3 70 0,2 0 7 16,-1-6 22-16,6-6-176 0,1-1 90 0,1-6 27 15,2-1-234-15,0-3 125 0,2 0 71 0</inkml:trace>
  <inkml:trace contextRef="#ctx0" brushRef="#br0" timeOffset="60607.27">13899 11998 1300 0,'0'-4'0'0,"0"2"0"0,0 2 0 0,0 0 0 0,7 0 0 16,0 0 0-16,2 4 0 0,4 4 0 0,0 3 170 0,4 3-69 0,0 0-25 0,4 2 48 0,-3 0-45 16,3-1-24-16,0 2 1 15,3 0-147-15,-5-5 71 0,7 5 22 0,-3-5-1 16,-3-2-110-16,3-1 71 0,-2-3 36 0,1 0-435 15</inkml:trace>
  <inkml:trace contextRef="#ctx0" brushRef="#br0" timeOffset="61134.44">14495 11341 640 0,'-6'-4'0'0,"-2"-2"0"0,5 4 0 0,-1-1 0 0,2-1 0 0,-1 0 0 0,1 1 0 0,-2 2 66 16,2-4 1-16,2 3-26 0,-1 2 176 0,1 0-92 16,0 0-47-16,0 0-22 15,5 0 89-15,6 0-60 0,5 10-27 0,0 2 1 16,5 3 68-16,1 1-46 0,2 3-17 0,1-2-10 15,3-1 0-15,-1 0-21 0,-1-1-42 0,2-1 21 16,-6-3 8-16,6 2 13 0,-7-2-26 0,2-4 1 16,-3 0 25-16,-2-1 0 0,-2-3-48 0,-6 1 6 15,1-2 0-15,-7 0-7 0,1-2 6 0,-3 0-16 16,1 0 43-16,-3 0 52 0,0 0-28 0,0 0-2 16,0 0 106-16,-5 0-57 15,-2 0-26-15,-4 1-13 0,1 4 12 0,-1 2 7 16,-6 1-35-16,-2 10 0 0,-4 2 4 0,-7 5-4 15,-2 6-1-15,-5 6-197 0,-10 11 99 0,-3 5 49 16,-7 10 33-16,-10 13-668 0</inkml:trace>
  <inkml:trace contextRef="#ctx0" brushRef="#br0" timeOffset="64854.66">16907 11978 511 0,'0'-8'0'0,"0"4"0"0,0-1 0 0,1-1 0 0,3-2 0 0,-2 1 0 0,0-1 0 0,-1-1 0 0,1 0 0 0,0 1 80 0,1 1-23 15,-1-1 0-15,-2 1 4 0,2-1 8 0,-2 3-37 16,0-1 1-16,1-2-7 16,-1 5 7-16,0-4-1 0,0 4-10 0,0-2 11 15,0 1-1-15,0-2 1 0,0 3-27 0,0-3 27 16,0 0 8-16,0 1-8 0,0-1-35 0,0-1 9 15,0 1 0-15,0-2-19 0,-1 1 5 0,-1-1 23 16,-3 3 6-16,3-3-41 0,-1 2-1 0,1 1 31 16,-2-1-25-16,2 2 24 0,-1-1 3 0,-1 3-5 15,0-2-7-15,1 2 6 16,-2-1 6-16,2 1-9 0,-1 1 16 0,0-3-14 16,-1 3 3-16,1-1 27 0,-1 2 3 0,-2 0-26 15,0 0-2-15,2 0 25 0,-1 0 1 0,-4 2-19 16,3 4 27-16,-2 2-1 0,0 2-26 0,0 4 6 15,0-1 25-15,0 3-23 0,-1 0 0 0,3 1 4 16,0 0 23-16,1 0 5 0,1 1-32 0,-2 3 39 16,4 1 8-16,-1-1-38 0,2 1-4 15,0 7 44-15,2-3-20 0,0 4-1 0,0 2 25 0,0 2-8 16,0 3-39-16,0-1 1 16,0 9-26-16,0-9 34 0,2 12-8 0,0-6 0 15,3 1-23-15,-1 4 22 0,2-2 1 0,0-6-27 16,1 10-9-16,-1-5 36 0,2-3 0 0,-5-6-69 15,3 2 32-15,-2 0 11 0,-1-2-34 0,-1-2 23 16,0-3-12-16,0-4 31 0,-2 0-23 0,0-5-1 16,0 0 14-16,0-3 5 0,-4-1-30 0,-5-2 29 15,-5 0-6-15,0-3-101 0,-4-5 45 16,-2 1 26-16,-1-3-63 0,-5-3-46 16,8 0 51-16,-3-2 30 0,3 0-214 0,4-2 117 15,5-8 60-15,2 0 30 0,5-3-226 0,2 0 119 16,0 0 72-16,9-3 33 0,11-1-281 0</inkml:trace>
  <inkml:trace contextRef="#ctx0" brushRef="#br0" timeOffset="65121.95">17127 12586 892 0,'2'-15'0'0,"0"4"0"0,-2 7 0 0,0 2 0 0,0 1 0 0,0 1 0 0,0 0 0 0,0 0 0 0,0 0 208 0,-5 7-79 0,-4 8-53 0,-3 6-21 16,-1 1 121-16,2 3-72 0,-5 3-35 0,4 2 54 16,-2 1-50-16,1 3-19 0,-2-3-1 0,2 4 1 15,-1 0-21-15,2 2 8 16,1-4-49-16,-1 3 41 0,1-2 0 0,2-4-1 16,1-2-82-16,3-6 49 0,1-1 13 0,2-6 0 15,0-5-187-15,2-3 97 0,0-1 27 0,0-4-272 16,0-2 138-16,0 0 83 0,0-2 15 0,6-10-61 15,4-3 50-15,-1-7 36 0,2-3-227 0</inkml:trace>
  <inkml:trace contextRef="#ctx0" brushRef="#br0" timeOffset="65350.98">17092 12635 557 0,'4'0'0'0,"1"0"0"0,0 0 0 0,2 0 0 0,-2 2 0 0,1 1 0 0,-1 3 300 0,3 3-134 15,2 2-58-15,-1 5 186 0,2 2-131 0,4 1-65 16,-2 4-33-16,2 0 121 0,-2 2-69 0,3 3-46 16,-2 1 3-16,2 1-21 0,-2-2 1 0,0 1-21 15,1 2-28-15,-2 0-8 0,2-3 36 0,-4-2 0 16,-1-5-145-16,-1 1 73 16,-2-3 44-16,0-8-312 0,-2 0 161 0,-1-4 40 15,-1-2 53-15,-1-3-340 0,-2 0 172 0,0-2 99 16,0 0-168-16,-5-2 129 0</inkml:trace>
  <inkml:trace contextRef="#ctx0" brushRef="#br0" timeOffset="65511.12">16972 12933 1119 0,'-9'-7'0'0,"5"3"0"0,1 0 0 0,3 0 0 0,0 1 0 0,0-3 0 0,5 2 0 0,9 3 0 0,11-3 139 0,1 2-53 0,4-2-26 0,6 0 56 15,-2 1-33-15,1 0-30 0,1 2-212 0,-3-1 97 16,0 2 46-16,-9 0 33 0,2 0-496 0</inkml:trace>
  <inkml:trace contextRef="#ctx0" brushRef="#br0" timeOffset="66880.75">17163 11686 376 0,'0'-1'0'0,"0"-2"0"0,0 3 0 0,0-3 0 0,0 0 0 0,0 3 0 0,0 0 0 0,0 0 77 0,0 0-14 15,0 0-8-15,0 0-23 0,0 0 62 0,0 0-30 16,0 0-1-16,0 0-22 0,2 0 27 0,0 0 1 15,2 6-36-15,-2 4 53 0,0 3-18 0,0 0-8 16,0 4 1-16,-1 4 0 0,1-1-29 0,-2 1 1 16,0 2 45-16,2 0-45 0,0-1-1 0,1-1 1 15,-1-1-37-15,4-1 1 16,-2 0 44-16,-2-2-70 0,2-2 31 0,-1 0-1 16,-1-6 32-16,0 3-104 0,-2-1 44 0,0-2 9 15,0-1-40-15,0-4 35 0,0 3 2 0,0-4-1 16,0 0-111-16,-2-1 52 0,-1-2 35 0,-1 0 3 15,2 0-126-15,0-2 71 0,0-11 14 0,2 1 23 16,0-5-168-16</inkml:trace>
  <inkml:trace contextRef="#ctx0" brushRef="#br0" timeOffset="67384.39">17069 11698 421 0,'0'-16'0'0,"0"0"0"0,0 3 0 0,0 1 0 0,0-3 0 0,0 4 92 0,0-2-34 16,0 0 0-16,0 2-25 0,0 1 73 0,7 1-36 16,5-1 8-16,5 3-46 0,0-1 59 0,9 0-29 15,1 5-1-15,1 1-38 16,4 0 18-16,0 2-8 0,2 0-41 0,-2 0 41 16,-2 2 0-16,-4 6 0 0,-6 0-16 0,3 4 16 15,-2 0 0-15,-5 1 0 0,0 2-33 0,-5 0 5 16,-2 0 7-16,-3 2-14 0,-2 0 0 0,-2-1 16 15,-2 4 7-15,0-2-35 0,-6 1 5 0,-9 2 24 16,-2-4-38-16,-4-1-3 0,0 1 40 0,-3 0-5 16,4-5-25-16,-9 3-5 0,3-4 29 0,1-2-6 15,4-4-18-15,0 1 15 16,1-2 5-16,4-2-18 0,4-2 16 0,3 0-6 16,2 0 5-16,3 0 57 0,2 0-28 0,2 0 3 15,0 0-29-15,2-2 51 0,11 0-23 0,8-1 11 16,5-1-35-16,2 3 10 0,6 0-5 0,-2 1 10 15,2 0-14-15,0 0 18 0,-3 6-10 0,0 5 12 16,-7 0-11-16,-2 5-1 0,-5-2 1 0,-2 3-18 16,-5 2 11-16,-3 1 4 0,-3 1 30 0,-2-2-30 15,-2 0 1-15,0 0 6 16,-15 1 26-16,-4-5 0 0,-4 0-27 0,-3-2-2 16,-4-4-16-16,-2-2 23 0,0 0-4 0,-4-6-30 15,3-1 0-15,-1 0 28 0,2 0 4 0,6-1-212 16,-3-9 90-16,11-1 52 0,-1-2-265 15,6-2 146-15,3 0 52 0,7 0 36 0,3 2-244 0,0 0 144 16,0 1 73-16</inkml:trace>
  <inkml:trace contextRef="#ctx0" brushRef="#br0" timeOffset="68798.67">17915 12077 703 0,'0'-26'0'0,"0"5"0"0,-2 8 0 0,2 4 0 0,-2 5 0 0,2 2 0 0,0 0 0 0,0 2 78 0,0 0-22 16,0 10-1-16,0 13 72 0,0 5-39 0,0 5-31 16,0 9-1-16,0 4 69 0,0 4-47 0,0 2-22 15,0 2 12-15,0 4-7 0,0 0-29 0,0-3 1 16,0-2-38-16,0-3 38 0,0-10 8 0,2 1-8 15,0-4-90-15,2-1 45 0,-3-6 23 0,1-8-159 16,0-1 92-16,0-8 9 0,0-3-196 16,-1-5 103-16,1-5 65 0,0 0 8 15,-2-3-147-15,2-14 95 0,0-7 43 0,-2-3 22 16,0-4-83-16</inkml:trace>
  <inkml:trace contextRef="#ctx0" brushRef="#br0" timeOffset="69013.78">17815 12096 699 0,'-6'-27'0'0,"6"7"0"0,0 4 0 0,0 6 0 0,14-2 0 0,8 1 0 0,4 0 72 0,4 5 0 0,4 5-39 0,0 1 61 15,2 0-34-15,-2 0-1 0,0 12-18 0,-4 4-8 16,-2 3-1-16,-5 5 9 0,-3 0-46 0,-7 6 0 16,-5-2 37-16,-7 2 1 0,-1 2-27 0,0 0 7 15,-17 5 20-15,-8-2 0 0,0-4-29 0,-3-1 0 16,1-5 23-16,-1-1-80 0,-2-1 24 0,4-6 23 15,1-2-16-15,5-4-128 0,3-3 71 0,6-5 40 16,2 1-266-16,6-4 142 0,3 0 53 0</inkml:trace>
  <inkml:trace contextRef="#ctx0" brushRef="#br0" timeOffset="69470.89">18517 12473 467 0,'-7'-16'0'0,"-2"3"0"0,1 5 0 0,0-3 0 0,-3 0 0 0,-4 2 0 0,-1 2 127 0,-7 2-49 0,2 3-17 15,-3 2 83-15,-1 0-55 0,1 11-29 0,1 4 1 16,5 6 34-16,4 0-23 0,1 5-8 0,6 0-32 16,5-5-20-16,2 7 0 0,0-9 20 0,0 3-52 15,11-5 22-15,2 0 0 0,4-4-6 0,3-4 0 16,0-1 37-16,0-7 8 0,0-1-134 0,5 0 57 15,-2-1 8-15,0-9 20 0,0-8-74 0,-3-5 42 16,2-3 7-16,-4-2 1 0,2-6-10 16,-1-5 0-16,-6 3 18 0,2-15-17 15,-4 4-5-15,0-5 31 0,-1-3-7 0,-3-11-19 16,1 12 13-16,-3-13 10 0,1 4-45 0,-2 14 20 16,-2-4-4-16,-2 18 24 0,0 8 109 0,-4 4-50 15,-8 10-28-15,0 9-1 0,-2 4 182 0,-4 4-97 16,2 16-36-16,2 7 90 0,-2 10-64 0,5 2-33 15,2 8 126-15,1 4-70 0,4 3-29 0,4 4-7 16,0 9-9-16,0-6 0 0,0 1-27 0,2-2 0 16,3-7-19-16,6 2 19 15,-1-7 0-15,2-3-1 0,-1-9-108 0,0 0 54 16,-1-10 36-16,1-1-230 0,0-7 117 0,1-5 39 16,-5-5 35-16,1-2-313 0,-1-6 152 0,3 0 56 15,-5-4-31-15,1-12 65 0,-1-2 31 0,1-10 0 16</inkml:trace>
  <inkml:trace contextRef="#ctx0" brushRef="#br0" timeOffset="69681.33">18728 12214 783 0,'0'-16'0'0,"0"9"0"0,7 4 0 0,7-1 0 0,0 2 0 0,5 0 0 0,0 2 0 0,0 0 165 0,2 4-67 0,-1 9-24 0,3 4 68 15,-2 1-55-15,-5 2-27 0,1 2 0 0,-2 4-31 16,-3-7 12-16,-5 10-8 0,-5-3-67 0,-2-2 33 15,0 3 1-15,-11-2 33 0,-10-2-34 0,-4 0 12 16,-3-3 1-16,-2-1 21 16,-2-6-164-16,0-1 53 0,6-7 50 0,-4-3-219 15,10-2 118-15,-1 0 38 0,6-2-131 0,7-7 85 16,6-6 56-16,2-8 24 0,4 1-128 0</inkml:trace>
  <inkml:trace contextRef="#ctx0" brushRef="#br0" timeOffset="69863.84">19165 12061 498 0,'7'-4'0'0,"-6"4"0"0,-1 0 0 0,0 7 0 0,-13 6 0 0,-10 6 213 0,-3 1-91 15,-4 11-44-15,2-1 74 0,0 2-59 0,7-2-22 16,2 3-9-16,6 1 129 0,6 0-80 0,3 0-38 16,4-3-4-16,0 2-28 0,2-4-8 0,11-2 0 15,4-3-150-15,3-3 75 0,6-4 37 0,5-6 9 16,0-1-270-16,5-8 146 0,0-2 40 0,-2 0 47 15,2 0-255-15</inkml:trace>
  <inkml:trace contextRef="#ctx0" brushRef="#br0" timeOffset="70028.97">19252 12282 1002 0,'-7'0'0'0,"7"0"0"0,0 0 0 0,1 0 0 15,14 0 0-15,4 0 0 0,7-2 0 0,1 2 0 0,1-2 0 0,4 1 99 0,-2-2-32 0,2 1 7 0,0-1-108 0,0-1 33 16,-6 1 0-16,-4 2 34 0,-1-1-285 0,-8 0 151 16,1 2 63-16,-9 0-162 15</inkml:trace>
  <inkml:trace contextRef="#ctx0" brushRef="#br0" timeOffset="70220.16">19480 11998 596 0,'1'0'0'0,"1"7"0"0,2 7 0 0,0 0 0 0,-1 6 0 0,-1 4 0 0,-2 4 305 0,0 3-135 15,0 8-69-15,0 4-34 0,-4-6 121 0,-1 10-81 16,1-1-38-16,1-3 1 0,-2 2-133 0,1-1 48 16,3-6 32-16,-1 0-113 0,2-6 64 0,0-8 32 15,0-3-366-15,2-4 188 0,5-10 96 0,5-3-20 16</inkml:trace>
  <inkml:trace contextRef="#ctx0" brushRef="#br0" timeOffset="70531.48">19930 12098 793 0,'-4'3'0'0,"-7"16"0"0,1 4 0 0,3-2 0 0,-4 5 0 0,-1 2 0 0,1 1 0 0,2 4 58 16,4 2-1-16,0 1-24 0,5-4 67 0,0 2-34 15,0-1 9-15,8-6-42 0,7 0 42 0,2-5-20 16,3-4-1-16,1-2-55 0,2-7 8 16,3-3 26-16,0-4 0 0,0-2-61 15,1 0 31-15,-3-12 0 0,-1-5-57 0,-3-5 30 16,-1-4 25-16,-4-3-4 0,-3-3-71 0,-3-3 34 16,-2-1 24-16,-2-10-4 0,-3 8-21 0,-2-6 8 15,0 1 1-15,-7 0-57 0,-6 4 34 0,-4-9 15 16,-3 10 0-16,-3 3-7 0,-1 9 0 0,-6 4 8 15,-1 5 107-15,-2 7-46 0,1 6-21 0,0 4 0 16,2 0-44-16,2 10-2 16,3 7 28-16,5 3 5 0,3 5-82 0,6 3 41 15,2 1 0-15</inkml:trace>
  <inkml:trace contextRef="#ctx0" brushRef="#br0" timeOffset="70801.33">19655 12643 712 0,'-10'5'0'0,"4"-3"0"0,3 0 0 0,1-2 0 0,2-2 0 0,0-15 0 0,9-7 0 0,9-3 0 0,10-7 73 0,4 1-40 0,5-3 0 15,0-2 53-15,6 2-18 0,1 5-8 0,-3 5-27 16,-8 5 68-16,1 4-34 0,-4 8 0 0,-9 2 1 16,1 6-9-16,-5 1-27 0,-1 1 1 0,-4 14 43 15,-1 3-22-15,-1 3 8 0,1 7-4 0,-2-4-25 16,2 2 0-16,1 1-1 0,4-1-59 0,-2-5 38 15,5 3-8-15,1-4 30 0,3-2-135 0,2-3 66 16,1-4 19-16,-4-6-117 16,6-1 54-16,-1-4 44 0,-1 0-5 0,-1 0-307 15,1-7 135-15,-6-4 82 0,5-9-119 0,-4-4 108 16</inkml:trace>
  <inkml:trace contextRef="#ctx0" brushRef="#br0" timeOffset="71170.34">20715 11739 1093 0,'4'-21'0'0,"-2"12"0"0,2 5 0 0,1 2 0 0,-1 2 0 0,-3 0 0 0,5 6 0 0,-3 13 0 0,0 9 79 0,-1 2-23 16,0 10 0-16,0 6 53 0,-2 5-29 0,0 4-9 16,0 0-39-16,0 4 81 0,0-1-40 0,0-1 0 15,-2-3-66-15,0-1-8 0,2-5 33 0,0-2 1 16,0-13-63-16,0 1 31 0,0-11 9 0,2-5-86 15,0-8 54-15,0-3 27 0,-1-3-12 0,-1-4-86 16,0-2 38-16,0-13 10 0,0-9 4 0,0-3 6 16,-7-3 1-16,-3-4 26 15,-3-1-130-15,-4-8 54 0,1 7 31 0,-2 6 6 16,-2 1-90-16,-3 4 52 0,2 9 18 0,-5 0 151 16,2 10-59-16,2 4-29 0,-1 2 1 0,0 4 164 15,7 9-95-15,-2 10-34 16,7-1 77-1,4 4-42-15,3 1-35 0,4 3 19 0,0 1 142 0,0 0-59 0,11 0-51 0,7 0-25 0,2-3-48 0,6-2 1 16,4-1 30-16,2-7-85 16,4-1-104-16,-1-5 83 0,4-5 48 0,-2-5-459 15,-2-2 230-15,1 0 87 0,-2-2-213 0,-2-13 170 16</inkml:trace>
  <inkml:trace contextRef="#ctx0" brushRef="#br0" timeOffset="71316.95">20958 12104 901 0,'-10'-17'0'0,"6"9"0"0,1 6 0 0,3 0 0 0,0 2 0 0,0 0 0 0,1 0 78 0,10 10-45 0,5 1 0 0,2 7-1 16,1-4 66-16,0 2-33 15,-2 2 8-15,5 2-189 0,-1-1 74 0,-1-1 38 16,0 0-1-16,-4-6-356 0,1 1 177 0,1-3 91 16,-2-5-177-16</inkml:trace>
  <inkml:trace contextRef="#ctx0" brushRef="#br0" timeOffset="71531.37">21431 11910 560 0,'0'-9'0'0,"0"4"0"0,-4 5 0 0,-6 0 0 0,-4 10 0 0,-6 10 211 0,-6 9-80 0,-3 14-54 0,-9 8-22 16,0 4 171-16,-5 8-97 0,-11 17-48 0,-1 8 172 15,-12 20-115-15,-1-3-52 0,-8 9 29 0,0 7-41 16,-2 3-21-16,20-19 8 0,3-3-201 0,9-10 86 15,16-23 44-15,3 1 21 0,13-19-194 0,5-10 116 16,2-3 34-16,6-13-139 16,1-2 51-16,0-8 59 0,0-7-35 0,0-4-279 15,3-4 175-15</inkml:trace>
  <inkml:trace contextRef="#ctx0" brushRef="#br0" timeOffset="98965.6">24051 12945 328 0,'-4'-12'0'0,"-1"3"-164"0,1 3 82 0,0 2 41 0,0 1 41 0,2-3 306 0,-2 2-120 16,3 1-77-16,-1-1 79 0,2 2-77 0,-2 0-40 16,2 2 9-16,0-1 5 0,0 1-26 0,0 0 0 15,0 0-61-15,0 5-1 0,2 10 44 0,3 6-8 16,1 4 33-16,0 6-1 0,0 3-32 0,-3 11 0 16,1-7 0-16,0 10 0 15,-1-1-1-15,-1 0-23 0,0 2 0 0,1 0 24 16,-1-6 8-16,3 9-42 0,-3-5-6 0,1-2 36 15,1-7-40-15,0 0 38 0,-2-9 6 0,5 0-7 16,-4-7-44-16,2-3 40 0,-1-6-9 0,-3-4 7 16,1-4 20-16,0-2-23 0,-2-3 3 0,0 0 56 15,0 0-26-15,0-3-1 0,0-13-19 0,-4-4-24 16,-1-5 1-16,-3-3 27 0,0-1-90 0,1-6 40 16,0 2 9-16,-3-5 33 15,-1 2-253-15,2 2 107 0,-3 1 61 0,1 7 9 16,0 5-143-16,-1 0 67 0,-1 4 48 0,0 6 86 15,0 3-41-15,-1 5 0 0,0 1-8 0,-4 2 105 16,2 4-49-16,-1 14-24 0,0 3 130 0,0 5-64 16,2 5-42-16,2 0 6 0,4 4 69 0,3 0-24 15,4 1-32-15,2-4 16 0,0-6 98 0,2 6-49 16,7-8-35-16,7-3 1 0,0-3 4 16,0-4 0-16,4-3-28 0,6-4-61 0,-3-6 26 0,3-1 1 15,1 0-55-15,1-4 40 0,-2-11 8 0,2-6 18 16,-3-1-90-16,1-6 34 15,0-1 28-15,3-6-8 0,-9 6-342 0,1-5 150 16,-2 3 96-16,-3 0-243 0,0 1 162 0,-4 4 81 16,-3 2 32-16,2-2-78 0,-4 6 64 0,-4 2 31 15,1 1 104-15,-2 3-44 0,0 3 8 0,-1 7-36 16,-1-3 323-16,0 5-162 0,0 1-80 0,0 1-49 16,0 0 190-16,-3 11-51 0,-1 6-73 0,-1 7 278 15,1 0-155-15,2 5-69 16,2 1-48-16,0 0 133 0,0 0-86 0,2-3-42 15,5-2-2-15,4-4-12 0,1-3-9 0,1-3-20 16,2-1-76-16,-2-6 38 0,1-3 0 0,-3-3 46 16,3-2-70-16,0 0 31 0,-1-5-1 0,1-14-97 15,-4-6 62-15,1-3 2 0,-1-3 23 0,-1-1-167 16,-1-1 85-16,-2 1 16 0,0-1-46 0,-5 8 31 16,1-2 34-16,0 5 1 0,-2 5 54 0,0 6-4 15,0 2-27-15,0 3-9 16,0 5 184-16,0-1-83 0,0 2-43 0,0 0 83 15,-2 9-57-15,0 10-18 0,2 3 7 0,0 2 97 16,0 2-40-16,0 3-37 0,0 1 63 0,0 0-24 16,4-2-29-16,5 1 1 0,-2-2-59 15,4 0 0-15,-1-3 29 0,0-3 8 0,1-3-202 16,-1 0 96-16,0-3 35 0,1-7-154 0,-4 0 82 0,0-3 57 16,0-4 1-16,2-1-411 0,0 0 210 0,0-14 107 15,3-6-259-15,-4-1 174 16</inkml:trace>
  <inkml:trace contextRef="#ctx0" brushRef="#br0" timeOffset="99120.19">24759 13250 576 0,'0'0'0'0,"0"0"0"0,0 0 0 0,0 0 0 0,2 0 0 0,3 0 401 0,4 0-183 0,5 0-93 0,2 0-38 16,1 0 211-16,1 0-133 15,-1 0-66-15,3 0-164 0,-1 0 57 0,-2 0 16 16,-1 0 0-16,0 0-184 0,-7 1 105 0,0 5 52 15</inkml:trace>
  <inkml:trace contextRef="#ctx0" brushRef="#br0" timeOffset="99260.66">24798 13502 998 0,'-13'6'0'0,"8"1"0"0,-3-3 0 0,4 0 0 0,2-4 0 0,0 0 0 0,2 0 247 0,0 0-100 0,8 0-60 16,9 0 159-16,6 0-107 0,-1-2-53 0,1-1-157 15,-1-3 59-15,3-2 19 0,-2 4 0 0,0 1-431 16,-2 1 228-16,-1 2 114 0,0 0-256 0</inkml:trace>
  <inkml:trace contextRef="#ctx0" brushRef="#br0" timeOffset="99500.02">25219 13112 1444 0,'0'-12'0'0,"0"9"0"0,0 1 0 0,0 0 0 0,-2 2 0 0,1 0 0 0,1 13 0 0,0 11 0 0,0 7 351 0,0 6-158 0,0 2-81 15,0-1 52-15,0 13-69 0,0-6-32 0,0 2 1 16,0 3-60-16,0 0 1 0,1 0 36 16,1-2-8-16,0 1-196 0,-1-5 98 0,2-8 49 15,-2-2-393-15,1-8 223 0,0-9 44 16,-2-3 74-16,2-11-432 0,-2-3 234 0,2-12 116 15,-1-17-156-15</inkml:trace>
  <inkml:trace contextRef="#ctx0" brushRef="#br0" timeOffset="99699.24">25206 13114 847 0,'0'-29'0'0,"6"10"0"0,3 3 0 0,4 1 0 0,6 0 0 0,-1 4 199 16,7 2-83-16,1 5-42 0,2 1 189 15,4 3-107-15,0 0-65 0,-2 10-30 16,-1 3 9-16,1 4 0 0,-4 4-37 0,-1 2-13 15,-7 0-8-15,-3 0 21 0,-5 4-1 0,-9-1-71 16,-1-2 35-16,0 0 9 0,-12 4-44 0,-9-5 35 16,-6 0 1-16,-3-3 31 0,-2-4-152 0,-6 1 54 15,-4-4 38-15,10-6-5 0,-4 1-84 0,2-3 40 16,4 0 35-16,10-1-278 0,1-1 149 0,10-2 72 16,5 2 34-16,4-2-174 0</inkml:trace>
  <inkml:trace contextRef="#ctx0" brushRef="#br0" timeOffset="100308.13">25786 13433 222 0,'12'0'0'0,"-1"-4"0"0,-4-3 0 0,-3-5 0 0,-4-1 0 0,0-4 356 0,0 1-154 0,-9 0-88 0,0 1-41 16,-5 2 129-16,3 2-85 15,-2 3-42-15,0 7 46 0,-2 1-48 0,-2 0 0 16,0 12-41-16,-1 13 27 0,4 3 0 0,1 3-18 15,2 2-30-15,5 0 22 0,2 5 0 0,4-8 0 16,0 1-25-16,1-7 33 0,11 3-9 0,1-9 1 16,4-3-73-16,1-2 37 0,4-6 16 0,-1-4-121 15,0-3 55-15,6 0 33 0,-4-8 6 0,-1-11-53 16,1-6 28-16,-1-4 21 0,-1-8-134 0,-5-1 70 16,0-3 19-16,-4-8 22 0,2-5-114 0,-3-13 65 15,0 0 27-15,1-1 0 16,-6-1-24-16,2 5 27 0,-6 14-8 0,1 0 174 15,-3 17-69-15,0 6-35 0,0 4 0 0,-3 7 107 16,-2 5-71-16,0 5-30 16,3 4 338-16,-4 2-171 0,1 6-54 0,-3 16-52 0,0 8 109 0,-1 11-77 15,2 7-34-15,-2 6 0 0,1 12 79 0,0-4-57 16,5-8-20-16,-3 16 11 0,3-18-23 0,3 5 0 16,0-4-25-16,0 1-32 15,0-12 8-15,0 9 24 0,7-13-217 0,0-3 109 16,-1-10 54-16,5-5 28 0,-5-10-398 0,3-4 166 15,2-6 106-15,3-6 54 0,-3-19-281 0,4-5 156 16,-4-6 72-16,2-10-125 0,-1 7 105 0,-3 5 54 16,0-4 25-16,-1 4 47 0,-1 8-28 0,1-6 8 15,0 12 109-15,1-3-54 0,-2 6-28 0,1 8 1 16,-1-1 332-16,1 4-160 0,1 4-98 0,2 2 25 16,1 0 295-16,1 0-167 15,-2 12-87-15,0 3 52 0,2 6-78 0,-3 4-38 16,-1 1 1-16,-1 4 7 0,-5 0-14 0,1 1-9 15,-3-2-46-15,-1 3 0 16,0-2 22-16,-10-2 1 0,-5 0-103 0,-4-3 47 0,-2-5 28 16,-4-1-68-16,2-3-121 0,-4-8 77 0,5-2 63 0,-8-2-365 15,11-4 192-15,2 0 75 0,1 0 55 0,9-12-236 16,4-4 137-16,3-7 80 0</inkml:trace>
  <inkml:trace contextRef="#ctx0" brushRef="#br0" timeOffset="100500.73">26414 13215 983 0,'7'-3'0'0,"-4"0"0"0,-3 3 0 0,0 0 0 0,-6 3 0 0,-15 9 0 0,-2 7 223 0,-2 3-94 15,2 5-49-15,0 1-23 0,0 0 350 0,7 3-179 16,2-1-102-16,5-2 142 0,9 0-117 0,0-2-60 16,0 1-28-16,7-5-84 15,10 4 23-15,2-7 0 0,5 0-266 0,5-4 149 16,2-4 73-16,1-1 46 0,2-7-462 0,-1-3 196 15,-2 0 133-15,0 0-247 0,-2-8 172 0,-4-3 77 16</inkml:trace>
  <inkml:trace contextRef="#ctx0" brushRef="#br0" timeOffset="100649.1">26628 13401 806 0,'-15'-8'0'0,"6"1"0"0,3 3 0 0,0 2 0 0,4 1 0 0,2-1 0 0,0 0 0 0,0 0 200 0,12 0-84 16,11 0-42-16,-2 1 148 0,8-3-98 0,-1 1-46 15,1 3-17-15,0 0-28 0,1 0 0 0,0 0 8 16,-1 0-342-16,-3 0 167 0,-4 0 83 0,1 0-412 16,-2 0 232-16</inkml:trace>
  <inkml:trace contextRef="#ctx0" brushRef="#br0" timeOffset="100819.2">26797 13103 992 0,'-11'0'0'0,"5"0"0"0,1 0 0 0,4 1 0 0,1 9 0 0,0 6 0 0,0 8 0 0,0 4 0 0,0 4 318 0,0 4-142 16,1 3-64-16,3 5-43 0,1 0 58 0,-1-1-46 15,-1 2-25-15,1 2-232 0,-2-4 112 0,-2 10 44 16,0-9 27-16,0-10-400 16,0-2 212-16,2-10 108 0,3-6-233 0</inkml:trace>
  <inkml:trace contextRef="#ctx0" brushRef="#br0" timeOffset="101111.4">27218 13218 1043 0,'0'5'0'0,"0"7"0"0,0 11 0 0,-4-1 0 0,-4 5 0 0,1 5 0 0,-3 8 0 0,5-5 265 0,1 12-120 15,4-13-56-15,0 4 114 0,1-3-85 0,11-3-43 16,6-2-12-16,3-3 2 0,2-7 1 0,2-5-33 15,1-6-62-15,1-5 30 0,-7-4 9 0,8 0 23 16,-4-16-110-16,-2-11 54 0,1-6 28 16,-6-3 1-16,-7 0-121 0,0-13 35 0,-5 2 45 0,-3-2-45 15,-2-3 37-15,0-3 0 0,-6 1-4 0,-9 1-33 16,-5 5 30-16,1 6-9 16,-4 11 58-16,-3 2-25 0,-5 10-3 0,-2 10 5 15,-3 6 62-15,-6 3-28 0,7 12 0 0,1 11-189 16,10 0 71-16,0 8 43 0,5 3-1 0,2 9-229 15,5 1 131-15</inkml:trace>
  <inkml:trace contextRef="#ctx0" brushRef="#br0" timeOffset="101358.76">27011 13668 1310 0,'-16'-6'0'0,"7"-2"0"0,4 1 0 0,1-5 0 0,2-2 0 0,2-1 0 0,2 2 0 0,16-3 0 0,5 4 115 0,4 0-41 15,5 3-20-15,-1 3 86 0,3 4-58 0,-1 2-24 16,3 2-1-16,-4 11-37 0,1 4 13 0,-5 4 8 16,1 2-76-16,-4-1 34 0,2 1 0 0,-5-5 33 15,6 2-67-15,-1-2 42 0,-1-5-8 0,0-4 21 16,2-4-74-16,0-2 18 0,3-3 26 0,-1-3-215 16,0-13 110-16,3-10 35 15,-3-4 34-15,-1-4-292 0,-4-5 153 0,2-6 68 16,-2-5-159-16,-3-15 121 0,-5-5 61 0,-6-6 31 15</inkml:trace>
  <inkml:trace contextRef="#ctx0" brushRef="#br0" timeOffset="101802.59">27961 12872 1152 0,'3'-29'0'16,"0"11"0"-16,-3 8 0 0,0 4 0 0,2 3 0 0,-2 3 0 0,2 0 0 0,-1 9 135 0,1 15-52 0,0 4-25 0,3 12 262 0,-5 0-136 16,3 14-79-16,-1 0-36 15,0 5 104-15,-2-1-70 0,1-1-35 0,2-3-31 16,-2-3-4-16,0-1 0 0,2-5 0 0,-1-9-68 15,1-1 33-15,1-6 9 16,1-7 26-16,-3-7-140 0,-2-6 70 0,3-1 35 0,-3-8-198 0,0 0 108 16,0-4 12-16,0-12 39 0,-9-7-11 0,3 1 0 15,-3-5 9-15,-2 7 14 0,-3-11 35 0,1 7-1 16,-1 1-35-16,-2 3 36 0,2 5-6 16,-2 2-23-16,-1 0 115 0,-2 5-52 15,0 4-15-15,0 2-1 0,1 2 46 0,1 0-34 16,0 14-10-16,2 6 1 0,4 3 18 0,4 2 0 15,7-3-10-15,0 9-21 0,0-2-31 0,0-1 33 16,16-2 8-16,3-1-67 0,2-7 32 0,8-2-3 16,1-5 18-16,2-8-285 0,0-3 123 0,3 0 75 15,-3-13-348-15,0-6 204 0,-5-5 96 0,-1-3 50 16,-3-2-178-16,-2-3 113 0,-5-3 48 16,0 5-9-16,-5-1 37 0,-6 3 0 15,2 5 37-15,-5 1 72 0,-2 4-44 0,0 5 8 16,0 5 314-16,0 1-174 0,0 4-89 0,0 1-43 15,0 2 432-15,0 0-218 0,0 12-40 0,3 4-76 16,4 5 37-16,1 3-56 0,-2-1-21 0,7 7-8 16,-4-4-175-16,5-1 73 0,-1-1 37 0,6-2-372 15,-3-10 212-15,3 1 95 0,2-6-259 0,5-5 166 16,-3-2 19-16</inkml:trace>
  <inkml:trace contextRef="#ctx0" brushRef="#br0" timeOffset="101965.93">28505 13174 1196 0,'0'-19'0'0,"3"8"0"0,-1 3 0 0,-2 5 0 0,0 0 0 0,0 3 0 0,0 6 0 0,-15 24 0 0,-5 10 0 0,-12 16 416 0,-5 8-192 0,-7 12-87 0,-21 37 305 0,-5 4-205 0,-11 16-102 16,-22 27-51-16,-3-6 44 0,3-7-40 0,-23 39-31 16,12-11-709-16,14 14 342 15,11-3 172-15,10-15 85 0</inkml:trace>
  <inkml:trace contextRef="#ctx0" brushRef="#br0" timeOffset="113141.34">15423 16287 447 0,'0'0'0'0,"0"0"0"0,0 0 0 0,0 0 0 0,0 0 0 0,0 0 0 0,-2 0 0 0,0 0 0 0,0 0 106 0,1-1-37 0,1-1 0 0,-3-1 50 16,3 2-43-16,0 0-14 15,0-2-8-15,0 1 19 0,0 2 1 0,0-1-42 16,0 1 40-16,0 0-31 0,0 0-8 0,3 0 0 16,-2 0 47-16,3 0-23 0,0 1-1 0,-1 6-15 15,-1 6 62-15,2 0-36 0,-2 3 1 0,1 2 45 16,-1 3-40-16,0 1 7 0,1 5-47 0,-3-2 16 16,2-1-16-16,-2-4-1 0,1 4-38 0,1-4 47 15,0-3-8-15,0-3-1 0,0 0-114 0,-1-4 57 16,1-3 29-16,0-2 8 15,0-2-267-15,-2-3 134 0,2 0 40 0,-2 0-297 16,0-14 156-16,0-3 86 0,0-9 56 0,0 2-291 16,0-3 169-16</inkml:trace>
  <inkml:trace contextRef="#ctx0" brushRef="#br0" timeOffset="113555.28">15398 16194 866 0,'0'-6'0'0,"0"2"0"0,-2 3 0 0,2-2 0 0,-1 3 0 0,-1 0 0 0,2 0 91 15,0 0-29-15,0-2-1 0,9 0 226 0,6 1-128 16,2-1-54-16,2-1-41 0,-1 2 125 0,5 0-78 16,0-2-39-16,0 3 0 0,-2 0-44 0,2 0 5 15,0 0 0-15,-3 0-62 0,1 0 31 0,-2 0 0 16,-1 0 15-16,-2 0-7 0,-2 0 22 0,0 0 1 16,-3 0 14-16,-2 0-28 0,1 3 18 0,-3-2-39 15,-1 0 63-15,-1 4-49 0,-1-4 9 16,1-1 48-16,-4 2-15 0,1-2 4 0,0 0-30 0,0 2 33 15,-2 1 0-15,2-3-28 16,-2 1 35-16,2 1-35 0,-2 0 0 0,1 1 0 16,-1 2 6-16,2 0-6 0,-2 1 7 0,0-1-7 15,0 2-4-15,2 1 4 0,-2-1 0 0,0 3-28 16,0-2 36-16,0 7-9 0,0-2 1 0,0 0-41 16,0 1 1-16,0 2 32 0,2-1-42 0,0 2 14 15,-1 2 1-15,1 0 16 0,0-1-68 0,0 0 31 16,3 0 5-16,-4 1 20 15,1-2-57-15,0-1 22 0,0-1 0 0,0-2-140 16,-2 0 79-16,0-5 30 0,0-1 24 0,0-2-232 16,0-2 119-16,0-3 60 0,0 0-235 0,0 0 152 15,-8 0 71-15,0 0 36 0,1-5-333 0,-2-6 184 16,0-2 85-16,-3-2 54 0</inkml:trace>
  <inkml:trace contextRef="#ctx0" brushRef="#br0" timeOffset="113782.83">15469 16390 1215 0,'-11'0'0'0,"4"0"0"0,-1 0 0 0,4 0 0 0,2 0 0 0,1 0 0 0,1-6 0 0,0 2 58 0,3-4 294 0,11 3-151 15,2-1-88-15,3 0-41 0,2 0 81 0,1 3-60 0,-1 1-31 0,2-1-90 16,-5 2 27-16,3 1-1 0,-3 0-70 15,-2 0 53 1,-2 0 26-16,-3 4 8 0,-2 0-261 0,-2 3 139 0,-2-3-364 16,-2 1 228-16,-1 0 81 0,-2 3 56 0,0-2-280 15,0 4 177-15</inkml:trace>
  <inkml:trace contextRef="#ctx0" brushRef="#br0" timeOffset="113956.37">15543 16509 1038 0,'-2'0'0'0,"2"5"0"0,0 1 0 0,0-2 0 0,0-1 196 16,6 2-82-16,5-3-41 0,2 1 1 0,2 0-33 0,4-3 188 15,1 0-97-15,1 0-51 0,-2 0-98 16,-1 0 24-16,2 0 9 0,-8 0 17 0,0 0-372 0,-3 0 187 16,-3 0 92-16,-4 0-496 0,-1 0 271 0</inkml:trace>
  <inkml:trace contextRef="#ctx0" brushRef="#br0" timeOffset="114247.74">15205 16774 1821 0,'-17'0'0'0,"4"0"0"0,5 0 0 0,4 0 0 0,4 0 0 0,-2 0 0 0,2 0 0 0,2 0 0 0,14-2 206 0,8-5-86 0,5-2 56 15,8-1-72-15,4-1-35 0,-2 3 8 16,12-4-58-16,0 3 14 0,-3 0 0 0,2 2 0 16,-4-1-1-16,-4 5-16 0,10-4 17 0,-10 4-1 0,-5 1-55 15,1 0 28-15,-3 0 0 0,-7 1-96 16,6-2 49-16,-11 3 34 0,0 0-6 0,-7 0 1 0,-2 0-120 16,-5 0 67-16,-4 0 17 0,-1 0-70 15,-1 0 43-15,-3 0 29 0,0 0-1 0,-5-2-9 0,-8 1 4 16,-4-4 1-16,-3 2 8 15,-5-1-187-15,3 3 99 0,-3 1 42 0,-5 0-352 16</inkml:trace>
  <inkml:trace contextRef="#ctx0" brushRef="#br0" timeOffset="114450.46">15387 16754 1374 0,'0'0'0'0,"0"1"0"0,0 3 0 0,0 2 0 0,0-2 0 0,0 4 0 0,0 2 63 0,0 4 171 0,0 0-100 16,0 2-51-16,0 5-17 0,2 6 94 0,0-5-64 15,2 4-204-15,-1-1 70 0,-1-3 44 0,4 6-8 16,-3-7-398-16,-1-1 217 0,3-1 107 16,-2-7 55-16,1-1 35 0,1-5-598 0,-1-4 275 15</inkml:trace>
  <inkml:trace contextRef="#ctx0" brushRef="#br0" timeOffset="114721.87">15600 16706 558 0,'2'-4'0'0,"-1"2"0"0,1 2 0 0,-2 0 0 0,0 0 0 0,0 10 0 0,0 5 519 16,0 1-247-16,0 8-120 0,0 2 298 15,0 2-209-15,2 2-104 0,0 4 86 16,3 0-99-16,3 1-46 0,-1 3-116 15,3 5 35-15,-1-4 0 0,-4-5 44 0,5 11-112 16,-4-5 51-16,-1-7 27 0,-1 5 0 0,0-2 25 0,-3-4-197 16,1-1 94-16,0-4 52 0,-2-5-231 15,0-1 119-15,0 0 10 0,0-4-32 0,0-6 65 0,0-3 27 16,-5-1-51-16,-1-5 39 0,1-2 1 0,-3 0 31 16,0 0-132-16,1-6 71 0,-2-9 34 15,-1-5 1-15,1-5-80 0,-4-5 50 0,-1-10 36 16</inkml:trace>
  <inkml:trace contextRef="#ctx0" brushRef="#br0" timeOffset="114871.47">15448 16979 781 0,'0'-10'0'0,"-5"1"0"0,5 3 0 0,0 0 0 0,0 1 0 15,0 2 0-15,0-4 55 0,3 1-14 0,8 2 190 0,-1 0-99 0,6-2 41 0,-3 2-71 0,2 0-26 0,-2 3-9 16,3-4-220-16,-2 4 93 0,-3-1 46 0,1 2 24 0,-3 0-501 15,-2 0 250-15</inkml:trace>
  <inkml:trace contextRef="#ctx0" brushRef="#br0" timeOffset="115021.52">15519 17051 1096 0,'-2'0'0'0,"-2"0"0"0,4 0 0 0,0 0 0 0,0 0 0 0,0 0 0 0,0 0 0 0,2 0 0 0,5 0 132 0,4 0-42 0,1 0-32 0,-1-1 0 0,0-1-125 16,1 1 51-16,-3-3-368 16,0 4 216-16,-1-2 96 0,-1 2 53 0</inkml:trace>
  <inkml:trace contextRef="#ctx0" brushRef="#br0" timeOffset="115440.42">15485 17258 877 0,'-16'12'0'0,"2"1"0"0,5-3 0 0,-1 5 0 0,4-8 0 0,3-2 60 0,1-1 61 16,2-1-45-16,0 0-21 0,3-3 188 0,10 0-97 16,4 0-60-16,6-13-86 0,-1-5 33 0,3-4-1 15,-1-4 1-15,1-5-282 0,5-6 137 0,-4 1 72 0,0 2-86 16,0 1-14-16,-1 7 82 16,0-5 49-16,-3 7-69 0,0 4 32 0,-4 9-13 0,-2-2 127 15,-1 9-63-15,0 1-9 0,-1 3-29 0,-3 0 0 16,-1 3 284-16,-1 9-135 15,-2 4 168-15,-2 0-133 0,-1 7-41 0,-2-3-43 16,-2 7 20-16,0-2-28 0,0-3 9 0,0 1-35 0,-7 0-73 16,-2-3 37-16,-5-2 0 0,1-5 36 0,0-2-75 15,-2-2 33-15,-1-7 21 0,-2-2 0 0,4 0-248 16,-2-2 126-16,2-14 32 0,-2-6-1 0,3-2-51 16,3-5 28-16,1 3 133 15,4-4-37-15,3 11-9 0,2-6 318 0,0 7-159 0,0 0-76 0,2 8 169 16,5 0-105-1,8 4-59-15,2 4-1 0,6 2 283 0,1 0-161 16,3 14-80-16,0 3-41 0,5 5 211 0,3 9-130 16,-2 1-60-16,-1-3-31 0,2 6-83 15,1-3 27-15,-5-7 8 0,8 5 18 0,-8-10-542 16,0-2 271-16,-2-4 135 0,-1-3 68 0,-6-6-801 16,-1-3 382-16,-3-2 210 0</inkml:trace>
  <inkml:trace contextRef="#ctx0" brushRef="#br0" timeOffset="116592.6">16411 16297 543 0,'0'0'0'0,"0"0"0"0,0 0 0 0,0 0 0 0,0 0 0 0,0 0 79 0,0 0-46 0,0 0-1 15,0 0 124-15,0 0-61 0,0 3-32 0,3 4 9 16,5 4 97-16,-3 2-68 0,2 2-34 0,-2 7 0 16,-1 3 39-16,-3 5-28 0,-1 2-9 0,0 6-22 15,0 3-15-15,0 1 1 0,0 2 0 0,-7-7-16 16,-3 12-9-16,1-7 25 0,0-3-37 0,0-7 0 16,-3-2 37-16,5-4 8 15,-4-2 14-15,1-3-1 0,2-6-28 0,-1-2 5 16,3-6 94-16,2 1-38 0,1-6-32 0,1 1 140 15,2-2-81-15,0-1-40 0,0 1 7 0,2 3 39 16,11-2-44-16,4 3-22 0,4-2 21 0,3 3-21 16,-4-2 9-16,3 1-31 0,0 1-42 0,3 1 22 15,-6-1-1-15,3 3 22 0,-2 1-206 0,-5 0 100 16,4-1 52-16,-8 2-407 0,2-2 193 0,-5-1 115 16,-2 1 12-16,-1-4-402 0,-1-1 239 0,-2-1 119 15,-1-3-140-15,-2 0 130 16,0-3 56-16</inkml:trace>
  <inkml:trace contextRef="#ctx0" brushRef="#br0" timeOffset="117232.03">16619 16550 1025 0,'6'-9'0'0,"-2"2"0"0,-1 7 0 0,3 0 0 0,-5 7 0 0,1 15 0 0,-2 1 0 0,0 6 0 0,0 1 389 0,0 5-183 0,0 8-86 0,0-1-44 15,-7 2 132-15,-4 2-88 16,-3-5-35-16,-4 11-172 0,1-6 60 0,-3-3 29 15,-1-4-189-15,-2-3 110 0,0-7 63 0,0-2 19 16,-6-4-113-16,3-6 55 0,-2-6 40 0,-1-6-66 16,7-5-287-16,-7 0 149 0,6-5 92 0,2-16-82 15,2-3 87-15,4-9 43 0,3 2 15 0,7-5-83 16,-1 3 56-16,6 2 28 16,0 3 152-16,0 7-63 0,0 0-38 0,0 0 8 15,0 6 112-15,4-1-72 0,3 3-35 0,1 3 0 16,1 0 406-16,2 0-162 0,5 1-119 0,-2 2 9 15,6-3 129-15,4 0-117 0,-2 3-50 0,10-2-141 16,-2 2 37-16,5-5 0 0,-3 5 38 0,1-4-281 16,1 6 149-16,0 0 62 0,-2 3-243 0,0-1 120 15,-2 2 82-15,-6 1-20 0,6 0-22 0,-10 0 24 16,1 0 32-16,-3 0 56 0,-7 0-1 0,-1 0-32 16,-4 0 8-16,-1 0 202 0,-4 0-101 0,1 0-50 15,-2 1 321-15,0 4-155 0,0 0-93 0,0 5-4 16,-2-3 238-16,1 2-146 15,-1 0-73-15,2 1-28 0,0 3 10 0,0 1-27 16,0 0 0-16,3 1-61 0,5 3-1 0,4-3 42 16,2 1-8-16,2 6-87 0,0-5 43 0,0-2 23 15,-2 3-85-15,2-1 61 0,0 1 6 0,-5-3-1 16,1 5 2-16,-5-4-8 0,-4 1 1 0,-1 2-17 16,0-1 168-16,-2 0-66 0,0-2-31 0,-2 2 0 15,-5-3 47-15,-5-2-22 16,0 0-7-16,-1 0-6 0,-3-3 13 0,2-2-34 15,-2 0-189-15,0-4 105 0,0-2 39 0,2-2 22 16,-2 0-301-16,2-2 147 0,0-10 53 0,1-3 43 16,3-3-158-16,1 0 87 0,6-3 43 0,-1 0 69 15,4 0-25-15,0 0-9 0,0 3 8 0,5-1 178 16,8 2-89-16,4-4-44 0,3 4 134 0,0-1-89 16,6-1-10-16,-1 1-29 0,3 4 8 15,-2-1 0-15,1 0 23 0,-6 3-30 16,7 1-442-16,-5-2 208 0,-2 6 99 0,-1-3-449 15</inkml:trace>
  <inkml:trace contextRef="#ctx0" brushRef="#br0" timeOffset="117506.93">17124 16524 1360 0,'0'-10'0'0,"0"2"0"0,0 6 0 0,0-3 0 0,2 0 0 0,9-3 0 0,4 1 0 0,8-2 343 0,5-3-155 15,-1-1-70-15,6 1-46 0,-1 2 48 0,-2 0-44 16,0 2-22-16,-10 7-67 0,5-1 30 0,-4 2-7 16,-5 0 23-16,-2 0-59 0,-5 9 30 0,-3 3 0 15,-3 1 68-15,-1 2-8 0,-2 0-31 0,0 2 0 16,0-1 81-16,-5-1-40 0,-3 3-5 0,-1-2-38 16,-1-1-27-16,1 1 29 15,-2-1 0-15,-1-2-305 0,3 0 153 0,-2-3 67 16,-1 3 38-16,1-5-467 0,0 0 220 0,3-2 120 15,-1-2 21-15,0-4-155 0,-1 0 122 0,1 0 60 16,2-10-258-16,-2-6 159 0</inkml:trace>
  <inkml:trace contextRef="#ctx0" brushRef="#br0" timeOffset="117934.8">17271 16573 32 0,'-2'-15'0'0,"-2"5"0"0,2-1 0 0,-1 6 0 0,3 0 0 0,0 4 344 16,0-1-156-16,0 2-77 0,0 2 63 0,0 12-74 16,0 0-34-16,0 5 0 15,0 5 190-15,0 1-112 0,0-4-47 0,0 3-36 16,0-4 77-16,0 0-53 0,-1-2-26 0,-3-7-2 15,0-1-16-15,3-5-9 0,-1-1 1 0,2-3 11 16,0-1-12-16,0 0 1 0,0-2-39 0,7-12 15 16,5-1 1-16,4-4 22 0,3 3-32 0,0-2-1 15,2 5 42-15,3-3-45 0,-3 2-70 0,-3 5 38 16,3-1 25-16,-1 5 3 16,-2 2-17-16,-1 2 6 0,-4 1 1 0,0 0 152 0,-3 1-62 0,-1 12-34 15,-2 1 186-15,1 2-98 16,-4 6-51-16,0 4-11 0,-1 1 70 0,-1 1-43 15,2-1-33-15,-3 7 0 0,3-2 105 0,2 0-65 16,0 1-32-16,-1-2 9 0,3 1-9 0,-1-2-33 16,-2 0 0-16,2-1-56 0,-2-2 28 0,-3-4 8 15,2 6-85-15,-4-8 53 0,0 1 25 0,0-4 1 16,-2-3-166-16,-7-4 76 0,-5 1 46 0,-2-7-4 16,-7 1-76-16,-2-4 29 0,-1-2 38 15,-4 0-165-15,-2-2 96 0,-2-8 43 16,-5-7 21-16,4-2-82 0,6-2 52 0,-1-4 18 15,4-1-12-15,5 3 24 0,4 1-1 0,6 3 23 16,0 2 87-16,7 4-52 0,2-4-13 0,2 7 0 16,0-6 36-16,9 3-28 0,10-3-1 0,-2 1-17 15,9-1-8-15,1-3 36 0,1 2-30 0,2-2-273 16,-2 2 133-16,4-2 65 0,4-3-431 0</inkml:trace>
  <inkml:trace contextRef="#ctx0" brushRef="#br0" timeOffset="118102.45">17759 16299 1634 0,'7'-18'0'16,"-3"13"0"-16,0 2 0 0,-1 2 0 0,-1 1 0 0,0 2 0 0,-2 14 0 0,0 8 215 0,0 6-91 0,-6 7-46 0,-4 5-22 16,-6 3 90-16,1 4-61 0,0-1-26 0,-1 2-1 0,0-3-133 0,1-5 54 15,2-8 35-15,0 0-427 16,2-5 223-16,1-11 111 0,3-6 56 0,-2-3-632 0</inkml:trace>
  <inkml:trace contextRef="#ctx0" brushRef="#br0" timeOffset="118268.12">17770 16431 1923 0,'23'-14'0'0,"-1"7"0"0,0 2 0 0,-1 4 0 0,0 1 0 0,-2 0 0 0,-2 11 0 0,3 5 0 0,-1 0 249 0,-2 1-108 16,0 2-55-16,0 2 25 0,-4-5-31 0,0 5-8 15,0-2-228-15,-4 0 94 0,0-4 48 0,0-2 23 16,-4-2-470-16,-1-2 243 0,-2-1 125 0,-2 1 64 16,0-2-636-16</inkml:trace>
  <inkml:trace contextRef="#ctx0" brushRef="#br0" timeOffset="118442.66">17731 16674 1280 0,'-18'5'0'0,"8"-2"0"0,4 2 0 0,1 1 0 0,5-2 0 0,0-2 0 0,3-1 0 0,12 1 378 16,8-2-165-16,7 0-94 0,0 0 72 0,3-2-80 16,1-5-39-16,0 0 1 0,-2 0 0 0,-6 0-41 15,-5 2 1-15,-1 0 0 0,-4 2-438 0,-5 1 218 16,-4 1 119-16,-3 1-580 0,-2 0 324 16</inkml:trace>
  <inkml:trace contextRef="#ctx0" brushRef="#br0" timeOffset="118588.27">17837 16880 1285 0,'-7'10'0'0,"-2"-1"0"0,7 1 0 0,0 0 0 0,2-3 0 0,0 0 0 0,0 1 108 0,0-2 455 15,2-2-504-15,7 3-26 16,-1-2-21-16,1 1-1 0,-1-1 22 0,-1 0 8 0,2 0-8 0,-3 1 0 0,2-2-385 16,-3-3 193-1,1 1 104-15,-1-2-513 0,1 0 294 0</inkml:trace>
  <inkml:trace contextRef="#ctx0" brushRef="#br0" timeOffset="118694.98">17924 16940 1071 0,'0'-3'0'0,"0"1"0"0,0 0 0 0,0 1 0 0,0 1 0 0,0 0 0 0,0 0 0 0,0 0 156 0,0 0-62 0,0 0-31 0,5 0 105 16,3 0-71-16,0 0-33 0,-1 0-349 0,1 1 158 16,1-1 81-16</inkml:trace>
  <inkml:trace contextRef="#ctx0" brushRef="#br0" timeOffset="118974.93">18136 16845 556 0,'4'2'0'0,"1"2"0"0,-3 3 0 0,2 1 0 0,-4-1 0 0,0 6 224 0,0 0-87 16,-9 5-56-16,-4 2 217 0,-2 1-133 0,-5 3-66 16,-1 2-33-16,-2-4-64 0,-2 2-8 0,0-2 39 15,-2 0-114-15,-3-4 56 16,-2-5 30-16,0-2 7 0,-1-2-2 0,2 0 0 15,3-5 22-15,6 1 1 0,1-4 165 0,8 1-75 16,-1-2-75-16,7 0 153 0,3 0-85 0,2 0-41 16,2 0-21-16,0 0 174 15,13 0-102-15,10 0-47 0,3-3 7 0,6-3-27 0,2-1 0 0,3 0-18 16,2 0-148-16,0 0 70 0,-2 1 35 0,-1-1-1 16,-4 5-419-16,-6-3 234 0,2 4 57 15,-5-3-271-15,-5 2 139 0,0 1 115 16,-8-2-399-16,-2 1 261 0</inkml:trace>
  <inkml:trace contextRef="#ctx0" brushRef="#br0" timeOffset="119731.07">18290 16423 1502 0,'8'-13'0'0,"4"7"0"0,2 4 0 0,3 2 0 0,-2 0 0 0,-1 0 0 0,0 0 0 0,1 2 0 0,-2 7 85 0,2 3-26 0,-3 8-88 0,-3 1 26 16,-5 1 1-16,-3 7 35 0,-1-1-260 0,0 6 130 16,-10 2 73-16,-10 3 24 0,4-2-169 0,-3-1 90 15,-2 2 45-15,4-8 22 0,-2-1 17 0,3-2-29 16,4-6-42-16,1-3 353 0,6-7-151 0,3-1-75 16,2-4-22-16,0 0 145 15,2-6-52-15,14 0-56 0,1 0 66 0,8-3-54 16,-5 0-20-16,6-3-8 0,-5 1-62 0,2 4-1 15,-3 1 36-15,-1 0 0 0,-6 6-72 0,-3 9 31 16,-2 4 1-16,-5 5 43 0,-3 1-4 0,0-1 1 16,0-1-33-16,-5 5 0 0,-5-7 19 0,1-1-10 15,-2-3-21-15,3-7 29 0,2-1-3 0,0-6 6 16,1-1-156-16,1-2 73 0,4-4 37 0,0-16 0 16,0-7-334-16,8-4 157 15,1-9 91-15,3-1-304 0,-1 0 191 0,0-1 97 16,0 9 39-16,0-5-66 0,-1 0 61 0,1 4 31 15,-2 3 100-15,1 0-36 0,1 7-7 0,0-2-27 16,-1 6 391-16,1 2-195 0,2 3-98 0,2 4-57 16,2 1 557-16,2 3-205 0,2 1-164 0,1 3 112 15,4 1-137-15,-3-1-61 16,7 2-43-16,-2-1-15 0,1 0-19 0,-5 0 0 16,-2 1-283-16,-1-1 150 0,-2 0 62 0,-4 0 35 15,-6 2-113-15,-1 0 74 0,-4 0 37 0,-2 0-18 16,-2 0-217-16,-2 4 55 0,-10 3 79 0,-1 3 179 15,-1-2-52-15,-4 1-35 0,3 2 8 0,0-2 351 16,2 2-183-16,3 3-69 0,1-1 360 0,2 0-190 16,3 4-119-16,3 0-55 15,1 3 42-15,0 1-48 0,0 5-26 0,1-5 9 0,5 8-11 0,3-6-22 16,-2 2-1-16,0-4-277 0,0-1 138 0,0 1 79 16,-1-5-423-16,-1 0 209 15,-3-5 128-15,3-2 0 0,-4-3-392 0,1-2 228 16,0-3 127-16,-2-1 59 15,0 0-138-15,0 0 99 0,0-4 47 0,0-3 18 0,0-4 8 0,0 2 25 16,0-2 185-16,0-1-92 16,0 3-46-16,0-3-32 0,2-1 396 0,1 6-205 0,3-4-103 15,1 3 312-15,3 0-186 0,-1 3-41 0,2-2-65 0,3 4-22 16,-5 2-35 0,0-1 0-16,3 2 0 0,-3 0-87 0,-2 0 40 0,3 2 23 15,-2 3-406-15,-3-1 214 0,-1 0 109 16,-2 2 61-16,-1-3-620 0,-1 1 300 0,0 0 150 15</inkml:trace>
  <inkml:trace contextRef="#ctx0" brushRef="#br0" timeOffset="120033.72">18724 16801 1037 0,'-13'0'0'0,"3"0"0"0,3 0 0 0,2 0 0 0,1 0 0 0,2 0 0 0,2 1 291 0,0 6-130 0,0 7-55 0,2-3-41 16,7 6 170-16,-2 2-100 0,2-1-52 0,-2 5-64 15,-4-1 22-15,3 3-8 0,-4-2-1 0,-2-2-326 16,0 2 164-16,0-1 81 0,-11-2-299 0,-3-2 183 16,0-3 35-16,-4 1 66 0,2-7-137 0,-3-1 84 15,2-4 34-15,0-3 29 0,0-1 206 0,2 0-92 16,2 0-47-16,3 0 189 0,1 0-125 16,4-1-51-16,1-1-30 0,4-2 633 15,0-2-266-15,2 1-164 16,11 3 181-16,9-3-178 0,5 2-84 15,5-1-43-15,12 3 192 0,0-2-116 0,-3 3-52 0,14 0-37 0,-9 0-77 0,4 0 24 0,-4 0-392 16,0 0 208-16,-5 4 112 0,6 2 44 16,-8 0-365-16,-3-4 207 0,3 5 30 15</inkml:trace>
  <inkml:trace contextRef="#ctx0" brushRef="#br0" timeOffset="120186.31">19629 17131 2341 0,'0'0'0'0,"0"0"0"0,0 0 0 0,2 0 0 15,6 0 0-15,-2 2 0 0,-3 2 389 0,1-3-171 0,-2 1-96 0,-1-2-303 0,1 0 107 16,2 0 53-16,-2-7 27 0,1-6-294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20T06:15:45.2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10925 6267 457 0,'-2'-4'0'0,"-5"0"0"0,4 2 0 0,-3 1 0 0,1 1 137 0,-3 0-56 0,5 0-25 0,-7 0 1 16,4 0 108-16,-1 0-58 0,2 1-41 0,-1 8-1 15,1-5 7-15,2 6 1 16,-1-2-41-16,2 0 9 0,1 2-25 0,-1 0 17 16,2-1 0-16,0 2-18 0,0 2 18 15,0-2 8-15,0 6 35 0,0 1-22 0,-2 0 0 16,2 1-21-16,0-1 24 0,0 4 8 0,0-3-32 15,0 3 0-15,0-3 33 0,2-2-34 0,1-3 1 16,6 0 8-16,2-1-69 0,-2-4 31 0,2 1-1 16,0-2-147-16,0-4 85 0,0 0 41 0,3-2-313 15,-5-2 154-15,3 0 85 0,-1 0 15 16,-2-6-152-16,-2-3 88 0,3-4 58 16,-6-2 26-16</inkml:trace>
  <inkml:trace contextRef="#ctx0" brushRef="#br0" timeOffset="384.1">11008 6256 1540 0,'0'-9'0'0,"0"8"0"0,0-3 0 0,-2 2 0 0,2-2 0 0,0 1 0 0,0-5 0 0,2 3 142 0,10-1-46 0,5 1 91 16,2-1-77-16,0 2-38 0,1 2-1 0,1 0-122 15,0 2 50-15,-3 0 13 0,-2 0 0 0,-2 4-78 16,-2 4 49-16,-3-1 25 0,-2 2-201 0,-3 4 108 15,-2-2 60-15,-2 5 28 0,0-1-189 0,-7 0 90 16,-6 2-11-16,-3-2 180 0,0-4-64 0,-3 2-1 16,0-2-51-16,0-1 330 0,0-1-142 0,1 0-77 15,1-2-16-15,8-2 142 0,-1 1-55 16,4-5-51-16,4 2 0 0,2 0 92 0,0 1-73 16,8 0-83-16,9-1 9 0,4 1 8 15,4 0-9-15,0 2-83 0,0 1 42 0,1 2 20 16,-1 3 1-16,-5 1-140 0,1-1 77 0,-2 4 41 15,-6 0-13-15,-3 0-119 0,-1 1 52 0,-7-1 41 16,-2 3-8-16,0-1 24 0,-2-2-20 16,-12-1 174-16,-2-2-72 0,-5-1-42 0,-6 1 5 15,3-5 37-15,0-3-25 0,-2-3-1 16,3-2-7-16,0 0-308 0,1 0 143 0,5-2 73 16,4-7 34-16,3-6-503 0,8-2 256 0,2-4 120 0</inkml:trace>
  <inkml:trace contextRef="#ctx0" brushRef="#br0" timeOffset="592.54">11325 6229 2006 0,'1'-8'0'0,"3"3"0"0,2 1 0 0,-3 1 0 0,1-2 0 0,1 1 0 0,3 1 0 0,3 3 0 0,3 0 185 0,1 0-76 15,2 3 247-15,1 13-166 0,1 1-78 0,-2 6-40 0,-2 3 52 0,0 3-45 16,-3 6-16-16,-5 8-7 0,-3-4-98 0,-3 3 37 15,-1-1 0-15,0 0-57 0,-5-5 55 16,-9 9 16-16,3-11-250 0,-3 1 137 0,-4-1 31 16,2-4 47-16,-3-1-602 0,2-6 302 0,2 0 146 15</inkml:trace>
  <inkml:trace contextRef="#ctx0" brushRef="#br0" timeOffset="9102.08">10872 8300 565 0,'-2'-13'0'0,"-2"3"0"0,2 2 0 0,-1 1 0 0,1-4 0 0,0 4 0 0,-1 2 154 0,1-1-60 0,1 0 35 15,1 4-16-15,0-2-32 0,0 3-8 0,0-1-17 16,0 2 1-16,0 0-24 0,0 0 8 0,0 0 31 16,0 0-7-16,0 0-33 0,-4 3 1 0,0 11 53 15,-1 2-19-15,-2 5-8 0,-3 2 0 0,2 2 1 16,-1 1-1-16,-3 2 61 16,3 0-36-16,2 2-30 0,-2-2 0 0,2-1 57 15,2 1-40-15,1 0 1 0,4-4-31 0,0 4 55 16,0-3-32-16,0-6 0 0,9-1-31 0,5 1-45 15,1-2 31-15,6 0-16 0,0-6-193 0,0 0 112 16,2-1 55-16,-2-3-400 0,2 1 194 0,-3-1 112 16,-1-1 18-16,-1-2-369 0,0 0 217 0,-4-3 109 15,-4 1 47-15</inkml:trace>
  <inkml:trace contextRef="#ctx0" brushRef="#br0" timeOffset="9412.23">11056 8343 1152 0,'3'-5'0'0,"1"4"0"0,1 1 0 0,-3 0 0 0,1 1 0 0,-3 8 0 0,0 7 0 0,0-2 173 0,0 7-74 0,0 3-33 16,-3 1-72-16,-4 3-1 0,0-2 40 16,-2-1 8-16,-3 3-142 0,3-7 66 0,-4-1 34 15,-3-3 0-15,4 0-2 0,-4-6 8 0,3-3 28 16,6-2 43-16,-3-4-24 0,3-1-49 0,5-1 292 15,-2 0-135-15,4 0-70 0,0 0-30 0,4 0 157 16,17-9-92-16,1-2-46 0,6-1-15 0,2 1 66 16,4 0-48-16,0 1-25 0,4 1 1 0,-1 0 13 15,-1 1-39-15,-1 2 1 0,-1 3-52 16,-2-1 26-16,-4 2-1 0,-3 1-259 16,-2 1 138-16,-3 0 74 0,-5 0 26 0,-6 0-486 15,0 0 217-15,-4 3 124 0,-3 1 42 0,-2-1-359 16,0-1 221-16,-4 0 112 0</inkml:trace>
  <inkml:trace contextRef="#ctx0" brushRef="#br0" timeOffset="9587.07">11242 8372 1187 0,'-6'0'0'0,"4"0"0"0,-1 0 0 0,1 5 0 0,-3 8 0 0,3 4 0 0,1 8 182 15,-1 1-75-15,2 3-29 0,-2 1 410 0,2 4-228 16,0-3-113-16,0 3 57 0,0-2-86 0,0-3-34 15,0 2-30-15,4-2-283 0,2-3 131 0,1-6 65 16,-1 1 33-16,1-3-517 0,0-2 270 0,0-9 141 16,0-3 69-16,0-4-456 0</inkml:trace>
  <inkml:trace contextRef="#ctx0" brushRef="#br0" timeOffset="9763.24">11458 8231 1907 0,'17'-10'0'0,"3"7"0"0,3 1 0 0,-4 2 0 0,1 0 0 0,3 13 0 0,-6 12 0 0,1 3 0 0,0 11 572 16,-7 3-270-16,-6 4-134 0,-3 3-68 0,-2 4 190 15,0-1-132-15,-4-1-63 0,-5-2-245 16,-5 0 91-16,2-4 47 0,-1-6-211 16,-4 8 124-16,2-15 66 0,-2 3 33 0,-1-6-813 15</inkml:trace>
  <inkml:trace contextRef="#ctx0" brushRef="#br0" timeOffset="12594.06">17088 8236 739 0,'-12'-5'0'0,"5"5"0"0,0 0 0 0,0 5 0 0,1 1 0 0,-2 2 0 0,1 1 183 16,-1 4-75-16,3 5-38 0,-3 0 122 0,2 5-84 16,1 3-37-16,1 0-1 0,0 2 47 0,4-1-42 15,0-5-13-15,0 8-2 0,0-5 0 0,6-1-27 16,3-3 0-16,3-2-22 0,1-1 30 0,2-3-8 15,1 0 0-15,0-5-131 0,0-1 66 0,0 1 32 16,-2-6 8-16,2-1-303 0,-1-1 154 0,0-2 45 16,-2 0-366-16,0 0 209 0,-2-8 101 15</inkml:trace>
  <inkml:trace contextRef="#ctx0" brushRef="#br0" timeOffset="12953.23">17207 8296 1037 0,'-2'-6'0'16,"-2"1"0"-16,0 2 0 0,2-3 0 0,2 1 0 0,0-3 0 0,0 1 0 0,8-3 406 0,7 3-187 0,4 1-85 0,1 0 41 0,-1 4-72 15,2 1-35-15,-3 1 1 16,1 0-186-16,-2 3 84 0,-4 9 28 0,-2 0-175 16,-3 6 106-16,-4-2 54 0,-2 1 26 0,-2 2-38 15,0 2 1-15,-5 0 27 0,-5-3-78 0,-5-1 101 16,-1 0-62-16,2-4-4 0,-2 1 301 0,4-5-130 15,3-2-61-15,4-1-33 0,1-4 256 0,1 1-122 16,3-2-55-16,0-1-73 0,5 0-3 0,12 0 0 16,2 0-1-16,0 0-28 15,2 1 29-15,-1 5 0 0,1 2 0 0,-2 1-111 16,-3 4 56-16,-2 2 35 0,-3 2-7 0,-4 2-136 16,-3-1 45-16,-2 1 48 0,-2 0-42 0,0 0 35 15,-13-2-1-15,0-2 3 0,-4-3-7 0,-1 0 33 16,0-4-8-16,-1-5-179 0,-1-3 86 0,1 0 45 15,2 0 18-15,4-13-147 0,0-9 83 0,7-4 35 16,6-6 30-16,0-3-373 0,2 1 196 16</inkml:trace>
  <inkml:trace contextRef="#ctx0" brushRef="#br0" timeOffset="13132.83">17413 8302 19 0,'13'-20'0'0,"2"3"0"0,2 3 0 0,0 5 0 0,0 0 371 0,2 3-169 0,-1 4-77 15,2 1 369-15,-2 1-231 0,1 1-115 0,0 13-58 16,-1 4 311-16,-2 1-175 0,0 9-101 0,-2 2 146 15,-3 0-119-15,-4 2-59 0,-2 2-31 0,-2 2 0 16,-1-3-29-16,-2 1 0 0,0-2 0 0,-6-4-121 16,-3-3 69-16,-4 3 21 0,-1-5-113 15,1-7 72-15,-2-1 35 0,-2-3-403 16,2-3 173-16,0-1 66 0,6-5 75 0,-1 2-450 16,3-5 255-16,5 0 128 0</inkml:trace>
  <inkml:trace contextRef="#ctx0" brushRef="#br0" timeOffset="13328.39">18094 8381 1258 0,'-9'0'0'0,"7"0"0"0,2 0 0 0,0 0 0 0,0 0 0 0,0 0 139 16,0 0-53-16,0 0-27 0,6 0 421 0,9 0-228 15,6 0-110-15,1 0 53 0,3 0-81 0,3 0-41 16,2 0 9-16,0 0-275 0,0 0 113 0,-1 5 57 15,-3-1 28-15,-1 2-428 0,-2 0 236 0,-2 1 106 16,0 1-574-16,-6 1 293 0,-8-1 165 0</inkml:trace>
  <inkml:trace contextRef="#ctx0" brushRef="#br0" timeOffset="13514.57">18101 8607 1564 0,'-18'3'0'0,"6"5"0"0,2-4 0 0,4 1 0 0,3-3 0 16,3-2 0-16,0 0 0 0,7 0 0 0,16 0 505 0,5 0-236 0,6 0-119 0,7 0-58 0,-1-2 231 16,-7 0-137-16,5-1-81 15,-3 3-36-15,1 0-149 0,-6 0 56 0,-2 0 28 16,-3 0-427-16,-1 0 224 0,-1 5 115 0,-5-3-242 16,-2 0 179-16,-5-2 35 0,-2 0 62 0,-1 0-639 15</inkml:trace>
  <inkml:trace contextRef="#ctx0" brushRef="#br0" timeOffset="13795.39">18471 8249 1300 0,'0'-14'0'0,"0"12"0"0,7 2 0 0,8-2 0 0,0 2 0 0,1 0 0 0,4 0 256 16,-1 0-112-16,3 2 214 0,-1 7-167 0,3-1-78 15,1 1-41-15,3 1 26 0,2 1-33 0,-2 1 8 16,0-5-40-16,-2 2-35 0,-3-3 0 0,0 1 35 15,-3-1 0-15,-3-1-78 0,-2 0 35 0,-7-2 21 16,-1 0-54-16,-3 1 37 0,-1-2 1 0,-1 2 147 16,-2 0-79-16,0 3-20 15,-5 3-30-15,-6 2 135 0,-5 2-64 0,2 3-24 16,-7 4-9-16,-2 3 72 0,-1 2-45 0,-4 8-23 16,0 0 0-16,-2 3-183 0,0 3 76 0,2 3 43 15,-3 1-459-15,5 2 241 0,1 1 100 0,1-2 69 16,6 0-623-16,0-11 325 0,6-2 161 0</inkml:trace>
  <inkml:trace contextRef="#ctx0" brushRef="#br0" timeOffset="14102.06">18290 8169 1243 0,'-1'-6'0'0,"-5"6"0"0,0 0 0 0,-2 0 0 16,-1 11 0-16,0 3 0 0,-5 5 168 0,0 7-68 0,-3 4-34 0,-4 7-21 0,1-6-4 0,-5 10-8 16,0-6-1-16,1 1-114 0,0-2 58 0,-2-1 28 15,3-8 8-15,-2 1-14 16,3-3 1-16,1-4 34 0,6-6 32 0,-1 0 0 16,5-3-52-16,2-3 15 0,4-1 192 0,1-2-96 15,2 0-56-15,2-1 181 0,0 5-101 0,6-3-61 16,8 2-27-16,7 3 128 0,2 0-77 0,2-3-39 15,3 4 7-15,2-1-86 0,0-1 0 16,4 2 40-16,-2 1-141 0,2-3 70 0,-1 2 44 16,1 0-554-16,0-1 284 0,1 3 141 15,-1-4 17-15,1 1-671 0</inkml:trace>
  <inkml:trace contextRef="#ctx0" brushRef="#br0" timeOffset="14339.44">19190 8104 1289 0,'-34'-3'0'0,"8"9"0"0,5 16 0 0,-3-3 0 0,-1 4 0 0,-1 6 371 16,0 6-161-16,1 2-93 0,7 5-42 0,2-2 312 15,5 6-177-15,6 1-89 0,5-9-35 0,0 10 127 16,11-9-89-16,8-1-46 0,3-4-141 0,4-2 48 15,1-8 32-15,8 3-149 0,-1-9 83 0,-4 0 41 16,5-5 20-16,-2-6-535 0,-1-3 272 0,-2-4 64 16,-4 0 95-16,0 0-611 0</inkml:trace>
  <inkml:trace contextRef="#ctx0" brushRef="#br0" timeOffset="14628.67">19314 8175 1595 0,'-9'-1'0'0,"7"1"0"0,0 4 0 0,0 11 0 0,0-1 0 0,-2 4 0 0,-2 6 0 0,-1-1 188 0,0 7-77 15,-3 0-39-15,-1 2 3 0,0-1-7 0,-3-2-36 16,1 0 1-16,0-5-75 0,2-5 38 0,0-2 7 16,-3-3 30-16,7-3-70 0,0-6 35 0,1 0 0 15,3-2 140-15,0-3-44 0,3 0-35 0,0 0 100 16,0 0-67-16,12-6-29 0,9-4-1 0,0 2 68 15,8 0-52-15,3 0-23 0,1 1 0 0,6 0 18 16,-2 4 0-16,0 1-32 16,1 2-9-16,-3 0-75 0,-3 0 38 0,-2 0-1 15,-7 0-306-15,2 0 181 0,-3 4 49 0,-3 1-250 16,-4-2-169-16,-4 4 234 0,-4-1 117 0,-3-1-192 16,-4-3 159-16</inkml:trace>
  <inkml:trace contextRef="#ctx0" brushRef="#br0" timeOffset="14804.2">19420 8229 1100 0,'-12'-4'0'0,"10"4"0"0,2 0 0 0,0 8 0 0,0 5 0 0,0 4 0 0,0 7 0 0,0 1 522 16,0 3-245-16,0 2-122 0,2 0 315 0,3 2-223 16,2 5-108-16,-4-2-101 0,3 4-6 0,-1-3 1 15,-1-1 8-15,1-1-482 0,-1-2 236 16,-1-2 119-16,0-8 60 0,1-1-275 15,-1-8 175-15,1-3 76 0,-2-8-59 0</inkml:trace>
  <inkml:trace contextRef="#ctx0" brushRef="#br0" timeOffset="14968.91">19611 8136 2032 0,'14'-9'0'0,"7"6"0"0,2 1 0 0,-1 2 0 0,4 0 0 0,3 17 0 0,3 7 0 0,-4 5 353 0,0 4-160 0,-1 9-73 0,-3 3 289 15,-6 3-188-15,0 3-94 0,-9 2-48 0,-7 2-83 16,-2-3 8-16,0 2 29 16,-15 1 0-16,-10 7-164 0,-1-4 82 0,-4 0 41 15,2-5-600-15</inkml:trace>
  <inkml:trace contextRef="#ctx0" brushRef="#br0" timeOffset="56072.35">19139 11459 1055 0,'-9'0'0'0,"1"0"0"0,7 0 0 0,-1 0 0 0,0 0 0 0,2 0 0 0,0 0 0 0,0-4 0 0,2-3 94 0,7 0-31 0,6-3 1 15,0 1-32-15,4-1 9 0,-3 3-8 0,4-1 144 16,-2 3-72-16,-1-1-36 0,2 2-1 0,-1 1 162 16,0 0-103-16,-2-1-47 0,2 3-24 0,-4 1-58 15,0 0 35-15,-3 0 8 0,-2 0-48 0,1 0 0 16,-3 1 40-16,-3 7-1 0,-1 0-205 0,-1 4 94 15,-2 2 49-15,0 3-278 0,-11 4 151 16,-4 1 46-16,-3 3 46 0,-5-1-154 16,0 2 97-16,-1-5 45 0,0 0 22 0,1-5-3 15,4-3 0-15,-1-1 17 0,1-3 137 0,4-1-65 16,3-3-31-16,5-2-1 0,3-1 86 0,1-2-67 16,1 0-22-16,2 0 310 0,0 0-154 0,2 0-41 15,5 0-50-15,8 0 95 0,0 0-65 0,2 0-29 16,0 0-1-16,0 0-117 0,-1 0 44 0,-4 0 30 15,5 0-168-15,-5 1-160 16,-3 8 166-16,-4 4 58 0,-1 1-238 0</inkml:trace>
  <inkml:trace contextRef="#ctx0" brushRef="#br0" timeOffset="56250.01">19190 11930 1341 0,'-6'6'0'0,"3"4"0"0,1 1 0 0,0-4 0 0,-2 7 0 0,3-3 0 0,-2 4 0 0,3 0 0 0,0-1 418 0,0 6-184 0,0-2-105 16,0 3-47-16,3 3-25 0,-2-4 0 0,3 1-24 15,0-3-342-15,-1-2 167 0,3-2 87 0,-4-7-191 16,1 0 139-16,-1-4 70 0,0-3 43 0,0 0-590 16</inkml:trace>
  <inkml:trace contextRef="#ctx0" brushRef="#br0" timeOffset="56558.67">19167 11872 1270 0,'-2'-18'0'0,"0"7"0"0,2 0 0 0,0-3 0 0,0 2 0 0,9 2 0 0,3-2 0 0,8 3 0 0,1-1 0 0,4 1 340 15,3 1-145-15,2 3-86 0,2 1 97 0,-2 2-87 16,0 0-43-16,-1 0-22 0,-7 1-44 0,4-2-8 16,-3 3 31-16,-2 0-69 0,-5 0 35 0,-2 0 0 15,-3 0 42-15,-4 3-40 0,1 2 32 0,-4 2 0 16,-2 2 0-16,-1 3 91 0,1 1-45 15,-2 2-28-15,0 1 193 0,0-2-105 16,0 6-54-16,0-2-25 0,0 3 51 0,0 1-43 16,2 0 0-16,4-1-68 0,-1 6-1 0,3-3 33 15,-2-3 9-15,3 3-142 0,-4-3 67 0,2 2 33 16,-2-1 0-16,1-3-167 0,-3-3 70 0,-1-3 56 16,0-1-192-16,0-4 110 0,-2-1 19 0,0-1 40 15,0-3-119-15,-9 1 79 0,-2-4 37 0,-5 1-274 16,-1-1 155-16,-1 0 77 0,-3-1 31 15,-2-6-181-15,1-5 114 0,-3-1 56 0</inkml:trace>
  <inkml:trace contextRef="#ctx0" brushRef="#br0" timeOffset="56689.32">19297 12005 1231 0,'-8'-3'0'0,"1"1"0"0,3 2 0 0,2 0 0 0,1 0 0 0,1 0 0 0,0 0 0 0,1-2 225 15,14-4-101-15,6 1-45 0,4-3-24 0,-3 1 164 16,4-1-94-16,-3 3-38 0,5-3-192 0,-7 6 69 15,-1-1 34-15,1 1-553 16,-6 2 294-16</inkml:trace>
  <inkml:trace contextRef="#ctx0" brushRef="#br0" timeOffset="56846.9">19385 12139 1267 0,'-15'4'0'0,"8"-3"0"0,-1 3 0 0,0-4 0 0,5 0 0 0,-1 0 0 0,4 0 0 0,0-1 348 0,6-10-163 0,9 4-75 15,2-2-2-15,2 0-38 16,-1 2 1-16,1-3-30 0,0 4-236 0,-2 0 115 16,-2-1 56-16,-6 3-506 0,0 0 268 0,0-2 136 15,-8 2 66-15</inkml:trace>
  <inkml:trace contextRef="#ctx0" brushRef="#br0" timeOffset="57005.18">19438 11854 1002 0,'-4'-10'0'0,"-3"7"0"0,1 1 0 0,0 2 0 0,0 0 0 0,1 0 0 0,0 2 0 0,1 9 0 0,2 3 374 0,2 4-176 0,0 1-82 16,0 7 71-16,0-2-78 0,0 2-38 0,0-1 9 15,2 4-127-15,0-1 40 0,1-1 0 0,-1 0-327 16,0-7 184-16,-2 1 100 0,0-2 37 0,0-4-461 16,-4-4 239-16</inkml:trace>
  <inkml:trace contextRef="#ctx0" brushRef="#br0" timeOffset="57432.15">18968 11614 1279 0,'-15'-9'0'0,"6"6"0"0,1 0 0 0,5 2 0 0,-1 1 0 0,2 0 0 0,2 0 0 0,0 0 181 0,0 0-74 16,8 7-37-16,3 5 11 0,0 3-16 0,-3 2-9 15,1 7-23-15,-6 2-53 0,-1 3 26 0,0 1 1 16,-2 2 34-16,0 0-47 0,0-2 0 0,-2 0 39 15,-1-3-23-15,1-7 23 16,2 0-7-16,0-3 4 0,0-1-43 0,0-4 21 16,0 2 13-16,0-5-12 0,3 0 9 0,5 3 1 15,0-3-1-15,-1 1-22 0,1 0 0 0,-1 2 25 16,-1 1 3-16,-2 2-40 0,0-2 30 0,-3 3 2 16,-1 1 0-16,0-3-47 0,0-3 20 0,-1 4-2 15,-7-5-46-15,-2-1 32 0,-1-2-9 0,-1 0 8 16,-2-4 21-16,-1 0 6 0,0-2-12 0,0-1 16 15,1 0-15-15,5 0 7 16,0 0-16-16,3 0 157 0,2 0-66 0,1 0-35 16,3 0 254-16,0 0-133 0,0 0-45 0,5 0 3 15,14 0-41-15,6-1 0 0,5 1-40 0,2-3 73 16,5 3-29-16,8 0-7 0,-1 0-38 0,-2 0 62 16,2 0-31-16,1 0 0 0,-4 0-22 0,10 0-164 15,-6 3 77-15,0 4 40 0,-9-2-510 0,7 0 267 16,-5 1 94-16,-1-2 77 0,-3-4-558 15,-2 0 301-15,0 0 151 0,-2-2-325 0</inkml:trace>
  <inkml:trace contextRef="#ctx0" brushRef="#br0" timeOffset="57608.85">20103 11185 1809 0,'0'-13'0'0,"0"11"0"0,0 2 0 0,0 0 0 0,0 0 0 0,0 0 0 0,0 2 0 0,0 11 0 0,-2 4 246 16,-3 2-110-16,0 6-52 0,0 0-22 0,-3 5-30 16,1 2 1-16,2 0-443 0,-2 0 217 0,0-3 113 15,1-1 56-15,-1-8-589 0,-3 2 294 0,1-6 143 16</inkml:trace>
  <inkml:trace contextRef="#ctx0" brushRef="#br0" timeOffset="57731.65">19932 11471 783 0,'-13'-14'0'0,"1"5"0"0,5 5 0 0,-1-1 0 0,1 1 0 0,1 0 0 0,4 2 355 0,0 1-161 0,2-1-72 16,0 2-49-16,2 0 76 0,12 0-58 0,0 0-29 16,5 0-138-16,2 0 62 0,1 0 19 0,5 0 1 15,-1 0-422-15,0 0 224 0,1-3 113 0</inkml:trace>
  <inkml:trace contextRef="#ctx0" brushRef="#br0" timeOffset="58758.84">20234 11328 332 0,'9'-10'0'0,"0"1"0"0,-4 4 0 0,-3 2 0 16,-2 1 0-16,0 2 168 0,-7 0-72 0,-11 2-31 0,-1 14 263 0,-1 0-147 15,-5 7-74-15,1 5 105 16,-6 4-93-16,1 1-43 0,1-1-22 0,0 2-53 16,6-5 8-16,-8 10 24 0,7-11 0 0,-1 1-122 15,4-1 61-15,0-4 30 0,10-6-16 0,-1 1 19 16,4-4 0-16,5-5 26 0,1 0-71 0,1-3-5 16,0-2 30-16,0-1-15 0,0-2 1 0,0-2 12 15,1 0 14-15,1 0-46 16,4 0 21-16,-3-2 6 0,3-7 19 0,-2-2-144 15,0-2 67-15,0-2 32 0,-1 1-67 0,-1-1 40 16,0-2 26-16,2 4 7 0,-3 0 9 0,3 0 0 16,1 4-8-16,-2-4 261 0,5 2-124 0,2 1-60 15,4-1-32-15,4 0 422 0,2-1-206 0,6 1-74 16,0-1-62-16,4 1 179 0,-1 1-114 0,-2 3-59 16,-1 2-10-16,-1 1-8 0,0 3-39 0,-4-2-1 15,-5 3-35-15,0 0 0 0,-7 0 44 0,-2 0-168 16,-2 8 80-16,-3-1 40 0,-2 4-1 15,0 1-180-15,-13 3 108 0,-4 2 3 16,-1 0 41-16,-5 0-281 0,0-1 143 0,2 1 63 16,0-1-224-16,-4 1 156 0,2-1 73 0,1-1-69 15,1 0 71-15,4-4 35 0,1 3-7 0,0-1 2 16,2-2 41-16,0 0 0 0,5-1 1 0,0-1 210 16,1-1-113-16,2-1-45 0,2 0-26 0,1 2 368 15,1-2-196-15,2 0-46 0,0 1 249 0,0 2-152 16,0-3-92-16,0 2-20 0,0-2-36 0,0-1 0 15,0 0-28-15,0-2-57 16,0-3 25-16,0-1 0 0,0 2 24 0,0-2-155 16,0 0 86-16,0-5 31 0,0-9-1 0,0 1-110 15,0-2 71-15,2-1-8 0,3-1 19 0,5 5 0 16,1-3 29-16,2 0 76 0,6 0-38 0,0 2-13 16,5 0-27-16,-1-1 44 0,1 5-12 0,-5 3 1 15,3-1 11-15,-1 3 15 0,-3 2-9 0,-4 2 1 16,-3 0-1-16,1 0-67 15,-5 0 15-15,-1 2 36 0,-5 5-141 0,1 1 63 16,-2 3 23-16,0 1-103 0,-9 1 58 0,-2 0 32 16,-4 0 6-16,-2-1-91 0,0 1 39 0,-2 0 33 15,-1 2-8-15,1-2-187 0,-1 2 112 0,2-2 52 16,1 0 27-16,1 1-112 0,0 0 69 0,3 0 26 16,1 1 49-16,2 0-7 0,0 0 1 0,3 0 53 15,2 0 72-15,0 0-72 0,1-1-22 0,1 4 237 16,1-2-116-16,0 2-71 0,-1 1 1 15,1 1 104-15,0 0-33 0,-2 0-51 16,2-2 33-16,1-2 50 0,-2 0-60 0,3-6-22 16,-2-2-13-16,2-3-25 0,0-3-1 0,0-1-40 15,0-1 20-15,0 0 8 0,0-11 13 0,0-6-28 16,0-2 1-16,8-3 27 0,3-1 0 0,2 3 42 16,6-7-52-16,0 5 15 0,3 2-42 0,3 1 64 15,1 2-9-15,-3 5-19 0,7 3 48 0,-4 3-25 16,0 4 11-16,-1 2-74 0,-1 0 41 15,-5 11 8-15,1 7-8 0,-2 0-48 16,-6 0 24-16,2 6 0 0,-7-6 24 0,-1 3-103 16,-4 1 44-16,-1-2 18 0,-1-2 0 0,0-2-48 15,-3-2 23-15,-4-4 7 0,-7 0-164 0,1-5 91 16,0-3 28-16,-2-2-164 0,0 0 93 0,2-7 46 16,-4-13 36-16,4-4-180 0,2-7 104 0,0-2 51 15,2-1 26-15,4 8-138 0,-2-9 87 0,3 11 38 16,0-2 0-16,3 6 71 0,-4 5-8 0,3 1-23 15,2 7 293-15,0 3-147 16,0 2-73-16,0 2 531 0,0 2-288 0,0 21-92 16,0 5-88-16,0 12 394 0,0 1-232 0,2 7-117 15,0 6-49-15,2 2 158 0,0 12-112 0,0-3-57 16,1 3-28-16,1 1-411 0,-1-4 200 0,3 15 87 16,0-11-398-16,-1-5 246 0</inkml:trace>
  <inkml:trace contextRef="#ctx0" brushRef="#br0" timeOffset="62126.75">21162 11604 698 0,'-4'-2'0'0,"-3"-4"0"0,2 3 0 0,3 1 0 0,-3 0 0 0,0-2 0 0,1 2 63 0,0 1 0 16,1-2-30-16,-1 3 179 0,2 0-82 0,-1 0-53 15,-2 0-21-15,1 12 74 16,1 1-49-16,-1 3-23 0,1 5 60 0,-1 6-47 15,2 1 0-15,0-1-38 0,0 6 13 0,1 1-13 16,1 2 7-16,0-1-33 0,0 3 0 0,0-5 26 16,0 1 0-16,0-4-120 0,3-7 68 0,5 1 22 15,2-6 5-15,2-2-290 0,1-6 124 0,4-5 79 16,2-5-318-16,3 0 187 0,-1-5 88 0,1-16-227 16</inkml:trace>
  <inkml:trace contextRef="#ctx0" brushRef="#br0" timeOffset="62389.75">21434 11754 1171 0,'2'0'0'0,"-2"2"0"0,0 11 0 0,0 10 0 0,-3-3 0 0,-1 3 0 0,-5 6 0 0,6-4 211 0,3 3-89 0,0 2-45 0,0-3 103 16,3-9-66-16,10 2-44 0,3-3-1 0,7-3 24 16,0-6-30-16,-1-6 0 0,0-2-118 0,5-2 40 15,-3-13 23-15,-3-9-155 16,-3-3 89-16,-4-7 46 0,-5 0 31 0,-5-1-132 15,-4-1 40-15,0 0 44 0,-4 2-28 0,-8 2 21 16,-6 3-27-16,-1 5 5 0,-3 4 2 0,-2 6 130 16,-3 6-53-16,2 3-22 0,4 5 122 0,-8 0-64 15,7 7-20-15,1 10-60 0,4 1 14 0,2 1 12 16,9-1 25-16,1 6-281 0,5-4 124 0,0 6 61 16,5-3 25-16,11 0-399 0,2-3 209 15</inkml:trace>
  <inkml:trace contextRef="#ctx0" brushRef="#br0" timeOffset="62565.78">21889 11925 1352 0,'2'4'0'0,"0"1"0"0,0 5 0 0,-2-3 0 0,0 4 0 0,-2-1 0 0,-5 1 0 0,-2 0 514 0,2 3-232 0,0 1-129 0,0 0 69 15,-2 0-95-15,2-1-47 16,0 2-24-16,-1-3-271 0,5-4 120 0,-2 2 63 15,3-3 33-15,2-3-569 0,0-1 300 0,0-1 157 16,0-3-329-16</inkml:trace>
  <inkml:trace contextRef="#ctx0" brushRef="#br0" timeOffset="62853.02">22047 11788 1097 0,'4'-4'0'0,"-3"2"0"0,1 2 0 0,-2 6 0 0,0 9 0 0,0 4 0 0,-2 3 282 0,1 1-125 0,1 3-62 0,0-4 357 16,0 7-214-16,1-3-102 0,7-4-52 0,3-3 103 16,4-1-78-16,2-4-30 0,2-3-76 0,2-4 29 15,0-4 1-15,-1-3-132 0,-1 0 65 0,0-4 42 16,-3-15-8-16,-5-1-120 16,-1-3 76-16,-6-3 39 0,-2-2-1 0,-2-1-150 0,0 0 78 0,-9-2-7 15,-5 2 36-15,-4 0-36 16,-1 3 28-16,-1 9-9 0,-5-2 111 0,4 12-38 15,-2 1 1-15,0 4-32 0,3 2 47 0,1 0-9 16,5 9-1-16,2 3-5 0,4 1-20 0,7 4 13 16,1-2-13-16,0 0-310 0,11 0 149 0,10 1 70 15,3-5-435-15,3-2 252 0</inkml:trace>
  <inkml:trace contextRef="#ctx0" brushRef="#br0" timeOffset="63093.38">22447 11578 1131 0,'0'-19'0'0,"-2"4"0"0,0 11 0 0,2-2 0 0,0 1 0 0,0 0 310 15,0 2-138-15,4 1-70 0,9 2-26 0,2 0 420 16,3 13-232-16,2 6-115 0,-1 6-58 0,-5 4 166 16,4 7-104-16,-4 9-64 0,-5-3-64 0,1 1 8 15,-4-2 0-15,-4 2-134 16,-1-7 75-16,-1 3 25 0,0-1 0 0,-3-4-58 15,-8-3 46-15,-6-3 23 0,2-6 8 0,-6 0-371 16,0-7 127-16,-2-2 107 0,7-3-15 0,-5-3-294 16,8-4 190-16,-1-2 106 0,5-1-366 0,6 0 233 15</inkml:trace>
  <inkml:trace contextRef="#ctx0" brushRef="#br0" timeOffset="63365.65">23031 11585 786 0,'4'-15'0'0,"-2"2"0"0,-2 0 0 0,0 3 0 0,0-3 0 0,-4 4 0 0,-7 1 0 0,-1 0 278 0,-2 6-126 0,-4 2-60 16,-3 0 200-16,-2 10-129 0,-2 9-66 0,0 5-23 16,-1 8 122-16,8-4-81 15,-1 8-41-15,4 0 101 0,3 0-71 0,7-1-27 16,5 1-8-16,0-2 31 0,2 0-33 0,10-2 0 15,6-3-35-15,3-2 78 0,0-3-43 0,4-1 0 16,1-7-96-16,3 0 31 0,1-7 0 0,-4-3-263 16,6-2 142-16,-5-4 77 0,-7 0 33 0,2 0-561 15,-1-8 251-15,-6-1 141 0,-1-3 55 0,-5 1-370 16,-6 0 230-16</inkml:trace>
  <inkml:trace contextRef="#ctx0" brushRef="#br0" timeOffset="63515.52">22883 11764 1595 0,'-18'0'0'0,"4"-4"0"16,8 2 0-16,1 0 0 0,3 0 0 0,2 1 0 0,0-4 0 0,4 0 0 0,14 1 0 0,8-2 210 0,2 1-89 0,4-1-44 0,2 1-141 0,-2 3 49 0,2 1 32 16,-4 1-9-16,0 0-510 15,-2 0 268-15</inkml:trace>
  <inkml:trace contextRef="#ctx0" brushRef="#br0" timeOffset="63849.09">23842 11376 1038 0,'-2'-20'0'0,"-5"7"0"0,2 1 0 0,-4-1 0 0,2-1 0 0,-2-1 0 0,0 2 225 0,-1 3-95 0,-3-2-49 16,-1 6 59-16,-4 4-53 0,-1 2-19 0,-7 0-8 16,-1 8 6-16,-7 17-33 0,3 3-1 0,-3 6 20 15,0 4-11-15,0 5-8 0,1 2 0 0,1 3 88 16,4 4-44-16,5-2-22 16,8 1 8-16,5-4 177 0,8 0-103 0,2-3-52 0,0-1 195 15,9-8-124-15,9 0-53 0,1-5-3 16,6-3-34-16,1-7 0 0,1-4-33 0,5-3-93 15,1-8 54-15,1-5 15 0,-1 0 1 0,-2 0-330 16,-1-11 176-16,-2-8 89 0,-4-3 51 0,-4-3-634 16,-2-2 308-16,-5 2 122 0,-4-2-371 0,-3 0 273 15,-4 6 128-15</inkml:trace>
  <inkml:trace contextRef="#ctx0" brushRef="#br0" timeOffset="64124.46">23596 11634 1017 0,'-11'2'0'0,"6"2"0"0,1 0 0 0,1 1 0 0,3-3 0 0,0 4 0 0,0-4 0 0,10 0 399 0,7 1-174 0,7 1-101 16,1-3-45-16,1 1 259 0,3-2-153 0,-3 2-76 15,-2-2-30-15,6 0-11 0,-9 0-1 0,0 0-34 16,-3 0-85-16,-1 0 43 16,-6 0 29-16,-2 0-80 0,0 0 46 0,-8 0 23 15,1-2 1-15,-2 0 56 0,0-1-25 0,0-2-8 16,-3 3-59-16,-7-3 299 0,0 4-131 0,1-1-51 15,-1 2 254-15,1 0-156 0,2 0-78 0,0 8 92 16,-2 6-203-16,6 5 0 0,1 7 0 0,2 3 0 16,0 6 0-16,0 9 0 0,0 1 0 0,0 1 0 15,0 7 0-15,0 2 0 0,2 2 0 16,0-3-596-16,-2 13 263 0,0-15 165 0,0 8-12 16</inkml:trace>
  <inkml:trace contextRef="#ctx0" brushRef="#br0" timeOffset="64303.71">24276 12343 1581 0,'-2'-22'0'0,"-5"16"0"0,7 5 0 0,0 1 0 0,0-2 0 0,-6 0 0 0,3 1 342 15,-1-4-159-15,1 3-75 0</inkml:trace>
  <inkml:trace contextRef="#ctx0" brushRef="#br0" timeOffset="67317.88">19130 13240 679 0,'-8'0'0'0,"1"-3"0"0,3 1 0 0,0 1 0 0,4-1 0 0,-2 2 69 0,2 0 1 0,0 0-37 16,0 0 213-16,0 9-106 0,0 8-46 0,2 10-35 15,6-1 156-15,-1 6-91 0,4 9-45 0,-2-3 70 16,-2-3-50-16,2 12-37 0,0-7 0 0,1-7 17 16,-1 2-24-16,0-2 1 0,1-8-15 0,-1 5 6 15,1-12-14-15,0 1-1 16,1-5 1-16,-4-5-41 0,0-1 49 0,3-7-8 16,1-1-56-16,-2 0 27 0,5-13 1 0,-3-10-102 15,1-5 58-15,-1-4 29 0,-2-4 0 0,0-8-165 16,-1 1 77-16,-3-3 49 0,-1 10 3 0,0-9-21 15,-2 8 9-15,-1 2-1 0,1 4-4 0,-2 9 142 16,0 4-68-16,0 6-16 0,0 4 237 0,0 5-122 16,0 0-52-16,-2 3 206 0,1 8-106 0,-1 15-44 15,0 3-42-15,2 6 96 16,0 0-68-16,0 3-33 0,0 3 8 0,0-2-50 16,5-2 8-16,5-1 0 0,1-2 0 0,2-4-43 15,3-7 30-15,0 1-8 0,-1-6-254 0,2-1 131 16,0-4 70-16,-2-4-489 0,-2-3 227 0,2-1 110 15,-1-2 80-15,-2 0-410 0,0 0 245 0,-1-2 122 16,0-6 54-16</inkml:trace>
  <inkml:trace contextRef="#ctx0" brushRef="#br0" timeOffset="67870.39">19898 13202 617 0,'2'-7'0'0,"-2"-5"0"0,0 5 0 0,0-4 0 0,0 0 0 0,0-2 0 0,0 0 0 0,0 3 0 0,0 0 199 0,0 2-87 0,0-1-39 15,0 3 142-15,-4 0-90 0,0 4-47 0,-1 0 62 16,0 2-58-16,-6 0-25 16,4 0 1-16,-4 15 115 0,-2 7-69 0,0 4-28 15,-3 4-8-15,0 10 155 0,2-5-95 0,3 0-47 16,2 3 81-16,3 1 34 0,2-1-82 0,4 2-40 15,0-2 128-15,0-3-85 0,8-1-33 0,7-2-28 16,4-2 1-16,1-3-24 0,3-4 0 0,3-2-160 16,3-4 89-16,1-4 31 0,0-3-1 15,-2-5-426-15,0-4 188 0,-2-1 130 16,-5 0-658-16,2 0 375 0,-4-8 183 0,-5-5 92 0</inkml:trace>
  <inkml:trace contextRef="#ctx0" brushRef="#br0" timeOffset="68206.2">20048 13260 1476 0,'-12'0'0'0,"3"0"0"0,4 0 0 0,1 2 0 0,1-2 0 0,1 0 0 0,2 0 0 0,0 0 239 0,0 0-103 15,3 0-51-15,12 0 153 0,2 0-95 0,6 2-59 16,-1 2-25-16,3 1 26 0,-1 2-26 0,1 3-1 16,-4 0 11-16,2 4-37 0,-3 2 1 0,-6-1 0 15,0 4-40-15,-3-1 0 16,-4 2 48-16,-2 1-18 0,-5 0 10 0,0 4 0 16,-5-3-1-16,-8-1 111 0,-6 1-48 0,-3-1-35 15,-2-2 1-15,-6 0 10 0,0-4-38 0,-1 0 0 16,0-3-118-16,0-2 55 0,9-3 32 0,-1-2-1 15,7-4-457-15,5-1 232 0,2 0 101 0,8 0-456 16,1 0 273-16,1-8 137 0,15-7 68 0,7 1-416 16</inkml:trace>
  <inkml:trace contextRef="#ctx0" brushRef="#br0" timeOffset="68405.2">20461 13128 1762 0,'0'-13'0'16,"0"6"0"-16,0 5 0 0,-13 0 0 0,1 2 0 0,-6 0 0 0,-3 11 0 0,3 10 221 0,-5 11-94 0,2 2-47 0,3 4 445 0,6-5-238 16,0 12-132-16,8-9 144 0,4 10-133 0,0-13-66 15,2 10-34-15,12-11-87 16,7 0 23-16,2-2-1 0,4-4 32 0,1-3-437 16,1-5 218-16,1-5 118 0,-2-1-624 0,0-4 290 15,-5-5 193-15,4-3 49 0,-5 0-221 0,-2 0 167 16</inkml:trace>
  <inkml:trace contextRef="#ctx0" brushRef="#br0" timeOffset="68601.67">20717 13475 2396 0,'0'-4'0'0,"2"2"0"0,-2 2 0 0,0 0 0 0,0 0 0 0,0 6 0 0,0 4 0 0,0 5 0 0,0 0 362 0,2 3-164 0,0 0-83 15,1 3 87-15,1 0-77 0,0 0-50 0,-1-1-100 16,1-4 29-16,1 2 0 0,-2-7 29 0,1 0-518 16,-1-3 255-16,-1-3 131 0,2-1 66 0,-2-2-778 15,-1 0 404-15</inkml:trace>
  <inkml:trace contextRef="#ctx0" brushRef="#br0" timeOffset="68839.06">21013 13547 1419 0,'2'0'0'0,"-2"0"0"0,0-1 0 0,0 1 0 0,0-2 0 0,0 2 0 0,0 0 0 0,0 0 0 0,0 2 541 16,2 5-246-16,1 6-136 0,-1 0 178 0,-1 3-152 15,1 3-76-15,-2-1-38 0,0 2 30 0,0 3-39 16,-2-2 1-16,-4 1-164 0,-3-1 67 0,-2-4 34 15,-3 2 7-15,2-5-135 0,-4 2 80 0,2-5 41 16,1-1-1-16,-1-3-557 0,5-4 205 0,-3 0 172 16,7-3-416-16,-1 0 285 0</inkml:trace>
  <inkml:trace contextRef="#ctx0" brushRef="#br0" timeOffset="69143.73">21220 13196 836 0,'0'0'0'0,"0"2"0"0,0 0 0 0,0 1 0 16,0 2 0-16,0-4 0 0,2 5 0 0,5-2 631 0,3 4-299 0,3-1-141 0,3 2 440 0,-2 0-298 16,2 3-151-16,0 2 111 15,0-2-129-15,0 1-58 0,0 0-41 0,-2 1-197 16,0-3 83-16,-1 0 41 0,-4 1 20 0,1-3-224 16,-3 0 119-16,-2-2 63 0,-1 4-671 0,0-2 363 15,-2 2 64-15</inkml:trace>
  <inkml:trace contextRef="#ctx0" brushRef="#br0" timeOffset="69371.58">21628 13061 1418 0,'0'-7'0'0,"0"3"0"0,0 2 0 0,0 2 0 0,0 0 0 0,0 0 0 0,-6 7 0 0,-1 9 712 0,0 4-340 0,-3 4-169 15,-1 9-86-15,-2 2 403 0,-3 12-247 0,-1 1-121 16,2 1 176-16,-2 4-328 0,-3 11 0 0,3-8 0 15,-3 14 0-15,-3-5 0 0,2 3 0 0,-4-2 0 16,2 1 0-16,2-12 0 0,-2 1 0 0,5-3-483 16,0-8 286-16,9-11 63 15,-1-2 75-15,7-7-580 0,-3-8 307 0,4-5 150 16,2-3-166-16,0-4 157 0,0-5 80 0,0 0-414 16</inkml:trace>
  <inkml:trace contextRef="#ctx0" brushRef="#br0" timeOffset="69560.98">21622 13692 1337 0,'6'-7'0'0,"2"2"0"0,-3 4 0 0,-1-1 0 0,-2 2 0 0,0 0 0 0,-1 0 695 16,1 0-331-16,0 0-166 0,0 9-75 0,0 3 522 16,0 3-307-16,-1 2-152 0,-1 1 23 0,0 2-209 15,0 0 0-15,0-1 0 0,0 0 0 0,0-5 0 16,2-3 0-16,0-1-789 0,1-3 477 0,-1-4 169 15,-1-1 88-15,3-2-957 0,0-2 490 0</inkml:trace>
  <inkml:trace contextRef="#ctx0" brushRef="#br0" timeOffset="69771.92">21795 13112 2164 0,'8'-12'0'0,"4"2"0"0,2-1 0 0,-1 7 0 0,4-2 0 0,-1 3 0 0,7 3 0 0,2 0 418 0,3 16-193 0,4 6 257 16,-4 4-216-16,6 12-121 0,-4 2-56 0,-2 3 217 16,-4 6-306-16,-5 2 0 15,-3 5 0-15,-9 8 0 0,-5-2 0 0,-2 1 0 16,-4 3 0-16,-13-2 0 0,-1-8 0 0,-11 8 0 16,3-15 0-16,-8-2 0 0,-1-6 0 0,-2-9-496 15,7-9 182-15,0-7 150 0</inkml:trace>
  <inkml:trace contextRef="#ctx0" brushRef="#br0" timeOffset="70593.5">22603 13360 1092 0,'0'0'0'0,"0"0"0"0,0 0 0 0,0 0 0 0,2 0 0 0,7 0 0 0,3 1 0 0,2-1 343 16,7 0-147-16,4 0-85 0,-2 0-40 0,4 0 138 15,-1 0-88-15,-1 0-45 0,-4 0-107 0,1 0 28 16,0-1-1-16,-2-1-120 0,-4-1 79 0,0 2 39 16,-7 1 7-16,0 0-495 15,-6 0 208-15</inkml:trace>
  <inkml:trace contextRef="#ctx0" brushRef="#br0" timeOffset="70746.09">22709 13637 1758 0,'-12'8'0'0,"3"-3"0"0,2 2 0 0,2-2 0 0,3-3 0 0,0-1 0 0,2-1 0 0,0 0 0 0,0 0 0 0,9 0 256 0,8 0-111 0,4-5-49 16,3-5 92-16,4 1-77 0,1 0-40 0,1-2-431 15,0-1 196-15,3 3 107 16,1 0 41-16,1 3-315 0,-5 3 182 0</inkml:trace>
  <inkml:trace contextRef="#ctx0" brushRef="#br0" timeOffset="71202.42">23722 12975 863 0,'2'-21'0'0,"0"0"0"0,-1 2 0 0,2 3 0 0,-3-3 0 0,0-1 0 0,0 2 0 0,0-2 0 0,-4 1 0 0,-2 2 94 0,-1 1-23 0,-2 4-7 0,-1-1 42 15,-1 3-37-15,-2 3 1 0,-1 1-38 0,-2 2 40 16,-1 2-9-16,-3 2-30 0,-3 0 38 0,0 7 31 16,0 9-35-16,-1 5 9 0,2 2 68 0,-1 1-56 15,0 2-27-15,3 1 141 0,3 3-84 0,1-3-35 16,5 4-29-16,2 1 188 0,6 0-105 0,1 0-52 15,2 2-26-15,0 1 171 0,2 1-102 0,10 5-48 16,-1-1 41-16,3 0-44 0,0 3-22 16,0 5 8-16,-1 1 152 0,-1 0-215 15,1 5 0-15,-4 2 0 0,3 0 0 0,-5 0 0 16,0-1 0-16,-1-1 0 0,-3-3 0 0,0-1 0 16,-1-10 0-16,-2 9 0 0,0-13 0 0,0 1 0 15,-7-2 0-15,-4-6 0 0,1-6 0 0,-8 2 0 16,5-9-174-16,-6-2 67 0,1-1 49 0,-1-5-466 15,0-3 238-15,2-4 130 0,4-1 62 0,2 0-491 16,2 0 276-16,2 0 138 0,5-1 61 0</inkml:trace>
  <inkml:trace contextRef="#ctx0" brushRef="#br0" timeOffset="71489.78">24085 13662 994 0,'-21'-12'0'0,"4"12"0"0,0 0 0 0,2 0 0 0,0 0 0 0,2 7 131 15,-1 4-50-15,2 1 264 0,3 6-148 0,-2 10-86 16,3-1-39-16,2 6 215 0,1 8-127 0,3 1-63 15,0-6-25-15,2 12 71 0,0-6-55 0,0-8-28 16,0 3-67-16,5-2 40 0,4-3 8 0,2-1-8 16,3-5-225-16,-3-8 112 15,3 0 57-15,0-8-177 0,2-2 96 0,0-4 61 16,0-4 32-16,2 0-700 0</inkml:trace>
  <inkml:trace contextRef="#ctx0" brushRef="#br0" timeOffset="71810.92">24310 13861 1621 0,'-17'0'0'0,"7"10"0"0,5 5 0 0,-1 1 0 0,-1 1 0 0,2 4 0 0,1 2 0 0,2 1 147 0,2 1-49 0,0 3-36 0,0-2 209 16,6-2-119-16,6 1-60 0,6-4 7 0,-4-5-23 15,5-3-8-15,1-1-35 0,0-7-79 16,1-3 40-16,-3-2 0 0,1 0 46 0,0-13-85 16,-3-7 39-16,-2-7 0 0,-5 1-176 15,-2-4 64-15,-5-2 71 0,-2 0-35 0,0-2-101 16,0 3 48-16,-12-4 53 0,-4 6 9 0,-2 2 49 16,-3 6-9-16,-2 7 0 0,-2 2 133 0,2 8-67 15,-2 4-33-15,4 0-7 0,-2 4 24 0,5 10 1 16,5 1-9-16,4 3-100 0,7 2 53 0,2-2-2 15,1 6 60-15,10-5-434 0,9 2 188 0</inkml:trace>
  <inkml:trace contextRef="#ctx0" brushRef="#br0" timeOffset="71989.45">24701 14019 1845 0,'0'0'0'0,"0"0"0"0,0 0 0 0,0 3 0 0,-8 4 0 0,-2 2 0 0,1 0 0 0,2 4 0 0,-2 0 308 0,1 4-137 0,-1 2-69 0,-1 2 166 16,0-3-109-16,1 3-67 0,2 0-30 0,0 0-77 16,1-5 24-16,2 0 0 15,0-7 32-15,2 0-432 0,2-2 211 0,0-6 107 16,0-1-647-16,2 0 368 0</inkml:trace>
  <inkml:trace contextRef="#ctx0" brushRef="#br0" timeOffset="72264.72">24853 13912 1580 0,'0'0'0'0,"0"9"0"0,0 3 0 0,-6 2 0 0,-1 2 0 0,-3 1 0 0,2 9 0 0,5-7 0 0,3 3 482 16,0 1-225-16,0-3-112 0,3 1 50 0,12 0-85 16,3-8-39-16,1-2 0 0,3-3-106 0,0-4 34 15,1-4 8-15,2 0-268 0,-5-10 147 16,1-9 73-16,-4-4 37 0,-4-2-232 0,-6 4 143 0,-1-9-17 15,-5 2 59-15,-1 2-61 0,0-1 39 0,-9-2 0 16,-5 3 119-16,-5 2-36 16,-2 3-21-16,-1 5 0 0,-3 2 155 0,1 7-72 15,3 3-56-15,-1 2 155 0,3 2-84 0,-1 0-6 16,7 11-33-16,5 1-231 0,3 2 102 0,5 2 60 16,0-1-1-16,3 2-512 0,10-3 256 0,4 0 98 15</inkml:trace>
  <inkml:trace contextRef="#ctx0" brushRef="#br0" timeOffset="72456.58">25264 13789 895 0,'10'-7'0'0,"-6"4"0"0,1 1 0 0,2 0 0 0,-1 2 0 0,0 0 276 0,1 0-113 0,3 11-69 0,0 1 589 16,6 8-325-16,-3 2-162 0,0 2-82 0,0 3 323 15,-1 3-206-15,-5 2-99 0,-1 3-49 0,-4 3 69 16,-2 4-59-16,0-7 95 0,-8 8-382 0,-7-5 172 15,-5-2 27-15,-3-4 1 0,0-7-484 16,-7 0 263-16,-2-2 121 0,-2-4-363 0,-1-4 234 16,1-2 11-16</inkml:trace>
  <inkml:trace contextRef="#ctx0" brushRef="#br0" timeOffset="73091.78">23996 12629 571 0,'0'0'0'0,"0"-1"0"0,0-3 0 0,0 0 0 0,-2 0 0 0,-3 2 0 0,-1 0 161 0,-2 1-65 16,-1 1-23-16,0 0 218 0,0 14-130 0,-6 7-64 16,5 4-32-16,-2 5 95 0,3 1-55 0,0 5-41 15,4-2 186-15,3 2-108 0,2-1-55 0,0 1-27 16,0-4 114-16,4 0-74 0,7-4-34 0,1 0-68 15,4-3 0-15,1-2 35 0,-1-7 8 0,5 1-287 16,-4-6 139-16,4-4 71 16,-2-1 34-16,-1-6-553 0,1 0 242 0,4-1 98 15</inkml:trace>
  <inkml:trace contextRef="#ctx0" brushRef="#br0" timeOffset="73341.12">24094 12746 780 0,'0'0'0'0,"0"0"0"0,6 0 0 0,5 2 0 0,4 0 0 0,0-1 423 15,1 5-195-15,7-2-98 0,0 3-48 0,-2 2 179 16,5 1-119-16,-5 0-54 0,-4 2-28 0,1 4-16 16,-4-3-12-16,-3 1 9 0,-4 3-26 0,-5 3 17 15,-2-2 1-15,0 3 20 0,-13-1 1 0,-3-3-13 16,-5 1-9-16,-2-1-30 0,-3-6 31 0,3-2 0 15,-6-4 0-15,8-1-253 0,-8-4 118 0,10 0 45 16,-1 0-446-16,6 0 229 16,5-1 126-16,6-7 28 0,3-5-137 0,0-6 111 15</inkml:trace>
  <inkml:trace contextRef="#ctx0" brushRef="#br0" timeOffset="73552.56">24529 12562 1476 0,'0'0'0'0,"-7"0"0"0,-6 3 0 0,-8 5 0 0,-3 5 0 0,2 2 0 0,-1 4 0 0,2 4 0 0,1 3 545 0,2-1-260 0,4 6-127 15,2-3 184-15,5 1-154 0,7 0-78 0,0-6-31 16,0 7 7-16,9-4-27 0,8-2 0 0,5-1-94 16,3 0 34-16,1-4 8 0,3-5 25 0,-1 0 1 15,-2-5 0-15,1 0 0 0,-9-4-1 0,3 2-348 16,-2-4 81-16,-3 0 128 0,-2-1-1072 0,-3-1 574 15,-2-1 285-15</inkml:trace>
  <inkml:trace contextRef="#ctx0" brushRef="#br0" timeOffset="73737.56">24690 12904 709 0,'0'-6'0'0,"0"2"0"0,0 2 0 0,-2 2 0 0,2 0 0 0,0 0 213 0,0 4-93 16,0 7-44-16,0 0 457 0,0 3-249 0,0 1-126 15,0 0-55-15,2 2 274 0,0-3-171 0,-1 2-88 16,3-1-109-16,0-2 0 0,-2-2 32 16,1-2-8-16,1 0-488 0,-1 0 245 15,1-5 121-15,2 1-622 0,2-4 307 0,-1-1 200 16,1 0 23-16</inkml:trace>
  <inkml:trace contextRef="#ctx0" brushRef="#br0" timeOffset="73924.07">24924 12991 1510 0,'5'0'0'0,"2"2"0"0,-2 1 0 0,1 4 0 0,-3 1 0 0,1 1 0 0,-2 1 0 0,-2 6 0 0,0 0 266 0,0 4-108 0,0 1-67 16,0 3 276-16,-4 0-168 0,-3 1-83 0,-2-1-41 16,-1-3-77-16,-1-1 13 0,0 1 0 0,-1-4-329 15,-1-2 175-15,1-4 88 0,0-2 53 0,-1-3-239 16,-1-4 137-16,3-2 68 0,2 0-633 0,1-4 318 15</inkml:trace>
  <inkml:trace contextRef="#ctx0" brushRef="#br0" timeOffset="74121.3">24994 12742 1493 0,'2'0'0'0,"0"0"0"0,1 0 0 0,-1 0 0 0,0 2 0 0,4-2 0 0,-1 0 0 0,0 2 546 0,6 0-256 0,1 1-129 16,2 1 53-16,0 2-83 16,2-1-53-16,-1 3-22 0,-1 1-51 0,2 1 0 15,-4-1 28-15,2 0-423 0,-5-2 207 0,1 4 108 16,-2-6 54-16,-1 2-673 0,0-1 350 0</inkml:trace>
  <inkml:trace contextRef="#ctx0" brushRef="#br0" timeOffset="74319.61">25354 12614 806 0,'0'-2'0'0,"0"1"0"0,0 1 0 0,0 0 0 0,-5 0 0 0,-3 7 180 0,0 7-78 0,-1 6 485 16,-2 5-277-16,-6 10-138 0,0 3-70 0,2-1 358 16,-7 14-218-16,2-3-105 0,2 3-51 0,0 3 97 15,-3 1-75-15,4-1-30 0,-2-4-8 0,3-2-217 16,2-5 89-16,3-9 46 0,1 0-536 0,6-10 298 15,1 1 138-15,0-6 72 0,3-7-361 16,0 0 100-16,0-4 136 0</inkml:trace>
  <inkml:trace contextRef="#ctx0" brushRef="#br0" timeOffset="74511.98">25446 12973 1491 0,'0'4'0'0,"0"5"0"0,0 5 0 0,-4 0 0 0,-5 1 0 0,0 6 0 0,-4 1 304 16,4 3-136-16,-2-1 157 0,8-5-146 0,-1 6-74 15,2-5-27-15,2 1-74 0,0-3 0 0,0-2 29 16,0-4 0-16,2-4-394 0,3 0 205 0,2-7 91 16,-1-1 48-16,1 0-638 0,-2-4 324 0</inkml:trace>
  <inkml:trace contextRef="#ctx0" brushRef="#br0" timeOffset="74702.85">25557 12539 1392 0,'15'-7'0'0,"-1"3"0"0,2 2 0 0,1 2 0 0,-2 0 0 0,-1 7 0 0,0 10 172 0,2 4-70 0,0 5-35 0,1 6 586 15,-2 5-302-15,0 9-163 0,-5-1-78 0,-3 4 345 16,-4 3-211-16,-3 4-105 0,0 3 83 15,-9 8-222-15,-10-7 0 0,-1 1-568 16,1-10 319-16,-3 1 141 0,-1-4 79 0,-3 0-859 16,-2-6 391-16</inkml:trace>
  <inkml:trace contextRef="#ctx0" brushRef="#br0" timeOffset="79322.14">26133 13133 848 0,'0'-5'0'0,"0"-2"0"0,0 4 0 0,0 0 0 0,0 0 0 0,0 1 0 0,0 0 125 0,0 0-46 0,-1 2 85 15,1 0-66-15,0 0-25 0,0 2-7 0,0 8 38 16,0 5-36-16,0 2 0 0,0 7-35 0,0-2 92 16,0 9-51-16,1 0-20 0,-1 3 0 0,0 1 29 15,0 9-25-15,0-6 8 0,0 11 2 0,-5-1-35 16,-2-1 0-16,1 2-23 0,1-4 0 0,1-7 31 16,0 1-8-16,2-5-55 0,-1-3 27 0,2-2 0 15,1-7 28-15,0-1-112 16,0-2 37-16,0-8 32 0,0-1-1 0,0-7-274 15,0 1 141-15,0-4 45 0,0-3-275 0,0-15 170 16,0-10 86-16,0-4 43 0,0-9-200 0</inkml:trace>
  <inkml:trace contextRef="#ctx0" brushRef="#br0" timeOffset="79549.53">26066 13198 964 0,'0'-15'0'0,"0"4"0"0,0 4 0 0,3-1 0 0,6-1 0 0,2-1 0 0,10 0 101 0,5 3-34 15,2 1 8-15,8 3 266 0,-1 1-154 0,3 2-77 16,-3 0-39-16,-1 11 99 0,-1 4-61 0,-4 4-42 16,-4 4-56-16,-4 1 22 0,-9 1 0 0,0 0-33 15,-8 1 9-15,-2 3 24 0,-2-2-1 0,-4 0-27 16,-13-2 28-16,-4-2 0 0,-3-5 8 0,-1-1 17 16,-3-6-6-16,2-4-20 0,-1 0-40 0,1-5-41 15,4-2 37-15,-1 0-5 0,4 0-336 0,3-2 177 16,2-2 79-16,5 0-467 15,2 1 257-15</inkml:trace>
  <inkml:trace contextRef="#ctx0" brushRef="#br0" timeOffset="80322.38">26962 13389 622 0,'0'-5'0'0,"0"-4"0"0,-2 3 0 0,2-2 0 0,-2-1 0 0,0-2 0 0,0-3 0 0,-1 3 143 15,-1-2-59-15,0 2-25 0,-1-1 29 0,0 5-27 16,-4-1-1-16,0 5 20 0,-3-1-9 0,0 4-38 16,-1 0-1-16,-6 4 8 0,1 12-7 0,-2 2 8 15,1 6-8-15,-1 4 60 16,0 4-29-16,4 2-1 0,1 0-31 0,3 3 111 15,3-1-59-15,4 0-26 0,3 0 35 0,2-6-31 16,0-1 1-16,2-8-3 0,9 1-27 0,2-6 0 16,2-3 0-16,2-5-61 0,1-5 30 0,0-3 9 15,1 0 21-15,2-3-119 0,1-16 59 0,-3-5 26 16,3-13 0-16,-6 4-219 0,4-12 113 0,-5 0 30 16,-1-4-61-16,-1-2 37 0,0-3 40 15,-2-5-20-15,-2-7-65 0,-2-2 58 16,-1-2 28-16,0-2-74 0,-2 3 52 0,1 12 16 15,-4 5 9-15,-1 17 35 0,0 8-9 0,0 3-1 16,0 13 231-16,0 1-123 0,-1 6-50 0,-3 4-29 16,1 2 243-16,-3 21-110 0,1 3-69 0,2 11 134 15,0 7-89-15,1 6-6 0,0 18-35 0,-1-4 201 16,3-4-108-16,0 15-66 0,-1-10-29 0,1 2 164 16,-2-15-97-16,2 7-48 15,0-5 25-15,0-5-40 0,0-4-1 0,0-12-32 16,3 1-198-16,4-6 99 0,-4-7 58 0,3-2-172 15,0-8 106-15,-1-1 54 0,0-6 26 0,3-4-700 16,4 0 299-16,-2-6 185 0,3-15 89 0</inkml:trace>
  <inkml:trace contextRef="#ctx0" brushRef="#br0" timeOffset="80543.52">27189 13330 1608 0,'0'-18'0'0,"0"6"0"0,0 2 0 0,0 0 0 0,4 2 0 0,5 0 0 0,3 1 0 0,3 2 0 0,4 4 0 0,0 0 222 15,6 1-95-15,-4 0-47 0,1 10 117 0,1 8-82 16,-6-4-33-16,3 8-83 0,-4-2 0 0,-6 4 34 16,-4 0-1-16,-3 1-64 0,-3-2 41 0,0 8-9 15,-9-5 33-15,-8 2-139 0,-4-2 70 0,-4-1 34 16,0-2-165-16,-4-3 87 0,-2 0 4 0,1-8 36 16,3-1-207-16,0-5 109 0,8-4 35 15,-1-2-130-15,7 0 100 0,2-2 50 16,7-6 25-16,4-8-100 0,0-3 54 0,13-3 40 15</inkml:trace>
  <inkml:trace contextRef="#ctx0" brushRef="#br0" timeOffset="80744.31">27537 13202 1312 0,'2'-9'0'0,"-2"1"0"0,0 6 0 0,0-2 0 0,-15 3 0 0,-2 1 0 0,-2 0 0 0,-3 4 247 0,1 12-107 0,-3 7-53 16,3 6 329-16,-1 1-184 0,6 4-103 0,5 4 215 15,2 7-156-15,9-4-78 0,0 5-38 0,1-9 124 16,14 12-86-16,8-5-39 0,3-6 1 0,6-1-73 16,2-7 1-16,-5-4 41 0,13-2-342 0,-12-5 167 15,7-6 83-15,-5-1 42 0,-2-3-633 0,-7-5 323 16,4-1 83-16,-5-2-566 0</inkml:trace>
  <inkml:trace contextRef="#ctx0" brushRef="#br0" timeOffset="81503.69">27909 13495 233 0,'-15'0'0'0,"-2"0"0"0,6 0 0 0,-2 0 0 0,7 0 0 0,-1 0 0 0,6 0 278 16,-1 0-114-16,2 0-70 0,0 0 204 0,6 0-132 15,17 0-67-15,3 0-33 16,6 0 236-16,3 0-139 0,5 0-65 0,4 0-32 15,-2-2 47-15,-1-1-40 0,-6 0 8 0,1 0-35 16,1-1-14-16,-5 2 1 0,-9 0 0 0,0-2-125 16,-4 3 59-16,-8-1 32 0,1 1-244 0,-7 1 139 15,-2 0 46-15,-2-3 48 0,-1 0-390 0,0-2 190 16,-5-2 68-16,-5-3-226 0,-1 0 170 0,-2-2 74 16</inkml:trace>
  <inkml:trace contextRef="#ctx0" brushRef="#br0" timeOffset="81689.86">28178 13154 13 0,'0'0'0'0,"0"0"0"0,0 0 0 0,0 0 0 0,0 7 351 0,0 4-159 0,0 6-80 15,0 6-39-15,0 5 241 0,0 4-145 0,0 8-67 16,-1 0 199-16,-2 4-134 0,-1 0-68 0,1-4-24 16,-4 13 23-16,3-9-32 0,1 2-1 15,1-4-205-15,2-7 87 0,0 0 51 16,0-5 13-16,0-9-310 0,2 0 166 0,5-6 83 15,0-7 27-15,4-2-217 0,5-6 55 0,3 0 86 16,0-9-267-16</inkml:trace>
  <inkml:trace contextRef="#ctx0" brushRef="#br0" timeOffset="82005.92">28555 13292 1307 0,'5'-7'0'0,"2"2"0"0,-4 5 0 0,-1 5 0 0,-2 15 0 0,0 2 0 0,-5 6 0 0,-1 6 0 0,3 10 207 0,1-8-79 0,1 10-52 0,1-2 184 16,0-1-114-16,1-2-56 0,10-9-29 0,2 2 29 16,7-6-32-16,0-5 0 0,5-4-62 0,1-7 0 15,2-2 37-15,-1-9 8 0,3-1-113 0,-3 0 52 16,0-7 27-16,-1-11-98 0,-6-7 69 0,-1-3 0 16,-3-4 22-16,-6-3-88 0,1-8 45 15,-7 1-1-15,-3 4-1 0,-1-12 72 16,0 4-37-16,0 1-8 0,-12-1 32 0,-2 0-23 15,-2 7-3-15,-4-8 13 0,3 15-103 0,-1 0 47 16,-3 8 23-16,3 11-22 0,-4 2 35 0,2 5 1 16,0 6 2-16,-1 0-42 0,-2 9 0 0,4 8 26 15,3 1 4-15,-1 9-134 0,3 0 64 0,2 1 32 16,3 1-105-16,1 4 68 0,3-2 28 0,0 1 7 16,0 2-247-16</inkml:trace>
  <inkml:trace contextRef="#ctx0" brushRef="#br0" timeOffset="82244.14">28391 13782 513 0,'-15'6'0'0,"3"-6"0"0,7 0 0 0,0 0 0 0,2 0 0 0,3-2 0 0,0-11 254 0,7-8-114 0,12 2-54 0,11-5 156 16,6 1-105-16,3 1-52 0,4-1-18 0,2 5 76 16,-2 4-55-16,-6 7-27 0,2 3 9 0,-4 4 0 15,-3 0-29-15,-5 14-9 16,-3 4 17-16,-2 4-16 0,-1 3-1 0,-5-1 33 15,-2-6 8-15,1 10-40 0,-2-10 0 0,0 1 0 16,3-5 0-16,-3 1 0 0,7-6 8 0,0-2-101 16,5-7 47-16,1 0 23 0,2 0-303 0,2-9 145 15,3-6 67-15,-4-2 42 0,4-3-215 0,-4-3 93 16,4-6 71-16,-2 3-339 0</inkml:trace>
  <inkml:trace contextRef="#ctx0" brushRef="#br0" timeOffset="82628.09">29576 12912 1306 0,'-10'-8'0'0,"4"4"0"0,-3 4 0 0,-1 0 0 0,2 12 0 0,-1 9 0 0,0 4 0 0,5 5 0 0,-3 11 410 0,5-5-180 0,-1 11-103 0,3-4-47 16,0 2 148-16,0 0-98 15,0-1-49-15,3-6-8 0,2 10-8 0,0-9-32 16,-2-3 0-16,3 4-77 0,-3-5 39 0,-1-1 8 15,0-4 29-15,-2-7-143 0,0-1 72 0,0-6 36 16,0-4-162-16,0-4 98 0,-4-5-6 0,-5-3 39 16,3 0-104-16,-1-2 60 0,-2-15 5 0,-2-2-42 15,1-7 39-15,2-1 22 0,-2-5 0 0,-2-10-52 16,4 5 36-16,-3 3-8 0,0 2 45 0,1 4-77 16,-4 11 39-16,1 0 0 15,-2 7 160-15,-1 7-69 0,-2 3-22 0,-1 0-1 16,-1 11 210-16,2 9-118 0,5 5-43 0,0 1 288 15,1 6-145-15,6 2-87 0,4 0-7 0,2 4 67 16,0-3-65-16,2-4-24 0,9 3-8 0,6-7 25 16,2-3-28-16,5-6-1 0,3 0-234 0,3-8 112 15,2-5 42-15,3-5 26 0,9 0-496 0,-6-9 252 16,-1-8 84-16,-5-2-489 0,6-8 308 0,-11 5 151 16</inkml:trace>
  <inkml:trace contextRef="#ctx0" brushRef="#br0" timeOffset="82762.42">29749 13324 1710 0,'0'-17'0'0,"0"8"0"15,0 5 0-15,0 0 0 0,0 3 0 0,0 1 0 0,0 0 0 0,1 0 0 0,6 0 0 0,3 7 215 0,-2 2-95 0,4 2-43 0,0 5 83 0,-1-1-64 0,1 3-31 16,3-1-205-16,-2 1 83 0,3-2 44 16,0-2 24-16,1 0-516 0,1-1 269 0</inkml:trace>
  <inkml:trace contextRef="#ctx0" brushRef="#br0" timeOffset="83014.64">30220 12983 1710 0,'-5'0'0'0,"-4"0"0"0,-4 20 0 0,-3 7 0 0,-4 9 0 0,-7 17 0 0,-5 7 0 0,-5 8 202 0,-7 12-84 0,-4 3-42 16,0 11 402-16,-12 21-222 0,9-16-104 0,-14 31 206 15,3-10-162-15,0 7-82 0,5-1-40 0,7-5-25 16,8-23-8-16,4 3-8 0,6-13-238 0,10-20 118 16,5-10 61-16,7-6 29 0,2-16-132 0,5-10 77 15,-2-7 43-15,5-7 20 0,0-7-451 0,0-3 144 16,0-2 124-16,0 0-230 0,0-2 185 0,0-11 92 16,0-2 46-16,8-1-367 15,2-4 198-15</inkml:trace>
  <inkml:trace contextRef="#ctx0" brushRef="#br0" timeOffset="83202.31">30358 14071 2782 0,'0'-3'0'0,"0"3"0"0,0 0 0 0,0 0 0 0,-2 0 0 0,-5 2 0 0,2 4 0 0,-3 1 0 0,3 0 336 0,0-2-152 0,2-4-67 16,1 1-585-16,-3-2 250 0,5 0 126 0,0 0 62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20T06:19:09.3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15715 4380 531 0,'-7'0'0'0,"2"0"0"0,-1 0 0 0,3 0 0 0,1 0 0 0,-3 0 0 0,3 0 0 0,0 0 237 16,2 0-107-16,-1 0-48 0,1 0-25 0,0 0 59 16,0 0-42-16,0 0-12 0,0 0 9 0,0 0-38 15,0 0 0-15,0 0-1 0,1 0-9 0,3 0 18 16,1 0-9-16,-2 0 40 15,-1 0 0-15,2 0-39 0,-1 0-1 0,1 0 50 16,0 0-8-16,-1 0-41 0,3 0-1 0,0 0 76 16,-2 0-38-16,3 0 8 0,-1 0-45 0,-1 0 29 15,3 0 0-15,0 0-29 0,-1 0 44 0,0 0-14 16,1 0-9-16,0 0 9 0,-1 0 0 0,2 0-30 16,3 0 0-16,-1 0 31 0,3 0-32 0,0 0 1 15,2 0 0-15,2 0 24 0,1-3 0 16,1 1-16-16,-1 1-9 0,2-4 6 15,-1 4-6-15,-1 0 1 0,2-2-9 0,-3 1 17 16,2 2-8-16,-1 0-24 0,-1 0 1 0,1 0 23 16,-1 0 0-16,2 0-24 0,1 0-7 0,-2 0 20 15,8 0 6-15,-2 0 0 0,3 0-2 0,0 0 1 16,2 0 38-16,-2-2-40 0,2 1 1 0,-1-6-1 16,-4 3 10-16,-2-1 1 0,5 2-10 0,-7 1 21 15,4 0-18-15,-3 0 159 0,4 0-188 0,-3 2 0 16,3 0 0-16,1-1 0 15,0 1 0-15,1-2 0 0,2 0 0 0,2 0 0 16,2-2 0-16,1 0 0 0,0-2 0 0,-1 2 0 16,1 2 0-16,-1-1 0 0,-2 1 0 0,-1 0 0 15,1 0 0-15,-2 1 0 0,1 1 0 0,2 0 0 16,-1 0 0-16,2 0 0 16,1 0 0-16,2 0 0 0,-2 0 0 0,3 0 0 0,5 0 0 15,-1 0 0-15,-1-2 0 0,2 0 0 16,-7 2 0-16,3-2 0 0,0 0 0 0,1 0 0 15,-4 2 0-15,-2 0 0 0,-1 0 0 0,-1 0 0 16,2 0 0-16,-2 0 0 0,-2 0 0 0,2 0 0 16,1 0 0-16,3 0 0 0,2 0 0 0,-2 0 0 15,-2 0 0-15,-1 0 0 0,-4-1 0 0,2-1 0 16,-4 0 0-16,-7 0 0 0,5 1 0 0,-6 1 0 16,-1 0 0-16,-3 0 0 0,0 0 0 0,0 0 0 15,-2 0 0-15,1 0 0 16,-3 0 0-16,3 0 0 0,-2 0 0 15,-1 0 0-15,1 0 0 0,-3 0 0 0,0 0 0 0,1 0 0 16,-2 0 0-16,-3 0 0 0,-1 0 0 0,-1 0 0 16,-1 0 0-16,0-3 0 0,-2 3 0 0,0 0 0 15,0 0 0-15,0 0 0 0,0 0-169 0,0 0 136 16,0 0-119-16,0 0 67 0,0 0 25 0,0 0-230 16,0 0 121-16,0 0 72 0,-4 0 32 0,-5 0-458 15,0 4 246-15,-3 0 122 16,3-1 52-16,-4 3-224 0,3-2 147 0,-1-3 74 0</inkml:trace>
  <inkml:trace contextRef="#ctx0" brushRef="#br0" timeOffset="267.16">18435 4091 1551 0,'9'0'0'0,"4"0"0"0,1 0 0 0,-1 0 0 0,0 0 0 0,0 1 0 0,1-1 0 0,2 4 238 0,3 2-95 0,5-1-59 0,-1 2 244 16,-1 0-147-16,5 4-74 0,-1 0-37 0,3 2 35 16,-4-2-39-16,1 3-1 0,-3-2 16 0,-4 0-25 15,0 1 1-15,-2 0-16 0,-6 0 12 0,0-1-20 16,-7-4 0-16,0 2 31 0,-4 3 1 0,0-2-24 16,-10 4-8-16,-10 1 126 0,-6 3-63 0,-12 2-31 15,-2 3-1-15,-3 0-56 16,0 2-9-16,-4 0 34 0,-11 7-359 0,3-1 178 15,-3 0 81-15,4-3 55 0,-16 11-936 0</inkml:trace>
  <inkml:trace contextRef="#ctx0" brushRef="#br0" timeOffset="1217.77">16591 2567 655 0,'0'-4'0'0,"0"-3"0"0,0 1 0 0,0 0 0 0,-2 3 0 0,1-1 0 0,-1 0 0 0,-1 2 107 0,3-1-38 0,-2 3 1 0,2-2 93 15,0 2-57-15,0 0-41 0,0 0 1 0,0 0-16 16,0 0-17-16,0 9 8 0,0 2-8 0,0 2 48 16,2 3-23-16,3 0-1 0,0 5 59 0,0 2-34 15,1 2-28-15,-1 4 95 0,2-1-58 0,-4 4-29 16,1 2 0-16,0 3 69 0,-1 6-54 0,1 1-21 16,-2 1-1-16,0 2 25 0,-1 3-24 15,1 1 9-15,-2 4-33 0,2 0 50 16,-2 1-24-16,0 9-1 0,2-1 43 0,-2-6-25 15,0 17-9-15,0-5 23 0,0 1-29 0,0-1 1 16,3-3-29-16,-1-9 24 0,1 16-23 0,-1-9 0 16,2 3 0-16,-3 0 38 0,3-2-38 0,-2-10 8 15,0 14-9-15,0-8 14 0,-1-10-13 0,1 14 149 16,0-8-182-16,1-4 0 0,-3 12 0 0,0-6 0 16,0-7 0-16,0 3 0 0,0-5 0 0,0-8 0 15,0 4 0-15,0-5 0 0,0-5 0 0,0-2 0 16,0 0 0-16,0-5 0 15,0-1 0-15,0-6 0 0,0-1 0 0,0-3 0 16,0-4 0-16,0-5 0 0,0-3-183 0,0-3 49 16,0-2 62-16,0-1 32 0,-5-1-9 0,0 0-212 15,-3 0 112-15,1-8 60 0,-1-10 17 0,-1-4-443 16,2-5 242-16,1-6 111 0,-1-10 69 0,2-5-233 16,2 1 146-16,3-4 74 0</inkml:trace>
  <inkml:trace contextRef="#ctx0" brushRef="#br0" timeOffset="1483.06">16671 2518 768 0,'-5'0'0'0,"-2"0"0"0,1 0 0 0,-2 0 0 0,-3 2 0 0,0 6 0 0,-4 3 162 0,0 5-56 0,-6 6-41 15,0 0 0-15,-1 3 48 0,-1 2-40 0,2 2 0 16,1-3-55-16,3 0-8 0,3-1 22 0,0-5-173 16,3-1 87-16,-1 1 43 0,5-5 30 15,3-7-351-15,0 2 178 0</inkml:trace>
  <inkml:trace contextRef="#ctx0" brushRef="#br0" timeOffset="1639.72">16544 2488 902 0,'5'0'0'0,"5"0"0"16,-1 2 0-16,0 1 0 0,3 0 0 0,-1 3 0 0,5-3 369 0,0 2-169 0,5 3-83 0,1 0 186 0,3 1-139 15,1 0-66-15,-1 3-56 16,1 3-9-16,1-1 0 0,1 6 7 0,-1-1-387 15,1 3 190-15,2 0 95 0,-3 5 47 0</inkml:trace>
  <inkml:trace contextRef="#ctx0" brushRef="#br0" timeOffset="2751.68">17230 2873 519 0,'0'0'0'0,"0"-6"0"16,0 2 0-16,0 3 0 0,-1-2 0 0,1-2 0 0,-2 2 0 0,2-2 160 0,0 4-63 0,-2-3-32 0,2 2 107 0,0 1-70 16,0-2-26-16,0 1-9 0,0 1 8 0,0 0-21 15,2 1 0-15,4-3 15 16,3 1 8-16,2 2-44 0,3 0 0 0,0 0 71 15,2 0-36-15,0 0 0 0,0 0-27 0,2 0 50 16,1 0-30-16,-1 0 1 0,7 0-29 0,0 2 68 16,-1 1-26-16,5-2-8 0,-3 2-2 0,-1 1 0 15,0 2-32-15,-2-2 43 0,1 1-14 0,-1 1-7 16,-1 1-22-16,-1 3 59 0,4 0-29 0,-7-1 0 16,3 2-22-16,0 0 39 15,-3-1-23-15,3 3-1 0,-2 1-23 0,-1-3 34 16,0 3 9-16,-2-1-44 0,3 0 37 0,-2 1-36 15,0 1-1-15,0-2 14 0,0 2-5 0,-2-2-8 16,0 3 0-16,-3-4 27 0,4 1-27 0,-5 0 0 16,3 1 7-16,-3-1 129 0,-1 0-169 0,1-2 0 15,-2 3 0-15,0-2 0 0,-1 2 0 0,-1-1 0 16,1 2 0-16,-3-2 0 0,1 2 0 0,-2 2 0 16,0-2 0-16,-1 2 0 0,1 0 0 15,0 2 0-15,-3 0 0 0,1-1 0 16,0 1 0-16,0 1 0 0,0-1 0 0,-1 0 0 15,4-2 0-15,-1 0 0 0,-1-4 0 0,3 0 0 16,-3-1 0-16,3-3 0 0,-2-2 0 0,2-2 0 16,-2 1 0-16,-1-3 0 0,-1 0 0 0,2 0 0 15,-2-2 0-15,-1-1 0 0,-1 0 0 0,0 0 0 16,0 0 0-16,0 0 0 0,0 0 0 0,0 0 0 16,0 0 0-16,0 0 0 15,0 0 0-15,0 0-230 0,-1-1 183 0,-5-6-732 16,1-1 377-16,-3 1 184 0,0-2 93 0,1-1-386 0</inkml:trace>
  <inkml:trace contextRef="#ctx0" brushRef="#br0" timeOffset="3516.72">18219 2178 328 0,'6'-11'-164'0,"-4"1"82"0,-1 4 41 0,1 1 41 0,0 0 285 0,0-1-106 0,0 2-73 0,-1 1-28 16,-1-1 48-16,0 2-47 0,0 0-23 0,0 0 94 0,2 2-59 15,-2 0-21-15,0 0 3 16,2 0-1-16,0 0-39 0,0 0 0 0,2 2 40 15,0 6 8-15,1 1-49 0,-1 5 1 0,0 0 92 16,-2 3-46-16,-1 2-23 0,1 1 8 0,-2 7 13 16,0 0-22-16,0 0 79 0,0 1-51 0,0 2-25 15,0 4 8-15,-2-2-6 0,-1 2 0 0,-3-1-27 16,1-2 0-16,-1 1 0 0,2-8 8 16,-4 4-8-16,5-5 0 0,-3-1 21 0,1 0 0 15,1-2-21-15,0-1 48 0,-2-5-48 16,3 0 0-16,1-3 0 0,0-1 40 0,0-2 1 15,0-2-33-15,0-2 31 16,2 0-40-16,0-2 1 0,0-2 0 0,0 2-23 0,0-2 31 0,0 2-8 16,0-2-1-16,0 2-8 0,0 1 9 0,6-1-1 15,3-1 9-15,3 2 22 0,1-1 0 16,2-1-31-16,2 1 166 0,2-2-198 16,1 3 0-16,1-3 0 0,5 3 0 0,-3 1 0 15,2-2 0-15,0 2 0 0,0-1 0 0,5 2 0 16,-4-3 0-16,2 0 0 0,-1 2 0 0,-5-2 0 15,0 1 0-15,1-1 0 0,-2 1-178 0,-3 0 154 16,-2 1 1-16,-5-1 9 0,-2 0 13 0,-1-2-6 16,-2 2 3-16,-3-2-4 0,-1 1 4 0,0-2 59 15,0 0-27-15,-2 2 152 0,0-2-180 0,0 0 0 16,0 0 0-16,0 0 0 0,0 0 0 0,0 0 0 16,0 0 0-16,0 0 0 0,0 0 0 15,0 0 0-15,0 0 0 0,0-2 0 16,0-1 0-16,0-1 0 0,0-2 0 0,0 2-555 15,-4-2 269-15,0 4 103 0,-3-1 77 0</inkml:trace>
  <inkml:trace contextRef="#ctx0" brushRef="#br0" timeOffset="6863.11">18189 3617 560 0,'2'0'0'0,"0"0"0"0,-2-1 0 0,0-2 0 0,0 1 0 0,0-1 0 0,0-2 0 0,0 4 0 0,0-1 95 0,0-2-35 15,0 3 0-15,0-2 58 0,0 1-42 0,0 2-22 16,0 0 8-16,0 0 0 0,0 0-1 0,0 0-28 16,0 0 7-16,0 0-8 0,0 0 9 0,0 0-8 15,0 6-31-15,0 3 0 0,0 2 31 0,0-3-13 16,-4 5 13-16,0-1 0 16,0-3-1-16,0-1-27 0,1-1-9 0,1-1 42 15,2-4-26-15,-2-1-27 0,2 2 28 0,0-3 10 16,0 0-55-16,0 0 30 0,0 0-7 0,2-6-16 15,7-6 38-15,1-1 1 0,-1 2-10 0,-2-2-19 16,1 6-8-16,-2-3 31 0,0 5-7 0,-5 0 21 16,1 2-19-16,0 1 0 0,-2 2 2 0,0 0 24 15,0 0 1-15,0 5-23 0,-4 9 2 16,-5-1 31-16,-1 0-31 0,1 2-57 16,2-2 28-16,1-3 0 0,0 0 30 0,2-3-309 15,2-2 146-15,2 1 62 0,0-6 38 0,2 0-338 0</inkml:trace>
  <inkml:trace contextRef="#ctx0" brushRef="#br0" timeOffset="7101.56">18529 3548 1036 0,'0'0'0'0,"0"0"0"0,0 0 0 0,0 0 0 0,0 1 0 0,-2 1 0 0,-6 4 0 0,1 1 402 0,-2 4-189 0,-3 9-90 15,-1-2-45-15,0 5 154 0,-2 1-100 0,0 4-41 16,2 2-34-16,2 2 2 0,2-1 0 0,-2 0-26 16,6-1-120-16,0-6 68 0,1 6 22 0,2-3-115 15,2-8 72-15,-2 3 37 16,2-2 0-16,0-8-348 0,0 1 178 0,0-1 37 16,0-7 63-16,0-2-357 0,0-3 199 0,2 0 91 15,0-6 58-15</inkml:trace>
  <inkml:trace contextRef="#ctx0" brushRef="#br0" timeOffset="7312.03">18521 3495 852 0,'2'-11'0'0,"-1"5"0"0,4 2 0 0,-3 2 0 0,0 1 0 0,0 1 0 0,-1 0 416 0,7 3-191 0,-1 10-97 16,5 7 338-16,-3 3-217 0,0-2-100 0,3 9 60 15,-1 0-88-15,3 2-44 0,-5 0-22 0,2 2 78 16,-2-2-42-16,1 0-33 0,-1-2 0 0,-2-2-184 15,1-2 79-15,0-3 40 0,-3-3-278 0,1-1 154 16,-1-2 82-16,-3-5 41 0,2-1-421 0,-2-3 167 16,0-6 80-16,-2 0-124 0,0 1 137 0,-2-3 68 15,-10 0 34-15</inkml:trace>
  <inkml:trace contextRef="#ctx0" brushRef="#br0" timeOffset="7454.78">18439 3848 772 0,'-6'0'0'0,"4"2"0"0,2-2 0 0,0 1 0 0,2-1 0 0,9 0 0 0,10 0 548 0,1 0-258 0,6 0-128 0,1 0 307 16,1-1-221-16,-4-3-108 0,-3 0-173 15,1 2 33-15,-3 0 0 16,-2 1 41-16,-3 1-641 0,0 0 317 0,-7 0 158 0</inkml:trace>
  <inkml:trace contextRef="#ctx0" brushRef="#br0" timeOffset="8438.81">17281 2696 571 0,'0'0'0'15,"0"-2"0"-15,0-1 0 0,0 1 0 0,0 0 0 0,0-2 0 0,0 2 0 0,0 1 0 0,0-1 0 0,0-1 186 0,0 2-68 0,0 0-47 16,0 1 115-16,0 0-77 0,0 0-38 0,0 0 0 16,0 0 63-16,2 8-54 0,0 5-24 0,0 1 47 15,0 1-35-15,0 1 7 0,-1 2-42 0,-1 1 68 16,0-2-35-16,3 0 1 0,-3 1-35 0,0-1-28 15,2-2-8-15,-2-2 37 0,2 1-141 0,-2-5 70 16,0-2 35-16,0-1-268 0,0-2 126 0,2-1 78 16,-2-3 8-16,0 0-144 0,0 0 59 15,0 0 52-15,0-3 12 0,0-10-200 0</inkml:trace>
  <inkml:trace contextRef="#ctx0" brushRef="#br0" timeOffset="8693.94">17186 2032 845 0,'0'-12'0'0,"0"4"0"0,-4 3 0 0,-1 4 0 0,1-1 0 0,-1 0 326 0,2-1-146 0,-1 3-66 16,1 0-45-16,1 7 175 0,2 7-105 0,0 6-54 15,0 3-25-15,0 1 57 0,2 5-46 0,1-1 0 16,4 3-61-16,2-4 1 0,0 2 22 0,-2-5-137 15,3 9 65-15,-3-4 35 0,1-1 1 0,-3-2-236 16,-1-6 130-16,-1 1 26 0,0-8 46 16,-1-3-323-16,0 0 139 0,0-6 94 15,-2-2 47-15,0-2-92 0,0 0 74 0,0-8 32 16,0-12-158-16,0-5 95 0</inkml:trace>
  <inkml:trace contextRef="#ctx0" brushRef="#br0" timeOffset="9086.9">17135 1938 976 0,'-11'-13'0'0,"-2"5"0"0,3 4 0 0,5 3 0 0,-1-1 0 16,2 0 0-16,3 2 0 0,-1 0 180 0,2-2-73 0,2 0-38 0,19-1 154 0,6-3-87 0,3 0-56 15,4-1-24-15,2 1 36 0,0 0-30 0,-1 3 0 16,-6 3-22-16,2 0-103 16,-11 0 47-16,1 5 25 0,-1 8-65 0,-8 3 44 15,-4 2 31-15,-4 2-156 0,-4 7 84 0,0-5-3 16,-3 3 35-16,-9-1-77 0,-3-5 44 0,-6 6-4 15,0-8 0-15,1 0 124 0,-4-6-43 0,1 0-7 16,2-4-42-16,-1 0 215 0,3-4-96 0,1-3-34 16,8 0 72-16,0 0-40 15,5 0-32-15,3 0 10 0,2 0 137 0,0-3-87 16,15-10-43-16,7 6-20 0,7-2 8 0,4 2-32 16,1 1 1-16,2 4-33 0,1 0-1 0,0 2 34 15,0 0 8-15,-5 10-65 0,-6 5 29 0,-4 4 0 16,-3 3-32-16,-6 5 18 0,-5 2 7 0,-6 1 2 15,-2 1 17-15,0 0-25 0,-17 1 20 0,-4-5 89 16,-5 2-40-16,-2-4-23 0,-4-6 0 0,-3-4 89 16,2-4-51-16,-1-6-14 0,2 0-117 0,0-5 44 15,0 0 21-15,6-5 8 16,-1-8-399-16,7-2 191 0,7-1 102 0,2-3-286 16,4-4 178-16,7-2 57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20T06:20:34.4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21681 3830 502 0,'-2'0'0'0,"0"0"0"0,0 0 0 0,2 0 0 0,0 0 0 0,0 0 0 0,0-3 89 0,0 1-28 0,0 0 0 0,0 1 62 15,0-2-49-15,0 3-20 0,0 0-1 0,0 0-4 16,0 0-17-16,0 0 9 0,0 0-8 0,0 0-31 15,0 0 31-15,0 0 0 0,0 0-40 0,0 0 48 16,0 0-8-16,0 0 0 0,0 0 21 0,-2 6-22 16,0 0 1-16,-4 3 36 0,-1 1-8 15,-1 1-28-15,-1 0-5 0,-3 2 31 16,2 2-26-16,-6-1 8 0,-2 6-8 0,-1-1 28 16,-3 2-28-16,-3 1 0 0,-5 6 22 0,4-2 8 15,-10 11-30-15,2-5 0 0,-2 5 16 0,-1 2-16 16,-1-2 0-16,1 3 3 0,0-1-3 0,0-2-1 15,3-4 1-15,9-6 2 0,-2 2 6 0,3-2-8 16,3 0 0-16,3-4-28 0,-2 0 28 0,5-2-1 16,2-5-51-16,2 1 20 0,1-1-8 0,3-3 1 15,0-2-19-15,3-1 23 16,0-3-5-16,1 1-40 0,-2-5 26 0,5 1-1 16,-2-3 19-16,2 2-58 0,-1-3 26 0,1 0-1 15,0 0 21-15,0 0-26 0,0 0 10 0,0 0 0 16,0 0-118-16,0 0 59 0,-2 0 34 0,2 0-265 15,0 0 143-15,0-3 73 0,0 0 28 0,0-5-295 16,5-1 170-16,7-3 84 0</inkml:trace>
  <inkml:trace contextRef="#ctx0" brushRef="#br0" timeOffset="290.56">21153 4212 686 0,'0'0'0'0,"0"0"0"0,0 0 0 0,0 0 0 0,-4 4 0 0,-4 2 80 16,-3 4-24-16,-2 6 63 0,-2 6 57 0,-2 4-71 16,-2 7-28-16,-5 6 86 0,2 2-64 0,-1 0-34 15,-2 2 0-15,3 1-10 16,3-8 8-16,0 1-30 0,2-1 0 0,1-4 38 16,3-4 1-16,1-2-39 0,3-6 31 0,2-2-9 15,0-7-22-15,3 1 42 0,3-6-21 0,-1-3-1 16,2-1-12-16,0 0 19 0,0-2-27 0,0 0-1 15,12 0 1-15,6 0-8 0,5-10 16 0,9-6-8 16,1-4-1-16,5-4-199 0,2-2 98 0,3-2 39 16,3-1-429-16,3-1 212 15,1 2 118-15,-4 4-206 0,1 0 151 16,-6 4 67-16</inkml:trace>
  <inkml:trace contextRef="#ctx0" brushRef="#br0" timeOffset="912.62">21701 3814 391 0,'-8'0'0'0,"-1"0"0"0,4 0 0 0,1 0 0 0,0 0 0 0,1 0 128 0,-2 0-39 16,3 0-33-16,1 0 58 0,-1 0-41 0,2-2-1 15,0 2-39-15,0 0 124 0,0-1-66 0,0-1-29 16,0-1 0-16,2 2 5 0,6-3-34 0,3 2 7 16,1-2 32-16,4 2 0 0,2-2-39 0,5 3 0 15,2-3 69-15,-3 2-26 16,10 1-9-16,0-1-3 0,0-1 1 0,4 2-32 16,5-3 0-16,-6 0 67 0,11 0-37 0,-5-2-1 15,2 3-29-15,2-3 41 0,-4 3-13 0,12-3-7 16,-2 2 21-16,4-2-20 0,0 1-1 0,10-1-45 15,-11 1 9-15,13-2 15 0,0 0 0 0,-2 0-45 16,3 2 23-16,1-1 0 0,-5 0 30 16,13 0-42-16,-9 1-5 0,-3 1 38 15,-3 2-25-15,-9 0-91 0,4 0 43 0,-9 0 27 16,-2 2-73-16,-9 0 45 0,4 0 11 0,-6 0-19 16,0 0 16-16,-6 0 2 0,-2 0 12 0,-5 0-5 15,-1 0 9-15,-2 0 3 0,-2 0-11 0,-4 0 32 16,0 0-24-16,-4 0 2 0,1-1 1 0,-2-4-11 15,-3 4 11-15,-1-3 0 0,1 0-31 0,-4 1 0 16,4 1 29-16,-3-2-109 0,-1 0 44 0,-1-2 31 16,0 4-8-16,0-4-245 15,0-1 134-15,0 0 68 0,0 1 26 0,0 0-323 16,0-3 182-16</inkml:trace>
  <inkml:trace contextRef="#ctx0" brushRef="#br0" timeOffset="1160.96">23759 3362 1190 0,'5'0'0'0,"0"0"0"0,5 0 0 0,5 0 0 0,1 0 0 0,2 0 0 0,2 1 0 0,2 3 0 0,3 4 293 0,0-1-130 0,1 2-65 16,-4 1-24-16,6 5 30 0,-5-1-35 0,0 0 0 15,-5 1-36-15,-1 0-52 0,-2 3 34 0,-1-4-8 16,-4 3-11-16,-2 0 37 0,-6 0-1 0,-2 1-49 15,0-1 21-15,-10 4 0 0,-6-4 29 0,-7-1-88 16,-3 2 39-16,-4-1-1 0,-8 3-2 16,1-3-205-16,-5 2 110 0,-6 0 45 15,-9 4 30-15,6-7-470 0,-12 7 241 0</inkml:trace>
  <inkml:trace contextRef="#ctx0" brushRef="#br0" timeOffset="2138.92">21690 1588 327 0,'0'-7'0'0,"0"2"0"0,0-1 0 0,0 4 0 0,-2-2 0 0,2 2 0 0,0 0 67 0,0 1 0 0,-2-1-34 16,2 2 8-16,0 0 66 0,0 0-37 0,0 0 0 16,0 0-8-16,0 0-30 15,0 0 9-15,2 0 48 0,1 0-28 0,-1 0 0 16,3 0-28-16,-2 0 25 0,-1 3 9 0,2 3-34 16,-2 1 0-16,-2 1 29 0,2 3-29 0,-2 3 0 15,0-1 8-15,0 2 23 0,0 2 1 0,0 1-33 16,0 1 14-16,0 2-13 0,1 1 8 0,1 5-14 15,2-1 6-15,1 0 0 0,2 3 0 0,0-1-15 16,-2 1 23-16,1 5-8 0,1 0 0 0,0 8 18 16,-4-3-18-16,1 4 0 15,0-3 21-15,-1 12-22 0,-1-2 1 0,2 1 0 16,-1 2 23-16,4 0 0 0,-4-2-15 0,3-1-9 16,-1-1 1-16,3-1 0 0,-3-1 0 0,1 2-9 15,-2 2 8-15,0 2 1 0,-1 0 0 0,-1 2 8 16,0 1-8-16,0 0 8 0,-2 2-9 0,0-1 12 15,0 1-11-15,0 2 0 0,-6-4-1 0,3 2 9 16,-3-1-8-16,3-3-37 0,1-1-1 16,-1-5 38-16,3-4-2 0,0-6-39 15,0 3 15-15,0-7-7 0,0-1 26 0,0-2-54 16,0-2 25-16,3-6-6 0,-1 1 27 0,-1-3-51 16,1-3 23-16,0-1-10 0,0-2 4 0,0-4-6 15,-2-1 29-15,2-2-81 0,-2-2 37 0,0-4 12 16,0 0 1-16,0-2-141 0,0 0 77 0,0 0 26 15,0 0 22-15,0 0-125 0,0-3 67 0,0-12 24 16,0-6-425-16,0-5 233 0,1-3 117 16,5-13 58-16,-1-5-193 0</inkml:trace>
  <inkml:trace contextRef="#ctx0" brushRef="#br0" timeOffset="2398.51">21875 1798 383 0,'-5'-23'0'0,"-2"7"0"0,0 8 0 0,0-2 0 0,0 4 0 0,1 1 164 15,-1 1-70-15,-3 2-31 0,-3 2 1 0,-3 0 18 16,-3 9-25-16,-4 7 9 0,-2 2-33 0,0 2-25 15,-3 3 25-15,3 0-110 0,6-5 63 0,-1 0 19 16,6-4 0-16,1-1-93 0,5-3 56 0,3-3 28 16,3-3 7-16,2-2-269 15,0-2 132-15</inkml:trace>
  <inkml:trace contextRef="#ctx0" brushRef="#br0" timeOffset="2540.11">21753 1526 1288 0,'0'-11'0'0,"-1"6"0"0,-1 3 0 0,2 2 0 0,0 0 0 0,0 0 0 0,10 7 0 0,6 4 0 0,5 4 0 0,4-1 198 0,2 1-82 16,3 0-42-16,5 2 82 0,4 3-65 15,-3-1-29-15,1 0-335 0,2 4 153 0,-2-1 77 16,-6 3 46-16,7 7-238 0</inkml:trace>
  <inkml:trace contextRef="#ctx0" brushRef="#br0" timeOffset="3551.86">22631 2777 245 0,'0'0'0'0,"0"0"0"0,0 0 0 0,0 0 0 0,0 0 0 0,0 0 75 16,0 0-13-16,-2 0-8 0,0-1 16 0,1-1 1 15,1-2-38-15,-2-2 23 0,2 1-15 0,0-3-8 16,0-1-1-16,0-3-8 0,0 2 8 0,0-4 1 16,2 2 8-16,3-4 2 0,2 1-10 0,1-2 0 15,2-1 31-15,-1 2-32 0,2 2 9 0,-1-4 13 16,2 4 0-16,-1-3-21 0,3-1 0 0,4 3 22 15,-2-1-14-15,7-2-8 0,-3 3-1 16,6 1 7-16,0 0-6 0,5 0 0 0,2 2 8 16,8-2-12-16,-6 8 3 0,2-2 1 15,1 4-11-15,-3 4 11 0,1 0 7 0,-1 0-7 16,0 12-22-16,-1 2 0 0,-1 5 21 0,1 0 36 16,-2 3-33-16,0-1-4 0,2 7-4 0,-6-7 32 15,0 4-28-15,0-3 1 0,-1 2 9 0,-4-1-12 16,0-1 5-16,-4-1-1 0,-2-4-39 0,-2 0 38 15,0 0 10-15,-3-4-36 0,-1 0-3 0,-4-4 27 16,-2 0-3-16,2-7-28 16,-4 3-3-16,-1-4 30 0,0-1-10 0,-2 0-96 15,2 0 43-15,-2-1 25 0,0-9-12 0,0-1-163 16,0-2 82-16,0-1 51 0,0 3-502 0,-9 0 261 0</inkml:trace>
  <inkml:trace contextRef="#ctx0" brushRef="#br0" timeOffset="4352.68">22627 2632 274 0,'0'3'0'0,"0"-3"0"0,0 0 0 0,0 0 0 0,0 0 0 0,0 0 0 0,0 0 0 0,0 0-1 0,0 0 28 16,0 0 0-16,0 0 15 0,0 0-14 0,0-3 8 15,0 2-7-15,0-2-11 0,0 1 10 0,0-3 1 16,0 4-1-16,0-3 7 16,0 0-6-16,0-2 22 0,0 3-22 0,0-2 0 15,0-2 8-15,0 0 13 0,0 0-20 0,-1-1-1 16,1-4 2-16,-2 1-4 0,0-2 12 0,-1-2-7 16,3 0-1-16,-2-4-13 0,2 1 13 0,0-7 1 15,0 3-26-15,0-9-9 0,0 2 32 0,0-5-3 16,0-2-37-16,0-1 32 0,2-1 12 0,1-1-45 15,4 1 0-15,0 1 26 0,4 0 7 0,1 1-26 16,1 1 26-16,3 2-10 16,-2 0 5-16,2 2 0 0,0 0-1 0,1 2-4 15,2 1 24-15,-2-1-20 0,-1 3 0 0,3 1 2 16,-1 3 18-16,-2 1-16 0,0 2 1 0,0 3-3 16,3 0 0-16,-4 0 3 0,0 5-2 0,0-1-29 15,-1 5 4-15,-2 1 24 0,-1 3-1 0,1 1-27 16,-3-1 0-16,3 3 20 0,-3 0-54 0,2 5 23 15,-2 4-1-15,1 0 23 0,-3 2-21 0,1 1 15 16,0-3 9-16,-1 4-20 16,-1-3 16-16,-1-1-7 0,1-1 6 0,-3 0 21 15,2-6 0-15,-3 3-23 0,0-2 1 0,-1-3 35 16,1 2-1-16,-2-2-25 0,0 0 38 0,0 0-17 16,0 0 0-16,0 0-15 0,0-2-3 0,0-7 5 15,0 1 6-15,0-1-147 0,0 2 67 0,0 2 32 16,-2-1 1-16,2 4-335 0,-1-1 149 0,-5 3 97 15</inkml:trace>
  <inkml:trace contextRef="#ctx0" brushRef="#br0" timeOffset="5282.41">23129 1688 109 0,'0'0'0'0,"0"0"0"0,0 0 0 0,0 0 0 0,0 0 0 0,0 0 0 0,-2 0 0 0,2 0 0 0,-2 0 12 0,0 0 0 0,2 0 27 16,-2 0 5-16,2 0-28 0,0 0 0 0,0 0 25 16,0 0-1-16,0-2-21 0,0 0 5 0,0 1 23 15,0-1 0-15,0-1-26 0,0 2 1 0,0 0 24 16,0-4 6-16,4 2-23 0,0-2 6 0,1 0-4 15,1 2-3-15,2-3 4 0,-1-1-19 0,0 0-7 16,2 2 22-16,3-3-31 16,1 0 1-16,1 0 25 0,-2 0 8 0,4 1-37 15,-1-3 1-15,2 2 20 0,-1 1 5 0,2 0-32 16,2 1 33-16,1-2-9 0,0 4 1 0,5-1-1 16,-4 3 3-16,2 0 6 0,-1 1-3 0,6 1-4 15,-6 0 1-15,4 0-19 0,-1 1 18 0,-2 8 0 16,-1-1 4-16,4 3-17 0,-3 2 12 0,0 1 0 15,-1 1 1-15,0 2 20 16,-5-1-17-16,3 7-4 0,-2-3 25 0,-1 1 1 16,-2 2-24-16,-3-1 22 0,-3 1-17 0,2 2-1 15,-1-2-2-15,-3-1 40 0,2-2-1 0,-3 0-29 16,0 1 0-16,-1-4 2 0,2 0-5 0,-3-1 6 16,1-1-5-16,-2-5-30 0,1 0 6 0,0-1 24 15,2-2-51-15,-4 0 22 0,1-4 0 0,0 1-3 16,-3-4 5-16,3 0 10 0,-2 0 7 0,0 0-23 15,0 0 18-15,-1 0-7 16,1-1 6-16,1-5 24 0,-1-2-25 0,-2 1 0 16,0-3 0-16,0 2-163 0,0 1 77 0,0 1 36 15,-5 1-358-15,0 1 178 0,-1 2 98 0</inkml:trace>
  <inkml:trace contextRef="#ctx0" brushRef="#br0" timeOffset="5822.11">24042 2049 328 0,'0'0'0'0,"-2"0"0"0,2 0-164 0,-2 0 82 0,2 0 41 0,-3-1 41 0,2-2 171 0,-1-1-53 0,-2 0-42 15,2 0 20-15,-1 1-31 0,-1 1-1 0,0 1-34 16,-1-1 3-16,-2 0-1 0,2-1 1 0,-2 3-25 15,-1 0 0-15,0 0 33 16,1 0-8-16,-2 0-11 0,2 3 10 0,-4 2 1 16,2 0 0-16,0 2 3 0,-3 2-14 0,2-2 8 15,-1 2 22-15,1 1-23 0,-1 2-5 0,0 1 43 16,-1-1-6-16,1 6-30 0,0-2 6 0,-3 7 23 16,3-2-19-16,-1 7-9 0,0 0 1 0,-1 1 13 15,-1 2-13-15,2 2 0 0,-2-1 8 0,1 2-8 16,4-4 0-16,-1 2-1 0,3-3 16 0,-1-1-15 15,5-3 8-15,1 3-35 16,-1-6 27-16,3-1 0 0,0 1 0 0,0-4-31 16,0 2 7-16,5-2 19 0,2-2 2 0,0-2-71 15,1 0 31-15,0-3-1 0,-3 0-18 0,3-4 15 16,-3 0 1-16,1 0 30 0,-2-1-196 0,-2-4 91 16,0-1 30-16,0-1-328 0,-1 0 177 0,-1 0 87 15,0 0 44-15</inkml:trace>
  <inkml:trace contextRef="#ctx0" brushRef="#br0" timeOffset="10195.67">23672 1080 671 0,'3'-6'0'0,"1"-2"0"0,-2 5 0 0,2 2 0 0,-1-2 0 0,3 0 0 0,-3-2 0 0,6 2 0 0,-2 1 94 0,2-2-31 0,5 1 0 16,0-3 91-16,3 3-60 0,3-4-23 0,5 4 16 15,0-3-27-15,1 0-1 0,1 0-26 0,1 0 67 16,-5 4-26-16,9-5-8 15,-2 4-33-15,1 1 40 0,-3-2 0 0,0 2-40 16,-3 0 8-16,-1 2-38 0,1 0 29 0,-5 0 1 16,-1 0-100-16,-3 0 50 0,-2 0 33 0,1 0-196 15,-5-1 92-15,1 1 52 0,-4-2 8 0,-2 0-109 16,0 2 44-16,-3-2 43 0,0 2-14 0,0-1-203 16,-2 1 118-16,0-2 58 0,0 0 20 0,-12 2-177 15</inkml:trace>
  <inkml:trace contextRef="#ctx0" brushRef="#br0" timeOffset="10676.73">23803 984 610 0,'-11'0'0'0,"1"0"0"0,1 0 0 0,3 0 0 0,1 0 0 0,0-2 278 0,4 0-127 0,1 2-59 15,0 0-30-15,0 0 82 0,13 0-55 0,5 4-21 16,7 4-7-16,0-1 92 15,3 1-59-15,-2 1-31 0,-1-1-4 0,-3 3 8 16,-1-2-34-16,0 3-21 0,-5-2 0 0,0 4 21 16,-4-2-1-16,-1 1-39 0,-2-1 16 0,-2-1 0 15,-3 1 24-15,-1-3-33 0,-1 2 0 0,-2-1 41 16,0 0-50-16,-2 0-21 0,-9 0 8 16,-6 2 1-16,-3-2 69 0,-1 1 4 0,-7 1-46 0,0 1 55 15,-1-1-23-15,1-1 1 16,1-2-19-16,7 0 71 0,1-1-32 0,3 0-1 15,6-3-19-15,1 1 11 0,3-2 16 0,4-3-25 16,1 1-8-16,1 2 21 0,0 1-21 0,3-1 0 16,10 2 38-16,4 0-30 0,8 0-8 0,2-3 53 15,3 1-27-15,2-1 0 0,5-1-26 0,-2 2-22 16,3-2 22-16,-3 0 0 0,9-2 0 0,-10 2-64 16,5-2 33-16,-2 0 7 0,-3 0-16 15,-4 1 16-15,-5-1 0 0,-3 2-73 0,-3-2 42 16,-8 3 10-16,-1-1-3 0,-5-2-11 15,-3 0-1-15,0 0 17 0,-1 1 12 0,-1-1 45 16,0 0-22-16,0 0-3 0,0 0-21 0,0 0 31 16,0 0 1-16,0 0-20 0,0 0-72 0,0 0 35 15,0 0 1-15,0 0-150 0,-1 0-222 0,1 0 177 16,0-1 97-16,0 1-630 0</inkml:trace>
  <inkml:trace contextRef="#ctx0" brushRef="#br0" timeOffset="43064.28">19923 10925 697 0,'0'0'0'0,"-2"0"0"0,2 0 0 0,0 0 0 0,-2 0 0 0,0 0 0 0,2 0 175 15,-2 0-76-15,2-1-32 0,-2-3-1 0,2-1 50 16,-1 1-42-16,1-2-12 0,-3 1-9 0,3-3 7 16,-2 0-1-16,2 0-26 15,-2 1 20-15,0-2-12 0,-1-2-8 0,1-2 0 16,-2 2 16-16,1 0-16 0,-1-2-1 0,-1 5 35 15,-2-5-34-15,0 3 0 0,0 2 0 0,-3-1-7 16,0 3 7-16,1 1 8 0,-2-1-8 0,-2 2-32 16,0 2 1-16,-3 1 31 0,2 1-43 0,-3 0 45 15,0 0-11-15,0 1 29 16,0 7-28-16,-2 0 3 0,2 1-1 0,2 1 14 0,0-1-18 0,2 0 3 16,2 1-1-16,1-2 31 15,3 2 0-15,0 1-17 0,1 1 0 0,3 1 16 16,0 2 0-16,-1 2-22 0,4 0 32 0,0 2 7 15,0-1-39-15,0 3 0 0,0 0 82 0,7 0-41 16,2-1-20-16,3-1 16 0,4 1-8 0,0 1-30 16,3-1 1-16,1-2-26 0,0-2 26 0,-3 1 8 15,5 2-8-15,-9-4-65 0,4 2 33 16,-5-1-1-16,-3 2-10 0,-2 1 29 0,0-2-28 16,-6 4 128-16,-1-3-52 0,0 1-20 15,0 3-12-15,-8-1 76 0,-5 2 79 0,-4-1-190 16,1-3 0-16,-4 0 0 0,4-6 0 0,-9 2 0 15,6-8 0-15,-2 0 0 0,-2-5 0 0,-2-2 0 16,4 0 0-16,1-2 0 0,-1-5 0 0,2-4-596 16,4-3 350-16,3 0 115 0,0 1 9 0,4-4-298 15,3-1 194-15,5 2 96 0,0-4 49 0,0-3-163 16,5 4 98-16,12-4 61 0,0 5 26 0,4-1-397 16,-3 3 212-16</inkml:trace>
  <inkml:trace contextRef="#ctx0" brushRef="#br0" timeOffset="43425.36">20067 11001 1530 0,'0'0'0'0,"0"0"0"0,0 0 0 0,0 0 0 0,0 0 0 0,0 0 0 0,0 0 0 0,0 0 0 0,2 0 273 0,6 0-121 15,1-2-51-15,4 0 264 0,0 1-166 0,3 1-83 16,-2 0-41-16,5 0 72 0,-2 0-48 0,2 0-38 15,-3 0 1-15,3 0-89 0,1 0 30 0,-4 0 9 16,-1 0-71-16,0 0 47 0,-6 1 22 0,3 1 0 16,-5-2-291-16,1 0 141 0,-5 2 80 0,2-2-546 15,-3 0 286-15,-1 0 144 0,-1 2 72 0,0 3-389 16,0 1 234-16</inkml:trace>
  <inkml:trace contextRef="#ctx0" brushRef="#br0" timeOffset="43618.39">20112 11286 1480 0,'-2'12'0'0,"-3"-5"0"0,3 3 0 0,-2-5 0 0,4-1 0 15,-1-4 0-15,1 2 0 0,0 0 209 0,1-2-87 0,10 0-46 0,7 0 499 0,2 0-263 16,6 0-144-16,-1 0 232 0,1 0-184 0,1-2-92 16,-6 0-45-16,2 2-20 15,2 0-26-15,-4 0 0 0,-3 0-292 0,-2 0 146 16,-4 0 72-16,-3 0 46 0,1 0-470 0,-4 0 248 15,-4 0 126-15,-1 2-369 0,1 1 217 0,-2 3 80 16</inkml:trace>
  <inkml:trace contextRef="#ctx0" brushRef="#br0" timeOffset="50567.5">21179 10641 806 0,'0'0'0'0,"0"0"0"0,0-2 0 0,0 0 0 0,0 0 0 0,0 0 0 0,0-2 0 0,0-1 0 0,0-4 95 0,0 1-31 0,0-2 15 15,0-1-23-15,0 1 8 0,0-3-31 0,0 2-39 16,0-2 0-16,0 2 38 0,-3 1 1 0,-2 0-28 16,-2 0-7-16,1 0 34 0,-3 2-3 0,-1 1 6 15,1 2-2-15,0-1-13 0,-3 2 28 0,1 0-42 16,2 3 18-16,-5-2 89 0,3 3-43 0,1 0-9 15,-2 0-7-15,-1 3 27 0,1 7-24 0,-1 5 0 16,2-1-24-16,-1 5 44 16,0 5-7-16,3-1-38 0,0 3 29 0,4 2 0 15,1 3-29-15,3 0 9 0,1 5 13 0,0 0-22 16,0 7 1-16,0-2 50 0,1-2-17 0,7 10-8 16,2-2-26-16,-3-2 0 0,2 2 1 0,-2 0 0 15,0-5 8-15,0 6-60 0,-2-4 26 0,-1-9 0 16,-2 3-33-16,0-2 25 0,0-11-5 0,-2 2-17 15,0-4 23-15,0-6-12 0,-6-2 31 0,-3-4-35 16,-3-2-11-16,-2-2 36 16,-4-1 1-16,0-4-148 0,-1 1 68 0,1-3 27 15,-1 0 12-15,-1 0-234 0,6 0 122 0,-2-3 44 16,4-6-223-16,1 0 145 0,4-3 63 0,4-3 45 16,3-3-295-16,0-5 166 0,3-1 82 0</inkml:trace>
  <inkml:trace contextRef="#ctx0" brushRef="#br0" timeOffset="51004.41">21363 10726 803 0,'6'-20'0'0,"-6"3"0"0,0 1 0 0,0-2 0 0,0 0 0 0,-4-1 0 0,-4-2 0 0,1 3 94 15,1 1-22-15,3-1-8 0,-3 3 65 0,2 6-48 16,1-3-24-16,-2 4 63 0,0 2-35 0,1 0-30 15,-1 4-1-15,-3 1 25 0,2-1-23 0,-3 2 0 16,2 0-15-16,-4 3 100 16,1 7-54-16,1 2-27 0,-1 0 123 0,2 3-75 15,-1 2-29-15,4 0 125 0,-1 0-85 0,1 2-44 16,0 0-21-16,1 0 85 0,3-1-45 0,-3 1-35 16,2 2 1-16,2-1 0 0,0 2 1 0,0 2-20 15,0 0-8-15,0 0 27 0,0-1 0 0,2 3-27 16,0-1 14-16,1 1-6 0,1 2-8 0,3 0 41 15,-4 0-42-15,1 1 1 0,-1 0 146 0,1 1-179 16,0 2 0-16,-1 0 0 16,1 0 0-16,1 4 0 0,-4-2 0 0,1 2 0 15,0-3 0-15,-2 1 0 0,0-2 0 0,0-2 0 16,0-2 0-16,0-3 0 0,0 3 0 0,-5-8 0 16,-2 1 0-16,0 0 0 0,0-4 0 0,-2-2 0 15,-2-3 0-15,1 0 0 0,-3-3 0 0,-1-1-268 16,1-2 121-16,-2-3 63 0,2-2 24 0,3-1-202 15,-1 0 113-15,2 0 57 0,4-1-432 0,-2-10 237 16,7-4 131-16,0-6 61 0</inkml:trace>
  <inkml:trace contextRef="#ctx0" brushRef="#br0" timeOffset="52239.7">21854 10635 314 0,'0'0'0'0,"0"0"0"0,0 0 0 0,0 0 0 0,0 0 0 0,0 0 240 0,0 0-95 16,0 0-61-16,0 0 148 0,0 0-100 0,0 0-49 15,0 0-25-15,0 0 35 0,3 0-34 0,3 0 0 16,1 0-27-16,5 0 78 16,-3 0-39-16,2-2 9 0,3 0 13 0,0 0-29 15,2 1-1-15,-2 1 36 0,5-3-33 0,-2 3 8 16,2-1-41-16,2-1 63 0,-1-1-31 0,3 3 0 16,0-1-32-16,-2 1 36 0,2 0-7 0,0 0-29 15,2 0-1-15,-4 0 30 0,2 0-29 0,2 0 8 16,3 0 30-16,-1 0 0 0,1 0-38 0,2 0 41 15,0 0-21-15,2 0 8 16,0 0-28-16,1-3 43 0,3 0-22 0,1-2 0 16,4-5-22-16,-4 3 48 0,7-3-9 0,-4 3-39 15,2-1 1-15,-1 1 23 0,0-1-23 0,-3 2 8 16,8 1-26-16,-3 1 18 0,-1-2 0 0,1 3-38 16,-1 0 1-16,-5 0 194 0,8 1-190 0,-3 1 0 15,-1-1 0-15,-2 0 0 0,-2 2 0 0,9 0 0 16,-5 0 0-16,1 0 0 0,-1 0 0 0,0 0 0 15,-4 0 0-15,3 0 0 0,-2 0 0 0,-3 0 0 16,-1 0 0-16,-2 0 0 16,-4 0 0-16,4 0 0 0,-2 0 0 0,-2 0 0 15,1 0 0-15,-3 0 0 0,-1 0 0 0,3 0 0 16,-6 0 0-16,1 0 0 0,-2 0 0 0,-5 0 0 16,1 0 0-16,-2 0 0 0,-3 0-188 0,0 0 154 15,-4 0-1-15,0 0 22 0,-4 0-238 0,-1 0 107 16,-1 0 59-16,-2 0-426 0,0 0 238 0,0 4 121 15,-16 2 51-15,-5 2-615 0</inkml:trace>
  <inkml:trace contextRef="#ctx0" brushRef="#br0" timeOffset="52913.9">21776 10676 439 0,'0'-9'0'0,"0"-3"0"0,0 5 0 0,0 0 0 0,0-1 0 0,0 0 131 0,0 2-50 16,0 1-23-16,0 1 70 0,0 2-47 0,0 1-16 15,0-1-8-15,0 2 124 0,2 0-74 0,2 0-37 16,-1 7 17-16,2 6 59 16,-1 5-61-16,-3 0-26 0,3 8 125 0,0 0-75 15,-3 3-39-15,3 1 109 0,-2 3-77 0,2 2-35 16,-1 0 1-16,-1 4 5 0,3-3 1 0,-2 4-33 16,3 3-9-16,-3-3 53 0,1-5-26 0,0 4-1 15,-1 0-8-15,2-2-9 0,-1-2-9 0,-3-1 1 16,1-4 29-16,0-2-29 0,-2-7 0 0,0 0 42 15,0-6-42-15,0 0-1 0,0-8 1 16,-2 3-23-16,-5-6 23 0,-3-1 8 16,-3-3-8-16,-1 0-34 0,-2 0 1 0,-5-5 32 15,0-8 1-15,3-3-265 0,-7-4 112 0,4-3 67 16,-1-2-297-16,1-1 167 0,2 2 57 0,3 3-39 16,-5-1 70-16,6 9 31 0,0 0 0 0,-2 2 165 15,4 7-66-15,4 1-43 0,1 1 9 0,0 2 81 16,3 0-58-16,3 0-28 0,0 12 0 0,2 3 184 15,0 1-93-15,0 4-47 0,2-2 25 0,5 3-26 16,1 0 20-16,1-1-370 16,-1-1 159-16,2-2 75 0,-3-2 42 0,0 0-524 15,1-1 254-15,0-1 140 0,-1-5 66 0,2-2-385 16</inkml:trace>
  <inkml:trace contextRef="#ctx0" brushRef="#br0" timeOffset="53399.03">22116 10884 436 0,'0'0'0'0,"-2"0"0"0,0 0 0 0,1 0 0 0,-1 0 0 0,-2 0 0 0,2 2 214 0,-1 4-91 0,1 2-45 0,2 3 270 15,-3 3-149-15,3 4-88 0,0 1-38 0,0 1 226 16,0 6-133-16,0-1-66 0,3-3 124 0,2 6-99 16,1-1-46-16,-1-1-24 0,1 0 2 0,-1-3 9 15,3 3-33-15,-4-3-36 0,2 0 1 0,-3-4 34 16,1 3 1-16,-2-3-165 0,-1-3 78 0,1-1 43 15,0-3 22-15,-2-1-330 0,0-6 165 16,0-1 35-16,0 0 0 0,0-4-295 16,3 0 191-16,-3-4 95 0,2-14-280 0,1-7 179 15</inkml:trace>
  <inkml:trace contextRef="#ctx0" brushRef="#br0" timeOffset="53571.99">22192 11018 1056 0,'0'-6'0'0,"0"2"0"0,0 3 0 0,0-1 0 0,0 2 0 0,0 0 0 0,0 0 0 0,3 0 126 0,12 0-47 0,2 0-23 0,5 0 398 16,5 0-214-16,-1 2-104 16,2-2-52-16,1 0 166 0,-3 0-109 0,-3 0-46 15,-1 0-141-15,0 0 39 0,-2 1 1 0,-4-1 38 16,-4 2-383-16,-3 0 201 0,0 0 86 0,-5 0-205 16,-3 0 105-16,1 1 90 0,-2 1-74 0,0 0-399 15</inkml:trace>
  <inkml:trace contextRef="#ctx0" brushRef="#br0" timeOffset="53761.94">22349 10853 840 0,'-5'0'0'0,"-1"1"0"0,2 5 0 0,0-2 0 0,2 1 0 0,-1 2 0 0,1 3 202 16,2 4-84-16,0 0 217 0,0 1-151 0,0 5-68 15,0 2-45-15,0 4 13 0,0-2-25 0,0 4 0 16,0 3-26-16,0-3-165 0,0 4 79 0,0-2 42 15,0 0 23-15,-2 0-158 0,0-6 97 16,2 3 37-16,0-7-484 0,0-1 248 16,0-6 52-16</inkml:trace>
  <inkml:trace contextRef="#ctx0" brushRef="#br0" timeOffset="54238.61">22702 10811 1486 0,'0'0'0'0,"0"-1"0"0,0-2 0 0,0 1 0 0,0 2 0 0,0 0 0 0,0 0 0 0,2 0 0 0,5 0 0 0,5 0 202 0,3 0-85 0,0 0-34 0,2 2 56 15,0 1-54-15,2 1-25 0,-3-3-1 0,2 3-57 16,0-2 8-16,-3-2 23 0,2 1-25 0,-3-1 0 15,-2 0 25-15,-3 0 0 16,0 3-23-16,-4-3-7 0,-1 1 29 0,-2-1-24 16,-1 2 25-16,1 2-34 0,-2 2 33 0,0 5 75 15,-5 0-40-15,-6 5-2 0,-3 4-40 0,0 1 70 16,2-1-24-16,-7 8-7 0,4 0-54 0,0 0-1 16,-2 0 24-16,1 4 0 0,-2-2-93 0,2 1 42 15,-1-1 25-15,1-6-118 0,5-3 67 0,2-3 20 16,2-6 26-16,0-1-26 0,6-3 31 0,-3-3-31 15,4-3 24-15,0-2 147 0,0 0-70 0,0 0-38 16,0 0 171-16,0 0-88 16,2 0-48-16,6 0 67 0,3 0-59 0,3 0-24 15,2 0 0-15,0 0 28 0,2 0-26 0,1 0 116 16,-3-2-176-16,3 2 0 0,-4-2 0 0,2 2 0 16,-2 0 0-16,-3 0-355 0,-1 0 237 0,-2 0 52 15,-1 0 45-15,-3 0-529 0,-1 0 262 0,-2 0 105 16,0 0-126-16,0 0 138 0,-2 0 70 0,0 0-379 15,0 0 224-15,-6-9 104 0</inkml:trace>
  <inkml:trace contextRef="#ctx0" brushRef="#br0" timeOffset="54395.36">22730 11037 1022 0,'-14'2'0'0,"2"0"0"0,5 3 0 0,3-2 0 0,0 2 0 0,3-1 0 0,1 3 0 0,0 1 464 16,3 0-220-16,10 2-105 15,4 0 269-15,5-1-188 0,1 0-93 0,-2-3-172 16,7 3 35-16,-1-3 21 0,-4 0 1 0,2-3-220 16,-4 1 121-16,3 0 68 0,-4 1 22 0</inkml:trace>
  <inkml:trace contextRef="#ctx0" brushRef="#br0" timeOffset="55152.23">21707 9418 515 0,'-9'-6'0'0,"1"2"0"0,4 3 0 0,2-2 0 0,0 2 0 0,2 1 330 0,0 0-148 0,0 0-75 15,0 0-29-15,8 0 78 16,9 0-61-16,6 0-31 0,0 1 136 0,4 2-84 16,-3 0-33-16,7 0 14 0,-5 0-32 0,-3 0 0 15,-1 2-32-15,-1-1-26 0,-2 1 8 0,-5-1 17 16,-1 1 1-16,-3 1-45 0,-3 0 22 0,-1-3 1 16,-1 3 30-16,-3-2-33 0,1 1-1 0,-3 1 9 15,0 3 34-15,0 1-23 0,-8 1 2 0,-3 3 53 16,-5 7-28-16,2 2 0 0,-6 4-28 15,2 1-17-15,-3 2-8 0,0 0 37 16,1 2-7-16,-1-1-98 0,0 0 46 0,3-5 31 16,1-2-6-16,4-6-53 0,3 0 33 0,3-7 6 15,3 0 29-15,0-4-26 0,4 0 15 0,0-1 56 16,0-3-28-16,0 3-6 0,6-3-24 0,6 1 126 16,2 2-61-16,2-2-16 0,2-1-1 0,3 3 50 15,6-2-36-15,-8-3 12 0,10 3-48 16,-8 0-47-16,2-2 23 0,-2 0 1 0,-1 0-213 0,-3 2 118 15,-3-3 52-15,2-1-183 16,-7 2 112-16,-2 1 36 0,1-2 35 0,-5 1-514 16,-1-2 262-16,1 0 126 0,-1 0 64 0,-2 0-411 15,0 0 237-15</inkml:trace>
  <inkml:trace contextRef="#ctx0" brushRef="#br0" timeOffset="55322.36">21739 9726 650 0,'-18'3'0'0,"6"3"0"0,4-2 0 0,5 1 0 0,-2-3 0 0,5 2 330 16,0-2-154-16,2 0 125 0,15-2-135 0,8 0-66 15,3 0-34-15,-3 0 207 0,7 0-124 0,-2 0-58 16,-3 0-29-16,3 0-191 0,-3 0 80 0,-3 0 50 16,3 4-9-16,-3-2-415 0,-4-1 229 0,1 3 112 15</inkml:trace>
  <inkml:trace contextRef="#ctx0" brushRef="#br0" timeOffset="55497.87">22236 9589 848 0,'-1'0'0'0,"-1"1"0"0,2 3 0 0,0-4 0 0,0 0 0 0,2 0 0 0,7 0 531 15,6 0-241-15,3 0-133 0,2-1-62 0,1-5 122 16,0 2-92-16,0 0-46 0,0 1-295 0,-1 1 120 15,-2 2 65-15,-4 0-568 16,0 0 300-16,-5 0 149 0</inkml:trace>
  <inkml:trace contextRef="#ctx0" brushRef="#br0" timeOffset="55654.54">22339 9767 649 0,'-14'9'0'0,"5"-3"0"0,-1 0 0 0,2-2 0 0,3-3 473 0,-1-1-219 0,5 0-111 16,1 0-56-16,0 0 231 15,0 0-135-15,11 0-79 0,6-4-36 0,5-3 242 16,2 0-139-16,1 1-69 0,-2 2-177 0,4-1 49 16,-1 0 30-16,-3 4-575 0,0 1 302 0,2 0 151 15,-3 0 83-15</inkml:trace>
  <inkml:trace contextRef="#ctx0" brushRef="#br0" timeOffset="57577.59">22709 9419 768 0,'-9'0'0'0,"2"0"0"0,3 0 0 0,3 0 0 0,1 0 0 0,0 0 82 0,0 0-25 0,0 0 1 0,5 0 253 16,11 0-131-16,7 0-77 0,4 0-35 0,3 0 229 15,0-1-132-15,3-1-66 0,-1-4 43 0,2 4-60 16,-2-2-24-16,0 1-66 15,-6 1 20-15,-3 0 1 0,-3 0 28 0,-1 0-108 16,-5 2 51-16,-3 0 24 0,-4 0 0 0,-1 0-14 16,-5 6 8-16,-1 5 31 0,0 8-34 0,-10 2-17 15,-8 3-7-15,-2 5 33 0,-4 0 85 0,-8 9-43 16,2-3-1-16,1-3-40 0,-1 0 45 0,7-3 0 16,0 1-15-16,2-4-20 0,2-1 12 0,8-7-5 15,2-1 17-15,2-3-13 0,4-3 7 16,1 0-6-16,2-4 1 0,0-1 32 15,0-1-42-15,3-1 14 0,9-2 43 0,-1-2-24 16,5 0 0-16,0 0-23 0,3 0 35 0,-1 0 8 16,3 0-42-16,0 0-86 0,-1-2 43 0,1-2 21 15,-1 1 1-15,-4 1-274 0,1 0 132 0,-2 1 73 16,-1-2 21-16,-5 2-223 0,0 1 102 0,-4 0 67 16,0 0-457-16,-3 0 256 0,-1 0 130 0,-1 0 64 15,0 0-418-15</inkml:trace>
  <inkml:trace contextRef="#ctx0" brushRef="#br0" timeOffset="57729.39">22847 9611 1474 0,'-17'0'0'0,"4"0"0"0,7 0 0 0,1 0 0 0,0 0 0 0,4 0 0 0,1 2 0 0,0 2 0 16,10 0 419-16,6 3-197 0,9 1-95 0,1-1-47 0,4 1 55 15,4-1-51-15,0 0-17 0,1 0-278 16,1 2 122-16,-3-3 60 0,2-1 32 15,-3-2-638-15</inkml:trace>
  <inkml:trace contextRef="#ctx0" brushRef="#br0" timeOffset="57920">23389 9454 644 0,'-9'-10'0'0,"-2"3"0"0,1 5 0 0,-3 2 0 0,3 0 0 0,-4 0 525 16,-1 13-251-16,0 6-120 0,2 3-61 0,4 2 369 15,1 3-215-15,2-4-99 0,4 8 11 0,2-3-63 16,0 1-32-16,4-2 0 0,8-5-178 0,4 4 69 16,2-4 39-16,-2-5-363 0,5 0 201 0,-6-4 100 15,4-1 59-15,-2-3-586 0,-2-3 294 0,-3-6 74 16,2 0 97-16</inkml:trace>
  <inkml:trace contextRef="#ctx0" brushRef="#br0" timeOffset="58137.43">23469 9606 978 0,'-4'-28'0'0,"0"7"0"0,2 2 0 0,2 6 0 0,0-6 0 0,0 6 0 0,2 1 0 0,7 2 0 0,9 0 423 0,2 5-187 0,4 3-105 16,1 2 243-16,1 0-171 0,-4 6-84 0,3 8-44 15,-6 1 55-15,2 8-53 0,-5-3-22 0,0 5 47 16,-7-3-35-16,-4-1 0 0,-3 3-26 0,-2 3-88 16,0-3 40-16,-12-4 0 0,-8 2 40 0,-1-4-211 15,3-5 114-15,-10 0 44 0,3-3-360 0,4-5 162 16,1-2 106-16,3-3 4 15,6 0-146-15,-1 0 114 0,7-6 54 0,5-9-250 16,0-4 152-16,8-3 75 0,10-5 31 0,9-5-244 16,-3 2 145-16</inkml:trace>
  <inkml:trace contextRef="#ctx0" brushRef="#br0" timeOffset="58297.44">23766 9407 666 0,'20'-26'0'0,"-7"8"0"0,-4 5 0 0,-1 6 0 0,-5 1 0 0,-1 5 206 0,-2 1-86 0,0 0-44 15,-13 7-13-15,-6 13 450 0,3 1-240 0,-5 3-120 16,5 1-61-16,-4 2 407 15,10-4-226-15,-4 7-124 0,8-5 128 0,5-2-122 16,1 3-62-16,0-3-29 0,0-3-162 0,10 5 62 16,4-5 34-16,3-1-193 0,0 0 114 0,-1-6 65 15,4 0 20-15,2-6-669 0,1-1 256 0,2-4 201 16,0-2 7-16</inkml:trace>
  <inkml:trace contextRef="#ctx0" brushRef="#br0" timeOffset="58446.21">24049 9587 2185 0,'0'-9'0'0,"-2"3"0"0,2 2 0 0,-3 2 0 0,1 0 0 0,0 1 0 0,0-1 0 0,-1 2 0 0,2 0 0 0,1 0 330 0,-2 9-148 0,-2 6-67 15,0 2 159-15,-1 5-121 0,0 3-59 0,-1-2-369 16,0 5 155-16,2-10 84 0,-1 4 30 0,3-1-313 16,-2-3 176-16,2-4 88 0,0-4 44 0</inkml:trace>
  <inkml:trace contextRef="#ctx0" brushRef="#br0" timeOffset="58721.59">24118 9393 1879 0,'-3'0'0'0,"-1"0"0"0,2 0 0 0,2 0 0 0,0 0 0 0,0 0 0 0,0 0 0 0,0 0 0 0,0 0 317 0,0 0-133 0,2 0-80 0,0 0 221 0,0 0-146 0,-1 0-74 16,-1 0-35-16,0 0-7 15,0 0-7-15,0 0-23 0,0 0-122 0,0 0 60 16,0 0 32-16,2 0 7 0,0 0-115 0,0 0 68 16,0 0 36-16,1 0-34 0,2 0 31 0,-1 0 7 15,3 0-37-15,-2 2 77 0,3 2-35 0,-2 1-9 16,1 1-29-16,1 0 63 0,1 2 0 0,1-1-35 16,0 1-87-16,0-3 45 0,4-1 21 0,0 0 53 15,0-2-535-15,2 0 241 0,0 2 108 16,-2-3-506-16,-2 1 306 0</inkml:trace>
  <inkml:trace contextRef="#ctx0" brushRef="#br0" timeOffset="58958.02">24410 9282 1035 0,'0'-2'0'0,"0"1"0"0,0 0 0 0,0-2 0 0,0 0 0 0,0 3 0 0,0-1 0 0,0 1 0 0,0 0 181 0,0 0-74 0,0 4-38 0,0 11 525 16,0 5-272-16,-2 6-149 0,-12 3-70 0,0 10 380 16,-6 3-225-16,-2 2-113 0,0 3-48 0,-1-1-126 15,-1 2 30-15,-1 0 1 0,2 1-83 0,1-2 56 16,3-8 38-16,1 7-9 0,6-13-420 0,3 2 165 16,2-8 132-16,5-7-523 0,-1-5 296 0,3-1 161 15,0-7 76-15,0-5-398 0</inkml:trace>
  <inkml:trace contextRef="#ctx0" brushRef="#br0" timeOffset="59150.66">24548 9189 2396 0,'11'-8'0'0,"7"6"0"0,1 0 0 0,-3 2 0 0,0 0 0 0,-2 4 0 0,4 9 0 0,0 6 255 0,1 6-112 0,-3 5-55 0,-2 9 440 16,-7-2-239-16,-3 16-132 15,-4-2 82-15,0 4-239 0,-15 0 0 0,-6 0 0 16,-3-3 0-16,-8 9 0 0,0-8-173 0,-3-1 172 16,-3 0-681-16,-2-6 366 0,-8 6 170 0,-1-8 79 15</inkml:trace>
  <inkml:trace contextRef="#ctx0" brushRef="#br0" timeOffset="60841.18">23010 11242 704 0,'0'0'0'0,"-4"-4"0"0,3 0 0 0,-1 0 0 0,2-1 0 0,0-1 0 0,0 1 0 0,0-2 0 0,0 2 74 0,7-1-12 0,5 1-8 16,1 3 65-16,-1-1-43 0,2 3-22 0,1 0 12 15,-2 0-25-15,2 7-8 0,-1 2 0 0,-3 3-25 16,-2 4 24-16,-1 0 1 0,-3 2 8 0,-3-1-42 16,0 1 34-16,-2 1 0 0,0-2 0 0,-2 0-19 15,-8 0 19-15,-3-2-14 0,-1-3-11 0,-2-1 11 16,0-4 7-16,0-1 0 0,-1 0-103 0,3-4 46 16,1-2 25-16,3 0-292 0,2 0 148 15,3 0 60-15,3-5 42 0,2-6-295 16,2-2 155-16,9-7 77 0</inkml:trace>
  <inkml:trace contextRef="#ctx0" brushRef="#br0" timeOffset="61013.71">23213 11162 700 0,'8'-4'0'0,"-3"3"0"0,-3 1 0 0,-2 0 0 0,0 13 0 0,-4 3 0 0,-8 8 0 0,1-6 393 0,-3 8-185 0,3 1-88 16,1-1 130-16,3-2-109 0,3-3-54 15,2 2 217-15,2-2-140 0,0-3-66 16,2 1-32-16,9-4-39 0,4-1 5 0,4-2 9 15,3 0-8-15,-2-6-326 0,1-4 163 0,2 0 81 16,-2-2-450-16,-1 0 229 0,-2 0 140 0,-4-9-11 16,-2-4-357-16</inkml:trace>
  <inkml:trace contextRef="#ctx0" brushRef="#br0" timeOffset="61310.18">23159 10698 1382 0,'-2'-11'0'0,"2"7"0"0,0 1 0 0,0-1 0 0,0 1 0 0,2 1 0 0,9-1 0 0,2 2 0 0,4 1 0 0,2 0 116 15,-3 9-46-15,5 6 0 0,-5 2-184 0,-4 0 73 16,1 7 37-16,-5-5-78 0,-2 2 53 0,-4 0 31 16,-2-1 0-16,0-3-176 15,-4 0 95-15,-8-6 44 0,-2 0-29 0,-4-3 29 16,2-2-11-16,-1-2 0 0,0-1 275 0,2-2-119 15,4 2-60-15,2 0-31 0,2-3 323 0,4 0-160 16,-1 0-41-16,4 0-2 0,0 0-53 0,2 0-26 16,15 0-1-16,6 0-90 0,-1 0 41 0,8 0-9 15,0 0 32-15,0-3-170 0,2 0 86 16,-2 0 41-16,-5-1-433 0,1 3 225 0,-1-2 68 0,-4 3 71 16</inkml:trace>
  <inkml:trace contextRef="#ctx0" brushRef="#br0" timeOffset="61492.28">23442 11089 947 0,'-11'2'0'0,"2"0"0"0,3 1 0 0,0-2 0 0,4-1 0 0,2 0 360 16,0 0-156-16,2 2-90 0,16-2-40 0,3 0 107 16,6 0-75-16,3 0-36 15,2 0 90-15,1 0-69 0,-2 0-28 0,-3-2-1 16,-5 1-291-16,-1-2 131 0,-2 3 73 0,-2 0-428 15,-7 0 242-15,-1 0 122 0,-3 0 23 0,-5 0-462 16</inkml:trace>
  <inkml:trace contextRef="#ctx0" brushRef="#br0" timeOffset="61665.95">23619 10866 724 0,'0'5'0'0,"-6"7"0"0,1 1 0 0,-1 6 0 0,0-3 0 0,-1 5 122 15,1 3-45-15,1 3-22 0,0-1 307 0,3 0-157 16,1 8-90-16,1-4 1 0,0 0-42 0,0 2-21 16,0-2 1-16,0-3-259 0,1 3 115 0,4-8 62 15,1-3 30-15,2-4-494 0,2-6 252 0,-5-7 128 16</inkml:trace>
  <inkml:trace contextRef="#ctx0" brushRef="#br0" timeOffset="62033.53">23771 10779 809 0,'13'-9'0'0,"2"4"0"0,0 0 0 0,4 2 0 0,-3-1 0 0,2 0 0 0,-1 2 210 0,1 1-88 0,3 1-45 0,-1 0 199 16,1 0-126-16,0 0-58 0,-3 0-30 0,2 0-5 16,-5 0 0-16,-4 0-17 15,0 0-78-15,-4 0 35 0,0 1 0 0,-5 1 36 16,-1-2-35-16,1 2 8 0,-2 4 27 0,0 2 30 15,-3 3-1-15,-13 6-29 0,3 4 0 0,-4 3 128 16,-1 4-69-16,-1 2-35 0,-1 2-1 0,2 4 2 16,1-3 1-16,1 5-18 0,0-3-67 0,3 1 38 15,1-2-8-15,7-2 28 0,1-10-53 0,2 3 34 16,2-6-7-16,0-3-90 0,0-4 57 0,2-5 4 16,6 1 22-16,0-3-89 0,1-2 47 15,2-3 1-15,-1 0 1 0,3 0 113 16,-3 0-38-16,2 0-10 0,1-4 54 0,-1-2-36 15,-1 0 1-15,2 1-27 0,-3-3-93 0,-1 2 48 16,0 0-1-16,-1 1-110 0,-2 0 72 0,-1-1 37 16,1 2-4-16,-3-1-420 0,-1-1 208 0,0 0 106 15,-2 0 55-15,0-1-360 0</inkml:trace>
  <inkml:trace contextRef="#ctx0" brushRef="#br0" timeOffset="62198.09">23829 10969 986 0,'-10'0'0'0,"7"0"0"0,1 0 0 0,0 0 0 0,2 0 0 0,0 0 0 0,0 0 465 0,0 0-220 0,4 0-106 0,9 0 58 15,4 0-81-15,0 0-42 0,1 4-13 0,-1-1 62 16,3 3-45-16,0 2-23 0,-3-1 1 0,1 1-391 16,-2 1 193-16,0 1 83 15,0-1-616-15</inkml:trace>
  <inkml:trace contextRef="#ctx0" brushRef="#br0" timeOffset="62352.18">24132 11044 1365 0,'0'0'0'0,"0"0"0"0,0 2 0 0,0-2 0 0,0 2 0 0,0-1 0 0,0 4 219 0,2-2-93 0,3 2-38 0,4 3 89 15,0 0-72-15,2 1-37 0,-2 0 1 0,0-1-200 16,1 2 89-16,0-3 34 0,-2 1-519 0,2-3 280 15</inkml:trace>
  <inkml:trace contextRef="#ctx0" brushRef="#br0" timeOffset="62530.7">24340 10982 1345 0,'2'-2'0'0,"-2"1"0"0,0 1 0 0,0 0 0 0,0 9 0 0,-6 8 0 0,-5 6 0 0,-1 3 255 0,0 6-103 16,-1 8-64-16,-3 2 225 0,2 4-140 0,-3-2-70 15,4 3-36-15,-1-5 32 0,-1 10-37 0,2-5-1 16,2-1-185-16,-2-4 78 0,3 0 40 0,1-11 7 16,0 2-421-16,2-12 227 0,2 0 112 0,1-12-533 15,2-2 250-15</inkml:trace>
  <inkml:trace contextRef="#ctx0" brushRef="#br0" timeOffset="62837.93">24194 10743 813 0,'7'-18'0'0,"2"5"0"16,5-1 0-16,-1 2 0 0,1-1 0 0,2-2 0 0,0 9 451 0,0 0-210 0,-2 3-103 0,2 3 68 0,-3 0-86 0,-5 0-36 16,2 9-29-16,-6 6-113 15,-2 5 45-15,-2 5 24 0,0-1-1 0,-9 5-138 16,-5-5 76-16,-2 1 42 0,2-9-32 0,-2 3 37 15,0-4 1-15,0-4-21 0,2-3-1 0,0-2-11 16,5-3 0-16,-1-1 285 0,4 0-123 0,3-2-58 16,-1 0-33-16,4 0 278 0,0 0-140 0,0 0-69 15,1 0-36-15,12 0-26 0,5 0-8 0,3 0 0 16,-1 0-90-16,6 0 45 16,-5 0 22-16,4 0 9 0,3 0-170 0,-2 0 92 15,0 0 45-15,2 0 24 0,-1 0 0 0,-1 0-31 16</inkml:trace>
  <inkml:trace contextRef="#ctx0" brushRef="#br0" timeOffset="66135.34">25024 11062 617 0,'1'-1'0'0,"-1"-5"0"0,0 3 0 0,0-1 0 0,0-2 0 0,0-1 0 0,0 1 0 0,-4-3 0 0,1 1 112 0,-1-1-39 0,1-1 8 15,-1-3-54-15,0 2 6 0,1-2 0 0,-1 1-1 16,-1 1-28-16,2 1 37 16,-1 1-9-16,-1 0-7 0,1 4 8 0,-1-1 0 15,-3 4-1-15,0 2 42 0,-1 0-42 0,-2 0 1 16,-1 13 0-16,-2 6-26 0,0 1 0 0,3 7 26 15,-2-2 36-15,3 3 1 0,3 2-37 0,1-1 2 16,3-2 40-16,3-6-14 0,0 3-7 0,0-3-21 16,3-3 6-16,7-5-6 0,3-1 0 0,0-3-30 15,0-5-9-15,0-2 47 0,0-2-8 16,3 0-62-16,-4-2 29 0,4-13 7 16,0-8-64-16,0-1 39 0,-3-6 9 0,0-2 0 15,-2-3-129-15,0-5 71 0,-1-5 22 0,-3 0-35 16,-2-2 25-16,-1-3 22 0,0-5-4 0,0-4-66 15,2-6 32-15,-2 16 22 0,-2 0-7 0,-1 13-16 16,-1 8 39-16,0 3-8 0,0 13 174 0,0 1-82 16,0 4-37-16,0 6-22 0,-1 1 246 0,-5 14-122 15,0 11-41-15,-2 4 49 16,4 4-34-16,1 9-35 0,3-1 18 0,0-3 102 16,0 9-76-16,0-7-32 0,0-4-1 0,0 2 23 15,0-2-28-15,2 1 8 0,-1 2-109 0,2-3 37 16,-2 0 0-16,1-6 36 0,2-6-265 0,-1-1 140 15,6-5 39-15,-6-3-344 0,3-3 175 16,-1-4 104-16,1-3 13 0,0-3-161 0,0-2 120 0,1 0 57 16</inkml:trace>
  <inkml:trace contextRef="#ctx0" brushRef="#br0" timeOffset="66519.63">25247 10866 405 0,'-3'-4'0'0,"-1"-2"0"0,4 3 0 0,-3-3 0 0,3 2 208 16,0-1-80-16,0 1-51 0,3 0-23 0,4 0 274 16,6 3-149-16,3 1-72 0,-2 0 108 0,4 1-95 15,0 9-43-15,-1 5 3 16,2 2-23-16,-5 1 0 0,-2 0-16 0,0 6-54 16,-5 0 23-16,-3-1 0 0,-4 3 23 0,0 1-35 15,0-3 8-15,-9 4 27 0,-5-4-66 0,-3 1 26 16,0-7 0-16,3-3 37 0,-4-1-149 0,2-5 46 15,-3-1 39-15,3-5-175 0,2-3 99 0,8 0 50 16,-3 0 6-16,4 0-277 0,5-2 149 0,0-7 75 16,3-2 37-16,14-6-255 0</inkml:trace>
  <inkml:trace contextRef="#ctx0" brushRef="#br0" timeOffset="67186.2">25614 10779 890 0,'5'-12'0'0,"-3"3"0"0,-2 6 0 0,0 1 0 0,-11 0 0 0,-4 2 0 0,-8 4 117 0,5 11-43 0,-3 8-12 16,2 3 275-16,0 4-152 0,0 1-76 0,5 6 112 16,2-2-94-16,6 1-39 0,4-3-32 0,2 1-43 15,0-2 20-15,11-1-1 16,9-7 1-16,2-1-220 0,5-5 106 0,1-3 57 16,1-2-290-16,2-7 148 0,-1-4 92 0,2-2-11 15,-2 0-109-15,0-8 41 0,-4-7 60 0,-3-2 11 16,-1-1 25-16,-7 1-8 0,2-8 32 0,-6 3 40 15,-1-2-1-15,-4-1-39 0,-1-2 0 16,-3 3 82-16,0-4-36 0,-2 2-24 0,0 6 161 0,-2 1-71 16,-7 1-50-16,-3 5 5 0,-1 6 70 0,0 3-25 15,-2 4-35-15,-3 0 169 16,1 9-93-16,-3 11-25 0,4 4-35 0,-1 4 55 16,6 2-42-16,2 0 1 0,4 0-41 0,3-6 43 15,2 2-7-15,0-3-36 0,2-3-59 0,8-2 29 16,3-5 1-16,0-4 36 0,0-1-71 0,2-6 32 15,2-2-1-15,-1 0-149 0,4-8 86 0,-5-9 24 16,2-8 25-16,-2 0-166 0,-2-6 87 0,0 0 16 16,0-5 31-16,0-2-91 0,1-9 56 15,-3 0 21-15,0-3-21 0,4-14 32 16,-2 0-9-16,-1 2 17 0,-1-11-59 0,2 20 34 16,-5 2-1-16,-3 18 60 0,-3 10 0 0,0 6-34 15,-2 4 9-15,0 7 239 0,0 6-119 0,0 0-49 16,-6 21-33-16,-3 3 336 0,-3 7-168 0,3 10-57 15,0 4 204-15,-3 5-144 0,3 9-64 0,0 11-44 16,-1-8 68-16,3-1-52 0,3-7-26 0,0 5-47 16,3-2 7-16,1-5 14 0,0-7 0 15,3-12-273-15,8-4 137 0,5-10 68 0,0-8 42 16,3-7-534-16,4-4 214 0,-3-10 148 16,-1-14-191-16,4-12 161 0,-10 6 74 0,6-13 47 15,-8 9-44-15,0-3 43 0,-1 1 20 0,-4 4 117 16,-1 8-56-16,2 1-15 0,-1 5 0 0,-4 8 124 15,2 3-73-15,1 3-38 0,1 2-8 0,1 2 458 16,5 2-173-16,-1 9-137 0,1 8 284 16,4-1-198-16,-4-1-91 0,7 8-56 0,-3-1-18 15,-2-1 0-15,3-1-32 0,-7-5-378 16,5 0 198-16,-1-2 85 0,-2-2 48 0,4-6-246 16,-3-2 146-16,8-5 74 0</inkml:trace>
  <inkml:trace contextRef="#ctx0" brushRef="#br0" timeOffset="67332.37">26643 10582 1523 0,'2'-19'0'0,"-2"9"0"0,0 7 0 0,0 3 0 0,-6 0 0 0,-8 24 0 0,-7 17 0 0,-8 20 0 0,-8 16 299 16,1 0-125-16,-26 45-74 0,2-1 464 0,-17 34-266 16,-3 7-133-16,-3 10 4 0,-9 13-60 0,0 2-42 15,5-5-1-15,6 2-886 0,10-7 426 0</inkml:trace>
  <inkml:trace contextRef="#ctx0" brushRef="#br0" timeOffset="71389">20838 11859 517 0,'0'0'0'0,"0"0"0"0,0 0 0 0,0 0 0 0,0 0 0 0,-2 0 0 0,2 0 167 0,0-2-58 0,-3 2 49 0,3 0-13 16,0 0-56-16,0 0-28 0,0 0-1 15,0 2 8-15,3 6-35 0,0 5 0 0,3 0 47 16,-3 0-23-16,3 4-1 0,-2 2-15 0,1 1 18 16,0 1-1-16,-4 1-25 0,3-1 36 0,-2 2-37 15,0-3 9-15,0 3-57 0,-1-1 25 0,-1-4-1 16,0-2 25-16,2 0-158 0,-2-7 80 0,0 2 23 15,0-5 23-15,0 0-311 0,0-5 153 0,0-1 77 16,0 0 10-16,0 0-156 16,-3-9 96-16,-3-14 49 0</inkml:trace>
  <inkml:trace contextRef="#ctx0" brushRef="#br0" timeOffset="71618.02">20786 11814 1060 0,'0'-11'0'0,"-3"5"0"0,1 2 0 0,0 1 0 0,0 1 0 0,1 2 0 0,1 0 148 0,0 0-50 0,5 0 285 15,15 0-175-15,5 0-87 0,5 0-45 0,0 5 239 16,5 7-133-16,7 3-78 0,-4 0-36 0,-1 2 27 16,0 3-31-16,4 1 0 15,-10-2-24-15,1 5-68 0,-5 2 30 0,-5 3 0 16,-7 1-17-16,-6 3 33 0,-7 3-9 0,-2 6-23 16,-11-3 24-16,-14 1 0 0,-6-2 23 0,-7 0 16 15,-6-3-5-15,2-6-56 0,-1-4 28 0,-1-10 34 16,10-10-32-16,-3-3 9 0,3-2-350 0,8-2 164 15,7-7 82-15,6-10 39 0,7-6-374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20T06:24:54.0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7780 12980 401 0,'0'-3'0'0,"0"-1"0"0,0-2 0 15,0 1 0-15,0 5 0 0,0 0 0 0,0 0 0 0,0 0 0 0,-1 0 4 0,1 0 0 0,0 0 37 0,0 0-1 0,0 0-21 0,0 3 14 16,0-1 0-16,0 2-41 15,1-2 49-15,3-2-8 0,0 2 0 0,1 0-67 16,1-2 31-16,-2 2 0 0,2-1 4 0,-3-1-4 16,-1 2 3-16,2-2 18 0,-2 0 26 0,-1 1-26 15,1-1 0-15,0 0 24 0,-2 0 14 0,0 0-38 16,0 0 2-16,0 0 67 0,0 0-23 0,0 0-6 16,0 0-22-16,0 0 29 0,0 0-10 0,0 0 0 15,0 0 21-15,0 0-43 16,0 0 0-16,0 0-1 0,0 0-37 0,0 0 38 0,0 0 8 0,0 0-8 15,2 0-32-15,0 0 0 16,-1 3 31-16,2-3-12 0,-2 0 14 0,1 2-4 16,-2-2-13-16,3 0 16 0,-1 0-17 0,-2 0 9 15,1 0 8-15,-1 2-8 0,0-2-1 0,2 0 1 16,-2 0 20-16,3 0-19 0,-2 0 11 0,1 0-4 16,-1 1-28-16,3-1 23 0,2 2 1 0,1-2-26 15,1 3 6-15,1-3 13 0,2 0 3 16,2 0-43-16,0 0 18 0,-1 0 0 15,1 0 2-15,3 0-11 0,-2 0 26 0,4 0-10 16,-2 0-30-16,3-3 29 0,0 1 8 0,-1 1-13 16,2-1-4-16,-1 0 8 0,-1-1 3 0,0 2-4 15,1-1 5-15,2 1-4 0,-4-1 2 0,2 0-8 16,-1 0 7-16,-1 0 4 0,1 0-11 0,0 0 8 16,-1 0-1-16,0 2 0 0,2 0 4 0,-1 0-3 15,3 0-1-15,0 0 38 0,-1 0-37 16,1 0 1-16,0 0-1 0,-1 2 15 15,1 0-13-15,2 0 2 0,-2-2-2 0,0 2-30 16,2-2 30-16,2 0 4 0,3 0-26 0,-1 0 21 16,-4 0 1-16,4 0-3 0,1-2-25 0,-3 0-2 15,5 0 26-15,-3-3-9 0,0 5-27 0,0-2 27 16,-2 0 5-16,1-1-8 0,3 3 7 0,-3 0-4 16,3 0 3-16,-3 0 28 0,1 0-27 0,-4 0-1 15,6 0 8-15,-3 0-6 0,0 0-1 0,1 0 3 16,0 0-21-16,-6 0 21 15,6 0-2-15,-3 0 3 0,-1 0-32 0,1 0 0 16,-2 0 27-16,1 0 0 0,0 0-1 0,0 3-4 16,-3-1 3-16,3 0 39 0,-1 1 0 0,0 1-39 15,5 0 32-15,-3 0-26 0,1-1-2 0,1-1 5 16,-1 2-6-16,-2 0 11 0,6-1-7 0,-3 0 12 16,1 1-38-16,-1-3 29 0,1 2-2 0,-4 0-24 15,7 1 22-15,-1-3-2 0,1 3 3 16,-2-3-21-16,2 2 19 0,0 1-5 15,0-3 3-15,0-1-8 0,0 3 8 0,0-3-1 16,4 0-20-16,-2 0 20 0,2 0 0 0,-4 0-1 16,3 0-16-16,-1 0 15 0,0 0 0 0,1 0 7 15,-4-3-7-15,4 2-1 0,-1-3 1 0,0 0 13 16,2 0-13-16,-3-1-1 0,3 1 15 0,0-2-13 16,-2-1 0-16,1-1 2 0,3 1-24 0,0-1 0 15,0-1 22-15,0-1 0 0,1-1-41 0,-2 2 40 16,1-3-6-16,-1 1 4 15,2 0-7-15,-1 0 7 0,1 0-14 0,4-2 18 16,-9 5-13-16,6 0 5 0,5-1 30 0,-9 2-29 16,8-2 0-16,2 5 1 0,-6-1 19 0,9 2-18 15,-4 1 6-15,-2 0-5 0,3 2 10 0,-3 0-8 16,-4 0 3-16,10 0-4 0,-8 0 1 0,2 0 1 16,0 0-2-16,-6 0 5 0,4 0-5 0,5 0 1 15,-5 0 13-15,4-2-12 0,-3-1 0 0,1 0 0 16,-3-1 10-16,7-1-9 0,-4-1 0 15,0 3-1-15,1-4 6 0,-1 4-5 16,-4-1 2-16,9-1 2 0,-5 3-3 0,0-2 0 16,1 3 1-16,-1-1 20 0,-2 2-20 0,9 0 0 15,-7 0 15-15,0 0-14 0,1 0 0 0,0 0 0 16,-4 0 5-16,7 0-4 0,-4 0 1 0,3 0-14 16,-3 0 14-16,-2 0-2 0,-1 0 3 0,7 0-10 15,-2 0 8-15,-1 0-1 0,-1 0-1 0,0 3-28 16,-7 1 25-16,6 0 3 15,-1 2-10-15,0-3 9 0,-1 3-3 0,0-1 2 16,1 3 8-16,-2-2-8 0,-1-2-1 0,2 3 41 16,-2-3-39-16,1 2 0 0,0-2 2 0,-1 1 1 15,0 1 1-15,0-3-3 0,-1 3 6 0,1-3 22 16,0 3-22-16,-3-2-3 0,3 2 27 0,-2-1-25 16,2-1 2-16,1 2-2 0,-1-3 5 0,-1 2-4 15,3 0 1-15,0 0-31 0,5 1 30 0,-4-2-1 16,-5 0 2-16,6-1-24 0,-3 2-1 15,1-1 21-15,-1 0-2 0,-1 0-19 16,0 0 16-16,0-2 4 0,-1 1-24 0,-1-2 21 16,0 2-5-16,-1-1-2 0,1 0 13 0,1-1-9 15,-2 2 1-15,1-1 9 16,2-1-9-16,-1 4 0 0,-1-4 1 0,1 0 10 0,-1 4-10 0,0-3 0 16,2 3 2-16,-2-1 2 0,0-2-4 15,-1 2 3-15,1-1-2 0,2 3 0 0,-3-2 1 0,1-1-1 16,-2 1 4-16,5 0-4 15,-4 2 0-15,3-1 6 0,-3 0-5 0,1 0 0 16,0-2-1-16,0 1-1 0,-1 0 1 0,-1-2 1 16,0 0 0-16,0-1-2 0,0-1 2 0,-2 0 0 15,2 0-1-15,1 0 1 0,-3 0-1 0,2 0 1 16,-2 0 31-16,-1 0-30 0,4 0 0 0,-1 0 0 16,0 0 18-16,-1 0-14 0,1-1-3 15,0-1-12-15,2 0 13 0,-4-1 1 16,2 2-1-16,0 0-10 0,-2-3 9 0,0 0 2 15,0-2-31-15,-2 3-1 0,-4-1 28 0,1 1-6 16,-3 2-11-16,1-1 11 0,-3 2 3 0,-1 0-7 16,0 0 19-16,-4 0-15 0,1 0 2 0,-6 0 14 15,3 0-14-15,-3 0 1 0,-1 0-1 0,0 0 22 16,0 0-21-16,-4 0 4 0,1 0 0 0,-1 0 0 16,-1 0-2-16,-1 0 2 0,1 0-3 0,-1 0 2 15,-1 0 0-15,-1 2-50 0,1-1 24 0,0 2-3 16,0-1 25-16,-2 1-154 15,0 1 71-15,0 0 31 0,0-2 0 0,0 0-363 16,0-2 197-16</inkml:trace>
  <inkml:trace contextRef="#ctx0" brushRef="#br0" timeOffset="14895.11">2838 17609 410 0,'0'-8'0'15,"-3"-2"0"-15,-5 6 0 0,3 4 0 0,-1 0 0 0,3 0 0 0,-2 0 0 0,3 1 0 0,-1 4 0 0,2-2 0 0,-1-1 38 0,2 2 1 16,0-4-34-16,0 0 0 16,0 0 61-16,0 0-29 0,0 0 1 0,0 0-25 15,0 0-12-15,0 0 13 0,0 0 2 0,0 0 63 16,0 0-31-16,0 0 9 0,0 0-38 0,0 0 54 16,0 0-17-16,0 0 1 0,0 0-30 0,0 0 33 15,0 0-30-15,0 0 6 0,0 0 15 0,0 0-14 16,0 0-4-16,0 0-1 0,0 0 30 0,0 0-29 15,0 0 8-15,0 0 1 0,0 0-10 0,0 0 1 16,0 0 0-16,0 0-36 16,0 0 44-16,0 0-8 0,0 0-30 0,2 0-2 15,1 0 31-15,-2 0-6 0,6 2-9 0,-4-2 6 16,1 2 5-16,1 0-12 0,0-2 4 0,0 1-1 16,0 2 4-16,0-2-10 0,0-1 10 0,2 2-2 15,-2-1 1-15,0-1-25 0,0 3 30 0,1-3-5 16,0 1-24-16,-1 1 0 0,1-2 22 0,1 2-3 15,-2 0-8-15,4 1 9 0,-1 0-1 0,-2-1-4 16,4 0 9-16,-1 2-10 16,-1-2 4-16,3 1 23 0,-3-1-22 0,3 2-1 15,1 0 0-15,-3-1-18 0,2 0 24 0,2 0-5 16,-2 1-24-16,2-2 0 0,1 2 21 0,0-1 2 16,0-1-26-16,1 2 23 0,0-1-4 0,-2-1 15 15,4 2-16-15,0 0 3 0,0-1-4 0,1 2 35 16,1-1-32-16,3-1 1 0,-5 1 1 15,4-1-7-15,2 2 9 0,-1-2-2 0,0 2-24 16,0 0-1-16,-1-4 25 0,1 3 2 16,0-2-31-16,-1 0-1 0,-1-1 22 0,4 2 4 15,-4-1-27-15,2 0 25 0,-1-2-11 0,0 1 7 16,0-1-4-16,-1 2 4 0,3-2-5 0,-2 2 44 16,-1-1 2-16,2-1-40 0,-2 2 40 0,1 0-36 15,6-2 4-15,-4 0-1 0,3 0-13 0,-1 0 12 16,-2 0 5-16,4 0-27 0,-3 0 1 0,1 0 23 15,5 0-2-15,-4-2-22 0,3 0 16 0,-4-1 4 16,5 1-10-16,0-1-18 0,1 1-8 16,-1-1 31-16,0 3-25 0,2 0 0 15,-4 0 17-15,-2 0 4 0,7 0 0 0,-6 0-1 16,3 0-3-16,-5 0 2 0,1-1 17 0,-2-1-17 16,4 2-1-16,-1-2 11 0,-1 2-9 0,-1 0 0 15,-1 0 3-15,-2 0 20 0,5 0-18 0,-1 0-3 16,-1 0 32-16,2 0 1 15,0 0-27-15,-3 2-2 0,8 1 40 0,-2 2-38 16,-2-2 3-16,4 1-2 0,-2-1-21 0,2 2 23 16,0-4 1-16,0 2-19 0,2 0 19 0,-2 1-2 15,3-2 0-15,-2 1-23 0,-1 2-4 0,3 0 24 16,-3-2-8-16,0 1-16 0,2 2 16 0,0-3-2 16,1 1 40-16,0 0-34 0,1 0-1 0,-1-4 1 15,1 3 29-15,-1-3 3 0,2 0-29 0,1 0-5 16,0 0 7-16,0 0 0 0,4 0 4 0,-6 0-11 15,2 0 7-15,2-3 1 0,4 3-26 0,-2-2 0 16,-7 0 24-16,11 1-5 16,-5-4-14-16,-5 3 11 0,3 2 5 0,6-3 14 15,-8 1-17-15,1 0-1 0,-1 0 2 0,7 1 20 16,-8-2-19-16,1 1 2 0,2 1-1 0,5-3 2 16,-5 3-2-16,0-1 5 0,2-1-13 0,0 0 10 15,-6 1 0-15,11-1 0 0,-5 2 20 0,-2-3-20 16,0 1 0-16,4-2-1 0,-7 3 18 0,9-3-17 15,-2 2 1-15,-3-2-4 0,5 2 3 0,-2-2 3 16,-1 4-1-16,7-5-8 16,-7 2 7-16,2 3 2 0,2-1-23 0,-5-2 20 15,-2 2 1-15,5-1-4 0,-2-1-9 0,-1 2 9 16,-1 1 2-16,-6-3-4 0,5-1 23 0,4 3-20 16,-1 1 1-16,-9-1 12 0,5 0-12 0,0-2 1 15,-3 2 0-15,-1 1 9 0,0-1-9 0,0 0 3 16,-3 2 24-16,1-2-24 0,-2 0 1 0,0 2 1 15,1-1 28-15,-3 1-27 16,1-2-2-16,-4 2 2 0,2-4 29 0,3 4-27 16,-1 0-2-16,-2-2-13 0,3 2 14 0,-3-2 2 15,-4 0 1-15,8 2-27 16,-5-2 23-16,0 2 0 0,-1 0-7 0,0 0 5 0,-4 0 4 0,4 0-7 16,2 0-13-16,-6 0 13 0,0 0 2 0,2 0-4 15,-1 0-5-15,-1 0 6 0,0 0 2 0,-1 0-23 16,-1 0 22-16,-2 0-1 0,4 0 2 15,-4 0-21-15,2 2 19 0,-3-2-2 16,3 0-10-16,1 2 10 0,0-2 0 0,-1 2-1 16,-1-2-2-16,3 2 1 0,-1-2 1 0,-3 0 31 15,4 4-30-15,-2-4 0 0,1 2 0 0,0-1 16 16,-1 1-15-16,1 0 3 0,-1-2-2 0,1 2-9 16,1-2 9-16,-2 0 2 0,1 0-17 0,1 0 16 15,0 0-1-15,-1 0 0 0,1 0-7 0,0 0 5 16,2 0 1-16,-3 0-12 0,3 0 11 0,-1 0-3 15,0 0 2-15,4 0-3 0,-2 0 3 16,-2 0 0-16,8 0 0 0,-6 0 0 16,2 0 0-16,2 0 0 0,-3 0-11 0,0 0 10 15,3 0 1-15,0 0 0 0,-1 0-10 0,-2 0 9 16,4 0 0-16,-5 0-22 0,8 0 20 0,-4 0 1 16,1 0-2-16,-1 0-10 0,0 0 10 0,-1 0-2 15,5 0-1-15,-4 0 22 0,2 0-20 16,0 0 1-16,0 0 18 0,2 0-18 15,-2 0 2-15,0 0 0 0,2 0 1 0,-2 0-2 16,2 0 5-16,0 0 21 0,0 0-22 0,-2 0-1 16,4-2 3-16,-3 0-3 0,3-1 1 0,0-3 0 15,-2 2 0-15,0 0-13 0,0-2 13 0,-2 1-1 16,1 1-41-16,-6-1 39 0,5 0 0 0,-7 0 0 16,-1 3-12-16,-3-2 11 0,-3 2 0 0,-2 0-4 15,-3 0 3-15,-1 1 0 0,-3-2-4 0,-1 2-29 16,-3 1 29-16,-1 0 1 0,0 0-1 0,0 0-48 15,-2 0 22-15,0 0 0 0,0 0-190 0,0 0 96 16,0 0 46-16,0 0 29 16,0 0-617-16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20T06:25:31.2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9247 8706 328 0,'0'0'0'0,"0"0"-164"0,-6 0 82 0,3 0 41 0,1 2 41 0,0-2 304 16,-2 0-115-16,4 0-70 0,-1 0 72 0,-1 0-80 16,2 0-39-16,0 0 13 0,0 0-26 0,0 0 8 15,0 0-34-15,0 0 23 0,0 0-1 16,0-2-22-16,0 0 0 0,0 1 46 0,0-2-46 15,0 2 0-15,0-1 0 0,0-2 27 16,2 3 8-16,-1-2-36 0,2 1 44 0,-2 0-22 16,1 0 1-16,0 1 7 0,-1-1 8 0,1-1-37 15,0 2 0-15,2-1 58 0,-1 0-30 0,1 2 1 16,1-1-21-16,0-1 34 0,-1 0-21 0,1 0 0 16,3 0-22-16,-2 0 41 0,1 1-32 0,-1-2-8 15,1 2 7-15,0-1-7 0,1 2 0 0,0-2-14 16,-1 0 22-16,0 0-9 0,1 2 1 15,2-2-15-15,-1 0 15 0,-1 0-1 16,1 0 9-16,3 1-41 0,-1-1 27 0,0-2 4 16,0 2-8-16,1-4-31 0,-2 2 40 0,3 1-5 15,-1-3-47-15,-1 2 21 0,1 0-5 0,-1 1-15 16,0 1 1-16,2 0 36 0,0 2-7 0,1 0-36 16,0 0 33-16,2 0 5 0,-2 0-9 0,2 4-31 15,2 2 27-15,-1-1 8 0,-2 3-13 16,5-3 52-16,-4-1-1 0,3 0-39 15,0 0 26-15,-1-1 0 0,3-1-19 0,-1-2 13 16,1 2-9-16,0-2-5 0,2 0 8 0,-5 0-15 16,3 0 14-16,-3 2-4 0,0 0 10 0,-1 0-47 15,-1 0 35-15,2 2 1 0,-4-3-7 0,2 3-13 16,-2 0 17-16,4-2 0 0,-4 0-1 0,3 1 0 16,-2-3-2-16,2 0 12 0,2 0-8 0,0 0-2 15,0 0 0-15,-1 0-5 0,1 0 6 16,1 0-1-16,-2 0 4 0,2 0-17 15,-5 0 13-15,2-1 1 0,0 1-1 0,0 0-19 16,0 0 20-16,0 0-2 0,-1 0-40 0,3 0 38 16,1 0-2-16,-2 0-19 0,3 0 18 0,0 0 1 15,-3 0-4-15,3 0-20 0,0 0 20 0,-1 0 3 16,1 0-4-16,-2-2-2 0,1 0 1 0,-1 0 3 16,-1-2-5-16,0 3 23 0,1-2-20 0,-3 2 1 15,2 1 28-15,-2 0-26 0,1 0 0 0,2 0 37 16,0 0-35-16,0 0-1 0,3 0 4 15,-1 0 4-15,1 0-4 0,0 0 0 16,1 0 2-16,0 0-37 0,0 0 34 0,-2 0 0 16,0-2-1-16,0 2-18 0,-1 0 17 0,1 0-35 15,-1 0 32-15,-4 0 1 0,3 0-3 0,-2 0-39 16,2 0 39-16,0 3 0 0,-3 0-6 0,3-2-9 16,1 1 11-16,0-2-2 0,-1 0 3 0,-1 0-35 15,3 0-1-15,-2 0 33 0,-1 0-3 0,3 0-30 16,-3 0 31-16,2-2-7 15,-3 2-18-15,-1 0 18 0,2 0 3 0,-2 0-35 16,0 0 33-16,-2 0-5 0,3 0 4 0,0 0 38 16,-2 0-38-16,2 0-4 0,0 0 4 0,2 0 24 15,-1 0 0-15,3 0-19 0,-1 0-2 0,0 0 9 16,1 0-8-16,-2 0-18 0,2 0 19 0,0 0 4 16,-2 0-3-16,0 0-29 0,0 0 28 0,-1 0-2 15,0 0 2-15,0 2 29 0,1 2-30 16,0 0-4-16,-1-3 3 0,1 1 31 15,1-2 0-15,5 0-27 0,0 0 36 0,-4 0-35 16,5 0 1-16,-2 0 6 0,0-3-1 0,-3-1 3 16,2-3-5-16,-3 3-26 0,-1-2 1 0,2 2 27 15,-3 0-2-15,0 2-23 0,-2 1-1 0,1-1 16 16,0 2 5-16,-2 0 14 0,2 0-16 0,0 0-4 16,2 0 55-16,-2 0-23 0,2-2-1 0,-1 0-23 15,3 0 27-15,-2 0 6 0,-1-2-32 0,1 0 30 16,-2 3-25-16,0-3 12 15,0 2-10-15,-2 0-25 0,0 0 1 0,0 0 29 16,-2 1-3-16,2 1-41 0,0-3 38 0,-1 3-4 16,0-1 5-16,2-1-7 0,-2-2 3 0,4 0-8 15,-4 1 34-15,4-3-4 0,-2 1-23 16,1-3 38-16,0 2-35 0,0-1 5 0,-3 1-4 0,6 0-12 16,-5 2 15-16,0-3 4 0,2 4-4 0,-2-2-30 15,0 2 29-15,2-1 0 0,0 1 1 16,-3-3-44-16,4-1-1 0,-2 4 33 15,1-2-32-15,-2-1-4 0,-1 3 36 0,0-2-24 16,-2 2 0-16,-3 1 16 0,0 0 5 0,-1-1-97 16,-4 2 41-16,0 0 20 0,-2 1 0 0,0 0-240 15,-2 0 126-15,0 0 62 0,0 0-487 0,0 0 279 0</inkml:trace>
  <inkml:trace contextRef="#ctx0" brushRef="#br0" timeOffset="1774.22">9744 6353 847 0,'0'-3'0'0,"0"2"0"0,0 0 0 0,0-1 0 0,0 2 0 0,2 0 0 0,1-3 0 0,-1 3 0 0,1 0 221 0,1 0-94 0,1 0-47 0,1 0-16 16,1 0 31-16,0 0-32 0,0 5 1 0,-2 0 29 16,-1 1-30-16,1 0 9 0,-1 0 5 15,2 4-22-15,-5 1 1 16,0 1-24-16,-1 1 68 0,0 4-25 0,0 2-9 15,0 5-33-15,-5-1 50 0,-3 5-25 0,0 0 1 16,-3 2-18-16,1 2-41 0,-1-3 33 0,2 2 0 16,-1-5-46-16,3-3 24 0,-2-1 7 0,2-3-216 15,0-4 113-15,1-6 39 0,-1 2 34 0,2-7-398 16,0-1 193-16,1-3 70 0,-3 0 59 0,6 0-303 16,1-12 180-16</inkml:trace>
  <inkml:trace contextRef="#ctx0" brushRef="#br0" timeOffset="1977.23">9933 6284 1310 0,'7'0'0'0,"1"5"0"0,-1 6 0 0,-2-3 0 16,0 2 0-16,0 5 0 0,3 0 304 0,1 2-136 0,3-1-67 0,2 3 321 0,4 2-199 0,-2-4-95 15,1-1-47-15,0 0-16 16,0 0 1-16,-1-2-25 0,2 2-8 0,-1-3-234 15,-4 1 117-15,-1-3 59 0,0-2-397 0,-3-1 236 16,-3-2 105-16,-1 0-273 0,-3-3 175 0,1-1-1 16,-3 1 74-16,0-3-332 0</inkml:trace>
  <inkml:trace contextRef="#ctx0" brushRef="#br0" timeOffset="2499.64">9895 6600 2130 0,'-11'7'0'0,"2"-2"0"0,2 1 0 0,5-3 0 0,1 1 0 0,1-4 0 0,0 0 0 0,0 0 0 0,11 0 0 0,8 0 0 0,2-2 230 0,3-7-103 0,1 2-28 15,0-3-33-15,2 3 0 0,-1 0-33 0,-5 2-38 16,-1-1 15-16,1 1 0 0,-2 3 23 0,-2-1-160 16,-4 1 80-16,-3 2 48 0,-3 0-8 0,1 0-69 15,-4 0 17-15,-2 0 39 0,-1 0 61 0,1 0-41 16,-2 5-45-16,0 1 290 15,0 1-121-15,0 3-58 0,-2 1-30 0,-1 0 112 16,-1 2-44-16,1 2-37 0,1 3-5 0,2-2 63 16,0 3-46-16,0 1-15 0,0 2-8 0,2 1-54 15,3-4 30-15,2 4 1 0,0 0-110 0,1-1 51 16,0-1 29-16,-3-2-139 0,1 1 72 0,-1-3 44 16,-3-1 0-16,0-1-61 0,0-3 17 15,-2-3 31-15,0-1-22 0,0-4-108 16,-7 0 41-16,-4-2 50 0,-3-2 12 0,1 0-154 15,-2-2 91-15,0-9 45 0,-2-9-272 0,-2-3 163 16,-3-12 77-16,3 1-241 0,-1-3 159 0,4 5 80 16,2-2 31-16,-2 6-22 0,4 5 35 0,-2 3 0 15,4 1 35-15,1 5 36 0,1 6-8 0,3 3-28 16,1 2 0-16,2 1 336 0,0 2-168 0,1 0-84 16,-1 7 346-16,2 9-202 0,0 3-34 15,0 7 201-15,0 0-164 0,-4 4-83 16,2 2-33-16,-3 0 10 0,-2 0-30 0,0 0 1 15,-2-2-31-15,0-1-46 0,1-8 31 0,-1 4-8 16,-1-4 24-16,-1-6-228 0,0-2 114 0,0-6 57 16,3-1-411-16,-2-4 220 0,1-2 58 0,1 0-331 15,4-3 227-15,3-9 115 0,1-7 48 0</inkml:trace>
  <inkml:trace contextRef="#ctx0" brushRef="#br0" timeOffset="2727.07">10319 6397 281 0,'2'-9'0'0,"0"4"0"0,2 3 0 0,-3 0 0 0,-1 2 457 15,0 0-212-15,2-2-107 0,5 1 418 0,2-4-266 16,4 0-129-16,6-2 119 0,4-3-124 0,0 1-61 16,4-2-23-16,1-1-47 0,0 3 8 0,-1 0 0 15,-1 1-1-15,-3 1-192 16,-1 1 93-16,-3 2 49 0,-2 0 26 0,-6 2-130 15,0 1 78-15,-4 1 46 0,-2 0-456 0,-3 0 156 16,-1 0 134-16,-1 0-222 0,0 3 177 0,-5 1 80 16,-7 2 52-16,5-4-246 0</inkml:trace>
  <inkml:trace contextRef="#ctx0" brushRef="#br0" timeOffset="2910.58">10556 6138 864 0,'0'-9'0'0,"0"3"0"0,0 4 0 0,0-1 0 0,0 1 0 0,0 2 0 0,0 0 0 0,0 0 0 0,0 10 418 0,0 6-197 0,-1 2-94 0,-1 8-47 16,-7 2 259-16,0 4-153 0,0 4-6 0,-4 7-77 16,-2-3-36-16,-1 2 1 0,2 0-73 0,-2-1 0 15,4-8 46-15,-4 6-9 16,3-2-233-16,-1-5 116 0,0-2 59 0,3-2 30 16,1-9-473-16,3 0 240 0,1-8 56 0,3-3 83 15,1-5-461-15</inkml:trace>
  <inkml:trace contextRef="#ctx0" brushRef="#br0" timeOffset="3401.14">10457 6546 1045 0,'5'0'0'0,"-1"0"0"0,-2 3 0 0,-2 8 0 0,0 1 0 0,0 4 285 0,-2 3-127 0,-3 1 110 0,-2 0-117 0,4 3-51 16,-1-2-38-16,2-2 71 0,0-4-50 0,2-4-25 15,0 1 0-15,0-7-182 16,0-1 74-16,2-4 42 0,5 0 20 0,3-4-242 15,1-13 131-15,3-2 75 0,1-3-132 0,-1-1 48 16,2-2 57-16,3 3-25 0,-1-3 22 0,3 5-16 16,0 0-1-16,3 1 219 0,-2 4-91 0,3 2-45 15,-4 6-30-15,1 1 263 0,-1 3-126 0,2 2-30 16,-3 1-43-16,1 0 122 0,-7 13-49 16,2 1-47-16,-7 6-23 0,1-1-16 0,-5 2-1 15,-3 0-32-15,-2 2 7 0,0 3 26 16,-3-3 0-16,-8-6-116 0,1 1 58 0,-3-2 18 15,-1-5 2-15,0-6-228 0,0 0 100 0,3-5 65 16,0 0 5-16,-1-5-185 0,5-11 88 0,-2-11 69 16,2-1-95-16,0-4 77 0,3-1 38 0,1 0-12 15,-1 8 17-15,2-9 8 0,-1 10 26 0,3 3 55 16,-2 0-27-16,0 7-1 0,2 3-36 0,0 5 313 16,0 3-153-16,0 1-76 15,0 2-3-15,0 0 421 0,0 8-171 0,0 9-133 16,0 7 196-16,0 2-160 0,0 4-81 0,0 4 114 15,2 2-89-15,-2 1-56 0,0 1-24 0,2 1-20 16,-2 0-4-16,0-1-1 0,2 0 9 0,-2-2-170 16,0-1 81-16,0-1 40 0,0 0 1 0,1-4-340 15,-1-4 169-15,2-2-171 16,-2 1-80-16,2-6 199 0,0-8 98 0,-2 0-303 0,2-5 193 0,-2-2 108 16,1-4 51-16,1 0-124 0</inkml:trace>
  <inkml:trace contextRef="#ctx0" brushRef="#br0" timeOffset="3735.27">11127 6096 1543 0,'3'-13'0'0,"4"7"0"0,0 0 0 0,-1 3 0 0,-1-1 0 0,-1 0 0 0,-1 2 0 0,4 2 216 0,-2 0-91 16,-1 0-46-16,-1 0-67 0,1 10-1 0,-2 3 30 15,0 2-8-15,-2 4-132 0,0 1 66 0,-2 2 33 16,-5-2-401-16,-2 2 213 0,-1-3 100 0,-1-1 52 16,0-1-353-16,-3-3 182 0,1-3 64 0,-2-1 19 15,0-3 50-15,1-2 20 0,2 1 1 0,1-2 187 16,1-3-83-16,2 2-51 0,3-3-12 0,3 0 160 16,0 0-91-16,2 0-45 15,0 0 241-15,2-3 154 0,9-4-194 0,3-1-94 16,2 1 185-16,2 0-136 0,0-1-68 0,-1 1 46 15,1-1-62-15,1 2-25 0,-1 0 0 0,0 4-299 16,1-3 136-16,-4 4 77 0,0-2 26 0,-6 3-471 16,3 0 248-16,-3 0 70 0,-3 4 79 0,-3 3-284 0</inkml:trace>
  <inkml:trace contextRef="#ctx0" brushRef="#br0" timeOffset="3949.7">11249 6280 114 0,'-7'6'0'0,"-2"1"0"0,0 2 0 0,2 5 0 0,-4 1 0 0,-1 2 267 0,-2 3-122 0,1 3 190 0,-3-1-151 0,2 4-76 16,-3-1-38-16,0-1 70 0,0 1-59 0,-1-3-23 16,4-7-1-16,0 0-8 0,7-6-16 0,0 0 8 15,3-4-8-15,0-3 38 0,4-2 0 0,0 0-39 16,0 0 11-16,9-2-2 0,4-3-8 0,3-6 0 16,-2 4 33-16,4-2-33 15,-1 2 8-15,-1-1-109 0,2 2 51 0,-4-1 24 16,2 2 1-16,-2 3-364 0,-5-1 184 0,3 0 70 15,-1 1 52-15,-4 0-461 0,2 0 238 0</inkml:trace>
  <inkml:trace contextRef="#ctx0" brushRef="#br0" timeOffset="4184.33">11279 6445 679 0,'2'-2'0'0,"0"0"0"0,-2 0 0 0,0 2 0 0,0 0 0 0,0 4 0 0,0 7 0 0,-6 5 0 0,-1 0 304 0,-2 5-135 0,-3 1-69 16,1 1 69-16,0-1-69 0,-1 0-25 0,1 0 78 15,-1-2-61-15,3 0-29 0,0-6 0 0,4 2 5 16,3-8 7-16,0 0-42 0,2-1 0 0,0-1-3 16,0-2 3-16,4-2 0 0,5-2 8 0,4 0-56 15,0 0 24-15,2 0-1 0,-1-6-92 0,0-5 54 16,0 1 39-16,-1 0-157 0,-4-2 81 0,1 3 22 16,-5 2 27-16,-1-4-351 15,-1 6 167-15,-1 1 63 0,-2-1 54 0,0 1-207 16,0 0 130-16,-3 2 65 0,-6-1 23 0,-5 0-158 0</inkml:trace>
  <inkml:trace contextRef="#ctx0" brushRef="#br0" timeOffset="4329.53">11020 6359 1225 0,'-5'-2'0'0,"-2"1"0"0,4 1 0 0,-1 0 0 0,-1 0 0 0,3 4 0 0,-2 6 0 0,4-3 222 0,0 5-94 0,0-1-48 16,0 2-24-16,0 2-20 0,2 0 5 0,3 4-8 15,1 0 0-15,-3 0-428 0,4 3 214 0,-5-1 115 0</inkml:trace>
  <inkml:trace contextRef="#ctx0" brushRef="#br0" timeOffset="4436.35">10956 6708 852 0,'-10'13'0'0,"-1"-3"0"0,2 0 0 0,4-2 0 0,-3 0 0 0,0-4 0 0,5-3 0 0,1-1 0 0,2 0 0 0,0 0 285 0,0 0-127 0,11-6-178 16,8-9 26-16,0 5 8 0,5-6 19 0,2 0-490 0</inkml:trace>
  <inkml:trace contextRef="#ctx0" brushRef="#br0" timeOffset="4677.71">11509 6418 34 0,'5'-1'0'0,"-1"-1"0"0,-2 0 0 0,-1 2 0 0,-1 0 412 15,0 0-193-15,-5 0-93 0,-4 0-47 0,-5 0 318 16,3 4-182-16,-1 1-83 0,0 5-53 0,-3 1 77 15,1 5-61-15,0 2-31 0,2-1-100 0,-1 4 43 16,1-2-8-16,5-1-105 0,2-2 69 0,5-1 35 16,0-2 0-16,0-6-61 0,1 2 41 0,8-3 27 15,5-3-41-15,-1-3-37 0,4 0-3 0,-2 0 32 16,0 0-22-16,-2 0-26 0,-3 0 23 16,1 0 22-16,-4 0-152 0,-3 0 76 15,0 0 48-15,-4 8-193 0,0 1 118 0,0 5 58 16,-11-1 30-16</inkml:trace>
  <inkml:trace contextRef="#ctx0" brushRef="#br0" timeOffset="4851.28">11300 6839 236 0,'-26'20'0'0,"-1"-2"0"15,2 1 0-15,7-4 0 0,-5 1 0 0,7-4 398 0,2-3-182 0,7-3-92 0,2-3-38 0,3 1 318 16,2-4-185-16,0 0-94 0,11 0-45 0,6 0 88 16,3-5-60-16,5-4-41 15,-1 1 117-15,3-2-75 0,1 1-38 0,-4 2 0 16,-1 1-132-16,1 0 43 0,-3 2 26 0,-3 3-370 15,-2-1 198-15,-5 2 98 0,-2 0 57 0,-4 0-563 16,0 0 274-16,-3 5 111 0,-2 2 77 0,0-2-230 16,-4 0 146-16</inkml:trace>
  <inkml:trace contextRef="#ctx0" brushRef="#br0" timeOffset="5027.8">11319 6851 1045 0,'-8'-4'0'0,"1"-2"0"0,1 4 0 0,3 1 0 0,-1 1 0 0,-1 0 0 0,3 0 0 0,2 0 0 0,0 3 149 15,0 9-58-15,0 5 381 0,0 1-211 0,2 8-118 16,3 3-55-16,-1 0 342 0,-1 6-198 0,1 2-100 16,-2 1-41-16,-1 9 86 0,1-8-72 0,-2-3-36 15,2-1 0-15,0 0-310 0,0-8 145 0,0 5 60 16,-1-5-514-16,2-6 292 0,1 0 145 16,-1-5-342-16,1-3 222 0,0-4 40 0</inkml:trace>
  <inkml:trace contextRef="#ctx0" brushRef="#br0" timeOffset="5209.89">11666 7308 2146 0,'0'0'0'0,"0"0"0"0,2 0 0 0,0 0 0 0,0 0 0 0,0 0 0 0,-2 0 316 0,0 0-142 0,0 0 260 16,0-1-205-16,0 0-98 0,0-4-50 0,1 0 106 15,1-5-77-15,4-1-31 0,2-2 129 0,-1 2-1133 16,1-1 548-16</inkml:trace>
  <inkml:trace contextRef="#ctx0" brushRef="#br0" timeOffset="23535.66">7566 9967 249 0,'0'0'0'0,"0"-3"0"0,0 1 0 0,0 2 0 0,0-1 0 0,0-2 143 0,-2 3-55 0,2 0-28 15,0-1 1-15,0 1 60 0,-1 0-35 0,1 0-32 16,0 0 1-16,0 0 9 0,-3 0 0 0,3 0-32 16,0 0 44-16,0 0-8 0,0 1-35 0,-2 2 48 15,2-2-24-15,0 1 0 16,0 1-16-16,0-2 33 0,0 3-20 0,0-2-1 15,0 2-20-15,0-3 52 0,2 1-18 0,1 2-8 16,-2 0-26-16,3-3 24 0,0 2 1 0,-1-1-25 16,1 1 42-16,0-1-8 0,1 0-34 0,0 0 40 15,0 0 0-15,-1-2-40 0,-1 1 8 0,1-1 36 16,2 1-22-16,-3 2 0 16,2-3-22-16,-2 2 33 0,3 0 8 0,-2 0-41 15,1 2 33-15,0-2-33 0,1 0 0 0,0 1 0 16,2-1 29-16,-1 0-29 0,0 0 0 0,1-2 19 15,0 0-20-15,2 0 1 0,-4 0 8 0,4 0 3 16,-3 0-11-16,2 0 0 0,3 0-1 0,-6 0-30 16,1 0 39-16,2 0-9 0,1 0 1 0,1 0-19 15,0 2 19-15,3 2 3 0,-3-1 4 16,4 1-13-16,-2-2 4 0,2 2-48 0,-2-4 22 16,3 2-3-16,-2-2 32 0,-1 0-79 15,1 0 33-15,-2 0-7 0,0 0 38 0,1 2-51 16,-4 1 26-16,5 0-14 0,-2 2 7 0,0-2 16 15,1 4 4-15,0-3 31 0,2 2 1 0,-2 0-36 16,3-2 1-16,-1-1 34 0,0 2-32 0,0-4 6 16,-1-1-2-16,0 1 27 0,-1-1-1 0,-2 0-16 15,2 0-6-15,-2 0 152 0,-3 0-166 0,1 3 0 16,1-3 0-16,-1 2 0 0,0 0 0 16,0 0 0-16,-2-1 0 0,0 2 0 0,1-1 0 15,0-1 0-15,0-1 0 0,-2 2 0 16,1 0 0-16,-3-2 0 0,3 1 0 0,-2 2 0 15,-1-3 0-15,-1 0 0 0,1 1 0 0,-2-1 0 16,2 0 0-16,-2 2 0 0,-1-2 0 0,1 0 0 16,1 0 0-16,-3 2 0 0,0-2 0 0,0 0 0 15,0 0 0-15,0 0 0 0,0 0 0 0,0 0 0 16,0 0 0-16,0 0 0 16,0 0 0-16,0 0 0 0,-6-2 0 0,-4-4 0 15,-1-2-908-15,-2-5 442 0</inkml:trace>
  <inkml:trace contextRef="#ctx0" brushRef="#br0" timeOffset="78052.28">10813 3769 675 0,'0'0'0'0,"-2"0"0"0,2 0 0 0,0 0 0 0,0 0 0 0,0 0 0 0,0 0 0 0,0-2 69 16,0-2-8-16,0-2 80 0,0 2-54 0,0-3-27 16,2-2 0-16,0-1 48 0,2 1-42 0,-2-2 1 15,1 0-35-15,0 0 49 0,-1 1-16 0,0-3-8 16,-2 2-24-16,0-3 40 0,0 3-40 0,0 1-23 15,0-3 8-15,0 0 15 0,0 0-1 0,-2 0-27 16,-3 0 0-16,0 2 27 0,1-1 9 0,-3 0-62 16,0 1 26-16,-2 1-17 15,0-1-3-15,2 3 13 0,-2-2 5 0,-1 3 0 16,-1 1 14-16,2 3 13 0,-3 1-16 16,1 0-7-16,0 2 56 0,-3 0-26 0,3 0 1 0,0 0 13 15,0 5-1-15,0 3-23 0,1 1-1 0,1 1 80 16,-1 1-39-16,2 0-12 0,1 2 1 0,0 1 34 15,1 2-20-15,1 3-8 0,0 0-29 0,2 2 61 16,-1 1-31-16,2 5 1 0,0-3 16 0,0 7 12 16,1-2-30-16,1 3 18 0,-2 2-23 15,2 0-1-15,0 2-15 0,0-1 31 16,0 1 1-16,0-1-40 0,0-1-1 0,0 0 15 16,0 0-6-16,0-2-8 0,2 2-1 0,3-5-29 15,-1 2 30-15,-1-1-1 0,-1-4-49 0,3 6 21 16,-3-4-1-16,-1-1-44 0,-1 0 34 0,0 0-11 15,0-6 47-15,0 3-51 0,0-2-1 0,-5 0 23 16,-1-2 13-16,0-6-56 0,2 0 27 16,-1-1-18-16,0-5 37 0,-1-1-111 15,0-1 52-15,0-5-182 0,1 4 104 0,-1-5 52 16,1 0 29-16,0 0-352 0,2 0 186 0,-1 0 93 16,2-8 39-16,2-2-187 0,0 1 120 0,0-6 61 15,2 0 30-15,8-4-427 0,1 0 220 0,3-5 122 16</inkml:trace>
  <inkml:trace contextRef="#ctx0" brushRef="#br0" timeOffset="78350.48">10831 4069 1204 0,'0'-2'0'0,"0"2"0"0,0 0 0 0,0 0 0 0,0 6 0 0,-4 5 0 0,-1 3 374 15,2 0-170-15,1 4-78 0,0 0-51 0,2 3 27 16,-2 1-34-16,0 1-1 0,1-2-34 0,-1 0 1 15,-2 0-1-15,2-5-1 0,-1-2 1 0,1-4-63 16,-3 2 32-16,2-3 7 0,-3-1 55 0,1-2 0 16,-1-1-32-16,3-2 155 15,-1 1-78-15,-1 0-29 0,4-3-9 0,-1 2 119 16,0-1-78-16,2 1-40 0,0 1 0 0,0 0 3 16,2-1-8-16,10 2-35 0,-1-2 1 0,4-1 63 15,0-2-32-15,2 0-66 0,1 0 14 0,0 0-1 16,-2 0 22-16,-1 0-318 0,0 0 160 0,1-2 86 15,-4 0 18-15,-3 1-596 0,3-1 271 0,-3-1 157 16,0 2 76-16,1-1-284 0,-4 1 186 0</inkml:trace>
  <inkml:trace contextRef="#ctx0" brushRef="#br0" timeOffset="78817.28">11555 3734 263 0,'0'-10'0'0,"0"2"0"0,0-1 0 0,0-2 0 0,0 0 242 16,0-3-104-16,0-1-53 0,-4 0-18 0,-1 0 94 15,0 0-64-15,-4-1-32 0,0-1 0 0,-2 3 13 16,-1-1-14-16,0 4-8 0,-3 1 5 0,0 3 0 16,-3 3-28-16,2 3 64 15,-3 1-24-15,1 0-8 0,0 7-33 0,2 6 86 16,0 2-43-16,5 2-21 0,1 0 8 0,3 1 96 16,2 2-62-16,3 2-32 0,2-1 0 0,0 5 128 15,0-4-71-15,3 10-49 0,7-2 1 0,1 3 47 16,2 0-44-16,1 9 98 0,-3-7-62 0,3 13-44 15,-4-6 0-15,-1 5-58 0,-1 2 0 0,-2-1 23 16,0-8 8-16,-3 9-118 0,1-6 56 0,-2-9 26 16,0 4 1-16,-1-4-101 15,1-7 73-15,-2 4-4 0,0-9-50 0,0-1 15 16,0-4 33-16,0-7-174 0,-5 3 87 0,-1-6 28 16,-1-3 31-16,-3-2-232 0,1-2 128 0,-2 0 64 15,1 0 23-15,-1-8-350 0,0-7 196 0,-4-4 97 16,4-3 48-16,-3-4-385 0,1-3 209 0</inkml:trace>
  <inkml:trace contextRef="#ctx0" brushRef="#br0" timeOffset="78974.87">11135 4132 1384 0,'-8'-18'0'0,"4"3"0"0,1 7 0 0,1-4 0 0,2 2 0 0,0 1 0 0,0-1 0 0,2 3 0 0,8 0 237 0,6 0-102 0,3-1 114 15,3 3-112-15,1-2-53 0,1 4-25 0,1 0 116 16,0 2-70-16,-4 1-29 0,8 0-7 0,-3 0-303 15,-1 6 133-15,1 2 67 0,-2 0 34 0,-1 0-510 16,-1-1 267-16,-2-1 114 16,0-1-539-16</inkml:trace>
  <inkml:trace contextRef="#ctx0" brushRef="#br0" timeOffset="79177.89">11689 3757 470 0,'0'5'71'0,"0"-1"-36"0,0 5 1 0,-10 0 241 0,1 2-122 0,-2 5-53 16,-1 4-39-16,3 2 426 0,2 3-228 0,-1 3-114 16,2 0-57-16,4-1 223 15,2 4-145-15,0-2-67 0,0-4 42 0,0 2-55 16,6-2-27-16,2-7-141 0,1 3 53 0,2-4 29 16,1 0 1-16,-1-2-171 0,0-5 101 0,1 3 57 15,0-6 18-15,0-4-678 0,3 0 334 0,-3-3 82 16</inkml:trace>
  <inkml:trace contextRef="#ctx0" brushRef="#br0" timeOffset="79400.3">11840 3943 1170 0,'-1'-11'0'0,"1"4"0"0,0-4 0 0,0 3 0 0,0 2 0 0,0-1 0 0,4-1 0 0,5 5 609 0,4 1-288 0,1 0 130 15,-3 2-213-15,4 0-102 0,-2 0-52 0,1 11-87 16,0 5 36-16,1 2 8 0,-2 7-9 0,-2-2-91 15,-3 4 46-15,-2 5 23 0,-4 0 7 0,-2 2-289 16,0 0 152-16,0-1 77 0,-10-1-336 0,-1-2 188 16,-2-7 6-16,-8 3-37 15,2-7 95-15,1-5 47 0,-1-2 23 0,-2-4-122 16,4-3 65-16,2-5 45 0,2 0 0 0,4-1-57 16,2-11 48-16</inkml:trace>
  <inkml:trace contextRef="#ctx0" brushRef="#br0" timeOffset="79609.61">12098 3818 1115 0,'2'-4'0'0,"0"2"0"0,-2 1 0 0,0 1 0 0,0 0 0 0,-5 0 0 0,-7 0 452 0,3 1-209 0,-2 9-106 16,-3 6-52-16,1 3 128 0,4 1-82 0,-1 5-54 15,3 3-21-15,3 1-49 0,2-1 1 0,2 2 25 16,0-4 8-16,2 4-51 0,7-5 22 0,5-2-1 15,-1-1 22-15,-1-4 0 0,6-5 8 16,-3 0-621-16,0-1 256 0,-3 0 161 0,2-5 20 16,-3-2-372-16,-1-3 233 0</inkml:trace>
  <inkml:trace contextRef="#ctx0" brushRef="#br0" timeOffset="79786.14">12286 4042 1084 0,'4'-8'0'0,"1"3"0"0,-1 0 0 0,-1 4 0 0,0-1 0 0,-1 2 0 0,-2 0 0 0,0 0 305 0,0 11-136 0,0 2 298 16,0 6-217-16,0 1-108 0,0 1-47 0,0 8 7 15,0-2-39-15,-5-4 0 0,0 4-30 0,-1-7-273 16,3 2 133-16,-4-3 70 0,1-2 34 0,2-1-460 16,-2-10 247-16,4 2 92 0,-1-6 68 0,-1-2-565 15</inkml:trace>
  <inkml:trace contextRef="#ctx0" brushRef="#br0" timeOffset="79952.7">12346 3907 1433 0,'4'-2'0'0,"-1"-1"0"0,3 1 0 0,-2 2 0 0,0 0 0 0,-2 0 0 0,2 0 0 0,1 0 0 0,1 5 418 0,1 2-196 0,3 0-95 15,-1 3-47-15,2-1-124 0,1 2 38 0,-1 1 9 16,0-2 29-16,1 0-444 0,-2-1 222 0,2-3-161 15,-1 0 191-15,-2-5 105 0</inkml:trace>
  <inkml:trace contextRef="#ctx0" brushRef="#br0" timeOffset="80151.17">12583 3838 370 0,'-4'-6'21'0,"0"4"0"0,0-1-21 0,2 1 255 15,1 2-111-15,1 0-56 0,-2 0-27 0,2 5 411 16,0 7-224-16,0 7-107 0,-2 7-54 0,-2 1 283 15,-1 8-168-15,-2 3-77 0,-2 5-50 0,2 0 37 16,-2 0-40-16,-1 3 0 16,1-3-223-16,-2-6 99 0,-3 10 39 0,2-7-132 15,0-9 90-15,-3 3 43 0,1-5 23 0,7-9-444 16,-2-1 221-16,4-8 35 0,1-3 82 0,0-5-400 16,1-3 231-16</inkml:trace>
  <inkml:trace contextRef="#ctx0" brushRef="#br0" timeOffset="80369.67">12607 3699 1214 0,'10'-8'0'0,"-1"4"0"0,4 2 0 0,2-2 0 0,0 2 0 0,2 0 0 0,-1 2 475 0,4 0-221 0,2 5-110 16,-3 6-48-16,5 7 38 0,-5 0-51 0,0 6-25 15,-2 2 0-15,-6 1 21 0,1 5-16 0,-10 2-7 16,-1 0-23-16,-1 3-98 0,0 0 49 0,-12-1-185 15,-2-3 125-15,-5-1 50 0,-1-2 30 16,-5-2-334-16,-1-4 137 0,1-3 94 16,3-6-14-16,-1-2-115 0,2-6 99 0,9-1 47 15,0-3 25-15</inkml:trace>
  <inkml:trace contextRef="#ctx0" brushRef="#br0" timeOffset="80852.45">13366 4029 568 0,'0'-18'0'0,"0"3"0"0,0 0 0 0,-5 2 0 0,-7 0 0 0,1 1 0 0,0 1 76 16,-3 0-14-16,1 2-8 0,1 2-21 0,3 1 54 15,0 2-28-15,2 1 1 0,-1 0-27 0,0 3 0 16,-1 0 0-16,0 11 21 0,-1 10 1 0,1-2-14 15,-2 8-8-15,-1 1 101 0,3 1-51 0,2 3-25 16,1-1 0-16,2-6 46 16,2 8-40-16,2-5 1 0,0-8-33 0,0 3 110 15,2-7-55-15,4 2-52 0,3-7-2 0,1-2 0 16,0-5 0-16,2-1-147 0,1-3 73 0,3 0 45 16,0-16-7-16,3-7-203 0,-3-3 100 0,5-12 62 15,-1 1-2-15,-6 2-242 0,5-15 134 0,-2 4 64 16,-2-5 12-16,2-9-24 0,-2 0 34 15,-2 1-113-15,1-10 78 0,-7 18 35 0,-2-2 0 0,-1 17 75 16,-2-3 1-16,0 13-49 0,-2 4 8 16,0 8 361-16,0 3-181 0,0 7-90 15,-6 3-44-15,-5 1 457 0,2 5-203 0,-5 14-123 16,2 3-21-16,0 6 67 0,1 7-79 0,2 2 172 16,2 10-129-16,0-2-61 0,3 1-30 0,3 2 87 15,-1 1-59-15,2 0-20 0,0 1-9 0,0 0-95 16,0-4 33-16,0-1 0 0,0-9 33 0,3 2-301 15,5-2 146-15,2-6 78 0,1-6 38 16,-2-6-313-16,3-2 163 0,2-7-578 16,5-7 356-16,2-2 172 0</inkml:trace>
  <inkml:trace contextRef="#ctx0" brushRef="#br0" timeOffset="81163.2">13803 3864 702 0,'6'-27'0'0,"-4"6"0"0,2-2 0 0,-2 3 0 0,-2 0 0 0,0 4 0 0,0 5 330 0,-2 1-148 0,-6 3-75 16,-3 5-37-16,0 2 288 0,-6 0-167 0,-2 9-79 16,1 7 132-16,-2 2-106 15,6-1-44-15,-4 7-35 0,8-4 48 0,-1 0-37 16,4 0 0-16,2 1 70 0,5 0-45 0,0-2-35 16,0-1-1-16,0 1 21 0,3-1-24 0,6 0 0 15,2 0-15-15,1 2-14 0,2-4 6 0,-1 3 0 16,-2 0 0-16,1 0-67 0,-2-1 42 0,1 0-44 15,-2 0 34-15,-4-1 0 0,-1 2 35 16,-2-2-94-16,-2-1 46 0,0 3-3 16,-6-4 0-16,-7 2 120 0,-6-2-44 0,-4-2-12 15,3-4-34-15,-8 1 131 0,0-2-61 0,1-6-22 16,1 0 130-16,3-2-482 0,3 0 229 0,1 0 49 16,3-4-740-16,6-10 359 0,4-2 187 0,2-9-392 15</inkml:trace>
  <inkml:trace contextRef="#ctx0" brushRef="#br0" timeOffset="91757.93">13039 4698 713 0,'-2'0'0'0,"-4"0"0"0,6 0 0 0,-1 0 0 0,-1 0 0 0,0 0 0 0,2 0 0 0,-2 0 0 0,2 0 194 0,0 0-80 0,-2 0-33 15,2 0-8-15,0 0 51 0,0 0-46 0,0 0-22 16,0 0-1-16,0 0 16 0,0 0-9 0,0 0 18 16,0 0-23-16,0 0-1 15,0 0-23-15,0 0 61 0,2 0-34 0,0 0-1 16,5 0-26-16,2 2 128 0,3-2-64 0,-1 3-24 15,5-2-8-15,-2-1 70 0,5 0-51 0,0 0-26 16,2 0 0-16,1 0 19 0,7 0-8 0,-3 0-36 16,2 0 56-16,1 0-28 0,2 0 0 0,0 3 6 15,2 0-8-15,-1 0-26 0,2 1 0 0,1 0-37 16,-1-2 1-16,4-2 44 0,-5 0-8 16,3 0-79-16,-3 0 40 0,0 0 0 15,-1 0 39-15,-8 0-80 0,6 0 31 0,-7 0 5 16,0 0-9-16,-5 0 6 0,-1 0-1 0,-4 0 45 15,-1 0-25-15,-3 2-11 0,-4 2 9 0,-1-2 50 16,-2-1-24-16,1-1 8 0,-2 2-30 0,-1-2-34 16,0 0 1-16,0 0 42 0,0 0-6 0,0-2-189 15,0-7 90-15,-4-3-387 0,-2-1 226 0,-1-1 96 16</inkml:trace>
  <inkml:trace contextRef="#ctx0" brushRef="#br0" timeOffset="94751.01">13460 8560 386 0,'0'1'0'0,"0"-1"0"0,0 2 0 0,-2-2 0 0,2 0 0 0,-4 2 33 15,1-2 8-15,-1 0-8 0,2 0-1 0,-2 0 122 16,2 2-61-16,2-2-30 0,0 0 121 0,0 0-80 15,0 0-35-15,0 0 81 0,0 0-58 0,0 2-30 16,0-2 8-16,0 0 48 0,0 0-43 0,0 0-21 16,0 2 0-16,0-2 5 0,0 1 9 0,3 2-35 15,6-3-1-15,-4 0 104 16,6 0-52-16,1 0-26 0,-1 0 84 0,3 0-59 16,2 0-25-16,1 0 56 0,2-3-41 0,5-2 0 15,-1 1-32-15,5-3 44 0,-2 2-26 0,4-1 1 16,0 0-28-16,0 2 15 0,4 1-6 0,0 0-8 15,4 1 0-15,3 1-12 0,-8-1 12 0,6 0 0 16,0 0-25-16,0 1-8 0,-2-1 33 0,1 0-55 16,0-2 26-16,-2 0 0 0,-3 0 17 15,-3-2-60-15,-1 3 24 0,-5-1-1 0,-2 1 19 16,-3 1-5-16,0-1 12 0,-4 2 2 16,-2 1-11-16,-3 0-1 0,-3 0 2 0,0 0 7 15,-1 0-8-15,0 0 9 0,-2 0-5 0,-1 0 1 16,-1 0 35-16,2 0 2 0,-2 0-31 0,1 0 22 15,1 0 4-15,1-4-26 0,-2-4 5 0,-1-4-76 16,0 0 33-16,0 3 1 0,0-3 37 0,-2 3-105 16,0 0 45-16,0 1 21 15,0 3-427-15,0 1 215 0,0 2 84 0,0 1-661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20T06:29:54.5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18908 7880 408 0,'2'0'0'16,"-2"0"0"-16,0 0 0 0,0 0 0 0,0 0 0 0,0 0 0 0,0 0 0 0,0 0-33 0,0 0 31 0,0 0 1 0,0 0-16 16,0 0 1-16,0 0 41 0,0 0-5 0,0 0-24 15,0 0 22-15,0 0 0 0,0 0 27 0,0 0-22 16,0 0-4-16,0 0-1 0,0 0 41 0,0 0-51 16,0 0 9-16,0 0 15 0,0 0 37 0,0 0-18 15,0 0 0-15,0 0 1 0,0 0 0 0,0 0-9 16,0 0-13-16,0 0 29 0,0 0-26 0,0 0 0 15,0 0 28-15,0 5 9 0,0-1-37 0,0 0 0 16,0 0-19-16,0-2 18 0,0 0 1 16,0-1 8-16,0-1-43 0,0 0-1 15,0 0 36-15,0 0-25 0,0 0 23 0,0 0 5 16,0 0-6-16,0 0 24 0,0 0-1 0,0 0-28 16,0 0 4-16,0 0 47 0,0 0-45 0,0 0-3 15,0 0-6-15,0 0 16 0,0 0-5 0,0 0 11 16,0 0-57-16,0 0 25 0,0 0-1 0,0 0-31 15,0 0 24-15,0 0-3 0,0 0 24 16,0 0-27-16,0 0 0 0,0 0 11 0,0 0 29 16,0 0-7-16,0 0-13 0,0 0-7 15,0 0-13-15,0 0 19 0,0 0-1 0,0 0 8 16,0 0-34-16,0 0 29 0,0 0-2 0,0 0-29 16,0 0 1-16,0 0 27 0,0 0-2 0,0 0-42 15,0 0 40-15,0 0-7 0,0 0 1 0,0 0 1 16,0 0 2-16,0 0-6 0,2 2-28 0,1-2 31 15,1 2 1-15,0 0-1 0,2-1 36 0,0 2-35 16,1-1-1-16,-2-2-27 0,3 1 28 0,-4 2 0 16,4-1-2-16,-3-1-16 15,0 2 15-15,-1-2 1 0,3 1 26 0,-2 0-3 16,-1 0-21-16,1-1-1 0,-1 1 40 0,1 0-37 16,-1 1 3-16,2-2-4 0,-2 1 6 0,0-1-5 15,1 2 9-15,-1-2-20 0,1-1 20 16,2 2-7-16,-2 0 5 0,0 0-28 0,1-2 23 0,-1 1 0 15,4 2-3-15,-2-3-4 0,0 2 3 0,2-1 2 16,-1-1-24-16,2 2 23 0,-1-2 0 16,0 0 0-16,1 0-36 0,-1 0 34 15,0 0-1-15,1 0-14 0,-3 0 14 0,2 0 0 16,-1 0-4-16,0 0-18 0,-3-2 17 0,3 1 2 16,-3-1 13-16,2-1-13 0,-2 2-3 0,2-1 3 15,-1-2 18-15,1 0-18 0,1 3 2 0,0-2-2 16,-1-2-5-16,2 2 6 0,1-3 2 0,1 2-10 15,-2 1 10-15,3-3-1 0,-1 2 1 0,3-2-20 16,-4 1 18-16,3 1-1 0,-1-3-38 16,1 3 37-16,1-1-4 0,-4 0 3 15,3 2-26-15,-1-1 24 0,-1 0-3 0,0 0 3 16,1 3 5-16,-1-1-5 0,1 0-3 0,-2 0 9 16,3 2-9-16,1 0 2 0,-3 0-1 0,3 0 17 15,-2 0-15-15,1-1 0 0,3 1 2 0,-4-3 9 16,4 1-8-16,-2 0-2 0,0 0 6 0,1-2-6 15,0-1 2-15,-2 1-1 0,2 1 0 0,-2-1 0 16,3 0 0-16,-2 0 22 16,2 2-21-16,-4 0 0 0,3 1 0 0,2-2 4 15,-2 3-3-15,2 0-1 0,2 0 2 0,0 0 13 16,2 0-12-16,1 0-2 0,-2 0-9 0,3-1 11 16,0-1 0-16,-1 0-2 0,4-2-28 0,-1 1 28 15,-4-1-1-15,2-2-11 0,0 1 9 0,4 2 2 16,-6-4-4-16,1 3 3 15,0 0-3-15,1 1-1 0,-2 0 3 0,-1 1 5 16,1-3-6-16,0 4 1 0,-1-1 7 0,-1-2-7 0,2 1 0 16,-3 2 2-16,2-1 14 0,1 1-15 15,0-2 2-15,2 3 22 0,-2 0-1 0,1-1-19 16,1 1-2-16,3 0 27 0,-5-2-23 0,1 2 3 16,1-1-13-16,1-2 13 0,-3 1-3 0,1 1-1 15,1-4-28-15,0 0 31 0,0-1-3 0,-2 0 1 16,2-1-36-16,2-1 31 0,-2 1 2 0,-1 2-17 15,4-5 15-15,-1 3-3 0,-3-1 2 0,2 2-3 16,1 0 2-16,-3 1 0 16,7-1 2-16,-3 5-2 0,-1-3 1 0,0 2-1 15,2 2 3-15,-5 0-1 0,7 0-1 0,-5 0 0 16,0 0-13-16,1 0 13 0,-3 0 0 0,3 0-2 16,-2 0 2-16,-1 0-2 0,2 0 2 0,-1 0-6 15,0 0 5-15,-3 0-1 0,3 0 1 0,-1 0 2 16,-2 0-3-16,1 0 0 0,0 0 8 0,-1 0-8 15,1 0 1-15,0 0 4 0,-1 0-4 0,1 0 2 16,0 0-2-16,-1 0-23 0,1 0 23 16,0 0 0-16,-1-2 0 0,1 0-25 0,2 0 0 15,-3 1 20-15,-1-1 8 0,2 2-9 16,-3-2 3-16,2 2-5 0,1 0 18 0,-5 0-16 16,3 0 2-16,-1 0-3 0,2 0 2 0,-3 0 1 15,1 0-2-15,-1 0 19 0,2 0-17 0,0 4 3 16,2-3-2-16,-1 1 15 0,1 2-15 0,2-4 2 15,-3 0-32-15,8 0 30 0,-4 0 1 0,1 0-2 16,0 0-18-16,5 0 18 0,-5 0 0 0,2 0 1 16,-1 0-37-16,-1 0 32 15,-1 0 1-15,3 0 11 0,-2 0-10 0,0 0-5 16,1 2 3-16,-1 2 39 0,-2-1-40 0,5 3 3 16,-3 0 31-16,2-1-28 0,-1 1-2 0,-1 0 5 15,-1-3-4-15,5 5 5 0,-4-4-3 0,2 2-31 16,-1-1 31-16,2 1 1 0,2-3-2 0,-3 0 9 15,3 2-8-15,-2-4-3 16,2 1 2-16,-1-2 13 0,1 0-13 0,0 0-2 16,2 0-18-16,-1 0 19 0,1 0 1 0,0-3 1 15,0-3-17-15,0 1 17 0,0-3-1 0,-2 2-28 16,2 1 27-16,-2-1-2 0,0 2-1 0,0 2 20 16,0 1-18-16,-2 1-4 0,1 0 2 0,-6 0 34 15,0 0-33-15,2 0 1 0,-2 1 39 16,-2 3-35-16,1 0-2 0,2 0 6 0,-1-2 11 0,-3 0-14 15,3-2 4-15,-1 0-3 0,-2 0-1 0,1 0 3 16,-1 0 0-16,-2 0-39 16,-1 0 0-16,-2-2 35 0,-2 0-3 0,-4 0-37 15,-1 0-6-15,-2 0 41 0,-4 0-192 0,0 0 90 16,-2 2 38-16,-7 0 24 0</inkml:trace>
  <inkml:trace contextRef="#ctx0" brushRef="#br0" timeOffset="19446.75">17159 11664 398 0,'0'0'0'0,"0"0"0"0,0 0 0 0,-1 0 0 0,-3 0 0 0,2 0 0 0,-2 0 0 0,1 0 71 0,-1-3-38 16,0 2 0-16,2 0-1 0,2-1 58 0,-2-1-34 15,0 3 1-15,2 0 11 0,0-1-1 16,0 1-34-16,0 0 47 0,0 0-48 0,0 0 1 0,0 0 0 15,0 0 30-15,0 0-30 16,0 0 8-16,0 0-8 0,0 0 47 0,0 0-23 16,0 0-1-16,0 0-23 0,0 0 68 0,0-2-38 15,2 2 0-15,2 0 36 0,0 0-33 16,2 0 0-16,-1 0 29 0,1 0-35 0,1 0 7 0,-1 0-34 16,2 0 34-16,-1 0 0 0,2 0-27 0,1 0-7 15,-3 0 17-15,2 2-18 0,0-1 1 0,3 2 17 16,-3 0-9-16,5-2-8 0,-3 4 0 15,2-3 39-15,2-1-39 0,0-1-1 16,2 2 33-16,-2-2-8 0,2 0-25 0,-1 0 1 16,4 0 19-16,-3 0-19 0,1 0 7 0,-1-2-7 15,2-1 4-15,0 1-4 0,-2-1 0 0,0 2-1 16,-2 0-16-16,0 1 17 0,0 0 0 0,0 0-22 16,0 0 0-16,0 0 22 0,0 1 8 0,2 0-18 15,0 4 7-15,-1-3-6 0,5-1 18 0,-2 1-15 16,3 0 7-16,-1 0-6 0,0-2 8 0,-1 1-7 15,1 2 0-15,0-3 3 16,-3 3-6-16,3-3 4 0,2 3 4 0,1-2 138 16,-3 4-172-16,3-2 0 0,-4-1 0 0,7 1 0 15,-1-1 0-15,-1 0 0 0,1 0 0 0,-1 0 0 16,5 0 0-16,-2-2 0 0,0 0 0 0,0 0 0 16,2 0 0-16,-5 0 0 0,8 0 0 0,-4 0 0 15,-1-2 0-15,2 0 0 0,-2-2 0 0,-3 2 0 16,7-1 0-16,-4 1 0 0,2-1 0 0,-2 1 0 15,1-2 0-15,0 1 0 0,4 0 0 0,0-1 0 16,3 0 0-16,-3 1 0 16,5-1 0-16,-3 0 0 0,1 1 0 0,0 0 0 15,0 2 0-15,-2-1 0 0,-1 0 0 0,1 2 0 16,0 0 0-16,-1 0 0 0,1 0 0 0,0 0 0 16,1 4 0-16,-2 0 0 0,3-1 0 0,1 1 0 15,1 0 0-15,1-1 0 0,-1-1 0 0,-1-2 0 16,1 2 0-16,-1-1 0 15,0 2 0-15,-4 0 0 0,1 0 0 0,-2 1 0 16,-2-1 0-16,0 3 0 0,-3-1 0 0,-2-1 0 16,0-1 0-16,-3 2 0 0,1-2 0 0,-1 1 0 15,-1-3 0-15,0 2 0 0,-3-1 0 0,-2-2 0 16,-2 1 0-16,0-1 0 0,-5 0 0 0,0 0 0 16,-1 0 0-16,-2 0 0 0,-3 0 0 0,1 0 0 15,-2 0 0-15,0 0 0 0,-2 0 0 0,0 0 0 16,0 0 0-16,0 0 0 0,0 0-467 0,0 0 283 15,0 0 67-15,0 0-766 0,0 0 430 16</inkml:trace>
  <inkml:trace contextRef="#ctx0" brushRef="#br0" timeOffset="20789.41">17471 9793 385 0,'-7'0'0'0,"1"0"0"0,4 0 0 0,-1 0 0 0,-1 0 0 0,0 0 0 0,2 0 0 0,-2 0 178 0,2-1-78 0,0-2-33 0,2 2 14 16,-1-1-25-16,1 2 1 0,0 0-16 0,0 0 37 15,0 0-22-15,-2 0-1 16,2 2-30-16,-2 9 8 0,2 4 8 0,0 0-8 16,0 4 49-16,0 0-24 0,0-1 0 0,0 2-26 15,5-2 43-15,5-1-8 0,1-2-34 0,2 0 32 16,3-4-32-16,2 1-1 0,1-3 9 16,2-4-16-16,-1 1 7 0,3-4 1 0,-2 0-27 0,-1-2-1 15,1 0 36-15,-2 0-8 0,-3 0-45 0,0 0 22 16,-2-2-12-16,-2-5 32 15,1-1-74-15,-4-2 30 0,1-2 9 0,-2-5-77 16,-1-1 42-16,-4 0 24 0,1-2-12 0,-2-2-21 16,0 2 16-16,-2-3 1 0,0 1-70 0,0 1 45 15,-6 5 8-15,-1-2 5 0,-2 5 33 0,-3 2-11 16,1 1-13-16,-2 5 10 0,0 1 104 0,0 2-47 16,-1 2-25-16,0 0-1 0,0 4 154 0,1 7-81 15,2 2 48-15,-1 4-61 0,1 4-10 16,1 3-21-16,3 1 112 0,2-1-58 0,1 1-15 0,0 6-9 15,3-2-17-15,1-1-15 16,0 2-1-16,0 0 1 0,0-3-57 0,0 2 25 16,1-2-1-16,5-7-128 0,1 1 71 15,0 0 41-15,3-4 12 0,0-2-170 0,-3-3 77 16,3 2 47-16,-1-7-70 0,-4 1 52 0,3 0-3 0,0-6 27 16,-1 3-184-16,1-5 97 0,1 0 49 0,-1 0 17 15,3 0-232-15,-2-6 132 0,1-7 66 0</inkml:trace>
  <inkml:trace contextRef="#ctx0" brushRef="#br0" timeOffset="21041.05">17958 9720 648 0,'-6'-2'0'0,"1"2"0"0,-1 0 0 0,-2 0 0 0,-3 2 0 0,2 7 0 0,-1 6 413 0,1 2-190 16,0 6-95-16,3 0-40 0,-4 5 155 0,5 0-105 15,1 2-53-15,1 0 66 0,3-2-59 16,0-4-21-16,0 7-39 0,0-5 1 16,3-3 0-16,3-3 0 0,3 1-47 0,1-2 31 15,-1-2-7-15,0-5 23 0,3 2-227 0,-3-5 113 16,0-1 58-16,1-4-13 0,-1-2-359 0,-1-2 151 16,1 0 111-16,1 0-230 0,-3-6 166 0,0-7 74 15,0-3-152-15,-2-1 121 0,-1-1 61 0</inkml:trace>
  <inkml:trace contextRef="#ctx0" brushRef="#br0" timeOffset="21221.64">18014 9932 768 0,'-5'-13'0'0,"1"7"0"0,-1 1 0 0,4 2 0 0,-1 1 0 0,0 0 0 0,0 0 0 0,2 2 317 0,0 0-142 16,0 0-71-16,4 0 149 0,8 0-102 0,0 0-63 0,4 0-27 16,0 0 51-16,4 0-39 0,-2 0 0 0,3 0-32 15,0 0-49-15,-5 0 1 0,1-2 40 0,-2-5-246 16,-1 4 131-16,-3-1 53 15,-4 1 31-15,1-1-377 0,-4 2 193 0,-2 0 43 16,-1 1-247-16,-1-2 180 0,0 2 88 0,0-1 42 16,0-3-138-16,-12-1 90 0</inkml:trace>
  <inkml:trace contextRef="#ctx0" brushRef="#br0" timeOffset="21371.12">18144 9755 573 0,'-9'-1'0'0,"1"-1"0"16,-2 2 0-16,1 0 0 0,0 9 0 0,-1 3 0 0,1 3 265 0,0 8-116 0,3-3-49 0,0 10-39 0,2-2 103 0,2 2-66 15,1 2-33-15,1 2 122 0,0-2-69 16,0 0-47-16,1-3 0 0,8-1-116 16,3-6 39-16,-1-6-1 0,5 2-259 0,0-5 145 15,2-4 77-15,-2-3 38 0,-1-6-437 0,2 0 190 16</inkml:trace>
  <inkml:trace contextRef="#ctx0" brushRef="#br0" timeOffset="21581.56">18253 9746 1166 0,'2'-14'0'0,"0"8"0"0,3 2 0 0,-1-1 0 0,1 3 0 0,3 0 0 0,0 2 0 0,1 0 149 15,2 0-63-15,2 7-26 0,2 6 238 0,0 6-133 16,0 2-66-16,-1-1 73 0,0 9-74 0,-4 1-32 0,-2 1-1 16,-5 1-100-16,-1 2 33 0,-2 0 9 0,0 2 26 15,-11-4-166-15,-3-1 83 0,-2-2 42 16,-1-5-84-16,0-3 62 0,-5-1 26 0,4-6-328 15,-2-3 161-15,3-2 38 0,2-5 53 16,3 0-269-16,5-4 162 0,4 0 77 0</inkml:trace>
  <inkml:trace contextRef="#ctx0" brushRef="#br0" timeOffset="22022.46">18989 9799 924 0,'-1'-4'0'0,"-2"1"0"0,3 0 0 0,0 2 0 0,-2-3 0 0,2 2 0 0,0 1 0 0,0-1 147 0,5-1-57 15,5 3-21-15,1 0-36 0,3 0-1 0,-1 8 9 16,1 3-46-16,-2 5-1 0,-1-2 39 0,-1 5-1 16,-4 2-31-16,-1 1 39 0,-1 4-7 0,-2-5 57 15,-1 2-29-15,1-1 1 0,-2-3-30 16,0-2 100-16,2-2-53 0,0-5-24 0,4-1 29 0,0-1-25 15,3-3-1-15,5-5-17 16,0 0-18-16,7-2 10 0,-1-15 0 0,3-3 0 16,2-3-44-16,-1-2 31 0,0-1-9 0,-1-2 22 15,-1 2-275-15,-5 2 116 0,-2-1 73 16,-4 7 6-16,-1-5-378 0,-4 2 169 0,-3 2 112 0,-1-2-242 16,-2 5 169-16,0-5 96 0</inkml:trace>
  <inkml:trace contextRef="#ctx0" brushRef="#br0" timeOffset="22183.04">19289 9630 569 0,'-9'4'0'0,"4"2"0"0,1 1 0 0,0 3 0 0,3-2 0 0,-4 5 147 0,5-1-48 0,-2 4-38 0,2 2 124 0,0 2-76 15,0 7-38-15,0-1 0 0,0 2 245 0,0 4-146 16,0 1-69-16,0 2-34 0,0-2 83 0,-2 3-59 16,2-2-20-16,0 1-204 0,0-2 83 0,0-1 41 15,0-2-368-15,0-7 206 0,0-3 109 16,0-3 44-16,4-7-477 0,4-3 203 15,1-5 129-15</inkml:trace>
  <inkml:trace contextRef="#ctx0" brushRef="#br0" timeOffset="22415.6">19551 9594 994 0,'0'-4'0'0,"0"4"0"0,0 0 0 0,0 0 0 0,-8 10 0 0,-5 7 0 0,0 6 368 0,-1 5-160 0,2 11-91 16,-2-2 238-16,1 5-161 0,4 1-81 0,4-1-39 16,0-3 66-16,3 8-57 0,2-6-26 0,0-7 1 15,2 0 10-15,8-2 0 0,-1-6-27 0,8 0-195 16,-4-7 94-16,2 0 46 0,0-6-349 0,0-6 198 16,0-1 107-16,0-4-10 0,0-2-460 0,0 0 237 15,1-11 129-15,-4-4 65 0,2-4-305 16</inkml:trace>
  <inkml:trace contextRef="#ctx0" brushRef="#br0" timeOffset="22596.66">19637 9857 887 0,'-8'0'0'0,"4"0"0"0,1 3 0 0,1 0 0 0,-2-3 0 0,4 2 141 0,0 0-46 16,0-1-36-16,6 2 330 0,8-3-178 15,2 0-89-15,1 0 122 0,1 0-98 0,2 0-60 16,2 0-27-16,-2 0-165 0,0-4 70 15,-1 2 34-15,-5-2 9 0,1 3-346 0,-3-2 186 16,-3 3 93-16,0 0 46 0,-3 0-283 0,-2 0 152 16,-2 0-37-16,0 0-257 0</inkml:trace>
  <inkml:trace contextRef="#ctx0" brushRef="#br0" timeOffset="22767.24">19783 9710 897 0,'-13'0'0'0,"2"3"0"0,1 2 0 0,-1 5 0 0,2-1 0 0,-3 2 0 0,3 6 230 0,0 4-103 0,3 4-47 16,0 1 358-16,5 2-203 0,-1 2-101 0,2 3-43 16,0 0 53-16,0-4-55 0,7 4-29 0,5-5-267 15,1-1 120-15,0-7 68 0,2 0 22 0,2-3-196 16,0-5 114-16,-2-3 55 0,3-7-530 0,0-2 278 16,-2 0 50-16</inkml:trace>
  <inkml:trace contextRef="#ctx0" brushRef="#br0" timeOffset="22956.43">19964 9649 821 0,'1'-15'0'0,"1"7"0"0,2 4 0 0,2 1 0 0,0-1 0 0,1 4 0 0,2 0 399 0,1 0-183 16,3 13-91-16,1 8 278 0,-2 2-177 0,1 11-101 16,3 4-37-16,-6 2 161 0,-1 5-108 0,-6 2-54 15,-1 2 18-15,-2 1-40 16,0 3 0-16,-3 0-32 0,-9-2-104 0,-5-2 52 15,2-7 35-15,-10 8-10 0,3-10-319 0,-6-2 173 16,-2-8 86-16,0-3-227 0,5-6-260 0</inkml:trace>
  <inkml:trace contextRef="#ctx0" brushRef="#br0" timeOffset="40682.65">15653 11974 437 0,'-3'0'0'0,"-1"0"0"0,0 0 0 0,1 0 0 0,-1 0 0 0,1 0 0 0,0 0 0 0,-1-4 104 0,2-2-36 0,-1 1 8 0,1-1 11 16,-2 0-26-16,2-1-1 0,1 1 4 15,-1 2-1-15,0-1-22 16,2 3-8-16,-2-2 84 0,2 2-42 0,0 0-21 16,0 1-1-16,-2 1 84 0,2 0-56 0,0 0-25 0,0 0 1 15,0 0 30-15,0 0-27 0,0 0 8 0,0 0 19 16,0 0-27-16,0 0 0 0,0 0-27 0,0 0 20 16,0 0-12-16,0 0-8 0,2 0 55 15,2 0-28-15,-1 0 1 0,3 0-28 0,-1 0 68 16,1 0-37-16,2 0-1 0,1 0-30 15,2 0 40-15,1 0-19 0,-1 1 7 0,3 3-28 16,0-2-2-16,2 2 2 0,-2 0 0 0,4 1 8 16,0 1 0-16,-1-2-9 0,1 1-34 15,1 1-1-15,2 0 36 0,-1-3 0 0,1 1-2 16,2-2-8-16,5 0 7 0,-8-2 1 0,3 0-27 16,0 2 24-16,-1-2 0 0,1 0-27 0,-4 0 1 15,2 2 21-15,-5 0-23 0,3-1 1 0,-2 2 24 16,-2 0-3-16,2-1 0 0,-4 2-2 15,2-3 0-15,-3 3-7 0,-1-4-30 0,-2 2 29 16,-2 0 5-16,-1-2-6 0,0 0-30 0,-4 0-5 16,0 0 40-16,-1 0-15 0,1 0 10 15,-2 0-2-15,0 0 1 0,0 0 51 0,0 0-21 16,0 0-6-16,0 0 11 0,0 0-31 0,0 0 0 16,0 0 7-16,0 0-20 0,0 0 22 0,0 0-5 15,0 0 153-15,0 0-523 0,0 0 249 0,0 0 54 16,0 0-536-16,0 0 276 0,0 0 138 0,0-2 69 15</inkml:trace>
  <inkml:trace contextRef="#ctx0" brushRef="#br0" timeOffset="54634.45">20469 11660 497 0,'-3'0'0'0,"-2"0"0"0,3 0 0 0,0 0 0 0,1 0 0 0,-1 0 0 0,0 0 0 0,2 0 121 0,-2 0-45 15,2 0-21-15,0 0 8 0,0 0 13 0,0 0-21 16,0 0-1-16,0 0 30 0,0 0-25 16,0 0 7-16,0 0 11 0,0 0-22 0,0 0 0 0,0 0-23 15,0 0 37-15,0 0 8 0,0 0-44 0,0 0-1 16,0 0 41-16,0 0-1 0,4 0-39 0,1 0 8 15,4 0 40-15,-2 0-25 0,2 0 1 0,0 0-8 16,-1-1-16-16,1-1 8 0,0-1 17 16,2 2-25-16,-2-1-1 0,0 0 1 15,1 2 15-15,1-2-7 0,0 2-9 0,2-3 1 16,0 2 21-16,3-1-21 0,-2 1-1 0,3-1-4 16,-2 0 4-16,2-2 1 0,0 1 0 15,0-1 3-15,-1-1-4 0,0 4 9 0,0-1-39 0,0 0 30 16,-2 1 1-16,4 1 0 0,-4 0-43 0,4 0 47 15,-2 0-10-15,0 0 2 0,3 0-22 0,-5 0 21 16,4 0 2-16,0 0-33 0,-3 0 27 16,3 0 2-16,-2 0-4 0,0 0 4 0,0 0 1 15,0 0-3-15,0 0-30 0,-3 0 0 16,2 0 26-16,-2 1 2 0,1 3-45 0,0 0 18 16,0-1-5-16,0 1 27 0,-1 0-45 0,3 0 0 15,-4-1 33-15,4-1 5 0,-3-1-29 0,2 4 1 16,-2-3 15-16,1 0-8 0,-4-1 10 0,1 2 3 15,-1-1 11-15,1-1-12 0,-2-1-2 0,0 4 2 16,-2-2 5-16,0 0-4 16,-1-1 0-16,-1 3 0 0,2-2-7 0,-4-1 7 15,3 2 1-15,-1 0 0 0,-1 0 28 0,-1-2 0 16,1 2-25-16,1-1 33 0,-4-1-30 0,3 1-1 16,-2 0-2-16,0 0 8 0,0-1-4 15,-1 1-2-15,-1 0-5 0,2 0 9 0,0 0-2 0,-2 0 4 16,0-1-12-16,2-1 7 0,-2 4 3 0,0-4-9 15,0 0 6-15,0 0-3 0,0 0 2 16,0 0 82-16,0 0-36 0,0 0-20 16,0 0 27-16,0 0-18 0,0 0 0 0,0 0-11 15,0 0 23-15,0 0 5 0,-2 0-32 0,-5 0 140 16,1 0-613-16,-2 0 288 0,3-4 88 0,-1-7-836 16</inkml:trace>
  <inkml:trace contextRef="#ctx0" brushRef="#br0" timeOffset="73692.5">13060 15555 515 0,'-11'0'0'0,"1"-5"0"0,1 1 0 0,3 2 0 0,1 0 0 0,3 2 0 0,0 0 0 0,0 0 0 0,2-2 58 0,-2 2-25 0,2 0 0 0,0 0 30 15,0 0-30-15,0 2-1 0,0 2 1 0,0 1 47 16,2 1-24-16,2 0 9 0,1 1-32 0,3-1 22 16,-3 0 0-16,2-4-22 0,3 5 23 0,-2-3 8 15,-1 0-31-15,3-1 27 0,-3 0 0 0,1-1-27 16,-1 3 0-16,1-2 20 15,1-2-20-15,0 2 0 0,0 1 0 0,0-2 53 16,0 2-26-16,0-2 8 0,1-1-35 0,-1 3 33 16,0-2 0-16,-2-1-33 0,2 1-9 0,-2 0 17 15,0 2-9-15,0-2 12 0,2 3-11 0,0-3-1 16,0 2 1-16,1 0 14 0,3 2-14 0,-1-1-1 16,0-1 1-16,3 1 9 0,-1-1-9 15,0 2 8-15,4-5-9 0,-4 4 25 16,3-4-24-16,0-1 0 0,-2 0 16 0,2 0-8 15,0 0-8-15,0 0 5 0,0 0-5 0,0 0 0 16,1 0 0-16,0 0-26 0,0 0 26 0,-1 3 0 16,-1-2 0-16,2 2-25 0,-1 0 24 0,0 1 9 15,0 0-43-15,-1-1 0 0,2-1 26 0,-2 2 4 16,3-3-37-16,0 2 40 0,0-1-13 0,1-2-20 16,0 0 22-16,7 0 1 0,-2 0-4 15,-1 0-23-15,4 0 24 0,-1 0 1 16,-1 0-1-16,0-2-25 0,2-2 23 0,-3 0 3 15,5-1-7-15,0 1 5 0,-2 0-4 0,0 0 3 16,2 1 9-16,-1-1-8 0,1-1-2 0,0 3-1 16,2-3 0-16,-2 1 1 0,0 1 5 0,2-3-30 15,1 1 25-15,3-1 0 0,-2 0 0 0,1-1-6 16,-1-1 9-16,4 1-5 0,-4-3 1 0,7 0-9 16,-9 4 8-16,5-2 0 0,2 1 0 0,-4 1-2 15,4-1 2-15,-1 2 1 16,-3 0-1-16,3 3-1 0,2-2 3 0,4 1 13 15,-2-2-16-15,-3 4 2 0,2-1-1 0,0 1 2 16,-6-3 2-16,10 2-3 0,-10 0-1 0,4 0-12 16,0 0 175-16,-2 0-176 0,-1 0 0 0,1 0 0 15,-2 2 0-15,-2 0 0 0,3 0 0 0,-2 0 0 16,-1 0 0-16,1 0 0 0,0 0 0 0,-1 0 0 16,-1 0 0-16,4 2 0 0,-1 0-181 0,0-2 182 15,1 2-25-15,1-2-3 16,2 0 28-16,-1 0-6 0,2 0-11 0,-3 2 9 15,0-2 4-15,7 2-43 0,-8 0 15 0,-1 1-6 16,1 1 27-16,-3-1-28 0,-1 2 0 0,-2-2 20 16,0 1 4-16,-1 2 23 0,-3-3-3 0,4 2-22 15,-2 2 2-15,3-3 43 0,-1 1 0 0,3 0-39 16,-1 0 29-16,2-2-24 0,0 0-3 0,1 1 25 16,2-1 0-16,2-1-11 0,-5-2-8 0,1 1 24 15,-3-1-22-15,-1 3 6 16,1-1-5-16,-2-1 33 0,0 3-31 0,1-2 1 15,-1 1-1-15,0 1-10 0,0-2 10 0,0 2 0 16,2-4-6-16,-2 3 7 0,0-3-1 0,0 0-35 16,2 0 35-16,0 0-2 0,1 0 2 0,-1 0-38 15,-2 0 0-15,1-3 29 0,-3 1 4 0,-7 0-33 16,1 0 28-16,-5 0-3 0,0 0 30 0,-2 2-28 16,-2 0 2-16,0 0-6 0,0 0 23 0,1 4-18 15,-3 0 1-15,-1 1-6 0,4-3 6 16,-3 0 2-16,3 2-2 0,-1-2-36 15,0-2 37-15,0 2 1 0,0 0-1 0,2-2-33 16,0 0 3-16,-1 0 22 0,0 0-20 0,2 2-4 16,-4-2 25-16,2 0-11 0,1 0 38 0,-2 2 0 15,0-2-28-15,0 0-3 16,-1 1 31-16,-1-1-2 0,2 0-19 0,-2 0 32 0,0 0 6 0,1 0-38 16,-1 0 0-16,0 0 28 0,3 0 10 0,-2 0-32 15,2 0 14-15,0 0-2 0,0 0-9 0,1 0 5 16,0 0-18-16,-2 0 13 15,0 0 1-15,0 0-9 0,-2 0 7 0,-1 0 1 16,1 0-1-16,-2 0-21 0,3 0 19 0,-3 0 2 16,2-1-4-16,-3-1 27 0,3 0-25 0,0 0 1 15,-3-2-3-15,4 0 50 0,-5 2-21 0,2 0 1 16,-1-3 10-16,-2 3-31 0,-1-2 6 0,-1 2-24 16,-1-1 22-16,-1 1 2 0,0-1 2 0,0 2-27 15,0 0 25-15,-2-4-3 16,0 2 1-16,0-5-135 0,0 0 58 0,0 1 33 15,-2-2-604-15,-7 1 302 0,-4 2 151 0</inkml:trace>
  <inkml:trace contextRef="#ctx0" brushRef="#br0" timeOffset="78473.12">11645 16364 349 0,'0'0'0'0,"0"0"0"0,0 0 0 0,0 0 0 0,0 0 0 0,0 0 0 0,-1 0 0 0,-1 0 0 0,0 3 54 0,2-3 0 0,0 0-5 15,0 0-16-15,0 0 8 0,0 0-8 0,0 0-23 16,0 0 23-16,0 0-1 0,0 0 1 0,0 0-27 15,0 0 25-15,0 0 1 0,0 0 38 0,0 0-39 16,0 0 9-16,0 0-8 0,0 0 8 0,0 0-8 16,0 0-1-16,0 0-25 0,0 0 33 0,0 0-7 15,0 0 1-15,0 0-32 0,0 0 33 0,0 0-2 16,0 0 9-16,0 0-43 16,0 0-5-16,0 0 35 0,0 0-12 0,0 0-31 15,0 0 37-15,2 0 1 0,-2 0 0 0,2 0-2 16,-2 0-4-16,1 0-2 0,1 0 9 0,0 0-4 15,-2 0 0-15,2 0-7 0,0-3 8 0,-1 3-1 16,-1 0 7-16,0 0-24 0,2 0 16 0,1 0 1 16,-1-2-1-16,-2 2 4 0,2 0-1 0,0 0-3 15,-1 0 17-15,1-1-17 0,0 1 0 0,0 0 17 16,0-2-10-16,-1 2-6 0,1 0 2 0,0-3 5 16,0 3-5-16,0 0-1 15,1-1 8-15,2 1-11 0,-1 0 5 0,-1 0-1 16,3 0-14-16,-1 0 14 0,2 0 4 0,2 0-4 15,-4 0-38-15,2 0 36 0,2 0-4 0,0 0-6 16,0 1 11-16,0 2-3 0,3 0-2 0,-1-1 17 16,0 2-16-16,1-3 1 0,-2 2 2 0,6 0 11 15,-3 2-14-15,2-2 1 0,2 4 34 0,0-4-32 16,1 1 7-16,1-3 0 16,-1 3-22-16,5-4 19 0,-2 0-3 0,6 0-34 15,-5 0 4-15,2 0 27 0,-1 0 1 0,2 0-42 16,-4 0 39-16,2-1 0 0,0-2-1 0,-2 2-39 15,-3-1 36-15,0 2-7 0,-2 0 6 0,-1 0 0 16,-2 0 1-16,1 0-8 0,-3 0 42 0,-4 0-36 16,3 0 0-16,-3 0 23 0,-1 0 3 0,-1 0-20 15,-1 2-3-15,-2-2 4 0,0 0-2 0,-1 1 6 16,2-1-5-16,-1 0 19 16,-2 0-19-16,0 0 3 0,0 0-5 0,0 0 8 15,0 0-5-15,0 0-1 0,0 0-26 0,0 0 25 16,0 0 1-16,0 0-38 0,0 0 36 0,0 0-2 15,0 0 1-15,0 0-117 0,0 0 56 0,0 4 25 16,0 1-2-16,-6 5-428 0,2 3 214 0,-2 1 90 16,3 0-265-16,3-4 183 0</inkml:trace>
  <inkml:trace contextRef="#ctx0" brushRef="#br0" timeOffset="79864">12121 13975 446 0,'0'0'0'0,"-3"0"0"0,0 2 0 0,1-2 0 0,0 0 0 0,0 0 0 0,-1 0 0 0,1 0 0 0,0 0 0 0,0 0 58 0,0 2 9 0,2-2-34 0,0 0 10 16,-1 1-10-16,1-1 0 0,0 0 0 0,0 0-14 16,0 0-9-16,0 0 23 0,0 3 0 0,0-3-29 15,0 0 29-15,0 0 8 0,0 0-31 16,0 0 22-16,0 3-9 0,0-3 38 16,0 0-35-16,0 0 5 0,0 0-4 0,0 0 29 15,0 0 0-15,0 0-26 0,0 0 3 0,0 0 25 16,0 0-25-16,0 0-1 0,1 0 1 0,1 0 6 15,2 0-6-15,-1 0 8 0,1 0-8 0,1 0-14 16,0 0 14-16,-1 0-1 0,-1 0-34 0,-1 0 42 16,2 0-8-16,-1 0-28 0,-1-3 1 15,2 3 20-15,-2-3 3 0,1 3-16 0,2 0-8 0,-1-1 16 16,-3 1 5-16,3 0-29 16,0 0 0-16,-1 0 26 0,1 0-29 0,0 0 22 15,0 0 4-15,0 0-43 0,0 0 40 0,1 0 0 16,-1 0-1-16,1 0-41 0,1 0 39 0,0 0-5 15,-1 0 3-15,1 0-24 0,1 0-3 0,0 0 21 16,2 0 3-16,0 0-20 0,2 0 18 0,2 0-2 16,-2 0 16-16,5 1-17 0,-2 2 2 15,2 0 18-15,-2-3-16 0,6 1-2 0,-2-1 0 16,1 0 25-16,0 1-23 0,1-1 2 16,1 3 0-16,0 1 4 0,-1-1-5 0,-1 0 4 15,2 2-3-15,-1 1-6 0,-1-3 8 0,0 3-2 16,0-1-3-16,-2 1 2 0,-1-2 1 0,2 1 6 15,-7-1-4-15,1 1-4 0,0-1 2 0,-3 0 6 16,1-2-7-16,-2 2 1 0,-3-2 2 0,1 0 0 16,-3 0-2-16,1-2 2 0,-2 1-2 0,0-1 6 15,-1 0-3-15,2 0-2 16,-1 2 18-16,0-2-17 0,-2 0-1 0,2 0 4 16,-2 0-1-16,2 3-2 0,-2-3 0 0,1 0-3 15,-1 0 3-15,0 1 1 0,0-1 2 0,2 0-26 16,-2 0 23-16,0 0-1 0,0 0 1 0,0 0-26 15,0 0 2-15,0 0 19 0,0 0-21 0,0 0-4 16,0 0 25-16,0 0-35 0,0 0 33 0,0 0-6 16,0 0 5-16,0 0-152 0,0 0 72 0,0 0 29 15,0 0 8-15</inkml:trace>
  <inkml:trace contextRef="#ctx0" brushRef="#br0" timeOffset="90895.31">20225 15938 117 0,'0'-2'0'0,"0"-1"0"0,0 0 0 0,0 2 0 0,0 1 0 0,0 0 0 0,0 0 0 0,0-2 0 0,0 2 0 0,-2-2 0 16,2 2 0-16,-3-2 0 0,0 1 3 0,1-2-3 16,0 2 0-16,0-2 38 0,2 2-2 0,0-1-32 15,0 2-1-15,0 0 37 0,0 0-1 0,0 0-31 16,0 0 38-16,0 0 0 0,0 0-28 0,0 0-6 16,0 0 30-16,0 0-18 0,0 0-1 0,0 0-5 15,0 0 4-15,0 2-3 0,0-1 3 0,0 2 31 16,0-2-3-16,0 2-28 0,0-3 3 15,0 1 21-15,0-1-22 0,0 0 6 16,0 0-4-16,0 0 45 0,0 0-19 0,0 0-1 16,0 0-11-16,0 0-2 0,0 0 1 0,0 0-7 15,0 0-47-15,0 0 23 0,0 2-2 0,2 0 40 16,2 0-18-16,0-1 1 0,2 3-3 0,-1 0-24 16,1 0-6-16,-1 0 35 0,4-1-19 0,-2 2-30 15,-2-4 31-15,3 3 7 0,-1 0 2 0,1-3 1 16,-2 2-4-16,1-2 0 0,-2 3-7 15,2-2 7-15,-2 0 3 0,1-1-6 16,-3 2-1-16,3-2 2 0,-3 1 2 0,4 2-12 16,-2-2 15-16,1-2-5 0,-1 1 2 0,4 2-40 15,1-3 36-15,-1 0 1 0,2 0 8 0,3 0-9 16,-1 0-2-16,2 0 1 0,-2-3-13 0,1 2 13 16,-5-1 3-16,2-1-26 0,1 3 22 0,-3 0 0 15,2 0-1-15,-1 0-12 16,-1 0 14-16,2 0-2 0,1 0-35 0,-1 0 33 0,-2 5-1 15,2-4 1-15,0 4-40 0,2-2 37 16,-1 0-4-16,1-2 4 0,0 1-16 0,2-1 14 16,-1-1-1-16,2 0 41 0,1 0-40 0,-2 0 0 15,2 0-1-15,0 0 26 0,0 0-21 0,-1 0-3 16,2 0 25-16,-4 0-23 0,2 0 5 0,-2 0-4 16,2 2-13-16,-3 1 14 0,0-2 4 0,2 1-3 15,-1 0-42-15,-2 2 40 0,-1 0 1 0,5-2-32 16,-4 2 27-16,2-3 2 0,1 2-6 15,0 0 14-15,2-1-13 0,-2-1 2 16,2-1-5-16,0 2 29 0,-1-2-1 0,3 2-21 16,-1-2 24-16,-2 0-23 0,1 2 3 0,-2-2-2 15,1 0-9-15,-2 2 9 0,2-2 6 0,-4 2-38 16,1 0 32-16,1-2 0 0,0 1 0 0,0 1-30 16,-1 0 28-16,0-2-4 0,0 3 3 15,3-2-9-15,-2-1 8 0,2 2 0 16,-2-2 20-16,2 2-22 0,0-2 1 0,2 0 0 0,-2 0 42 15,1 0-40-15,-2 0 3 0,0 3-10 16,0-2 9-16,0 1 2 0,-2 0-2 0,3 1-29 16,-4-1 28-16,1 1 1 0,-1 1-16 0,1 0 14 15,1 1 0-15,-2-4-3 16,4 3-22-16,-2-1 20 0,2 0 2 0,0-2-6 0,2 1 41 0,-2-1-36 16,3 2 0-16,-3-1 15 0,2-2-13 0,-4 2 2 15,2 0-2-15,-3 0 3 0,2-2-2 0,-4 1 2 16,3-1-1-16,-2 2-11 15,-1-2 10-15,3 0 3 0,-1 0-2 0,2 0-1 16,0 0 0-16,2 0-3 0,1 0-10 0,5 0 11 16,2 0 1-16,-1 0 4 0,0 0-5 0,1 0 1 15,-1-2 0-15,-1 2-24 0,2 0-1 0,0 0 23 16,0 0 0-16,-1 0-16 0,1 0 15 0,-2 0-3 16,2 0 3-16,2 0-4 0,-3 0 2 0,1 0-11 15,0 0 11-15,-4 0-3 0,6 0 2 0,-6 0 8 16,5 5-8-16,-1-4 1 15,-1 1-1-15,-3-1 4 0,3 2-4 0,-1-1 3 16,1-2 1-16,-2 3-3 0,3-3 0 0,-2 3-1 16,-1-3 6-16,1 0-5 0,-3 0 0 0,2 0 2 15,1 0 27-15,0 0-27 0,0 0 0 0,-1 0 25 16,0 0 0-16,1 0-20 0,0 0-3 0,-1 1 15 16,1 1-13-16,-1 2 4 0,0-1-24 0,1 1 22 15,-2-2-1-15,2 2 3 0,-1-1-28 0,0-1-1 16,5 2 25-16,-4 0-3 0,0-2-15 15,0 1 11-15,4-1 4 0,-1-2-14 16,-1 3 13-16,-2-2-6 0,2 1 4 0,-2 0 7 16,3 0-7-16,-1-1-1 0,-2 2 32 0,2-3-30 15,1 2 0-15,-1-1 1 0,5 1 33 0,-3 0-30 16,3-1-2-16,-2 2 5 0,4-3 13 0,-2 0-16 16,4 0 0-16,-1 0 36 0,3 0-34 0,1 0 4 15,2 0 2-15,5 0-12 0,-5 0 9 0,2 0 0 16,1 0-13-16,1 0-5 15,-3 0 18-15,7 0-1 0,-6 0-31 0,2 0 28 16,-7 0-1-16,9-3 1 0,-9 2-13 0,3 1 12 16,6-2-6-16,-6 0 11 0,3 1-9 0,1-1 3 15,-5-1-3-15,12 2 27 0,-2-1-23 0,-2 0-1 16,3-1 23-16,-1 0 1 0,4-1-19 0,1 3-2 16,-4-1 36-16,6-2-34 0,2 0 4 0,-1 2-4 15,4 1 21-15,10-1-19 0,-7-1 4 0,1 3-12 16,0 0 11-16,0 0-1 15,-9 0 5-15,17 0-28 0,-7 0 0 0,1 0 22 16,1 0-25-16,4 3 1 0,-9 0 19 0,16-1 1 16,-9 1-32-16,0-2 30 0,5 0-4 0,-3-1 2 15,5 0-5-15,15 0 4 0,-17 0-2 0,6 0 20 16,3 0-19-16,0 0 1 0,1 0 0 0,8 0 35 16,-4 0-31-16,-1 0-2 0,-10 0 0 0,5 3 1 15,0 2 4-15,2-3-3 0,-2 4-20 0,17-1 19 16,-10 0 1-16,-1-2 0 15,-7-1-22-15,17 2 21 0,-8-4-3 0,-1 4-6 16,10-4 4-16,-5 2 3 0,-11-2-5 0,16 1-2 16,-10 2 4-16,1-3 1 0,2 2-1 0,2-2 1 15,-10 1-1-15,16-1 1 0,-11 0 0 0,2 0 0 16,-4 0 0-16,3 0 0 0,-10 0 0 0,2-1 0 16,-3-4 0-16,-5 4 3 0,-9-3-3 0,-8 2 0 15,2-1 0-15,-8 2 10 0,1-1-9 16,-9 0-1-16,-5 2 1 0,-3 0 18 15,-5 0-16-15,-11 0-2 0,3 0-4 0,-4 0 4 16,-7 0 2-16,-4 0 0 0,-3 0-51 0,2 0 24 16,-4 0-2-16,-1 0-65 0,-1 0 39 0,0 0 20 15,0 0-8-15,0 0-40 0,0 0 23 0,0 0 1 16,0 0-229-16,-7 5 117 0,-8 10 73 0,-7 1 30 16,-9 8-371-16,-6 3 202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20T06:36:51.6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20604 10021 384 0,'-3'0'0'0,"-1"0"0"0,-2 2 0 0,0 0 0 0,2-1 0 0,-1-1 0 0,1 2 0 0,1 0 75 0,-1-2-42 0,0 2-1 15,3-2 55-15,-1 0-27 0,-1 0 0 0,3 2 32 16,-2-2-33-16,2 0-1 0,0 0-25 0,0 0 64 16,0 0-33-16,0 0 9 0,0 0-40 0,0 0 40 15,0 0 0-15,0 0-40 0,0 0 66 0,0 0-38 16,0 0 1-16,0 0 5 15,0 0 0-15,0 0-34 0,0 0 8 0,0 0 14 16,0 0 1-16,0 0-24 0,2 0 1 0,6 0 58 16,0 0-21-16,4 0-9 0,0-2-28 0,1-4 30 15,2 3 0-15,2-1-30 0,0 0 60 0,-1 2-34 16,5 0 0-16,-1-1 1 0,1 2 0 0,0 1-27 16,4 0 8-16,1 0-18 0,-2 0 10 15,1 0 0-15,1 0 0 0,-1 0-46 0,-2 0 31 16,2 1-8-16,-4 4 0 0,0-3-1 15,-3 0 24-15,1 2-20 0,-4-2-48 0,0 0 16 16,-5-1 0-16,1 3 5 0,-3-4 1 0,-5 2 14 16,3-2 12-16,-4 0 10 0,-1 0-15 0,-1 2-3 15,0-2 3-15,0 0 43 0,0 0 3 0,0 0-41 16,0 0 10-16,0 0-6 0,0 0-3 0,0-2 8 16,-1-7-150-16,-3-1 68 0,0-1 35 0,1 2-724 15,1-1 357-15</inkml:trace>
  <inkml:trace contextRef="#ctx0" brushRef="#br0" timeOffset="1575.4">19962 7643 543 0,'-2'0'0'0,"0"0"0"0,-2 0 0 0,1 0 0 0,-1 0 0 0,1 0 0 0,-2 0 0 0,3 0 0 0,0 0 82 0,0 0-28 0,2 0 66 16,0 0-43-16,0 0-22 0,0 0-1 0,0 0-17 15,0 0-4-15,2 0-1 0,8 0 1 0,-1-2 52 16,2 0-26-16,1-1 8 0,3-1-35 0,-1 0 17 16,2 0-16-16,-1 1 0 0,2-1-31 0,0 2 39 15,-1 0-8-15,2 0-1 0,-4 2-45 0,6 0 23 16,-6 0-1-16,3 0-6 15,-2 0 4-15,0 0 0 0,-2 0 22 0,-1 0-83 16,-3 0 37-16,-2 0 9 0,2 0-2 0,-4 0-29 16,-3 0 16-16,0 0 0 0,0 0 15 0,-1 0 6 15,-1 0-3-15,0 0 72 0,0 0-32 0,0 0-1 16,0 0-28-16,0 2 62 0,-1 7-27 0,-5 1 0 16,-4 5-21-16,3 0 0 0,-4 4 5 0,-1 2-3 15,-1 5 15-15,-1-1-59 16,-2 3 8-16,-1 1 34 0,1 1-85 0,-2 1 43 15,-2 0 14-15,-1-1-48 0,0 0 26 0,1-3 1 16,5-5 17-16,-2-1 6 0,4-2-11 0,2-4 13 16,2-2-22-16,0-4 103 0,4 0-43 0,1-2 2 15,2-4-38-15,1-3 122 0,1 2-49 0,0-2-31 16,0 0 72-16,0 2-49 0,1-2-7 0,9 0 1 16,3 0 30-16,2 0-27 0,2 0 8 0,-1 0-69 15,2-2 0-15,0 2 34 16,-2-2-1-16,0 2-28 0,-4 0 0 0,2 0 29 15,-2 0 0-15,-3 0-177 0,0 0 71 0,0 6 46 16,-4 0 9-16,1-1-265 0,-3-2 119 0,-1 2 75 16,0-2-271-16,0-3 163 0,0 1 74 0,-1-1-240 15,1 0 165-15</inkml:trace>
  <inkml:trace contextRef="#ctx0" brushRef="#br0" timeOffset="1788.37">19992 7774 1350 0,'-2'0'0'0,"0"0"0"0,2 0 0 0,-2 0 0 0,2 0 0 0,0 0 0 0,0 0 0 0,0 1 147 16,0 2-49-16,8 3 131 0,4-2-98 0,2 2-49 16,2-3-25-16,-2 3-40 0,5-1 24 0,-2-1-9 15,2 2 1-15,-3-4-227 0,3 2 113 0,-1-3 57 16,0 1-130-16,-3 0 89 15,-2 0 49-15,0-2-15 0,-1 0-479 0,-1 0 212 16</inkml:trace>
  <inkml:trace contextRef="#ctx0" brushRef="#br0" timeOffset="1949.82">20315 7714 1048 0,'0'3'0'0,"0"2"0"0,0-1 0 0,2-1 0 0,0 1 0 0,2-2 0 0,3-1 0 0,0-1 0 0,3 0 295 0,3 0-131 0,-4 0-57 16,7 0-42-16,-4 0-32 0,0 0 0 0,1 0-262 16,1 0 131-16,-5 0 73 0,0 0 25 0,0 0-464 15</inkml:trace>
  <inkml:trace contextRef="#ctx0" brushRef="#br0" timeOffset="2114.05">20347 7877 802 0,'-8'8'0'0,"3"0"0"0,3-4 0 0,-2 0 0 0,4-4 0 0,0 1 0 0,0-1 364 16,0 2-166-16,2-2-74 0,5 0 112 0,5 0-102 15,1 0-50-15,1 0-26 0,-2 0-58 0,-1 0 9 16,5 0 24-16,-4 0-330 0,4 0 165 0,-3 0 83 16,0 0 40-16,0-2-472 0</inkml:trace>
  <inkml:trace contextRef="#ctx0" brushRef="#br0" timeOffset="2520.73">20608 7589 969 0,'0'-6'0'0,"0"4"0"0,2 2 0 0,8 0 0 0,-3 0 0 0,4 0 205 0,3 0-87 0,0 0-42 16,2 0-14-16,2 0 147 0,3 0-89 0,-3 0-43 15,1 0-22-15,2 0-46 0,-3 2 9 0,2 0 15 16,-4-2-93-16,-1 3 46 0,-4-3 24 0,3 1-68 16,-5 0 54-16,-3 2 14 0,-1-1 0 0,-3-1-20 15,1 5-19-15,-3 3 22 0,0 2-31 0,-9 6 96 16,-3 4-19-16,-6 1-38 0,0 5-6 16,-3-1 91-16,0 2-29 0,-1 1-24 15,1-1-4-15,0 1-12 0,1-4 16 0,1 0-12 16,7-6-20-16,-2-1-5 0,3-1 31 0,5-4 11 15,0-4-18-15,4 1 1 0,0-2-4 0,2 0 38 16,0-5-48-16,0 2 10 0,0-1-8 0,4 0 76 16,6 0-23-16,1-1-6 0,0-1 34 0,4-2-30 15,-2 0 12-15,3 0-94 0,0 0 36 0,0 0-8 16,-4 0 27-16,4 0-222 0,-3 0 103 16,-3-2 53-16,-1 0 24 0,0 1-189 15,-4-1 84-15,2 0 56 0,-4 0-5 0,-1 0-413 16,0-2 214-16,0 1 118 0,-2-7-280 0</inkml:trace>
  <inkml:trace contextRef="#ctx0" brushRef="#br0" timeOffset="2681.3">20655 7754 700 0,'0'2'0'0,"0"5"0"0,0-3 0 0,0 3 0 0,0-3 0 0,0 2 499 0,8 0-234 0,2-1-115 16,6 1-51-16,2 0 93 0,3-1-79 0,0 1-41 15,6 1 1-15,-7-1-130 0,6 1 41 0,-1-1 24 16,-1-1 1-16,3-4-442 0,0-1 232 0,1 0 123 16</inkml:trace>
  <inkml:trace contextRef="#ctx0" brushRef="#br0" timeOffset="2867.81">21158 7547 894 0,'-11'-6'0'0,"-1"5"0"0,3 1 0 0,-5 0 0 0,-2 6 70 0,-1 8 344 16,1 5-191-16,0 6-94 0,2 1-49 0,3 0-24 0,-1 4 172 16,6-2-102-16,3 3-46 0,3-1-56 15,0-2 8-15,0-2 1 0,1-5-226 0,10 3 109 0,1-5 59 16,1-3 28-16,3-1-378 0,0-5 203 0,-1-2 73 16,0-3 56-16,1-5-505 0,-4 0 258 15</inkml:trace>
  <inkml:trace contextRef="#ctx0" brushRef="#br0" timeOffset="3086.66">21128 7726 807 0,'-3'-12'0'0,"3"7"0"0,0-2 0 0,0 1 0 0,3 0 184 0,8 1-68 0,3 2-45 0,2 3 132 16,2 0-84-16,1 0-44 0,-1 3-21 0,1 6 9 16,-1 4 121-16,0 2-75 15,-4-1-39-15,2 4-61 0,-5-1 23 16,-1 2 9-16,-7-1-8 0,-1 1-122 0,-2 3 61 0,0-2 30 15,-10 0 0-15,-1-3-141 0,-5-2 81 0,-3-2 17 16,-1-4-202-16,2-3 93 0,-1-2 68 0,0-3-106 16,3-1 81-16,3 0 37 0,1-5 1 0,6-8-132 15,6-3 76-15,0-9 50 0,0-1-183 16</inkml:trace>
  <inkml:trace contextRef="#ctx0" brushRef="#br0" timeOffset="3251.82">21425 7529 1644 0,'6'0'0'0,"-4"0"0"0,-2 5 0 0,0 8 0 0,-8 7 0 0,-9 1 0 0,-1 4 0 0,0 5 0 0,1 1 277 0,3-2 66 0,3 1-155 0,2-2-78 0,6-5-39 15,3 1 9-15,0-1-164 0,0-2 59 16,7-4 28-16,9-1-141 0,0-2 85 0,3-4 52 16,2-1 12-16,-1-3 1 0,1-5-474 15,2-1 207-15,0 0 136 0,-3 0-56 0</inkml:trace>
  <inkml:trace contextRef="#ctx0" brushRef="#br0" timeOffset="3415.7">21599 7745 788 0,'0'-2'0'0,"0"2"0"0,0 0 0 0,0 0 0 0,0 2 0 0,0 6 372 0,0 0-170 0,0 2-85 16,0 3-34-16,0 2 213 0,0 2-131 0,0 0-67 15,0 2-32-15,-3 0-12 0,-1-1 8 16,-1 1-29-16,-1-2-1 0,1-2-202 0,-2-1 102 0,4-6 50 15,-1 0 34-15,2-3-437 0,0-3 226 0,1-2 114 16</inkml:trace>
  <inkml:trace contextRef="#ctx0" brushRef="#br0" timeOffset="3585.25">21640 7639 1322 0,'1'-3'0'0,"1"0"0"0,4 3 0 0,-1 0 0 0,1 0 0 0,2 0 0 0,3 0 0 0,1 3 424 15,4 2-196-15,-2 3-97 0,4-1-49 0,-2 1 51 16,2 2-51-16,-1-2-16 0,-1 4-206 0,-3-2 86 16,3 0 43-16,-6 2 22 0,2-5-454 0,-3-1 246 15,0 0 111-15,2-3-460 0,-6-3 210 0</inkml:trace>
  <inkml:trace contextRef="#ctx0" brushRef="#br0" timeOffset="3760.02">21916 7578 969 0,'0'-10'0'0,"0"4"0"0,1 2 0 0,-1 3 0 0,0 0 0 0,0-2 0 0,0 3 0 0,0 0 382 0,0 15-179 0,-3 2-85 16,-4 7-43-16,-2 3 262 0,0 3-152 0,-3 3-69 15,0 3-45-15,-4-2 47 0,2 1-43 0,-2-1-22 16,3 0-62-16,1-2 28 0,-2-2-7 0,1-2-301 16,3-5 160-16,1-2 82 15,2-5 39-15,1-6-520 0,4 0 264 0,1-7 66 16,1-3 88-16</inkml:trace>
  <inkml:trace contextRef="#ctx0" brushRef="#br0" timeOffset="3968.74">22006 7443 1142 0,'13'0'0'0,"8"0"0"0,-3 1 0 0,-1 5 0 0,-4 3 0 0,2 3 0 0,-4 1 0 0,2 5 451 0,-1 5-209 0,-3-2-96 0,3 8 187 15,-5 2-150-15,-3 1-75 0,-2 1-38 0,-2 3-43 16,0 0 14-16,-9 2-8 0,-5-3-1 0,-4 6-209 16,-3-5 105-16,-6 0 52 0,1-5-133 0,-12 5 89 15,-1-4 48-15,-5 0-546 0,-2-2 275 0,-1 0 81 16,-5 0 79-16</inkml:trace>
  <inkml:trace contextRef="#ctx0" brushRef="#br0" timeOffset="4610.37">20948 8165 832 0,'0'-8'0'0,"0"3"0"0,0 1 0 0,0-1 0 0,0-2 0 0,0 4 0 0,0 2 0 0,0-2 101 0,0 1-34 16,0 2 0-16,0 0 205 0,0 5-123 0,-2 11-59 15,2 7-28-15,-2 3 101 0,0 4-65 0,1 2-25 16,1 5 66-16,-4 7-53 16,2-3-26-16,0 0-1 0,-1 3 27 0,1-9-19 15,-1 7-8-15,1-4-64 0,2-5 38 0,-2-1-1 16,2-2 1-16,0-6-31 0,0 3 31 0,0-5-1 15,0-3 1-15,0-2-56 0,0-6 27 0,0 0 9 16,0-5-89-16,0-2 50 0,2 0 8 0,-2-4-140 16,0 0 73-16,0 0 43 0,0 0 7 0,0 0-138 15,0 0 69-15,0 0 42 0,-5-4 5 0,1-3-175 16,-1-5 104-16,1-3 48 16,0 0-335-16,1-2 191 0,-2-2 95 0</inkml:trace>
  <inkml:trace contextRef="#ctx0" brushRef="#br0" timeOffset="4834.76">20797 8529 739 0,'0'0'0'0,"0"3"0"0,0 0 0 0,0 1 0 0,0 2 0 0,2 0 0 0,0 3 179 0,4 3-66 0,0 2-43 0,1 4 266 0,2 5-151 0,1 0-76 16,-2-1-30-16,3 6 113 15,-3-1-80-15,1-3-39 0,-2 1 4 0,0-5-22 16,2 1 8-16,-4-2-23 0,2-2 8 0,-1-2-15 15,-2-6 0-15,-1-1 26 0,-1-3-18 0,3-1-8 16,-4-3 0-16,3-1 21 0,2 0-1 0,3-13-20 16,4-11 8-16,4-10-47 0,4-3 39 0,1-8 0 15,10-14-172-15,2 1 78 0,3-7 52 16</inkml:trace>
  <inkml:trace contextRef="#ctx0" brushRef="#br0" timeOffset="18252.09">16149 10353 328 0,'-2'0'0'0,"-3"0"-164"0,3 0 82 0,-2 2 41 0,1-2 41 0,-1 0 109 0,1 0-18 0,-2 0-21 16,1 0-7-16,1 0-6 0,1 0-24 0,0 0-1 16,0 0 47-16,0 0-46 0,1 0 0 0,-1 0 0 15,0 0 22-15,2 0-22 0,-2 0 8 0,2 0 47 16,0 0-27-16,0 0-1 15,0 0-27-15,0 0 61 0,0 0-23 0,0 0-7 16,0 0-31-16,0 0 38 0,0 0-38 0,2 0 0 16,3 0 65-16,4 2-37 0,3-2 1 0,1 0 10 15,1 0 0-15,2 0-39 0,2 0 8 0,0 0 19 16,3-2-27-16,5-2 0 0,-1 0-1 0,2 0 37 16,-4 3-28-16,7-1-9 0,0 0 1 0,-2 2 16 15,0 0-17-15,1 0 1 0,-5 0 8 16,8 0-59-16,-5 0 26 0,-6 0-1 15,2 2-48-15,0 0 35 0,-7-1 14 0,2 2-25 16,-5-3 11-16,-2 1-1 0,-3-1 3 0,-1 0 18 16,-5 2-9-16,0-2 6 0,-1 0-17 0,1 0 62 15,-2 0-24-15,0 0 0 0,0 0 103 0,0 0-59 16,0 0-22-16,0 0 1 0,0 0-60 0,0 0 1 16,0-3 52-16,0-3-264 0,0-2 118 0,0 2 59 15,0 1 25-15</inkml:trace>
  <inkml:trace contextRef="#ctx0" brushRef="#br0" timeOffset="37541.83">21803 9958 558 0,'-2'0'0'0,"-2"-1"0"0,1-1 0 0,-1 0 0 0,-3 0 0 0,4 0 0 0,-3 0 0 0,1 0 0 0,1 0 68 16,1 1 0-16,1 1-35 0,-3-2 38 0,3 2 9 16,2 0-48-16,-1 0 54 0,1 0-26 0,0 0-1 15,0 0-26-15,0 0 43 0,0 0-9 0,0 0-34 16,0 0 0-16,0 0 24 15,0 0 1-15,0 0-17 0,0 0 42 0,0 0-24 16,0 0-1-16,0 0 4 0,0 0 8 0,0 2-37 16,0-2 0-16,0 1 45 0,0 1-22 0,1-2 0 15,3 0-15-15,1 0 56 0,0 0-32 0,-1 0 0 16,1 0-32-16,1 0 42 0,-1 0-12 0,2 0-9 16,-2 0 13-16,2 2 1 0,-1-2-36 0,1 2 1 15,3 2 48-15,-3-2-48 0,2 0 0 0,3-1 18 16,-1 3-18-16,0-4 0 15,3 2 7-15,0 1 15 0,2-2 0 0,-2 1-22 16,2 0 0-16,2 0-26 0,0-2 34 0,-1 1-8 16,-1-1-41-16,2 3 41 0,0-2 0 0,-1-1-13 15,-1 2 20-15,4-2-8 0,-4 2-7 0,3-2 12 16,0 2-7-16,0-2-7 0,2 0 3 16,0 0 6-16,-1 0-6 0,0 0 2 0,3 0 0 0,-3 0-26 15,3 0 34-15,0 0-8 0,-2 0-34 0,1 0 0 16,-1 0 30-16,1 0 1 15,-2 0-37-15,1 0 34 0,2 0-6 0,-3 0-11 16,1 0 10-16,0 0 3 0,-1 0 150 0,3 0-168 16,0 0 0-16,-2-4 0 0,1 1 0 0,0-3 0 15,-2 1 0-15,1-1 0 0,-1 2 0 0,-1-2 0 16,-1 2 0-16,-1 0 0 0,0 3 0 0,-2-1-173 16,-2 0 174-16,1 0-12 0,-2 2 12 0,-1 0 2 15,-1 0-4-15,1 0 1 0,-2 0-2 0,0 0 3 16,0 0-3-16,0 0 185 15,-1 2-183-15,1-2 0 0,-2 0 0 0,1 0 0 16,0 0 0-16,-3 0 0 0,-1 0 0 0,0 0 0 16,-1 0 0-16,-1 0 0 0,0 0 0 0,-2 0 0 15,0 0 0-15,0 2 0 0,0-2 0 0,0 0 0 16,0 0 0-16,0 0 0 0,0 0 0 0,0 0 0 16,0 0 0-16,0 0 0 0,0 0 0 0,0 0 0 15,0 0 0-15,0 0 0 0,0 0 0 0,0 0-257 16,0-2 191-16,0-7 27 15,-4-2-6-15,-1-4-567 0,1-3 289 0,1 1 146 16,-4-1 72-16</inkml:trace>
  <inkml:trace contextRef="#ctx0" brushRef="#br0" timeOffset="68332.42">6320 13891 94 0,'0'0'0'0,"0"0"0"0,0 0 0 0,0 0 0 0,0 0 0 0,0 0 0 0,0 0 79 0,0-1-31 0,0 1 1 0,0 0-56 16,0 0 4-16,0 0 17 15,0 0 1-15,0 0 36 0,0 0-36 0,0 0 0 16,0 0 74-16,0 0-37 0,0 0 0 0,0 0-30 16,0 0 39-16,0 0-37 0,0 0 6 0,0 0 6 15,0 0 23-15,0 0 9 0,0 0-37 0,0 0 32 16,0 1 9-16,0 3-39 0,0-2 0 0,0-1-4 15,0 2 3-15,0-2 9 0,0-1 2 0,0 0-11 16,0 0 1-16,2 0 0 0,-2 0 18 0,0 0-10 16,0 0-8-16,0 0 30 15,0 0-30-15,0 0 0 0,3 0-1 0,-2 0-23 16,1 2-9-16,0-1 33 0,2 2 0 0,2 1-10 16,-3-3 10-16,4 4 5 0,-2-2-43 0,2 1 32 15,2 0 3-15,-1 0-7 0,1-1-16 0,2 1 20 16,-1-2-1-16,1 2-10 0,0-4 6 0,-1 0 1 15,2 0 1-15,-1 1 29 0,-1-1-7 0,4 0-18 16,-3 0-2-16,2 0-9 0,-1 0 9 0,2 3 7 16,1-3-7-16,0 1-27 15,2 1 0-15,0-2 26 0,1 0-24 0,2 0 3 16,0 0 19-16,1 0-4 0,2 0-19 0,-1 0 14 16,1 0 6-16,0 0-32 0,-1 0 24 0,-2 0 3 15,3-2 0-15,-2 1-24 0,0-2 23 0,-3 2 1 16,3-1-3-16,-3 0 1 0,2 0-1 0,1 2 1 15,0 0-11-15,-3-1 13 0,2 1-4 16,-1 0 2-16,3 0-16 0,-3 0 14 0,2 0 1 0,2 0-36 16,0 0 33-16,-2 0 0 0,4 0-2 15,-3 0-27-15,2 1 25 0,-3 1 4 16,2 0-3-16,2 0 0 0,-1-1-3 0,-4 3 2 16,7-2 12-16,-6 0-10 0,5 0-1 0,-4 0 3 15,5 2-3-15,-3-2 0 0,-3-1 2 0,3-1 1 16,3 4-1-16,-7-4-1 0,7 2 2 0,-6-2-8 15,3 2 6-15,-2-2 2 0,5 0 5 0,-3 0-4 16,3 0-4-16,-2 0 1 0,1 0 25 0,-1 0-22 16,7 0-2-16,-2 0 22 15,-2 0-20-15,2 0-1 0,2 0 5 0,-2 0-4 16,4-2 2-16,-2-2-1 0,2 2 3 0,-1-1-34 16,1-1 33-16,1 0-2 0,0 0-32 0,-3 0 30 15,4 1-2-15,1-1 1 0,0 3 7 0,7-5-8 16,-8 3-2-16,3-1 17 0,-2 1-15 0,3 1 0 15,0 0 1-15,-3 1-16 0,-1-2 16 0,2 1-1 16,-1 2 3-16,-1 0-41 0,-3 0 40 0,1 0-3 16,-2 0-31-16,0 0 29 15,2 0-2-15,-2 6 2 0,-1-2-22 0,0 2 20 16,1-1-4-16,-1 0 3 0,-1 0-8 0,-1 1 7 16,1-3-1-16,0 3 7 0,0 0-6 0,0-3 0 15,0 1 1-15,-2 1 4 0,4-2-4 0,-4 3 0 16,3-4 28-16,-1 3-28 0,0-1 2 0,2-1-2 15,-2 3 45-15,2-3-43 0,-1 2 4 0,1-3 1 16,0 3-1-16,0-1-2 0,0 0 5 0,0-1-6 16,0 1 4-16,2 0-2 15,-1-3 2-15,6 1 14 0,-2-2-12 0,8 0-3 16,-4 0 23-16,2 0-22 0,5 0-1 0,0 0 1 16,-6 0 4-16,8 0-2 0,-6 0-1 0,-1 0 4 15,-8 0-37-15,4 0 32 0,1 0 4 0,-2 0-18 16,-1 0 14-16,7 0-2 0,-9 0 1 0,8 0-1 15,-5 0 2-15,9 0-5 0,-2 0 8 0,0-2-6 16,0 1 0-16,0-1 0 0,-5 0 40 16,11 0-36-16,-7 0-2 0,0 0-2 15,-1 1 3-15,-2 1 3 0,-6 0 0 0,2 0-41 16,-2 0 38-16,-1 0-1 0,-2 0 1 0,-2 5-34 16,-3 1 2-16,5 2 26 0,-4 1-11 0,2-2 8 15,-2 0 3-15,4-1-9 0,-2 0 10 0,4 0-8 16,0 0 4-16,-1-3 23 0,3 0-23 0,-1 1 1 15,3-2-1-15,0 0 24 0,-3 0 0 0,10 0-18 16,-3 1-3-16,-6-1 35 0,3-2-33 0,0 4 5 16,-1-2-11-16,0-1 10 0,-5 4-2 15,1-3 6-15,-2 2-36 0,0-3 31 16,-2 3-1-16,0 0-29 0,2-3 28 0,-6 1-1 16,6 1 0-16,-4-3-27 0,1 0 0 0,1 0 19 15,-2 0 5-15,-4 0-32 0,8 0 1 0,-6 0 22 16,0-3-29-16,3 0 30 0,-1-5 1 0,0-1-7 15,2-1 12-15,2-3-11 0,2 3 4 0,0-5-6 16,-1 1-40-16,-1 0 17 0,-4 3 2 0,-10 6-208 16,-5 1 109-16,-3 2 46 15,-3 2 30-15,-7 11-586 0,-21 21 309 0,-26 13 152 16</inkml:trace>
  <inkml:trace contextRef="#ctx0" brushRef="#br0" timeOffset="74164.25">4482 14022 65 0,'0'0'0'0,"0"0"0"0,0 0 0 0,0 0 0 0,2 0 0 0,0 0 0 0,3 0 0 0,-2-1 92 0,0 1-37 0,0 0 0 0,-1-2-20 0,3 2-11 0,-4 0-4 15,1-3 22-15,1 3 1 16,-2-1-21-16,1 1 0 0,0-1 52 0,1 1-7 16,-1-2-41-16,2 2 0 0,1 0 18 0,2 0-16 15,0 0 13-15,0 0-3 0,1 0-4 0,0 0-3 16,1 0 5-16,-1 0-16 0,0 0 23 0,-2 0-11 16,2 0 2-16,-2 0-41 0,-1 0 35 0,0 0 3 15,2 0-6-15,-2 0 3 0,2 0-2 0,-2 0 2 16,0 0 19-16,0 0-19 0,1 0 7 15,0 0 15-15,-1 0-21 0,3-3 1 16,-3 3 0-16,1-1 2 0,2 1 0 0,0-2-2 16,-2 2 3-16,4-2-2 0,1 2 2 0,0 0 5 15,5-3-45-15,0 3 37 0,1-1 0 0,1 1-1 16,2-2-25-16,1 2 7 0,1 0 12 0,1 0-25 16,-1 0-4-16,5 0 30 0,-2 0-5 0,-1 0-26 15,3 0 27-15,2 0 0 0,2 0-9 16,3 0 0-16,6 0 1 0,-4 0 3 0,10 0 25 0,0-1 0 15,0-3-23-15,3-2 0 16,-4 2-23-16,-5 0 28 0,7-1-4 0,-12 3-32 16,3-2 0-16,-2 2 30 0,-2-1 1 0,-1 0-27 15,-6 2 24-15,0-1-5 0,-6 2 4 0,1 0-18 16,-4 0 16-16,-1 0-9 0,-3 0-27 0,-5 0 28 16,-2 0 3-16,-2 0-2 0,-3 0-27 0,1 0 29 15,-3 0-1-15,0 0 12 0,0 0-13 0,0 0-1 16,0-4 1-16,0 1-121 0,0-1 58 0,0 2 26 15,0 0-189-15,0 2 95 16,0 0 56-16</inkml:trace>
  <inkml:trace contextRef="#ctx0" brushRef="#br0" timeOffset="86683.92">14104 14026 80 0,'4'-7'0'0,"-2"3"0"0,1 3 0 0,1-1 0 0,1 2 0 0,-2 0 0 0,1 0-2 0,-1 0 2 0,1 0 1 16,0 0-1-16,-2 2 26 0,1 0-1 0,-1 3-21 15,0-1 51-15,1 1-22 0,-2-1 2 0,3-2-25 16,0 2 57-16,-1-3-26 0,1 3 0 0,1-2 42 16,1-1-25-16,0 1-5 0,2 0-18 0,-3 0 28 15,-1 1 8-15,1-2-40 16,-1 1 17-16,0 1 0 0,0-2-16 0,-2-1 1 16,1 2 29-16,-1 0-29 0,2 0 8 0,0-2-8 15,-1 1 21-15,3 1 0 0,2-2-22 0,1 0 7 16,0 3 2-16,5-3-8 0,-1 0 0 0,2 0-22 15,0 0 0-15,0 1 22 0,1-1 8 0,2 0-38 16,-2 2 30-16,2-1 0 0,-2-1-32 0,1 3 0 16,1-2 27-16,-2 2 0 0,3 0-39 15,-2-2 36-15,2 3-9 0,-1-4 9 16,1 1 0-16,2-1-4 0,1 0-1 0,-1 0-10 16,3 0 11-16,-3 0 1 0,3 0 4 0,2 0-25 15,-5 0 20-15,4 0 0 0,-3-1-23 0,1-3 22 16,0 3 2-16,-1 0-6 0,-2 1-5 0,1 0 4 15,0 0 3-15,-3 0-24 0,3 0 1 0,-1 0 18 16,0 0 2-16,1 0-24 0,0 1 22 0,-1 0-1 16,1 4 4-16,0-3-17 15,0-2 13-15,2 3-3 0,0-1 8 0,3-2-9 16,-4 0 5-16,5 0-6 0,-3 0 37 0,3 0-33 16,-3 0 1-16,2 0 3 0,-3 0-1 0,5 0 1 15,-2 0-2-15,-1 0-35 0,1 2 34 0,-6-2 1 16,5 2 2-16,0-2-28 0,-3 0 1 0,2 0 19 15,3 0 2-15,-5 0 0 0,7 0-1 0,-1 0-8 16,0 0 43-16,0 0-38 0,2 0 2 0,1 0 29 16,-1-2-27-16,0 0 1 0,2 0-1 15,-1-1-3-15,0 3 5 0,0 0 6 16,-1 0-6-16,1 0-25 0,-1 0 0 0,-3 0 24 16,3 0-23-16,0 0 20 0,0 0 1 0,0 0-7 15,4 0 3-15,1 0-3 0,-2 0 4 0,5 0 24 16,-3 0 0-16,1 0-25 0,-1 0 1 0,4 0 20 15,-4 0-17-15,4 3 4 0,-3-3-4 0,3 2-23 16,-1-2 23-16,0 0 4 0,-1 0-44 0,2 0 42 16,5 0-2-16,-3 0-3 0,-2 0 8 15,3 0-11-15,0-2 4 0,-4-1 31 16,9 1-3-16,-4-3-29 0,1 3 1 0,-1-3 31 16,2 4-28-16,-7-2 5 0,8 2-5 0,-2-1-32 15,-1 1 33-15,0-2 4 0,-2 1-42 0,-3 1 40 16,7-1-3-16,-4 0-1 0,-2 0-3 0,1-2-2 15,0 1 4-15,-5 0 17 0,10-1-18 0,-5 1-4 16,-6 1 3-16,5 0 1 0,0 0 0 0,-2 2 3 16,2-1-27-16,-2 1 24 15,-1 0 0-15,-3 0 2 0,3 0-30 0,-2 0 28 16,2 0-3-16,0-2 2 0,1 0-4 0,0 0 0 16,9-3 2-16,-9 1 36 0,10-2-37 0,-2 1 1 15,2-1 1-15,2-1 27 0,0 4 0 0,-4 0-21 16,8-1 2-16,-5 0-25 0,-1 3 24 0,0-2-3 15,0 0-23-15,-6 3 2 0,10-1 21 0,-4 1-1 16,0-2-28-16,3 0 0 0,0 1 20 0,1-1-5 16,2-2 3-16,-3 1 5 0,2-3-11 15,1 2 41-15,-1-1-36 0,1-1 3 16,2 1 28-16,0-1 1 0,0-1-24 0,9 2-2 16,-11 2 26-16,3-2-23 0,1 2 5 0,-3-2-4 15,0 2-22-15,1 2 23 0,0-3 3 0,-1 2-20 16,0-2 17-16,2 3-1 0,3-3-1 0,-1 0-27 15,0-1-5-15,-1 1 30 0,1 0-16 0,6-1 13 16,-4 2-4-16,-1-1 4 0,-6 0 37 16,16 1-37-16,-5 1 0 0,-1 0-1 0,1 0 13 15,-4 1-11-15,-6-2 3 0,4 2-13 16,2-2 12-16,4 3-1 0,-11-3 3 0,11 0-24 16,-8 2 23-16,12-1-2 0,-4 1-1 0,-2-2-14 15,0 2 11-15,0-3 2 0,-6 2 4 0,11-1-4 16,-5 0-3-16,2 2 2 0,1-1 41 0,1 0-40 15,-11-1 2-15,14 2 0 0,-7 1 1 0,-2 0-1 16,0 0 3-16,0 0-8 0,-8 0 9 0,15 0-3 16,-5 0 3-16,0 0-2 0,0 0 2 0,-2-3-3 15,-7 2-45-15,7 1 20 16,-1-2-3-16,-1 1 23 0,-1 1 3 0,6-3-4 16,-8 3-4-16,2 0 25 0,2 0-21 0,-3 0 0 15,-1 0 0-15,-2 0 9 0,1 0-8 0,-2 0 0 16,1 3 5-16,0 1 3 0,1 0-3 0,1 1-3 15,-1-2-29-15,1 2 29 0,-3-2-1 0,-1-1 0 16,0 1-26-16,-3 0 25 0,-5 0-3 0,10-2 18 16,-4 2-17-16,-1 0 1 0,3 0-2 15,2-2 26-15,1 2 0 0,1-2-23 16,-1 3 13-16,-1-2-12 0,0-1 3 0,-1 1 4 16,1 0-1-16,0 0 0 0,-3 0-3 0,2 0 1 15,2 0-17-15,-3-2 19 0,2 1-3 0,0 3-12 16,-3-4 11-16,2 1 1 0,-3 1-2 0,-6 2-7 15,9-3 8-15,-4 3-3 0,0-2 2 0,1 2-1 16,0 0 0-16,3-3 0 0,-1 1-5 0,0 2 5 16,-2-4 1-16,-1 1 0 15,0 2-6-15,-7-3 5 0,10 1 0 0,-5-1 2 16,0 2-2-16,0-2 0 0,1 1-1 0,-4 2 6 16,10 1-5-16,-6-3 0 0,-4 4 4 0,0-2-4 15,-8 1 1-15,4 1-1 0,-3-1 5 0,-3 2-3 16,-1 0-1-16,-2-1 0 0,-2 1 23 0,-3 0 1 15,3 1-23-15,-2-2 34 0,-1 3 0 0,1-3-28 16,2 2-1-16,2-2 25 0,3 1-2 0,4-3-16 16,-1 2-28-16,3-3 27 0,0 3-1 15,-1-4 6-15,-3 3-32 0,-1 0 27 16,-3-2-2-16,0 2 0 0,-3 0-45 0,-3-1 20 16,1-1-1-16,-5 1-20 0,1-1 1 0,-2 0 28 15,0 0 6-15,-3-2-10 0,-2 0 7 0,-2 0-6 16,1 0 26-16,-2 0-22 0,-1 0 2 0,1 0-3 15,-1 0 14-15,-1-4-10 0,1-1-1 16,-4 1 4-16,-3-1-137 0,-2-1 60 16,-2 1 35-16,-5-4-544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20T06:39:42.3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15085 1539 144 0,'0'0'0'0,"0"-1"0"0,-2-1 0 0,2-2 0 0,0 3 0 0,-2-4 59 15,0 2-35-15,2-1 44 0,-1 0 8 0,-1 1-44 16,-3-1 1-16,3 0 38 0,-1 3-1 0,1-4-37 16,-2 2 8-16,1-1 39 0,-1 2-23 0,2-2-1 15,-2 2-23-15,0 1 58 0,2-4-21 0,-2 4-9 16,3 0-28-16,-3-2 26 0,2 1-1 0,-2 1 32 15,3-1-20-15,-3 2-8 0,0-3-29 0,0 3 42 16,0 0-21-16,-1 0 0 0,-1 0-13 0,1 0 28 16,-1 0 0-16,-2 0-36 0,1 0-1 0,-1 3 42 15,3 0-9-15,-3 2-32 16,0 0 0-16,3-2 22 0,-2 3 0 0,-1-3-14 16,2 3 25-16,-1 0 0 0,1-2-34 0,-1 1 40 15,-1 3-40-15,1 1 9 0,-1 0-8 0,1 1 40 16,-1 3-40-16,0 1 0 0,3 1-1 0,0 0 34 15,-1-1-33-15,1 1-1 0,0 1 1 0,1 1 22 16,3-1-22-16,-3 2 8 0,4-2 21 0,-2 1-30 16,2 1 1-16,0 0 30 0,0 1-31 0,0-2 9 15,2 2-8-15,2-3 25 16,3 1-25-16,1-1 0 0,1-2-1 0,2 1 4 16,-1-2-4-16,1 0 1 0,2-1-14 0,-1 1 14 15,0-2-1-15,2-1-3 0,1 1 3 0,0-2 1 16,0 1 0-16,2-3-16 0,-1 0 15 0,4 1 157 15,-2-1-189-15,3-1 0 0,0-2 0 0,2 0 0 16,-3 0 0-16,2-4 0 0,-1 1 0 0,1-1 0 16,-1 0 0-16,2 0 0 0,-3 0 0 15,1-1 0-15,0-7 0 0,-1 0 0 16,-1-1 0-16,2 0 0 0,-3-3 0 0,0 1 0 16,-2-2 0-16,1 1 0 0,1 0 0 0,-6-2 0 15,1 1 0-15,1 0 0 0,-3 0 0 0,1 2 0 16,-3-2 0-16,-2 3 0 0,-2 1 0 0,1 0 0 15,-1-1 0-15,-2 3 0 0,-1-3 0 0,0 1 0 16,0-1 0-16,-1 0 0 0,-1-2 0 0,0 1 0 16,0 0 0-16,0-1 0 0,0-2 0 0,0 3 0 15,0-1 0-15,0-1 0 0,-3 1 0 16,-1-1 0-16,-4-1 0 0,1 4 0 16,-1-3-178-16,-3 0 152 0,0 0 20 0,-2 5-52 15,-1-2 13-15,1-1 4 0,-2 4 12 0,0-3-21 16,-2 2 23-16,2 1 7 0,0-1-19 0,0 1 18 15,0 1-7-15,0-1 4 0,0 1 24 0,2-1 0 16,-2 1-29-16,2-2 42 0,0 2-33 0,-2 2-1 16,2-2 5-16,-3 0 10 0,2 2-14 0,0-1 2 15,-1 1 2-15,2 3 39 16,-2-4-36-16,2 2-2 0,-2 0 0 0,0 1 39 16,0 1 6-16,0 1-41 0,0 0 51 0,-2 0-24 15,2 0 6-15,0 0-21 0,-2 0 0 0,2 0-2 16,0 1 7-16,0 5-59 0,0-2 27 0,2 0 0 15,-1 2 25-15,2-3-41 0,0 2 16 0,5 0-1 16,-3 1 8-16,3-2-201 0,-1 2 87 0,4 0 54 16,1 0-383-16,1 3 214 0,2-2 99 0,0 3-482 15,2-1 298-15,11-1 151 0</inkml:trace>
  <inkml:trace contextRef="#ctx0" brushRef="#br0" timeOffset="640.29">15163 1206 547 0,'2'-10'0'0,"3"1"0"0,-4 2 0 0,1-1 0 0,0 0 0 0,-2-1 0 0,0 0 0 0,0-1 0 0,0 0 170 0,0 1-68 0,0-2-35 0,0 2 84 0,-2-1-63 0,-1 0-27 15,-2 2-1-15,1 1 30 16,-1-4-28-16,-1 4 7 0,3 2-36 0,-3-3 30 16,0 1-1-16,0 4-29 0,1-1-1 0,-2 1 40 15,1 1-40-15,-2 0 24 0,1 0 0 0,-1 2-23 16,1 0 0-16,-3 0 51 0,3 0-30 0,-2 0 1 15,1 6-22-15,0 3 80 0,-1-1-41 0,4 2 10 16,-4 0-50-16,2 4 85 0,2-3-42 0,-1 4-21 16,3 0 0-16,-1 2 18 0,2 0-9 0,0 2 11 15,0 2-1-15,2-1-40 16,0 2 0-16,0 1 27 0,0 3-27 0,0 0 0 16,0-1 0-16,0 4 26 0,0-4 0 0,0 1-19 15,0 5-7-15,0-1 36 0,0-2 0 0,0 2-36 16,0 2 27-16,0 0-19 0,0 0-9 0,2 0-8 15,0 2 8-15,0 1 1 0,0 0 0 0,0 2-25 16,1-1-7-16,3-3 164 0,-3 3-165 0,1-1 0 16,2 1 0-16,-2-3 0 0,1 1 0 0,-1-2 0 15,0 1 0-15,-1-1 0 16,-1 0-194-16,0-2 181 0,0-1-3 0,-2 2 4 16,0-2 18-16,0 0-9 0,0-2 8 0,0-5-16 15,-6 2 13-15,-1-2-3 0,0-2 2 0,0-2-13 16,-4-2 13-16,1-4 0 0,-1-1 0 0,-1 0-106 15,1-4 50-15,-3-2 22 0,0-1-187 0,-2-1 89 16,3-3 58-16,-2 0 13 0,2 0-117 0,2-2 72 16,-1-12 28-16,3-4-303 0,4-6 174 0,3 1 86 15,2-4 44-15,0-4-417 16,0 9 222-16,2-8 123 0,5 4 58 0</inkml:trace>
  <inkml:trace contextRef="#ctx0" brushRef="#br0" timeOffset="1316.14">15558 1297 421 0,'0'-14'0'0,"0"-1"0"0,0 3 0 0,0-2 0 0,0 2 0 0,0-4 117 16,0 3-43-16,0 2-20 0,-4 1 0 0,-3 0 11 16,0 0 9-16,-4 1-42 15,2 4 1-15,-2-2 42 0,0 0-20 0,0 1-1 16,2 1 27-16,-5 1-8 0,1 0-40 0,-1 3 0 16,4-1 44-16,-4 2-23 0,3 0 9 0,-2 0-6 15,1 0 0-15,0 3-24 0,1 5 0 0,-1 2 40 16,1-1 8-16,-1 2-48 0,3 0-1 0,0 3 67 15,1-1-34-15,2-1 1 0,1 3-25 16,-1 2 63-16,2-3-35 0,3 2 44 0,-1 2-40 0,0-2 0 16,0 4-32-16,2 0 47 15,-2 1-28-15,1 1 0 0,-4 5-27 0,3-6 32 16,-1 6-7-16,1-2-26 0,-2 1 1 0,2 0 55 16,0 1-28-16,-1-3 51 0,3 6-43 0,0-3 1 15,0-2-37-15,0 2 24 0,0-2 0 0,0-4-15 16,0 8-9-16,2-4 9 0,-1-5-8 0,5 7 0 15,-2-3 0-15,1-4-7 0,-3 3 6 0,2 1 158 16,0-5-190-16,-2 2 0 0,0 1 0 0,-1-2 0 16,1 0 0-16,0-1 0 0,0 1 0 15,0-1 0-15,0 0 0 0,-1 2 0 16,1 0 0-16,0-3 0 0,-2 3 0 0,2-1 0 16,-2 1 0-16,0 0 0 0,0 2 0 0,0-3 0 15,0 0 0-15,0 2 0 0,0 0 0 0,0-3 0 16,-4 2 0-16,-1 3 0 0,-1-2 0 0,1 0 0 15,-1-1 0-15,0 1 0 0,-1-4 0 0,1 4 0 16,1-3 0-16,-1 0 0 0,0-2 0 16,0-2 0-16,3 0 0 0,-3-4 0 15,3-2 0-15,1-1 0 0,-2-1 0 0,1-3 0 16,-2 0 0-16,1-2 0 0,-1-1 0 0,-1-1 0 16,-1 0-179-16,-3 0 141 0,1 0 1 0,-2 0-318 15,1-1 162-15,-1-6 76 0,4 2 42 0,-3 0-360 16,2-1 206-16,3 2 98 0,0 2 49 0,1 2-546 0</inkml:trace>
  <inkml:trace contextRef="#ctx0" brushRef="#br0" timeOffset="8379.33">14780 2816 1215 0,'0'0'0'0,"2"0"0"0,0 0 0 0,2 0 0 0,1 1 0 0,2 1 0 0,0-2 0 0,4 0 0 0,6 0 0 0,7 0 305 0,2 0-136 0,4-6-68 16,2-3 101-16,2 1-84 0,2-1-35 0,0 3-29 15,-2 1 10-15,-3 0-31 0,1 4-1 0,-3-3-27 16,-5 2 7-16,5 1 21 0,-9-2 0 15,0 3-118-15,0-1 58 0,-6 1 31 16,-3-2 7-16,-1 2-234 0,-4 0 86 0,-3 0 72 16,-1 0-282-16,-2 0 159 0,0 0 61 0,0 0 51 15,-13 0-207-15,0 0 125 0,-2 0 63 0,-6 0-115 16</inkml:trace>
  <inkml:trace contextRef="#ctx0" brushRef="#br0" timeOffset="8805.42">14925 2774 1587 0,'-13'2'0'0,"3"0"0"0,3 3 0 0,1-1 0 0,2-2 0 0,1 0 0 0,3 1 0 0,0 1 0 0,0 2 0 0,1 0 227 16,11 4-101-16,1-2 152 0,4 2-123 0,1-2-61 16,7 2-31-16,-4-3 28 0,6 3-34 0,-6-2 1 15,4-1-26-15,-4 1-35 0,-1 2 35 16,-1-3 9-16,-2 1-8 0,-4 2-64 15,-2 2 32-15,-3 0 0 0,-4-1-63 0,-4 3 56 16,0 4 15-16,-2 0 0 0,-12 3-66 0,-4-3 35 16,-5 1-4-16,1 1 68 0,-5-4-12 0,5-3-25 15,1-2-9-15,0-1 159 0,3-1-68 0,1-3-33 16,2-1-13-16,5 0 98 0,3-4-42 0,3 0-34 16,1-1 167-16,3 0-91 0,0 3-57 0,0-3 166 15,0 0-248-15,2 0 0 0,12 0 0 0,5 0 0 16,8 2 0-16,-1-2 0 15,2 0 0-15,6 0 0 0,0 0 0 0,0 0 0 16,-1 0 0-16,1 0 0 0,-2 0 0 0,-2 0 0 16,-2 0 0-16,-5 0 0 0,-1 0 0 0,-1 0-198 15,-4 1 142-15,-2-1 26 0,-6 1-15 0,-1-1-52 16,-2 0 41-16,-5 0 3 0,1 0 1 0,0 3-110 16,-2-3 64-16,0 0 25 0,0 0 8 0,0 0-341 15,0 0 187-15,-5 0 93 16,-1 0-358-16</inkml:trace>
  <inkml:trace contextRef="#ctx0" brushRef="#br0" timeOffset="40764.54">3452 10208 369 0,'0'0'0'0,"0"0"0"0,0 0 0 0,0 0 0 0,0-1 0 0,0-1 0 0,0-2 87 16,0 0-32-16,0 3 1 0,0-3-24 0,0 2 44 16,0 0-14-16,0 0-7 0,0 0-2 0,0-1 1 15,0 3-21-15,0 0 42 0,0 0-13 0,0 0-8 16,0 0-21-16,-1 0 40 0,-1 0 0 0,-1 0-40 15,0 0 8-15,-2 3 17 0,2 3 1 0,-3 0-27 16,-2 3 1-16,0-2 33 0,3 3-25 0,-4 1-8 16,1 2 5-16,-2 2-5 15,-2 0 0-15,-1 6 4 0,0 0 4 0,-6 3-8 16,0 2 0-16,0 4-5 0,-5 1 5 0,-1 3 0 16,3-1 8-16,-9 8 3 0,3-2-11 0,-1 3 0 15,-1 3 0-15,-6 2-14 0,5 0 22 0,-2-3-8 16,-4 4-26-16,4-3 25 0,0 0 0 0,1 0 4 15,0-1 4-15,2-4-9 0,0 3 0 0,-2 1-28 16,3-1 0-16,1 1 23 0,6-10 10 0,-5 8-39 16,8-12 1-16,3 1 23 0,3-11 4 0,2 3-32 15,2-6 6-15,2-4 17 16,4-4-43-16,-2 1 19 0,5-5 0 0,-3 0-17 16,1 0 41-16,2-4-13 0,-2 1 8 0,2 1-32 15,0-3 29-15,-2 0-6 0,2 0 6 0,0 0 29 16,-3 1-31-16,3-1-2 0,0 0 1 0,0 0 4 15,0 0 1-15,0 0-3 0,0 0-46 0,0 0 23 16,0 0 0-16,0 0-36 0,-2 0 25 0,-3 0 0 16,4 0 28-16,-3 0-280 0,1 0 130 0,-2 0 50 15,4 0 8-15,-3-1-281 16,3 1 169-16,-2-3 85 0,3 0 43 0,0-7-304 0</inkml:trace>
  <inkml:trace contextRef="#ctx0" brushRef="#br0" timeOffset="41071.71">2525 11008 645 0,'0'-5'0'0,"0"1"0"0,0 2 0 0,0 1 0 0,-1-2 0 0,-1 3 0 0,-4 0 300 0,2 0-134 0,3 10-66 15,1 5-34-15,0 6 23 0,0 5-32 0,0 5 0 16,0 2-47-16,-3 8 0 0,0 0 23 0,-4-5 8 15,1 9-51-15,-2-9 21 0,-3 1 0 0,0-2 22 16,-1 0 28-16,0-3-20 0,4-6-8 0,-2-5 52 16,0-1-32-16,3-5 0 15,4-3-30-15,-2-3 116 0,5-3-58 0,-3-3-23 16,3 0 43-16,0-2-34 0,0-1 0 0,9 0-43 16,6 0 8-16,5-1 1 0,6-11 0 0,-1-3-108 15,4-3 54-15,4 0 35 0,4-7-8 0,-1 3-139 16,4-2 65-16,1-2 46 0,7-3-7 0,-4 3-575 15,6-3 265-15</inkml:trace>
  <inkml:trace contextRef="#ctx0" brushRef="#br0" timeOffset="42181.2">3396 10244 413 0,'-4'2'0'0,"1"-2"0"0,1 2 0 0,1-2 0 0,-2 0 0 0,1 0 0 0,2 0 0 0,-3 0 76 0,3 0-43 0,-2 0 0 0,2 0 68 16,0 0-34-16,0 0 0 0,0 0-26 0,0 0 22 16,0 0 0-16,0 0-30 0,0 0 35 0,0 0 1 15,0 0-28-15,0 0 13 0,0 0 0 0,0 0-21 16,0 0-1-16,0 0 50 0,0 0-17 0,0 0-8 15,0 0-24-15,0 0 43 0,0 0-22 0,0 0 0 16,0 0-13-16,0 0 8 0,0 0-17 0,0 0 1 16,0 0 34-16,0 0-27 15,2 0-7-15,1 0 0 0,2-2-5 0,-2 2 5 16,0 0 0-16,4 0 5 0,-1 0-5 0,0 0 0 16,0 0-1-16,-1 0-26 0,3 0 27 0,-2 0 8 15,1 0-9-15,1 0-32 0,0 0 31 0,-1 0-2 16,2 0-39-16,-1 0 43 0,1 0-5 0,1 0-14 15,-1 0 13-15,1 0-4 0,1 0 3 16,0 0-8-16,2 0 3 0,1 0 3 16,-1 0 0-16,1 0 11 0,4 0-11 0,-1-2 6 15,-1 1-7-15,3-2-5 0,0 2 6 0,-1-1 0 16,2-2-9-16,0 2 14 0,0 0-4 0,2 1-11 16,5-2 9-16,-8 1 1 0,7 1-1 0,-3 1 28 15,7-3-29-15,-1 2 1 0,-2-1-2 0,3 0-5 16,2 0 7-16,-2 0 6 0,2 0-5 0,1 1-36 15,0-1 34-15,-1 0 1 0,2 0-39 0,-1 2 41 16,-1 0-6-16,3-2-23 16,-2 2 21-16,1-2 1 0,0 2-4 0,1-1-13 15,0-2 10-15,0 2 5 0,0-1-6 0,1-2-20 0,2-1 21 16,-1 3 6-16,6-4-7 0,-1 0 11 0,0 1-9 16,-2 1 0-16,2-2 22 0,-5 1-18 15,6 1-4-15,-3 1 1 0,1 0-10 0,-6-1 10 0,3 0 2 16,0 1-25-16,2 0-2 15,-5-2 24-15,3 2 0 0,0-1-30 0,0 1 26 0,1 1 5 0,-2-1-9 16,0-1-20-16,4 1-6 16,-3-1 28-16,-3-2-17 0,2 2 15 0,1 0-6 15,-2-3 37-15,-3 4-34 0,4-2 2 0,-6 4 0 16,-3-1 12-16,5 0-10 0,-8 1-1 0,-1-1 2 16,-3 2-13-16,2 0 15 0,-3 0-2 0,-1 0 3 15,0 0-42-15,-3 0 38 0,-2 0-1 0,-3 0-21 16,5 0 20-16,-7 0-4 0,3 0 3 15,-3 0 7-15,0 0-8 0,-2 0-3 0,0 0 35 16,2 0 0-16,-1 0-31 0,-4 0 3 16,0 0 5-16,-2-2-1 0,1 2-4 0,0-2-4 15,-2 2-21-15,-1 0 2 0,0 0 23 0,0 0-98 16,0 0 46-16,0 0 20 0,0 0-278 0,0 0 135 16,0 0 73-16,-1 0 14 0,-5 0-472 0,0-2 261 15,2 2 131-15,-3-2 65 0,3-2-461 0,1-3 254 16</inkml:trace>
  <inkml:trace contextRef="#ctx0" brushRef="#br0" timeOffset="42400.06">6044 9792 1024 0,'0'0'0'0,"3"3"0"0,4 1 0 0,2 0 0 0,2 0 0 0,-1 1 0 0,5 2 188 0,6 3-78 0,-1 0-30 16,8 1 190-16,0 0-119 0,-1 0-59 0,3 0-30 15,-2 3 37-15,-2-5-25 0,1 4-8 0,-3-1-33 16,-7-1-40-16,0 0 40 16,-4 0-1-16,-4 3-12 0,-5-2 13 0,-4 5 0 15,0 4-48-15,-18 2 24 0,-11 8 1 0,-4 2 30 16,-6-1-153-16,-12 11 69 0,1-2 12 0,-2 1 25 16,-8 3-600-16</inkml:trace>
  <inkml:trace contextRef="#ctx0" brushRef="#br0" timeOffset="43776.65">3399 7986 351 0,'-5'-1'0'15,"2"-3"0"-15,-1 0 0 0,0 1 0 0,2-1 0 0,-3-2 0 0,3 2 59 0,-3 1 0 0,5-1-18 0,-2 2-8 0,-1-2 28 0,1 3-28 16,0-2 0-16,2 2 1 0,-1-1 7 15,-1 1-8-15,2-2-31 0,0 1 30 0,-1 2 1 16,1-2 0-16,0 2 24 16,0 0-25-16,0 0 1 0,0 0 0 0,0 0 20 15,0 0-20-15,0 0 8 0,0 0-8 0,-2 4 24 16,2 6-24-16,0-2-1 0,0 4 36 0,0 2 7 16,0 1-42-16,0 1 28 0,0 3-28 0,0 2-1 15,0 2 1-15,0-1 22 0,0 4-23 0,0 2 1 16,0 0 0-16,0 1-2 0,0 0 2 0,0 2 8 15,0 1-8-15,0-2-12 0,0 1 11 0,2-1 1 16,-1 2 0-16,1 0-3 16,1 1 2-16,-1 0-3 0,1 3 3 0,-1-2-4 15,-2 3 4-15,0-1 7 0,0 1-8 0,0 1-1 16,0 0 1-16,0-3-24 0,0 3 24 0,0 0 6 16,0-3-7-16,0 3-18 0,0-3 18 0,0-1-2 15,0 0-35-15,0 0 40 0,0-2-5 0,4 2-21 16,-4-1 19-16,1 1-2 15,1 0 1-15,-2-1-13 0,2 2 12 0,1 0-4 0,-3 2 4 16,0-1-34-16,0 2 31 0,0-1 4 0,0-1-3 16,0 3-45-16,2-1 1 0,-2-1 35 15,0 1-24-15,0-1-1 0,0 2 26 0,0-4-14 16,3 1 11-16,-3-1-4 0,1 1 3 0,1-2 0 16,0-2-4-16,-1 0 2 0,1 0 0 0,0-2-20 15,1 0 19-15,-2-6 2 0,4 6 2 0,-4-2-40 16,1-3 35-16,1 0 0 0,-3-4-29 0,0 0 28 15,0-1-3-15,0-4-26 0,0-1-3 16,0-4 29-16,0 0-6 0,0-2-27 16,0-4-6-16,0-1 35 0,0-2-8 0,0-2-115 15,0 0 48-15,-3 0 33 0,-3 0 5 0,3-2-252 16,-4-13 129-16,4-8 65 0,1-5-332 0,1-9 202 16,-2-5 97-16,3-8-299 0</inkml:trace>
  <inkml:trace contextRef="#ctx0" brushRef="#br0" timeOffset="44024.05">3314 7751 639 0,'-9'-15'0'0,"4"12"0"0,4 2 0 0,1-2 0 0,-4 2 176 0,1 1-72 0,0 0-35 0,-2 0-1 16,-2 0 57-16,0 8-38 0,-1 9-31 0,-6 4-1 16,-1 2-26-16,1 7 3 0,-8 8 1 0,5-2-57 15,-3 9 24-15,3-6 0 0,4-5 32 16,-3 1-226-16,7-3 110 0,2-9 62 0,1 1-364 16,3-7 175-16</inkml:trace>
  <inkml:trace contextRef="#ctx0" brushRef="#br0" timeOffset="44169.3">3289 7757 732 0,'11'2'0'0,"8"6"0"0,-4 2 0 0,2-1 0 0,1 4 0 0,0-2 318 16,1 4-143-16,-1 0-63 0,9 6 314 0,0 0-197 16,-3-2-98-16,4 0-51 0,7 3-143 0,-6-2 55 15,6 4 17-15,-2 5-660 0</inkml:trace>
  <inkml:trace contextRef="#ctx0" brushRef="#br0" timeOffset="45750.54">2686 11076 43 0,'0'0'0'0,"0"0"0"0,0 0 0 0,0 0 0 0,0 0 0 0,0 0 0 0,0 0 0 0,0 0 0 0,0 2 2 0,0 0 2 15,0 1-1-15,-2 1 8 0,2 0-7 0,0 1 1 16,0-2-1-16,0 1 12 0,-1-1-11 0,1-1-1 16,0 1 1-16,0 0 23 0,-2-2-23 0,2-1 0 15,0 3 2-15,-2-2 24 0,1 1 5 0,1 0 11 16,-2 0 0-16,-1 2-35 0,1-3 5 0,1 5 35 15,-1-2 4-15,0 0-28 0,1 1-10 16,-2 1-25-16,3 0 27 0,-2-1 1 16,1 1 4-16,-2 0-34 0,3-1 29 0,-2 1 2 15,0-2-38-15,1-1 0 0,-1 1 29 0,1 0-2 16,1-3 3-16,-2 1-7 0,-1 1 5 0,1-2 41 16,2-1-1-16,-3 3-37 0,3-3-3 0,-3 0 74 15,3 0-33-15,-3 0 8 0,3 0-39 0,-3 0 65 16,3 0-32-16,0 0 12 0,0 0-9 0,0 0-25 15,0 0 0-15,-2 0 29 16,2 0-12-16,0 0-17 0,0 0 0 0,0 0-20 16,0-4 20-16,0-6 8 0,0 1-8 0,0-1-25 15,0-1 25-15,0 2-1 0,0-1 1 0,0 3 15 16,0-1-15-16,0 2-2 0,0 1 3 0,0-1-6 16,0 2 3-16,0-1-3 0,0 1 2 0,0-1-1 15,0 1 2-15,2-2-27 0,-2-2 1 0,0 1 33 16,3-1-9-16,0-3-44 0,0 2 21 15,0-2-5-15,2-1 24 0,-2 1-30 16,0-2-6-16,4 0 23 0,-4 1-2 0,3 0 3 16,-3-2 7-16,4 1 1 0,-2 0-6 0,1 0-3 15,-4-1 2-15,7 0-21 0,-4-3 25 0,3 2-5 16,-3-2 1-16,4-2-25 0,-3-2 24 0,2 1 1 16,-1-1 3-16,3-6-31 0,-1 5-1 0,0-2 23 15,1 1-18-15,-1-1 16 0,-1 3 5 0,2-5-9 16,-1 3-4-16,1-1 4 0,-4 2 4 0,4-1-19 15,-1 2 20-15,-1-5-5 16,2 2 3-16,-1-1-28 0,1-1 0 0,-2-3 24 16,4 4 1-16,-1-6-56 0,1 2 26 0,0 2-6 15,-1-1-2-15,3 1-6 0,-4 3 25 0,3-4 7 16,-2 2-11-16,0 1 8 0,-1-1 1 0,1 2 25 16,-2 3-7-16,3-7-19 0,0 3-2 0,-1 1 39 15,3 0 0-15,-3-3-28 0,1 5 3 0,2-6 29 16,-3 1-25-16,3-1-7 15,-1 2-31-15,0 0 32 0,-2 3 3 0,2-3-2 0,-1 3 1 16,-2 4-2-16,1-1-2 0,-2 1 9 16,-2 0-10-16,1 2 2 0,-3 3-4 0,0-1 30 15,2-1 0-15,-2 3-24 0,0 1 0 0,-2-2 18 16,0 3-14-16,2-3-2 0,-2 3-26 0,-1-1 27 16,2 3 2-16,1-2-18 0,-5 2 14 0,5-2 1 15,-2 1-2-15,-1 1 2 0,1 1-4 0,-1 0 3 16,2 1-7-16,-2 2 18 0,1 1-15 0,-2 0 3 15,-1 2-2-15,0 0-9 16,0 2 12-16,0 0-2 0,0 0-76 0,0 0 37 16,0 0-4-16,0 0-224 0,0 0 119 0,0 6 63 15,0 1 19-15,0 0-328 0,0 5 174 0</inkml:trace>
  <inkml:trace contextRef="#ctx0" brushRef="#br0" timeOffset="47032.98">3340 9418 413 0,'0'0'0'0,"0"0"0"0,0 0 0 0,-2 0 0 0,2 0 0 0,0 0 0 0,0 0 0 0,0 0 139 0,0 0-53 0,0 0-1 15,0 0-18-15,0 0-8 0,2 0-26 0,2 0 72 16,0 0-36-16,2 0 0 0,-1 0-28 0,0 0 37 16,0 0-23-16,2 0 1 0,-2 1-23 0,1 1 31 15,-1 2 9-15,2 0-40 0,-1 0 0 0,0 2 0 16,0-3-1-16,1 3 1 0,-1-2-1 0,2 1 1 15,0-1 0-15,-3 2-20 16,3-2 20-16,-3 1 0 0,4 1 8 0,-4-1-23 16,0 1 14-16,3 0-1 0,-2 0 2 0,2 1-22 15,-2-1 27-15,4-2-13 0,-1 3 37 0,2-2-33 16,1 1 0-16,0-1 1 0,-2 1-16 0,0 0-8 16,5-2 23-16,-5 1-38 0,2 1 37 0,-1 0 0 15,-2-1 6-15,5 2-44 0,-3-1 1 0,0 0 28 16,2 2 5-16,-2-3-25 15,0 1-1-15,1-1 20 0,0 0-10 0,-1 0-4 16,0-1 12-16,0-1-9 0,0 1 11 0,2 0-4 16,-1 2 0-16,0-3-20 0,0 2 20 0,-2-1 0 15,1 2 3-15,0 0-34 0,2 0 28 0,-4-1 2 16,1 1-4-16,1-1-17 0,0 2 19 0,3-2-1 16,-3 0-2-16,2 1 8 0,0-3-10 0,-2 1 3 15,1 0 13-15,3-1-13 0,-4 1 0 0,2 0 19 16,-2-2-17-16,1 2-1 0,0 0 5 0,1 1-8 15,-1-1 6-15,-2 2-2 16,4-3 4-16,-1 5-41 0,-1-3 35 0,1 1 2 16,0 2-3-16,4-3 1 0,-7 3-1 0,5-2 3 15,-2 0 26-15,0-3-27 0,0 3-2 0,0 0 21 16,1-3-18-16,0 3 1 0,0-1 0 0,-3-1-9 16,2 2 11-16,0-1-2 0,0-1 6 0,-1 3-42 15,1-1 36-15,-2 0 0 0,2-2-14 16,-2 2 12-16,3-1-2 0,-4 0 4 0,2 1 35 0,2-2-37 15,-2 2-2-15,0-3 27 16,1 1-24-16,-2 0 2 0,4-1 0 0,-1 1 3 16,0 0 0-16,-1 1-3 0,3 1 7 0,-3 0-20 15,0-1 17-15,2 1-3 0,-2 2-30 0,1-2 5 16,-1 3 21-16,1-2 5 0,-3 1-2 0,1 1-3 16,1-1-4-16,0-1 4 0,3 1 26 0,-3-2-24 15,1 0-3-15,-3-1-19 0,5 0 20 0,-3 0 0 16,1-2 2-16,-1 1-23 15,0-3 22-15,1 3-1 0,-1 0 4 0,1 1-33 16,-3-1-1-16,0 1 29 0,2 2-42 0,-2-1 0 16,-1 1 28-16,2-2-14 0,-4 1 15 0,3-1 3 15,-2 1-5-15,1 0 13 0,0 0-11 0,0-1 2 16,2-1-4-16,-4 0 10 0,3 0-7 0,-3-2 0 16,1 1 3-16,1 1-3 0,-1-2 3 0,-2 1 1 15,3 1-25-15,-1-2-1 0,-3 2 23 0,1-2 6 16,2 0-8-16,-4 1-3 0,0-1 4 0,1 0-30 15,-1 0 28-15,0 0-3 16,-2-1 3-16,-1 2-45 0,2-3 2 0,-1 1 38 16,-2 1-27-16,3-2-3 0,-3 3 28 0,1-2-8 15,0-1 7-15,1 2-10 0,-3-2 9 0,2 0-55 16,1 2 19-16,-3-2 5 0,0 0 1 0,0 0-576 16,0 6 294-16,0 1 146 0,-5 3 66 0</inkml:trace>
  <inkml:trace contextRef="#ctx0" brushRef="#br0" timeOffset="48292.16">2713 11273 388 0,'-4'0'0'0,"-2"0"0"0,3 0 0 0,-1 0 0 0,-1 0 0 16,3 0 0-16,-3 0 0 0,2 0 0 0,0 0 0 0,1 0 41 0,-3 0-8 0,4 0-10 0,-3 0 10 0,0 0-1 16,2 0 1-16,1 0 3 0,-2 0-3 0,3 0-1 15,0 0 1-15,0 0 29 0,0 0-29 0,0 0 8 16,0 0-8-16,0 0 23 0,0 0 0 0,4 0-23 15,4 0 81-15,2-2-32 16,-4 0-9-16,4 1-9 0,-1-1 9 0,2 0-1 16,-1 0-39-16,1 0 55 0,0 0-32 0,3-2 0 15,-3 1-23-15,1-2 30 0,0-1-31 0,1 0 9 16,1 0-8-16,1-1 28 0,-2 0-1 0,0-2-27 16,2 2 28-16,-1 2 8 0,1-3-36 0,-1 2 22 15,2-1-22-15,-2 1-1 0,2 2 1 16,-5-1 5-16,5 1-5 0,-2-2 0 15,0 3-1-15,2-1-15 0,-2 0 15 0,4-2 9 16,-4 2-8-16,5-1-21 0,-1-1-1 0,-1-1 22 16,-1 2-40-16,5-2 8 0,-4-2 19 0,1 3-27 15,-1-1-4-15,1 1 34 0,-1 3-7 0,-3-4-20 16,2 4-8-16,0-3 30 0,0 3-7 0,-2-1-4 16,2-1 6-16,-1 1 4 0,2-4-8 0,-1 1 19 15,3-1-18-15,-2-1 3 0,1 0 34 16,1-3-30-16,0 1-3 0,1 0 0 15,1-1 25-15,-2 3-24 0,0 0 5 0,0-1 17 16,-1 3-18-16,1 0 0 0,-2-1 3 0,2 1 11 16,0-3-7-16,-1 2-6 0,4-1 0 0,-3 0 7 15,2-2-6-15,1 1-1 0,-2-1-23 0,4-3 23 16,-1 1 0-16,-1-1-33 0,0 2 0 0,-1-1 31 16,-2 1 1-16,6-2-32 0,-3 0-3 0,-1 2 30 15,1-2-6-15,-3 1-20 0,0 2 22 0,5-2-7 16,-3 2 5-16,1-1 8 0,2 1-14 15,1-2 5-15,-6 2 20 0,5-1-19 16,-3 1-1-16,2-2 1 0,-5 4 16 0,3-3-15 16,-2 1 4-16,1 0 20 0,1 0-22 0,-2-3 2 15,0 3-2-15,2 0-12 0,-2 1 16 0,1-1-3 16,-1 0-1-16,-1 1-17 0,1-1 16 0,0 1 0 16,0 1 3-16,-2 0-6 0,1 1 3 0,1 1-2 15,-6-1-28-15,6 1 26 0,-3-1 4 0,-2 2 21 16,4-1-23-16,-4 0-1 15,3-1 1-15,-1 0 27 0,0 1-24 0,1 0 0 16,0-2-2-16,0 0-7 0,0 2 8 0,-2-3 2 16,2 2-22-16,-1 0 21 0,3-1-1 0,-6-1-41 15,5 0 39-15,-4 1-1 0,3 2 3 0,-6-3-44 16,3 3 39-16,1 0-5 0,-2-1 4 0,-1 0-38 16,-4 3 36-16,4 1-4 0,-2-3 3 15,-3 4-6-15,0 2 4 0,-1-3-1 0,1 2 31 0,-5 0 1 16,4 0-30-16,-4 1 2 15,1-2 26-15,-1 2-23 0,1 1-2 0,-2 0 48 16,-1 0-21-16,2 0 6 0,-2 0 134 0,0 0-170 16,0 0 0-16,0 0 0 0,0 0 0 0,0 0 0 15,0 0 0-15,0 0 0 0,0 0 0 0,0 0 0 16,0 0 0-16,0 0 0 0,0 0-196 0,-2 0 167 16,-6 0-1-16,2 5-735 0,-4 6 365 0,-2 8 184 15,-1 2 92-15</inkml:trace>
  <inkml:trace contextRef="#ctx0" brushRef="#br0" timeOffset="51330.18">2006 11816 633 0,'-3'-10'0'0,"-5"5"0"0,5 1 0 0,-1 3 0 0,3-3 0 0,-3 0 180 0,4-2-64 0,0 0-47 16,0-1 219-16,5 0-127 0,10-2-65 0,4-1 67 15,2 2-56-15,3-1-42 0,-2 3 0 0,0 4 74 16,4 1-54-16,-4 1-26 0,0 0 9 0,-3 5-34 16,0 6-1-16,-3 4-1 0,-2 4 1 0,-1 4-50 15,-5-1 33-15,-2 9 0 0,-4-2-58 0,-1 5 37 16,-1 0 0-16,0-2-21 0,-8 0 12 0,-4-4 15 16,4-7-17-16,-5-3-133 15,2-1 61-15,1-7 42 0,2-3 4 0,2-3-240 16,2-2 113-16,2-2 70 0,2 0-233 0,0-2 150 15,3-13 66-15,14-4-188 0,2-5 135 0,1-2 69 0</inkml:trace>
  <inkml:trace contextRef="#ctx0" brushRef="#br0" timeOffset="51490.44">2432 11773 1190 0,'8'-19'0'0,"-3"8"0"0,-1 1 0 0,-4 5 0 0,0 0 0 0,0 4 0 0,-14 1 0 0,-1 1 222 0,-2 17-94 0,-3 3-48 0,2 3 161 15,1 6-96-15,2 0-60 16,3 4-26-16,2 0 268 0,4 1-146 0,6-2-75 15,0-10-28-15,0 8 80 0,14-8-62 0,8-3-32 16,5-3-91-16,5-4-127 0,4-2 102 0,12-3 38 16,-2-3-540-16,8-3 294 0,10-2 103 15</inkml:trace>
  <inkml:trace contextRef="#ctx0" brushRef="#br0" timeOffset="52002.62">6618 10323 988 0,'2'0'0'0,"-1"2"0"0,6 2 0 0,4 1 0 0,-4-1 0 0,2 1 0 0,0 3 0 0,1-1 0 0,1 2 248 15,0 0-111-15,1 0-53 0,0 0-25 0,0 1 31 16,-1-3-28-16,1 1 8 0,-1-1-37 0,-2 1-147 16,0-2 73-16,0 0 37 0,-2-5-336 0,-2 2 182 15,1-3 95-15,0 0-220 0,0 0 141 0</inkml:trace>
  <inkml:trace contextRef="#ctx0" brushRef="#br0" timeOffset="52162.7">6920 10132 938 0,'3'-9'0'0,"0"4"0"0,0 4 0 0,1-1 0 0,-1 2 0 0,-3 0 0 0,0 14 195 0,0 11-81 16,-5 9-41-16,-3 7 423 0,-6 10-223 0,-7 12-125 15,0 2-57-15,-2 10 212 0,-1 2-135 0,2 0-67 16,-1-1-26-16,3-2-218 0,5-8 88 0,3-14 44 16,4-1-236-16,1-11 140 15,6-3 78-15</inkml:trace>
  <inkml:trace contextRef="#ctx0" brushRef="#br0" timeOffset="52902.57">3879 7904 838 0,'-6'0'0'0,"0"0"0"0,3 0 0 0,1-2 0 0,1 1 0 0,-2 1 0 0,3 0 0 0,0-2 223 0,0 0-99 0,3 0-46 0,9 0-22 0,-1-2 37 16,10 0-31-16,-2 2 44 15,2-1-23-15,1 0-25 0,-3 3-1 0,0 0-42 16,-2 0 17-16,-4 0 9 0,-2 0-8 0,2 0-26 15,-7 0 1-15,1 0 25 0,-2 5-1 0,-4-1-43 16,1 5 18-16,-2 2 0 0,0 1 25 0,0 2-27 16,-8 1-4-16,0 2 7 0,-4 0-47 0,0 4 28 15,1 1-15-15,-3-1 19 0,1 2 13 0,0-6 2 16,-1 2 2-16,3 1 38 0,0-1-1 16,-1-3-37-16,6 1-2 0,-3-1 106 15,4-4-51-15,2 0-22 0,3-1 9 0,0-2 34 16,0 1-24-16,0-2 1 0,10 0-5 0,3-3-23 15,5 0 0-15,-2-3-27 0,6-2 9 0,-1 0 18 16,1 0 0-16,2 0-89 0,-2-2 44 0,-1 1 16 16,-1-5 8-16,-1 3-239 0,-4-2 119 0,-4 2 41 15,0 0 36-15,-3 2-336 0,-3 0 161 0,-1 1 82 16,-2 0-122-16,1 0 107 0,-3 0 53 0,0 0-267 16,-9 1 151-16</inkml:trace>
  <inkml:trace contextRef="#ctx0" brushRef="#br0" timeOffset="53055.16">3848 8086 988 0,'-5'0'0'0,"5"0"0"0,0 0 0 0,0 0 0 0,0 0 0 0,8 4 0 0,8 0 0 0,3 3 471 0,5-1-219 0,3-2-110 0,3 2-54 0,0-3 237 16,5 3-138-16,-2 0-81 0,4-2-221 0,5 6 74 15,0-2 36-15,-4 1-264 16,0-1 159-16,7 3 67 0</inkml:trace>
  <inkml:trace contextRef="#ctx0" brushRef="#br0" timeOffset="67669.19">8614 8085 447 0,'3'-2'0'0,"-3"0"0"0,1 0 0 0,-1 0 0 0,0 1 0 0,2-1 0 0,-2-1 162 0,0 3-68 0,2 0-31 16,-1 0 104-16,1 0-67 0,4 0-34 0,-3 0 62 15,1 5-51-15,2 2-23 0,-2 2 1 0,0 0 90 16,-3 3-56-16,1 1-20 15,0 3-8-15,-2-1 39 0,0 3-33 0,0 2 0 16,0 5-34-16,-4-3 0 0,-5 3 0 0,1 1 0 16,-3-1 0-16,3-1-73 0,-3-3 36 0,2-1 9 15,-2-1-38-15,1-2 33 0,-3-2 1 0,2-4-203 16,-1-2 108-16,3-3 30 0,-2-2 33 0,2-4-246 16,-1 0 127-16,3 0 35 0,3 0 42 0,1-11-203 15,3-4 125-15,0-6 59 0</inkml:trace>
  <inkml:trace contextRef="#ctx0" brushRef="#br0" timeOffset="67837.73">8733 8028 1069 0,'13'-4'0'0,"-3"2"0"0,0 2 0 0,-4 0 0 0,-1 0 0 0,2 10 0 0,-5 0 331 0,4 1-149 16,0 2-75-16,2 0 79 0,-1 2-68 0,0 0-47 15,3 0 0-15,-2 0 19 0,-1 2-28 0,0 1-1 16,1-4-20-16,0 1-230 15,0 0 111-15,-4 0 55 0,3-2-435 0,-4 0 245 16,-1-3 96-16,0 3 67 0</inkml:trace>
  <inkml:trace contextRef="#ctx0" brushRef="#br0" timeOffset="68319.92">8671 8363 798 0,'-6'1'0'0,"4"1"0"0,0 0 0 0,2 0 0 0,0-2 0 0,0 2 197 0,4-2-82 0,7 0-41 16,6 0-13-16,0 0 211 0,1 0-120 0,3 0-60 16,2 0 9-16,-3 0-35 0,1-2 9 0,0 0-114 15,-5 2 35-15,2 0 0 0,-6 0 37 0,0 0-90 16,-3 0 53-16,-1 0 14 0,-3 0 0 0,2 0-10 16,-6 0-8-16,2 2 39 0,-2 2-50 0,-1 1 65 15,0 3-37-15,0 1 0 0,0 1 160 0,0 1-76 16,0 0-26-16,0 4-27 15,0-1 89-15,0 0-48 0,0 2-24 0,0 0-53 16,0 1 37-16,2 1-8 0,0-4-1 0,-1 5-69 16,1-2 34-16,0-2 1 0,1 2 43 0,-3-4-69 15,0 2 25-15,0-6 1 0,0 3-172 0,0-4 95 16,-3 0 20-16,-4-1-168 0,-2-4 93 0,-1-1 57 16,-3-2 7-16,1 0-204 0,-3 0 125 0,3-5 58 15,-4-11 29-15,0-3-219 0,0-3 124 0,5-1 54 16,-2-3 40-16,4 5-77 15,-1-1 53-15,2 3 28 0,1 2-1 0,2 6-7 16,1 0 8-16,0 3 73 0,2 2 95 0,-1 5-70 16,0 0-37-16,3 1 269 0,-2 0-148 0,2 1-49 15,0 10-47-15,0 0 235 0,0 4-93 0,-2 2-37 16,-1 2-54-16,-3 1 16 0,1 3-30 0,-1-2 0 16,-4 3-83-16,3-5 33 0,-2 0-7 0,0-5-198 15,-1 2 108-15,2-5 58 0,3-3 29 16,-2-4-381-16,0-1 188 0,4-3 55 15,2 0 59-15,-2 0-240 0</inkml:trace>
  <inkml:trace contextRef="#ctx0" brushRef="#br0" timeOffset="68504.57">9071 8152 1600 0,'8'-6'0'0,"0"5"0"0,0-1 0 0,-5 1 0 0,2 1 0 0,-2 0 0 0,1 0 0 0,2 6 0 0,-3 2 266 16,3 3-121-16,-1 0-56 0,1 1-28 0,-2-2-164 16,0-2 68-16,-1 2 42 0,1-1-8 0,-2-3-404 15,0 0 216-15,-1-3 107 0,-1-1-472 0,0-2 257 0</inkml:trace>
  <inkml:trace contextRef="#ctx0" brushRef="#br0" timeOffset="68779.06">9079 8109 776 0,'-3'-10'0'0,"3"1"0"0,0 2 0 0,0-2 0 0,0-1 0 0,3 0 176 16,7 3-72-16,6-2 86 0,0-1-79 0,3 3-39 16,1-1 8-16,-1 4 89 0,0 2-69 0,0 1-33 15,-2 1-1-15,-2 0-120 0,-4 0 51 0,4 9 14 16,-6-2-219-16,1 3 121 0,-4 1 59 0,-5 3 31 16,-1 0-165-16,0 3 63 0,0-1 56 0,-7 2-82 15,-5-1 57-15,0-2-21 0,-1-2 1 0,-1 1 136 16,4-3-40-16,-3-3 0 15,6-4-40-15,0 2 279 0,1-2-120 0,4-2-70 16,-1 0 2-16,3-2 255 0,-3 2-115 0,3-2-83 16,0 0-21-16,0 0-35 0,8 0 0 0,3 0-80 15,-2-2 27-15,4-2-1 0,-5 0 35 0,3 1-139 16,-1-1 66-16,-1 2 32 0,-1 1 0 0,-3 1-472 16,2 0 197-16,-6 0 134 0</inkml:trace>
  <inkml:trace contextRef="#ctx0" brushRef="#br0" timeOffset="69167.6">9092 8368 894 0,'-8'4'0'0,"3"3"0"0,-1 0 0 0,4-6 0 0,-1 1 0 0,3-1 0 0,0 2 332 0,8-3-150 16,8 0-66-16,4 0 49 0,4 0-66 0,0 0-33 15,4 0-1-15,-1 0-36 16,-3-3 12-16,5-1-8 0,-8 1-126 0,-1-1 62 15,-1 2 33-15,-3 0-1 0,-4 2-80 0,-3 0 52 16,0 0 29-16,-2 0-25 0,-4 0-2 0,0 0 2 16,-2 0 0-16,1 0 162 0,-2 0-77 0,0 0-30 15,0 6-5-15,0-1 83 0,0 2-38 0,0-2-30 16,0 4 14-16,0 1 129 0,0 1-76 0,2-1-30 16,1 3-23-16,2 0-1 0,-2 2-22 0,0 0-47 15,2 2 23-15,-2 1 9 0,-1-1 14 0,0 2-90 16,0-2 46-16,0 0 22 15,-2-2 0-15,0-2-31 0,0 0 0 0,0-1 21 16,0-3-20-16,0 1-34 0,-6-4 14 0,1 2 22 16,-2-1-68-16,3-4 40 0,-4 1 11 0,0-3-140 15,-2-1 73-15,1 0 36 0,0 0 16 0,-3 0-235 16,3 0 126-16,-2-7 63 0,-1-6 32 0,1-4-294 16,-1-6 166-16,0 1 80 0,-1-3 40 0,1-3-124 15,-1 2 81-15</inkml:trace>
  <inkml:trace contextRef="#ctx0" brushRef="#br0" timeOffset="69335.77">9181 8379 863 0,'0'-13'0'0,"0"4"0"0,0 1 0 0,0 1 0 15,0 2 0-15,0 0 0 0,0 4 0 0,0-1 0 0,0 0 161 0,0 2-64 0,2 0-24 0,2 5 176 0,-3 9-108 16,1 4-54-16,0 5 159 0,-2 4-107 0,0-3-44 16,0 7-36-16,0-4-80 0,-4 1 27 0,-1-7-8 15,-1 3 34-15,1-3-253 0,0-1 122 16,-4-3 66-16,4-4 33 0,-1-3-162 15,-1-3 73-15,2-1-9 0,-2-4-394 0,4-2 230 16,-3 0 114-16</inkml:trace>
  <inkml:trace contextRef="#ctx0" brushRef="#br0" timeOffset="69514.03">9457 8225 899 0,'9'-5'0'0,"7"3"0"0,-9 2 0 0,-1 0 0 0,-3 0 0 0,-1 0 491 0,1 0-229 0,0 3-114 16,-3 3 126-16,2 2-121 0,0-1-52 0,0 1-38 16,-2 1-51-16,2 1 21 0,-2-2 0 0,0 2-287 15,0-2 152-15,0-1 63 0,0-1 36 0,0 0-543 16,0-2 276-16,0-1 138 0</inkml:trace>
  <inkml:trace contextRef="#ctx0" brushRef="#br0" timeOffset="69777.45">9549 7918 1197 0,'2'-3'0'0,"1"2"0"0,-2 1 0 0,2 0 0 0,1 0 0 0,1 11 0 0,2 0 275 16,0 7-121-16,2 5 136 0,1 4-121 0,1 5-72 16,0 8-32-16,-1 1 214 0,1 1-124 0,-2 3-60 15,0-5-24-15,0 11-5 16,-2-8 0-16,-2 0-34 0,2-7 1 0,-4 4-98 15,1-5 57-15,-2-1-90 0,0-4 65 0,-2-2 33 16,0-8 0-16,0-2-21 0,-8-5 4 0,0-2 16 16,-1-5-44-16,-4-2-64 0,0-4 29 0,-2 0 35 15,0 0-10-15,0-12-143 0,-2-5 75 0,2-6 47 16,3-2-311-16,3-3 178 0,4-6 79 0,3-2 53 16,2-7-394-16</inkml:trace>
  <inkml:trace contextRef="#ctx0" brushRef="#br0" timeOffset="70112.37">9916 7920 971 0,'22'0'0'0,"0"1"0"0,-3 5 0 0,-1-1 0 0,-7 2 0 0,-2 0 0 0,1 0 236 16,-6 2-101-16,1 3-44 0,-1 3-32 0,-3 2 79 16,-1 1-52-16,0 5-27 0,-5 1 0 0,-4-1-215 15,-3 7 91-15,0-2 48 16,-4 1-274-16,1-3 155 0,1 0 77 0,5-8-105 15,-2 0 80-15,1-4 39 0,7-4-34 0,-1-3 79 16,2-3-34-16,0 0-6 0,2-2 7 0,0-2 199 16,0 0-100-16,8 0-49 0,4 0 270 0,-3 0-146 15,3 0-32-15,2 0 94 0,-1 0-76 0,2 0-48 16,-2 0-22-16,-1 4 66 0,-3 7-49 0,-2 6-21 16,1 4 0-16,-6 3 65 0,-1 0-42 15,-1-1-14-15,0 7-8 0,0-4 7 16,-5-5 0-16,-1 1-28 0,1-3-1 0,1-6 9 15,1-3-8-15,1-3 0 0,2-3-176 0,-2-2 88 16,2-2 44-16,0-2-436 0,0-15 208 0,7-6 120 16,4-6 26-16,3-11-498 0,0-3 280 0,-1-5 131 0</inkml:trace>
  <inkml:trace contextRef="#ctx0" brushRef="#br0" timeOffset="70594.39">10195 8042 913 0,'8'-20'0'0,"-5"7"0"0,6 2 0 0,-2 2 0 0,-2 1 0 0,4 1 0 0,1 1 422 0,3-2-195 0,4 1 185 15,-2 0-193-15,4 0-94 0,-1 0-45 0,0 2-24 0,1 3 14 16,-3 1-37-16,0 1-1 0,-2 0 1 0,2 0-183 16,-5 3 91-16,-2 6 54 15,-4 6-231-15,-3 2 134 0,-2 5 67 0,0-1-130 0,-5 4 60 16,-8-3 55-16,-4 5-36 0,0-3 119 0,-2-1-28 16,1-3-37-16,-3-3-1 0,4-4 76 15,0 0-34-15,2-5-21 0,0-3 244 16,5-1-121-16,1-2-31 0,4 0-40 0,1-2 180 15,2 0-97-15,0 0-33 0,2 0-29 0,0-2-26 16,2-4 6-16,7-1-8 0,0-1-1 0,3-1-114 16,1 1 57-16,-1 1 29 0,-3 1-69 0,0 0 38 15,1 1 29-15,-3 1-223 0,-3 2 112 0,0 1 29 16,-1 1 35-16,-1 0-61 0,-2 0 41 0,0 1-4 16,0 9 0-16,0 3 223 15,0 0-98-15,-5 2-40 0,-3 2-23 0,3 2 315 16,-2 2-154-16,0-1-56 0,2 2 187 0,1 2-121 15,0-4-66-15,1 3 18 0,3-3-41 0,0 1-21 16,0-3 8-16,0 2 18 0,3-4-24 0,8 1 0 16,3-2-23-16,1-2-9 0,4 1 17 0,6-4-8 15,2 1 0-15,1-6-28 0,4-2 28 0,0-3 0 16,0 0-91-16,0 0 42 0,-2 0 24 0,-2-4-74 16,-4-6 45-16,-4 0 7 0,-2-2 4 0,-4-2-87 15,-4-1 50-15,-4-2 12 16,-4-2 0-16,-2-5-95 0,0-2 55 0,-8-3 18 15,-4 0 0-15,-4-2-396 0,0 2 211 0,2 9 104 16,1 2 45-16,0 3-478 0,5 7 270 0</inkml:trace>
  <inkml:trace contextRef="#ctx0" brushRef="#br0" timeOffset="70887.23">11058 8107 1783 0,'-4'-8'0'0,"4"3"0"0,-2-3 0 0,0 1 0 0,2 2 0 0,0 1 0 0,0-2 0 0,0 2 0 0,6 2 221 15,6 1-94-15,6 1 6 0,1 0-50 0,-1 3-17 16,5 11-9-16,0 0-58 0,-3 2-1 0,1 4 34 16,-2 1-51-16,-6-1 34 0,-1 7-8 0,-3 1-14 15,-8 1 0-15,-1 2 39 16,0-1 1-16,-15 0 8 0,-3 0-95 0,-7-2 38 15,-1-4-104-15,-4-3 65 0,-2-2 25 0,-2-4 0 16,-2-2 24-16,5-4-108 0,0-5 49 0,9-3 29 0,-1-1-264 16,7 0 127-16,2-1 67 15,7-12 37-15,7-5-280 0,0-3 158 0,7-2 79 0,8-3 32 0</inkml:trace>
  <inkml:trace contextRef="#ctx0" brushRef="#br0" timeOffset="71082.7">11345 8081 1365 0,'8'-7'0'0,"-3"3"0"0,-3 2 0 0,-2 2 0 0,0 0 0 0,-9 0 0 0,-5 0 0 0,0 11 235 0,-5 4-101 0,4 2 261 0,-6 5-185 15,4 2-89-15,4 5-44 0,6-1 240 0,0 0-280 0,7-5 4 16,0 8-8-16,3-6-34 0,6 0 1 0,9-5 33 0,3 0-1 16,2-2-212-1,2-3 103-15,0-2 54 0,5-6 28 0,0-1-411 16,0-6 217-16,1 0 105 0,-3 0-13 0,-4 0-492 15,-3-3 279-15,2-9 138 0,-8 1 62 0</inkml:trace>
  <inkml:trace contextRef="#ctx0" brushRef="#br0" timeOffset="71225.13">11591 8159 1540 0,'0'-5'0'0,"0"3"0"0,3 0 0 0,6 0 0 0,-2 0 0 0,0 1 0 0,5-1 179 16,1 1-73-16,6-2-28 0,1 0 245 0,1 3-146 0,2 0-71 0,-2 0-292 15,0 0 109-15,2 0 64 0,-5 0-629 16,0 9 326-16,-4 0 163 0,0 2 81 0</inkml:trace>
  <inkml:trace contextRef="#ctx0" brushRef="#br0" timeOffset="71363.75">11644 8363 1776 0,'-6'5'0'0,"4"-1"0"0,2 1 0 0,0-1 0 0,0 1 0 0,0-4 68 15,9 2 1-15,2 0-36 0,7 0 50 16,1 1-29-16,1-2 0 0,3 2-146 0,3-1-177 16,-1 2 151-16,-4-4 83 0,10-1-652 0,-3 0 329 15</inkml:trace>
  <inkml:trace contextRef="#ctx0" brushRef="#br0" timeOffset="71631.67">12089 8216 1959 0,'0'0'0'0,"0"0"0"0,0 2 0 0,-3 7 0 0,2 3 0 0,1 3 68 0,0 5-35 0,0 1 8 16,4 5 523-16,9 0-520 0,1 1-12 0,4-3 1 0,1-1 45 15,-1-6-15-15,7-1-7 0,-2-6-97 16,-5-5 37 0,8-4 0-16,-5-1 37 0,0-1-213 0,-1-17 103 15,-2-3 55-15,-6-3 27 0,-4-3-260 0,-4-3 144 0,-4-1 56 0,0-2-98 16,-4 2 55-16,-11-2 40 0,-4 2-8 15,-3 2 1-15,-4 7 57 0,-1 3 9 16,-1 10-34-16,-2 5 0 0,2 4 242 0,1 0-121 0,11 8-69 16,-2 10 44-16,4 5-26 0,6 2-25 0,6 1-350 15,2 0 160-15,0 3 91 16,10-1-709-16</inkml:trace>
  <inkml:trace contextRef="#ctx0" brushRef="#br0" timeOffset="72147.89">12759 8377 1338 0,'0'0'0'0,"0"6"0"0,0 4 0 0,0-1 0 0,0 0 0 0,2-1 0 0,0 1 0 0,-1 1 0 0,2-1 0 0,-1-2 124 0,-2 3-45 0,0-2-24 0,0 2-45 15,0 0 7-15,-6-1 16 0,-3 3-1 0,-1-5-284 16,3-3 143-16,-1-1 70 0,1-1 45 16,1-2-252-16</inkml:trace>
  <inkml:trace contextRef="#ctx0" brushRef="#br0" timeOffset="72315.66">12991 7989 1477 0,'5'-3'0'0,"0"3"0"0,1 0 0 0,-2 0 0 0,0 4 0 0,0 7 0 0,1-3 0 0,2 4 457 0,3 0-204 0,1 4-114 16,2-1-53-16,3 4-81 15,-2-1 1-15,2 0 27 0,0 5 0 0,3-6-482 16,-4-1 241-16,4-1 121 0,-3-4-315 0,4-2 204 0</inkml:trace>
  <inkml:trace contextRef="#ctx0" brushRef="#br0" timeOffset="72529.31">13317 7892 607 0,'0'-9'0'0,"0"3"0"0,0 6 0 0,0 0 0 0,0 0 0 0,0 3 464 0,0 18-221 0,0 7-104 16,-2 9-54-16,-7 6 398 0,-2 8-225 0,-3 8-105 15,-6 14-64-15,-1 0 241 0,0 2-149 0,1 2-74 16,-3 0 38-16,2-4-48 0,3-1-37 0,-1-3 1 16,2-3-77-16,-1-4 24 0,4-11 0 0,1-5-274 15,-2 6 145-15,4-21 77 0,3-7 38 0,5-3-486 16,1-11 249-16,0-5 46 16,2-4 91-16,0-1-487 0,2-16 280 0</inkml:trace>
  <inkml:trace contextRef="#ctx0" brushRef="#br0" timeOffset="72702.42">13394 8193 825 0,'13'-12'0'0,"1"5"0"0,0-2 0 0,0 5 0 0,-1-1 0 0,-2 1 535 16,2 0-255-16,0 2-124 0,3 1-61 0,-2-1 247 15,2 2-154-15,0 0-70 0,0 0-47 0,0 0-164 16,-1 2 62-16,-2 5 32 0,-1 2-499 0,-1 5 273 15,-4-3 125-15,0 4-614 0,0 0 343 0</inkml:trace>
  <inkml:trace contextRef="#ctx0" brushRef="#br0" timeOffset="72837.67">13561 8368 1381 0,'-11'6'0'0,"2"1"0"0,4-1 0 0,-4 0 0 0,4-4 0 0,3-1 0 0,0-1 0 0,2 2 260 0,0-2-113 0,2 0-57 16,11 0-29-16,2 0 148 0,4 0-79 0,1 0-53 15,5 0-22-15,1-2-323 0,1 1 150 0,3-5 76 16,2 0-675-16</inkml:trace>
  <inkml:trace contextRef="#ctx0" brushRef="#br0" timeOffset="73113.25">14033 8181 1365 0,'0'0'0'0,"0"0"0"0,0 0 0 0,-6 1 0 0,0 5 0 0,1 3 0 0,1 2 0 0,4 5 532 15,0-1-249-15,0 3-125 0,11 1-63 0,5 0 102 16,0-2-75-16,9 0-48 0,1-4 0 0,0-4-77 16,3-2 35-16,-1-5 1 0,4-2-272 0,-2 0 132 15,0-6 69-15,-4-8-281 0,-2-2 175 0,-5-6 89 16,-8 5 10-16,1-5-255 0,-8-2 106 0,-3-3 80 16,-1 3 41-16,-5-3 17 15,-11-1-9-15,-4 2 32 0,-2 2 51 0,-5 4-26 16,-1 0 1-16,-2 7-26 0,0 4 158 0,2 3-74 15,-1 4-43-15,3 2 114 0,8 0-52 0,-1 8-44 16,6 4 17-16,3 4-84 0,4 1 27 0,6 2 22 16,0 0 31-16,0 3-456 0,10 4 202 0</inkml:trace>
  <inkml:trace contextRef="#ctx0" brushRef="#br0" timeOffset="73285.34">14602 8370 1693 0,'0'0'0'0,"0"0"0"0,0 0 0 0,0 4 0 0,0-1 0 0,-4 3 0 0,-1 4 0 0,-3-1 0 0,0 0 505 0,1 4-237 0,0 1-117 0,-3 1-59 0,2 2-224 0,3 0 79 16,1-3 43-16,2 2 21 16,2-6-637-16,0 1 329 0,0-4 173 0</inkml:trace>
  <inkml:trace contextRef="#ctx0" brushRef="#br0" timeOffset="73641.14">14769 7921 1151 0,'10'-6'0'0,"4"-1"0"0,11 3 0 0,1-1 0 0,2-5 0 0,2 1 0 0,-1 1 309 15,-1 3-143-15,6 1-66 0,-1 0-34 0,-1 2 173 16,-2 2-103-16,-7 0-44 0,1 0-7 0,-3 4-27 15,-4 6 1-15,-4 2-18 0,-6 2-8 0,-5 1 8 16,-2 7-8-16,-2 1 102 0,-14 1-50 0,-5 2-27 16,-9 5 1-16,3-5 112 0,-8 6-73 0,5-4-33 15,-2 2 20-15,7-6-26 0,-1 5-1 16,4-3-17-16,6-8-74 0,4 2 33 16,3-6 0-16,4-3 8 0,5 3 8 0,0-3 17 15,0-1 0-15,12-4-63 0,4-1 32 0,3-1 5 16,2-1 7-16,5-3-40 0,-2 0 21 0,3 0-5 15,-6 0-86-15,4 0 45 0,-6 0 29 0,1-2-12 16,-4-2-203-16,-4 3 107 0,-1-1 58 0,-2 0-156 16,-3 1 92-16,0-2 47 0,-1 3 29 0,-3-2-387 15,0 2 207-15,0-1 104 0,-2-1 43 16,0-6-345-16,0-1 203 0</inkml:trace>
  <inkml:trace contextRef="#ctx0" brushRef="#br0" timeOffset="73788.14">14850 8030 1273 0,'-17'3'0'0,"9"2"0"0,3-1 0 0,-1-1 0 0,6 1 0 0,0 0 0 0,0 1 560 0,11 1-264 0,8 0-132 15,4 1-65-15,2 1 181 0,-5-1-116 0,10 5-70 16,-2-3-30-16,2 2-111 0,-2 0 40 0,2 0 0 16,0 0 48-16,0 3-606 15,-3-3 299-15</inkml:trace>
  <inkml:trace contextRef="#ctx0" brushRef="#br0" timeOffset="73953.5">15344 7996 1766 0,'1'-13'0'0,"3"2"0"0,8 5 0 0,1-1 0 0,0-1 0 0,0 3 0 0,4 1 333 0,3 1-155 15,1-2-72-15,6 3 142 0,-3 1-108 0,-2 1-54 16,1 0-18-16,0 0-146 0,0 3 55 0,-3 5 28 15,-1 1-617-15,-3 2 331 0,-4 1 153 0</inkml:trace>
  <inkml:trace contextRef="#ctx0" brushRef="#br0" timeOffset="74098.12">15368 8200 1105 0,'-9'1'0'0,"1"1"0"0,4-2 0 0,1 0 0 0,3 0 0 0,0 0 456 16,0 0-215-16,10 0-105 0,6-2-51 0,7 1-79 15,1-4 26-15,-2 3 9 0,12 1-8 0,-2-1-534 16,1 0 267-16,0-2-195 0,1 2 225 0</inkml:trace>
  <inkml:trace contextRef="#ctx0" brushRef="#br0" timeOffset="74346.35">15823 8030 1087 0,'0'-6'0'0,"0"4"0"0,-5 2 0 0,-7 0 0 0,-1 0 0 0,1 6 0 0,3 5 239 15,3 7-103-15,5 1-51 0,1 2 348 0,0 9-204 0,5-3 43 16,11 1-120-16,2-2-59 0,5-1-31 0,1-4 9 16,3-4-38-16,0-5-77 0,3-5 39 0,2-5-81 15,-2-2 59-15,0-2 38 16,-4-12-220-16,-3-5 121 0,-2-3 61 0,-6-5 29 0,-6 1-234 0,-4 0 85 16,-4-6 70-16,-1 2-21 15,0-1 34-15,-13-2-53 0,-6 1 42 0,-5 2-49 16,-3 4 49-16,-1 5 21 0,0 2 1 0,-2 9 20 0,2 3-36 15,6 5-8-15,-1 2 45 0,6 6-92 16,0 13 46-16,7 4 22 0</inkml:trace>
  <inkml:trace contextRef="#ctx0" brushRef="#br0" timeOffset="74483.98">16510 8300 2687 0,'0'0'0'0,"0"0"0"0,6 0 0 0,-6 0 0 0,0 4 0 0,-8 7 0 0,-9 3 208 0,-1 3-87 16,-5 0-44 0,2 1-292-16,-3 3 120 0,-8 9 64 0,2 2-950 0</inkml:trace>
  <inkml:trace contextRef="#ctx0" brushRef="#br0" timeOffset="75052.67">16827 7854 1274 0,'-7'-12'0'0,"7"10"0"0,0 0 0 0,2 2 0 0,10-2 0 0,6 1 0 0,5-1 0 0,-1 2 0 0,9 0 156 15,-3 0-66-15,0 5 26 0,1 7-42 0,-5 5-20 16,-1-1 0-16,-7 3-65 0,2 6 18 0,-7-1 1 16,-7 0 24-16,-2 5-22 0,-2-1-1 0,-8 3 32 15,-12 3-8-15,-5-2 0 0,-3-2-1 16,-4-1-164-16,-1-5 64 0,5-7 49 16,-4-2-8-16,3-3-230 0,8-9 115 0,1-3 66 15,7 0 19-15,7-8-316 0,6-14 175 0,6-10 82 0</inkml:trace>
  <inkml:trace contextRef="#ctx0" brushRef="#br0" timeOffset="75222.28">17278 7714 1733 0,'3'-1'0'0,"-1"1"0"0,-2 13 0 0,-12 6 0 0,-6 5 0 0,2 4 0 0,-1 4 0 0,2 2 0 0,-1 0 183 0,4 0-75 0,2 1 151 15,4-3-6-15,4 2-102 0,2-3-63 0,0-4-54 16,9 0-1-16,11-1 0 0,2-6 7 0,7-1-385 15,1-4 189-15,3-4 94 0,-1-3 48 0,2-4-545 16,-2-4 292-16,-4 0 47 0,-1 0-170 0</inkml:trace>
  <inkml:trace contextRef="#ctx0" brushRef="#br0" timeOffset="75381.85">17336 7964 1522 0,'-5'0'0'0,"3"0"0"0,2 0 0 0,0 0 0 0,9-2 0 0,12-3 0 0,4-1 0 0,5 2 0 0,5 0 237 0,3 1-102 16,-1 2-43-16,-2-2 64 0,-1 3-61 0,0 0-31 16,-4 0 0-16,-2 0-380 0,-7 3 183 0,0 1 78 15,-6 4-502-15,-3 0 282 0,-5-3 141 16,-5 1 70-16</inkml:trace>
  <inkml:trace contextRef="#ctx0" brushRef="#br0" timeOffset="75555.16">17531 7696 939 0,'-5'-6'0'0,"1"6"0"0,0 0 0 0,4 6 0 0,-1 9 0 0,1 9 0 0,0 2 0 0,0 5 481 0,0 1-225 0,0 11-111 0,0-2-56 0,0 0 240 16,0-1-140-16,0 9-82 16,0-8-162-16,0 0 44 0,0-5 22 0,0 0-442 15,0-3 240-15,1-2 108 0,1-11 58 0,7-1-274 16,-1-10 166-16</inkml:trace>
  <inkml:trace contextRef="#ctx0" brushRef="#br0" timeOffset="75712.73">17680 7784 2139 0,'2'0'0'0,"1"0"0"0,7 8 0 0,-1-1 0 0,0 2 0 0,3 5 0 0,1 0 0 0,-2 2 0 0,6 4 0 0,0 0 230 16,0 0-98-16,-2-1-262 0,6 3 77 0,-4-1 43 15,1-2 21-15,-1-6-271 0,2 2 146 0,-2-6 81 16,2 0 29-16</inkml:trace>
  <inkml:trace contextRef="#ctx0" brushRef="#br0" timeOffset="75904.89">18052 7681 1537 0,'-2'-15'0'0,"-2"7"0"0,2 6 0 0,0 0 0 0,-1 2 0 0,-1 16 0 0,0 10 0 0,0 11 286 0,-3 7-126 0,-4 4-64 0,-5 9 329 16,-4 10-200-16,-1-3-96 0,0 0-48 0,-2 5 88 16,2-1-68-16,1-5-26 0,-1 13-8 15,3-14-83-15,5-8 24 0,0-3 1 0,2-2 24 16,3-14-420-16,2-2 206 0,6-13 107 0,0-5-661 16,0-7 367-16,0-8 94 0</inkml:trace>
  <inkml:trace contextRef="#ctx0" brushRef="#br0" timeOffset="76056.02">17982 8104 1399 0,'13'-16'0'0,"4"7"0"0,4 0 0 0,-1 2 0 0,7-3 0 0,1 2 0 0,4 1 315 0,2 1-133 0,1-2-78 0,1 5 60 0,-4-1-65 16,1 2-33-16,-8 0 8 0,7 2-179 0,-9 0 69 15,-1 0 34-15,-1 0-499 0,-4 0 261 0,-6 0 137 16,-3 0 60-16</inkml:trace>
  <inkml:trace contextRef="#ctx0" brushRef="#br0" timeOffset="76222.3">18255 7748 1285 0,'0'-3'0'0,"0"1"0"0,0 2 0 0,2 0 0 0,1 13 0 0,3 5 0 0,1 5 0 0,1 4 0 0,-2 5 484 0,-1 1-226 0,1 10-113 0,-3-9-47 16,-1 6 124-16,0-1-94 0,0 1-47 15,1-1-115-15,-3-4 33 0,1-1 9 0,1-3 25 0,0-9-478 16,2-1 239-16,-1-11 120 0,5-4-647 0</inkml:trace>
  <inkml:trace contextRef="#ctx0" brushRef="#br0" timeOffset="76507.53">18478 7763 1231 0,'15'-17'0'0,"0"7"0"0,6 3 0 0,-3 4 0 0,7-3 0 0,-2 5 0 0,1 1 0 0,-4 0 435 0,9 9-205 0,-8 6-99 16,-3 5-49-16,-3 5 52 16,-6 3-51-16,-1 5-17 0,-6-2-8 0,-2 3-56 15,0-1-106-15,-15 1 68 0,-1 0 35 16,-5-4 8-16,-2-1 26 0,0-4-1 0,1-2-36 16,-1-2-1-16,1-7 38 0,7-2 126 15,-2 0-77-15,6-7-28 0,1 1 177 0,4-5-100 16,3 1-40-16,3-2-34 0,0 0 24 0,0 0-24 0,13 0 0 0,7 0-70 15,1 0 31-15,8-5-9 0,-1-1-298 16,2-2 161-16,2 3 80 0,0-3 40 0,0 1-579 16,-1-1 292-16,0 2 114 15,-1-3 81-15,-2 3 2 0,-2-1 33 0,-4 0-8 0</inkml:trace>
  <inkml:trace contextRef="#ctx0" brushRef="#br0" timeOffset="76848.7">18947 7666 988 0,'-9'0'0'0,"6"-2"0"0,-1 0 0 0,4 0 0 0,0 0 0 0,0 0 136 0,5 0-52 0,16 1 332 0,3-1-191 0,1 0-96 15,1 2-40 1,6 0-32-16,-2 0 58 0,0 0-41 0,0 0-86 16,-1-2 22-16,-5 0 8 0,-2 2-12 15,-1 0-1-15,-8 0 28 0,-1 0-1 0,-5 0 1 16,-4 0 10-16,-1 9-10 0,-2 3-1 0,-3 4 115 0,-14 5-57 0,-4 4-32 15,-3 3 7-15,-6 6 110 16,1-2-71-16,1 0-36 0,2 0-17 0,2 3-18 0,5-5 8 16,0 2-8-16,2 0-73 0,6-2 36 15,3-1 1-15,5-9 35 0,3 5-25 16,0-8-8-16,0 1 34 0,3-3-77 0,11-3 38 16,-1-3-9-16,2-4 6 0,2 0-6 0,0-4-42 15,-3-1 17-15,4 0-63 0,-4 0 44 0,2 0 25 0,-2 0-159 16,0-1 87-16,-1-6 38 0,-4 6 23 15,1-3-15-15,-3 0-342 0,-1 2 189 0,-1 1 90 0,-1-2-177 16,-1 1 133-16,0-3 60 0,-1-1-389 16</inkml:trace>
  <inkml:trace contextRef="#ctx0" brushRef="#br0" timeOffset="77020.23">18976 7852 1330 0,'-8'0'0'0,"5"2"0"0,3 0 0 16,-2-2 0-16,2 1 0 0,0 3 0 0,7-2 0 0,8 2 61 0,4 0 452 0,6 2-240 0,-4-1 51 16,9-1-150-16,-5 2-70 0,3-1-36 0,1 0 0 0,-3 1-376 15,-5 0 179-15,4 1 76 0,-5-1-314 16,2-2 199-16,-2-1-718 0</inkml:trace>
  <inkml:trace contextRef="#ctx0" brushRef="#br0" timeOffset="77164.36">19436 7767 1452 0,'0'-2'0'0,"0"0"0"0,5 0 0 0,4 0 0 0,-4 0 0 0,4 1 0 0,0-1 0 0,5 2 74 0,-1 0 307 0,0 0-175 16,2 0-86-16,2 0-44 16,0 5-307-16,-2 5 139 0,-2 2 59 0,-2 1-266 0,-1 1 166 15,-8 3 82-15</inkml:trace>
  <inkml:trace contextRef="#ctx0" brushRef="#br0" timeOffset="77309.09">19443 8009 1476 0,'-16'4'0'0,"4"-2"0"0,3 0 0 0,2-2 0 0,1 0 0 0,2 0 0 0,4 0 172 0,0-2-62 0,4-4-42 0,16 1 228 16,3-1-132-16,1 3-65 16,-1 1-25-16,9-1-9 0,-5 2-195 0,-2 1 81 15,-2 0 41-15,2 0 0 0,-3 0-494 0,-2 0 263 0,-1 1 136 0,-2 4-505 16,-2-4 241-16</inkml:trace>
  <inkml:trace contextRef="#ctx0" brushRef="#br0" timeOffset="77471.31">19945 7429 1606 0,'2'-19'0'0,"-2"12"0"0,0 3 0 0,0 4 0 0,0 0 0 0,0 21 186 0,0 15-76 0,0 10 415 0,-2 19-250 0,-1 4-121 16,-4 8-60-16,4 17-31 0,-3-6 113 0,3-9-64 0,-1 18-43 15,4-7-534-15,0-1 249 0,0-14 125 16,4 6 61-16,1 0 40 0,-1-8-935 0</inkml:trace>
  <inkml:trace contextRef="#ctx0" brushRef="#br0" timeOffset="78207.63">20627 7543 1529 0,'2'-7'0'0,"-2"5"0"0,2 2 0 0,-1 0 0 0,1 0 0 0,0 0 0 0,-2 4 0 0,0 5 0 0,0 6 0 0,0 1 0 0,-2 2 0 0,-3 1 0 0,-7 5 60 0,1-1-27 0,-2 0 0 0,-2-4 8 15,-5 6-76-15,-1-3 34 0,0-4-1 0,-2-1 2 16,5-6-1-16,-1-1 42 0,2-3-8 15,2-1-27-15,4-2 0 0,2-3-19 0,-1 1 118 0,4 0-45 16,3-2-12-16,1 2-31 0,0 2 108 0,2 3-44 16,0 5-8-16,0 1-9 15,0 2 2-15,0 5 0 0,2 5-33 0,1-3-35 16,1 3 43-16,-2 5-9 0,0-4 1 0,-1 2-113 16,-1-1 56-16,0-1 28 0,0-4-226 15,0 1 117-15,0-4 40 0,0-4 36 0,0-5-347 0,0-6 174 16,0 2 63-16,0-6 57 0,0 0-258 0,0-2 153 15,0-13 78-15,0-7 37 0</inkml:trace>
  <inkml:trace contextRef="#ctx0" brushRef="#br0" timeOffset="78463.92">20351 7865 1024 0,'-7'-19'0'0,"2"8"0"0,1 1 0 0,4 3 0 0,0 1 0 0,0 2 0 0,0 0 0 0,14 1 0 0,4 1 283 15,7 2-129-15,1 0-60 0,1 0 59 0,1 0-59 16,0 2-31-16,-6 4 97 0,8 1-68 0,-11-1-30 15,2-1 1-15,-4 1 7 0,-2-1 0 0,-6-1-29 0,-1 0-8 16,-3 1 64-16,0-2-33 0,-4-1 1 16,1 0-33-16,-2 1 122 0,0 3-65 15,0 1-28-15,0 1 73 0,0 4-51 16,0 0-25-16,0 5 72 0,0 1-53 0,0 0-22 0,0 6-1 16,4-1-119-16,3 1 49 0,-1-3 32 0,1 9-8 15,1-5-311-15,-1 4 167 0,1-3 66 0,-1 1-506 16,-2-5 243-16,0 3 154 0,-1-4 70 0,-2-3-347 15,-1-3 212-15,-1-3 106 0,0-3-130 0,0-3 123 16</inkml:trace>
  <inkml:trace contextRef="#ctx0" brushRef="#br0" timeOffset="78626.64">20456 8019 1508 0,'-13'0'0'0,"6"0"0"0,-2 0 0 0,6 2 0 0,1-2 0 0,2 0 0 0,0 0 0 0,14 0 0 0,4 0 0 0,8-2 173 16,-1 0-70-16,0 0-35 0,-2 2-156 0,-2 0 60 0,2 0 39 16,-5 0-197-16,-1 7 110 15,-4 3 54-15,-5 1 27 0,-6 0-513 0</inkml:trace>
  <inkml:trace contextRef="#ctx0" brushRef="#br0" timeOffset="78758.28">20505 8159 764 0,'-17'0'0'0,"0"0"0"0,3 2 0 0,5-2 0 0,0 0 0 0,1 0 163 0,4 0-57 0,3 0-41 0,1 0 1 16,0 0 186-16,5 0-109 16,7-2-55-16,4 2-87 0,2-2-9 0,3 1 41 0,-3-1 0 0,5 0-378 15,-1 2 189-15,-2-2 103 16,1 0-432-16</inkml:trace>
  <inkml:trace contextRef="#ctx0" brushRef="#br0" timeOffset="79224.31">20889 7574 884 0,'4'-23'0'0,"1"6"0"0,-3 7 0 0,-1 0 0 0,1 5 0 0,-2 4 0 0,0-1 213 0,0 2-91 0,0 6-44 0,0 9 130 16,-5 7-91-16,-2 1-42 0,0 0-22 0,0-3-16 16,1 1-4-16,1-3 8 0,0-1-79 0,3-6 36 15,1-2-1-15,1-1 36 0,0-4-67 0,-2-3 29 16,2 2 0-16,0-3 38 0,0 0-31 0,2 0-21 15,3-3 5-15,3-2 113 0,1-4-43 16,0 1-17-16,3 1 37 0,-3 2-28 0,1 1 5 0,1-2-16 16,0 4 23-16,-2 0 11 15,1 2-41-15,1 0 12 0,-3 0 36 0,2 12-8 16,-5 2-38-16,2 3 1 0,-1 6 36 0,-2 0 1 16,-1 1-29-16,2 6 99 0,-3 0-53 15,1 2-28-15,3 0 1 0,-3 0 16 0,3 0-13 0,1 0-9 16,0 1-54-16,0-2 0 0,0 1 33 0,-1-4 0 15,-1-6-106-15,0 2 49 0,-2-1 29 0,-1-2-1 16,-2-3-109-16,0-3 51 16,0-5 18-16,-5 1-44 0,-7-5 20 15,-1-2 29-15,-3-4-14 0,-2 0-72 0,-1 0 29 16,-6-2 34-16,4-12-114 0,-4-1 68 0,2-3 33 0,0 0 1 16,5-6-40-16,1 0 41 0,6 1 0 0,1 5 32 15,3-1 27-15,3 3 0 0,2 3-35 0,2 1 68 16,0 3-29-16,0-1-1 0,6 2 52 0,6 3-41 15,2-1-21-15,3 2 8 0,3 1-192 0,5-1 84 16,0 3 54-16,1-4 1 16</inkml:trace>
  <inkml:trace contextRef="#ctx0" brushRef="#br0" timeOffset="79525.39">21525 7279 1413 0,'0'-14'0'0,"0"9"0"0,0 3 0 0,0 2 0 0,0 0 0 0,0 0 0 0,0 0 0 0,0 4 122 15,0 12-44-15,0 4-14 0,-9 6-164 0,-2 2 66 16,1-2 34-16,-1 3-1 0,-3-5-333 0,5-5 189 16,-5 2 83-16,0-6-222 0,-4 0 137 15,4-4 67-15,-2-3 34 0,2-4-3 0,0-3-22 0,1 1-1 16,4-2 279-16,-3 0-120 0,7 0-59 0,-1 0-39 15,3 0 448-15,3-2-223 0,0-2-65 0,0-2-71 16,7-1 260-16,10 0-144 16,5-1-85-16,1 0-38 0,2 3 0 0,-1-1-38 15,-2 3-194-15,3 0 105 0,-1 2 41 0,-1 1 23 16,-3 0-228-16,-3 0 126 0,1 4 64 0,-9 3 20 16,2 4-648-16</inkml:trace>
  <inkml:trace contextRef="#ctx0" brushRef="#br0" timeOffset="79673.98">21408 7574 815 0,'-13'0'0'0,"3"0"0"0,5 0 0 0,-1 0 0 0,3 0 0 0,3-2 0 0,-2 0 0 0,2 2 264 0,0 0-108 0,11 0-65 0,2 0-3 16,4 0-27-16,0 0-1 0,0 2-27 0,2 4-224 16,0-1 107-16,-1 1 59 0,-1 0-171 0,-2-1 114 15,0 1 57-15,-4-3 38 0</inkml:trace>
  <inkml:trace contextRef="#ctx0" brushRef="#br0" timeOffset="79866.03">21578 7630 793 0,'-14'0'0'0,"-3"2"0"0,-2-1 0 0,-4 4 0 0,0-2 0 0,-7 3 0 0,2 1 0 0,-4 1 225 0,3 1-96 15,3 1-40-15,-4 0-32 0,3 2 24 0,8-2-23 16,1-1-1-16,6-3-24 0,3-1 29 0,4 1-8 16,3-2-21-16,2-1 8 0,0 4-8 0,7-4-1 15,9 0 34-15,5-3-8 0,2 0-25 0,2 0 0 16,3 0 31-16,0 0 0 0,-4 0-23 0,9 0-8 15,-8 0-29-15,-2 0 29 0,0-2 0 16,-3 2-1-16,-3 0-167 0,-1 0 73 16,-5 0 45-16,-2 0-476 0,-4 0 242 15,2 6 99-15,-5 0 64 0</inkml:trace>
  <inkml:trace contextRef="#ctx0" brushRef="#br0" timeOffset="80138.72">21410 7893 1072 0,'-9'9'0'0,"1"4"0"0,2-1 0 0,-1-3 0 0,3 1 0 0,-1-3 0 0,3 0 0 0,-2-1 156 0,2 0-62 0,1-3-22 0,1 2 55 0,0-4-47 0,0 3-24 16,-2-4 0-16,2 1-51 15,0-1 7-15,0 0 21 0,0 0 0 0,0 0-51 16,0 0 25-16,3 0 0 0,10-3 34 16,3-5-76-16,0 3 34 0,1-1 0 0,3 1-72 0,0 0 30 15,-1 4 11-15,-3-1 20 0,-2 2-77 0,-2 0 43 16,-2 0 23-16,-5 2-20 0,1 4 14 0,-4 1 20 15,-2 2-15-15,0 1 42 0,-3 0-29 0,-11-3-9 16,1 0 52-16,-4-1-20 0,1-2 1 0,-2-2-23 16,2-2-63-16,-2 0 31 15,8 0 4-15,-4-2 29 0,7-8-255 0,1-3 120 16,4-9 52-16,2-3 33 0</inkml:trace>
  <inkml:trace contextRef="#ctx0" brushRef="#br0" timeOffset="80600.5">21654 7486 902 0,'23'-27'0'0,"0"4"0"0,-5 11 0 0,1 0 0 0,-1 2 0 0,0 1 0 0,-1 4 280 0,-1 1-124 16,0 2-61-16,-2 2 70 0,-3 0-66 0,1 0-25 15,-3 8-8-15,-3 4-70 0,-3 0 0 0,-1 3 37 16,-2 2-151-16,0 1 84 0,0-2 29 0,-9 3 0 16,-2-1-61-16,-1-1 49 0,1-2 17 0,0 0 7 15,3-1 53-15,3-4-24 0,1-2-55 0,2 2 261 16,2-3-117-16,0 1-51 0,2-1 40 0,12 1-43 15,0-1-6-15,6 1 1 16,-1-1-59-16,2 3 8 0,-1 1 17 0,-4 1 1 16,1 4-153-16,-2-1 76 0,-3-1 38 0,-5 3 9 15,-1-3-141-15,-3 0 80 0,-3 0 9 0,0-1-27 16,-3 1 19-16,-10-3 22 0,-5 0-20 0,-1-1 38 16,-1-5-31-16,-1 1 25 0,2-4-56 0,-1 0 20 15,1-2 5-15,3 0 27 0,0-4-168 0,3-11 81 16,1-4 41-16,5-4-9 15,0-7-89-15,3-2 69 0,1-1 35 0,1 1-24 0,-3 0 29 16,2 5-8-16,-1 0 37 0,-2 4 70 16,1 4-34-16,0 4-1 0,-2 6 331 0,2 1-191 15,1 4-83-15,2 2-5 0,-1 2 511 0,-1 0-270 16,2 10-112-16,0 14-67 0,2 6 173 0,0 12-129 16,0 5-63-16,0 4 127 0,0 5-96 0,2 2-39 15,0 8-33-15,0-6-74 0,1-8 25 0,-1 8 0 16,0 1-139-16,-2-3 90 0,0-4 34 15,0-3 20-15,0-6-504 0,0-11 203 0,0-4 149 0,0-4-14 16,0-7-454-16,0-10 287 16,0-5 145-16</inkml:trace>
  <inkml:trace contextRef="#ctx0" brushRef="#br0" timeOffset="80791.98">22093 7377 1208 0,'7'-20'0'0,"-2"11"0"0,1 8 0 0,-3-1 0 0,-1 2 0 0,0 0 218 0,0 0-93 0,-2 0-38 0,0 11-31 15,0 5 390-15,0 7-206 0,-4 2-104 0,-5 3 73 16,0 4-80-16,-3 0-52 0,1 2-355 0,1-5 155 16,1 4 78-16,2-5 39 0,1-6-627 0,3 1 329 15,-1-5 168-15</inkml:trace>
  <inkml:trace contextRef="#ctx0" brushRef="#br0" timeOffset="80966.52">22289 7326 1533 0,'4'0'0'0,"1"0"0"0,3 2 0 0,-3-2 0 0,3 5 0 0,1-2 0 0,1 6 0 0,0-2 344 0,1 4-159 15,-1 4-77-15,1 0 182 0,-2 0-129 0,0 2-64 16,-1 2-270-16,-1-2 99 0,1 0 53 0,-3 0 27 15,0-3-589-15,2 2 302 0,-4-5 156 0,-1 4 71 16,-2-2-357-16</inkml:trace>
  <inkml:trace contextRef="#ctx0" brushRef="#br0" timeOffset="81402.37">22272 7621 903 0,'-20'0'0'0,"-1"0"0"0,2 0 0 0,2 0 0 0,6 0 0 0,1 0 0 0,5 0 202 0,3 0-85 16,2 0-41-16,0 0 276 0,11 0-163 0,10 0-78 0,2 0 5 0,1 0 14 15,4 3-49-15,-4 1-16 0,10 1-77 0,-4 0 23 16,-2-2-1-16,-7-1 23 16,1 0-68-16,-3 0 42 0,-6 0-8 0,-1 2 89 15,-5-1-28-15,-1-1 1 0,-3 2-29 0,-1 4 68 16,-2-1-40-16,0 4-1 0,0 3-49 0,0 1 266 16,-3 1-121-16,-1 5-53 0,0 6 208 0,2-4-138 15,1 2 83-15,1 3-255 0,0-2 0 0,0-3 0 16,0 7 0-16,0-6 0 0,0-3 0 0,0 2 0 15,0-3 0-15,0-1 0 0,0-4 0 0,0-3 0 16,-8-1 0-16,-2-4-228 0,1-1 98 16,-4-1 78-16,-2-3-492 0,-3-2 255 15,-1 0 129-15,-4 0 63 0,3-7-333 0,-1-10 191 16,0-3 107-16,3-11 49 0,0-6-284 0,6-1 168 16,3 5 82-16,2-3-83 0,2 4 88 15,3 9 39-15,0-1 62 0,0 3-1 0,2 8-21 16,-2 1 336-16,2 8-159 0,0-1-89 0,0 3 301 15,0 2-194-15,0 0-65 0,-3 11 6 16,-4 10-49-16,-2 4-22 0,-4 5 306 0,-4 2-153 16,-1 7-76-16,-1-9-32 0,0 2-8 15,-1 3-36-15,-1-6-127 0,1-2 63 0,2-1 32 0,5-8 9 16,0 0-469-16,4-8 247 0,2-3 99 0,5-1 70 0</inkml:trace>
  <inkml:trace contextRef="#ctx0" brushRef="#br0" timeOffset="81558.89">22636 7382 1451 0,'13'-14'0'0,"6"13"0"0,6 1 0 0,-2 0 0 0,-7 0 0 0,-5 0 82 0,-1 0-24 0,-3 0 32 0,1 8-33 0,-5-1 0 15,-1 8-24-15,-2 0-580 0,0 4 276 0,0 2 140 0</inkml:trace>
  <inkml:trace contextRef="#ctx0" brushRef="#br0" timeOffset="81892.6">22571 7604 970 0,'-9'0'0'0,"2"0"0"0,4 0 0 0,3 0 0 0,-2 0 139 0,2 0-53 0,0 0-27 16,4-2 1-16,15 0 171 0,7-3-103 15,4-1-48-15,2 2-24 0,2 2 1 0,0-2-1 0,1 0-15 0,2 1-36 16,0-1 28-16,-2-2 0 0,1 1 25 15,-2 1 1-15,-8-2-18 0,1 2-8 0,-7 1-1 16,-3-1 51-16,-8 2-26 16,-2 0 1-16,0 2-17 0,-5 0 96 0,-1 0-52 15,1 0-26-15,-2 0 0 0,0 11 118 0,0 3-64 16,0 3-44-16,0 7 155 0,2 2-96 0,0 4-47 0,1 4-24 16,3 3 26-16,-1-1-29 0,4 0 0 0,-4 0 0 15,2-2 111-15,-1 0-165 0,-3-8 0 0,2 6 0 16,-3-10 0-16,0 1 0 0,0-5 0 0,-2-2 0 15,0-3 0-15,0-4 0 16,-11 1-252-16,-1-3 159 0,-6-1 53 0,-2-1 4 16,-6-1-110-16,-2-4 50 0,-2 0 41 0,-2 0-6 15,0-6-385-15,4-12 199 0,-4-12 111 0,9-6-448 16,5-9 275-16,2-17 139 0</inkml:trace>
  <inkml:trace contextRef="#ctx0" brushRef="#br0" timeOffset="82042.72">22954 7074 1628 0,'3'0'0'0,"2"19"0"0,-1 9 0 0,-4 2 0 0,0 9 0 0,-2 9 0 0,-10 13 0 0,-5 1 305 0,-4 4-136 0,2-7 199 0,-4 19-171 16,2-12-83-16,0-2-40 0,1-2-89 0,2-14 25 16,2 7 7-16,-1-8-520 0,6-13 268 0,1-8 134 15,4-11 67-15,3-6 33 0</inkml:trace>
  <inkml:trace contextRef="#ctx0" brushRef="#br0" timeOffset="82158.59">22783 7756 1712 0,'4'-10'0'0,"5"7"0"0,3 2 0 0,-3-2 0 0,0 3 0 0,0 0 0 0,5 4 0 0,0 6 298 0,2 2-137 0,0 1-64 16,3 6 216-16,-3-6-140 0,0 6-71 0,0-2-26 16,-2-2-596-16,2 1 277 0</inkml:trace>
  <inkml:trace contextRef="#ctx0" brushRef="#br0" timeOffset="82802.08">23594 7402 926 0,'-9'0'0'0,"6"0"0"0,1 0 0 0,2 0 0 0,0 0 0 0,3 0 0 0,12 0 308 0,4 0-138 0,9 0-61 16,10 0 294-16,3 0-186 16,4 0-92-16,4 0-46 0,0-3 88 0,-6 1-58 15,9-2-43-15,-9 2 1 0,-6 1 17 0,-2-1-25 16,-3 0 0-16,-7 2-18 0,-3 0-214 0,-3-2 103 16,-8 2 51-16,-1 0-455 0,-7 0 253 0,-1 0 86 15,-2 0-488-15,0 0 296 0,-9 0 147 0</inkml:trace>
  <inkml:trace contextRef="#ctx0" brushRef="#br0" timeOffset="83182.33">23685 7388 1030 0,'-25'5'0'0,"9"4"0"0,0-1 0 0,9-2 0 0,1-2 0 0,3 0 0 0,3 1 0 0,0 1 202 0,9 3-85 0,14 3-42 0,0 0 254 15,5 0-152-15,3 3-72 0,-1-2-36 0,1 3 158 16,0-2-97-16,-7-1-41 0,6 3-20 15,-11-4-79-15,0 2 21 0,-6 1 0 16,-4-1-117-16,-5 2 77 0,-4 0 27 0,0 5 0 16,-11 0-98-16,-10 2 66 0,-5-3 33 0,-6 2-7 15,-7 1-81-15,3-4 44 0,4-4-27 0,-3 0 50 16,-2-2 9-16,5-3-40 0,2-1 215 0,10-2-87 16,-3 1-34-16,9-3-24 0,4-1 241 0,4-1-106 15,3-2-48-15,3 3-39 0,0 0 101 0,2 1-66 16,17 1-26-16,4 2-8 0,7-3 52 0,5 2-42 15,8 1-22-15,-4-2 98 16,-2-1-52-16,11 1-37 0,-7-1 134 0,-7 1-197 16,4 0 0-16,-3-3 0 0,-8 3 0 0,5-3 0 15,-10 1 0-15,-1-1 0 0,-2-1-198 0,-8-1 132 16,0-1 53-16,-3 0-215 0,-5 2 84 16,-1-2 73-16,0 0-17 0,0 0-422 0,-2 0 231 0,0 0 127 15,0 0-405-15,0 0 262 0,0 0 131 16,3-3 66-16</inkml:trace>
  <inkml:trace contextRef="#ctx0" brushRef="#br0" timeOffset="83383.25">24281 7818 1029 0,'2'0'0'0,"1"0"0"0,-1 0 0 0,0 0 0 0,-2 0 0 0,0 0 0 0,0 0 605 0,0 2-285 0,0 9-136 0,0 4 412 15,0 4-282-15,2 5-141 0,-1 2-70 0,1 1 113 16,0-5-83-16,3 7-55 0,-1-7 35 0,1 1 118 15,4-3-231-15,-4-1 0 16,2-2-217-16,-1-7 146 0,-1 1 53 0,2-6 25 16,-5-1-385-16,-1-1 206 0,1-3 110 0,0 0-551 15,-2 0 260-15,0-1 160 0,0-8 80 0,0-1-219 16</inkml:trace>
  <inkml:trace contextRef="#ctx0" brushRef="#br0" timeOffset="83582.87">24785 7977 1557 0,'0'0'0'0,"0"0"0"0,4 0 0 0,-2 0 0 0,0 0 0 0,-2 4 0 0,0 0 332 0,0 4-150 16,0 0-74-16,0 2 284 0,-2 3-183 0,-5 1-88 15,-4 2-67-15,2 1 1 0,-1 0-22 0,-1-1 8 16,1-1-389-16,2-2 191 15,-1-3 94-15,3-4 48 0,-2 0-592 0,1-3 316 16</inkml:trace>
  <inkml:trace contextRef="#ctx0" brushRef="#br0" timeOffset="83809.07">24892 7363 2330 0,'4'-20'0'0,"11"16"0"0,12 4 0 0,-2-4 0 0,0-3 0 0,5-3 0 0,0 3 0 0,2 2 0 0,4 0 0 0,3 0 313 0,4 0-140 0,-6 4-70 0,4-1 38 16,-4 2-58-16,-1 0-26 0,-4 0-218 0,-4 0 96 16,-7 0 50-16,-1 0 31 0,-3 6-203 0,-4-1 110 15,-1-1 55-15,-3 4 27 0,-4-2-577 0,-3-1 201 16,-2-1 178-16</inkml:trace>
  <inkml:trace contextRef="#ctx0" brushRef="#br0" timeOffset="84158.26">25086 7388 1651 0,'-21'5'0'0,"7"1"0"0,5 2 0 0,2-3 0 0,4-3 0 0,3-2 0 0,0 0 0 0,0 4 0 0,5-2 274 0,9 5-112 0,2-2-69 16,3 6 276-16,-1-2-168 0,7 4-84 0,-2-2-42 15,-5-1 21-15,7 6-36 16,-4-3 0-16,-5 1-86 0,-1 0 29 0,-5 1 1 16,-1 5-182-16,-5 0 102 0,-4 4 54 0,0 1 27 15,-15 2-231-15,-8-2 126 0,-5 2 0 0,-6 3 52 16,6-9-133-16,-4 1 75 0,0-3 36 0,2-4 0 16,6-4 111-16,0-1-33 0,3-3 0 15,5-1 54-15,5-2-48 0,4-3-23 0,1-1-8 0,5 0 320 16,1 0-127-16,0 2-88 0,1-2 220 15,12 0-137-15,8 0-61 0,6 0-43 16,-2 0 179-16,6 3-107 0,-1-3-53 0,0 0-26 16,-6 0 25-16,8 0 97 0,-8 3-182 0,-3-1 0 15,-1-1 0-15,0 1 0 0,-7 2 0 0,1-1-404 16,-2 0 235-16,-4 1 101 0,1 1-775 0,-3-1 406 16,3 2 193-16,-1-2 110 0</inkml:trace>
  <inkml:trace contextRef="#ctx0" brushRef="#br0" timeOffset="84457.93">25456 7745 1825 0,'7'0'0'0,"3"0"0"0,3-2 0 0,0-2 0 0,0 1 0 0,2 2 0 0,1-1 0 0,2 2 0 0,-1 0 297 0,-3 2-132 16,1 9 68-16,-3 0-104 0,-4 6-49 0,-3-1-23 15,-3 2 51-15,-2 1-30 0,0 4-7 0,-11-1-38 16,-8 1-48-16,-6 0 23 0,2-1 1 0,-8-2 32 15,3 0-50-15,-2-5 20 16,4-4 1-16,5-4 53 0,1 1 0 0,4-7-24 16,3 1 38-16,2-2-24 0,3 0-16 0,3 0-9 15,3 0 100-15,2 0-40 0,0 0-33 0,0-2 0 16,5-1-17-16,9-1-7 0,4 0 148 0,2 2-417 16,-1 0 205-16,4 1 31 0,4-1 1 0,-3 2-383 15,1 0 186-15,-5 0 80 0,3 0 58 0,-2 0-629 16,-1 5 328-16,-1 3 163 0,-1-1-194 15,-1 1 170-15,1-2 98 0,-2-5 45 16</inkml:trace>
  <inkml:trace contextRef="#ctx0" brushRef="#br0" timeOffset="84602.55">25856 7975 666 0,'4'-9'0'0,"1"2"0"0,-1 1 0 0,-2 0 0 0,0 1 187 0,-2 3-69 16,0 1-47-16,0-2 1 0,0 3 312 0,0 0-176 15,-6 10-87-15,-3 6-37 0,-6 3 148 0,5 2-99 16,-3-1-51-16,0 3-78 15,0 0-1-15,0-5 38 0,0 5-397 0,-3-3 194 16,5-3 97-16,-2 0 49 0,0-4-248 0,6-3 114 16,-2-3 82-16</inkml:trace>
  <inkml:trace contextRef="#ctx0" brushRef="#br0" timeOffset="84892.78">26151 7281 1455 0,'0'-2'0'16,"0"-3"0"-16,0 2 0 0,0 3 0 0,7 0 0 0,3 0 0 0,-1 0 0 0,6 0 0 0,4 0 445 0,4 0-207 0,7 0-102 15,0 0 131-15,2 0-120 0,-1 0-58 0,3 0-28 16,-2 0-113-16,-2 0 43 0,-5 3 28 0,0-3-7 16,-2 1-101-16,-4-1 60 0,-5 0 31 0,-3 3-376 15,-3-3 197-15,-3 0 98 0,-4 0-500 0,1 0 252 16,-2 0 147-16,-3 0 74 0,-12 0-278 0</inkml:trace>
  <inkml:trace contextRef="#ctx0" brushRef="#br0" timeOffset="85223.79">26110 7356 678 0,'-8'4'0'0,"3"3"0"0,5 1 0 0,0-2 0 0,0-5 0 0,3-1 238 0,0 2-102 15,5-2-44-15,5 2 184 0,-1 0-122 0,3 3-61 16,0-1-30-16,-2 2 213 0,2-1-113 0,2 3-69 16,-2 1-29-16,0 1-40 0,-2 1 8 0,-2 0-1 15,-1 4-191-15,-7-1 91 0,-1 6 51 0,-2 3 24 16,0 1-271-16,-13 1 148 0,-6-1 40 0,-3 0 45 15,-4-1-209-15,-2-1 106 16,-2-2 40-16,-1-2 48 0,3-5 5 16,-1-2 9-16,7-2 135 0,2-5-68 0,3 3-34 0,6-6 1 15,3-1 272-15,2 2-144 0,4-2-42 0,1 0-48 16,1 0 350-16,1 0-170 0,15 1-98 0,5 1-44 16,4 0 188-16,5 0-116 0,-1 2-59 0,6-2 34 15,-3 3-50-15,-2-4-21 0,0 2-35 0,-7 1 14 16,2 0-1-16,-3 2 9 0,-3-3-375 15,-2 3 183-15,-4 0 92 0,-4 1 46 16,1-1-705-16,-5-1 346 0,1 1 134 0,-3-1 102 16</inkml:trace>
  <inkml:trace contextRef="#ctx0" brushRef="#br0" timeOffset="85534.46">26430 7681 963 0,'6'0'0'0,"6"0"0"0,2 0 0 0,5-4 0 0,-2 1 0 0,1 0 0 0,2 2 199 16,-2 1-83-16,0 0-34 0,-2 4 297 0,-2 7-173 16,-5 1-86-16,-4 4-44 0,-3-1-9 0,-2 3 9 15,0 3-43-15,-13-2 0 0,-2-1-68 0,-3 0 33 16,2-7 1-16,0 0-5 0,2-1 15 0,3-5 1 16,2 1 22-16,3-4 32 0,4 0-31 0,0-2-39 15,0 0 169-15,2 2-82 0,0-2-27 0,9 0-1 16,9 0 59-16,-1 1-31 15,1 4-9-15,1-2-40 0,0 3 36 0,-5 3-1 16,-1 2-35-16,-2 3 9 0,-9 0-8 0,-2 3 0 16,0 2-24-16,-14 0 1 0,-8-1 23 0,-3-1 7 15,-3-2-51-15,-2-1 21 0,2-3 1 0,-2-4 17 16,2-1-211-16,4-2 89 0,3-2 51 0,2-2 9 16,6 0-569-16,3 0 276 0,6-4 139 0</inkml:trace>
  <inkml:trace contextRef="#ctx0" brushRef="#br0" timeOffset="85760.02">27024 8019 1165 0,'-6'0'0'0,"-1"-2"0"0,7 2 0 0,-3 0 0 0,0 4 0 0,-7 3 125 16,-4 1-38-16,-2 1-31 0,2 0 242 0,-1 5-133 16,-2-1-66-16,1 0-33 0,2-3-61 0,1 5 27 15,1-5 1-15,5 3 0 0,3-7-362 0,2 2 181 16,2-3 99-16</inkml:trace>
  <inkml:trace contextRef="#ctx0" brushRef="#br0" timeOffset="86027.56">27197 7336 1511 0,'-9'-14'0'0,"9"14"0"0,1 0 0 0,9 0 0 0,-5 0 0 0,2 0 0 0,2 0-33 0,7 0 1 0,7 0-9 16,9 4 545-16,3-1-235 0,9 1-118 0,-1 2-59 16,1-2-76-16,-5 0 25 0,2 0-8 0,-4-1-229 15,-4 0 114-15,-4 0 58 0,-9 0-316 0,0-1 175 16,-5 1 85-16,-7 0 43 0,-2-2-415 0,-3 2 209 16,-3-1 105-16</inkml:trace>
  <inkml:trace contextRef="#ctx0" brushRef="#br0" timeOffset="86334.42">27229 7402 1211 0,'0'6'0'0,"0"6"0"0,5-3 0 0,9-3 0 0,-3-3 0 0,3 2 0 0,-1 0 0 0,4 4 151 0,-5 1-59 16,1 1 288-16,-1 2-166 15,-5 2-94-15,-1 3-44 0,-5-2-21 0,-1 2-22 0,0 2 0 0,-1 2 8 16,-17 0-94-16,2 1 42 15,-7-2 23-15,0-1-142 0,1-2 82 0,2-2 48 16,0-1-8-16,0-4-8 0,4-1-11 0,2-3 24 16,7-3-29-16,-3 0 0 0,4-1-17 0,5-3 38 15,-1 0 111-15,2 0-52 0,0 0-23 0,0 0-1 16,9 0 157-16,9 0-83 0,8 0-23 0,0 0 84 16,2 0-60-16,-3 0-26 0,7 0-7 15,-3 0-113-15,-9 0 39 0,4 0 1 0,-5 0-114 0,-1 4 84 16,-3 2 32-16,-4 2-1 15,-1-1-590-15,-2 1 294 0,-1-1 107 0,0 1 81 16,-1-5-486-16</inkml:trace>
  <inkml:trace contextRef="#ctx0" brushRef="#br0" timeOffset="86586.63">27830 7626 893 0,'-3'-4'0'0,"-4"3"0"0,-3 1 0 0,2 0 0 0,-9 0 0 0,-3 1 0 0,0 10 238 15,-2 5-103-15,-2-1-51 0,1 3 97 0,-2-1-79 16,5 3-35-16,5-6 1 0,0 4 58 0,3-4-46 16,7-2-16-16,2-1-8 0,0-2 92 0,3 1-58 15,0-5-28-15,11-1 147 0,11-4-80 0,3 0-52 16,5 0-23-16,2 0 194 0,5-2-107 0,-4-4-55 16,1 1 4-16,-2-1-33 0,-2 3 0 0,-5 1-24 15,-4 2-120-15,1 0 60 0,-3 0 38 16,-6 0-8-16,0 0-391 0,-4 5 203 0,-3-1 108 15,-5 2-708-15,-1-3 368 0,0 1 196 16,-4 0 94-16</inkml:trace>
  <inkml:trace contextRef="#ctx0" brushRef="#br0" timeOffset="86735.97">27858 7628 1202 0,'-5'-2'0'0,"5"2"0"0,0 6 0 0,0 7 0 0,0 2 0 0,-3 7 182 0,0 3-75 0,-4 4-36 15,3 4 381-15,-5 1-210 0,2 1-96 0,-3 1-61 16,4-1-21-16,-3 2-32 0,0-2 1 0,1 1-316 16,4-2 166-16,-2 0 71 0,3-4 39 0</inkml:trace>
  <inkml:trace contextRef="#ctx0" brushRef="#br0" timeOffset="86862.63">28093 8152 1863 0,'0'-2'0'0,"0"2"0"0,1 0 0 0,8 2 0 0,-7 0 0 0,-2 0 0 0,0 1-256 0</inkml:trace>
  <inkml:trace contextRef="#ctx0" brushRef="#br0" timeOffset="89545.82">10318 9115 544 0,'-2'0'0'0,"-2"0"0"0,2 0 0 0,2 3 0 0,0-3 0 0,0 0 218 16,0 0-96-16,0-3-45 0,8-2-22 0,4 0 175 16,4-1-99-16,0-1-40 0,3 2-34 0,1 0 158 15,0 0-91-15,6 2-46 0,-1 1 54 0,-4 1-42 16,5-2-32-16,-2 2 124 0,0 1-74 0,-3 0-38 16,-1 0 1-16,1-2-2 0,-2 2-36 0,-4 0 0 15,-3 0 0-15,-1 0-64 16,-4-2 32-16,-2 2 8 0,-3-2 24 0,1 2-192 15,-1 0 96-15,-2-1 44 0,0-2-131 0,0 2 63 16,-8-3 44-16,-1 0-130 0,-1 0 78 0,-3 2 9 16,2 0 31-16,0 1-70 0,-1 1 50 0,1 0 22 15,-1 0-1-15,3 0 64 0,2 0-21 0,1 0-8 16,1 0 125-16,0 0-69 0,2 3-35 0,1 2 0 16,0 2 203-16,2 2-106 0,0 2-36 15,0 2 74-15,0 5-66 0,0-2 4 16,0 5 16-16,2 5 98 0,2 0-77 0,-1 2-40 15,2 3 0-15,-3 3 40 0,-1 1-31 0,1 3-9 16,-2 5-76-16,0-2 0 0,0 0 36 0,0 2 1 16,0-8-117-16,-2 4 54 0,-1-1 31 0,-2-6-176 15,2 3 87-15,-3-5 53 0,2-6 3 0,-1-1-90 16,0-4 31-16,-4-4 40 0,2-4-23 16,2-1-45-16,-3-5 34 0,-2 1 30 15,1-4 0-15,0 2 108 0,0-4-42 0,-1 0-22 0,1 0 260 16,1 0-132-16,3 0-54 0,0 0 324 15,4 0-168-15,-1 0-99 0,0 0-11 0,2 0 68 16,0 0-73-16,2 0-35 0,13 0 0 0,3 0 154 16,3 0-223-16,6 0 0 0,-1-2 0 0,3-4 0 15,-1 2 0-15,-3 3 0 0,-4-3 0 0,4 2 0 16,-2 0 0-16,-3 0-722 0,-1 0 411 0,-5 0 154 16,0 2 19-16,1 0-264 0,-3 0 184 15,-3 0 93-15,0 0 46 0,1 0-551 0</inkml:trace>
  <inkml:trace contextRef="#ctx0" brushRef="#br0" timeOffset="89767.98">10937 9631 1926 0,'4'0'0'0,"0"0"0"0,-3 0 0 0,4 0 0 0,-3 0 0 0,0 12 0 0,-1 3 0 0,-1 2 0 0,0 8 297 0,0 1-132 16,0 3-58-16,0 4 224 0,0 1-150 0,0 0-73 15,0-3-38-15,0-5 18 0,2 1-32 0,0-3 0 16,5-3-107-16,2-4 42 0,1-2 21 0,0-7 8 16,0-1-284-16,1-5 148 0,-1-2 75 0,1 0-375 15,1-6 166-15,-3-11 53 0,-1-7 88 0,0-1-367 16,-4-3 222-16,-1 0 110 0,-1-4 56 0</inkml:trace>
  <inkml:trace contextRef="#ctx0" brushRef="#br0" timeOffset="89911.35">11040 9301 1410 0,'0'-9'0'0,"3"4"0"0,-1 0 0 0,-2 3 0 0,0 1 0 0,0 1 0 0,0 0 200 15,0 0-84-15,0 0 185 0,0 8-11 0,0 2-129 16,0 4-64-16,2 1-160 0,1 3 47 0,1 1 33 16,3 0-8-16,2 0-649 0,3-2 337 0</inkml:trace>
  <inkml:trace contextRef="#ctx0" brushRef="#br0" timeOffset="90355.48">11438 9340 1404 0,'-1'0'0'0,"1"0"0"16,0 0 0-16,0 0 0 0,0 0 0 0,0 0 0 0,0 0 190 0,1 0-83 0,11 0-37 0,7 0 520 15,3-1-278-15,1-2-140 0,2-4-62 0,5 0 253 16,-5 2-165-16,0-1-83 0,1 1-101 0,-6 2 18 15,1 0 9-15,-1 0-401 0,-3 1 196 0,-1 2 98 16,-2 0 50-16,-1 0-301 0,-2 0 183 0,-1 0 80 16,-1 0-56-16,-4 6-714 0</inkml:trace>
  <inkml:trace contextRef="#ctx0" brushRef="#br0" timeOffset="90531.73">11532 9600 2120 0,'-12'7'0'0,"1"3"0"0,4-3 0 0,2-1 0 0,1-2 0 0,2-2 0 0,2-1 0 0,0-1 0 0,4 3 404 0,13-3-185 0,8 0 393 15,-3 0-281-15,6 0-153 0,0 0 53 0,-1-3-231 16,-1 0 0-16,-5 0 0 0,3 0 0 0,-1 1-466 16,-1 0 266-16,-2 2 116 0</inkml:trace>
  <inkml:trace contextRef="#ctx0" brushRef="#br0" timeOffset="92546.87">12589 9171 546 0,'-2'0'0'0,"0"0"0"0,2 0 0 0,-2-3 0 0,-1-1 0 0,0-3 84 0,1-3-26 16,0 0 127-16,-2-2-76 0,3 1-38 0,-3-3 8 16,0 1-1-16,3-2-23 0,-3 3 0 0,-3-4-14 15,4 3-8-15,-3-2 8 16,1 2-8-16,-1 0-33 0,1 2 1 0,-3-1 31 0,2 1 1 0,-1 1 8 16,0 1-63-16,-2-1 28 15,2 1-15-15,0 1 39 0,-2 0 1 0,2 1 28 16,-2 0-13-16,0 0-23 0,0 1-7 0,1 0 6 15,-1 3 62-15,0-1-22 0,0 3-1 0,0-2 26 16,4 2-27-16,-2 1 0 0,-2 0-58 16,4 0 39-16,-2 7-8 0,1 8-1 15,3 6 1-15,-1 3-2 0,0 6 1 0,1 2 9 0,0 11 31 0,3-4-40 16,-2 7 1-16,2 0 43 16,0 4-21-16,0-7 7 0,0 10 2 0,2-7-32 15,4-1 1-15,0 2 0 0,1-4 0 0,-2-8-52 16,1 4 23-16,-1-6-1 0,0-3-48 0,-1 1 39 0,-3-8-5 15,1 0 48-15,-2-4-68 0,0 0 27 16,0-4-16-16,0-2-46 0,-7 1 31 0,-3-6 23 16,1 4-9-16,-4-5-110 0,-1-1 54 0,2-1 33 15,-2-2 5-15,1-1-179 0,-2-1 90 16,4-1 49-16,2 0 19 0,-1 0-240 0,1 0 134 16,3-3-100-16,2-7 120 0,4-1 57 0,0-4 28 15,2-4 0-15</inkml:trace>
  <inkml:trace contextRef="#ctx0" brushRef="#br0" timeOffset="92853.27">12757 8976 902 0,'4'-32'0'0,"-2"6"0"0,-1-5 0 0,-1 10 0 0,0 0 0 0,0 10 0 0,-5 1 153 0,-2 3-51 0,-2 3 118 16,0 4-94-16,-2 0-46 0,2 6-24 0,-4 11 0 15,2 1 35-15,-4 9-33 0,1 2 0 0,2 0-25 0,0 3 123 16,3 2-62-16,2-2-22 0,1 2 136 16,6 0-88-16,0-2-44 0,0-1 112 0,0-2-77 15,0-4-32-15,7 8 25 0,1-3-36 16,1-2 0-16,-1 3-60 0,-1-3 1 16,0 4 32-16,-1 1-8 0,-2-2-103 0,-3 1 51 15,2 0 26-15,-3-1-191 0,0-5 117 16,0 6 37-16,-4-6 29 0,-4-2-15 0,-1-5 1 0,-2-2-326 15,-2-2 157-15,0-2 49 0,1-4-294 0,-1-1 198 16,6-2 100-16,-3-4-361 16,1-1 222-16,2-1 123 0,1 0 56 0</inkml:trace>
  <inkml:trace contextRef="#ctx0" brushRef="#br0" timeOffset="93113.28">12322 9910 1216 0,'-15'0'0'0,"1"0"0"0,7 0 0 0,-2 0 0 0,3 0 0 0,0 0 298 15,4 0-133-15,2 0-66 0,0 0 361 0,16-4-217 0,7-1-106 0,6-3-52 0,11-2 167 16,-5 3-102-16,14-2-62 0,-4-1 175 16,-2 1-115-16,3 1-58 0,-5 1-36 15,-6 2-13-15,1-1-8 0,-3 3 0 16,-8 2-311-16,-2-1 156 0,-4 2 77 0,-6 0-481 15,-6 0 276-15,1 0 91 0,-4 0-1017 16,-4 3 1124-16,0 3 19 0,0 2-8 0,-10 2 9 0,-3-7-203 16,0 1 101-16,-2-4 51 0</inkml:trace>
  <inkml:trace contextRef="#ctx0" brushRef="#br0" timeOffset="93464.92">12541 9793 586 0,'-20'6'0'0,"1"2"0"0,2 1 0 0,2-1 0 0,0-1 0 0,2 1 412 0,6-3-181 0,-2-1-103 15,6 2-48-15,3-3 293 0,0 5-171 16,0-1-84-16,2 1 144 0,8-1-118 0,4 3-56 0,2-1-28 16,0 3 1-16,1 1-4 15,0-2 10-15,0 4-35 0,-2-2-45 0,0 2 23 0,-2 0 0 0,-3 0-168 16,-3 4 104-16,-5 0 39 0,0 1 24 16,-2 1-202-16,-2 2 106 15,-9-3 9-15,-4-3 41 0,-5 4-69 0,6-8 42 16,-5 0-9-16,1-2 158 0,-2 0-64 0,-1-3-34 15,5-2 4-15,1 0 288 0,4-3-138 0,2-1-73 16,1 0-16-16,4-2 155 0,2 0-65 0,2 0-58 0,0 2 155 16,0-2-103-16,12 0-51 0,6 0 82 15,5 0-72-15,1 0-30 0,3-2 134 16,1 0-199-16,0-2 0 0,-4 0 0 16,8-3 0-16,-6 3 0 0,-3 0 0 0,0 1 0 0,-5 0-216 15,-1 2 171-15,-2-1 35 0,-3 2-588 0,-1 0 270 16,-2 0 155-16,1 0 27 0,-3 0 61 15,2 2-504-15,-1-1 278 0,0 2-297 16,-1-3 287-16,0 0 137 0</inkml:trace>
  <inkml:trace contextRef="#ctx0" brushRef="#br0" timeOffset="93671.05">12904 10098 1027 0,'4'-2'0'0,"-3"0"0"0,3 2 0 0,-2 0 0 0,0 0 0 0,-1 0 0 0,-1 7 213 0,0 5-90 0,3 1-46 0,-3 4 308 0,2 2-180 0,-2 5-86 15,0 0-44-15,0 3-20 0,0-1 122 16,0-2-63-16,0 1 83 0,2-3-83 16,0 1-40-16,1-6-70 0,3-3 29 0,1-2 8 0,3-1-8 15,-1-5 0-15,2-2-235 0,1-4 117 16,-1 0 59-16,0 0 38 0,1-6-401 16,-1-7 169-16,-4-1 114 0,3 2-267 0,-5-3 170 15,1 0 77-15,-2-2-387 0</inkml:trace>
  <inkml:trace contextRef="#ctx0" brushRef="#br0" timeOffset="93810.67">13026 9942 985 0,'0'-8'0'0,"-2"5"0"0,0 1 0 0,-1 1 0 0,-1-2 0 0,2 1 0 0,0 2 411 0,2 0-189 0,-2 0-94 15,2 0-48-15,0 0-16 0,0 6-108 0,0 3 38 16,0 0 0-16,4 1 39 0,4 1-586 0</inkml:trace>
  <inkml:trace contextRef="#ctx0" brushRef="#br0" timeOffset="94661.19">13347 9340 594 0,'-7'-8'0'0,"1"4"0"0,4 0 0 0,0 0 0 0,2 2 394 0,0 1-181 16,0-3-90-16,2 2-37 0,11 1 200 0,6-2-127 0,6 2-63 15,-3 1 106-15,0 0-85 0,-1 0-34 0,6 11-29 0,-7 1 9 16,1 3-1-16,-7 2-29 0,-2 3 0 16,-1-2 8-16,-3 8-8 15,-6-3-29-15,-2 3 0 0,0 3 29 0,-12-1 0 0,-4-1-184 16,-7 0 88-16,-1 1 46 0,-3-5-61 16,-1-2 96-16,2-7-4 0,0-3-19 0,-4 1 319 15,7-6-301-15,-5-3-3 0,9 1-4 0,0-1 116 16,6-2-44-16,2-1-32 0,4 2-2 15,3-2 0-15,0 0 184 0,4 0-97 0,0 2-41 0,4 1-33 16,10-1 1-16,6 2-25 0,4-2-1 0,-2 1-17 0,3 0 26 16,5-3-9-16,-2 0 1 0,0 0-205 15,1 0 102-15,-3 0 51 16,-2 0-207-16,6 0 122 0,-6-3 24 0,3 2 45 0,-3-1-693 16,-1-2 340-16,-1 0 181 0,4 1-520 15</inkml:trace>
  <inkml:trace contextRef="#ctx0" brushRef="#br0" timeOffset="94899.9">13803 9372 2456 0,'-3'-16'0'0,"1"4"0"0,2 0 0 0,0 4 0 0,0 1 0 0,5-3 0 0,9 6 99 0,2 2-33 0,7 2-1 16,2 0 560-16,-5 6-532 0,5 9-33 0,-3 3-1 0,-1 7 23 15,-4 2-24-15,-2 0 0 0,-4 4-18 0,-4 0-7 16,-3-2-26-16,-2 1 0 15,-2 0 26-15,0 0 0 0,-13-2-66 0,-4-1 28 0,-3-1 1 16,-1-6-217-16,-4-1 127 0,2-2 64 0,0-6 37 0,-6 2-429 16,8-3 175-16,-1-5 112 15,2-2-128-15,2-3 115 0,4 0 50 16,2-3-369-16,5-12 217 0,7-6 109 0,0-1 54 0,3-4-398 16,15-4 219-16</inkml:trace>
  <inkml:trace contextRef="#ctx0" brushRef="#br0" timeOffset="95099.02">14155 9234 852 0,'13'-21'0'0,"2"4"0"0,-7 6 0 0,-5 2 0 0,-1 4 0 0,-2 2 58 0,-3 3 480 0,-9 0-253 0,-3 11-126 15,-2 7-55 1,0 9-39-16,-5 7 455 0,3 5-243 16,2 3-122-16,4 1 267 0,5-6-186 0,3 12-106 0,5-12-49 0,0 3 132 15,0-4-213-15,12-2 0 0,6-6 0 0,3-2 0 16,3-5 0-16,2-4 0 0,-2-6-524 15,3-5 317-15,-3-4 128 16,7-2-758-16,-1 0 359 0,-2-9 222 0,0-5 112 0,-4 1-525 16</inkml:trace>
  <inkml:trace contextRef="#ctx0" brushRef="#br0" timeOffset="95274.11">14419 9326 1052 0,'-9'-4'0'0,"4"2"0"0,-1 0 0 0,2 1 0 0,2 1 376 15,2 0-176-15,0 0-83 0,0 0 376 16,2 7-231-16,10 5-114 0,0-4-49 0,4 6-102 16,-3-1 0-16,2 2 36 0,0 0-556 15,2 0 279-15,-4-2 146 0,4-2 61 0,0-1-556 16,-2-4 300-16,1-2 149 0,0-3 74 0,-5-1-264 16</inkml:trace>
  <inkml:trace contextRef="#ctx0" brushRef="#br0" timeOffset="95496.33">14754 9093 1722 0,'4'-13'0'0,"-1"5"0"0,-1 4 0 0,3 3 0 0,-4-1 0 0,-1 2 0 0,0 0 0 0,0 11 329 0,0 12-148 0,-6 5-74 0,-5 11 442 16,-3 5-258-16,-6 4-121 0,-1 12-72 0,1 3 242 0,-2 4-32 15,-1 4-308-15,0 0 0 0,-1 2 0 16,3 1 0-16,-1-4 0 0,3-3 0 0,-2 1 0 0,4-6 0 0,4-8-332 15,-2 1 198-15,4-5 84 0,2-12 41 0,2-2-567 16,2-12 290-16,1-7 85 0,2-5-1001 16,2-3 1146-1,-1-7 0-15,1-2 23 0,0 0-1034 0,0-4 1014 0</inkml:trace>
  <inkml:trace contextRef="#ctx0" brushRef="#br0" timeOffset="96454.98">14959 9266 1650 0,'-8'-4'0'0,"6"2"0"0,2 2 0 0,0 0 0 0,0 0 0 0,2 0 0 0,13 0 0 0,6 0 140 0,3 0-53 0,4 0 187 0,4 0-121 0,0 0-60 0,-6 0-22 16,6 0-9-16,-3 0 0 0,-10 0-29 16,2 0 0-16,-3 0-67 15,-3 6 41-15,-7 6-8 0,-3-2-8 0,-3 9 20 16,-2 3 1-16,-2 5 21 0,-15 3 7 0,-7 8-84 16,-4-2 28-16,-4 1 22 0,0-2-105 0,-2-1 54 15,6-4 13-15,-7 2 32 0,8-7-7 0,-1-3 4 16,3-3-5-16,6-2 165 0,1-4-74 0,4 0-38 0,3-6 101 15,4-1-65-15,3-2-21 0,3-3 5 16,-2-1 141-16,3 3-86 0,0-3-44 0,8 2-22 0,8-2 46 16,2 1-26-1,6-1-8-15,0 0-2 0,4 0-31 0,1 0 163 0,1 0-196 16,-4 0 0-16,6 0 0 0,-6 0 0 16,-5 0 0-16,-1 0-209 0,0 0 182 0,-6 0-427 15,0 0 210-15,-3 0 121 0,-2 0 28 0,-3 0 40 0,0 0-531 16,-5 0 268-16,1 0 147 15,0 0-412-15,-2 0 275 0,0 0 137 0</inkml:trace>
  <inkml:trace contextRef="#ctx0" brushRef="#br0" timeOffset="96600.59">15081 9528 1403 0,'-19'-15'0'0,"4"10"0"0,5 0 0 0,-1 1 0 0,4 0 0 0,1-1 0 0,2 4 138 0,4-1-53 0,0-2-26 0,10 2 270 0,10-5-148 16,1 5 16-16,9-2-86 15,-2 3-40-15,3-1 1 0,0 2-269 0,1 0 115 0,2 0 65 16,-2 6 21-16,0 5 0 16,0 0-597-16,-2 2 312 0</inkml:trace>
  <inkml:trace contextRef="#ctx0" brushRef="#br0" timeOffset="97051.03">15754 9538 823 0,'0'-7'0'0,"0"-2"0"0,0-3 0 0,0-5 0 0,0-2 0 0,0-1 338 0,0-1-152 16,-5-4-77-16,1 3-38 0,3 1 101 0,-5 0-74 15,1 5 94-15,-1-1-80 0,-4 6-39 0,1-1-1 16,0 9-31-16,-8 0-8 0,0 3 32 0,-4 6 0 16,0 16 0-16,-2 7-32 0,4 4 8 0,-6 13 77 15,9-3-42-15,2 4-22 0,5 0 0 0,5-2-21 16,2-8 8-16,2 4 46 0,0-8-27 0,8-5 11 15,4-4-1-15,4-8-37 0,0-2 8 0,2-6-141 16,1-4 67-16,-1-4-226 0,5 0 143 0,-1-8 63 16,-2-16 44-16,5-6-11 15,-4-3-290-15,-1-8 129 0,-1 0 78 0,-1-6 15 16,-4-3-120-16,-1-3 92 0,1-1 42 0,-4-10-25 16,1 4 33-16,-2-1 1 0,0 3-16 0,0-13 9 15,1 9 39-15,-3 7 1 0,0 5 34 0,-1 11 98 0,-1 14-75 16,-2 0-24-1,-1 13 382-15,0 4-186 0,-2 2-108 0,0 6 268 0,0 4-157 0,0 22-80 16,0 6 67-16,-4 10-77 0,-1 5-39 0,-4 3 0 16,4 4-30-16,1 1-8 0,3 1 89 15,-3 1-44-15,2-1-23 0,0 0-94 16,0-1 45-16,2-2-9 0,0-5-378 0,0-3 208 16,0-9-1078-16,2-2 1202 0,6-10-5 0,2-1-5 15,4-6 26-15,1-5 0 0,2-5-414 0,-1-4 207 0</inkml:trace>
  <inkml:trace contextRef="#ctx0" brushRef="#br0" timeOffset="97436.77">16531 9074 1988 0,'0'-27'0'0,"0"-1"0"0,0 6 0 0,-5 0 0 0,-4 3 0 0,-2 0 0 0,-1 4 0 0,-2 3 0 0,1 5 0 0,-4 6 156 0,-6 1 37 0,1 0-80 16,-4 15-41-16,-6 10 1 0,2 0-40 0,3 1 125 16,-4 10-67-16,8-5-29 0,0 2 100 15,7-1-64-15,2-2-33 0,8-4 8 0,5 5 78 16,1-9-59-16,0 2-29 0,13-3 22 16,5-3-26-16,7 2 8 0,2-5-75 15,3-1 20-15,0 0 0 0,2-3-15 0,-2 0 1 0,0 2 43 0,-4 2 148 16,-1 3-189-1,-5 2-207-15,-3 3 181 0,-4 3 15 0,-6 5-4 0,-5-1 3 0,-2 2 0 0,0 2 115 16,-9-1 77-16,-6-2-180 0,-6-4 0 16,-3-3 0-16,-3-5 0 15,2-6 0-15,-5-3 0 0,2-5 0 0,-4-3 0 16,2-2 0-16,1 0 0 0,1 0 0 0,7-2 0 16,0-5 0-16,3-3-259 0,2-1 132 0,7 1 66 0,4 2 17 15,5 1 22-15,0-2-740 0,2 5 357 16,10 2 190-16,13 1-639 0</inkml:trace>
  <inkml:trace contextRef="#ctx0" brushRef="#br0" timeOffset="97626.93">16987 9744 2544 0,'0'0'0'0,"0"0"0"0,0 0 0 0,0 0 0 0,0 0 0 0,0 0 398 0,0 0 48 0,0 0-437 16,0-4 23-16,0-1 1 0,0-2 0 15,0 3 0-15,0 0-346 0,2 2 182 0</inkml:trace>
  <inkml:trace contextRef="#ctx0" brushRef="#br0" timeOffset="98824.64">18972 9065 1295 0,'0'0'0'0,"0"-2"0"0,0 0 0 0,0 1 0 0,0-2 0 0,-4 2 0 0,3-1 0 0,-7 0 212 0,2 2-90 0,-1 0 207 16,1 11-149-16,-3 9-65 0,-3 9-45 0,-1 6 0 16,3 3 146-16,-4 1-91 0,5 1-46 15,3-4 13-15,3 1-34 0,3-2 0 0,0 0-58 16,1-5-1-16,10-2 34 0,2-6-220 0,6 1 106 16,-4-5 57-16,6-6-393 0,0-3 218 15,2-3 82-15,2-6 59 0,0 0-19 0,-1-4-444 16,-1-10 244-16,-1-4 123 0,-3 2 52 0,2-9-319 0</inkml:trace>
  <inkml:trace contextRef="#ctx0" brushRef="#br0" timeOffset="99004.77">19220 9221 455 0,'-2'-6'64'0,"-2"1"-33"0,3 2 1 16,-3 2-32-16,-1 1 386 0,0 0-176 0,-1 0-89 16,3 11-44-16,1 4 243 15,-2 4-135-15,3 1 30 0,-1 4-91 16,2 1-46-16,0 1 48 0,0-1-47 0,0-4-15 0,2 0-8 15,5 1-23-15,2-3-1 0,1-5-216 16,-1-1 108-16,-2-7 63 0,3 2-359 0,0-6 203 16,0-2 101-16,1 0-419 0,-1-4 233 0,-2-13 86 0,1-3-96 15,1-3 115-15,-5-3 59 16</inkml:trace>
  <inkml:trace contextRef="#ctx0" brushRef="#br0" timeOffset="99140.37">19317 8834 870 0,'-5'-17'0'0,"-2"4"0"0,3 7 0 0,0 2 0 0,0 0 0 0,2 3 0 0,0-1 325 0,2 2-146 0,0 0 137 16,0 3-142-16,0 9-71 0,4 3-103 15,4 2-8-15,-1 3 41 0,2 5-516 0,3-2 258 0,-1-1 129 16,0-3 72-16,3-1 25 0</inkml:trace>
  <inkml:trace contextRef="#ctx0" brushRef="#br0" timeOffset="99716.72">19581 9132 1261 0,'0'0'0'0,"0"0"0"0,0 0 0 0,3 0 0 0,1 0 0 0,2 0 153 0,4 0-61 16,-1 0-29-16,3 0 379 0,4-1-209 0,0-1-100 15,0-2-50-15,-2 0-25 0,2 1 82 16,-5 0-46-16,4 2-35 0,-2 1-274 0,0 0 123 15,-1 0 63-15,-3 0-573 0,0 0 326 0,-3 0 150 0,2 8-620 16</inkml:trace>
  <inkml:trace contextRef="#ctx0" brushRef="#br0" timeOffset="99871.31">19631 9332 1480 0,'-9'4'0'0,"2"0"0"0,3-1 0 0,2-3 0 0,0 0 0 0,2 0 195 0,0 0-86 0,0 0-38 0,11 0 0 15,10 0 190-15,-1-3-115 0,1 0-48 0,6-1-37 16,-6 3-136-16,2-3 54 0,2 2 27 0,-2 0-534 16,-1 0 288-16,-3 0 133 0,2 0-619 15</inkml:trace>
  <inkml:trace contextRef="#ctx0" brushRef="#br0" timeOffset="100064.3">20067 8885 1677 0,'4'-4'0'0,"0"2"0"0,3 2 0 0,-3 0 0 0,-1 0 0 0,1 11 0 0,-1 9 323 15,-1 2-145-15,-1 4-73 0,1 2 412 0,-2 4-234 0,0 2-129 0,0 3 41 16,0-1-81-16,-2-1-41 0,-1-1-693 16,-2 0 639-16,1-2-8 0,1 0 22 15,-1-2 0-15,2 0 0 0,1-4-327 16,-1 0 160-16,2-5 83 0,0 0-924 0</inkml:trace>
  <inkml:trace contextRef="#ctx0" brushRef="#br0" timeOffset="100248.49">20272 9268 1697 0,'3'0'0'0,"4"0"0"0,-2 1 0 0,-1 5 0 0,-2-1 0 0,-2 3 301 0,1 4-134 0,-1 1-67 0,0-2 43 15,0 4-55-15,0 2-19 0,0-1-9 16,-1 2-27-16,-3-4-107 0,-2 1 53 0,5-1 27 0,-4-3 8 0,3-1-449 16,0-1 234-16,-1-1 116 15,1-3-603-15</inkml:trace>
  <inkml:trace contextRef="#ctx0" brushRef="#br0" timeOffset="100874.98">20539 8965 1798 0,'-4'-4'0'0,"2"-5"0"0,2 3 0 0,0-1 0 0,7-2 0 0,3-1 0 0,3 3 0 0,4-2 270 0,7 0-119 0,-1 4-59 0,-3 3 134 0,3 1-101 16,-2 1-46-16,-5 0-30 0,2 5-16 15,-6 7-1-15,-2 6 9 0,-4 6-110 0,-4 1 51 0,-2 1 25 16,0 4-95-16,-9 0-55 0,-7 2 96 16,-5 0 36-16,-1-2 22 0,-4 0-121 0,-1-4 32 0,3-3 54 15,1-6 47-15,1-2-37 0,-1-6-26 16,2-1 16-16,5-5 289 0,0-3-138 0,7 0-68 16,0 0-34-16,4 0 177 0,-2 0-96 15,7 0-19-15,0-3-33 0,0-4 181 0,7-1-105 16,7 2-49-16,4 1-24 0,5-3 5 0,0 5-338 15,0-1 283-15,5 2-8 0,-3 0 34 0,-3 2-1 16,0 0-570-16,-1 0 280 0,1 0 118 0,-4 2-338 16,1 4 206-16,-5 1 120 0,2 1 60 0,-2-1 29 15</inkml:trace>
  <inkml:trace contextRef="#ctx0" brushRef="#br0" timeOffset="101036.56">20990 9204 1380 0,'2'0'0'0,"-2"0"0"0,0 0 0 0,0 0 0 0,0 0 0 0,0 0 0 0,0 0 266 0,0 8-108 0,-5 2-67 0,1 6 350 16,-1 1-204-16,-2-1-102 0,1 3-18 15,-4 1-35-15,1-1-28 0,2 0 0 0,-2-2-443 16,0 0 211-16,2-4 105 0,0-1-256 0,1-3 176 16,0-1 94-16,0-3 45 0,1-3-707 15</inkml:trace>
  <inkml:trace contextRef="#ctx0" brushRef="#br0" timeOffset="101404.26">21029 8890 1431 0,'11'-13'0'0,"6"0"0"0,5 2 0 0,3-3 0 0,1-1 263 15,2 4-115-15,4 2-58 0,-2 1 197 0,0 5-131 0,-3 3-62 0,-6 0-34 16,-1 0-27-16,-3 11 0 0,-4 4 8 15,-4 2-188-15,-3 1 89 0,-4 3 46 16,-2-1 22-16,0 5-142 0,-14-6 91 0,-4 5 32 16,-1-2-20-16,-2-4 30 0,7-7-13 0,-6 2 287 15,4-5-229-15,1-3-2 0,5-1-61 16,3-1 14-16,2-3 130 0,2 0-61 0,3 0-11 16,0 0-3-16,3 0 124 0,13 0-71 15,3 0-36-15,1 0-3 0,1 0-7 0,0 1-26 0,-1 5-124 16,-1 3 62-16,-1 0 31 0,-4 4 8 0,-3 1-89 15,-1 2 56-15,-4 1 25 0,-4 2 0 16,-2 1-23-16,0-1 4 0,-10 6-16 0,-7-4 38 0,-2-2 42 16,1-2-25-16,-5 1-14 0,2-5-14 0,-4 2 1 0,0-5 3 15,6-2 10-15,-4-1-8 0,5-2-375 0,2-3 176 16,3 0 92-16,4-2-583 16,6 0 328-16,3 0 165 0</inkml:trace>
  <inkml:trace contextRef="#ctx0" brushRef="#br0" timeOffset="101574.09">21686 9143 1390 0,'9'6'0'0,"1"5"0"0,-6 1 0 0,-2-5 0 0,-2 1 0 0,0 2 150 0,-6 5-58 0,-6-3-22 0,0 6 585 0,-1-3-312 0,-1 3-154 0,0-1 27 16,-2 2-91-16,3-1-38 0,1-1-627 15,3-3 287 1,6-5 142-16,-1 0 73 0,4-5-756 0,0 0 422 15,0-4 198-15</inkml:trace>
  <inkml:trace contextRef="#ctx0" brushRef="#br0" timeOffset="101843.12">21911 8849 1627 0,'5'-3'0'0,"-2"2"0"0,-1 1 0 0,-2 0 0 0,0 12 0 0,-14 2 0 0,0 3 0 0,-7 6 205 0,3-1-86 0,-1-1-43 0,-1 0 52 16,6-6-40-16,0 0-31 0,7-6 132 16,0-2-132-16,3-2-25 0,2-2 1 0,0-1 45 0,2-2-8 0,0 0-38 15,9 0 1-15,14 0 202 0,5 0-101 0,3-4-43 0,2-2-33 16,1 3 5-16,1-2-30 16,3 0 0-16,-3 2-1 15,-1 1-125-15,-1 0 59 0,-8 2 33 0,-2 0 0 0,0 0-364 16,-5 0 185-16,-4 2 107 0,-3 3-528 0,-4 0 285 0,-2-2 141 15,-3 0 71-15,-2 2-174 0,0-2 115 16,-4-3 69-16,-6 0 31 0</inkml:trace>
  <inkml:trace contextRef="#ctx0" brushRef="#br0" timeOffset="102002.7">22102 8794 1642 0,'-2'-1'0'0,"0"1"0"0,-1 0 0 0,-1 3 0 0,1 12 0 0,-1 8 0 0,1 5 0 0,1 4 0 0,0 4 320 0,2 1-144 0,-2 1-71 0,2-3 364 16,0 2-210-16,0-2-158 0,0-4-35 0,0 0 1 16,0-3-35-16,0-6 1 0,0-1-616 0,0-4 304 15,0-7-274-15,0-2 292 0,0-1 148 0</inkml:trace>
  <inkml:trace contextRef="#ctx0" brushRef="#br0" timeOffset="102187.86">22371 8704 1986 0,'27'-4'0'0,"3"4"0"0,0 4 0 0,0 13 0 0,-5 6 0 0,-3 11 0 0,-9 5 307 0,-4 8-137 0,-4 4-69 0,-5 3 385 16,0 10-231-16,-18-5-111 0,-3-2-37 16,-4 1-38-16,-3-1 1 0,-1-8-29 0,-2 1-272 15,-6-3 132-15,2-7 66 0,1-7-775 16,9-6 420-16,3-6 219 0,1-3 96 0</inkml:trace>
  <inkml:trace contextRef="#ctx0" brushRef="#br0" timeOffset="102339">22922 9628 10 0,'0'2'0'0,"19"10"0"0,6-11 0 0,-11-1 0 0,0-3 0 0</inkml:trace>
  <inkml:trace contextRef="#ctx0" brushRef="#br0" timeOffset="135371.81">10789 10683 763 0,'0'0'0'0,"0"0"0"0,0 0 0 0,-2 0 0 0,2 0 0 0,0-3 0 0,0-1 0 0,0 1 0 0,0-3 179 0,0-3-65 0,0 3-45 15,0-3 15-15,0-3-25 0,0 0-1 0,0 0-25 16,0-3 25-16,0 2-26 0,0-3 1 0,0 3 14 16,0 0-14-16,-6 2-1 0,1 3 9 0,-2-3 6 15,-2 4-14-15,0-1 0 0,0 4-1 0,-3-1 10 16,1 2-1-16,-1 2-9 0,-2 1-13 0,1 0 14 16,0 0-1-16,-2 0 8 0,1 4 1 0,3 3-8 15,0 3 0-15,0-2 18 0,2 4-18 16,-1-1-1-16,2 4 9 0,3 1 16 15,1 2 0-15,0 3-25 0,4 3 1 0,0 3 24 16,0-3 7-16,0 6-31 0,2-2 22 0,6 5-22 16,2-2 0-16,-1 3-24 0,0 0 8 0,-1 0 16 15,1-1 0-15,-2 3-28 0,-1-2 0 0,-1 2 36 16,-2-2-9-16,1-1-22 0,-2 1-10 0,-2-2 29 16,0-2-46-16,0-6 5 0,0 1 23 15,0-1 10-15,0-3-49 0,-9-2 22 0,4-3-8 0,-2-3-98 16,-3 1 54-16,0-5 32 15,0-1-10-15,-1-3-246 0,-1-3 124 0,1-2 65 16,0 0 22-16,1 0-145 0,3 0 92 0,-1-3 46 16,5-7-281-16,3-3 155 0,0-2 90 0,0-4 40 15,7-4-261-15</inkml:trace>
  <inkml:trace contextRef="#ctx0" brushRef="#br0" timeOffset="135665.74">10921 10629 790 0,'2'-28'0'0,"-2"7"0"0,0 3 0 0,0 0 0 0,-10 3 0 0,1 6 0 0,-6 2 0 0,1 2 273 15,2 4-120-15,-2 1-60 0,1 0-30 0,-1 0 92 16,2 8-65-16,-1 5-29 0,1 3 115 0,3 3-72 16,0 5-35-16,2-3 99 0,2 8-72 0,3-5-32 15,2 2 0-15,0-1 44 0,0 2-38 0,7 1 8 16,5-2-46-16,-1 0 65 15,3-2-32-15,-3 1 0 0,2-1-32 0,-2-1-5 16,0 5 5-16,0-2 0 0,-1 1-58 0,-4 2 29 16,-3 0 0-16,1 3 37 0,-2 0-121 0,-2-1 49 15,0-1 31-15,0 1-205 0,0-6 107 0,-4-2 32 16,-1 0 33-16,-2-3-373 0,1-4 187 0,-2-2 92 16,1-2 48-16,-1-3-376 0,-2 1 215 0,3-3 104 15</inkml:trace>
  <inkml:trace contextRef="#ctx0" brushRef="#br0" timeOffset="135891.13">10597 11481 728 0,'-11'6'0'0,"6"1"0"0,0 3 0 0,4-5 0 0,-1-2 0 0,2 0 531 16,0-1-240-16,0 0-134 0,12-2-62 0,9 0 408 15,4 0-234-15,3 0-119 0,2 0-50 0,2-2 165 16,-2 0-117-16,2-1-57 15,-2 0-42-15,0 0-16 0,-7 1 8 0,2 2-220 16,-5 0 105-16,-3 0 54 0,-6 0 26 0,1 0-375 16,-5 0 208-16,-5 0 93 0,2 0 50 0,-2 0-585 15,-2 0 286-15,0 0 141 0,-8 0 64 0,-4 0-285 16,0 0 182-16,-6-3 92 0</inkml:trace>
  <inkml:trace contextRef="#ctx0" brushRef="#br0" timeOffset="136240.2">10682 11519 571 0,'-19'11'0'0,"6"3"0"0,1-3 0 0,1 1 0 0,4-5 0 0,0 1 433 0,0-4-200 16,6 3-92-16,1-4 108 0,0 3-109 0,0-1-53 15,6 2-27-15,5-2 218 0,2 2-114 0,2-1-70 16,0 0-31-16,2 0 5 0,-4 3 0 0,2-2-35 16,-4 2 8-16,0 1-134 0,-3 3 62 0,-2 0 33 15,-2 4-191-15,-3 2 111 0,-1 0 63 0,0 1-159 16,-7 5 66-16,-5-4 54 15,-1-1-18-15,1-5 27 0,-4 2-27 0,-2-2 8 16,1-4 31-16,-1 0 123 0,4-3-62 0,-4-1-39 16,6-3 136-16,1-1 87 0,1 2-92 0,2-3-62 15,3 0 326-15,3-2-168 0,0 0-95 0,2 0 72 16,0 0-80-16,0 0-40 0,9 0 0 0,7 0-17 16,2 0-24-16,3 0 1 0,6 0 0 15,-7 0 98-15,2 0-49 0,3-2-16 16,-2 2 104-16,0 0-357 0,0 0 166 0,0 0 27 15,-2 0-312-15,-1 0 176 0,-3 0 41 0,0 0 54 16,-2 0-549-16,0 0 275 0,-1 0 138 0,-2 0-182 16,2 0 165-16,-3 0 77 0,0 0 39 0</inkml:trace>
  <inkml:trace contextRef="#ctx0" brushRef="#br0" timeOffset="136447.65">11086 11812 974 0,'5'0'0'0,"1"0"0"0,-3 0 0 0,2 0 0 0,-3 0 0 0,1 0 0 0,-1 0 485 0,0 0-218 16,0 0-122-16,2 0 325 0,-1 0-218 0,3 4-110 15,-3 6-55-15,2 8 243 0,-3 3-153 0,0 3-72 16,-2 2-36-16,0 3 59 0,0 1-48 0,0 0-16 16,0-1 10-16,0-1-41 0,0 1-1 0,0-8-255 15,0 3 127-15,0-3 73 16,1-4 24-16,3 0-640 0,0-6 290 0,1-1 178 15,1-3 16-15</inkml:trace>
  <inkml:trace contextRef="#ctx0" brushRef="#br0" timeOffset="137692.99">11473 11012 256 0,'-15'0'0'0,"2"0"0"0,1 0 0 0,1 0 0 0,2 0 204 0,-3-4-85 0,1-5-44 16,6 2-12-16,-2-3 55 15,4-1-43-15,3 0-21 0,0 0 144 0,0 1-83 16,1 0-33-16,10 1 79 0,-1 4-64 0,6-3-32 16,0 5 0-16,5 0 18 0,-2 2-17 0,2 1-8 15,-2 0-26-15,-1 0-31 0,1 5 0 0,-3 7 31 16,-2 4 9-16,-3 3-32 0,-1 4 0 0,-4 1 23 16,-5 5-78-16,-1-2 40 0,0 5 7 15,-5-1-8-15,-9-2-77 0,-2 0 33 16,-2-5 31-16,-2-1-6 0,1-8 1 0,-5 0 9 15,-1-4 14-15,7-6 113 0,-3 1-54 0,2-5-26 16,6 4 1-16,-1-5 196 0,5 0-103 0,4 0-39 16,1 0 88-16,2 0-71 0,2 0-27 0,0 0 40 15,2 0-42-15,9 0-21 0,6 0 1 0,6 0-48 16,-3-2 35-16,7-1-8 0,-8 2 0 0,4-1-203 16,0 0 101-16,2 0 51 0,-2 1 34 0,-3-1-511 15,2 0 246-15,-1 2 81 16,-2 0-200-16,2-2 167 0,0 0 76 0,-5-4-397 15</inkml:trace>
  <inkml:trace contextRef="#ctx0" brushRef="#br0" timeOffset="137928.34">11683 10964 1052 0,'0'-12'0'0,"0"3"0"0,0 1 0 0,0 2 0 0,2-3 0 0,9 3 0 0,4-3 244 0,6 4-106 0,2 2-53 0,3 3 278 16,1 0-166-16,0 10-73 0,1 6-50 0,-1 2 46 15,-3 3-43-15,1 3-23 0,-7 2-118 0,-1 1 56 16,-6 1 16-16,-5 2-67 0,-4-2 46 0,-2 2 22 16,0-2 1-16,-11 0-73 0,-7-1 43 0,-2-5 16 15,-3-3 0-15,-3-4-125 0,-2-4 64 0,4-2-5 16,-4-5 31-16,5-2-163 0,2-2 88 0,5 0 30 16,4 0-184-16,5-3 109 0,3-10 68 0,4-5-121 15,2-2 89-15,15-3 46 16</inkml:trace>
  <inkml:trace contextRef="#ctx0" brushRef="#br0" timeOffset="138134.31">12169 10819 736 0,'0'-4'0'0,"0"3"0"0,0-2 0 0,-11 3 0 0,-4 0 0 0,-1 0 0 0,-4 6 514 0,2 3-241 0,1 7-111 0,0 4-69 0,4 1 191 15,2 3-125-15,1 2-64 16,4 3 33-16,3 2-40 0,3 0-31 0,0-1-1 15,0-3-56-15,2 2 33 0,8-3 0 0,4-5-50 16,4 3 21-16,2-3 0 0,1-4 29 0,-2-4-284 16,4-2 127-16,-2-1 82 0,6-3-29 0,-4-3-439 15,2 0 224-15,-4-4 126 0,2 0-322 0</inkml:trace>
  <inkml:trace contextRef="#ctx0" brushRef="#br0" timeOffset="138467.5">12393 10843 1624 0,'-15'0'0'0,"6"0"0"0,4 0 0 0,2 0 0 0,1 0 0 0,0 0 0 0,2 0 298 15,0 4-133-15,0 0 156 0,6 1-145 0,5 1-71 16,0-2-28-16,3-1 19 0,-1 1-31 0,-4-1-1 15,3 1-31-15,-5 0-33 0,0-2 8 0,-3 1 24 16,-2-3 1-16,0 0-68 0,-1 0 33 0,-1 0 1 16,0 0-10-16,0 0 18 0,0 0 0 15,0 0 35-15,-1 0-37 0,-3 0 17 0,2-3-26 0,0 1 60 16,1 1-6-16,-1-2-33 0,2 2 5 0,0 1 38 16,0 0-6-16,0 0-5 15,0 0-1-15,0 0-98 0,3 4 44 0,6 5-8 16,2 0-73-16,-1 5 50 0,2-1 19 0,-1 2-369 15,2 0 177-15,-1 0 98 0,1 0 27 0,2-2-582 16,0 0 317-16,0-2 159 0</inkml:trace>
  <inkml:trace contextRef="#ctx0" brushRef="#br0" timeOffset="138711.1">12778 10607 1934 0,'0'-10'0'0,"-3"7"0"0,1 2 0 0,-4 0 0 0,-2 1 0 0,1 0 0 0,-2 1 0 0,-1 16 0 0,-1 6 489 0,-6 9-228 0,0 7-114 15,-2 8-57-15,-1 9 221 0,-8 13-143 0,3-1-67 16,0 2-35-16,1 3 17 0,0 5-25 16,1 0 8-16,0-3-75 0,5 0 21 0,1-6 1 15,1-7-330-15,5-10 175 0,1-8 95 16,2-3 37-16,0-3-592 0,4-14 295 0,3 0 91 15,1-9 91-15,0-8-411 0,0-3 256 0,0-4 123 16</inkml:trace>
  <inkml:trace contextRef="#ctx0" brushRef="#br0" timeOffset="139067.2">12853 10774 1300 0,'0'-17'0'0,"3"11"0"0,4-2 0 0,-2 1 0 0,3-3 0 0,-1 3 0 0,5 1 489 16,-1 1-229-16,1 0-113 0,4 0-57 0,-1 4 106 16,2 0-85-16,2 1-39 0,-3 0 0 0,2 1-70 15,-2 6 1-15,-2 2 38 0,-3 3-61 0,-6-1 26 16,-1 2 1-16,-2 5 32 0,-2 4-6 0,-6 3 8 16,-8 3-8-16,-6-1 59 0,-4 9-30 0,0-4 0 15,0 0-29-15,-1-4 60 16,-5 8-34-16,3-7 0 0,6 0-26 0,0-1 30 15,2-3-30-15,8-7 8 0,1-1 30 0,4-2 0 16,4-4-38-16,2 1-2 0,0-3 1 0,6-1 9 16,9-2-8-16,3-3 0 0,7 0 0 0,0-3 132 15,-1 0-165-15,6 0 0 0,-3 0 0 0,-1-3 0 16,0 2 0-16,-5-3-204 0,1 0 197 0,-3 0 5 16,-2 2-429-16,-4 0 199 0,-1-1 111 15,-3 1-241-15,-2 0 157 0,-2 0 89 16,-2-1 43-16,-1 3-485 0,0 0 263 0,-2-3 131 15</inkml:trace>
  <inkml:trace contextRef="#ctx0" brushRef="#br0" timeOffset="139211.81">12879 10943 1245 0,'-12'0'0'0,"1"0"0"0,6 0 0 0,1 0 0 0,1 0 0 0,1 0 0 0,2 0 0 0,0 0 0 0,4 0 505 0,11-2-228 0,5 0-126 16,-1 0 65-16,8 2-92 0,-3 0-46 0,4 0-22 15,0 9-482-15,2 5 225 0,0 1 117 0,2 2-312 16</inkml:trace>
  <inkml:trace contextRef="#ctx0" brushRef="#br0" timeOffset="139634.22">13529 11033 751 0,'2'-9'0'0,"-2"-3"0"0,0-3 0 0,0-2 0 0,-7-5 0 0,-2 1 0 0,1 1 319 15,-2-3-134-15,3 2-81 0,-2 2 236 0,1 3-153 16,-2 3-78-16,3 3 78 0,-2 2-69 0,-3 6-47 16,1 2 0-16,-2 2-6 0,-2 17-32 0,1 8 0 15,-4 4 8-15,3 10 31 0,0 1-1 0,6 1-38 16,-1 1 0-16,6-1 78 0,2-9-31 0,2 7-8 16,0-8-10-16,2-3-1 0,6-3-28 0,5-8-88 15,2-2 40-15,0-4 32 16,2-7-8-16,0-5-194 0,2-1 99 0,-2-3 62 15,2-20 5-15,-3-5-128 0,0-10 49 0,-2-2 49 16,0-4-251-16,-3-2 125 0,0-6 76 0,-1-4 33 16,-3-9-120-16,0-2 77 0,-1-4 38 0,2-4-86 15,-2-2 67-15,1 4 28 0,-2 7 0 0,1 15 111 16,-2 1-41-16,2 12-8 0,-3 4-33 16,-1 14 370-16,0 4-184 0,0 5-93 15,0 8 194-15,-1 0-93 0,1 3-78 0,-2 8 25 16,0 21 133-16,0 9-104 0,0 6-52 0,0 7 145 15,-5 15-103-15,1-7-47 0,1 7-23 0,-1 1-98 16,2-1 36-16,2-9 10 0,0 4 27 0,0-4-420 16,0-4 211-16,0-8 105 0,4-7 52 0,7-3-372 15,2-5 192-15,2-3-397 0,2-7 283 0,0-7 140 16</inkml:trace>
  <inkml:trace contextRef="#ctx0" brushRef="#br0" timeOffset="139967.41">14202 10658 949 0,'3'-27'0'0,"-1"4"0"0,-2-5 0 0,0 0 0 0,-5 5 0 0,-6 1 0 0,-1 3 330 0,-1 4-149 0,0 5 82 16,-2 7-115-16,-4 3-49 0,-3 0-38 0,-1 11-1 16,-2 12 0-1,1 1-28-15,2 4 1 0,-3 0 124 0,4 5-66 0,3-3-29 16,3-2 0-16,2-2 127 0,8-4-79 0,2 1-30 15,3-1-8-15,0-2 85 0,8 0-62 0,7-1-31 16,4-4 56-16,5 4-47 0,0-2-1 0,2-2-39 16,-1 3-24-16,1 1 24 0,-1 2 8 0,-5 2-130 15,-3 1 60-15,0 2 31 0,-5-1 1 16,-3-2-130-16,-6 1 87 0,-3 4 2 16,0-2 29-16,-7-4-6 0,-10 1 20 0,-7-4-40 15,-2-4 140-15,-4-4-59 0,-4-3-23 0,0-4-9 16,-2-4-135-16,2 0 61 0,2-7 29 0,4-7-132 15,4-5 78-15,7-5 48 0,6-1-1 0,4-3-634 16,7 4 312-16</inkml:trace>
  <inkml:trace contextRef="#ctx0" brushRef="#br0" timeOffset="148888.01">9431 10836 680 0,'-7'-6'0'0,"-1"2"0"0,3 0 0 0,-3 1 0 0,2 1 0 0,-1-1 0 0,1 0 120 0,1 2-44 0,0-2-21 0,3 3 200 16,2 0-103-16,0 0-63 15,0-2-29-15,0 1 90 0,9-5-59 0,5-3-29 16,5 0 140-16,3-1-89 0,-3 0-40 0,4 3 0 16,-1 0 74-16,1-1-48 0,0 2-38 0,-4 4 0 15,1-2-28-15,-3 3-1 0,-2 1 1 0,-2 0-96 16,0 0 43-16,-4 0 27 0,0 0 0 0,-6 0-77 15,1 0 52-15,-2 0 34 0,-1 1-9 0,-1 3-295 16,0 0 106-16,-1 1 89 16,-8 2-154-16,-3-2 100 0,-1 1 61 0,-3-1-32 15,2 1 42-15,-2 0 22 0,2-1 0 0,-2-1 52 16,3 2 8-16,4-2-39 0,-1 1 0 0,3 1 210 16,2 0-105-16,1 1-61 0,0 2-18 0,4 1 181 15,0 1-92-15,0 2-8 0,0 0 227 0,0 5-107 16,2-2-85-16,4 5 87 0,1 3-81 0,-2 0-42 15,0 3 1-15,-1-2-63 0,0 5 21 16,-3 3 1-16,1-3 0 0,-2 4-135 16,0 0 67-16,0-2 42 0,0 0-65 0,-3-4 45 15,-3-5 23-15,-1-1-136 0,0-5 70 0,2-6 6 16,-3-1 25-16,3-3 40 0,-3-3 0 0,4 0-53 16,0-4 22-16,1 0 262 0,1 0-123 0,2 0-51 15,0 0-33-15,0 0 206 0,0 0-106 0,2 0-44 16,9 0-25-16,6-3-37 0,1 2 0 0,3-3 0 15,4-2 62-15,-4 3-23 0,7-1-8 16,-8 0-200-16,3 2 85 0,0 0 42 16,-3 2 20-16,-1 0-501 0,-3 0 248 0,0 0 84 15,-2 0 76-15,-2 0-575 0,-1 0 312 0,-2 0 148 16,-1 0-359-16,-2 0 262 0</inkml:trace>
  <inkml:trace contextRef="#ctx0" brushRef="#br0" timeOffset="149055.07">9815 11129 957 0,'0'-4'0'0,"1"2"0"0,1 2 0 0,-2 0 0 0,0 0 0 0,0 7 0 0,0 9 74 0,2-1-41 0,0 3 0 0,1 3 243 15,1 4-121-15,-2 1-62 0,3 2-21 0,-3 0 528 16,1 2-284-16,1-2-142 0,0 0-70 0,1 1-265 16,0-7 106-16,1 5 39 0,2-6-447 0,-3-3 247 15,3-5 125-15,-3-6-265 0,1-1 189 0,2-6-12 16</inkml:trace>
  <inkml:trace contextRef="#ctx0" brushRef="#br0" timeOffset="149244.37">10003 10954 1992 0,'1'0'0'0,"5"4"0"0,1 0 0 0,-2-4 0 0,2 0 0 0,0 0 0 0,2 0 0 0,5 0 344 0,0 0-156 0,2 0-29 15,0 0-55-15,2 0-39 0,-2 0-1 0,2 0-190 16,-2 0 79-16,-1 2 40 16,-2 3 8-16,1 2-561 0,-7 3 297 0,0 3 147 15</inkml:trace>
  <inkml:trace contextRef="#ctx0" brushRef="#br0" timeOffset="149371.78">10112 11240 2494 0,'-14'8'0'0,"0"6"0"0,9-5 0 0,-1-1 0 0,3-4 0 0,1-2 0 0,2-1 0 0,0-1 0 0,7 0 0 0,14 0 400 0,2-3-184 0,1-5 69 16,4-1-131-16,2 1-60 0,2-2-31 0,-2 5-710 15,0 2 340-15,2 1 178 0</inkml:trace>
  <inkml:trace contextRef="#ctx0" brushRef="#br0" timeOffset="150020.19">14585 10907 957 0,'-15'0'0'0,"6"0"0"0,1 0 0 0,2-2 0 0,1 1 0 0,1-2 0 0,2 2 490 0,0 1-228 0,2-3-115 16,0 2 262-16,4-4-188 0,13-2-86 0,3-2 65 15,5 2-84-15,0-1-41 16,-1-1-22-16,0 1 66 0,-3 3-36 0,2-1-28 16,-1 0-1-16,-2 2-154 0,0 3 66 0,-4-1 33 15,-2 2 9-15,0 0-432 0,-6 0 228 0,2 0 110 16,-5 9-764-16,-3 3 407 0,0 2 197 0</inkml:trace>
  <inkml:trace contextRef="#ctx0" brushRef="#br0" timeOffset="150178.78">14667 11083 1161 0,'-5'13'0'0,"-1"-6"0"0,5-2 0 0,-1-2 0 0,0 0 0 0,2-2 0 0,-2-1 0 0,2 0 609 15,0 0-281-15,2 0-151 0,9 0-72 0,4 0 292 16,4 0-182-16,0 0-91 0,4 0-37 0,2 0-249 16,0 0 97-16,-1-1 50 0,3-2-592 0,-1 2 320 15,-6 1 168-15,5 0-657 0,-1 0 340 0</inkml:trace>
  <inkml:trace contextRef="#ctx0" brushRef="#br0" timeOffset="150486.29">15133 10805 1293 0,'0'6'0'0,"0"2"0"0,0 3 0 0,-4 1 0 0,-1 2 0 0,-1 5 0 0,1 3 0 0,3 4 629 0,2 1-297 0,0 2-151 16,0 0 309-16,2-4-220 0,7 3-123 0,7-3 22 15,2-5-68-15,3-3-34 16,2-4 0-16,-2-5-47 0,8-3-9 0,-3-5 22 16,2 0 0-16,-3 0-170 0,-3-9 85 0,-3-6 50 15,-3-2-136-15,-2-2 85 0,-3-2 44 0,-3-5 20 16,-6 4-216-16,-2-2 99 0,0-8 6 0,-5-1-100 16,-11-6 82-16,0 1 42 0,-5 1 22 0,2 7-57 15,-6 0 43-15,1 5 0 0,-2 6 35 0,-2 12 53 16,-1 5-26-16,3 2-9 0,-1 4-18 15,3 13 191-15,6 4-95 0,2 1-48 16,5 3 170-16,8-1-101 0,1 8-19 0,2-5-417 16,3 4 181-16,14-3 83 0,6 1 58 0</inkml:trace>
  <inkml:trace contextRef="#ctx0" brushRef="#br0" timeOffset="152864.76">16959 10508 1186 0,'-6'-4'0'0,"0"0"0"0,5 2 0 0,-1 0 0 0,2 0 0 0,-2 0 0 0,2 2 0 0,0-2 0 0,0 0 208 16,14-1-87-16,5-3 98 0,4-4 57 0,4 3-122 15,-5-2-52-15,10-1 79 0,-2 3-74 0,-4 3-37 16,2 0 0-16,-7 2-78 0,2 1 49 0,-1-1-9 16,-3 2 1-16,-2 0-58 0,-4 0 29 0,-4 0 0 15,1 0-238-15,-5 0 129 0,1 5 69 0,-4 1-206 16,-2 2-163-16,0 0 194 15,0 2 43-15,-4-1-191 0,-5 1 163 0,-3-3 81 16,1 1 42-16,-3-2-113 0,2-2 69 0,-1-3 46 16,-1-1 0-16,2 0 29 0,-2 0 9 0,3 0 1 15,0 0 119-15,1 0-56 0,1 0-31 0,3 0 312 16,-1 0-172-16,1 2-86 0,2 6-41 0,0 0 415 16,4 4-202-16,0 2-100 0,0 2-27 0,0 5 168 15,0 3-122-15,0 1-56 0,2 1-28 16,2 2 25-16,0 2-27 0,-3 2 9 15,2 0-86-15,-3 2 25 0,0 0 0 0,0 4-170 16,-3-3 98-16,-6 1 57 0,0 0 16 0,-2-4-194 16,-2-3 102-16,0-3 13 0,1-8 37 0,-1-1-25 15,2-5 4-15,-1-2-15 0,3-4 41 0,2-3 264 16,-1 1-127-16,4-4-66 0,2 0-28 0,1 0 215 16,1 0-113-16,0 0-14 0,0 0 217 0,3 0-135 15,11 0-80-15,4 0 88 0,1 0-79 0,2 0-41 16,5-2 1-16,-5 0-49 15,3 0 9-15,-1 1-1 0,1-1 1 0,-3 2-359 16,0 0 180-16,-3 0 97 0,1 0-284 0,-3 0 131 16,0 0 104-16,-2 0-21 0,2-2-582 0,-1-2 325 15</inkml:trace>
  <inkml:trace contextRef="#ctx0" brushRef="#br0" timeOffset="153344.99">17387 10840 766 0,'-4'-2'0'0,"4"0"0"0,0 0 0 0,0-2 0 0,1-1 0 0,10-1 543 0,5 1-260 0,1 1-125 16,1-1-62-16,2 4 201 0,-1 1-133 0,-3 0-157 15,1 0 25-15,-2 6 1 0,-1 3 0 0,-3 4-106 16,-4 2 53-16,-1 0 34 0,-4 2-7 0,-2 0-171 16,0-2 99-16,0 2 49 0,-10-2 24 0,-1-2-122 15,-3-4 62-15,4 1-38 0,0-5 166 0,-1-1-66 16,1-2 1-16,1-2 181 15,4 0-99-15,-2 0-43 0,4 0-28 0,3 0 109 16,-2-2-56-16,2 0 1 0,0 0-27 0,0 1 68 16,0-3-42-16,2 2-21 0,4-2-18 15,0 2-3-15,1 0 0 0,0 1-56 0,-1 1 28 16,0 0 0-16,-2 0 36 0,-1 0-103 16,-1 0 47-16,0 0 18 0,0 0 0 0,0 0-5 0,-2 0-69 15,0 0 39-15,0 0 20 16,0 0-13-16,0 0-1 0,0 0 8 0,0 0 36 15,0 0-23-15,0 0-8 0,0 0-10 0,-2 0 18 16,-4 0-2-16,3 0 2 0,-5 0 31 0,0 0 2 16,3 1-31-16,-2 1 6 0,-1 0 149 0,2 0-68 0,0 0-39 15,3-2-13-15,1 2 91 0,0-2-45 0,0 1-29 16,2-1 6-16,0 0 147 0,0 0-84 0,0 0-56 16,2 3-29-16,5-2-1 0,2-1 9 15,3 2-8-15,1-2 158 0,1 2-191 16,-1-2 0-16,2 2 0 0,0-2-224 15,0 0 145-15,0 0-267 0,4 0 180 0,-1 0 58 16,7 0 54-16,-4 0-816 0,7 0 423 0,-4 0 207 0</inkml:trace>
  <inkml:trace contextRef="#ctx0" brushRef="#br0" timeOffset="153649.71">17791 10533 1111 0,'-10'0'0'0,"4"0"0"0,5-2 0 0,-1 0 0 0,-2 1 0 0,4 1 0 0,0 0 616 15,-2 0-291-15,2-2-146 0,0 2 106 0,6-2-118 16,6-2-71-16,6 1 156 0,1 1-110 16,1-2-54-16,3 0-28 0,0 1-131 0,-2 0 48 15,2 2 28-15,-2-1-500 0,0 2 263 0,-4 0 133 0,0 0 74 16,-4 0 25-16,0 3-767 0,-4 3 321 0</inkml:trace>
  <inkml:trace contextRef="#ctx0" brushRef="#br0" timeOffset="153811.28">17869 10713 1478 0,'-14'8'0'0,"4"0"0"0,4 1 0 0,1-5 0 0,3-3 0 0,0 2 0 0,2-2 0 0,0 1 75 0,6-2 497 0,9 2-269 0,3-2 88 16,1 0-178-16,4 0-91 0,1 0-36 0,-1 0-482 15,1 0 215-15,1 0 106 16,-1 0 55-16,-2 0-794 0,3 0 416 0</inkml:trace>
  <inkml:trace contextRef="#ctx0" brushRef="#br0" timeOffset="154325.84">18313 10261 1751 0,'-2'-5'0'0,"2"3"0"0,2 0 0 0,5 0 0 0,4-4 266 0,3 2-120 0,2 1-57 0,5-1 182 0,2 2-120 0,3 0-58 16,-2 1-23-16,8 1-76 0,-5 0 38 15,-1 1 1-15,-3 10 0 0,-3-1 0 0,1-2-278 16,-4 5 135-16,0-4-300 0,-6-2 215 0,-1-4 106 16,-5 4 54-16,-1-3-420 0,-3-2 198 0,-1-2 112 15,0 0 56-15,-3 0-99 0,-8 0 78 16,-3-2 20-16,1-3 32 0,-4-1 1 0,3 3 24 15,-4-1 195-15,4 2-98 0,2 2-56 16,-1 0-17-16,0 0 1 0,5 0 429 0,1 6-227 16,1 6-59-16,5 1 415 0,1 1-260 0,0 6-128 0,0 4 195 15,1 0-162-15,7 7-81 0,1 1-32 16,1 1-9-16,-3 10 34 0,-2-2-38 0,-1 4 1 16,-2 3-84-16,-2-7 31 15,0 9-8-15,0-7-270 0,0-6 147 0,-6-2 74 16,-1-1 36-16,2-12-297 0,-4 3 155 0,0-6 24 15,2-4-26-15,-2-4 61 0,1-3 16 0,-1-3-8 0,0-3 255 16,0 0-105-16,0-2-52 0,2 0 166 0,0 0-109 0,1 0-63 16,2 0-18-16,2 0 506 0,0 0-239 15,2-2-89-15,0 0-71 0,0-3 144 0,8-1-41 0,5-2-205 16,4 3 0 0,2-1 0-16,2 0 0 0,1 3 0 0,0-1 0 0,1 2 0 15,0 0 0-15,0 1-382 0,-2 1 252 0,0 0 89 16,2 0 33-16,-5 0-954 15,3 0 464-15,0 0 233 0,-4 0 108 0</inkml:trace>
  <inkml:trace contextRef="#ctx0" brushRef="#br0" timeOffset="154678.07">18820 10676 2023 0,'2'-3'0'0,"1"-2"0"0,6 0 0 0,0-1 0 0,3 1 0 15,2 1 0-15,1 0 0 0,4 3 0 0,-3 1 243 0,3 0-106 0,0 0-78 0,-4 7 7 0,2 4-33 16,-2 2 0-16,-4 2-66 0,1 2 32 0,-7 2 1 16,-3-1 41-16,0 1-177 0,-2-1 84 0,-2 3 43 15,-11-3-5-15,0-3 24 0,-2 0 7 0,-1-6-34 16,4 1 244-16,0-7-126 0,1 2-45 0,4-2 251 16,1-2-129-16,4-1-75 0,1 0-35 15,1 0 41-15,0 3-37 0,1-2-1 0,10 4-13 0,4 0-26 16,2 5 1-16,1 0 0 15,0 1 0-15,1 8-80 0,-6-1 48 0,2 4-8 16,-6 1 39-16,-3 1-116 0,-4 2 58 0,-2-2-4 16,0 1 34-16,-10 3-12 0,-5-1-1 0,-5-5-20 15,-5-1 202-15,-1-4 71 0,1-8-244 0,-7 3 0 16,0-7 0-16,2-4 0 0,0-1 0 16,2 0-171-16,6-2 118 0,-2-16 35 0,6-6-711 0,9-6 352 0,4-14 175 15,5 0-718-15,3-7 436 16</inkml:trace>
  <inkml:trace contextRef="#ctx0" brushRef="#br0" timeOffset="154832.65">19128 10469 2443 0,'9'0'0'0,"1"0"0"15,-1 0 0-15,-2 0 0 0,-1 0 0 0,4 0 0 0,3 0 0 0,2-1 0 0,7-4 160 0,4-1-63 0,3-1-33 0,1 3 279 0,2 0-159 16,0 2-76-16,-2 0-37 0,-2 2-355 15,-5 0 158-15,-1 0-697 0,-3 4 424 0,-4 4 215 16</inkml:trace>
  <inkml:trace contextRef="#ctx0" brushRef="#br0" timeOffset="154982.4">19257 10749 1243 0,'-14'9'0'0,"8"1"0"0,3 1 0 0,0-1 0 0,3-5 0 0,0 1 0 0,3-1 599 0,8 1-283 0,7-2-141 15,6 0-72-15,-1-1 147 0,5 0-112 0,1-2-312 16,1 1 104-16,0-2 51 0,-2 0 26 0,-2 0-711 16,5 0 364-16,-6-6 186 0</inkml:trace>
  <inkml:trace contextRef="#ctx0" brushRef="#br0" timeOffset="155269.97">19770 10483 1303 0,'-7'0'0'0,"-1"0"0"0,2 2 0 0,-3 9 0 0,2 4 314 0,-1 5-140 16,2 2-71-16,4 7 545 0,2 3-300 16,0 0-161-16,0-2-78 0,8 2 139 0,7-2-108 0,0-3-54 15,2-9-18-15,8 3 6 0,-2-8-20 16,4-4-1-16,5-5 133 0,1-4-477 0,0 0 246 16,-1-8-226-16,-3-9 152 15,-4-3 76-15,-2-3 38 0,-6-5-228 0,-6-2 77 16,-4 0 75-16,-5-1-32 0,-2-2 23 0,0-1 29 0,-14 2-9 15,-9-5 75-15,-4 8-38 0,4 5 1 0,-12 4-1 16,-4 5 100-16,3 11-58 0,-11 2-17 16,8 2 0-16,1 15 95 0,10 3-57 0,2 5-3 15,6 4-26-15,8 3-63 0,6 2 28 0,6 0-449 16,0 2 226-16,6-1 111 0,11 3 48 0,10 3-286 16</inkml:trace>
  <inkml:trace contextRef="#ctx0" brushRef="#br0" timeOffset="155411.6">20477 11037 2664 0,'0'-13'0'0,"12"10"0"0,17 3 0 0,-12 0 0 0,-13-1 0 0,-3-1-816 0</inkml:trace>
  <inkml:trace contextRef="#ctx0" brushRef="#br0" timeOffset="163103.04">9142 12434 1314 0,'0'-5'0'0,"-2"2"0"0,0 2 0 0,2-1 0 0,0 2 0 0,0 0 0 0,0 0 0 0,0 0 140 0,0-2-53 0,9 2-27 16,7-3 231-16,2 3-121 0,3 0-73 0,4 0 66 16,0 0-66-16,2 0-31 0,1 0-1 0,-4-1-51 15,7 1-7-15,-10 0 25 0,2 0 1 16,-2 0-136-16,-3 0 67 0,-6 0 43 16,-1 0-8-16,-3 0-84 0,-4 0 59 0,-2-2-8 15,0 2-258-15,-2 0 101 0,0-1 89 0,-6-2-56 16,-6 3 62-16,0-1 32 0,-4 1-1 0,0 0-14 15,0-2 47-15,0 2-1 0,-2 0 0 0,2 0 115 16,2 0-58-16,3 0-36 0,2 0 8 0,-1 0 67 16,3 6-48-16,3-2 7 0,-1 7 274 0,5-1-119 15,0 5-86-15,0 2 157 16,0 4-108-16,0 3-54 0,2 1-26 0,5 3 79 16,0 0-57-16,0 4-24 0,0 0-1 0,-3 1-55 15,-3 1 1-15,3 0 38 0,-2-2-8 0,-2 1-133 16,0-2 66-16,0 0 34 0,0-2-70 0,-2-5 48 15,-5 1 21-15,0-4-162 0,-2-5 84 0,2 0 14 16,0-6 30-16,1 0 27 0,-2-2-9 0,1-4-31 16,3-1 25-16,-1-1 263 0,3-1-125 0,2-1-56 15,-2 0-32-15,2 0 353 16,0 0-177-16,0 3-73 0,0-3 16 0,9 1-48 16,5-1-37-16,0 0 0 0,6 0 263 0,0 0-324 15,1 0 0-15,1 0 0 0,2 0 0 0,-3 0 0 16,2 0 0-16,-2 0 0 0,-3 0 0 0,-1 0 0 15,-2 0 0-15,0 0-536 0,-2 0 281 0,1 0 84 16,-1 0-352-16,-1 0 249 0,2 0 120 16,-3-1-617-16</inkml:trace>
  <inkml:trace contextRef="#ctx0" brushRef="#br0" timeOffset="163274.59">9730 12632 2270 0,'0'-4'0'0,"2"1"0"0,7 0 0 0,1-3 0 0,-5 2 0 0,2 1 0 0,3 1 0 0,1-2 0 0,-1 2 276 0,2 1-126 0,2-2-58 0,1 3-159 16,0 0 50-16,0 0 25 0,2 3 8 0,-2 4-607 16,0 4 310-16</inkml:trace>
  <inkml:trace contextRef="#ctx0" brushRef="#br0" timeOffset="163434.22">9822 12834 2429 0,'-4'4'0'0,"4"1"0"0,0-1 0 0,-2-4 0 0,2 0 0 0,0 0 0 0,0 0 0 0,0 0 0 0,11 0 0 0,5 0 274 16,0-2-120-16,3-2-261 0,3 1 70 0,-1-1 35 15,0 0 8-15,5 3-301 0,-2-3 164 0,-1 0 81 16,2 0 42-16</inkml:trace>
  <inkml:trace contextRef="#ctx0" brushRef="#br0" timeOffset="163911.68">10278 12396 1786 0,'0'-7'0'0,"0"5"0"0,9 0 0 0,4 0 0 0,1 1 0 0,0-4 0 0,4 2 0 0,3-1 430 15,-1 0-198-15,6 0-100 0,2-1-50 0,4-1-12 16,-2 1-8-16,1 1-29 0,-3 0-302 0,-7 2 151 16,-1 1 75-16,-7-2 46 15,0 3-492-15,-4 0 261 0,-2 0 130 0,-5 0 66 16,-2 0-576-16,0 0 280 0,-11 0 152 0,-1 0-61 16,-6 0 119-16,2 0 58 0,-3 0 60 0,3 0 0 15,-4 0 0-15,4 0 0 0,0 0 94 0,4 0-67 16,-2 0-30-16,5 0-8 0,0 3 375 0,1 2-198 15,2 1-42-15,2 3 376 0,1 2-224 0,1 2-113 16,2 4-70-16,0 5 209 0,0 1-134 0,0 5-68 16,0 1-34-16,0 5 56 0,0 1-49 15,0 1 1-15,0 0-41 0,0 2-22 16,0-3 1-16,-5-1 29 0,-4-3-199 0,2-2 96 16,0-3 47-16,0-6-85 0,-4 1 66 0,2-2 8 15,2-4 20-15,0-4 38 0,2-3 0 0,2-1-76 16,1-6 36-16,0 2 276 0,0-1-132 0,2-2-56 15,0 0 71-15,2 0-41 0,10 0-41 0,2 0 0 16,4 0 135-16,0 0-86 0,8 0-43 0,-3 0 41 16,-2 0-34-16,1 2 103 15,1-2-185-15,-2 4-263 0,-1-2 187 0,-3 2 55 16,-1 0 34-16,0 1-648 0,-3 0 321 0,0-1 116 16,0-2-292-16,-1 0 229 0,-1-2 106 0,-4 0 65 15</inkml:trace>
  <inkml:trace contextRef="#ctx0" brushRef="#br0" timeOffset="164192.37">10765 12639 1301 0,'0'0'0'0,"0"1"0"0,0 3 0 0,0 4 0 0,0 1 0 0,0 3 0 0,-3 5 0 0,0-3 513 16,-5 3-240-16,3 0-120 0,-2 2-52 0,-3-2 115 15,0-2-92-15,3-4-45 0,-2 0 34 0,3-4-41 16,0 0 9-16,1-2 12 0,1-3-31 0,0-2 1 15,4 2-30-15,0-2 171 0,0 0-77 0,0 0-52 16,0 0-20-16,4 0 27 0,9 0-25 0,2-2 161 16,4 0-218-16,2 1 0 15,7-3 0-15,-4 2 0 0,5 0 0 0,-3 2 0 16,-4 0 0-16,6 0 0 0,-3 0-212 0,-4 0 172 16,1 0 36-16,-3 0-448 0,-7 0 216 0,6 0 69 15,-11 0 70-15,2 2-468 0,-4-2 266 0,-2 2 133 16,-3 0 59-16,0-2-450 0,0 0 263 0</inkml:trace>
  <inkml:trace contextRef="#ctx0" brushRef="#br0" timeOffset="164333">10896 12591 1389 0,'-3'-7'0'0,"-1"3"0"0,1 3 0 0,1-1 0 0,2 0 0 0,-1 2 0 0,1 0 0 0,0 0 289 0,1 13-132 0,8 6-62 15,0 3 489-15,0 8-275 0,1 12-139 0,-3-8 139 16,-1 20-142-16,-3-4-67 0,1 5-34 0,-2 11-5 15,0-6-28-15,4-5 8 0,-1 14-9 0</inkml:trace>
  <inkml:trace contextRef="#ctx0" brushRef="#br0" timeOffset="165121.23">11511 12330 1180 0,'-9'-18'0'0,"4"8"0"0,5 9 0 0,0 0 0 0,0 1 0 0,3 0 103 0,8 0-35 0,1 0 8 0,4 0 356 16,-2 0-199-16,7 0-101 0,-1 0-49 0,5 0 165 15,-2 0-99-15,3 0-62 0,-5 4-27 0,1 2-149 16,-1-1 61-16,-2 2 39 16,-1 3-454-16,-2 0 238 0,-3 1 119 0,-4 2-257 15,-3 3 184-15,-2 0 24 0</inkml:trace>
  <inkml:trace contextRef="#ctx0" brushRef="#br0" timeOffset="165271.81">11580 12640 984 0,'-6'6'0'0,"4"1"0"0,2-1 0 0,0-3 0 0,0 1 0 0,0-1 0 0,0-1 425 0,4-2-200 16,9 0-97-16,4 0-47 0,4 0 238 15,3 0-143-15,-1 0-63 0,7 0-45 0,-2 0-292 16,4 0 129-16,2 0-578 0,-1 0 354 0,5 0 183 16</inkml:trace>
  <inkml:trace contextRef="#ctx0" brushRef="#br0" timeOffset="165718.41">12598 12315 947 0,'0'-15'0'0,"0"1"0"0,0 0 0 0,0-1 0 0,0-3 0 0,0 1 0 0,0 0 0 0,0-2 236 15,0 2-106-15,-2-2-49 0,-2 2-24 0,-1 0 95 16,-2 2-60-16,0 1-21 0,0 0-8 0,-2 0 0 16,-3-1-31-16,1 4-13 0,-5 1 14 0,2-1 8 15,-1 7-8-15,-2 1 30 16,0 2-30-16,-2 1 0 0,2 0 8 0,-1 6-1 16,-1 7-7-16,0 5 0 0,4 0-1 0,-1 2 57 15,7 0-21-15,-3 5-7 0,3-1 50 0,4 1-39 16,1 0 0-16,4 1 26 0,0-3-24 0,0 8-9 15,2 0-32-15,5 0 52 0,5 3-27 0,1 2 1 16,1 1-18-16,0 6 16 0,2-1-24 0,-3 1 0 16,0 0-1-16,-2 0-33 15,-4-7 7-15,3 1 27 0,-4 1-97 0,-1-6 49 16,-1-1 23-16,-2-2-100 0,-2-7 52 0,0 1 27 16,0-2-1-16,-4-3-101 0,-8-4 48 0,1-1 33 15,-1-5-4-15,-4-1-214 0,2-4 103 0,-4-3 61 16,6 0-127-16,0 0 92 0,3-2 36 0,1-10 32 15,5-5-367-15,3-4 195 0,0-2 97 0,3-3-334 16,12 0 208-16</inkml:trace>
  <inkml:trace contextRef="#ctx0" brushRef="#br0" timeOffset="166022.29">12789 12310 784 0,'12'-30'0'0,"-3"-1"0"0,-2 6 0 0,-5-3 0 0,0-1 0 0,-2 5 0 0,0 3 0 0,0 0 304 15,-9 5-135-15,0 0-69 0,-1 7-33 0,-1 2 107 16,-2 3-62-16,-2 4-44 0,-2 0 187 0,-2 4-111 16,-2 12-56-16,1 5 104 15,-1 4-72-15,2 1-48 0,1 2 1 0,4 0 133 16,5-1-86-16,3-2-44 0,5-2-14 0,1 6 134 16,0-5-82-16,1 1-40 0,10-1 50 0,5 0-46 15,-2 3-14-15,2-1-9 0,-2 2-49 0,4 0 0 16,-5 2 186-16,0 0-421 0,-2 3 207 0,-2-1 27 15,0 1 1-15,-2 2-166 0,-2-5 97 0,-3-3 22 16,0 5 28-16,-2-6-240 0,0-6 121 0,0 2 27 16,0-6-227-16,-6 1 141 0,-1-3 84 15,-3-4 37-15,3 2-175 0,-2-4 106 16,-3 0 54-16,1 3-477 0,-2-2 269 0,-1 0 130 16</inkml:trace>
  <inkml:trace contextRef="#ctx0" brushRef="#br0" timeOffset="166216.91">12446 13035 1342 0,'-8'0'0'0,"3"3"0"0,-2-3 0 0,6 2 0 0,-1-2 0 0,2 0 0 0,0 0 0 0,0 0 654 0,13 0-311 0,7 0-155 16,3-2 422-16,0 1-281 0,7-1-152 0,0 0-73 16,2-1 244-16,0 2-348 0,2 0 0 0,-2 1 0 15,-2-3 0-15,0 3 0 0,-4 0 0 0,-5 0-324 16,-1 0 194-16,-6 0 90 0,-3 0 32 0,-2 0-689 15,-6 0 355-15,0 0 68 0,-3 0 125 0,0 0-522 16,-4 0 324-16</inkml:trace>
  <inkml:trace contextRef="#ctx0" brushRef="#br0" timeOffset="166561.2">12506 12997 1369 0,'-9'3'0'15,"1"0"0"-15,4 3 0 0,0-3 0 0,2 1 0 0,2 2 0 0,0 1 272 0,0 1-120 0,4 0-59 0,8 1 179 0,0 2-119 0,2 1-52 16,1 1-38-16,0 0 209 0,0 2-120 0,-2 0-59 16,2 0-22-16,-4 2-131 15,-1 0 47-15,-3-1 23 0,-1 1-274 0,-4 2 149 16,-2-1 82-16,0 3-219 0,-4-2 124 0,-12 1 75 16,2-5-36-16,-3 1 7 0,-3-5-23 0,-1 0 40 15,-4 1 0-15,9-3 190 0,-7-2-79 0,4 1-40 16,2 0-7-16,8-3 359 15,-3-1-162-15,5-2-103 0,3 0 450 0,3-1-255 0,1-1-120 0,0 0 104 16,0 3-20-16,12-3-252 0,9 0 0 16,0 0 0-16,1 0 0 0,8 0 0 15,-3 0 0-15,3-3 0 0,-2 2 0 0,0-1 0 16,-5 0 0-16,1 0 0 0,-3 0 0 0,-2 0 0 16,-3 2-377-16,0 0 201 0,-4 0 41 0,0 0-678 15,-1 0 391-15,-2 0 194 0,3 0 98 0,-1 0-543 16,-4 0 312-16</inkml:trace>
  <inkml:trace contextRef="#ctx0" brushRef="#br0" timeOffset="166834.34">12977 13161 34 0,'6'-7'0'0,"-2"1"0"0,0 4 0 0,-3 0 0 0,1-1 447 16,-2 3-208-16,0 0-102 0,0 0-45 0,0 10 407 15,0 5-233-15,-3 1-117 0,-8 2 167 0,2 6-141 16,-2-5-63-16,-2 6-44 0,-2-4 4 0,1-7 0 15,2 3-40-15,-3-4 29 0,3-1 8 0,3-5-36 16,2 1 0-16,0-4 64 0,4-3-33 0,1-1 1 16,0 0-24-16,2 0 187 15,0 0-97-15,4 0-50 0,11 0 65 0,4-5-48 16,3-3-37-16,3 1 116 0,3 1-177 0,1-1 0 16,-1 1 0-16,-5 2 0 0,10 0 0 0,-11 0 0 15,1 2 0-15,0 1-495 0,-3-1 283 0,-1 0 79 16,-5 2 68-16,2 0-339 0,-5 0 186 0,-3 0 92 15,-1 0-485-15,-3 0 280 0,-2 0 154 0</inkml:trace>
  <inkml:trace contextRef="#ctx0" brushRef="#br0" timeOffset="166987.94">13122 13138 954 0,'-6'-5'0'0,"1"2"0"0,3 1 0 16,-2 1 0-16,2 1 0 0,2 0 0 0,0 0 582 0,0 13-278 0,0 6-136 0,0 5-67 0,4 5 454 15,2 6-261-15,-5 3-122 0,3 4-74 0,-2 0 97 16,0 1-82-16,1 0-40 0,-1-3-224 16,4-5 100-16,-2 5 37 0,4-2-877 15</inkml:trace>
  <inkml:trace contextRef="#ctx0" brushRef="#br0" timeOffset="169572.89">13212 12421 1004 0,'-7'-17'0'0,"3"6"0"0,-1-3 0 0,5 1 0 0,0-3 0 0,0 1 0 0,0-1 0 0,0 1 0 0,9 2 304 16,3 2-135-16,4 0-61 0,2 3-41 0,3 2 113 15,0 4-74-15,1 2-36 0,-1 0 2 0,0 6-31 16,1 7-8-16,-5 6-31 0,-4 2-1 0,0 2 32 16,-5 4 0-16,-3 4-86 0,-3 2 39 0,-2 1 24 15,0 2-1-15,-5-3-111 0,-8-2 34 0,-1-7 45 16,-4 4-48-16,2-11 36 0,-2-3-2 0,-1-4 115 15,-2-2-46-15,1-3 0 16,3-2-41-16,2-1 113 0,3-1-46 0,3-1-27 16,2 0-1-16,3 0 286 0,1 0-134 0,3 0-75 15,0 0-37-15,0 0 119 0,14 1-79 0,5-1-30 16,5 0 1-16,-1 0-24 0,3 0 0 0,1 0-25 16,1 0-116-16,-6 0 67 0,8 0 20 0,-4 0-409 15,-3 0 206-15,2 0 113 0,-2 0 17 0,-2 0-304 16,-1-1 127-16,-2 0 107 15,-1-5 52-15,-2-4-473 0</inkml:trace>
  <inkml:trace contextRef="#ctx0" brushRef="#br0" timeOffset="169797.44">13614 12325 1206 0,'0'-8'0'0,"0"3"0"0,3 3 0 0,7-4 0 0,1 3 0 0,4-1 0 0,2 0 0 0,8 2 0 0,-5 1 515 0,8 1-245 0,-3 0-119 0,-1 11 185 0,-1 5-152 0,-1 5-76 15,-1 3-29-15,-4 3 17 16,-2 1-32-16,-4 2 1 0,-6 2-32 0,-4-2-24 16,-1 0 8-16,-4 0 15 0,-11-3-157 0,-6-1 79 15,1-5 39-15,-4-5-220 0,1-4 138 0,-5-3 56 16,8-4-26-16,-5 0-333 0,4-5 152 0,5 0 104 16,4 0 42-16,3 0-280 0,5-6 171 0,4-7 85 15,4-6 42-15,14-1-142 0</inkml:trace>
  <inkml:trace contextRef="#ctx0" brushRef="#br0" timeOffset="169993.97">14117 12148 1592 0,'2'-9'0'0,"-2"3"0"0,0 1 0 0,-6 3 0 0,-8 0 0 0,-2 2 0 0,0 0 0 0,0 11 306 0,0 8-141 0,0 4-65 0,4 7 239 15,-2 9-153-15,3 2-77 16,7-1-30-16,1 10 89 0,3-4-68 0,0-2-33 0,3-2-1 15,10-8-81-15,4 0 32 0,2-4-8 0,3-4-106 16,3-4 65-16,3-4 33 0,-1-4-488 16,-4-7 268-16,0 0 53 0,2-5 88 0,-2-2-615 15,-3 0 330-15</inkml:trace>
  <inkml:trace contextRef="#ctx0" brushRef="#br0" timeOffset="170213.28">14317 12244 1286 0,'-11'0'0'0,"4"-1"0"0,5-2 0 0,2 3 0 0,0 0 0 0,0 0 0 0,0 0 568 0,2 7-268 0,8 1-125 16,3 2-76-16,0 2 313 0,4 1-189 0,-1-1-96 15,0 1-46-15,1 2-120 0,0 1 32 0,-2-1 0 16,0 0-501-16,-2-2 270 0,-2-2 136 0,-2-3-277 15,7-1 202-15,-7-4 83 16,2-3 59-16</inkml:trace>
  <inkml:trace contextRef="#ctx0" brushRef="#br0" timeOffset="170405.76">14649 12002 1211 0,'2'3'0'0,"0"7"0"0,-2 5 0 0,0-1 0 0,0 8 0 0,-4 4 0 0,-8 10 0 0,3-2 627 0,-4 16-301 0,-2 0-146 16,-6 15 327-16,3-1-238 0,-3 4-118 0,3-9 59 16,-7 19-93-16,6-13-42 0,2-1-21 0,0-4-96 15,6-10 38-15,-1-5 8 0,3-1 29 0,6-8-493 16,-1-13 246-16,4-2 123 0,0-9 63 0,0-6-758 16,2-6 334-16,3 0 210 0</inkml:trace>
  <inkml:trace contextRef="#ctx0" brushRef="#br0" timeOffset="170757.7">14809 12173 1529 0,'7'-11'0'0,"7"3"0"0,-2 1 0 0,3-4 0 0,-1 3 0 0,2 0 0 0,1 2 0 0,2-1 0 0,1 1 518 0,1 4-242 0,0 2-122 15,-1 0-53-15,-2 0 111 0,-2 10-90 0,-2 5-45 16,-3 0-18-16,-4 3 1 0,-2 3-19 15,-3 6-7-15,-2 0-1 0,-2 0 0 16,-12 5 0-16,-7 6 34 0,3-6-26 0,-7 5-9 16,1-1 1-16,4-8 30 0,-5 4 1 0,2-4-32 15,0-2 9-15,3-1 60 0,3-8-35 0,2 0 1 16,7-6 139-16,1-1-206 0,3-5 0 0,2-1 0 16,2-1 0-16,0 1 0 0,6-2 0 0,8-2 0 15,4 0 0-15,6 0 0 0,1 0 0 0,1 0 0 16,2-2 0-16,0 1 0 0,-3-3 0 15,5-2 0-15,-4 2 0 0,-3 0 0 16,-1 3-165-16,-1-3 85 0,-4 0 22 0,-2 0-500 16,-6 3 263-16,-1-1 132 0,-4 0 64 0,-1 2-525 15,-1-3 287-15,-2 3 157 0,0-1 73 0,-11-5-188 16</inkml:trace>
  <inkml:trace contextRef="#ctx0" brushRef="#br0" timeOffset="170904.3">14876 12335 1091 0,'-13'-3'0'0,"5"3"0"0,3 0 0 0,1 0 0 0,2 0 0 0,2 0 0 0,0 0 294 16,0 0-131-16,4 0-65 0,7 0 333 0,6 0-199 15,2 4-92-15,-1 0 34 0,5-1-71 0,2 4-35 16,1-2-1-16,0 2-498 0,2 3 240 0,0 1 108 16,0 0 58-16</inkml:trace>
  <inkml:trace contextRef="#ctx0" brushRef="#br0" timeOffset="171332.27">15552 12340 1402 0,'-11'-13'0'0,"3"3"0"0,3 2 0 0,-3-7 0 0,-1 1 0 0,-1 0 0 0,-1 1 0 15,0 0 0-15,-1 1 385 0,2 0-180 0,1 5-86 0,-3-1-44 0,-1 4 55 16,-1 4-49-16,0 0-15 0,-4 6-68 0,2 13 35 15,-3 6-1-15,1 12 29 16,2 0 0-16,5-1-20 0,-1 12-8 0,5-3 131 16,7-10-65-16,0 2-33 0,0-3-1 0,2-8 118 15,11 4-79-15,-2-13-36 0,4 0 0 0,2-6-62 16,1-6 27-16,-2-5 8 0,3 0-159 0,1-1 75 16,-1-20 38-16,2-10 0 0,-4-7-79 0,2-5 66 15,-3-8 21-15,0-3-486 0,-2-10 236 0,-2 5 72 16,-3-4 75-16,-1 6-214 0,-1-18 145 15,-3 3 68-15,2-4 34 0,-2-1-94 16,1 2 64-16,0 18 24 0,-1 3 154 0,1 19-57 16,-3 12-28-16,-1 7 0 0,-1 6 411 0,0 2-228 15,0 8-102-15,0 13 171 0,0 16-129 0,-1 16 1 16,-6 10-53-16,3 2 310 0,-1 20-177 0,1-2-83 16,1 4-42-16,-1 0 117 0,2 0-79 0,2-3-32 15,0 1-9-15,0-6-226 0,0-16 94 16,6 2 46-16,5-12-637 0,1-13 350 15,2-3 163-15,-1-15-426 0,6-5 271 0</inkml:trace>
  <inkml:trace contextRef="#ctx0" brushRef="#br0" timeOffset="171615.1">16044 12075 1075 0,'11'-34'0'0,"-2"5"0"0,-4 6 0 0,-5-4 0 0,0 5 0 0,0 1 0 16,-7 6 0-16,-7 2 564 0,-1 6-258 0,-2 5-140 15,-7 2-67-15,-3 9 382 0,-5 19-224 0,2 6 80 16,0 5-144-16,3 1-85 0,2 1-37 0,8-7 161 16,4 2-26-16,8-2-206 0,5-8 0 0,0 4 0 15,5-4 0-15,11-3 0 0,7-4 0 0,4-1 0 16,1-1 0-16,4-3 0 0,0-3 0 0,0 0 0 16,-4 2 0-16,-2 0 0 0,-8 3-263 0,2 2 145 15,-11 0 27-15,-2 1-59 0,-4 0 29 0,-3 5 47 16,-10-3-8-16,-10 0 88 15,-9-2-1-15,-7 1-38 0,-1-4 1 0,-3-1 123 16,7-4-70-16,-5 0-23 0,0-4-179 0,4 1 74 16,4-7 37-16,12-1-626 0,3 0 323 0,5 0 174 15</inkml:trace>
  <inkml:trace contextRef="#ctx0" brushRef="#br0" timeOffset="171739.77">16494 12475 1212 0,'0'0'0'0,"2"4"0"0,-1 0 0 0,1-4 0 0,-2 0 644 0,-3 0-305 0,-11 0-154 16,-1-3-75-16,0-4 140 0,0-2-112 0,3 2-53 15</inkml:trace>
  <inkml:trace contextRef="#ctx0" brushRef="#br0" timeOffset="192341.05">9608 14079 70 0,'-2'0'0'0,"-4"0"0"0,1 0 0 0,-1 0 0 0,2 0 0 0,-2-2 0 0,1 1 185 16,-1-2-76-16,0 3-30 0,1-2 47 0,-1 2-46 16,2 0-24-16,1 0 1 0,1 0 61 0,-2 0-34 15,3 0-30-15,1 0 42 0,-2 0-32 0,2 0 0 16,0 0-31-16,0 0 115 0,0 0-62 0,0 0-27 16,0 0 1-16,6 0 46 0,2 0-36 0,5 0 7 15,3 0-44-15,1 0 92 0,1 0-45 0,3 0-24 16,-1 0 11-16,1 0 8 15,0-1-42-15,2-1-35 0,-3-2 35 0,3 3-1 16,-2-2 1-16,-1 1-24 0,-1 1-8 0,-3 1 31 16,3 0 1-16,-3 0-60 0,-3 0 25 0,-4 0 9 15,1 0-64-15,-3 0 38 0,-2 0 7 0,-1 0-1 16,0 0-16-16,-2 0 39 0,-2 0-14 0,1 0 41 16,-1 1-37-16,0-1 4 0,0 0-2 0,0 0 102 15,0 0-43-15,0 0-24 16,0 0 11-16,0 0 64 0,0 2-30 0,0 4-31 15,0 1 2-15,-3 3-21 0,-1 3 3 0,-1 4-72 16,1 3 45-16,-3 6-9 0,-1 2 35 0,0 3-92 16,-1 4 37-16,-3 7 23 0,1-8-12 0,-1 10-18 15,0-9 9-15,1 0-1 0,-3-1-5 0,1-2-10 16,2-7 6-16,-2 0 0 0,2-5 76 0,0-2-25 16,-1-1-3-16,1-5-23 0,4-4 156 0,-1 0-74 15,0-2-29-15,5-2 134 0,-1-1-73 0,3-3-42 16,1 0 4-16,0 0 40 0,0 0-40 15,0 0 0-15,0 0-39 0,0 0-32 16,6 0 8-16,9 0 24 0,2-1-47 0,3-5 23 16,0 2 0-16,1-1 24 0,1-1 132 0,0 2-333 15,1 1 336-15,0 1-354 0,-2-1 165 0,-1 2 21 16,-1 1-1-16,-3 0-137 0,2 0 64 0,-6 0 38 16,1 0 12-16,-3 0-59 0,-3 0 33 0,0 0 22 15,-3 1-198-15,-3-1 101 0,1 0 27 16,-2 0-185-16,0 0 118 0,0 0 70 15,-2 0 31-15,-5-3-352 0,-3-2 192 0,-1-1 96 16,4-1 39-16,-7-3-441 0</inkml:trace>
  <inkml:trace contextRef="#ctx0" brushRef="#br0" timeOffset="192589.28">9664 14305 2091 0,'-21'0'0'0,"8"0"0"0,5 0 0 0,3 0 0 0,1 0 0 0,4 0 0 0,-2 0 0 0,2 0 0 0,0 0 0 0,2 0 290 0,12 0-120 0,4 0-73 0,3-1 161 15,4-1-113-15,-5 2-56 0,4 0-28 0,1 0-42 16,3 0 14-16,-8 0-1 0,3 0-45 0,0 3 22 16,-2 3 1-16,-5 1-199 0,1 0 107 0,-4-1 58 15,-1-1 28-15,-3-1-378 16,-2 1 187-16,-1 0 35 0,-3-4 69 0,-1 1-340 15,0 0 195-15,1-2 98 0,0 0 48 0,-2 0-352 16,2 0 204-16</inkml:trace>
  <inkml:trace contextRef="#ctx0" brushRef="#br0" timeOffset="192750.29">10116 14153 791 0,'6'0'0'0,"-4"0"0"0,6 0 0 0,-3 0 0 0,1 0 137 0,2 0-52 15,1 3-26-15,0-1 393 0,3 1-209 0,-3 0-97 16,4-2-61-16,0 2 71 0,0-2-61 0,-1 1-32 16,1 0 1-16,-4-1-325 0,1 4 144 0,-3-4 74 15,0 3-548-15,-1 2 304 0</inkml:trace>
  <inkml:trace contextRef="#ctx0" brushRef="#br0" timeOffset="192921.33">10190 14418 1174 0,'-7'4'0'0,"3"6"0"0,1-2 0 0,1-5 0 0,1 1 0 0,1-1 348 16,0 2-158-16,1-4-71 0,13-1-47 0,3 2 476 15,0-2-258-15,2 0-128 0,-1 0-57 0,0-3 84 16,0-5-78-16,-3 1-39 0,-2-2-340 0,-1 0 151 16,-3 5 83-16,-2 0-650 0,1 0 359 0,-2 2 179 15,-1 2 80-15</inkml:trace>
  <inkml:trace contextRef="#ctx0" brushRef="#br0" timeOffset="194201.34">10707 14332 341 0,'-9'0'0'0,"4"0"0"0,0 0 0 0,3 0 0 0,2 0 0 0,-2 0 0 0,2 0 297 16,-2 0-132-16,2 0-66 0,0 0-33 0,0 0 179 15,2 0-98-15,9 0-61 0,3 0 194 0,2 0-124 16,3 0-61-16,8-1 161 0,-1-1-104 0,4-2-63 16,4 0-29-16,1-1 126 0,6-1-77 0,-2-2-38 15,-2 1 8-15,9-1-12 16,-2 1 0-16,-1 0-34 0,3 2 0 0,2-2 42 15,-5 1-13-15,11-1-8 0,-3 2-53 0,4-2 32 16,-1-2 0-16,0 0 0 0,-1-1-57 0,-3 2 25 16,2-5-1-16,-5 5-75 0,-2-2 43 0,-10 2 36 15,2-1-11-15,-2 2-58 0,-5-2 21 0,-6 3 27 16,-3 0-12-16,-2 2-93 0,-8 0 42 0,-4 3 34 16,-1-1-149-16,-5 0 84 0,2 0 28 0,-1 2 17 15,-2 0-151-15,0-2 92 16,-12 2 46-16,1 0-377 0,-2 0 212 0,-2 0 97 15,-1 0 61-15,0 9-406 0</inkml:trace>
  <inkml:trace contextRef="#ctx0" brushRef="#br0" timeOffset="194601.47">11222 14466 1375 0,'-12'0'0'0,"6"0"0"0,4 0 0 0,2 0 0 0,0 0 0 0,0 0 0 0,10 0 257 0,7 0-105 0,8 0-63 0,2 0 225 16,-1-2-141-16,3 2-70 0,-1 0-35 0,-5 0-35 15,7 2 0-15,-12 8-1 0,5 1 1 0,-6 2-66 16,-4 2 33-16,-2 4 8 0,-8-1-166 0,0 7 95 16,-3-1 48-16,-5 2-160 0,-11 2 97 0,-5-1-3 15,-4-2 40-15,0-3-2 16,-3-3 0-16,-1-4-22 0,-1-1 33 0,2-5 261 15,0 2-122-15,0-4-54 0,7 1 136 0,1-1-74 16,2-1-56-16,7 0 18 0,4-5 277 0,1 3-161 16,2-4-80-16,4 2 132 0,0 1-106 0,14 1-45 15,8-2-35-15,2-2 167 0,6 0-226 0,2 0 0 16,4 0 0-16,2 0 0 0,5-2 0 0,-4-4 0 16,-5 1 0-16,1-3 0 0,0 1 0 15,-5 2 0-15,-8 1-176 0,-1 0 165 16,-4 2 0-16,-4 0-445 0,-4 0 215 0,1 0 73 15,-6 1 69-15,-2-2-375 0,-1 2 221 0,-1-3 110 16,0-2 46-16,0-4-362 0,-7 2 213 0,-5-6 107 16</inkml:trace>
  <inkml:trace contextRef="#ctx0" brushRef="#br0" timeOffset="195075.61">10468 13640 898 0,'0'-5'0'0,"0"4"0"0,0-1 0 0,0 0 0 0,0 1 0 0,0 1 0 0,-2 0 104 16,2 0-36-16,0 5 50 0,0 11-47 0,0 5 0 15,4 3-38-15,3 3 136 0,-2 3-68 0,2 0-26 16,0 3-8-16,-3-2 24 0,1 0-29 0,-1 0 1 16,1 0-31-16,-3-5 39 0,3 6-9 0,-3-7-69 15,-1-2 0-15,1 0 40 0,0-2 0 0,0-5-25 16,0-1-9-16,0-5 34 0,-1-1 0 0,-1-2-101 16,0-2 33-16,0-4 36 15,0 0-12-15,0-1-215 0,0 0 94 0,0 0 65 16,2 0-268-16,-2 0 143 0,2-8 83 0,3-1-266 15,2-5 172-15,-2 1 85 0</inkml:trace>
  <inkml:trace contextRef="#ctx0" brushRef="#br0" timeOffset="195274.08">10648 13895 795 0,'0'2'0'0,"0"-2"0"0,0 1 0 0,0 2 0 0,0-2 0 0,0 1 202 16,2-1-84-16,4 2-35 0,1-1-29 0,5 1 370 15,-3-3-196-15,4 2-97 0,-1-2 104 0,-2 3-93 16,6-3-58-16,-1 0-146 0,-3 0 47 0,2 0 24 16,-1 0 1-16,-1 0-333 0,-2-3 173 0,0 1 92 15,0 1 46-15,-5-1-470 0,1-3 202 0,-1 4 130 16,-1-2 8-16,-3 0-88 0,1 0 98 0</inkml:trace>
  <inkml:trace contextRef="#ctx0" brushRef="#br0" timeOffset="195518.91">10852 13760 566 0,'0'-9'0'0,"2"3"0"0,3 0 0 0,0 0 0 0,1 0 0 0,3 3 0 0,3-2 301 0,1 4-138 0,4-2-66 0,-1 1-31 15,5 2 280-15,-1 0-157 0,1 0-70 0,0 0 124 16,-1 5-105-16,-1 3-53 0,1 3-26 0,-4 3 3 16,-2 0 8-16,-2 1-37 0,-4 3-1 0,-2 0-60 15,-2 2 30-15,-4 3 0 16,0 0-1-16,-4 0-8 0,-8-2 40 0,-4 3 0 15,-3-6-132-15,-2 0 66 0,4-6 8 0,-7 2-204 16,3-5 113-16,1-4 33 0,-3 1 35 0,4-2-174 16,2-4 87-16,5 2 55 0,2-2 23 0,2 0-153 15,5 0 89-15,3-2 44 0,0-5-87 0,1-6 70 16,12 1 31-16,5-5-242 0</inkml:trace>
  <inkml:trace contextRef="#ctx0" brushRef="#br0" timeOffset="195745.47">11309 13575 404 0,'-2'-5'38'0,"-5"1"0"15,-4 3-38-15,-3-1 0 0,0 2 348 0,-2 0-157 0,2 3-71 16,-2 8 192-16,2 8-139 0,0 1-71 0,3 7 304 16,2 3-349-16,1 2-16 15,4 2-8-15,4 0 0 0,0-2-1 0,0-1 54 16,7-3-27-16,5-5 29 0,6 3-31 0,0-5 0 15,1-2-24-15,1-4-159 0,-1-4 79 0,2 1 49 16,-3-3-9-16,1-1-314 0,0-4 162 0,-4-2 92 16,0-1 2-16,-2-1-466 0,0 0 249 0,-1 0 124 15,-3-6 63-15</inkml:trace>
  <inkml:trace contextRef="#ctx0" brushRef="#br0" timeOffset="195906.1">11385 13780 1927 0,'-10'2'0'0,"6"2"0"0,0-1 0 0,1-1 0 0,1 1 0 0,2-2 0 0,0-1 0 0,0 2 0 0,9-2 171 0,5 0-73 0,0 0-33 0,4 0 63 15,-2 0-47-15,3-2-25 0,-2 1 9 0,2-2-418 16,-2 1 193-16,1 1 96 0,0-3-583 0,-2 0 326 16,-1-1 162-16</inkml:trace>
  <inkml:trace contextRef="#ctx0" brushRef="#br0" timeOffset="196086.68">11719 13575 1263 0,'0'0'0'0,"0"0"0"0,0 0 0 0,0 0 0 0,2 0 0 0,0 0 0 0,2 0 0 0,5 4 614 0,0 0-290 16,4 2 128-16,2 0-214 0,0 1-103 15,0 0-51-15,2 3-262 0,-2-3 106 16,0 2 60-16,0 1-247 0,1-3 145 0,-4 3 74 15,2-4 36-15,-1 1-681 0,-1-2 363 0</inkml:trace>
  <inkml:trace contextRef="#ctx0" brushRef="#br0" timeOffset="196290.13">12066 13435 1125 0,'2'-8'0'0,"0"4"0"0,-2 3 0 0,2-1 0 0,-2 0 0 0,0 2 0 0,0 0 513 15,0 11-232-15,0 10-128 0,0 4-60 0,-7 10 243 16,-5 5-152-16,-3 6-75 0,-2 8-7 16,-3 11-38-16,-1-5 0 0,2-9-31 0,-1 5-102 15,0-4 51-15,4 0 34 0,1-4-9 0,0-3-238 16,1-4 132-16,3-5 66 0,0-1-424 16,3-2 192-16,3-9 132 0,1-3-455 15,2-4 278-15,2-5 138 0</inkml:trace>
  <inkml:trace contextRef="#ctx0" brushRef="#br0" timeOffset="196627.27">12497 14742 2929 0,'-11'-5'0'0,"11"2"0"0,-1 1 0 0,-1 1 0 0,-2-1 0 0,2-2 0 0,-1 2 0 0,1 0 0 0,0 0 600 0,0-1-301 0,2 3-32 0,0 0-267 0,0 0 0 16,0 0 0-16,0 0 0 0,0 0 0 0,0 0-751 15,2 0 408-15,7 0-433 0</inkml:trace>
  <inkml:trace contextRef="#ctx0" brushRef="#br0" timeOffset="204228.1">3024 10811 590 0,'0'0'0'0,"0"0"0"0,0 0 0 16,0 0 0-16,0 3 0 0,0-3 0 0,0 1 0 0,0 1 0 0,0 0 0 0,2 0 101 0,4 2-35 0,-2-3 26 16,3 1-33-16,2 0-1 0,4 0-25 0,0 2 31 15,0 0 0-15,1-1-23 0,3 3-8 0,1-1 16 16,0 3-16-16,0 1 0 0,1 0-1 0,1 2-23 16,0-1 24-16,2 0 0 0,-4-1-1 0,-1 0-56 15,-2 1 29-15,2-3 7 0,-4 1-69 0,-2 0 41 16,0-3 11-16,-1-1-127 0,-3 0 64 0,-2-3 39 15,0 2 5-15,-2-2-188 0,-1-1 91 0,-1 0 53 16,1 0 9-16,-2 0-99 16,0-7 61-16</inkml:trace>
  <inkml:trace contextRef="#ctx0" brushRef="#br0" timeOffset="204494.37">3245 10565 763 0,'0'0'0'0,"0"0"0"0,0 2 0 0,0 2 0 0,0-1 0 0,0 3 0 0,1 0 112 0,10 1-43 0,0 1-1 16,10 1-35-16,-3 0 131 0,4 3-65 0,0-2 6 16,1 1-41-16,-1 0 1 0,1 0-32 0,-2 1-37 15,0-1 0-15,-1 0 45 0,-1 0-9 0,-1 0-81 16,1-2 41-16,-3 1 0 0,-4-1 41 0,-1-2-168 15,-2-2 61-15,0-1 47 0,-6 0-5 0,0-3-91 16,-1-1 35-16,-1 0-84 16,-1 0 1-16,0 0 70 0,0-1 25 0,-6-9-137 15,1-3 81-15</inkml:trace>
  <inkml:trace contextRef="#ctx0" brushRef="#br0" timeOffset="204705.81">3505 10372 933 0,'0'-2'0'0,"0"2"0"0,0 0 0 0,0 0 0 0,0 0 0 0,0 6 0 0,6 5 0 0,6 2 0 0,0 2 168 15,6 2-59-15,2 1 96 0,-3 1-86 0,-1 2-43 16,2-3-21-16,-2 3-1 0,3-4 8 0,-1 6-30 16,-6-6 1-16,3 0-97 0,2-1 48 0,-4 2 25 15,1-3 7-15,-3 0-182 0,0-6 99 0,-3 2 38 16,0-2-140-16,0-4-121 0,-2-2 136 0,0-3-101 15,1 0 112-15,-1 0 54 0</inkml:trace>
  <inkml:trace contextRef="#ctx0" brushRef="#br0" timeOffset="204896.05">3816 10305 841 0,'2'3'0'0,"2"2"0"0,3 3 0 0,-1 0 0 0,-1 3 0 0,4-2 0 0,0 4 0 0,3 1 261 15,1 3-114-15,2 3-57 0,0-1-28 0,2-1 29 16,-4 0-21-16,3 0-147 0,0 0 55 16,-2 1 28-16,-1-5-1 0,0 1-95 15,-1-2 70-15,-2-2 22 0,-1-1 0 0,-1-4-316 16,0-4 164-16,-1 1 36 0,1-3 56 0</inkml:trace>
  <inkml:trace contextRef="#ctx0" brushRef="#br0" timeOffset="205054.62">4104 10308 1181 0,'0'-9'0'0,"0"6"0"0,0 0 0 0,0 0 0 0,4 3 0 0,2 0 0 0,4 0 0 0,-2 7 0 0,4 6 104 16,5 6-35-16,-4-1 90 0,4 7-68 0,-2-1-28 16,0 3-1-16,0-3-35 0,0 0 6 0,1-7 7 15,-2 0-7-15,2-2-382 0,0-4 191 0</inkml:trace>
  <inkml:trace contextRef="#ctx0" brushRef="#br0" timeOffset="207900.34">3448 13326 539 0,'-8'0'0'0,"4"0"0"0,-1 1 0 0,4-1 0 0,0 0 0 0,1 3 0 0,0-3 0 0,-3 0 0 0,3 0 235 0,0 0-101 0,0 0-50 16,0 0 83-16,0 0-67 0,0 0-26 0,0 0 43 16,0 0-43-16,0 0-20 0,3 0-1 0,-1 0 41 15,3 0-23-15,-1 0-8 0,2 0-30 0,-3 0 73 16,0 0-36-16,4 0-1 0,-4 0-28 0,3 0 56 16,-1 0-32-16,1 0 0 0,1 0 34 0,-1 0-33 15,2 0 8-15,2 0-41 0,-4 0 33 0,5 0 1 16,-3 0-34-16,0-3-3 0,2 2 11 0,-1 1-8 15,4-2-1-15,-4 0 26 16,1 2 0-16,2-2-26 0,-2 2 9 0,1-2-6 16,2 2-3-16,-1 0 1 0,0 0 0 0,1 0-15 15,-1 0 22-15,-1-2-7 0,3 2-9 0,1-2 8 16,0 0 1-16,1 1 2 0,5-3 5 0,-2 0-7 16,2-1-6-16,1 1-23 0,-3 0 23 0,3 0 3 15,2 1 6-15,-2 0-35 0,-2 1-3 0,3-1 30 16,1 1-37-16,-3-2 0 0,-1 3 34 0,4-2-2 15,-2 0-42-15,1 1 39 0,0-1-6 16,0 0-19-16,0 0 1 0,1 2 20 16,2-2-6-16,-1 1 34 0,-1 0-4 0,-2 0-21 15,1 1-6-15,0-2 164 0,1 1-177 0,-3 1 0 16,7 1 0-16,-7 0 0 0,2 0 0 0,3 0 0 16,-2 0 0-16,0 0 0 0,1 0 0 0,-1 0 0 15,3 0 0-15,-3 0 0 0,0 0 0 0,3-2 0 16,-1 0 0-16,0 1 0 0,4-4 0 0,-3 2 0 15,0 0 0-15,-3-1 0 0,0 2 0 16,-2-2 0-16,3 2 0 0,-2-2 0 16,2 0 0-16,0 2 0 0,0-1 0 0,-2 0 0 15,2 0 0-15,1 1 0 0,-1 0 0 0,1-2 0 16,-1 3 0-16,-3-1 0 0,7-2 0 0,-5 1 0 16,2 2 0-16,0-2 0 0,-1 0 0 0,-1 2 0 15,6-3 0-15,-2 1 0 0,0 0 0 0,-1 0 0 16,3-1 0-16,-5 0 0 0,5-2 0 0,-2 0 0 15,0 1 0-15,2 1 0 0,-2-1 0 16,-2 1 0-16,6 0 0 0,-3 1 0 16,-2 0 0-16,3 0 0 0,-3 1 0 0,-3 0 0 15,7 0 0-15,-2 2 0 0,-2 0 0 0,3-1 0 16,0 1 0-16,-4 0 0 0,7-3 0 0,-6 3 0 16,3-2 0-16,-1 1 0 0,-2-1 0 0,0-1 0 15,3 2 0-15,-3 0 0 0,0-4 0 0,-4 2 0 16,-3 0 0-16,3-1 0 0,0 3 0 0,-5-2 0 15,2 2 0-15,-1-1 0 0,-3 1 0 16,3-1 0-16,-3 0 0 0,2 0 0 16,-1 0 0-16,1 1 0 0,0-1 0 0,0-1 0 15,1 1 0-15,0 1 0 0,-2-1 0 0,-1 0 0 16,0-1 0-16,-3 2 0 0,2 1 0 0,-3 0 0 16,0 0 0-16,-2 0 0 0,0 0 0 0,-1 0 0 15,-1 0 0-15,-2 0 0 0,0 0 0 0,-1 0 0 16,0 0 0-16,-2 0 0 0,2 0 0 0,-4 0 0 15,1-1 0-15,0 1 0 0,-1 0 0 0,1-3 0 16,-2 3 0-16,0 0 0 16,0 0 0-16,0 0 0 0,0-1 0 0,0 1-371 15,0 0 232-15,0-2 51 0,0 2 33 0,0 0-628 16,-3 0 317-16,-1-2 171 0,3 2 81 0,-4-4-635 16</inkml:trace>
  <inkml:trace contextRef="#ctx0" brushRef="#br0" timeOffset="208152.67">6782 12701 1488 0,'-3'0'0'0,"3"0"0"0,0 0 0 0,0 0 0 0,0 0 0 0,3 0 0 0,2 3 0 0,2 5 0 0,3-1 429 0,6 2-191 0,3 3-106 15,4-1-50-15,0 0 158 0,1 3-103 0,3-1-53 16,-7-2-25-16,9 4-26 0,-7 0-1 0,-1-2 1 15,-7 1 0-15,3 1-1 16,-4 2 9-16,-3-1-16 0,-5 3 8 0,-2-1-1 16,-3 2 1-16,0 4 36 0,-7 1 7 0,-10 1-43 15,-5-1 0-15,-7 4-34 0,-1-2 0 0,-7-1 34 16,4-4-558-16,-16 7 265 0,-4-1 132 0,-2 0 49 16,-4 0-818-16</inkml:trace>
  <inkml:trace contextRef="#ctx0" brushRef="#br0" timeOffset="209095.79">4422 11052 587 0,'0'-6'0'0,"0"2"0"0,0 3 0 0,0-1 0 0,-1 0 0 0,-2 0 0 0,0 2 41 16,0-2 187-16,-1 2-97 0,3 0-49 16,1 0 62-16,0 0-56 0,0 0-19 0,-2 0 85 0,2 0-61 15,0 0-30-15,0 4 39 0,0 7-35 0,0 6 9 0,0 4-44 16,0 1 1-16,0 6 0 0,0 2 73 16,0 4-37-16,0 1 75 0,0 9-59 0,0-3-27 15,0 4 76-15,0 6-51 16,0 1-25-16,0 3 9 0,0 8 0 0,0 0 1 0,0 3-36 0,0 3 1 15,0-1 57-15,0-5-21 16,0 14 6-16,0-5-21 0,-2-3-1 0,2 5-20 16,0-1 0-16,0 2 8 0,0-1-48 0,0-2 40 15,0 2-30-15,0-1 1 0,-1 1 29 0,1 0 8 16,0 2-8-16,0-1-49 0,0-2 23 0,0-2-1 0,0-3-126 16,1-8 73-16,6 11-8 15,-1-9 11-15,-1 0 16 0,0 0 1 0,-2 2 11 0,0-4 13 0,0 15 25 16,-1-7-28-16,0-1 39 0,-2 0 0 15,0 2-41-15,0-11 1 0,1 15 5 16,-1-7 35-16,0-1 7 0,0 0-34 16,0-12 5-16,0 7-5 0,0-6 10 0,0-4-40 15,0-3 33-15,0-2-2 0,0-1-86 16,0-7 42-16,0 2 18 0,0-1 0 0,0-5 12 0,-3 0-83 16,1-5 34-16,-1 0 24 0,0-4-103 0,-2-6 58 0,2-2 20 15,-2-5 0 1,1 1-61-16,0-7 47 0,-1 1 0 0,1-6-137 0,-3 0 88 15,0 0 43-15,-1-10 14 0,3-12 9 0,0-6-331 16,-2-11 177-16,3-4 87 0,-2-11-385 0</inkml:trace>
  <inkml:trace contextRef="#ctx0" brushRef="#br0" timeOffset="209354.77">4452 10892 665 0,'-1'-13'0'0,"-5"7"0"0,3 4 0 0,0 2 0 0,-2 0 0 0,0 0 0 0,-6 4 0 0,0 12 40 0,-2 7 20 0,-6 7-1 0,3 6-26 15,-6 8-33-15,1 2 32 0,-1 3 9 0,0 0-106 16,-1-3 48-16,3-6 26 0,4-8-1 0,-3 2 25 16,8-10 8-16,-6 4-304 0</inkml:trace>
  <inkml:trace contextRef="#ctx0" brushRef="#br0" timeOffset="209510.34">4350 11035 988 0,'4'0'0'0,"4"0"0"0,5 0 0 0,0 0 0 0,2 4 0 0,0 3 0 0,1 2 456 16,1 1-216-16,2 5-104 0,5 1 112 0,0 2-108 15,2 4-53-15,5 4-503 0,4 6 220 0,-2 2 115 0,4 6 57 16</inkml:trace>
  <inkml:trace contextRef="#ctx0" brushRef="#br0" timeOffset="210196.55">7085 13405 1097 0,'-14'-9'0'0,"2"1"0"0,6 4 0 0,3 0 0 0,0-1 0 0,0-1 0 0,-1 1 0 0,3 1 72 0,1-1 9 0,0 1 220 16,0-2-135-16,0-5-66 0,8 4-34 0,4-2 181 15,6 2-99-15,-1-1-62 0,8 5-26 0,-1-1-1 16,2 2 40-16,-1 2-33 0,-2 0 8 15,5 6-53-15,-4 5 12 0,-3 4 0 0,-1 2-63 16,-2 1 31-16,-9 3-9 0,2 4 16 16,-7-2 1-16,-1 2 23 0,-3 0 1 0,-3-1 0 0,-8-3-82 15,-7 4 13 1,-4-7-37-16,0-1 42 0,-7-2 11 0,2-3 0 0,-3-3-93 0,0-4 50 0,1-1 28 16,1-2-1-16,7-2 19 0,0 0-292 15,5 0 125-15,4 0 75 0,5-2-89 0,3-9 82 16,4-4-343-16,3-6 213 15,16 1 98-15</inkml:trace>
  <inkml:trace contextRef="#ctx0" brushRef="#br0" timeOffset="210389.03">7502 13123 1947 0,'4'0'0'0,"-1"0"0"0,-3 0 0 0,0 0 0 0,0 0 0 0,0 0 0 0,-13 0 0 0,0 0 278 0,-6 7-123 16,-1 13-61-16,-4 8 411 0,4 0-228 0,-3 9-126 15,9-7-59-15,3 8-30 0,6-4 34 16,5-2-31-16,0-8-73 0,8 5 16 0,11-6 1 16,11-4-352-16,10-4 188 0,3-5 93 0,9-5 56 15,10-5-710-15,-17 0 317 0,10-2 198 0,-1-8 15 16</inkml:trace>
  <inkml:trace contextRef="#ctx0" brushRef="#br0" timeOffset="210921.49">3845 13570 525 0,'-15'-2'0'0,"4"2"0"0,2 0 0 0,-1 7 0 0,2 11 121 0,2 5-44 0,-2 8-22 0,6 8 103 16,2 8-67-16,0-1-29 0,0 2 149 16,11 0-89-16,7-5-45 0,-2-11 84 15,6 1-68-15,5-7-31 0,0-5 1 16,2-6 8-16,1-8 0 0,3-5-30 0,-4-2-9 15,-1 0 1-15,-2-13-25 0,-4-6 1 0,-3-5 23 0,-6-4-68 16,-7-3 31-16,-4-4-1 0,-2 2-70 16,0 1 51-16,-8 0 29 0,-10 2-142 0,-4 1 74 15,-5 5 24-15,0 5 21 0,-6 4-9 0,1 4 1 0,-3 3-120 16,1 7 66-16,3 1 15 0,0 0-111 16,8 0 72-16,2 0-84 0,10 0 70 15,-1 0 47-15,3 0 1 0</inkml:trace>
  <inkml:trace contextRef="#ctx0" brushRef="#br0" timeOffset="211245.36">3620 10984 1048 0,'0'0'0'0,"0"0"0"0,0 4 0 0,2 5 0 0,0 2 0 0,1 2 0 0,-1 3 0 0,2-1 0 0,0 1 132 0,4-1-50 0,-1 5 4 15,3 0-27-15,-2-1 0 0,3 0-162 16,2-2 63-16,-3-1 36 0,2 0 1 0,-1-1 36 0,0 2-128 16,-1-2 72-16,-2 1 24 0,-2 0-413 15,-1-6 172-15</inkml:trace>
  <inkml:trace contextRef="#ctx0" brushRef="#br0" timeOffset="211431.87">3921 10950 1278 0,'3'-4'0'0,"3"2"0"0,-1 2 0 0,-3 0 0 0,1 0 0 0,-3 2 0 15,0 14 0-15,0 8 209 0,-8 10-88 0,-10 7 97 0,-5 16-93 0,-4 4-38 0,-2 11-31 16,-6 1 0-16,4 2-68 0,0 0 22 16,3 2 1-16,4-3-279 0,2-3 146 0,4-3 78 0,4-6-487 15,2-12 271-15,2-1 136 0</inkml:trace>
  <inkml:trace contextRef="#ctx0" brushRef="#br0" timeOffset="212869.65">4470 11810 417 0,'-1'-7'0'0,"-1"1"0"0,0 1 0 0,2 1 0 0,-1-2 0 0,-2 2 0 0,2 1 132 15,1 1-42-15,0 0-32 16,0 2 107-16,0 0-66 0,0 0-33 0,0 0 62 0,0 0-39 16,0 0-32-16,0 0-1 0,0 0-23 0,0 0 65 15,0 0-32-15,0 0 8 0,0 0 75 16,0 0-59-16,0 0 56 0,0 0-57 15,0 0-28-15,0 0 8 0,0 0-36 0,0 0 60 16,0 0-30-16,0 0 0 0,0 0-58 16,0 0 36-16,0 0-8 0,1 0 0 0,2 0 0 0,-2 0-26 15,3 0 0-15,-1 2 34 0,3 0-8 0,-2-1 0 16,3 3 0-16,-5-2-38 0,4 2 38 0,-3-2 8 16,1 2-23-16,0 0-29 0,1-3 31 0,-4 3 6 15,3-2-10-15,-1 1 13 16,-1 0-5-16,1-2 0 0,0 3 24 0,-1-2 1 15,-1 0-23-15,4 2 19 0,-2-3-20 0,-1 2 1 16,2 0 0-16,-2 1 29 0,2 0-25 0,0 0 9 16,-1-1-10-16,0 2-17 0,1 0 19 0,2 0-1 15,-2 0-42-15,3-2 7 0,-2 4 33 0,0-1-2 16,2-2 1-16,-1 1-47 0,2-1 21 0,-1 2-8 16,0-1-4-16,1 1 21 0,1-1 6 0,-1 1-28 15,1 2 25-15,-1-1-3 0,2 1 1 16,-4-1-14-16,4 3 13 0,0-3-3 0,-3 3-13 15,0-3 17-15,3 2-3 0,0 1 1 0,-2-3 1 16,0 3-2-16,3-2 3 0,-3 1-3 16,2-3 1-16,-1 4-1 0,-1-3 0 0,0 3-2 0,0-2-26 15,3 0 25-15,-5 1 2 0,4-1-35 16,-1-1 33-16,1 0-2 0,-2 1-24 0,4 1 24 0,-2-1 0 16,0-1-3-16,0 0-14 0,2 3 13 15,-6-2 2-15,8 1-4 0,-4-2 3 16,-2 3-1-16,4 0 0 0,0-3 7 0,-1 1-7 15,0 1 0-15,0 0 1 0,2-1-1 0,-2 1 14 16,0 1-12-16,3-1 14 0,-3 1-14 16,1 0 0-16,-1-1 2 0,0 1-2 0,3 0 27 15,-4 1 1-15,-1 0 3 0,3 0-1 0,0 1-23 16,-4 1-1-16,4-2 4 0,-1 1 22 0,1-1-20 16,-1 0-3-16,0 0 24 0,0 0-22 0,2-1 5 15,0-1 0-15,-1 3-36 16,1-5 32-16,0 2 2 0,1 1-30 0,-4-3-2 15,4 3 31-15,-1-1-6 0,0 1-22 0,-1-1-3 16,1 0 24-16,1 3-20 0,-3-1 19 0,3 1-8 16,-1-1 6-16,-2 0-22 0,2 0 20 0,0 0-5 0,1-2 4 15,-1 3-2-15,0-4 2 0,0 4-2 16,0-3 1-16,1 3 4 0,-2-3-4 0,2 3-10 16,-1 1 10-16,2-2 0 0,-2 3-37 15,-2 0 36-15,5 0 0 0,-6 1 0 16,4 0-1-16,-1-3-7 0,0 3 7 0,0-3-2 15,0-1-2-15,0 1 6 0,0-1-5 0,-1 0 28 16,-1-2 0-16,2 3-26 0,0-3 0 0,-3 1 0 0,2-2 36 16,-2 2-34-16,1 0 5 0,-1-2-3 0,2 5 1 15,-2-2 0-15,2-1 5 0,-2 2-13 0,2-1 11 16,1 3-1-16,-3-3-35 16,1 1 33-16,3-2-2 0,-4 3-29 0,2-5 28 0,-2-2 0 15,0 3-4-15,0-5 4 0,0 2-24 0,-2-3 1 16,0 1 17-16,-2-3 2 0,0-1-59 15,-2 0 28-15,-1 3-132 0,-1-3 75 16,1 0 33-16,-3 0-5 0,0 0 32 0,0 0-115 0,0 0 54 16,-8-4-537-16,-2-6 299 15,-2 3 142-15</inkml:trace>
  <inkml:trace contextRef="#ctx0" brushRef="#br0" timeOffset="213546.84">6012 13515 788 0,'0'-3'0'0,"2"3"0"0,1 0 0 0,-2-2 0 0,-1 2 0 16,2 0 134-16,-2 0-51 0,2 0 304 15,0 0-181-15,0 0-87 0,0 0-43 16,2 0 230-16,1 2-137 0,0 11-59 0,0 0-43 15,-2 4 0-15,1 7 121 0,0 1-77 0,-1 3 55 16,-2 2-59-16,0 3-40 0,2-1-1 16,-2 2-2-16,1 0 1 0,0 0-32 0,1-8 8 0,1 9-9 0,1-10-34 15,-2-4 35-15,3 2-1 0,-2-5-91 0,-1-4 54 16,2-1 15-16,-5-5-226 0,2-5 106 16,1 1 66-16,-2-2 5 15,-1-2 29-15,0 0-541 0,0-2 259 0,-4-8-619 0</inkml:trace>
  <inkml:trace contextRef="#ctx0" brushRef="#br0" timeOffset="214060.31">4059 11775 1119 0,'-5'-6'0'0,"3"4"0"0,2 0 0 0,-1 1 0 0,1 1 0 0,0 0 0 0,0 0 169 0,0 12-73 0,0 11-31 0,0 1-1 0,1 7 82 16,1 4-57-16,0 1 72 0,1 9-69 0,-3-4-30 0,0 1 1 15,0-7-30-15,0 3-68 16,0-2 30-16,0-5-1 0,0-6-211 0,0 0 124 16,0-6 64-16,0-3 38 0,0-4-322 0,0-2 133 15,0-8 89-15,0 2-167 0,0-4 113 16,0 0 47-16,6 0 36 0</inkml:trace>
  <inkml:trace contextRef="#ctx0" brushRef="#br0" timeOffset="214460.15">4769 12071 942 0,'-7'0'0'0,"1"4"0"0,3 3 0 0,-5-2 0 0,0 2 0 0,1 6 0 0,-5 0 151 16,0 6-50-16,-3 7-39 0,-1 5 0 0,-5 8 91 15,1 0-60-15,-1 4-20 0,1-3 8 0,-7 8-48 16,5-3 0-16,-1-3 30 0,2-1-1 16,1-3-60-16,4-6 8 15,-3 0 22-15,3-5 1 0,8-5-144 0,-3-3 71 0,8-8 45 0,-1-4-8 16,4-1 35-16,0-3-170 0,0-3 55 0,7 0 48 15,9 0-383-15,6-13 200 0,0-3 74 0,7-3 55 16</inkml:trace>
  <inkml:trace contextRef="#ctx0" brushRef="#br0" timeOffset="214667.64">4932 12332 1167 0,'7'-2'0'0,"-4"2"0"0,-1 0 0 0,0 0 0 0,-2 2 0 0,0 8 0 0,-6 5 0 0,-5 4 202 0,-2 5-89 0,-4 10-41 16,-2 3 174-16,-1 4-107 0,-1 3-53 0,-3 3-7 16,-1 0-8-16,3 0-39 0,-3-2-32 0,0 0-1 15,5-3 34-15,2-7 8 0,-1 1-8 16,3-6-202-16,-1-5 101 0,8-7 51 0,3-9-323 16,3-1 153-16,1-5 97 0,2-3-223 15,0 0-60-15,15-14 170 0</inkml:trace>
  <inkml:trace contextRef="#ctx0" brushRef="#br0" timeOffset="-214620.65">5212 12453 1019 0,'12'-2'0'0,"-5"1"0"0,-3 1 0 0,-2 0 0 0,-2 1 0 0,0 10 0 0,0 6 0 0,-6 5 401 0,-4 5-185 0,-8 7 160 15,1 4-172 1,0-3-78-16,-5 12-50 0,-1-4 25 0,3 1-35 0,-3 4 1 15,0-1-26-15,-1 0-8 0,-2-3-186 0,2 1 93 16,-1-5 47-16,8-9-335 0,4-5 199 0,2-5 86 0,6-11 29 16,0 0-216-16,5-4 65 15,0-6 82-15,2 0-17 0,14-4-306 0,0-15 196 0</inkml:trace>
  <inkml:trace contextRef="#ctx0" brushRef="#br0" timeOffset="-214422.58">5440 12666 1293 0,'6'-1'0'0,"1"1"0"0,-4 0 0 0,-1 0 0 0,-2 0 0 0,0 7 0 15,0 6 0-15,-11 8 60 0,1 3 9 0,-4 3-36 0,-3 5 0 0,-1 8 458 16,-1-2-230-16,-2 4-113 0,0 3-85 0,-2 1-7 16,3-1-23-16,0-3-1 0,6-11-241 0,4-5 121 15,4-2 69-15,3-9 21 0,2-2-407 16,1-3 217-16,0-7 41 0,1-3 77 0,8 0-493 15,5-6 269-15</inkml:trace>
  <inkml:trace contextRef="#ctx0" brushRef="#br0" timeOffset="-214271.9">5562 12873 1013 0,'10'-4'0'0,"-2"2"0"0,3 2 0 0,-6 0 0 0,-1 0 0 0,-3 0 0 0,-1 10 265 16,0 2-116-16,0 0 357 0,0 5-237 0,-1 2-118 15,-7 2-50-15,-2 7 85 0,1-2-77 0,-4 5-38 16,0 1 0-16,-2 1-436 0,0 0 207 0,-2 4 91 16</inkml:trace>
  <inkml:trace contextRef="#ctx0" brushRef="#br0" timeOffset="-212794.54">14471 13737 888 0,'-4'2'0'0,"2"6"0"0,2-2 0 0,0 2 0 0,0 2 0 0,0 1 0 0,0 4 281 0,0 3-117 16,0 3-69-16,0 2 148 0,0 2-105 0,4 3-53 15,1-1-26-15,1 2 37 0,-1 1-36 0,2-2 0 16,-2 3-27-16,0-4-6 0,1 0 6 16,-2-5 8-16,-1 3-127 0,-1-4 60 0,0-3 29 15,1 0-279-15,-2-7 147 0,-1-1 86 16,0-6-13-16,0 0-360 0,0-2 171 0,0-2 106 15,-4 0 54-15,-2-7-115 0</inkml:trace>
  <inkml:trace contextRef="#ctx0" brushRef="#br0" timeOffset="-212515.76">14378 13621 1341 0,'-9'-13'0'0,"5"7"0"0,2 2 0 0,0 2 0 0,2-1 0 0,0-1 0 0,8 2 0 0,12-3 231 0,9 0-99 0,3 0 153 15,3-1 24-15,3 3-129 0,0 1-78 0,-1 2 103 16,-1 0-86-16,-4 13-43 0,5 9-22 0,-11 1 48 16,4 8-39-16,-5 4 0 0,-6 2-30 0,-2 2-19 15,-6 5 19-15,-5-5 7 0,-2 12-67 0,-4-7 30 16,0-3-1-16,-4 1-85 0,-6-7 67 16,-5-1 14-16,0-3 1 0,-5-2-142 15,-1-7 76-15,-2-4 37 0,1-2-1 0,-6-3-171 16,1-4 93-16,-1-2 25 0,2 0 30 0,5-4-87 15,1-3 47-15,2 0 34 0,7 0-197 0,1 0 113 16,3-10 55-16,7-2-326 0,0-4 182 0,4-2 105 16,11-3 47-16</inkml:trace>
  <inkml:trace contextRef="#ctx0" brushRef="#br0" timeOffset="-212290.44">14885 13957 1067 0,'16'2'0'0,"-4"2"0"0,2 1 0 0,-5-1 0 0,0-2 0 0,3 1 0 0,-3 0 0 0,4 3 469 0,1-1-218 0,-2 2-109 16,4 3 109-16,-3 1-109 0,2 2-46 0,-4 3-36 16,2 7-3-16,-3-4-24 0,-3 6-1 0,-3-1-74 15,-2-2 46-15,-2 7-8 0,0-4 36 0,-2-1-90 16,-9-2 45-16,-1-6 23 16,-4 2 9-16,-3-5-129 0,0-2 68 0,-3-4-10 15,-1-1 32-15,0-4-228 0,3-2 114 0,1 0 37 16,2 0-190-16,4-2 127 0,4-9 63 0,5 0-84 15,4-8 66-15,0-3 45 0,5-3 0 0</inkml:trace>
  <inkml:trace contextRef="#ctx0" brushRef="#br0" timeOffset="-212103.93">15193 13926 1189 0,'7'-1'0'0,"-4"-1"0"0,-1 2 0 0,-2 0 0 0,0 0 0 0,-8 11 0 0,-3 1 0 0,-2 2 613 16,-1 3-291-16,0 6-144 0,0-1-73 0,3 1 412 15,0 5-246-15,5-6-119 0,2-1 89 0,4 2-103 16,0-3-53-16,2 1-79 0,14 0 26 0,2-6 1 16,1-1 0-16,4 0-360 0,0-3 180 0,-3-3 98 15,2-2 37-15,-1-2-599 0,-2-2 316 0,-2-2 51 16,-3 0-503-16,0 0 349 0</inkml:trace>
  <inkml:trace contextRef="#ctx0" brushRef="#br0" timeOffset="-211935.23">15349 14057 1712 0,'0'-7'0'0,"0"5"0"0,0 1 0 0,0 1 0 0,0 0 0 0,0 0 0 0,2 0 0 0,1 0 348 0,0 0-158 0,5 7-70 0,1 2-48 16,3-2 236-16,-3 2-137 0,2 2-70 15,0-3-33-15,-1 5-374 0,0-4 165 0,1-1 87 16,-1 0-655-16,1-3 371 0</inkml:trace>
  <inkml:trace contextRef="#ctx0" brushRef="#br0" timeOffset="-211722.5">15597 13934 924 0,'0'-8'0'0,"-2"5"0"0,0 1 0 0,0 0 0 0,1 1 0 0,-1-2 567 15,0 3-268-15,-2 0-124 0,1 8-76 0,-5 11 150 16,0 4-108-16,-3 7-54 0,-1 9 271 0,-4 6-155 15,1 4-89-15,-2 2-40 0,-4 10 98 0,7-10-69 16,-4 6-35-16,2-4-86 0,0 1 22 0,2-4 0 16,-2-4 28-16,4-4-322 0,1-6 169 0,1 0 73 15,-1-4 40-15,5-8-232 0,-2-1 72 0,4-9 89 16,-1-2-356-16,3-6-50 16,0-5 226-16</inkml:trace>
  <inkml:trace contextRef="#ctx0" brushRef="#br0" timeOffset="-211547.83">15887 13643 1717 0,'0'-6'0'0,"2"4"0"0,3 1 0 0,-1-1 0 0,-3 0 0 0,1 1 157 0,0-2-62 0,0 1-31 16,1 1 211-16,0-1-122 0,1 0-51 0,0 2-39 15,-3 0-633-15</inkml:trace>
  <inkml:trace contextRef="#ctx0" brushRef="#br0" timeOffset="-211410.62">15947 14009 1739 0,'0'12'0'0,"2"3"0"0,0-6 0 0,-2-6 0 0,0-1 0 0,0 0 0 0,0-2 757 16,0 0-363-16,0 0-180 0,0 0 8 0,0 0-99 15,0 0-45-15,0 0-23 0,0-2-404 0,0 0 191 16</inkml:trace>
  <inkml:trace contextRef="#ctx0" brushRef="#br0" timeOffset="-206861.95">16600 13566 588 0,'0'-1'0'0,"0"-1"0"0,0 0 0 0,0 0 0 0,0 0 0 0,0 0 0 0,0-2 0 0,0 3 69 0,-2-2 0 15,2 2-36-15,0 1 110 0,0 0-59 0,0-2-25 16,0 2-1-16,0 0 30 0,-1 0-28 0,-1 0 9 16,0 0-29-16,-2 11-7 0,3 6 0 0,-6 6 0 15,5 5 81-15,-3 1-33 0,3 8-7 0,-2 0 12 16,3 1-27-16,-1-1 0 0,2-2-26 0,0 0 64 15,0-2-36-15,3-4 0 0,10-5-28 0,3-4-28 16,0-2 28-16,3-9 8 0,2 1-8 0,7-8-66 16,-4-2 33-16,1 0 0 0,-1-1-34 15,-5-8 41-15,5-10-8 0,-5-2-33 16,-1-3 28-16,-4-3-5 0,-3-4 0 0,-3-2-97 16,-2 2 43-16,-4-5 31 0,-2 3 1 0,0-2-52 15,-4 4 36-15,-10-2 7 0,0 5-8 0,-4 2 30 16,2 7-10-16,-3 6 9 0,-1 4 56 0,-3 2-34 15,-3 4 2-15,1 3 13 0,-1 0 2 0,4 6-37 16,3 4 14-16,-2 1-46 0,4 2 51 0,3 0-10 16,5-1 17-16,2-1-169 15,5-2 72-15,2 2 33 0,0-2 15 0,6 1-312 16,8-4 161-16</inkml:trace>
  <inkml:trace contextRef="#ctx0" brushRef="#br0" timeOffset="-206563.15">17259 13312 749 0,'10'0'0'0,"-5"0"0"0,-3 0 0 0,0 0 0 0,-2 0 0 0,0 0 0 0,-7 0 413 0,-5 4-181 0,-3 6-105 16,-4 5-46-16,-1-1 151 0,-3 4-100 0,-1 0-49 15,-3 1-12-15,5 1-8 0,-2 1-30 0,-1 0-10 16,4-2 9-16,7-4 1 0,-2 0 8 0,5-2 73 15,4-6-41-15,3-1 0 0,0-2-40 0,4-2 70 16,0 4-27-16,0-2-9 0,4 3 37 0,7-2-37 16,4 3 1-16,4 2-35 15,0-3 88-15,3 5-49 0,1-3 1 0,-1 2-93 16,3-2 27-16,-1 0-1 0,-3 1 35 0,5 3-307 16,-7-3 149-16,-1-1 75 0,0 2 23 0,-4 1-268 15,-5-5 110-15,3 4 37 0,-6-4-432 0,-1 4 270 16,-3-4 135-16</inkml:trace>
  <inkml:trace contextRef="#ctx0" brushRef="#br0" timeOffset="-206391.61">16996 13818 1163 0,'-9'5'0'0,"3"-1"0"0,4-1 0 0,0 0 0 0,0 0 0 0,2-3 0 0,0 0 482 0,0 3-225 0,6-2-112 16,9 3-56-16,3 0 281 0,3-1-160 0,0 1-93 15,2 2-67-15,1 1-17 16,2-2 0-16,-1 2 0 0,-4-1-430 0,5 1 212 0,-7 1 108 0,1-1-650 16</inkml:trace>
  <inkml:trace contextRef="#ctx0" brushRef="#br0" timeOffset="-206065.99">17437 13566 1196 0,'-11'-13'0'0,"4"6"0"0,5-1 0 0,2-1 0 0,0-5 0 0,0 3 0 0,6-3 0 0,10 0 319 16,7 3-143-16,3-1-71 0,3 7-37 0,-5 3 109 15,10 2-77-15,-6 0-33 0,-2 12-1 0,0 8-78 16,-3 4 22-16,-2 4 9 0,-5 3-20 0,-2 3 1 15,-5 0 32-15,-3 1-120 0,-3-3 59 0,-3 2 40 16,0-3-9-16,-5-1-17 0,-10-1 0 16,-2-3 4-16,-4-3 0 0,-1-2 62 15,-4-6-23-15,-5-1-14 0,1-4-10 0,-1-3-3 16,-1-3 7-16,5-4 12 0,1 0-90 0,3 0 45 16,5 0-1-16,4-7-226 0,7-5 123 0,3 1 51 15,4-4 36-15,0 0-384 0,15-4 196 0,7 1 99 16</inkml:trace>
  <inkml:trace contextRef="#ctx0" brushRef="#br0" timeOffset="-205856.55">17926 13487 1482 0,'2'-11'0'0,"-2"3"0"0,0-2 0 0,-6 3 0 0,-5 6 0 0,-2-1 0 0,-2 2 0 0,-1 2 246 0,0 16-107 0,-1 4-52 0,2 6 137 16,0 5-87-16,2 7-56 0,6-7-24 0,4 5 195 15,3-2-109-15,0-2-55 0,0-2-20 0,12-7-71 16,2 1 0-16,5-5 36 0,1-6-292 16,3-2 145-16,-2-2 82 0,6-4 28 15,-3-7-508-15,0 0 261 0,2 0 59 0,1-5-190 16,-1-8 166-16,-1-1 96 0</inkml:trace>
  <inkml:trace contextRef="#ctx0" brushRef="#br0" timeOffset="-205584.28">18450 13290 1411 0,'2'0'0'0,"-1"0"0"0,-1 0 0 0,0 2 0 0,-9 6 0 0,-6 3 0 0,-2 4 0 0,-2 2 0 0,1 1 241 0,-3 3-104 16,0 2-52-16,1-2-30 0,3-3 9 0,-6 6-31 15,8-10-1-15,-4 4-20 0,3-8 1 0,2 1 19 16,5-6 75-16,0 2-41 0,3-4 0 0,0-1-33 15,4-2 166-15,2 0-82 0,0 0-35 0,0 0-28 16,0 0 136-16,0 0-79 0,4 0-39 0,10 0-32 16,4 0 1-16,1 0-8 15,2 0 0-15,1 0-199 0,4 2 99 0,-5 2 50 16,2-1 33-16,-1 3-191 0,-1 2 100 0,-4-1 54 16,0 0-676-16,-4 3 333 0,0 0 156 0,-4 1 91 15</inkml:trace>
  <inkml:trace contextRef="#ctx0" brushRef="#br0" timeOffset="-205414.72">18251 13798 1411 0,'-14'3'0'0,"9"1"0"0,1-2 0 0,3 0 0 0,-1-2 0 0,0 0 0 0,2 0 0 0,0 0 419 16,5 0-192-16,15 0-90 0,1 1-55 0,4 2 133 15,1 0-91-15,3 1-45 0,-3 2-135 0,-4 1 52 16,8 0 15-16,-5 3-1 0,-6-3-491 0,5 0 257 15,-4 2 129-15,1-2-630 0</inkml:trace>
  <inkml:trace contextRef="#ctx0" brushRef="#br0" timeOffset="-205228.5">18852 13169 1722 0,'0'-19'0'0,"0"10"0"0,0 8 0 0,0-1 0 0,2 2 0 0,-1 0 0 0,3 10 0 0,-2 11 0 0,1 10 486 0,-2 19-230 0,-1 11-112 15,0 8-56-15,0 20 112 0,0 5-84 0,-4 8-33 16,-2 10-30-16,3 19-529 0,1-3 255 0</inkml:trace>
  <inkml:trace contextRef="#ctx0" brushRef="#br0" timeOffset="-204288.07">19645 13886 780 0,'0'0'0'0,"0"0"0"0,0 0 0 0,0 4 0 0,0-1 0 0,0 2 0 0,0 2 167 16,0 1-71-16,-6 0-32 0,3 4 0 0,-2-3 23 15,-1 2-28-15,1-4 9 0,-2 7-76 0,1-2 20 16,-4-1 0-16,3-2 21 0,0-1-242 0,-1-3 116 15,0-2 63-15,-3 0-380 0</inkml:trace>
  <inkml:trace contextRef="#ctx0" brushRef="#br0" timeOffset="-203782.9">20215 13379 843 0,'-2'0'0'0,"-7"0"0"0,2 0 0 0,1 0 0 0,0 0 0 0,-1 0 0 0,-2 9 0 0,0 3 0 0,0 2 140 0,2 5-58 0,0 3-24 0,1 3 157 16,0 1-92-16,2 2-44 0,1 3-15 0,3-3 61 16,0 2-46-16,0-3-23 0,0-6 0 0,5 0-11 15,7-4-5-15,2-2-7 0,4-6-65 0,-2-2 33 16,3-2-1-16,2-5 0 0,-1 0 7 0,-1-2 26 15,4-9 0-15,-5-6-121 0,0-6 35 16,-4-1 35-16,0-4-6 0,-3 0-109 16,-4-2 51-16,-3-1 39 0,-1 1-1 0,-1-1-45 15,-2-1 28-15,0 3 20 0,-11 1 43 0,-1 4-26 16,-4 1-9-16,2 6 88 0,-7 2-37 0,1 5 1 16,-1 7-36-16,-4 1 68 0,-1 2-26 0,6 0-3 15,-7 9-7-15,8 2 31 0,0 3-10 0,2-1-1 16,5-2-121-16,3 1 46 0,4-1 9 0,3 3 37 15,2-2-332-15,0 0 155 0,13-3 66 16,6-1-315-16</inkml:trace>
  <inkml:trace contextRef="#ctx0" brushRef="#br0" timeOffset="-203470.92">20833 13234 848 0,'3'0'0'0,"-3"-2"0"0,0 2 0 0,0-2 0 0,0 2 0 0,0 0 0 0,-9 0 261 0,-1 0-114 0,-6 2-57 0,0 6 65 15,-2 2-65-15,-3 2-28 0,0-1-1 0,-2 5-70 16,0-4 22-16,3 1 7 0,-7 3 13 0,5-1-30 16,2-5 1-16,1 0 28 0,-1 2 37 0,4-3-28 15,2 1-8-15,7-5 0 0,2-1 94 0,1 0-47 16,4 1-23-16,0-1 67 0,0 1-50 15,11 1-20-15,4 0-1 0,4-1 43 16,2 1-32-16,1-1 8 0,2 2-39 0,1 0-31 16,-1-1 31-16,-1-2-1 0,0 1-129 0,-3-1 73 15,1 2 24-15,-3-1 0 0,-3 2-377 0,0-1 195 16,-5 4 64-16,-1-3-470 0,-3 6 282 0,-3-1 136 16,-1 3 69-16</inkml:trace>
  <inkml:trace contextRef="#ctx0" brushRef="#br0" timeOffset="-203308.36">20489 13657 1414 0,'-18'0'0'0,"4"0"0"0,5 1 0 0,2-1 0 0,2 0 0 0,2 2 0 0,3 0 0 0,3 0 0 0,11-1 254 0,11 5-111 0,3-4-55 16,2 4 295-16,2 0-175 0,0-1-80 0,3 5-154 15,-1-3 30-15,0 2 0 0,1 1 28 0,1-1-562 16,-1 1 289-16,-2-2 133 0</inkml:trace>
  <inkml:trace contextRef="#ctx0" brushRef="#br0" timeOffset="-202718.94">21167 13162 1309 0,'-7'-8'0'0,"5"5"0"0,0 2 0 0,2-1 0 0,0 2 0 0,0 0 0 0,2 0 0 0,6 9 128 0,3 3-48 0,4 4-24 0,1 1 272 16,2 4-152-16,3-4-72 0,-2 1-36 0,1-1 27 16,-1-2-31-16,-3-2 8 0,4 0-165 0,-4 3 62 15,-1-5 32-15,0 1 0 0,-3-2-373 0,-5 0 210 16,0-3 89-16,2-1-480 0,-6-1 240 0,1-1 139 16,1-1 71-16</inkml:trace>
  <inkml:trace contextRef="#ctx0" brushRef="#br0" timeOffset="-202481.58">21578 12983 1271 0,'0'-6'0'0,"0"2"0"0,0 2 0 0,0 0 0 0,0 2 0 0,0 2 0 0,-2 17 0 0,-3 5 228 0,0 7-97 0,-6 11 315 16,0 5-198-16,-8 14-112 0,-2 1-52 0,-1 3 220 15,-6 6-136-15,-2 5-68 0,-1 2-25 0,-2 12 45 16,3-9-44-16,1-1-22 0,5-9 0 15,-4 2-50-15,7-9 7 0,-6 9 22 16,7-13-204-16,3-13 102 0,4-3 51 0,1-11 25 16,5-6-335-16,3-7 173 0,1-9 26 0,1-3-426 15,2-6 261-15,0-2 131 0,0-2 57 0,9-22-374 16,5 1 224-16,0-7 112 0</inkml:trace>
  <inkml:trace contextRef="#ctx0" brushRef="#br0" timeOffset="-202189.6">21877 13290 1259 0,'14'-18'0'0,"-5"4"0"0,0 6 0 0,-2 3 0 0,-4 1 0 0,-1 3 0 0,-2-2 0 0,0 3 168 0,-7 0-67 16,-5 10-27-16,-3 5 24 0,-2 3-33 0,-1 3 0 15,-3 4-32-15,0 0-29 0,1-3 10 0,-1 1 18 16,5-7-7-16,0 1 8 0,4-3 0 0,5-6 0 15,0 2 87-15,3-3-48 16,4-3 1-16,0 0 66 0,0 2-53 0,2-3-27 16,7 2 9-16,5-2 79 0,0 1-57 0,5-1-28 15,-1-3-1-15,3 2-12 0,-1 0-8 0,0-2-9 16,-1 2 1-16,-3 0-60 0,1 0 29 0,-6 0 9 16,5 1-356-16,-9 1 164 0,0 2 103 0,0 3-631 15,-3 3 339-15,-4 1 160 0,0 2 93 0,0 2-368 16</inkml:trace>
  <inkml:trace contextRef="#ctx0" brushRef="#br0" timeOffset="-202036.01">21728 13753 1074 0,'-17'5'0'0,"6"-2"0"0,1 1 0 0,4-1 0 0,1-2 0 0,3-1 0 0,0 0 0 0,2 0 472 16,0 0-224-16,9 0-107 0,12 0 237 0,4 0-173 15,2 0-86-15,3 0-35 0,2 0-21 0,1 0 0 16,-1 0-30-16,-5 0-355 15,1 0 177-15,-5 0 97 0,2 4 36 0,-2 0-617 16,-5 3 330-16</inkml:trace>
  <inkml:trace contextRef="#ctx0" brushRef="#br0" timeOffset="-201807.53">22376 13230 724 0,'0'-1'0'0,"-5"-1"0"0,5 2 0 0,0 0 0 0,0 8 357 0,0 8-153 16,0 5-90-16,-3 5 258 0,-1 2-169 0,0 14-86 15,3-3-41-15,-1-2 279 0,0 12-164 0,2-4-80 16,0 0-57-16,0 2-1 0,0-6-20 0,0-5 8 16,2-3-327-16,1 0 160 0,3-11 79 0,1 1-210 15,1-5 145-15,0-8 80 0,-1-1-7 0,3-7-626 16,1-2 316-16,-4 0 158 0</inkml:trace>
  <inkml:trace contextRef="#ctx0" brushRef="#br0" timeOffset="-201659.93">22484 13572 1906 0,'2'-13'0'0,"0"5"0"0,5 1 0 0,1-1 0 0,0 1 0 0,1 1 0 0,3 1 0 0,0-1 0 0,8 2 0 0,-2 2 294 15,5-2-122-15,-2 2-74 0,0 2-17 0,0 0-24 16,0 0 0-16,-4 0-540 0,0 0 266 0,-1 4 121 15,-2 4 64-15,-1-1-300 16,1-1 182-16</inkml:trace>
  <inkml:trace contextRef="#ctx0" brushRef="#br0" timeOffset="-201439.52">22811 13396 1211 0,'0'-10'0'0,"0"4"0"0,0 3 0 0,8 1 0 0,3-2 0 0,4 2 0 0,2 2 0 0,7 0 0 0,3 2 0 0,1 9 475 0,0 3-213 0,-3 4-119 15,-3 5 136-15,-1 2-123 16,-4 3-62-16,-4 0-95 0,-4-6 42 0,-4 8-8 16,-2-4 0-16,-3-1-78 0,-3-1 39 0,-11 2 0 15,-7-2 47-15,-6-3-238 0,-3 2 114 0,1-4 59 16,-4-4-284-16,3-4 154 0,6-6 8 0,0 0-161 16,3-5 138-16,6 0 68 0,3-3 34 0,11-8-185 15,1-5 102-15,3-8 63 0,16 0 27 0,11-6-203 16</inkml:trace>
  <inkml:trace contextRef="#ctx0" brushRef="#br0" timeOffset="-201256.01">23300 13318 1085 0,'13'-17'0'0,"-2"2"0"0,-8 7 0 0,0-1 0 0,-3 2 0 0,-3 3 0 0,-11 4 0 0,-9 0 0 0,1 6 234 16,-3 9-101-16,1 7-50 0,-3 4 383 0,6 7-208 15,1 7-117-15,7-2-54 0,9-4 374 0,2 6-214 16,2 3-107-16,4-9 26 0,15 9-70 0,2-7-32 15,6-3 0-15,3-2-303 16,2-3 136-16,-2-6 76 0,12 1 26 0,-4-6-640 16,1-3 337-16,1 0 123 0,-6-5-374 0,5-4 233 15</inkml:trace>
  <inkml:trace contextRef="#ctx0" brushRef="#br0" timeOffset="-201119.85">23870 13960 1008 0,'6'0'0'0,"6"0"0"0,1 0 0 0,-1 0 0 0,-3 0 0 0,-4 0 493 0,-1 0-234 0,-3 0-114 16,0 0-55-16,2 0 211 0,-1 0-133 0,-2 0-60 15,0 0-42-15,0 0-753 0,-11 0 360 0</inkml:trace>
  <inkml:trace contextRef="#ctx0" brushRef="#br0" timeOffset="-188836.66">10799 15134 708 0,'-2'-7'0'0,"0"3"0"0,2 0 0 0,-3 1 0 0,2-2 0 0,-1 3 0 0,0 0 0 0,2-1 100 16,-2 1-25-16,2 2 108 0,0 0-75 0,0-1-37 15,0 1-1-15,0 0-10 0,0 0 7 0,0 7-34 16,0 12 0-16,2 4 38 0,2 6 0 0,2 11-38 15,-1-5 7-15,3 16 78 0,-3-6-43 0,1 3-21 16,0-2 11-16,-1 1 1 0,1-5-25 16,1 7-34-16,-1-5 0 0,4-2 26 15,-7-6 0-15,3-1-33 0,-1-5 8 0,-1 2 24 16,0-6 1-16,-1-3 25 0,0 0-1 0,-1-7-24 16,0-4 11-16,-1-1-13 0,-1-8-12 0,0 1 10 15,0-1-38-15,0-3 37 0,0 0 10 0,0 0-10 16,0 0-3-16,-1-3 4 0,-8-9 7 0,2-1-186 15,0-3 88-15,-2-5 32 0,0-3 24 0,0 0-176 16,0-3 81-16,-1 1 49 0,3 4 4 0,-4-7-63 16,0 11 45-16,1-3 22 0,-3 4-50 15,1 4 30-15,0 2-7 0,-4 2 89 16,2 8-26-16,-4 1 1 0,2 0-26 0,-3 8 88 16,-1 10-40-16,1 5-13 0,-1 1 0 0,6 1 171 15,-2 1-91-15,9-3-30 0,-2 6-27 0,5-2 112 16,4-7-62-16,0 5-4 0,0-2 127 0,2-3-74 15,9-1-50-15,3 0 19 0,0-2-30 0,5-2 1 16,1-2-32-16,0-4-47 0,1-2 20 0,0-1 0 16,0-4 28-16,2-2-202 0,-3 0 101 15,1 0 51-15,2-3 20 0,0-10-439 16,-3-1 213-16,-1-2 73 0,2 0-153 0,-5 1 128 16,4 1 75-16,-4-1-345 0,1 2 207 0</inkml:trace>
  <inkml:trace contextRef="#ctx0" brushRef="#br0" timeOffset="-188471.84">11293 15554 823 0,'3'-20'0'0,"-1"2"0"0,-2 4 0 0,0 0 0 0,0-1 0 0,-2 1 0 0,-8 1 0 0,1 4 99 0,-2-1-33 0,-1 5 0 15,0 1 16-15,-3 2-17 0,0 2-7 0,-3 0 32 16,0 10-28-16,-1 3-1 0,3 3-28 0,-2 2 48 15,4 0-9-15,-2 0-39 0,3 0 0 0,3 1 101 16,3-4-50-16,5-4-18 0,2 1 78 0,0 1-56 16,0-5-28-16,6 3 1 15,7-2 13-15,2-1-12 0,4 0-8 0,6 2-14 16,-3-3-8-16,2 1 1 0,1 1 0 0,-6 0-21 16,6 5-9-16,-7-4 30 0,1 6 0 0,-5 3-59 15,-3 0 30-15,-1 1 8 0,-4 7 21 0,-4-3-38 16,-2 0 1-16,0 3 8 0,-2-5 81 15,-11 5-39-15,-4-5 0 0,-2-3-32 0,-1-3 66 0,-3-2-27 16,0-5 6-16,-5 0 11 16,4-8-39-16,-2-1 6 0,1 0-4 0,6 0-242 0,-1-6 124 15,1-6 52-15,6-4-472 0,3-1 235 16,4-1 128-16,6-6 34 0,0 1-412 0,2 0 248 16,12-2 120-16</inkml:trace>
  <inkml:trace contextRef="#ctx0" brushRef="#br0" timeOffset="-188293.8">11475 15507 775 0,'4'0'0'0,"1"0"0"0,1 0 0 0,-1 0 0 0,-1 0 0 0,-1 0 0 0,6 0 558 0,-2-3-255 0,2 1-139 16,5 1-65-16,0-3 258 0,3 0-162 0,2 2-81 15,0 0-113-15,2 1-8 0,-1 1 39 0,1 0-431 16,0 0 216-16,-5 0 107 0,2 0 63 0,-6 9-278 15,-3 2 160-15</inkml:trace>
  <inkml:trace contextRef="#ctx0" brushRef="#br0" timeOffset="-188161.87">11546 15747 893 0,'-5'2'0'0,"1"3"0"0,4-3 0 0,0-2 0 0,0 1 311 15,0-1-131-15,11 0-78 0,8 0 410 0,3 0-240 16,4 0-120-16,3-1-59 0,1-1 53 0,2-2-60 15,-2 3-27-15,0-4 0 0,0 4-725 0</inkml:trace>
  <inkml:trace contextRef="#ctx0" brushRef="#br0" timeOffset="-187167.12">12339 15099 712 0,'-8'-2'0'16,"4"-2"0"-16,4 2 0 0,-2 0 0 0,0 2 0 0,2 0 0 0,0 0 236 0,0-2-101 0,0 2-52 0,0 0-25 0,0 0 158 16,9 0-84-16,5-1-53 15,3-2 138-15,0 2-92 0,4 1-47 0,-1-1 49 16,1 1-39-16,2-3-31 0,-2 3-1 0,0 0 107 16,2 0-65-16,-2 0-32 0,1 0 7 0,5 3 70 15,-3-1-55-15,3 2-28 0,3-2 41 0,0 2-34 16,3-2 8-16,3 0-42 0,3-2 12 0,7 0-12 15,-2 0 0-15,4 0 3 0,0-4 5 0,3-6-8 16,2 3 0-16,1-3-5 16,0 2 5-16,3 0 0 0,-2 2 8 0,-2 0-44 15,-3 2 1-15,-1 3 35 0,-1-1-6 0,1 2 5 16,-2 0-14-16,2 0-13 0,2 0 19 0,3 0 1 16,11 2 156-16,-3-2-181 0,-5 0 0 0,15 0 0 15,-3 0 0-15,-1 0 0 0,1 0 0 0,-7-4 0 16,13-1 0-16,-5-1 0 0,-1 2 0 0,-2 2 0 15,-14 1 0-15,7-1 0 0,-3 2 0 0,-4 0 0 16,-3 0 0-16,-3 3 0 0,-4 5 0 16,-3-1 0-16,7 0 0 0,-5 1 0 15,-7-2 0-15,1 0 0 0,-3-2 0 0,-4-3 0 16,-3 3 0-16,-2-4 0 0,-5 0 0 0,-5 2 0 16,-3-2 0-16,-6 0 0 0,-1 0 0 0,-3 0 0 15,1 0-402-15,-2 0 268 0,0 0 42 0,-11 0-310 16,-4 0 189-16,-5 0 90 0,-5 1 45 0,-1 4-655 15,-4-1 350-15,0 2 167 0</inkml:trace>
  <inkml:trace contextRef="#ctx0" brushRef="#br0" timeOffset="-186562.55">12406 15076 1068 0,'-12'-10'0'0,"7"7"0"0,1 1 0 0,1 2 0 0,1 0 0 0,0 7 0 0,0 11 0 0,2 5 99 0,0 6-33 0,0 4 0 15,2 11 180-15,4-3-107 0,1-2-45 0,3 15 95 16,-3-4-78-16,0 5-39 0,1-2 0 0,-2-2-11 15,0 3 8-15,-3-4-37 0,3-1 1 0,-4-4-13 16,-1-10 13-16,1 3 0 16,0-4-4-16,-2-3 4 0,0-2-1 0,0-8 5 15,-5-1-4-15,-3-3 0 0,1-5 8 0,-3-3-46 16,-1-4 0-16,0-2 27 0,-1-3 8 0,-2 0-130 16,0-6 65-16,-2-11 20 0,0-3 1 0,0-9-219 15,-4-7 116-15,6 1 44 0,-2-1-207 0,4-1 116 16,0 0 66-16,1 6 30 0,4 9-9 0,-3-1 22 15,4 12-8-15,2-1 110 0,-1 8-41 0,3-1 1 16,-1 5-40-16,1 0 172 0,0 5-94 0,0 9-35 16,2 5-21-16,-2 2 186 15,2 5-94-15,0-3-12 0,0-2 9 0,0 5-14 16,0-5-23-16,0 0 18 0,4 0-130 0,1-4 60 16,1-2 13-16,1-2-335 0,-1-2 169 0,-2-4 64 15,2 1 48-15,-1-2-379 0,1-2 190 0,1-3 109 16,-4-1 49-16</inkml:trace>
  <inkml:trace contextRef="#ctx0" brushRef="#br0" timeOffset="-186317.03">12656 15372 1047 0,'0'-9'0'0,"0"6"0"16,0 1 0-16,0 0 0 0,-4 2 0 0,1 0 0 0,1 0 0 0,2 9 0 0,0 6 333 0,0 4-150 0,0 1-67 0,4 8 87 0,3 1-84 16,0 3-44-16,0 2-21 15,2 1-34-15,-4 3 21 0,-1 1-8 0,-1-5-33 16,1 4-1-16,-2-2 34 0,1 0 0 0,0-5-185 16,-1-1 89-16,0-2 48 0,-2-8 23 0,2 2-411 15,0-9 154-15,-1-4 113 0,1-4-323 0,0-5 213 16</inkml:trace>
  <inkml:trace contextRef="#ctx0" brushRef="#br0" timeOffset="-186145.49">12748 15679 989 0,'2'-6'0'0,"0"3"0"0,0 1 0 0,1 0 0 0,3 2 0 0,0 0 234 0,3-2-92 16,2 2-59-16,5 0 312 0,0 0-181 0,5-2-91 15,0 2-45-15,-1 0 74 0,1 0-64 0,2 0-28 16,-3 0 0-16,-1 4-157 0,0 0 65 0,-6-1 41 15,2 1-374-15,-6 1 199 0,-1 0 99 0,-1-3-485 16,-5 4 237-16,0-3 85 0,-2 0 102 0</inkml:trace>
  <inkml:trace contextRef="#ctx0" brushRef="#br0" timeOffset="-185953.82">12851 15422 1070 0,'0'-4'0'0,"2"2"0"0,0 2 0 0,-1 3 0 0,2 11 0 0,-1 3 0 0,-2 8 0 0,2 2 246 0,0 4-98 0,0 2-62 16,-1 8 298-16,1 1-176 0,-2-3-87 0,2 2-44 15,-2-5 43-15,2 4-47 0,0-1-1 0,-1-2-263 16,1 0 111-16,0-6 57 0,0-4 36 0,3-1-436 16,2-3 228-16,-4-5 90 0,5-7 65 0,-1-3-351 15,1-6 173-15</inkml:trace>
  <inkml:trace contextRef="#ctx0" brushRef="#br0" timeOffset="-185507.85">13268 15438 1648 0,'-13'-14'0'0,"4"4"0"0,5 8 0 0,0 1 0 0,3-1 0 0,1 0 0 0,-2 2 0 0,2 0 0 0,0 0 158 0,11 0-63 0,8 4 152 16,1-3-99-16,8 3-61 0,0-2-28 0,2-1 11 16,2-1 1-16,-2 0-39 15,-5 0 9-15,9 0-77 0,-11 0 34 0,1 0 0 16,-4 0-34-16,-2 0 35 0,-6 0 8 0,0 0 26 16,-5 0-31-16,-1 0 8 0,-4 8-1 0,-2 4 30 15,0 7-16-15,-9 5-40 0,-9 3 28 0,-6 10 109 16,0-1-51-16,-4 2-19 0,3-4 6 0,-9 12-70 15,6-9 40-15,2-2 19 0,1-1-16 16,5-6-59-16,-1 3 26 0,4-3 5 0,4-7-3 16,2-2-4-16,3-6 28 0,4-3 32 15,2-2-53-15,2 0 15 0,0-3-1 0,0-1 41 16,6-2 0-16,6-1-35 0,2-1 7 0,4 0 105 16,0 0-43-16,3 0-30 0,0-1 0 0,-1-1-42 15,3-3 15-15,-2-1 0 0,1 0-1 0,-2 1-102 16,0 0 52-16,-4 0 33 0,-2 2-168 0,-3 1 86 15,-2 0 28-15,-1 0-454 0,-3 0 208 0,-3 2 121 16,0 0 57-16,0 0-385 0,-2-2 231 16,0 0 113-16,-2-3 58 0,-7-5-395 15</inkml:trace>
  <inkml:trace contextRef="#ctx0" brushRef="#br0" timeOffset="-185343.44">13268 15662 1144 0,'-15'2'0'0,"6"-2"0"0,3 4 0 0,3-2 0 0,-1-2 0 0,4 2 0 0,0-2 268 16,0 1-118-16,9 1 328 0,8 0-226 0,7 2-110 0,1-3-55 16,1 1 64-16,3 2-60 0,1-3-20 15,0 3-9-15,0-3-268 0,0 0 120 0,0-1 59 16,-2 3 30-16,-6-1-563 0,3 3 292 0,-4 3 150 16,-3-1-626-16</inkml:trace>
  <inkml:trace contextRef="#ctx0" brushRef="#br0" timeOffset="-185128.04">13678 15791 1137 0,'0'0'0'0,"0"0"0"0,0 3 0 0,0-3 0 0,0 0 0 0,1 0 0 0,7 0 0 0,2 1 176 0,1 2-72 0,-2 0 179 15,6 2-129-15,-4 4-60 0,3 0-31 0,-3 0 39 16,-2 4-27-16,-1-2-7 0,-2 4-36 0,-5-1-25 16,-1 1-1-16,0-1 26 0,0 4 9 0,-13-3-76 15,-5 1 34-15,-2 0 0 0,-2-3-97 0,-4-1 66 16,3-4 38-16,-7 4-8 0,4-7-266 0,5-4 133 15,1-1 34-15,4 0-245 0,7 0 148 0,0-6 86 16,9-8 40-16,0-2-98 0,0-5 69 0,13-2 34 16,6 2-184-16,-1-3 113 15,5 2 53-15</inkml:trace>
  <inkml:trace contextRef="#ctx0" brushRef="#br0" timeOffset="-184968.19">13768 15750 307 0,'13'-11'0'0,"-3"6"0"0,-3 0 0 0,-3 4 0 0,-1 1 0 0,-3 0 248 0,0 8-108 0,0 6-53 16,-3 1-20-16,-7 4 343 0,3 2-190 0,-3-1-93 15,5 3 351-15,-1 1-222 0,4-5-104 16,2-1 130-16,0 2-125 0,0-3-62 0,10-2-31 16,5-4 0-16,1 0-23 0,5-1-8 15,6-2-1-15,-3-4-124 0,0-2 62 0,-3-2 31 16,2 0 9-16,-1 0-722 0,-3 0 362 0,0-5 63 16,-4-4-378-16</inkml:trace>
  <inkml:trace contextRef="#ctx0" brushRef="#br0" timeOffset="-184657.02">13762 15354 1122 0,'-5'-15'0'0,"5"10"0"0,0 1 0 0,2 0 0 0,7 0 0 0,4 1 0 0,0 0 0 0,2 2 204 15,0 1-85-15,5 0-44 0,0 0-19 0,-1 1 9 16,-5 9-33-16,-2 3-96 0,-3 2 48 0,-5 0 25 15,-2 2-1-15,-2 1-105 0,0-4 59 0,-6 1 33 16,-6-2 0-16,-4 0-4 16,-1-4-1-16,-2 1-12 0,2-2 31 0,-1-1 125 15,2 1-64-15,2-5-40 0,4 2 102 0,1-2-47 16,3 1-37-16,3-4 208 0,3 0-112 0,0 3-55 16,0 0-28-16,7-2 15 0,8 1-9 0,7-2-34 15,3 0 0-15,1 0-74 0,3 0 38 0,-3 0 7 16,8 0-109-16,-4 0-148 0,-4-2 143 0,-6 2 41 15,5 0-270-15,-2 0 121 0,-3 0 103 16,1 0-442-16</inkml:trace>
  <inkml:trace contextRef="#ctx0" brushRef="#br0" timeOffset="-184466.53">14070 15658 1148 0,'-5'4'0'0,"3"2"0"0,0-4 0 0,1 0 0 0,1-2 0 0,0 0 0 0,1 0 0 0,14 0 381 0,10 0-174 0,-1 0-79 0,4-2 91 16,2 0-93-16,2-4-46 0,0 4-195 16,0-2 74-16,-8 2 45 0,8 2-8 0,-11 0-147 15,1 0 91-15,-1 0 47 0,-4 0 23 0,-6 0-421 16,1 0 154-16,-7 4 127 0,-1 0 64 0,-4 0-356 16,0-4 194-16,0 0 90 0</inkml:trace>
  <inkml:trace contextRef="#ctx0" brushRef="#br0" timeOffset="-184307.95">14318 15481 1559 0,'-9'-15'0'0,"1"8"0"0,3 2 0 0,1 1 0 0,2 1 0 0,2 3 0 0,0 0 0 0,0 5 0 0,0 9 0 0,0 6 126 15,2 3-46-15,0 4 191 0,0 3-111 0,-1 3-68 16,1 0-29-16,0 1-91 0,0-2 31 0,-2 2 0 16,0-3 38-16,0 0-139 0,0-3 66 0,0-6 32 15,3 1 0-15,-2-4-411 0,5-8 202 0,-2-4 113 16,1-7-32-16</inkml:trace>
  <inkml:trace contextRef="#ctx0" brushRef="#br0" timeOffset="-183951.45">14444 15431 1285 0,'6'-13'0'0,"1"6"0"0,8 1 0 0,2 0 0 0,2-1 0 0,5-1 0 0,1 1 0 0,3 2 177 0,2-2-72 0,2 2-28 0,-2 1 97 16,2 0-70-16,0 2-36 0,-4 1 0 0,3 1 94 15,-10 0-57-15,4 0-37 0,-4 0 0 16,-5 1-35-16,0 5-1 0,-7-2 56 16,-2 4-20-16,-3 2-8 0,-1 5-27 0,-3 6 101 15,-10 3-51-15,-7 4-25 0,-4 3 8 0,-3 6 24 16,-3-1-28-16,4 1-1 0,-2 1-28 0,0-1 14 16,6-4-6-16,-1 1-8 0,5-3-29 0,2-2 0 15,6-11 29-15,-2 1 0 0,8-6-21 0,-1 0-7 16,2-7 27-16,0 2-48 0,0-5 22 0,5-1-1 15,9 0 6-15,0-2 21 0,2 0-17 16,2 0 6-16,1 0-12 0,2 0-31 16,-1 0 38-16,1 0 0 0,2 0-141 0,-5 0 68 15,1 0 28-15,-2-2-278 0,-2 0 148 0,-6 2 58 16,3-2 42-16,-4 2-380 0,-5-1 204 0,1 1 92 16,-2 0 60-16,-2-2-415 0,0-4 232 0,0-4 117 15,-6-1 58-15</inkml:trace>
  <inkml:trace contextRef="#ctx0" brushRef="#br0" timeOffset="-183800.85">14594 15555 1545 0,'-10'0'0'0,"3"0"0"0,5 0 0 0,2 0 0 0,0 2 0 0,0-1 0 0,0 4 0 0,10-2 150 0,9 3-58 0,2-1 397 16,5 2-233-16,2 0-111 0,2 2-57 0,0-2-74 15,2 5 19-15,0-2 8 0,-2-1-9 0,2-2-650 16,-2 2 325-16,-3-1 163 0,-2-2 81 15</inkml:trace>
  <inkml:trace contextRef="#ctx0" brushRef="#br0" timeOffset="-183657.23">15041 15693 1222 0,'0'1'0'0,"0"-1"0"0,0 4 0 0,0-2 0 0,0-2 0 0,0 1 0 0,2 2 342 15,2-2-154-15,4 2 62 0,3 2-112 0,1 1-53 16,-2-3-26-16,3 3-186 0,1 0 80 0,0-1 48 15,2-1-8-15,-2-3-563 16,2 2 302-16,-7-3 150 0</inkml:trace>
  <inkml:trace contextRef="#ctx0" brushRef="#br0" timeOffset="-183488.68">15237 15607 1284 0,'0'-5'0'0,"0"3"0"0,0 2 0 0,0 0 0 0,0 5 0 0,-4 10 0 0,-8 8 199 0,2 4-83 16,0 3 343-16,0 2-214 0,-1 1-105 0,1 6-46 15,-2-4 65-15,1 10-63 0,-1-7-32 16,1-5 1-16,0 2-182 0,-3 0 83 16,5-6 29-16,0-6 0 0,1 0 38 0,2-8 0 15,1-5 0-15,1-6 8 0,1-1-420 0,-1-3 207 0,0-6-992 16</inkml:trace>
  <inkml:trace contextRef="#ctx0" brushRef="#br0" timeOffset="-183244.75">15090 15336 1455 0,'13'-17'0'0,"6"5"0"16,2 0 0-16,-3 4 0 0,3 2 0 0,-3 2 0 0,-2 2 0 0,-2 2 91 0,0 0-33 0,-1 6 77 0,-3 7-50 0,-5 4-27 0,-1 2 1 0,-2 1-129 16,-2 5 48-16,-2-1 27 0,-12-1 1 0,-4-2-62 15,-3-1 45-15,5-5 30 0,-5-2-8 0,0-2 121 16,5-4-50-16,5-3 76 0,-1-1 61 0,4-3-85 15,5 0-55-15,1 0 85 16,2 0-66-16,0 0-33 0,16 0 0 0,4-8-4 16,10-1-28-16,0 1 0 0,2 3 0 0,3-3-369 15,1 3 185-15,3 0 100 0,-1 3 38 0,7 1-821 0</inkml:trace>
  <inkml:trace contextRef="#ctx0" brushRef="#br0" timeOffset="-182487.58">15791 15481 767 0,'0'-8'0'0,"0"0"0"0,0 1 0 0,0-4 0 0,0 1 0 0,0-3 0 0,-4-2 0 0,-4 1 93 0,1-1-31 16,1 3 1-16,-3 0 49 0,1 0-43 0,-3 5-1 16,0 4-35-16,-1 1 35 0,-2 2 8 0,-5 5-44 15,2 18 1-15,-4 9 38 0,6 3 1 0,0 4-39 16,6-3 71-16,-1 4-39 0,6-3-1 0,3-1 95 16,1-6-64-16,0-5-30 0,0-2 7 0,7-5-7 15,5-5 0-15,1-3-32 0,0-5 0 0,4-5-87 16,0 0 52-16,3-3 13 0,-1-17 0 0,2-8-193 15,-1-9 108-15,-3-2 40 16,-4-1-303-16,3-13 147 0,-7 2 90 0,-2-1-64 16,0-2 65-16,-4-3 34 0,-1-1-9 0,0-7-3 15,-2 2 22-15,0-1 1 0,0 1 21 0,0 10 19 16,0 6-26-16,-4 3 7 0,-1 21 0 0,-2 5 195 16,0 4-98-16,2 10-48 0,-3 4 299 0,0 5-140 15,3 26-88-15,-3 6-8 0,5 5 79 0,1 5-35 16,2 6-37-16,0 2 143 0,0 2-97 0,0 10-50 15,5-7-25-15,1 1 39 16,1-11-23-16,3 5-8 0,3-9-33 0,-1 0-228 16,-1-13 114-16,-1 3 58 0,4-6-434 0,-3-4 213 15,-4-7 129-15,5-4-260 0,-4-5 175 0,-1-8 64 16</inkml:trace>
  <inkml:trace contextRef="#ctx0" brushRef="#br0" timeOffset="-182275.15">15933 15326 917 0,'12'-15'0'0,"3"4"0"0,2 0 0 0,1 4 0 0,3 2 0 0,0 3 0 0,4 2 0 0,-3 0 293 0,-1 7-122 0,5 11-73 15,-8 1-32-15,0 5 143 0,-4 5-88 0,-4 0-45 16,-6 4 6-16,-2 5-50 0,-2-6 1 0,-4 2-29 16,-12 0 1-16,-2-4 36 0,-5 0-9 0,-1-6-23 15,-3-1 24-15,-1-7 0 0,-2 0-1 0,6-5-108 16,-7-4 42-16,10-2 33 0,-2-5-20 0,8 0-306 15,5 0 163-15,5-12 51 16,5-5-315-16,0-4 198 0,13-3 99 0</inkml:trace>
  <inkml:trace contextRef="#ctx0" brushRef="#br0" timeOffset="-182075.78">16392 15243 757 0,'8'-12'0'0,"-6"6"0"0,1 1 0 0,-1 1 0 0,-2 3 0 0,0 1 301 0,-12 0-135 0,-1 8-66 15,1 7-34-15,-2 1 153 0,-2 5-97 16,2 4-45-16,3 1 278 0,1 4-162 16,5 0-79-16,5 0-33 0,0 0-43 0,0 0-6 15,5-4 1-15,11-1-392 0,3-4 196 0,4-3 106 16,4-2 41-16,1-6-461 0,4-2 217 0,2-6 134 16,1-2-4-16,2 0-159 0,-2-2 133 0,1-9 61 15,-3-6 31-15</inkml:trace>
  <inkml:trace contextRef="#ctx0" brushRef="#br0" timeOffset="-181692.37">16811 15433 630 0,'2'-19'0'0,"-2"3"0"0,0-4 0 0,0 0 0 0,-9 1 0 0,-3-1 0 0,1 1 190 0,-5 1-82 0,2 5-38 15,-4 2 0-15,0 7 76 0,-1 1-57 0,-4 3-19 16,1 0 195-16,1 17-116 0,0 3-58 0,3 5-29 16,4 5 103-16,2-1-59 0,5 6-40 0,0-4 88 15,7 3-60-15,0-7-31 0,0-1 0 0,5-7-51 16,7 1-7-16,1-5 27 0,4-3 1 0,3-3-56 15,-4-5 36-15,5-4-9 16,-3 0-128-16,5-4 79 0,-4-12 38 0,-1-5-268 16,2-8 123-16,-1-6 76 0,-5-3 2 0,-1-5-162 15,-1-3 96-15,-5 0 54 0,0-3 18 0,-3-3-61 16,1-3 48-16,-4-11 24 0,1 2 0 0,2 1-6 16,-2 6-9-16,0-2 40 0,-1 8 22 0,-1 14-22 15,0 12-1-15,0 8 0 0,0 2 327 0,0 7-159 16,0 7-84-16,-1 1 365 0,-1 16-201 0,0 11-101 15,0 6 4-15,2 15 150 16,0 2-118-16,0 13-59 0,0-2-28 0,0 2 143 16,2-6-78-16,2 17-51 0,3-11 9 0,0-2-27 15,1-7 1-15,3 0-27 0,0-12-143 0,3-2 67 16,0-3 38-16,-2-10-387 0,-1-9 213 0,0-3 83 16,-1-9 66-16,-1-6-626 0,0 0 311 0,-1-6 157 15,-1-20 77-15,-1 0-355 0,-4-5 209 16</inkml:trace>
  <inkml:trace contextRef="#ctx0" brushRef="#br0" timeOffset="-181570.63">16993 15258 1116 0,'0'-17'0'0,"0"8"0"0,0 5 0 0,0 1 0 0,3 1 0 0,3 2 0 0,1 0 0 0,3 5 324 0,1 6-138 0,3 4-80 16,4 4 51-16,-1-3-62 0,1 6-31 0,2-1-87 16,-4-3 36-16,5 4-8 0,0-6 28 0,-5-3-532 15,3-2 265-15</inkml:trace>
  <inkml:trace contextRef="#ctx0" brushRef="#br0" timeOffset="-181427.28">17407 15011 2246 0,'0'0'0'0,"0"7"0"0,0 21 0 0,-9 7 0 0,-5 7 0 0,-6 14 0 0,-6 14 0 0,-10 17 0 15,1 1 361-15,-5 7-165 0,-1 9 109 0,-4 2-140 0,-10 19-66 16,1-5-33-16,-5 4-384 0,0 0 175 0</inkml:trace>
  <inkml:trace contextRef="#ctx0" brushRef="#br0" timeOffset="-173028.39">17875 15075 879 0,'-15'0'0'0,"4"0"0"0,3 1 0 0,4 1 0 0,4-2 0 0,-1 0 0 0,1 0 0 0,0 0 0 0,0 0 280 0,7 0-124 16,10 0-61-16,4-5-32 0,-1-2 144 0,5 0-92 16,-4 3-41-16,1 1 18 0,-1 1-29 0,-4 0 0 15,-1 2-99-15,-2 0 30 0,-1 0 0 0,-4 0 39 16,1 0-109-16,-3 4 54 15,0 2 36-15,-3-1-8 0,0 5-334 0,-1 0 133 16,-3 2 99-16,0 2-8 0,0 2-330 0</inkml:trace>
  <inkml:trace contextRef="#ctx0" brushRef="#br0" timeOffset="-172845.88">17924 15419 1600 0,'-4'0'0'0,"3"0"0"0,1 0 0 0,0 0 0 0,0 3 0 0,5-3 0 0,4 4 0 0,5-3 188 0,2-1-69 0,3 0-48 16,-1 0 347-16,3 0-193 0,-1 0-96 0,0 0-26 15,-1 0-26-15,0 0-9 0,-3 0-36 0,4 0-390 16,-6 0 194-16,3 0 99 0,-2 0-695 0,0 0 385 16</inkml:trace>
  <inkml:trace contextRef="#ctx0" brushRef="#br0" timeOffset="-171103.16">18763 14758 542 0,'-9'-3'0'0,"4"-1"0"0,1 3 0 0,0-1 0 0,0-1 0 0,0 2 0 0,1-1 142 0,1 0-55 0,2 0-27 0,-2 1 0 16,2-2 113-16,0 1-74 0,0 1-33 0,0-1 24 15,0-2-29-15,2 2 1 0,3-2-21 0,1 1 79 16,6-3-44-16,-3 0-21 15,0 3 85-15,3-3-53 0,-3 2-19 0,4-1-8 16,0 0 56-16,2-1-42 0,0 0-20 0,0 0 0 16,2 1 33-16,1-1-31 0,-2 2-1 0,5 0 2 15,-1 2-1-15,4 0-23 0,-1 1 8 0,6-2 5 16,-1 3-13-16,2 0 0 0,4 0 0 0,-1 0 21 16,3 0-13-16,1 0-8 0,7 0-5 0,-3 0 5 15,0 0-1-15,3 0 1 0,-3 0-22 0,8 0 22 16,-1 0-1-16,5 0 1 15,2 0-31-15,1 0 30 0,0 0 2 0,0 0-45 16,10 0 35-16,-6 0 4 0,-7 0-44 0,3-2 0 16,1 2 40-16,0 0-2 0,-2 0-29 0,2-1-1 15,-1-1 21-15,1 2 5 0,-3-2-42 0,3 0-3 16,-2 1 34-16,-4-1-45 0,0 2 20 0,-6-3 0 16,-6 3 18-16,7 0-21 0,-12 0-6 0,1 0 28 15,-1 0-43-15,-2 0 0 0,-6 0 26 16,-1 0 10-16,-2 0-26 0,-5 0 0 15,-1 0 15-15,-6 0 6 0,0 0-45 0,-3-1 42 16,-4-1-5-16,-1 2-17 0,-1 0 18 0,0-2-2 16,-2 2 2-16,0-2-42 0,0-4 19 0,-5 2 1 15,-4 0-176-15,-7-1 87 0,-2 2 45 0,-5 1 26 16,-2-1-484-16,-3 3 255 0,-4 0 127 0</inkml:trace>
  <inkml:trace contextRef="#ctx0" brushRef="#br0" timeOffset="-170521.79">18871 14745 717 0,'-6'-8'0'0,"0"2"0"0,2 4 0 0,-1 0 0 0,1-2 0 0,1 2 0 0,-1 2 0 0,-1 0 231 0,2 2-100 16,1 13-48-16,2 10 112 0,0 5-81 16,0 5-32-16,0 13-9 0,2-2 88 0,6 3-65 0,-3 4-31 15,3 1 47-15,-1 1-43 0,1 1-1 0,0 9-35 16,-3-8-22-16,-1-5 22 0,-3 7 8 0,1 0-8 16,0-7-9-16,-2-2 9 0,0-2 0 0,0-13 0 15,0 3-18-15,0-8-8 0,-4-8 26 16,-1-3-45-16,-2-6 23 0,-1-6-22 15,-2-3-60-15,-2-4 36 0,-4 0 26 0,0-11-14 16,0-9-158-16,0-5 84 0,-2-7 48 0,-2-7 11 16,-1-1-83-16,2-3 36 0,1 0 33 0,-1 1-127 15,4 11 65-15,0 1 45 0,2 11 0 0,1 2 74 16,5 9 0-16,-2 2-38 0,1 5 159 0,0 1-76 16,3 6-41-16,-1 12-21 0,3 5 129 0,1 4-58 15,0 2-42-15,2 1 13 0,0-1 36 16,0-1-5-16,0 0-27 0,0-7-83 15,2-1 52-15,5-3-6 0,1-3 23 0,1-3-354 16,1-4 166-16,1-3 66 0,2-4-316 0,2 0 196 16</inkml:trace>
  <inkml:trace contextRef="#ctx0" brushRef="#br0" timeOffset="-170295.36">19188 14954 1253 0,'0'0'0'0,"0"4"0"0,0 9 0 0,0 5 0 0,0 5 0 0,0 9 0 0,0 7 228 0,-2 5-97 0,2 3-50 15,-2-6 294-15,1 13-175 0,1-4-84 0,0-1-42 16,0-1 29-16,0 1-35 0,0-7 8 0,1 6-44 16,3-12-230-16,3-1 116 0,-1-5 57 0,2-7-161 15,-1-2 106-15,-1-6 56 16,-1-10-515-16,-1 1 267 0,2-6 56 0,-2 0 85 15,0-6-252-15,-1-14 176 0</inkml:trace>
  <inkml:trace contextRef="#ctx0" brushRef="#br0" timeOffset="-170138.27">19248 15375 631 0,'0'-19'0'0,"0"6"0"0,0 4 0 0,0 1 0 0,2 1 0 0,7-1 0 0,3 2 276 16,4 1-121-16,3 0-62 0,8-1 279 0,-5 1-161 15,8 0-93-15,-2 3-43 0,0-2 142 0,-1 2-93 16,-4 2-45-16,1 0-214 15,-2 0 80-15,1 0 44 0,-4 0 21 0,-4 0-178 16,-4 0 100-16,0 0 59 0,-5 0-490 0,-1 0 256 16,-3 2 56-16,0 0 89 0</inkml:trace>
  <inkml:trace contextRef="#ctx0" brushRef="#br0" timeOffset="-169952.76">19440 14954 1462 0,'0'-2'0'0,"0"2"0"0,0 0 0 0,0 7 0 0,0 9 0 0,0 6 0 0,0 5 0 0,0 4 0 0,0 13 242 0,0-3-104 16,0 5-53-16,0 0 186 0,0 1-119 0,-2-4-52 15,2 12-68-15,-2-8 1 0,0-5 0 0,2 1-1 16,0-6-247-16,0 0 132 0,0-1 54 0,0-6 31 16,0-9-431-16,0-3 231 0,2-8 71 0,3-3-481 15,4-7 292-15</inkml:trace>
  <inkml:trace contextRef="#ctx0" brushRef="#br0" timeOffset="-169794.19">19723 15305 1401 0,'21'-8'0'0,"4"5"0"0,-1 2 0 0,0-3 0 0,-1 2 0 0,5-1 0 0,0 1 0 0,0 1 211 16,2 1-89-16,-1-2-45 0,-6 0 33 0,7 0-43 15,-10 0 0-15,1-2-34 0,0 1-236 16,-7 1 117-16,-5 0 68 0,1 1-482 15,-4 1 256-15,-4 0 128 0,-2 0 64 0</inkml:trace>
  <inkml:trace contextRef="#ctx0" brushRef="#br0" timeOffset="-169534.37">19967 15315 457 0,'-13'1'0'0,"1"5"0"0,-2 4 0 0,1 2 0 0,-2 2 0 0,-3 3 125 0,4-3-38 0,-3 8-32 15,0-4 81-15,3 3-52 16,-4 1-26-16,4-5 1 0,-2 1-57 0,-3 0 31 15,4-3 0-15,0-1 0 0,0-4-36 0,6-4 36 16,1 0 7-16,3-3 87 0,1 0-48 0,2-2-23 16,0-1 0-16,2 0 172 0,0 0-89 0,8 0-58 15,7 0 169-15,7 0-109 0,3 0-54 0,1-1-28 16,-1 1 141-16,8-3-88 0,-3 3-40 0,4 0 0 16,-2 0-20-16,0 0-19 0,-7 0 8 0,5 0-190 15,-8 0 91-15,0 0 45 16,-3 0 23-16,-1 0-437 0,-9 0 236 0,0 0 58 15,-2 0-524-15,-3 0 313 0,-1 0 155 0,-3 0 78 16,0 0-284-16</inkml:trace>
  <inkml:trace contextRef="#ctx0" brushRef="#br0" timeOffset="-169346.63">19964 15407 783 0,'-10'-2'0'0,"3"2"0"0,2 0 0 0,-2 2 0 0,4 9 0 0,1 2 0 0,2 6 186 0,0 3-68 0,0 3-47 0,0 3 338 15,0 1-187-15,2 0-95 0,1 3 122 0,-1 2-99 16,3-4-63-16,-3 2-27 0,-1-2-131 0,-1-3 51 16,0-5 27-16,0 0 8 0,0-3-300 0,0-2 159 15,0-6 79-15,0 2 40 0,0-9-474 0,0 0 236 16,0-4 47-16,-1 0-65 0,-4-2 116 0,1-13 57 16</inkml:trace>
  <inkml:trace contextRef="#ctx0" brushRef="#br0" timeOffset="-169185.06">19933 14831 640 0,'4'-12'0'0,"-2"5"0"0,3 5 0 0,-2 2 0 0,-1 0 0 0,0 4 376 0,-2 10-172 0,0 5-86 0,0 5-42 16,0 2 174-16,0-3-100 0,0 11-63 0,0-4-232 15,0 4 89-15,0-2 44 16,0-1-213-16,7-3 137 0,4 3 56 0</inkml:trace>
  <inkml:trace contextRef="#ctx0" brushRef="#br0" timeOffset="-168976.62">20283 15266 1091 0,'0'0'0'0,"0"-2"0"0,2 2 0 0,6 0 0 0,1 0 0 0,3 0 317 0,0 0-142 0,4 0-63 0,0 0 140 16,3-2-110-16,1 2-54 0,3 0 22 0,2 0-38 16,-2 0 8-16,-2 0-47 0,0 0-318 0,-1 0 159 15,-4 0 80-15,-2 0 39 0,-5 2-496 0,-2 3 258 16,-5 1 131-16,0 0-440 0</inkml:trace>
  <inkml:trace contextRef="#ctx0" brushRef="#br0" timeOffset="-168810.06">20447 15101 923 0,'-8'-12'0'0,"2"9"0"0,2 0 0 0,2 2 0 0,2 1 0 0,0 0 0 0,0 5 174 0,0 10-71 0,4 8-35 15,4 3 163-15,0 6-99 0,-5 4-41 0,3 9-34 16,-5-2 208-16,-1 4-117 0,0 0-57 0,0-1-29 16,0-4-59-16,0 5-7 0,0-11 45 15,0 2-404-15,0-7 198 0,2 0 99 0,2-10-524 16,4-3 262-16</inkml:trace>
  <inkml:trace contextRef="#ctx0" brushRef="#br0" timeOffset="-168652.48">20655 15323 938 0,'9'-12'0'0,"2"1"0"0,5 5 0 0,-2 0 0 15,2 0 0-15,-2 3 204 0,2 1-85 0,2 0-44 0,1 0-21 16,2 0 262-16,1 0-147 0,-1 1-67 0,2 1-147 15,-5-2 38-15,1 2 9 0,0 0 31 0,-4 0-423 16,0 0 211-16,-5 0 106 0,-3 0-475 0</inkml:trace>
  <inkml:trace contextRef="#ctx0" brushRef="#br0" timeOffset="-168394.46">20888 15334 645 0,'-11'3'0'0,"0"7"0"0,-1 1 0 0,-1 3 0 0,-4 2 0 0,2 3 0 0,-2 0 113 0,1 1-40 15,0 0 0-15,2-2-32 0,-6 5 95 0,3-5-52 16,4-3-25-16,-1-1 1 0,0-2 1 0,3-4-20 16,1 0 94-16,3-3-51 0,1-1-26 0,4-3 1 15,1-1 171-15,1 3-90 0,0-3-58 0,0 0-24 16,5 0 122-16,11 0-73 0,2 0-38 0,3 0 9 16,3-3 35-16,2 2-41 0,0 1 1 0,1 0-62 15,-1 0 22-15,-5 0 8 16,1 0-8-16,-1 0-254 0,-2 0 126 0,-1 0 65 15,-4 0-468-15,-3 0 227 0,-2 0 88 0,-3 1 84 16,0 2-361-16,-4-3 214 0,0 2 106 0,-2 0-99 16,0-2 107-16</inkml:trace>
  <inkml:trace contextRef="#ctx0" brushRef="#br0" timeOffset="-168236.84">20879 15426 343 0,'-4'-12'0'0,"2"7"0"0,0 3 0 0,2 0 0 0,0 2 0 0,0 4 367 0,0 13-167 0,0 7-83 0,2 4 137 15,2 6-110-15,-1 4-48 0,1 9 273 0,0-6-168 16,-3 3-85-16,1 0-41 0,-2-2-10 0,2-9 8 16,-2 4-40-16,2-3 0 0,1-7-376 0,-1-4 188 15,-2-5 102-15,0-4-229 0,0-5-158 0,0-4 227 16</inkml:trace>
  <inkml:trace contextRef="#ctx0" brushRef="#br0" timeOffset="-168077.27">20889 14807 1086 0,'0'-10'0'0,"2"10"0"0,8 0 0 0,-4 17 0 0,-3 1 0 0,-3 5 400 0,0 3-184 0,0 2-83 0,0 2-104 16,-1 6 4-16,-3 1 0 0,2 1 0 0,2 5-644 15</inkml:trace>
  <inkml:trace contextRef="#ctx0" brushRef="#br0" timeOffset="-165202.04">21487 15226 653 0,'0'-6'0'0,"0"1"0"0,0 2 0 0,0-3 0 0,0-3 0 0,0-2 122 0,0-4-37 0,0 1-30 16,0-1 72-16,0 0-48 0,-1 1-23 0,-1 0 0 15,-3 4-40-15,1-1-8 16,-1 4 25-16,-2 1 0 0,-1 4 3 0,-2 2-3 16,-2 0 8-16,-4 13 21 0,0 12-29 15,-5 11-1-15,4 4 1 0,0 3 70 0,6-5-27 0,-1 1-9 16,7 1 44-16,3-5-40 0,2-8 1 0,0-7-39 15,2-1 16-15,11-3-17 0,2-7 1 0,4-6 0 16,3-3-37-16,1 0 0 0,0-8 45 0,1-16-74 16,3-6-54-16,-4-6 60 0,-2-6 12 0,-2-3-229 15,0-3 99-15,-2-3 72 0,-2-2-182 0,-4-3 113 16,-1-10 49-16,-5 11 22 16,-1-16-2-16,-3 4 1 0,1 1 39 0,0 9 0 15,1 2 28-15,-3 16-36 0,0 11 9 0,0 4 147 16,0 13-74-16,-3 1-36 0,-2 8-1 0,-3 2 274 15,-1 24-114-15,-1 7-84 0,1 13 220 0,4 5-134 16,-1 6-63-16,4 3-27 0,2 11 98 16,0-3-71-16,0-2-35 0,0 2 0 0,2-5 16 0,2-7-18 15,7-2-8-15,1-5-124 0,-1-12 50 0,1 2 24 16,2-8-394-16,-5-6 218 0,2-4 75 16,-1-10 59-16,-1-1-579 0,2-8 289 15,-3 0 146-15,0-17 65 0</inkml:trace>
  <inkml:trace contextRef="#ctx0" brushRef="#br0" timeOffset="-165009.83">21732 15048 1029 0,'0'-17'0'0,"0"7"0"0,0 5 0 0,0 1 0 0,1 1 0 0,7 1 0 0,3 2 0 0,4 0 337 0,1 0-152 0,4 4-76 0,1 9 85 16,-1 1-80-16,-1 6-33 16,0 4-8-16,-5 2-62 0,-1 3 22 0,-5 0 0 15,-2 0-1-15,-4-4-46 0,-2 9 19 0,0-6 0 16,-14 1-119-16,-1-3 73 0,-4-3 37 0,3-6 9 15,-9-1-172-15,6-4 91 0,-3-6 0 0,3-3 38 16,0-3-255-16,4 0 124 0,5-3 63 0,6-13-161 16,4-7 117-16,0 0 58 0,5-6 30 0</inkml:trace>
  <inkml:trace contextRef="#ctx0" brushRef="#br0" timeOffset="-164494.72">22033 14916 903 0,'5'-11'0'0,"0"3"0"0,-3 5 0 0,-2 1 0 0,-5 2 0 0,-11 2 162 15,-5 19-64-15,3 3-33 0,-1 14 383 0,1-1-207 16,0 8-97-16,5 0-59 0,3 1 300 0,7-4-176 16,3-8-88-16,0 4-44 0,7-5 137 0,10-2-95 15,6-5-43-15,4-3-124 0,1-7 40 0,4-4 0 16,0-5 49-16,0-5-265 0,1-2 129 16,-1 0 64-16,-2-9-136 0,-3-8 78 15,-2-3 64-15,-4-4-69 0,0 0-244 0,-6-1 144 16,-2 1 81-16,-4 0 40 0,-5 2-33 0,-2-8 41 15,-2 3 0-15,0-1 81 0,0 1-24 0,-9 0 0 16,-2 4-32-16,-5-2 116 0,4 11-54 0,-6 1-27 16,2 6 94-16,-1 4-39 0,-3 3-43 0,2 3 31 15,-1 17 254-15,5 6-109 0,0 5-82 0,5 1 1 16,5 3 67-16,2-1-73 0,2-1-31 16,0-1 40-16,9-2-37 0,7-5 1 15,0-7-112-15,7 1 33 0,-5-8 22 0,3-3-1 16,2-6-69-16,-3-2 45 0,3 0 31 0,0-16-8 15,-2-6-264-15,-5-6 106 0,5-10 76 0,-10 7-148 16,1-8-35-16,-1-7 107 0,-4 1 58 0,-3-2-109 16,-1-4 84-16,-1-10 40 0,1 6-74 15,-1-20 62-15,-1 6 27 0,3-2 0 0,0 6 9 0,-1 16 18 16,-1 10-8-16,0 13 8 0,-2 7 106 0,0 6-52 16,0 5-28-16,0 6 391 15,0 2-212-15,0 23-58 0,-4 6-64 0,1 11 334 16,-1 3-177-16,0 10-85 0,1 7 189 0,-2 13-144 15,0-5-66-15,1-2-35 0,-1-1 3 0,3-10 1 16,2 3-29-16,0-5-9 0,0-7-164 0,0-10 83 16,7-2 40-16,2-10-566 0,3-7 299 0,1-8 105 15,2-9 93-15,2 0-681 0</inkml:trace>
  <inkml:trace contextRef="#ctx0" brushRef="#br0" timeOffset="-164359.16">22567 15016 797 0,'2'-9'0'0,"0"3"0"0,2 5 0 0,-1-2 0 0,1 3 0 0,1 0 0 0,4 3 552 0,-2 8-260 0,4 2-121 16,1 1 270-16,0 7-204 0,4 1-102 0,-3-2-51 16,1 2-151-16,-2-3 58 0,1 2 16 0,0-1 1 15,0-1-561-15,1-2 293 0,-1-3 146 0,-1-2 82 16</inkml:trace>
  <inkml:trace contextRef="#ctx0" brushRef="#br0" timeOffset="-164208.58">22909 14814 1489 0,'-2'14'0'0,"-3"14"0"0,-2 4 0 0,-4 11 0 0,-3 12 0 0,-4 7 0 0,-4 6 0 0,-5 7 512 16,-3 5-231-16,-7 21-128 0,1-1-61 16,-3 0-16-16,-5 5-22 0,2 2 0 0,-3 3-689 15,-1 0 330-15</inkml:trace>
  <inkml:trace contextRef="#ctx0" brushRef="#br0" timeOffset="-163665.28">23210 14986 1184 0,'-12'0'0'0,"6"0"0"0,5 0 0 0,-1 0 0 0,2 0 0 0,0 1 0 0,0 4 163 16,0-2-66-16,7 2-31 0,10 0 98 0,0-1-69 15,4-1-32-15,0 1 1 0,1 0 30 0,0 0-23 16,3-2-8-16,-4 1-30 0,-1 1-196 0,-1 1 98 15,-3-1 48-15,-4 2-466 0,1 0 252 0</inkml:trace>
  <inkml:trace contextRef="#ctx0" brushRef="#br0" timeOffset="-163492.08">23217 15341 994 0,'2'0'0'0,"7"2"0"0,6 5 0 0,0 1 0 0,1-4 0 0,-2-1 0 0,2 1 184 0,0-1-76 0,3 2-38 0,4-4 8 16,2 1-8-16,0-2-37 0,-2 0-247 0,0 0 123 15,3 0 61-15,-6 0 39 0,8-3-531 16</inkml:trace>
  <inkml:trace contextRef="#ctx0" brushRef="#br0" timeOffset="-163283.68">24017 15125 937 0,'6'-4'0'0,"9"2"0"0,5 2 0 0,5 0 0 0,5 0 0 0,-2 0 291 0,4 0-130 15,-2 0-63-15,6 4-33 0,-1 0 82 0,1 0-48 16,0-1-38-16,-4 1-59 0,2 2 0 0,-4 1 30 15,-2-1 1-15,-4 0-314 0,-1-1 152 0,-2-2 78 16,-7 5-536-16</inkml:trace>
  <inkml:trace contextRef="#ctx0" brushRef="#br0" timeOffset="-162949.46">24079 15372 1221 0,'-7'0'0'0,"5"0"0"0,2-3 0 0,0 3 0 0,11 0 0 0,5-1 0 0,3 1 0 0,6-3 152 0,7 3-59 0,1 0-22 0,1 0 37 16,-2 0-37-16,-3 0 0 0,-3 10-87 0,-10 1 25 15,4 4 7-15,-8 0 17 0,-3 2-239 0,-6 0 119 16,-1 1 60-16,-2 3 30 16,-5-1-165-16,-13 4 89 0,-2-6 0 0,-3-1 38 15,-3-2-5-15,0-3 25 0,1-3-48 0,-7 2 165 16,6-6-80-16,4 1-24 0,1 0 184 0,3-2 105 15,7-2-111-15,4-1-83 0,2-1 308 0,3 0-184 16,2 0-92-16,2 0-46 0,14 0 71 0,12 0-62 16,8-3-28-16,-1-7 0 0,7 3-47 0,-2-2 20 15,-5-1 8-15,2 1-107 16,2 0 49-16,-4-1 25 0,-5 2-365 0,-3 2 195 16,-7 2 72-16,-1 0 52 0,-4 2-576 0,-4 0 290 15,-5 0 146-15,-1 0 72 0,-3 0-348 0</inkml:trace>
  <inkml:trace contextRef="#ctx0" brushRef="#br0" timeOffset="-162733.87">23996 14418 1112 0,'-5'-27'0'0,"5"15"0"0,3 10 0 0,20 1 0 0,0-2 0 0,4 2 0 0,3-5 243 0,9 3-105 0,0-3-53 0,7 0 125 16,5 0-89-16,-10 3-36 0,12 0-30 0,-9 0-95 16,-12 1 36-16,3 2 1 0,-6 0-94 15,-9 0 73-15,-3 5 24 0,-4 1 1 0,-6 6-459 16,-4-1 230-16,-3 2 116 0</inkml:trace>
  <inkml:trace contextRef="#ctx0" brushRef="#br0" timeOffset="-162402.6">24051 14400 778 0,'-16'8'0'0,"5"6"0"0,6 4 0 0,1 2 0 0,3 1 0 0,1 3 0 0,0 3 275 0,1 0-121 0,8 4-60 16,2 3 125-16,1-3-85 16,-1 5-55-16,3-2-23 0,-3-1-16 0,-2 0-7 15,1-4-1-15,-3-4 9 0,-1-2-139 0,-1-4 66 16,-3-6 32-16,0-4-185 0,-2-3 109 0,0-5 62 15,0-1 20-15,-6 0-219 0,-5-5 106 0,-4-14 5 16,0 0-4-16,0 1 16 0,-3-11 33 0,-2 3 0 16,4-1 101-16,-3 4-39 0,2 0 1 0,2 7-47 15,-1 3 97-15,2 2-33 16,3 6-26-16,-1 4 285 0,-1 1-143 0,6 0-42 16,-5 1-46-16,3 12 131 0,2 2-76 0,-1 7-30 15,0 0-60-15,1 6 17 0,2 0-1 0,-4 0 1 16,4 0-191-16,3 0 96 0,0-7 55 0,2 1 16 15,0-5-191-15,2-2 98 0,7-4 50 0,5-2-419 16,5-5 195-16,1-4 117 0</inkml:trace>
  <inkml:trace contextRef="#ctx0" brushRef="#br0" timeOffset="-162116.28">24325 14445 1136 0,'4'-2'0'0,"-1"2"0"0,-1 5 0 0,-2 16 0 0,0 1 0 0,-2 9 0 0,-7 3 0 0,-4 11 0 0,2 0 359 0,4 0-163 0,1-2-81 0,6-7 36 0,0 4-50 0,0-5-39 15,0-3 1-15,11-4 35 0,2-5-33 16,2-8 0-16,3-2-98 0,-1-6 29 16,3-2-1-16,-2-5 38 0,-2 0-172 0,-4-5 85 15,2-10 52-15,-7-3 13 0,-1-7-131 0,-4 1 67 16,-2-5-5-16,0 2 15 0,-8 0-12 0,-5-1 3 15,-4 2 5-15,-2 3 49 0,-1 4-17 0,-3 4-8 16,2 9 26-16,-5 0 4 0,6 4-17 0,-1 2-7 16,2 0-61-16,4 3 31 0,8 4 5 0,-1 8 28 15,8-2-279-15,0 5 131 16,1 3 64-16</inkml:trace>
  <inkml:trace contextRef="#ctx0" brushRef="#br0" timeOffset="-161631.41">25067 14920 995 0,'0'-15'0'0,"-5"-1"0"0,-1 6 0 0,1-3 0 16,-2-2 0-16,0 2 0 0,0 0 0 0,-5 0 0 0,3 1 0 0,-2 5 162 0,-1 3-56 0,-1 1-41 0,-4 3 1 0,-1 11 33 0,-3 8-33 16,1 8 0-16,0 7 81 0,0 5-61 0,7 1-27 15,1-1 143-15,5-5-84 0,3 3-43 0,2-2-12 16,2-5 26-16,0-4-28 0,7-9 0 0,9 0-28 16,-2-4-24-16,6-7 8 15,-2-4 16-15,3-2-117 0,3-2 58 0,-1-19 29 16,3-10 1-16,-5 0-236 0,3-13 125 0,-6-1 35 15,2-1 43-15,-5-5-286 0,-2-2 145 0,-4-3 44 16,3-10-5-16,-5 7 49 0,0-6 24 0,1 0 1 16,0 1-36-16,-3 7 22 0,1 2 9 0,-2 19 29 15,-4 7 31-15,0 11 0 0,0 4-31 16,0 8 292-16,0 6-142 0,0 13-75 16,0 18-38-16,0 10 304 0,-2 4-151 0,0 8-35 15,2 3 82-15,0 12-82 0,0-4-45 0,0 4-22 16,0 1 146-16,0-9-76 0,2 13-51 0,0-19-20 15,5 3-33-15,-4-6 12 0,6-4 0 0,-4-12-312 16,1-2 151-16,-3-6 81 0,1-6 39 0,2-8-560 16,-2-3 279-16,0-8 83 0,1-2-381 0</inkml:trace>
  <inkml:trace contextRef="#ctx0" brushRef="#br0" timeOffset="-161417.15">25299 14848 1024 0,'9'-14'0'0,"2"5"0"0,3 0 0 0,2 5 0 0,1-1 0 0,-1 4 0 0,5 1 251 0,4 0-113 16,-2 8-53-16,2 6 288 0,-4 3-170 16,0 4-85-16,-4 2-34 0,-4 6 39 0,-4-1-45 0,-3 1-22 15,-4 1-1-15,-2-2-110 16,-4 0 52-16,-14 0 14 0,-1-1-124 0,-6-5 73 16,-5 1 36-16,-2-5 0 0,-3-2-57 0,-1-4 37 15,-1-3 26-15,7-5-373 0,7-1 179 0,0-3 44 16,5 0 53-16,8-10-169 0,7-6 116 0,3-7 58 15,4-3 28-15,21-6-278 0</inkml:trace>
  <inkml:trace contextRef="#ctx0" brushRef="#br0" timeOffset="-160730.72">25761 14681 1375 0,'3'-5'0'0,"-3"5"0"0,0 0 0 0,-21 6 0 0,0 9 0 0,-4 4 0 0,-6 9 0 0,6 0 507 0,-4 7-241 0,4 3-116 0,8-6-59 15,3 4 109-15,3-1-83 0,6-1-34 0,5-2-48 16,0-2-2-16,12-3-1 0,8-3 1 0,8-6-178 16,6-2 97-16,11-5 36 0,0-9-243 15,4-2 144-15,2 0 72 0,1-4 36 16,1-9-391-16,-3-3 188 0,-2 0 64 0,-6-2 10 16,-9 1 50-16,-2-4 17 0,-5-2 7 0,-6-4 47 15,-5 2 0-15,-6-3-22 0,-5-1 29 0,-4 5 12 16,0-6-16-16,-7 5 0 0,-12 3 170 0,-1 4-98 15,-5 8-29-15,-3 4-37 0,-6 4 337 0,0 2-161 16,-1 0-48-16,4 14 79 0,0 4-86 0,8 5-35 16,2 2-29-16,6 0 26 0,4 2-24 0,9-1 1 15,2 2-3-15,0-5 10 16,2 5-32-16,12-7-1 0,4-1-55 0,3-5 27 16,1-1 1-16,-2-8 36 0,9-1-154 0,-3-5 73 15,-1 0 30-15,-1-5 19 0,0-13-239 0,-4-3 118 16,2-7 32-16,-4-9-73 0,-2-1 42 0,-7-7 44 15,2-4-15-15,-3-3-108 0,0-14 83 0,0 2 37 16,-3-4-92-16,6-2 65 0,-4-3 32 0,0 10-9 16,3-10-75-16,-2 26 58 0,-7 8 30 0,1 14 282 15,0 7-127-15,-2 5-72 16,0 7-23-16,0 6 354 0,0 1-170 0,0 25-99 16,0 6 129-16,0 6-97 0,0 15-4 0,-2 8-41 15,0 1 267-15,-1 6-152 0,-2 3-77 0,2 7-29 16,-3-2 196-16,4 0-121 0,-1 0-61 0,3-10-155 15,0-11 46-15,0-8 33 0,5 0-9 0,4-8-449 16,1-11 237-16,-2-10 117 0,-1-5-233 0,5-10 174 16,-1-3 18-16,2-10 63 0,-2-12-555 0,-2-8 293 15,-1-3 147-15,-2-8 64 16,-2-9-238-16,-3 3 160 0,1 0 80 0,0 2-27 16,-2 9 69-16,0-1 71 0,0 6 0 0,0 12 200 15,0-1-115-15,0 7-58 0,0 6 226 0,0 0-150 16,4 4-65-16,3 3-35 0,7 0 670 0,0 4-325 15,4 9-127-15,2 6-98 0,1-1 233 0,-2 6-162 16,-1 1-80-16,-1 2-200 0,-2-5 68 0,2 5 21 16,0-5 0-16,2-1-487 0,0-6 258 0,-3-4 130 15,3 0-234-15,0-2-241 16,-4-6 271-16,-4-3 122 0,1-3-85 0</inkml:trace>
  <inkml:trace contextRef="#ctx0" brushRef="#br0" timeOffset="-160572.12">26823 14532 917 0,'7'-14'0'0,"-3"5"0"0,-1 7 0 0,1 2 0 0,-3 4 0 0,-1 21 0 0,-10 10 0 0,-8 8 429 0,-7 19-198 15,-5 4-99-15,-5 17 347 0,1-11-214 0,-15 26-121 16,-2-4-55-16,-1 8 91 0,-12 18-73 0,1-2-38 16,8-11-345-16,-11 21 150 0,19-32 80 0,7 0 39 15,16-25-671-15,1-1 356 0,10-20 185 0</inkml:trace>
  <inkml:trace contextRef="#ctx0" brushRef="#br0" timeOffset="-160388.09">27060 15583 3097 0,'2'-4'0'0,"3"2"0"16,11 2 0-16,4 14 0 0,-13-3 0 0,-5 0 0 0,-2 1 1 0,-2-1 32 0,-11-8 0 0,-4-3-449 0,-3 0 232 0,-3 0 105 16,-1-16 55-16</inkml:trace>
  <inkml:trace contextRef="#ctx0" brushRef="#br0" timeOffset="-158264.87">9036 16733 738 0,'-6'0'0'0,"-1"0"0"0,4 0 0 0,1 0 0 0,2 0 0 0,0 0 0 0,0 0 0 0,0 0 186 0,0 0-77 0,7 3-38 0,6-1 193 15,1 0-115-15,5 2-50 0,-1-2 67 0,3-2 16 16,-1 2-75-16,3-2-37 0,0 0 41 0,-1 0-32 16,-2 0-7-16,3 0-39 15,-2 0-36-15,-2 0 36 0,-2 0 0 0,-6 0 8 16,1 0-108-16,-3 0 50 0,-2 0 25 0,-5 0-209 16,0 0 117-16,-1 1 35 0,-1-1-162 0,0 2 83 15,-1 2 58-15,-9 0-6 0,-2-1-47 0,-4 2 36 16,2-3 31-16,0 3 1 0,-1-4 52 0,2 1 0 15,5 1-30-15,-1-2-7 0,-1-1 122 0,5 0-57 16,1 2-29-16,1-2 283 0,1 3-146 16,0-3-48-16,2 1-43 0,0 2 205 0,0 3-110 15,0 5-36-15,0 5 60 0,0 5-55 16,0 3-41-16,2 4 0 0,0 3 20 0,1 3-26 16,-1 2 1-16,2 5-19 0,-3 6 28 0,1-1 0 15,-2 1-36-15,2-3-34 0,-2 4-50 0,3-10 51 16,-1 2 11-16,-2-1-174 0,0-6 98 0,0-5 30 15,0-7-135-15,0 0 73 0,-2-6 49 16,-3-7-13-16,0-2 10 0,1 0 9 0,1-4 17 16,-1 0-43-16,0-2 160 0,2 0-68 15,2 0-26-15,0 0 2 0,0 0 335 0,0 0-146 16,0 0-93-16,0 0 182 0,0 0-122 0,10 0-61 16,4 0 72-16,5-2-58 0,2 0-43 0,-1-3 105 15,1 4-171-15,2 0 0 0,-3-1 0 0,1-1 0 16,0 2 0-16,-3-1 0 0,1 0 0 0,-1 0-339 15,-4 1 178-15,0 1 89 0,-3-2 46 0,0-1-681 16,2 1 337-16,-5 1 169 0,3-1-454 0,1-3 316 16,-3-5 153-16</inkml:trace>
  <inkml:trace contextRef="#ctx0" brushRef="#br0" timeOffset="-158111.95">9645 17067 1646 0,'5'-9'0'0,"5"5"0"0,1-2 0 0,2-1 0 0,1-1 0 0,0 2 0 0,2-1 0 0,0-1 0 0,0 4 179 0,0-3-78 0,2 1-33 0,-4 1 64 15,2 1-49-15,-4 2-25 0,1 2-485 0,-1 0 226 16,-7 0 117-16</inkml:trace>
  <inkml:trace contextRef="#ctx0" brushRef="#br0" timeOffset="-157963.28">9670 17304 879 0,'-8'7'0'0,"7"2"0"0,1 1 0 0,0-5 0 0,0 1 0 0,0-2 502 0,9-1-235 15,8 0 220-15,5-3-227 0,-1 0-106 0,7 0-64 16,-2 0-70-16,-2-4 13 0,3-3 0 0,-6 0-1 16,3 1-571-16,-4 3 282 0</inkml:trace>
  <inkml:trace contextRef="#ctx0" brushRef="#br0" timeOffset="-155444.03">10654 16733 678 0,'0'0'0'0,"0"-6"0"0,0 4 0 0,0-1 0 0,2-1 0 0,-1-4 0 0,1 0 0 0,-2-1 139 0,2-2-45 0,0-2-35 16,0-2 17-16,0-1-21 0,-1 0-1 0,1-4-21 16,1 2-24-16,-1-1 24 0,-2 1 0 0,0-3-1 15,0 1-30-15,0 2-1 0,0 0 40 0,-2 0-49 16,-6 4 41-16,0-1 0 0,-1 2 0 0,-1 1 33 15,-1 4 9-15,0-2-61 16,0 4 51-16,0 0-3 0,-2 2-33 0,-1 2 9 16,2 2 44-16,-4 0-9 0,3 0-40 0,-2 7 0 15,2 7 25-15,2 1 1 0,-1 2-18 0,5 4 43 16,0 5-26-16,3 2 1 0,4 6-26 0,0 5 81 16,0-1-32-16,2 6-9 0,7 1-9 0,4 1 1 15,0 1-33-15,2 0 1 0,-1-5 34 0,4 6-8 16,-3-3-26-16,0-1-1 0,-1-2-24 15,-2 0 0-15,-3-6 33 0,0 2-59 0,-2-1 26 16,-2-1-1-16,-3-6 26 0,0 4-48 16,-2-11 30-16,0 5-31 0,-4-2-27 0,-3-8 25 15,-5 0 0-15,0 1 22 0,-3-6-65 0,-2 1 25 16,-3-3 20-16,4-1-14 0,-3-4-241 0,3-4 114 16,2 1 65-16,-3-3-337 0,7 0 199 0,3-4 98 15,5-13 50-15,2-8-344 0,2-2 188 0</inkml:trace>
  <inkml:trace contextRef="#ctx0" brushRef="#br0" timeOffset="-155157.28">10930 16617 1136 0,'4'-34'0'0,"-1"3"0"0,-1 5 0 0,-2-4 0 0,0 7 0 0,0 2 0 0,-5 2 0 0,-3 8 186 0,1 0-69 0,-1 5-46 0,-1 3 194 16,1 2-116-16,-5 1-58 0,2 0-29 0,-2 16 63 15,-2 7-50-15,2 5-21 16,-1 3 76-16,3 4-48 0,4 11-25 0,2-9 8 16,2 9 88-16,3-7-61 0,0-3-29 0,0 1 0 15,3 1 19-15,7-2-16 0,1-2-9 0,0-2 4 16,1-2-1-16,-1 1-27 0,-1 1 0 0,-3-3-41 16,1 3 17-16,-5-1 0 0,-1 0-63 0,0-1 44 15,-2 0 21-15,0-6 8 0,0 6-209 0,-6-5 102 16,-3-2 28-16,-1-4 34 0,-1 2-473 0,0-2 209 15,0-2 133-15,0-1-192 16,0 0 158-16,1 0 79 0</inkml:trace>
  <inkml:trace contextRef="#ctx0" brushRef="#br0" timeOffset="-154950.83">10596 17609 679 0,'0'0'0'0,"0"0"0"0,0 0 0 0,0 0 0 0,0 0 0 0,-2 3 497 0,0 9-232 0,2 9 262 16,0 2-247-16,0 3-124 0,0-2-53 16,0 11-39-16,2-3 66 0,3-2-48 15,1-3-25-15,0-4-138 0,1 2 53 0,1-5 31 16,-1-3-1-16,-2-4-380 0,2-4 205 0,-2-3 111 0,-1-2-515 16,-2-3 246-16,-1-1 159 0,1 0 18 15,-2-5 60-15</inkml:trace>
  <inkml:trace contextRef="#ctx0" brushRef="#br0" timeOffset="-154724.87">10516 17619 787 0,'-9'-18'0'0,"4"-2"0"0,5 9 0 0,0 0 0 0,0 1 0 0,1 1 317 15,10 4-134-15,7-1-79 0,6 2-36 0,3 2 223 16,1 2-129-16,2 0 3 0,2 8-58 16,-2 7-41-16,2 1-1 0,-5 6-32 0,0 0 39 15,-5 4-39-15,-2 3 8 0,-8 0-35 0,-6 4-1 16,-4-2 28-16,-2 3 39 15,-6-2-40-15,-8 2 9 0,-7-5-8 0,-4-2-36 0,0-2 0 16,-3-5 36-16,3-3-156 16,0-5 76-16,-5-3 34 0,9-2 8 0,-2-3-162 0,3-2 80 0,5-2 47 15,6 0-441-15,1 0 230 0,5-2 102 16,3-8 59-16,0 0 28 0,7-4-396 0</inkml:trace>
  <inkml:trace contextRef="#ctx0" brushRef="#br0" timeOffset="-154477.41">10877 17820 1233 0,'0'0'0'0,"0"0"0"0,0 0 0 0,0 0 0 0,2 0 0 0,3 0 0 0,5 0 124 0,5-4-45 0,2 3 126 16,3-2-91-16,1 1-40 0,0 2-20 0,-3 0-7 15,2 5-6-15,-3 6-8 0,-6 4-48 16,-2 2 24-16,-4 3 0 0,-3 5 24 0,-2-2 8 0,0 2 22 15,-7 0 0 1,-6-3-31-16,-4-1 1 0,4-5 4 0,-6 0 4 0,1-5-9 0,-1-3-64 16,0-1 30-16,4-5-10 0,-1-2 39 0,4 0-321 15,1 0 150-15,4-5 68 0,4-9-428 16,3-1 229-16,0-8 120 0,3 5-266 16,11-10 197-16</inkml:trace>
  <inkml:trace contextRef="#ctx0" brushRef="#br0" timeOffset="-154287.92">11185 17686 1354 0,'6'-1'0'0,"-5"1"0"0,-1 0 0 0,0 7 0 0,-3 9 0 0,-10 6 0 0,4 1 0 0,-3 3 267 0,3 3-121 16,4-1 125-16,-1 1-118 0,1 1-61 0,5-2-29 0,0-6 226 0,2 1-132 16,8-3-62-16,3 0-93 0,4-6 31 0,5-1-649 15,-3-5 652-15,4-2-3 0,0-2 0 16,-3-4-1-16,1 0 1 0,-2 0-527 0,-4-4 216 15,-1-8 142-15,0 3-527 0,-5-4 315 16</inkml:trace>
  <inkml:trace contextRef="#ctx0" brushRef="#br0" timeOffset="-154119.62">11304 17792 1403 0,'0'0'0'15,"0"0"0"-15,0 3 0 0,0 3 0 0,1 1 0 0,5 1 0 0,4 2 0 0,-1-1 408 0,2 3-188 0,1-3-94 0,-1 2-153 16,0 0 37-16,1-1-7 0,-2-1-454 16,1 0 240-16,1-4 118 0,-3 0 61 0,0-4-490 0,2-1 248 15,-2 0 121-15,0 0 60 0</inkml:trace>
  <inkml:trace contextRef="#ctx0" brushRef="#br0" timeOffset="-153947.66">11529 17616 843 0,'3'-15'0'0,"0"5"0"0,1 3 0 0,-2 1 0 0,-1 1 234 0,1 4-101 0,2 1-50 0,-1 0-17 16,-1 0 436-16,2 6-235 16,0 7-117-16,-3 8-59 0,-1 4-28 0,0 8 493 15,0 15-265-15,-14 11-129 0,-5 0 129 16,-3 3-130-16,-3 5 41 0,2-10-540 16,-8 18 233-16,4-7 69 0,2 0 35 0,2 0-352 0,0 0 192 0,4-13 106 15,3 4-400-15,0-7-338 0</inkml:trace>
  <inkml:trace contextRef="#ctx0" brushRef="#br0" timeOffset="-150445.85">11700 16898 823 0,'-14'0'0'16,"3"-4"0"-16,4 0 0 0,0-1 0 0,0-1 0 0,2-5 0 0,1-2 0 0,3-5 200 0,1 0-83 0,0-3-34 0,10-3-30 0,6 1 92 0,0 3-56 15,2 4-29-15,1 3 1 0,1 4 9 16,3 3-9-16,-1 5-28 0,5 1 16 15,-5 0-16-15,1 8 0 0,-4 8 8 0,3 7-30 16,-5-1 22-16,-3 3 0 0,0 1-34 0,-5 2 33 16,-2 3 9-16,-2 2-8 0,-3 1-46 0,-2 2 12 15,0-2 1-15,0 2 11 0,-12 0-44 0,-3 0 16 16,-2-5 1-16,-3 2-20 0,-3-5 23 0,-3-4-11 16,-1-3 35-16,1-6 34 0,0-3-1 0,4-7-41 15,1-3 84-15,2-2-36 16,8 0 2-16,0 0-34 0,3 0 276 0,4 0-129 15,2 0-67-15,2-2-33 0,0-2 117 0,6-1-79 16,11-1-36-16,6 0 9 0,0-1-23 0,4 3 1 16,-3 2-14-16,8 0-58 0,-3 0 25 0,-1 2 0 15,-4 0-85-15,-1 0 55 0,1 0 36 0,-1 0-9 16,-2 0-390-16,-1 0 157 0,-3 0 113 0,-1 0 0 16,2 0-419-16,-6 0 255 15,2-1 123-15,-3-5-336 0,-1-4 229 0,-1-1 115 0</inkml:trace>
  <inkml:trace contextRef="#ctx0" brushRef="#br0" timeOffset="-150200.33">12125 16813 991 0,'2'-15'0'0,"-2"8"0"0,3 2 0 0,4-4 0 0,3 4 0 16,3 0 234-16,0 0-104 0,6 4-49 15,4 1 120-15,1 0-85 0,2 4-41 0,2 11-13 16,-1 3 110-16,-1 3-70 0,-1 5-34 0,-7 1-11 15,-1 2 1-15,-6 2-17 0,-5-2-35 0,-4 2 0 16,-2-1 26-16,0-1 1 0,-6 0-22 0,-7-7 30 16,-6 5-8-16,1-7 0 0,-5-2-27 0,0-4 0 15,-1-4 27-15,4-3-17 0,-3-3-148 0,2-4 60 16,1 0 44-16,3 0-288 0,4 0 154 0,5-6 57 16,0-7 22-16,8-2-306 0,0-2 178 0,2-5 89 15,12 1-300-15</inkml:trace>
  <inkml:trace contextRef="#ctx0" brushRef="#br0" timeOffset="-149984.72">12626 16643 729 0,'0'-6'0'0,"-11"6"0"0,-1 0 0 0,-2 0 0 0,-2 8 0 0,-4 9 267 0,5 1-117 0,-2 4-59 0,2 7 350 15,4 1-204-15,-1 4-94 16,6 1 69-16,3 1 16 0,3 2-98 0,0-2-49 15,0-3 74-15,5 2-53 0,11-6-38 0,0-1-1 16,5-3-96-16,2-5 32 0,1-1 9 0,0-4 25 16,3-1 0-16,-3-5 0 0,-3-2-1 0,-1-3-327 15,1-2 162-15,-3-2 78 0,-2 0-868 0,-2 0 446 16,-3-6 222-16</inkml:trace>
  <inkml:trace contextRef="#ctx0" brushRef="#br0" timeOffset="-149815.18">12761 16768 773 0,'0'0'0'0,"2"0"0"0,-1 1 0 0,2 4 0 0,-1-4 0 0,2 5 495 0,1-1-231 15,2 0-108-15,3 2-65 0,3 1 239 0,0 1-148 16,3 0-75-16,-4 1-66 0,6 0 0 0,-2 1-9 16,3-1-343-16,-4-3 171 0,4 0 87 0,-2-1 43 15,1-5-529-15,0 1 272 0,-4-2 138 0</inkml:trace>
  <inkml:trace contextRef="#ctx0" brushRef="#br0" timeOffset="-149518.96">13143 16484 1040 0,'2'-12'0'0,"-1"6"0"0,-1 0 0 15,0 2 0-15,0 3 0 0,0-2 0 0,0 3 477 0,0 0-214 0,0 14-119 16,0 8 174-16,-3 7-142 0,-7 12-72 0,-1 3-36 15,-6 11 386-15,-2 13-216 0,-2 2-102 0,1 1-51 16,-3 8 167-16,-3 13-110 0,3-10 56 0,-5 23-198 16,4-5 0-16,-2-4 0 0,1-4 0 0,8-17 0 15,2-6 0-15,0 11 0 0,8-26 0 0,1-2 0 16,2-12 0-16,3-3 0 0,-1-9 0 0,0-5 0 16,0-6 0-16,0-6 0 15,-2-3 0-15,0-3-167 0,-1-3 131 0,-1 0-6 16,-3-2-1-16,1 0 30 0,-1 0-13 0,1 0-162 15,1 0 84-15,-1 0 30 0,1 0-361 0,3 0 201 16,0 0 101-16,3 0 42 0,-1 0-251 0,2 0 154 16,0 0 78-16</inkml:trace>
  <inkml:trace contextRef="#ctx0" brushRef="#br0" timeOffset="-149233.72">13364 16990 1926 0,'0'-6'0'0,"0"6"0"0,0 0 0 0,2 0 0 0,2 0 0 0,-1 0 0 0,3 0 281 0,0 0-124 0,0 0-53 15,1 0 413-15,0 4-242 0,1 0-121 0,0 1-60 16,-1-1 83-16,-2 0-63 0,1-1-45 0,-3-1 158 16,0-2-406-16,-1 2 185 0,0-2 0 0,-2 0-416 15,0 0 217-15,0 0 113 0,0 0-738 0,0 0 366 16,0 0 223-16</inkml:trace>
  <inkml:trace contextRef="#ctx0" brushRef="#br0" timeOffset="-148174.68">13869 17082 766 0,'-13'0'0'0,"4"0"0"0,3 2 0 0,0-1 0 0,1-1 0 0,1 2 0 15,2-2 0-15,-1 0 0 0,3 0 214 0,0 0-90 0,0 3-46 0,0-3 135 0,0 1-81 0,7 1-54 16,6 2-23-16,6-1 175 0,6-1-99 0,1 1-49 16,8-2 184-16,7-1-121 15,2 0-57-15,6 0-27 0,5-1 63 0,10-7-46 16,-7-4-15-16,14-1-7 0,0 0 57 0,6 1-40 15,0-2 0-15,2 4-40 0,0 2-25 0,-2 2 25 16,-2 2 0-16,-3 1-93 0,-3 2 46 0,0 1 23 16,-10 0 9-16,3 0-129 0,-8 0 70 0,-1 7 6 15,-6-3-118-15,-7 0 62 0,-1 0 44 0,-5-1-2 16,-4-1-27-16,-8 0 9 0,-2-2 23 16,-4 0-58-16,-5 0 27 0,-6 0 7 0,-1 0 35 15,-2 0-129-15,-2 0 64 0,0 0 33 16,-11 0-319-16,-5 0 180 0,-4 0 86 0,-6 0 42 15,-1 0-393-15</inkml:trace>
  <inkml:trace contextRef="#ctx0" brushRef="#br0" timeOffset="-147801.03">14481 17347 1424 0,'-14'0'0'0,"10"0"0"0,4 0 0 0,0 0 0 0,8 0 0 0,4 0 0 0,7 0 0 0,2 0 306 0,3 0-137 16,1 0-59-16,5 0-43 0,0 1 57 0,0 5-45 15,0 3-23-15,-2 2-58 0,-5 5 43 0,3 2-8 16,-7 1 0-16,-6 2-167 0,-4 3 84 16,-5 2 41-16,-4 3-190 0,0-1 111 0,-9 3 23 15,-10-4 42-15,-4 3-101 0,-7-3 51 0,2-5-7 16,-1-3 26-16,-4-6 171 0,4-4-72 15,0-1-45-15,7-4 170 0,-1-3-84 0,2-1-50 16,4 0 2-16,8 0 422 0,1 0-201 0,4 0-105 16,3 0 212-16,1 0-166 0,3 0-84 0,18-3-42 15,7-3 9-15,4 0-17 0,9-2-8 0,0 0-26 16,1-2-77-16,1 1 39 0,1 1 0 0,-5 3-274 16,0-1 153-16,0-1 80 0,-6 5 40 15,-3 0-243-15,-10 0 78 0,3 2 86 16,-8 0-561-16,-3 0 306 0,-3 0 155 0,-4 0 76 15,-3 0-465-15</inkml:trace>
  <inkml:trace contextRef="#ctx0" brushRef="#br0" timeOffset="-147543.72">13998 16436 1603 0,'-16'-17'0'0,"11"11"0"0,5 6 0 0,0 0 0 0,0 6 0 0,0 6 0 0,0 8 0 0,0 2 0 0,0 1 185 0,0 1-76 16,3 3-38-16,1 5 85 0,1-1-61 0,1 3-23 16,-2 1-78-16,0-2 39 0,0-4 0 15,-1 2-1-15,1-2-218 0,0-7 118 16,-1 0 46-16,-1-2 27 0,2-5-433 0,0-3 221 15,0-3 67-15,-2-5-424 0</inkml:trace>
  <inkml:trace contextRef="#ctx0" brushRef="#br0" timeOffset="-147394.83">14080 16637 1391 0,'9'-2'0'0,"4"0"0"0,0-1 0 0,1 2 0 0,-1-1 0 0,2 0 0 0,-2 1 0 0,2-1 306 0,0 0-136 0,2 2-69 0,1 0-34 15,0 0-47-15,0 0-9 0,1 0 22 0,2 0 0 16,-3 0-389-16,1 0 195 0,1 0 105 0,-4 0-564 16</inkml:trace>
  <inkml:trace contextRef="#ctx0" brushRef="#br0" timeOffset="-147184.37">14371 16464 855 0,'-3'-9'0'0,"0"3"0"0,3 1 0 0,0-1 0 0,3 1 0 0,6 3 0 0,7 1 324 15,3 1-138-15,8 0-80 0,-5 3 182 0,4 9-127 16,-3 3-65-16,-2 2-31 0,-5 0 42 0,5 6-41 16,-10 0 0-16,-1-1-33 0,-8 4-31 0,-2 1 31 15,0-5 8-15,-10 6-88 0,-7-3 40 0,-5-2 0 16,-3-1 40-16,-3-3-197 0,0-1 107 0,0-4 28 16,4-4-319-16,3-4 146 0,1-1 94 15,2-5 7-15,7 0-225 0,1 0 151 16,8-6 71-16,2-15 36 0,2-3-114 0</inkml:trace>
  <inkml:trace contextRef="#ctx0" brushRef="#br0" timeOffset="-147008.84">14677 16340 1398 0,'6'-2'0'0,"-2"2"0"0,-1 0 0 0,-3 16 0 0,0 7 0 0,-11 7 0 0,-2 3 0 0,-2 6 0 0,3 1 0 0,3-7 454 0,0 6-215 0,3-3-103 16,5-1 155-16,1-6-128 0,0-2-66 0,5-7-23 15,11 3-69-15,2-7 1 0,2-2 27 0,4-4 0 16,1-4-148-16,0-2 83 0,5-4 28 0,-4 0-464 16,-2 0 241-16,0-4 128 0,-4-5 65 0</inkml:trace>
  <inkml:trace contextRef="#ctx0" brushRef="#br0" timeOffset="-146857.25">14831 16537 1208 0,'-10'-5'0'0,"5"3"0"0,3-1 0 0,0 3 0 0,2 0 0 0,0 0 0 0,2-1 0 0,9 1 0 0,8 0 400 0,0 0-184 16,1 0-92-16,3 0-45 0,0 0-44 0,2 0 6 15,2 0-8-15,-4 0-210 0,1 0 105 0,-3 0 52 16,-1 0 26-16</inkml:trace>
  <inkml:trace contextRef="#ctx0" brushRef="#br0" timeOffset="-146701.65">15138 16405 1209 0,'-3'-3'0'0,"1"2"0"0,2-2 0 0,0 2 0 0,0 1 0 0,0 0 0 0,2 0 0 0,10 5 435 0,2 3-202 0,2-1-100 0,0 1-50 16,3 5 38-16,1-2-36 0,-2 0-31 0,1 1-422 16,-1-1 200-16,3-1 101 15,-2-2 58-15,1 2-287 0</inkml:trace>
  <inkml:trace contextRef="#ctx0" brushRef="#br0" timeOffset="-146542.91">15567 16306 657 0,'0'-13'0'0,"0"7"0"0,0 5 0 0,0-1 0 0,0-1 0 0,-2 3 0 0,-5 6 551 0,-6 17-260 0,-6 7-128 0,-6 5-66 15,-3 12 369-15,-8 14-221 0,1 3-106 0,-2 4-23 16,-3 3-41-16,2-1-22 0,1-2 9 0,3-2-495 15,2-2 232-15,4-6 118 0,1 0-356 0</inkml:trace>
  <inkml:trace contextRef="#ctx0" brushRef="#br0" timeOffset="-145732.03">16249 17137 789 0,'-10'-17'0'0,"5"3"0"0,-1 1 0 0,-1-2 0 0,-1-4 0 0,1 3 0 0,-1-4 0 0,-1 2 0 0,1 3 136 0,1-1-53 0,0 5-24 16,1 6 40-16,-1-1-26 0,-1 5-7 0,-2 1-33 15,1 0-36-15,-3 12 36 0,2 11 0 0,-1 11 8 16,-5 9 17-16,3 6 0 16,1 4-26-16,2 1 171 0,2-3-85 0,6-10-34 15,2-1-30-15,0-6 117 0,0-14-69 0,8-2-35 16,4-5-12-16,6-7 7 0,0-6-29 0,7-1 0 15,-1-18-80-15,5-15 40 0,-3-6 0 0,-1-6 48 16,0-16-283-16,-4 2 138 0,0-2 38 0,-5-5-130 16,0 10 62-16,-2-18 65 0,-3 5-25 0,-6 1-123 15,-3-5 92-15,-2 1 46 0,0-2 4 0,0 3 8 16,0 17 34-16,-6 4 0 16,-2 19 56-16,1 13-29 0,0 8-7 0,-3 3-20 15,0 8 279-15,-1 19-139 0,1 21-44 0,-1 10 121 16,6 8-61-16,0 17-60 0,5 0 23 0,0 2 264 15,0 2-159-15,5 0-79 0,4 0 187 0,3-2-141 16,-1-4-63-16,3-2-31 0,0-3-123 0,2-15 45 16,0-1 32-16,3-6-8 0,-2-17-457 0,-4-6 240 15,2-4 120-15,-3-9-304 0,-1-7 147 0,0-3 120 16,-1-16-42-16</inkml:trace>
  <inkml:trace contextRef="#ctx0" brushRef="#br0" timeOffset="-145525.8">16455 16906 981 0,'4'-21'0'0,"6"2"0"0,-3 8 0 0,2 1 0 0,5 6 0 0,-3 4 111 0,3 0-39 0,0 4 0 16,4 11 249-16,2 5-149 0,-3 4-69 0,-2 2-35 15,0 5 156-15,-6 5-96 0,-2 2-39 0,-3 7-21 16,-4-5-36-16,0 2 1 0,-4 0 0 0,-8-3-107 16,-4-7 61-16,-4 2 19 15,-3-6-56-15,-3-2 41 0,1-4 21 0,-1-6 0 16,4-7-250-16,-3-2 126 0,3-2 16 0,2-5 50 15,4 0-326-15,5-6 170 0,6-11 77 0,5-6 50 16,0-2-251-16,3-6 146 0</inkml:trace>
  <inkml:trace contextRef="#ctx0" brushRef="#br0" timeOffset="-144851.65">16754 16855 1712 0,'8'-8'0'0,"-7"6"0"0,-1 2 0 0,0 4 0 0,-7 12 0 0,-7 4 0 0,-2 6 0 0,0 3 0 0,-2 10 237 15,4-2-102-15,4-2-43 0,-1 11 108 0,5-5-84 16,6-5-41-16,0 1-22 0,2-1 176 0,13-4-90 16,8-3-57-16,3-7-83 0,4-1 0 0,4-7 34 15,7-3 0-15,-4-8-237 0,11-3 114 0,-6 0 62 16,-2-10-266-16,-8-4 138 16,3-6 86-16,-6-4-13 0,-3-4-105 0,-4 0 40 15,-7-3 58-15,-2-2 28 0,-6 0-41 0,-2-5 27 16,-3 2 8-16,-2-1 36 0,0-1 63 0,-8 2-32 15,-5 3 1-15,-4 4 26 0,0 4-24 0,0 12-1 16,-3 2-34-16,-1 7 246 0,-6 4-117 0,6 0-29 16,-2 19 97-16,0 5-50 0,1 5-50 0,5 4 12 15,2 1 100-15,6-1-63 0,3 4-45 0,4-2 26 16,2-2-30-16,0-6-1 16,10-1-30-16,4-6-49 0,7 1 21 0,0-9-1 15,0-4 29-15,0-6-175 0,6-2 88 0,-6 0 47 16,2-6-226-16,-2-9 104 0,-1-4 65 0,-6-4 5 15,2 0-58-15,-5-5 14 0,-2-4 42 0,1-4-87 16,-3-6 57-16,-2 1 29 0,-1-4 1 0,0-6-41 16,0-14 39-16,0 5-1 0,0-11-5 0,-1-5-1 15,3-2 37-15,-1 0-8 0,1 6-26 0,-2 22 0 16,-2 10 34-16,-2 14 0 0,0 9 105 16,0 3-61-16,0 8-18 0,-2 6 171 15,-8 20 138-15,-1 20-132 0,2 4-89 0,-1 13 331 16,3 15-194-16,3 1-93 0,2 4 256 0,2 3-174 15,0 1-79-15,0-4-52 0,0-8 42 0,6-2-43 16,3-18-21-16,6 6 0 0,0-13-283 0,4-2 127 16,0-11 68-16,-1-4-226 0,0-10 146 0,-2-3 74 15,2-11 44-15,-4-1-681 0,0-1 298 0,-1-19 173 16,-6-2-230-16,-1-6 202 0,-2-4 93 16,-2-4 57-16,0-9-109 0,-2 5 80 15,0 7 40-15,0-4 0 0,0 9 131 0,0-7-41 16,0 15-25-16,0 0 164 0,0 7-94 0,0 2-48 15,0 6-31-15,0 3 484 0,0-1-175 0,5 3-147 16,6 0 347-16,3 5-230 0,0 8-106 0,3 0-66 16,2 4 45-16,-2 2-51 0,0 0-25 0,2-1-1 15,-4-1-359-15,5 1 163 0,-3-4 85 0,2-1-249 16,0-1 167-16,-2-5 84 16</inkml:trace>
  <inkml:trace contextRef="#ctx0" brushRef="#br0" timeOffset="-144598.89">17754 16607 1454 0,'0'-11'0'0,"0"3"0"0,0 4 0 0,0 0 0 0,0 0 0 0,0 3 0 0,0-1 0 0,0 2 0 0,0 0 438 0,0 0-202 0,0 0-94 0,0 0 38 16,3 0-73-16,-1 0-38 0,2 10 1 0,-2 3 136 15,-1 3-79-15,-1 9-51 0,0 5 186 0,-5 10-115 16,-14 14-57-16,-4 5-29 0,-4 11 175 0,-8 19-42 16,-2 8-194-16,-10 28 0 0,-2 1 0 0,8-10 0 15,-12 32 0-15,12-16-561 0,5-11 313 0,12-25 141 16,1-1-465-16,6-21 220 0,2 3 167 16</inkml:trace>
  <inkml:trace contextRef="#ctx0" brushRef="#br0" timeOffset="-144282.75">18018 16979 2741 0,'-2'-14'0'0,"2"12"0"0,0 2 0 0,7 0 0 0,7-2 0 0,-1 1 0 0,2-4 0 0,0 2 0 0,4 2 0 0,3-5 315 0,1 1-133 0,7-3-79 0,0 0-42 16,0 1-29-16,-2 1 1 0,-1 0 0 0,-5 2-468 15,4 1 229-15,-3 1 120 0,-1 0-304 0,-2 2 212 16,-6 0 105-16</inkml:trace>
  <inkml:trace contextRef="#ctx0" brushRef="#br0" timeOffset="-144118.18">18073 17258 2389 0,'-20'0'0'0,"15"3"0"0,5 2 0 0,0-1 0 0,0 1 0 0,4 1 0 0,9-2 0 0,5 1 0 0,5-2 388 0,4 0-178 16,6-3 258-16,1 2-221 0,2-2-108 0,-1 0-53 16,-1 0-463-16,-4 0 205 0,-4 0 110 0,4 0 44 15,-3-2-426-15,-2-1 238 0</inkml:trace>
  <inkml:trace contextRef="#ctx0" brushRef="#br0" timeOffset="-140680.59">19291 16591 618 0,'0'-1'0'0,"0"-1"0"0,0 0 0 0,-2 2 0 0,2-2 0 0,0 2 0 0,0-1 0 0,0-2 54 0,0 2 0 0,0-2-21 0,0 2 30 15,0-1-9-15,0-2-21 0,0 0-40 0,0-1 1 16,0-1 39-16,0-1 8 0,0-3-37 0,0 0 29 16,0 2 0-16,2-2 0 0,0 0-24 0,-2 1-3 15,0-1 24-15,0 2-28 0,0 0-1 0,0 0 7 16,0 1 14-16,0 2 26 0,0-1-6 0,-6-1-20 15,3 5 45-15,-1-3-19 0,0 3 0 0,1-1-9 16,-1 1 30-16,1 0-36 0,0 0-2 0,1 0 7 16,-2 2-9-16,2 0 13 15,2-1-10-15,-1 1 1 0,1 0-18 0,-2 0 18 16,2 0 0-16,0 0-22 0,-2 0 22 0,-2 0-3 16,3 0-26-16,-5 1-5 0,2 5 30 0,0 1 2 15,-2 2 21-15,3 3-2 0,-3 1-23 0,1 4-2 16,1 2 42-16,1 1 8 0,-4 9-45 0,5-2 2 15,-1 4 97-15,1 3-48 0,0 0-24 0,0 1 73 16,2-1-52-16,0 2-23 0,0-1 0 16,0 0 7-16,0-2-1 0,0 1-20 0,0 2 11 15,0-2-19-15,2 3 0 0,3 1 0 16,-1-1-17-16,3 1 25 0,-2-1-9 0,2 3-13 16,-1-3 13-16,-1 1 1 0,2-2 0 0,-2-1 17 15,1-1-18-15,-3-2 1 0,-1 0-27 0,0-2-4 16,-2 0 29-16,0-5 3 0,0 4-64 0,0-1 27 15,-9-2-3-15,-3-1 31 0,1-4-117 0,-4 1 52 16,2-5 21-16,-4-2 0 0,2-2-44 0,-2-3 33 16,0-2 0-16,0-5-62 0,2 1 30 15,1-4 24-15,0 0-10 0,5 0 29 16,-1 0-20-16,2 0 16 0,1 0 34 0,4 0-34 16,-3 0-3-16,2 0 2 0,3-2 22 0,-2-3-19 15,1-1 10-15,0-3-44 0,2 0 42 0,0 2-5 16,-2-2 3-16,2 2-14 0,-1-3 8 0,-1 2 2 15,-2 1 50-15,0-2-25 0,1 3-3 0,-1 3-20 16,1-3 68-16,-2 0-30 0,-1 2 5 0,5 1-36 16,-3-2-18-16,2 2 22 0,0-1 12 15,2 3-47-15,-1-2 11 0,-1 1 26 16,2 0 8-16,0 2-133 0,0 0 53 0,0 0 31 16,0 0-129-16,0 0 73 0,0 0 15 0,0 0 30 15,0-2-179-15,0 1 101 0,0-6 50 0,2-3 26 16,3 2-332-16,2 0 183 0,3-3 87 0</inkml:trace>
  <inkml:trace contextRef="#ctx0" brushRef="#br0" timeOffset="-138319.45">19549 17490 593 0,'-2'-5'0'0,"2"4"0"0,-2-1 0 0,0 0 0 0,-2 2 0 0,2 0 0 0,-2 0 103 16,1 0-36-16,-1 0 9 0,0 11 42 0,3 4-42 16,-3 2-22-16,2 4 0 0,2 5 58 0,-2-3-31 15,2 6-9-15,0 0 64 0,0-3-51 0,0 1-26 16,2-1 0-16,5-7 18 0,4 1-8 0,3-2-37 16,1-6-18-16,0-3 19 0,2-2 0 0,2-7 8 15,-3 0-55-15,5 0 24 0,0-14-1 0,-3-8 24 16,0-4-101-16,-4-3 53 0,2-3 19 0,-7 1-131 15,-2-1 58-15,-2 1 41 0,-4 5-16 16,-1 1 7-16,0 1 0 0,-4 4 2 0,-7 5 71 16,-4 1-21-16,-4 7-17 0,-2 3-21 15,-2 4 119-15,0 0-46 0,-2 4-27 0,1 7-2 16,5 1-58-16,0 1 15 0,5-3 27 0,4-3-207 16,2 2 98-16,5-3 46 0,-1-4 25 0,4-1-345 15,0-1 172-15,0 0 87 0,2-1-92 0</inkml:trace>
  <inkml:trace contextRef="#ctx0" brushRef="#br0" timeOffset="-138055.62">19686 16209 1102 0,'0'-7'0'0,"0"6"0"0,0-1 0 0,0 0 0 0,0 2 0 0,-2 0 0 0,2 0 0 0,0 0 375 0,0 10-175 15,0 5-84-15,0 1 170 0,2 8-126 0,-1 0-64 16,1 0 26-16,0 7-48 0,0 0-1 0,-2-1-40 16,0 1-113-16,0 4 56 0,0 1 37 0,0 1-8 15,-6 5-131-15,3-1 80 0,-1-2 39 0,0 2 0 16,3-5-491-16,-1 4 186 0,2-5 149 0</inkml:trace>
  <inkml:trace contextRef="#ctx0" brushRef="#br0" timeOffset="-136665.39">20386 17087 415 0,'0'-7'0'0,"-1"1"0"0,-1 2 0 0,0-1 0 0,0-2 122 0,0-1-37 16,-1-4-30-16,0 4 0 0,-1-2 43 0,1 2-33 15,-1-2 0-15,0 2 42 0,1 0-41 0,-1 1 0 16,-1-2-21-16,-2 7-13 0,4-3 1 0,-3 2 8 16,-1 1 17-16,0 2 1 0,-4 0-27 0,1 3 1 15,-6 15 19-15,3 2-11 0,-4 6-8 0,-1 11 0 16,0 1 87-16,2 6-44 0,2-1-21 0,7-8 109 15,2 4-69-15,3-4-32 16,2-6 28-16,0-7-30 0,2 0 1 0,7-4-21 16,6-7-53-16,0-4 23 0,2-4 0 0,-1-3 21 15,4 0-43-15,1-5 30 0,2-17-8 0,0-11 22 16,0-3-170-16,-3-8 59 0,-1-5 51 0,-2-5-286 16,-2-13 154-16,-4 7 43 0,-3-2 49 0,-2 1-96 15,-3-7 65-15,-1 7 25 0,-2-21 31 0,0 3 9 16,0-1 1-16,0 5-1 0,0 6 56 0,0 19-36 15,0 11 9-15,-2 13 81 0,-3 7-55 16,-1 4-27-16,-4 13 0 0,3 2 301 16,-2 23-121-16,-3 16-85 0,3 8 152 0,0 17-91 15,3-4-51-15,0 20-38 0,6-2 149 0,0-1-89 16,0-2-45-16,0-2-22 0,0-12 55 0,6 13-42 16,3-12-1-16,2-12-94 0,1 4 30 0,1-8 0 15,1-10 38-15,0-4-371 0,2-5 182 0,-4-10 90 16,-1-1-556-16,3-9 296 0,-5-1 110 0,2-6 91 15,1 0-375-15,-3-17 229 0</inkml:trace>
  <inkml:trace contextRef="#ctx0" brushRef="#br0" timeOffset="-136456.83">20571 16802 1059 0,'0'-19'0'0,"1"8"0"0,3 1 0 0,1 3 0 0,5 3 0 0,1 2 0 0,2 2 336 0,6 5-155 16,2 9-75-16,-1 5 94 0,3 5-2 0,-2 6-83 0,-1 4-33 0,3 8-10 15,-4-5-1-15,-4 4-38 0,-4-1-114 16,-3-5 56-16,-3 3 38 0,-3 1-9 16,-2-3-121-16,0 0 75 0,-11-4 38 0,-8 0-1 15,-2-6-97-15,-3-2 59 0,-4-3-17 0,-2-6-157 16,2-3 79-16,-1-5 58 0,8-5-8 0,0-2-57 16,3-2 56-16,7-16 28 0,11-5-242 0,0-7 136 15</inkml:trace>
  <inkml:trace contextRef="#ctx0" brushRef="#br0" timeOffset="-136291.22">21004 16669 1461 0,'2'-10'0'0,"-2"8"0"0,-5 2 0 0,-18 0 0 0,3 15 0 0,-3 10 0 0,-5 7 0 0,7 1 585 0,-6 14-280 16,9-1-136-16,1 0 369 0,10 0-253 0,5-7-117 15,2 8-73-15,2-8 55 0,14-1-59 0,9-4-29 16,5-3-193-16,2-4 90 0,13-3 33 0,0-5-1 15,2-3-748-15,1-7 394 0</inkml:trace>
  <inkml:trace contextRef="#ctx0" brushRef="#br0" timeOffset="-135447.83">21877 16715 854 0,'0'-2'0'0,"0"-7"0"0,0 2 0 0,0 1 0 0,0-1 0 0,0-5 0 0,0-4 0 0,0-5 0 0,0-2 0 0,0 1 0 0,0-5 79 0,0 1-23 0,0 3 18 0,0-7-42 15,0 4 1-15,0 1 0 0,-7 3-21 0,0 1 0 16,-2 0 29-16,-5 6-9 0,1-1 40 0,-4 5-1 15,1 2-38-15,-5 3 0 0,0 4 47 16,1 2-9-16,-1 0-38 0,-2 12 97 16,3 4-48-16,2 7-25 0,1 3 97 0,4 6-64 15,1 7-29-15,3 1 0 0,6 3 85 0,3 4-57 16,0 2-20-16,0 4-8 0,2-2 76 0,9 6-52 16,2 7-26-16,3-6 31 0,-4-5-20 0,6 15-9 15,-4-4-28-15,2-1 51 0,-3 3-25 0,-3-2-1 16,1-8-27-16,-4 2 2 0,-2-3 0 15,-3-4 0-15,0-7-36 0,-2-5 0 0,0-3 44 16,-2-3-8-16,-9-4-108 0,-3-5 54 16,0-9 14-16,-3 0 7 0,-2-5-286 0,-2-3 145 15,0-3 50-15,1-1-136 0,-1-3 79 0,0 0 54 16,1 0-254-16,1-4 157 0,0-8 80 0,6 2 39 16,3-3-301-16,1 2 162 0,6-4 93 0,3 5 42 15,0-4-245-15,0 3 144 0</inkml:trace>
  <inkml:trace contextRef="#ctx0" brushRef="#br0" timeOffset="-135155.9">21990 17463 1026 0,'2'2'0'16,"-2"9"0"-16,0 4 0 0,0 0 0 0,-3 2 0 0,-10 4 0 0,1 1 0 0,5 3 363 0,1-4-158 0,3 7-90 0,3-7-41 0,0 1 158 0,1-1-99 15,8-2-51-15,9-5-16 16,4-2-9-16,2-5-24 0,1-5 0 0,3-2-79 16,-1 0 40-16,-6-2 7 0,8-13-55 0,-7-6 43 15,-2-3 22-15,-6-2-1 0,-3 1-160 0,-6 2 47 16,-3-6 55-16,-2 3 29 0,0 3-94 0,-9-2 50 16,-7 3-3-16,0 3 37 0,-7-3 3 0,0 7-11 15,0-1 8-15,2 8 31 0,-1 1-1 0,0 2-26 16,1 3-22-16,2 2 14 0,2 0 12 15,4 0 19-15,8 2-209 0,-3 3 81 0,6 1 53 16,2 0 14-16</inkml:trace>
  <inkml:trace contextRef="#ctx0" brushRef="#br0" timeOffset="-134537.95">22068 16176 785 0,'0'0'0'0,"0"0"0"0,0 0 0 0,0 0 0 0,0 0 0 0,0 0 0 0,0 0 0 0,0 0 0 0,0 0 0 0,0 0 216 0,0 10-95 0,0 5-45 16,0 6 153-16,0 2-98 0,0 6-49 0,0 1-16 16,0 4 101-16,0 0-67 0,0 1-34 0,0 3 6 15,0 0 0-15,0-1-31 0,0 1-8 0,0-2-33 16,0-5-1-16,0-5 34 0,0-3 0 0,0 0-139 16,0-5 65-16,0 0 37 0,0-10-176 15,0 2 101-15,0-5 14 0,0-2 39 0,0-1-228 0,0-2 117 16,0 0 27-16,0 0 39 15,0 0-159-15,0-7 90 0,0-6 58 0,3 1-115 16</inkml:trace>
  <inkml:trace contextRef="#ctx0" brushRef="#br0" timeOffset="-134243.68">22185 16413 1011 0,'-3'0'0'0,"-1"0"0"0,2 0 0 0,-1 0 0 0,3 0 0 0,-2 0 0 0,2 0 130 0,0 0-53 0,0 4-22 16,7-2 278-16,7 2-150 0,0-3-75 0,4-1-29 16,0 1 151-16,1-1-99 0,1 0-49 0,1 0 6 15,0 0-28-15,-3 0 9 0,1 0-37 0,-1 0-78 16,-4-1 40-16,-3 0-1 15,-1 0-35-15,-1-2 46 0,-3 1-8 0,-3 0 36 16,-1 2-142-16,0 0 70 0,-2 0-2 0,0-2-23 16,0 0-123-16,0-2 64 0,0 2 53 0,-5 1-6 15,-1-1-314-15,3 2 183 0,-3 0 87 0</inkml:trace>
  <inkml:trace contextRef="#ctx0" brushRef="#br0" timeOffset="-133546.62">22751 16186 1105 0,'-1'-16'0'0,"1"15"0"0,0 0 0 0,0 1 0 0,0 0 0 0,3 0 0 0,4 0 141 0,1 5-58 0,2 2-26 15,3 7 146-15,-3-1-85 16,4-1-43-16,-3 3 3 0,-2 3-45 0,1 3 0 16,-4-1 0-16,-3 1-59 0,-1 5 29 0,-2-5 9 15,0 8-76-15,-13-6 49 0,-4 4 24 0,-1-3-1 16,-5-2-98-16,-2 1 63 0,1-5-8 0,-3 2 24 16,4-5-126-16,0-2 65 0,4-4 15 0,1-2-32 15,2-1-35-15,7-4 49 0,4-2 16 16,3 0-75-16,2 0 51 0,2-8 17 15,19-10-208-15,9-5 121 0</inkml:trace>
  <inkml:trace contextRef="#ctx0" brushRef="#br0" timeOffset="-133369.68">23109 16134 1460 0,'2'-15'0'0,"-2"4"0"0,0 4 0 0,-3 1 0 0,-10 4 0 0,-4-1 0 0,-2 3 0 0,-5 3 0 0,3 11 507 0,-1 7-237 0,-1 7-111 0,-1 6 248 15,4 3-187-15,6 1-93 0,3 3-48 0,4-6 82 16,6 4-56-16,1 0-40 0,0-3-1 0,10-1-1 16,10 2-30-16,6-6 0 0,2-6-446 0,10 1 219 15,-1-6 114-15,1-1 56 0,2-4-942 0</inkml:trace>
  <inkml:trace contextRef="#ctx0" brushRef="#br0" timeOffset="-131129.41">23153 16926 768 0,'-3'-6'0'0,"1"5"0"0,2-1 0 0,0 0 0 0,0 0 0 0,0 2 0 0,0 0 0 0,0 0 101 0,3 0-34 0,8 0 1 16,3 0 119-16,1 4-69 0,2 3-47 0,-1 2 1 16,3 1 38-16,-2 1-39 0,2 3 0 0,-3-1 7 15,0 0-45-15,-3 2 0 0,-3-1 0 0,-3 1-8 16,-2 3 8-16,-3-2 8 0,-2 3 7 0,0 0-15 16,-3 2 0-16,-10-1 0 0,-6 1 28 0,-2-2 8 15,-1-1-36-15,-5-3 0 16,3-2-31-16,-1-1 30 0,4-6 1 0,-1 1-107 15,1-3 48-15,5 0 28 0,4-4-7 0,1 0-266 16,6 0 131-16,0 0 58 0,3 0-138 0,2 0 103 16,2 0 24-16,12-2 35 0,9-8-357 0,0-5 184 15</inkml:trace>
  <inkml:trace contextRef="#ctx0" brushRef="#br0" timeOffset="-130911.4">23583 16840 1147 0,'0'-17'0'0,"-1"7"0"0,-11 4 0 0,-3 5 0 0,-4-1 0 0,1 2 0 0,-1 0 0 0,-1 0 174 0,0 16-70 16,1 8-36-16,3 2 189 0,0 3-113 0,4 7-47 15,0 8 57-15,6-3-60 0,4 2-31 0,2-9 0 16,0 6 95-16,4-7-54 0,10-1-39 0,0-5-1 16,6-7-62-16,0-3 0 0,-1-6 39 0,2-2-182 15,1-5 87-15,-3-2 43 16,2-2 22-16,-5 0-409 0,0 0 207 0,-2-4 56 15,-2-5-181-15,-3 0 119 0,0-3 83 0,-3-1 40 16</inkml:trace>
  <inkml:trace contextRef="#ctx0" brushRef="#br0" timeOffset="-130745.84">23664 16885 1548 0,'1'1'0'0,"1"1"0"0,3 6 0 0,-2-3 0 0,3 0 0 0,-1 4 0 0,4 0 0 0,2 0 243 0,-1 3-105 0,4 1 84 0,-1-2-95 16,0 1-39-16,2 1-31 0,-2 1-327 0,1-4 151 16,0 1 77-16,0-2 37 0,-1 0-226 0,-3-2 125 15,4-2 68-15,-5-1 36 0</inkml:trace>
  <inkml:trace contextRef="#ctx0" brushRef="#br0" timeOffset="-130568.33">23987 16793 961 0,'4'-19'0'0,"-2"7"0"0,-1 5 0 0,1 3 0 0,0 2 0 0,-2 1 0 0,0 1 0 0,0 1 256 0,0 24-111 16,-4 7-57-16,-10 7 371 0,-4 10-206 0,-8 17-113 15,0-1 206-15,-3 5-156 0,2 3-78 0,-6 2-40 16,6 2 2-16,-1-2-41 0,-1-3-1 0,3-2 1 16,3-5-133-16,2-5 66 0,5-10 42 0,-2 5-549 15,4-7 287-15,0-7 144 0,5-6-11 16</inkml:trace>
  <inkml:trace contextRef="#ctx0" brushRef="#br0" timeOffset="-130045.38">24507 16680 839 0,'-1'-18'0'0,"-9"1"0"0,2 10 0 0,1 4 0 0,0-2 0 0,-5 4 0 0,-1 1 0 0,-1 0 0 0,-2 1 203 0,1 19-86 0,-2 4-41 0,0 9-22 16,2 4 212-16,-2 12-121 0,6-2-56 0,2 1 178 15,2-1-117-15,4-1-59 0,3-7 45 0,0 0-55 16,0 0-25-16,8-4 1 0,5-6 24 0,4 0-24 16,-3-9 9-16,4 0-34 0,-1-2-164 15,2-6 82-15,-1-3 41 0,-1-4-391 16,-1-3 222-16,0-2 53 0,-1 0 69 0,-2 0-538 15,0-2 281-15,1-7 140 0</inkml:trace>
  <inkml:trace contextRef="#ctx0" brushRef="#br0" timeOffset="-129850.7">24644 16618 757 0,'0'-1'0'0,"0"1"0"0,0 0 0 0,-2 8 0 0,2 10 0 0,0 4 0 0,-1 4 489 0,1 8-228 15,0 2-114-15,0 4 385 0,0-4-242 0,0 4-132 16,0-4-63-16,0 2 109 0,1-3-86 0,1 1-42 16,2-2-239-16,-1 0 94 0,1-5 50 0,1-1 27 15,0-5-557-15,-2 0 291 0,1-5 153 0,2 0 66 16,-3-10-342-16,4 0 97 0,-3-4 128 0</inkml:trace>
  <inkml:trace contextRef="#ctx0" brushRef="#br0" timeOffset="-129716.08">24746 16979 931 0,'0'-14'0'0,"0"7"0"0,0 3 0 0,0 1 0 0,0 0 0 0,4 2 0 0,3-1 230 0,6 0-102 0,1 2-48 0,4-2 290 15,-1 1-168-15,4 1-85 0,-4-3-27 0,3 3-175 16,0 0 59-16,0 0 29 0,-1 0-536 0,-3 3 290 16,0 2 135-16</inkml:trace>
  <inkml:trace contextRef="#ctx0" brushRef="#br0" timeOffset="-129493.45">25033 16759 1231 0,'4'-18'0'0,"1"8"0"0,1 2 0 0,4-2 0 0,0 4 0 0,5 3 0 0,1 1 0 0,7 2 282 0,0 0-125 16,2 4-62-16,1 10 323 0,0 2-193 0,-2 3-88 16,-4 6-56-16,-3 1 36 0,-3-1-42 15,-2 2-21-15,-8-2-172 0,-2-3 83 16,-2 8 30-16,0-5 0 0,-16-1-215 0,-4 2 126 15,-4-1 64-15,-5-1-69 0,1 1-5 0,-5-3 56 16,2 1-67-16,0-5-156 0,0-4 118 0,9-5 53 16,2-5 37-16,6-4-156 0,1 0 93 0,10-4 46 15,3-11-192-15,0-5 112 0,11-9 67 0</inkml:trace>
  <inkml:trace contextRef="#ctx0" brushRef="#br0" timeOffset="-129303.45">25437 16590 1307 0,'1'-10'0'0,"2"6"0"0,-2 3 0 0,-1 1 0 0,-1 0 0 0,-15 11 0 0,0 10 0 0,-4 5 501 0,4 4-233 0,-1 1-119 0,2 4 139 15,3-2-127-15,7 3-56 0,5-3-41 0,0 2 214 16,0-3-123-16,5 0-61 0,9-4-103 0,3 0 29 16,4-4-8-16,0-4 21 0,1 0-411 15,-2-5 206-15,-1-6 102 0,1-1 59 16,0-3-710-16,-3-2 355 0,-1-3 111 0,-2 0-150 15</inkml:trace>
  <inkml:trace contextRef="#ctx0" brushRef="#br0" timeOffset="-129157.83">25557 16831 735 0,'0'0'0'0,"0"0"0"0,0 0 0 0,0 0 0 0,2 0 234 0,4 3-101 0,5-1-50 15,0-1 351-15,2 3-205 16,3 0-98-16,0 0-50 0,1 2-35 0,-2-3-13 15,2 1 8-15,-1 0-499 0,0 0 245 0,-1-2 123 16,0-1 62-16</inkml:trace>
  <inkml:trace contextRef="#ctx0" brushRef="#br0" timeOffset="-129003.25">25856 16746 1026 0,'0'-2'0'0,"0"-1"0"0,0 3 0 0,0 0 0 0,0 0 0 0,0 0 154 0,6 3-60 0,5 7-31 15,0 1 439-15,2 1-239 0,0 2-115 0,3 1-58 16,-2-1-5-16,0 0-27 0,0 1 9 0,0 1-34 16,1-4-463-16,-2-1 231 0,2-1 117 0,-4-3-689 15</inkml:trace>
  <inkml:trace contextRef="#ctx0" brushRef="#br0" timeOffset="-128811.77">26173 16657 1051 0,'2'-3'0'0,"0"0"0"0,0 3 0 0,-2 0 0 0,0 6 0 0,0 11 252 0,-4 9-114 16,-7 10-53-16,-4 2-26 0,-4 3 458 0,-1 6-234 15,-3 2-129-15,-2 1 72 0,-5 11-30 0,2-5-82 16,-2 4-40-16,4-5-102 0,-9 13 27 0,6-10-1 16,5-10 35-16,-1 1-430 0,8-11 215 15,2-2 116-15,3-7-232 0,5-8 123 16,4-2 97-16,-1-8-90 0</inkml:trace>
  <inkml:trace contextRef="#ctx0" brushRef="#br0" timeOffset="-128604.31">26232 16460 2316 0,'24'-27'0'0,"4"19"0"0,5 8 0 0,-2 4 0 0,1 7 0 0,-2 5 0 0,-2 5 0 0,0 7 0 0,0 4 341 0,0 14-154 0,1 8-77 16,-8-5 129-16,-5 6-95 0,-4 13-59 0,-10-7 115 16,-2 1-83-16,-8-4-43 0,-14 2-20 0,-1-8-194 15,-13 16 82-15,1-9 45 0,-3-5-604 0,-5 0 325 16,2-4 163-16,-7-21 89 0</inkml:trace>
  <inkml:trace contextRef="#ctx0" brushRef="#br0" timeOffset="-124749.58">15531 16872 465 0,'0'-2'0'0,"0"0"0"0,0 0 0 16,0 2 0-16,0 0 0 0,0-1 0 0,0 1 0 0,0 0 126 0,0 0-39 0,0 0-31 0,0 0 90 0,2 0-57 15,0 1-28-15,3 8 0 0,-2 1 37 16,-1 4-37-16,2 2 0 0,-3 1-28 16,1 2 119-16,0 0-59 0,0 3-22 0,-2-2 30 15,2-2-34-15,-2 0 0 0,2-3-34 0,-2-2-36 16,1-4 44-16,-1 1-9 0,0-5-53 0,0 0 27 15,0-4 0-15,0-1 27 0,0 0-26 0,0 0-9 16,0 0 34-16,0 0-11 0,-3 0-180 0,1-4 69 16,-2-1 53-16,4-1-408 0,0 0 211 0,0 1 80 15</inkml:trace>
  <inkml:trace contextRef="#ctx0" brushRef="#br0" timeOffset="-124475.08">15678 16990 1261 0,'-2'0'0'0,"2"0"0"0,0 0 0 0,0 2 0 0,0 1 0 0,4-1 0 0,3 2 0 0,5 0 261 0,3-1-106 0,2-2-66 0,-1 0-27 16,3-1 270-16,2 0-149 0,-2 0-75 0,2 0 15 16,-2 0-50-16,-1 0-19 0,-1 0-199 0,-4-1 89 15,1 0 44-15,-5-2 31 16,0 0-504-16,-2 2 258 0,-3 1 94 0,-1 0 77 16</inkml:trace>
  <inkml:trace contextRef="#ctx0" brushRef="#br0" timeOffset="-124166.86">15644 17219 1792 0,'-5'0'0'0,"1"3"0"0,2-3 0 0,2 2 0 0,0 0 0 0,0-2 0 0,4 3 0 0,11-3 0 0,2 2 0 0,1 3 234 16,3-1-101-16,-2 1-42 0,1 2-9 0,-2 2-25 15,-2 0 0-15,-2 2-24 0,-5 1-243 0,-4 4 116 16,-3 0 64-16,-2 4-208 0,-4 2 135 0,-12-1 68 15,-3-1 22-15,-6-3-79 0,-1 0-9 0,0-1 47 16,-2-5 68-16,2-4-23 0,5-1-17 0,-2 0-7 16,7-4 398-16,2-1-192 0,5 0-76 0,1-1-55 15,5 0 440-15,1 0-230 0,2 0-109 16,0 0 24-16,9 0-67 0,8 0-34 16,5 0 8-16,7 0-7 0,-1 0-1 0,4-1-34 15,1 0-166-15,1-1 83 0,0-1 51 0,-4 2 12 16,0-1-457-16,-2 0 239 0,-7 2 59 0,2 0 81 15,-5 0-668-15,0 0 355 0,-6 0 173 0</inkml:trace>
  <inkml:trace contextRef="#ctx0" brushRef="#br0" timeOffset="-123917.71">15721 16348 1950 0,'-7'-19'0'16,"7"17"0"-16,0 2 0 0,3-2 0 0,11-1 0 0,2-4 0 0,7 2 0 0,2-1 0 0,5-1 228 0,2 1-98 0,7 1 0 0,2-1-49 16,-6 5-16-16,4-2-7 0,-4 3-114 0,-1 0 45 15,-6 0 22-15,-7 0 0 0,-1 3-276 0,-2 2 145 16,-9 1 77-16,-4-2-480 0,-3 4 261 0,-2 2 69 15,-2 1-277-15,-16 2 222 0</inkml:trace>
  <inkml:trace contextRef="#ctx0" brushRef="#br0" timeOffset="-123617.85">15715 16356 925 0,'-3'0'0'0,"3"0"0"0,0 0 0 0,0 6 0 0,0 4 0 0,0 1 0 0,0 4 207 0,5 6-87 0,3 1-44 0,-2 1-13 15,1 9 331-15,-1-1-181 0,-3 2-90 0,1 3 69 16,-1-3-80-16,-1 0-31 0,-2-5-9 0,0-5-134 16,0 0 47-16,0-3 24 0,0-4-176 15,-2-5 108-15,-5-3 42 0,-2-3 25 16,-2-5-99-16,-1 0 60 0,-2 0 32 0,-2-1-71 16,0-13-159-16,-3 0 58 0,4-4 72 0,-2 0 3 15,2-3 32-15,3 4-9 0,0 0 41 0,0 3 57 16,5 3-29-16,-3 3 0 0,5 3 148 0,0 2-87 15,-2 3-39-15,3 0-4 0,1 2 77 0,-1 11-36 16,1 4-29-16,1 3 8 0,0-1-64 0,2 4 70 16,0-4-28-16,0 1-323 15,0-2 154-15,7-3 74 0,6-5-360 0,2-4 205 16</inkml:trace>
  <inkml:trace contextRef="#ctx0" brushRef="#br0" timeOffset="-123305.71">16022 16273 1026 0,'7'-11'0'0,"-4"5"0"0,0 2 0 0,-1 4 0 0,-2 0 0 0,0 0 0 0,-2 0 0 0,-10 15 209 0,0 9-92 16,-4 5-42-16,-2 6 237 0,1 5-139 0,0 3-70 15,4-4 136-15,-4 14-107 0,7-8-50 0,3-3-25 16,5-9 69-16,2 3-47 0,0-10-14 0,0 2-65 15,9-9 33-15,7-3-1 0,0-1 1 0,3-9-64 16,0-1 40-16,0-5-9 0,-2 0-196 0,-1-5 114 16,0-8 39-16,-5-5 35 0,-1-1-252 15,-7-2 126-15,-3-2 27 0,0 1 43 0,-1-2 1 16,-13 3-1-16,-1 6 23 0,-6-4 8 16,0 6 78-16,0 4-39 0,-4 3 0 0,0 3 36 15,4 3-46-15,-1 0 8 0,3 0-5 0,5 5 4 16,4 0 12-16,4 5-1 0,6 1-482 0</inkml:trace>
  <inkml:trace contextRef="#ctx0" brushRef="#br0" timeOffset="-117481.48">27103 16951 789 0,'-6'-18'0'0,"6"9"0"0,0 8 0 0,0-2 0 0,0 3 0 0,0 0 0 0,0 0 0 0,0 0 184 0,0 0-75 0,0 4-39 15,0 4 79-15,0 1-59 0,0 2-20 0,2 0-8 16,0 2 53-16,4 1-42 16,-3-3-19-16,3 0-1 0,-3-3-111 0,4-1 42 15,-2-1 24-15,1-2-243 0,-3-3 134 0,1 2 66 16,1-3 43-16,-2 0-481 0</inkml:trace>
  <inkml:trace contextRef="#ctx0" brushRef="#br0" timeOffset="-117286.13">27343 16858 703 0,'0'0'0'0,"2"-1"0"0,4 1 0 0,8 0 0 0,2 1 0 0,0-1 0 0,3 0 394 0,2 0-185 0,2 0-88 0,0 0 364 16,8 0-226-16,-1-3-113 0,1-3 144 0,5 1-132 15,-4 1-63-15,-2 0-32 0,0 2-167 0,-5-1 68 16,-2 2 42-16,-2 0-7 0,-3 1-423 0,-3 0 228 15,-5 0 115-15,-3 2 65 0,-2 12-406 16</inkml:trace>
  <inkml:trace contextRef="#ctx0" brushRef="#br0" timeOffset="-116982.05">27443 17098 1377 0,'-8'0'0'0,"7"0"0"0,1 0 0 0,0 2 0 0,1 0 0 0,7-2 0 0,6 0 0 0,2 0 0 0,5 3 200 0,4 2-88 0,-2-2-39 16,0 3 91-16,-4 4-65 16,-1-1-33-16,0 4-63 0,-6 3-7 0,-1-2 36 15,-6 3 1-15,-3 2-227 0,-2 0 113 0,-7 0 65 16,-9 3-174-16,-4-3 110 0,-3-3 12 0,-3-1 42 16,-1-1-51-16,1-4 29 0,-2-1-30 0,8-4 24 15,-5-1 307-15,6-3-137 0,8 2-66 0,-1-3 365 16,5 0-185-16,2 0-104 0,5 0-20 0,0 0 60 15,3 0-67-15,13-4-25 0,11-4-35 0,1 1-7 16,3 0 1-16,5 0 0 16,1-1-168-16,0-1 92 0,1 3 34 0,-3-2 21 15,-2 3-419-15,0-1 216 0,-4 0 61 0,-5 2-533 16,-2 2 319-16,-6-1 156 0</inkml:trace>
  <inkml:trace contextRef="#ctx0" brushRef="#br0" timeOffset="-116735.46">27229 16059 1612 0,'0'-30'0'0,"5"23"0"0,22 7 0 0,1 0 0 0,2-3 0 0,4-1 0 0,-2 0 0 0,3 3 123 0,2-2-46 0,0 1-22 15,0 1 194-15,10 1-113 16,-5 0-51-16,-7 0-27 0,1 6-73 0,-4 1 23 16,-8 2 9-16,-1 1-310 0,-5 1 163 0,-6 2 81 15,-5-1 41-15,-4-1-526 0,-3-1 261 0,0 2 79 16,-3-4-98-16</inkml:trace>
  <inkml:trace contextRef="#ctx0" brushRef="#br0" timeOffset="-116430.2">27313 16073 902 0,'-9'11'0'0,"3"6"0"0,2 10 0 0,2 1 0 0,1 2 0 0,1 2 0 0,0 2 0 0,0 5 375 0,0 6-171 0,0-9-78 0,1 11 179 16,3-6-137-16,-1-5-67 0,4 2-34 0,-1-3-100 16,-3-7 40-16,1 4-7 0,-2-10-153 0,-2-1 93 15,0-9 46-15,0-2 23 0,0-4-105 0,-6-4 59 16,-5-2 36-16,-4 0-8 0,-1-9-224 0,0-10 58 15,0-1 72-15,-4-7-37 16,3-3 54-16,2-4 26 0,0 1 1 0,3 1 70 16,2 9-29-16,0 0 7 0,-1 7 174 0,4 5-98 15,-1 5-48-15,0 4-10 0,3 2 119 0,-2 0-44 16,-2 8-44-16,-1 14 14 0,2 1 121 0,-1 5-50 16,-1 1-41-16,0 4-100 0,4-2 26 0,-2 3 0 15,2-3 24-15,4-5-360 0,2-1 171 0,0-1 75 16,2-7-382-16,12-4 199 0,4-6 116 0</inkml:trace>
  <inkml:trace contextRef="#ctx0" brushRef="#br0" timeOffset="-116161.75">27581 16134 1236 0,'3'-8'0'0,"-3"7"0"0,0 1 0 0,-3 18 0 0,-15 4 0 0,-3 12 0 0,-2 5 0 0,1 9 246 0,0 0-106 0,4 2-54 0,4-5 317 15,1 6-189-15,10-12-91 0,3 0 69 16,0-6-79-16,8-2-40 0,7-10 7 16,10-1-113-16,-3-9 32 0,3-5 1 0,-2-6 33 15,4 0-75-15,-5-11 46 0,2-10-8 0,-6-5-175 16,-4-5 105-16,-8 2 54 0,-1-3 27 0,-5 0-201 16,0 0 53-16,-10 2 62 0,-7-1 5 0,-3 7 21 15,-5 5-4-15,3 8 16 0,-10 1 51 0,4 9-21 16,1 1-1-16,4 1-20 0,5 13-123 0,3 5 53 15,6 2 38-15,7 6-169 0,2-2 100 16</inkml:trace>
  <inkml:trace contextRef="#ctx0" brushRef="#br0" timeOffset="-115522.39">28627 16132 1024 0,'-7'-19'0'0,"2"10"0"0,0 6 0 0,5 3 0 0,0 6 0 0,0 9 0 0,0 6 0 0,0 5 0 0,0 17 304 16,0 2-136-16,-1 4-67 0,-3 6 81 0,1 1-75 15,-2 4-28-15,1 0-9 0,1-1 98 0,0-4-67 16,-4-2-34-16,4-6 0 0,0-8 24 0,1-4-33 16,-3 0 0-16,3-7-6 0,-3-10-19 0,1 0-1 15,-1-7 9-15,1-3-41 0,-3-4 0 0,-5-4 33 16,1 0-16-16,-1-2 15 0,-4-10 9 15,-4-4-8-15,5-3-124 0,-5-2 46 16,2-1 34-16,-4-3 0 0,5-1-169 0,-1-3 76 16,1 5 52-16,4 6-124 0,-2 3 78 0,-2 4 16 15,2 8 31-15,-1 3 129 0,-2 0-53 0,2 19-19 16,-1 6 69-16,4 4-61 0,1 3-16 0,5 3 11 16,5-4 272-16,2 0-119 0,0 0-78 0,2-8 7 15,12 5 110-15,4-7-85 0,4-5-41 0,3-3-158 16,2-3 57-16,3-7 38 0,2-3-8 0,5 0-422 15,1-3 220-15,0-12 85 0,-7 0-599 16,2-6 332-16,-1 0 177 0,-4-1 86 16</inkml:trace>
  <inkml:trace contextRef="#ctx0" brushRef="#br0" timeOffset="-115303.89">28698 16563 942 0,'3'-16'0'0,"1"9"0"0,3 1 0 0,2 4 0 0,2 0 0 16,-1-1 158-16,4 3-63 0,-1 0-31 0,1 13 406 0,6 2-223 0,-5 5-107 15,0 2-53-15,-3 5 215 16,-5 3-134-16,-3 0-60 0,-1 1-41 0,-3 3-5 16,0-2 0-16,-7-2-29 0,-11 3-97 0,0-7 57 15,-5 0 16-15,-3-5 0 0,0-3-44 0,-3-2 33 16,1-7 1-16,3-4 42 0,-5-1-224 0,10-4 50 16,-1 0 73-16,5 0-315 0,2-6 174 0,7-9 62 15,7-3 57-15,0-8-269 0,2-1 160 0,17-1 78 16,6-8-303-16,1 6 184 15,10-7 103-15</inkml:trace>
  <inkml:trace contextRef="#ctx0" brushRef="#br0" timeOffset="-115139.86">28935 16484 1244 0,'20'-26'0'0,"-8"8"0"0,-1 7 0 0,-6 1 0 0,-1 4 0 0,-4 4 0 0,0 2 0 0,-7 0 0 0,-6 20 255 0,-6 5-115 0,-4 7-54 16,3 4 385-16,-2 2-220 0,5-6-100 0,4 3-64 15,5-2 115-15,1-2-84 0,7-2-43 0,0-3-8 16,0-5-26-16,14 3-9 15,2-4 1-15,4-4-258 0,5-4 129 0,4-4 64 16,1-2-480-16,4-6 268 0,-3 0 72 0,3 0 91 16,-3-10-566-16,-4-1 308 0</inkml:trace>
  <inkml:trace contextRef="#ctx0" brushRef="#br0" timeOffset="-114773.24">29375 16005 915 0,'2'-10'0'0,"1"5"0"0,2 5 0 0,-3 0 0 0,-2 12 0 0,0 15 0 0,0 8 498 16,0 8-233-16,0 6-116 0,0 4 365 0,-2 12-245 15,-3-3-118-15,4 0-59 0,1 4 90 0,0 0-75 16,0-8-29-16,0 11-8 0,0-16-139 0,0-1 51 16,0-12 25-16,0-1-88 0,1-12 65 0,2-3 20 15,-1-10 0-15,0-3-173 0,-2-4 101 0,0-7 51 16,0 0-272-16,0-9 139 0,-8-10 15 0,-2-5 52 15,-1-4-41-15,-2-3 46 16,-1-2 14-16,1-3-8 0,-4-1-24 0,3 6 31 16,-4 3 0-16,5 9 97 0,-4 5-41 0,1 4 8 15,-1 6-32-15,1 4 132 0,-3 1-66 0,4 19-33 16,0 2 340-16,3 6-172 0,4 6-64 0,1 0-51 16,4 3 281-16,3 1-151 0,0-2-66 15,1-1 3-15,13-1-43 0,2-3-22 0,5-6-1 0,2-2-281 16,-2-7 137-16,11-4 58 0,1-9 32 15,0-3-236-15,-1 0 135 0,1-10 74 16,-1-9-744-16,2-9 369 0,-4-2 184 0,-5-7 93 16</inkml:trace>
  <inkml:trace contextRef="#ctx0" brushRef="#br0" timeOffset="-114644.06">29580 16517 1488 0,'-6'-16'0'16,"5"9"0"-16,-3 1 0 0,1 2 0 0,1 3 0 0,2 1 0 0,0 0 0 0,2 10 0 0,9 2 429 0,2 5-189 0,3 6-108 0,-2 0 28 0,0 0-64 0,2 4-31 15,-1-2-1-15,-2-5-445 0,5 4 202 0,0-5 107 16,-5-5 51-16,5-1-667 16,-1-5 340-16</inkml:trace>
  <inkml:trace contextRef="#ctx0" brushRef="#br0" timeOffset="-114498.15">29974 16244 669 0,'3'-19'0'0,"-1"11"0"0,4 3 0 0,-5 5 0 0,-1 3 0 0,-3 22 0 0,-19 16 730 0,-5 24-341 16,-19 20-182-16,-10 25 575 0,-9 8-375 0,-11 9-186 16,-12 30-95-16,16-10 114 0,-18 53-108 0,9-2 60 15,-11 41-192-15,28-37-1137 0</inkml:trace>
  <inkml:trace contextRef="#ctx0" brushRef="#br0" timeOffset="-106881.78">30133 16783 533 0,'-3'0'0'0,"1"0"0"0,2 0 0 0,0 0 0 0,0 0 0 0,0 0 179 0,0 0-73 0,0 0-36 0,0 4 7 16,2 0 81-16,8 3-62 0,0 1-32 0,3-3 185 16,4 3-108-16,-1-3-46 15,0 1-35-15,5 0 103 0,-5-2-65 0,4 0-33 16,-4-3 6-16,0 1-9 0,-1 0-29 0,0-2 0 15,-2 0-108-15,-1 0 54 0,-2 0 35 0,0 0-138 16,1 0 79-16,-5 0 39 0,0 0-1 0,-2 0-445 16,-3 0 176-16,-1 0 130 0,0 3 15 0</inkml:trace>
  <inkml:trace contextRef="#ctx0" brushRef="#br0" timeOffset="-106699.59">30177 17162 724 0,'0'0'0'0,"0"0"0"0,0 6 0 0,3 6 0 0,4-6 0 0,-2-1 337 0,2-1-152 16,4-1-68-16,-1 1 300 0,6-2-193 0,0 2-95 15,4-3-49-15,-5-1 18 0,2 2-25 16,4 0-8-16,-5-2-32 0,3 0-147 16,-2 0 74-16,2 0 36 0,-2 2-365 0,-2-2 196 15,2 0 104-15,-4 2 50 0,4-2-593 0</inkml:trace>
  <inkml:trace contextRef="#ctx0" brushRef="#br0" timeOffset="-106457.23">30836 16933 1136 0,'3'-14'0'0,"7"12"0"0,4 0 0 0,2 2 0 0,-2-2 0 0,0 0 92 0,-1 0-29 0,6-1-1 16,2 2 344-16,9 1-191 0,0-1-91 0,5-2-46 15,8 3 146-15,-2 0-96 0,-2 0-40 0,11 0-60 16,-8 0 5-16,2 0 0 0,-1-2 0 0,-6 1-88 16,13-1 39-16,-10 0 25 0,-7-2 0 0,5 0-48 15,-8 1 36-15,-6-1 8 0,0 0-231 0,-5 1 78 16,-5 1 75-16,-7 0-14 0,2 2-306 16,-7 0 172-16,-2 0 98 0,0 0-338 15,-16 5 214-15</inkml:trace>
  <inkml:trace contextRef="#ctx0" brushRef="#br0" timeOffset="-106111.13">30920 17215 1244 0,'-11'0'0'0,"3"-2"0"0,7 0 0 0,1 2 0 0,0 0 0 0,0-2 0 0,0 2 0 0,3 0 112 15,11 0-40-15,2 0 0 0,3 0 248 0,1 2-135 16,-3 7-81-16,1 2-5 0,-3 3-33 0,-1 3-1 15,-3 0-32-15,-4 2-78 0,-4 2 34 0,1 0 23 16,-4 4-1-16,0-2-129 0,-10-1 75 0,-2-3 46 16,-7 6-50-16,2-7 16 0,-4 0 28 0,-1-5-57 15,1-3-10-15,-1 0 1 0,0-2 29 16,2-2 83-16,0-3-30 0,4-2-7 16,8 2-22-16,0-3 239 0,3 0-111 0,4 0-40 15,1 0-33-15,0 0 251 0,1 0-129 0,14 0-56 16,10-4 12-16,2-1-43 0,2-1-20 0,1 0 0 15,2 1-35-15,-7 0 22 0,8 0-8 0,-4 2-113 16,-5 1 56-16,-2-1 28 0,0 1 1 0,0 1-338 16,-6 1 176-16,-2 0 55 0,-4 0 58 0,0 0-524 15,-4 0 268-15,0 1 125 0,-3 4-321 16,-1-3 231-16</inkml:trace>
  <inkml:trace contextRef="#ctx0" brushRef="#br0" timeOffset="-105815.91">31333 17091 1187 0,'0'-6'0'0,"8"6"0"0,-3 0 0 0,-4 0 0 0,2 2 0 0,-3 8 0 0,0-1 0 0,0 8 110 0,-6 0-39 0,-6 5 0 0,-3-3 0 16,1-2 7-16,-1 2-45 0,-2-2-68 0,1-2 34 15,1-2 0-15,3-5 34 0,1 1-18 0,0-3 18 16,6-3-1-16,2-1 40 0,1 0 0 0,-1-2-39 15,3 0-7-15,0 0 120 0,0 0-57 0,5 0-28 16,8 0 0-16,4 0 72 0,2 0-42 0,0 0-34 16,3 0 56-16,-1 0-40 0,-2 4 0 15,3-2-40-15,-1 4-39 0,-3-5 15 0,0 3 0 0,-1-1-92 16,-2 0 58-16,-2-1 29 16,-2 0 8-16,-3-1-390 0,0 2 167 0,-3-2 107 15,-2-1 5-15,3 1-399 0,-4 1 225 0,-2-2 124 16,0 0-270-16</inkml:trace>
  <inkml:trace contextRef="#ctx0" brushRef="#br0" timeOffset="-105636.39">31407 17110 1500 0,'-1'0'0'0,"1"8"0"0,0-1 0 0,-2 3 0 0,1 1 0 0,-3 4 0 0,-3 5 0 0,2 7 243 0,-3 1-105 0,1 2-44 0,-2 2 57 16,-2 2-59-16,3-3-29 0,-3 4-63 0,3-4 8 15,0 2 25-15,3-5 0 0,2-2-265 0,1-5 132 16,-2-3 66-16,4-6 42 0,0 1-478 0,0-6 243 16,9-3 64-16,2-4-349 0</inkml:trace>
  <inkml:trace contextRef="#ctx0" brushRef="#br0" timeOffset="-105366.13">31548 17268 1005 0,'5'0'0'0,"-1"7"0"0,-3 6 0 0,-1 3 0 0,0 0 0 0,0 9 0 0,0-3 0 0,0-1 176 0,0 8-75 0,0-4-35 16,0-5 157-16,0 0-96 0,8-4-46 0,2 2-17 15,2-7 83-15,1-3-57 0,1-3-29 0,1-4-49 16,0-1 21-16,0 0 8 16,-4-6-9-16,3-9-128 0,-2 0 65 0,-2-2 31 15,-3-4 1-15,-4 1-34 16,0-2 29-16,-3 0-13 0,0 1-166 0,0 2 95 0,-9 3 16 0,-4 1-9 15,0 3 28-15,-1 4-4 0,-2 1 1 0,-1 4 102 16,-1 0-40-16,1 3-7 0,1 0-25 0,-3 0-21 16,8 0 0-16,2 6 35 0,0 0-117 0,3 0 50 15,3-3 31-15,1 1 9 0,2-3-298 16</inkml:trace>
  <inkml:trace contextRef="#ctx0" brushRef="#br0" timeOffset="-105082.88">31055 15936 1029 0,'0'-11'0'0,"6"11"0"0,10 0 0 0,5 4 0 0,4-3 0 0,-1 2 228 0,2-2-97 0,-1-1-50 16,5 2-15-16,2-2 165 0,3 0-98 0,-2 0-51 16,-1 0 11-16,-2 0-30 0,-6 0 8 15,4 0-38-15,-4 0-42 0,-3 0 21 0,-2 0 0 0,0 0-175 16,-6 0 105-16,-3 0 42 16,-1 0 24-16,-5 0-456 0,1 0 227 0,-3 0 62 15,-2 0-340-15</inkml:trace>
  <inkml:trace contextRef="#ctx0" brushRef="#br0" timeOffset="-104729.45">31160 15933 1074 0,'-2'1'0'0,"-1"9"0"0,-3 7 0 0,4 6 0 0,-1 4 0 0,2 0 0 0,-3 3 0 0,-1 6 218 0,2 7-97 0,-2 0-44 0,2-2 213 16,-4 2-128-16,3-2-65 0,-2-5-10 0,4 3-55 15,-3-4 1-15,2-2-1 0,-2-3-82 0,0-7 41 16,1-2 29-16,-1-5-8 0,2-4-112 0,-2-4 65 16,2-3 35-16,-2-5-57 0,-2 0 10 0,0 0 29 15,-1-10-39-15,3-5-68 0,-4-3 58 16,4-6-5-16,0-5-48 0,-1 1 46 16,4-4 13-16,1-2-1 0,-2 5-9 0,1 4 30 15,0 2 9-15,-2 10-1 0,2 1 120 0,2 5-59 16,-4 5-31-16,-3 2 89 0,1 0-46 0,-5 12-32 15,1 8-4-15,-1 3 131 0,-1 1-51 0,3 0-41 16,-4 6-20-16,3-2-11 0,0-1 26 0,8-7-19 16,-4 4-241-16,4-4 117 0,2-4 55 0,0-2 29 15,0-6-306-15,0-1 152 16,8-3 51-16,4-4-64 0,5 0 82 0</inkml:trace>
  <inkml:trace contextRef="#ctx0" brushRef="#br0" timeOffset="-104427.27">31471 16019 1047 0,'3'-9'0'0,"-3"6"0"0,0 3 0 0,0 4 0 0,-8 14 0 0,-9 4 0 0,-5 10 0 0,1 4 324 0,2-1-137 0,-5 12-81 0,3-3-37 16,4 1 228-16,6-2-131 0,4-8-67 0,1 2 85 15,6-2-80-15,0-3-35 0,2-8 0 0,9-3-28 16,2-4-8-16,2-3 8 0,0-7-64 0,2 0 28 15,-1-6 0-15,0-1 28 0,0 0-103 0,-2-5 59 16,1-10 18-16,-3-4 0 0,-6 0-99 0,1-3 57 16,-7-1-5-16,3-1-115 0,-3 1 61 15,0 3 43-15,-10 2 2 0,-4 4-35 16,-2 2 18-16,-3 7 1 0,2 1 6 0,-4 4 18 16,2 0-2-16,0 0 10 0,3 8-4 0,8 0-4 15,-1 4 9-15,5 1-1 0,4 1-111 0,0 1 56 16,0-1 19-16,7 3-103 0,7 4-94 0,4 0 116 15</inkml:trace>
  <inkml:trace contextRef="#ctx0" brushRef="#br0" timeOffset="-104247.64">31930 17293 2271 0,'-30'-3'0'16,"4"3"0"-16,15 15 0 0,9-8 0 0,-3-7 0 0,-2 0-57 0,-3 0 21 0,-2-3 8 0,-1-2-172 0,7-1 84 15,1 0 41-15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20T06:46:32.5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11469 6145 362 0,'0'0'0'0,"0"0"0"0,0 0 0 0,0 0 0 0,0 0 0 0,0 0 0 0,0 0 55 0,0 0 1 16,0 0-23-16,0 0-1 15,1 0 41-15,2 0-9 0,-1 0-31 0,0 0 29 16,0-3 1-16,1-4-31 0,-1 1 9 16,0 3 27-16,0-1-35 0,0 0 0 0,-2 1 51 15,0-2-25-15,0 0 8 0,0-1-35 0,0 1 36 16,0-1 0-16,0-3-35 0,0 1 0 0,0-3-14 16,0-2 13-16,0 1 1 0,0 2-56 0,0-2 27 15,-6 1 1-15,1 1 3 16,-4-1-9-16,2 3 28 0,0 3 5 0,-4-3-88 15,-1 5 37-15,3 1 12 0,-7 0-4 0,4-1-23 16,-1 3 21-16,-3 0-16 0,4 0 59 0,-4 9-29 16,2 0 3-16,-2 0 28 0,2 5-1 0,-2-1-25 15,5-2-1-15,-3 2 30 0,5-2 4 0,0 3-30 16,0-1-1-16,1 0 79 0,2 0-35 0,3 0-8 16,-3-2 12-16,4 4 25 0,1-1-27 0,1-3 13 15,0 3-39-15,0-4 40 0,0 5-8 0,0-3-27 16,5-3-29-16,4 2 29 0,5-2 0 15,-1 0-16-15,2-1-7 0,2 2 22 16,-2 0 1-16,1-1-41 0,2 2 33 0,-4 0 13 16,2 2-21-16,-2 1-45 0,0 1 19 0,-1 2 0 15,-4 1 15-15,3 1-30 0,-5-1 11 0,2 2-14 16,-3-2-5-16,-3 1 40 0,2 0-3 0,-3 0 38 16,0 0-2-16,-2-2-34 0,0-1-4 0,0 2 58 15,-4-4-22-15,-6 3-3 0,1-2-18 0,-4 2 112 16,-1-4-46-16,2 0-31 0,-4 1 44 0,0-4-36 15,-2 0 1-15,2-2-72 16,-3-1 21-16,1-3 1 0,-2 0 29 0,3-2-131 16,-1-2 60-16,-1 0 30 0,1 0 7 0,4 0-95 15,1-2 42-15,1-7 29 0,3-3-9 0,2-1-242 16,0-3 104-16,6 0-212 0,1-2 163 0,0-4 94 16,0 2 43-16,3-5-315 0,11 1 179 0,1 2 90 15,4-1 36-15,2-2-324 0</inkml:trace>
  <inkml:trace contextRef="#ctx0" brushRef="#br0" timeOffset="208.44">11599 6171 1474 0,'0'-1'0'0,"0"-2"0"0,2 1 0 0,0 0 0 0,-1 1 0 0,5 1 0 0,-1-2 0 0,3 2 211 0,2 0-89 0,2 0-36 0,4 0 52 15,0 0-52-15,2 0-27 16,0 0 0-16,-1 0-152 0,1 0 71 0,0 0 23 16,1 0 0-16,-5 0-264 0,0 0 148 0,-3 0 74 15,0 2 45-15,-3-1-282 0,-2 1 142 0,-3 3-429 0</inkml:trace>
  <inkml:trace contextRef="#ctx0" brushRef="#br0" timeOffset="403.95">11633 6460 1264 0,'0'6'0'0,"0"0"0"0,1-3 0 0,-1-1 0 0,2-2 0 0,0 2 0 0,4-2 568 0,3 0-268 0,4 0-125 16,2 0-75-16,2-2 134 0,1-5-101 16,2-1-8-16,-1 2-46 15,-1 0-15-15,1 1-8 0,-1 3-375 0,0 0 176 16,-3 2 87-16,0 0 45 0,-4 2-651 0,1 8 343 15</inkml:trace>
  <inkml:trace contextRef="#ctx0" brushRef="#br0" timeOffset="3884.98">12714 6062 374 0,'0'0'0'0,"0"0"0"0,0-2 0 0,0 0 0 0,0-2 0 0,0 0 192 15,0 1-80-15,0-3-39 0,0 3 8 0,0-1 47 16,0-2-47-16,0 3-24 0,0-4-1 0,0 2 8 16,0-1-9-16,0 1-44 15,0 0 1-15,0-3 21 0,0 0 0 0,-1-2-33 16,-1 2 32-16,-2-2 1 0,-2-1 0 0,0 1-34 16,1-1 0-16,-3 0 42 0,1-3-8 0,-3 3-40 15,1 0 0-15,0 2 15 0,-3 1 14 0,1 1 36 16,-3 1-37-16,4 2 34 0,-3 3 0 0,1-2-31 15,1 3 0-15,0 0 43 0,-1 0-6 0,3 0-25 16,-2 4-8-16,1 3 52 0,3 1-23 16,1 2 7-16,-1 1-31 0,1 2 29 15,2 0-29-15,2 5-1 0,2 0 33 0,0 3 8 16,0 5-40-16,0-2 30 0,0 2 1 0,2 5-31 16,6-1 0-16,-2 0 4 0,1 1-5 0,0 2 1 15,2-3 0-15,0 2-31 0,-2-2 31 0,-2 2 8 16,3-3-8-16,-2 1-43 0,-2-1 21 0,-1 0 1 15,-1-1-6-15,0-6-23 0,0 8 10 0,-2-7-14 16,0-1 16-16,0-1 4 0,0-1 7 0,0 0-50 16,0-6 22-16,-4 1 0 0,-1-3 23 15,-1-3-59-15,0-2 26 0,-1 1 0 16,-3-2 20-16,3-3-258 0,-1-1 114 0,1 0 66 16,1-2 13-16,1 0-338 0,3 0 196 0,0 0-248 15,2-4 217-15,0-8 109 0,2 1 53 0</inkml:trace>
  <inkml:trace contextRef="#ctx0" brushRef="#br0" timeOffset="4250.39">12893 6030 323 0,'4'-26'0'0,"-3"3"0"0,1 1 0 0,-2-1 0 0,0 3 0 0,0-1 0 0,0 4 262 16,-7 4-115-16,-1 1-57 0,2 5 113 0,-1 0-85 15,-2 3-34-15,-1 1 89 0,-3 2-70 0,4 1-35 16,-5 0-1-16,3 8 101 0,0 5-59 0,0 2-43 16,0 3 1-16,-3 6 40 15,5-2-37-15,0 0 0 0,2-2-29 0,0 9 149 16,2-5-79-16,1-1 58 0,2 1-67 0,0 0-35 16,2 0 8-16,0 4-14 0,0-5 0 0,0-2-28 15,0 2 0-15,0 0-44 0,4-1 30 0,3-1-8 16,1-1 22-16,0 3-60 0,-1-2 30 0,-1 1 0 15,1-1 38-15,-1 1-42 0,2-1 6 16,-3 0-60-16,-1-2 27 0,1 0 23 0,-3 3-3 16,2-1-45-16,-2-1 28 0,-2 0-12 0,0 3 38 15,0-2-110-15,-2-1 46 0,-6-2 24 16,-1-2 0-16,0 1-265 0,-1-2 137 0,1-2 69 16,0 1 16-16,-1-4-163 0,2 0 107 0,3 0-393 15,0-3 249-15,1 2 124 0</inkml:trace>
  <inkml:trace contextRef="#ctx0" brushRef="#br0" timeOffset="4802.8">12455 6947 429 0,'-4'0'0'0,"0"0"0"0,1 0 0 0,1 0 0 0,0 0 0 0,0 0 0 0,0 0 0 0,2 0 106 0,-1 0-29 16,1 0-7-16,0 0-1 0,0 0 0 0,0 0-37 15,0 0 1-15,0-2 97 0,0 0-52 0,0 2-23 16,0-2 0-16,0 0 125 0,0-1-73 0,0 2-30 16,0 0 103-16,0-1-74 0,0-1-37 0,0 3 44 15,0-1-41-15,0 0 9 0,0-2-48 0,0 1 26 16,0 0-26-16,1 0 0 0,5 0-1 0,-1 0 34 15,1 1-8-15,4-1-25 0,1 2 0 0,0 0 62 16,2 0-31-16,2 0 9 0,0 0 36 0,4 0-38 16,2 0 0-16,5 0 9 15,1 0-24-15,-5 0 8 0,10 0-31 0,-5 0-3 16,0 0 2-16,-1 0 1 0,-3 0 0 0,2 0-65 16,-5 0 29-16,-3 0-1 0,-1 0 37 0,-4 0-199 15,-1-2 97-15,-3 0 34 0,-2 2-306 0,-2-1 165 16,-3 1 55-16,1 0-247 0,-2-3 168 0,0 1 75 15,0 0 51-15,-2 0-377 0,-5 1 209 0,-1 1 104 16,-3 0 45-16,0 0-147 0</inkml:trace>
  <inkml:trace contextRef="#ctx0" brushRef="#br0" timeOffset="5335.38">12539 6977 1413 0,'-12'0'0'0,"-2"6"0"0,5-5 0 0,-2 3 0 0,1-2 0 0,3-1 0 0,-1 1 0 0,5-2 470 0,1 0-218 0,0 0-110 15,2 3-47-15,0-3 86 0,0 1-74 0,0 3-37 16,6-1-1-16,4 2-8 0,6 0 7 0,-2 1-35 16,6-1-40-16,0 1 40 0,2-1 0 0,3 3-68 15,-4-1 42-15,1 0-8 0,-1 0 33 0,-2 0-66 16,-1 1 33-16,0 1 1 0,-4 1 2 0,-2-1-5 15,-1 3 2-15,-2-1 14 0,-1-1-17 0,-2 5 41 16,-4-3-34-16,-1 2 6 16,1 0 37-16,-2 1-36 0,0 0 7 0,-2 2-35 15,-7-2 37-15,-1 1-6 0,-3 0 6 0,-2 0-87 16,-1-2 38-16,-2-1 0 0,0 2 37 0,-1-2-14 16,0-3 5-16,1 1 5 0,2-2-12 0,3-3 70 15,1 0-34-15,1-1-1 0,4-1 184 0,0 0-99 16,3-2-40-16,1 0 153 0,3 0-86 15,-1-2 75-15,1 2-213 0,0-1 0 0,0 3 0 0,10-1 0 16,2 1 0-16,4 0 0 16,4 0 0-16,5-2 0 0,-1 2 0 0,3-2 0 15,-6-2 0-15,10 0 0 0,-5 2 0 0,2-2 0 16,-1 2 0-16,-6-2 0 0,3 1 0 0,-2 1 0 16,-3 0 0-16,-1 1 0 0,0-2-188 0,-7 1 142 15,2-1 2-15,-3-1-7 0,-1 3 35 0,-3-3 0 16,-2 1-13-16,-1-1 52 0,-1 0-18 0,0 0-7 15,-2 0 34-15,0 0-25 0,0 0 0 0,0 0 91 16,0 0-51-16,0 0 126 0,0 0-173 16,0 0-223-16,0 0 167 0,0-1 38 15,0-3-1-15,0-2-798 0,0 1 391 0,0 1 197 16</inkml:trace>
  <inkml:trace contextRef="#ctx0" brushRef="#br0" timeOffset="6544.64">13486 6013 597 0,'0'0'0'0,"0"0"0"0,0 0 0 0,0 0 0 0,0 0 0 0,0 0 220 0,0 0-93 0,0 4-40 16,0 9-30-16,4 0 192 0,1 4-109 0,1 4-53 15,2 3 44-15,-1-1-41 0,2 5-33 0,2 0 59 16,-4 0-42-16,0 2-21 16,0 1 1-16,1 0 12 0,-2 1-9 0,-2 0-24 15,-1 0 0-15,-1 0-22 0,0 0 8 0,0-2 13 16,-2-1 1-16,0 0-34 0,0-3-1 0,0-4 35 16,0 1-27-16,0-1-14 0,0-8 38 0,0-1-38 15,0-1 0-15,0-7 16 0,0 1 19 0,0-5-124 16,0-1 55-16,0 0 20 0,0 0 0 0,0 0-255 15,0 0 131-15,0-7 55 0,0-3 38 16,0-2-538-16</inkml:trace>
  <inkml:trace contextRef="#ctx0" brushRef="#br0" timeOffset="6733.12">13849 6346 1006 0,'0'0'0'0,"0"0"0"0,0 0 0 0,0 0 0 0,0 0 235 0,0 0-101 0,0 0-51 16,-2 0-25-16,2 0 453 16,0 0-231-16,0 0-127 0,0 0-61 0,0 0-19 15,2 0-1-15,2 0-39 0,1 0-306 0,2 2 148 16,-1 0 80-16,2 1-582 0,1 0 317 0,-2-2 158 16,1-1 80-16</inkml:trace>
  <inkml:trace contextRef="#ctx0" brushRef="#br0" timeOffset="7328.01">14384 6413 1042 0,'-6'-6'0'0,"5"3"0"0,-1-1 0 0,0-5 0 0,-2-3 0 0,3 3 0 0,-2-4 0 0,1-1 0 0,0 0 202 0,-2-1-84 0,3 0-35 16,-3 2-10-16,0 0-41 0,1 3 1 0,-3 0-25 15,0 3 0-15,-1 1 33 0,1 2-8 0,-3 3-22 16,-1 1 21-16,-1 0 1 0,0 1 0 0,-3 10 19 16,2 9-19-16,-2 2 0 0,1 3-14 0,1 3 87 15,0 0-36-15,4 2 48 0,1-2-46 0,5 3-1 16,0-4-38-16,2 2 11 0,0-3-11 0,0-5 8 15,8 1-8-15,3-3-47 16,1-2 23-16,2-4 1 0,1-4 22 0,2-4-82 16,-1 0 37-16,0-5 23 0,1 0-17 0,-2 0-35 15,0-10 17-15,-2-7 26 0,0-8-131 0,0 2 66 16,-3-8 16-16,-1 0-98 0,1-11 57 0,-5 4 31 16,2-12 7-16,1 0-98 0,-2-5 56 0,1-9 31 15,-1 0-1-15,-1 8-50 0,4-12 44 0,-6 17 0 16,-1 1 60-16,0 11-24 0,0 3 0 0,-2 9-8 15,0 5 185-15,0 3-88 16,0 7-44-16,0 4 330 0,0 4-165 0,-2 1-95 16,2 2-15-16,-2 1 291 0,2 0-158 0,0 0-84 15,0 5-41-15,0 12 74 0,0 5-62 0,0 3-27 16,0 5 0-16,0 6 21 0,0 9-23 0,-2-4 7 16,0 12 42-16,1-4-38 0,-2 1 1 0,3 1-77 15,0 0 39-15,0-6 9 0,0 10-8 0,0-10-140 16,0 0 71-16,3-4 34 0,-2-7-1 0,3-1-268 15,2-5 140-15,-3-7 44 16,3-2 45-16,-5-6-367 0,3-3 180 0,-2-5 102 16,0-3-145-16,1-2 119 0,-2 0 60 0,3 0-379 15,3-6 212-15,-1-6 117 0</inkml:trace>
  <inkml:trace contextRef="#ctx0" brushRef="#br0" timeOffset="7842.59">15039 6145 785 0,'4'-16'0'0,"2"2"0"0,0-5 0 0,-3-6 0 0,1 4 0 0,0-7 0 0,-3 3 0 0,3-1 194 0,-2 1-80 0,1 4-41 15,-3 0 8-15,0 1 27 0,0 4-38 0,0 1 0 16,0 4-38-16,-7 4 98 0,0-1-40 0,0 4-33 15,-7 2 77-15,1 2-51 0,-4 0-25 0,-3 6-2 16,1 7 7-16,-6 8-30 16,1 3 0-16,-2 2 56 0,-2 6-28 0,0 1 0 15,3-5-20-15,0 2 88 0,3 0-48 0,1 0-24 16,6-3 0-16,6-6 109 0,2-1-59 0,3-4-41 16,4-1 60-16,0-1-47 0,0-5-23 0,9 0-29 15,4-1 14-15,4-2-9 0,2 0 1 0,3-4-43 16,3 1 22-16,-1 0-1 0,1 0 30 0,3 0-56 15,-4 4 23-15,-3 0 1 0,2 0 23 16,-2 4-64-16,-1 2 36 0,1 1-13 16,-9 3-27-16,4 5 18 0,-5 0-1 0,-4-1 5 15,1 5-5-15,-4 1 25 0,-2-3 1 0,-2 2-19 16,0-1 17-16,0-4-2 0,-14 4-3 0,1-2 91 16,-4-2-42-16,-3-1-20 0,-1-5 0 0,0-1 128 15,-7-2 56-15,2-2-213 0,-2-3 0 0,2-3 0 16,-4-4 0-16,5 0 0 0,-3 0 0 0,8-4 0 15,-1-4 0-15,5-4-205 16,3-1 138-16,6 2 48 0,-1-3-5 0,6 1-324 16,2 5 164-16,0-5 48 0,0 2 54 0,2 4-342 15,8-1 200-15,3 2 96 0,2 5-445 0,0 1 271 16,2 0 134-16</inkml:trace>
  <inkml:trace contextRef="#ctx0" brushRef="#br0" timeOffset="8025.68">15386 6841 2234 0,'0'2'0'0,"0"2"0"0,0 0 0 0,0-4 0 0,0 0 0 0,0 2 543 15,0-2-259-15,0 0-126 0,0 0-63 0,1 0-320 16,1 0 129-16,0-6 73 0,2-2 23 0</inkml:trace>
  <inkml:trace contextRef="#ctx0" brushRef="#br0" timeOffset="111714.99">2684 8342 403 0,'-1'1'0'0,"-4"-1"0"0,3 3 0 0,-3-3 0 0,4 1 0 0,-1-1 0 0,-1 0 0 0,0 0 120 16,1 0-43-16,2 0-23 0,0 0 40 0,-1 0-22 16,1 0-9-16,0 0-5 0,0 0-25 0,0 0 0 15,0 0 0-15,0 0 1 0,0 0-1 0,0 0 0 16,0 0-1-16,0 0 12 0,1 0-11 0,4 0 8 16,0 0-8-16,3-1 31 15,-3-2 0-15,1 0-31 0,-1 1 24 0,-1-2 8 16,1 2-33-16,-3 1 16 0,2-1-15 0,0 0 0 15,-3 0 0-15,1 2-13 0,3 0 12 0,-4 0 1 16,1 0 0-16,2 0-25 0,0 0 0 0,2 0 33 16,-3 0-8-16,2 0-47 0,2 0 22 0,-2 0-11 15,2 0 4-15,-1 0-2 0,-1 0 16 0,2 0 0 16,-1 0 5-16,0 0-5 0,-1 0 4 0,0 0 6 16,0 0-9-16,1 0 1 15,-2-1-1-15,1 1 3 0,0 0-1 0,0 0 5 16,-2 0-2-16,4 0-8 0,-2 0 7 0,2 0-2 15,-1 0-18-15,-1 0 22 0,2 0-5 0,0-3-13 16,0 3 12-16,1 0 1 0,0-1-2 0,-1 1-3 16,0 0 2-16,3 0 2 0,-2 0-3 0,1 0-23 15,-1 0 23-15,0 0 4 0,3 0-6 16,-5 0-23-16,4 0 23 0,0 0 1 0,2 0 4 0,-4 0-2 16,5 0-4-16,-2 0 16 0,2 0-15 0,1 0 0 15,-1 0 0-15,1 0 12 16,-2 0-11-16,1 0-1 0,0 0 3 0,0 0-5 15,-1 0 8-15,1 0-4 0,0 0 2 0,1 0-2 16,-4 0 1-16,4 0-1 0,-5 0-9 0,3 0 9 16,0 0-1-16,-2 0-25 0,0 0 24 0,2 0 0 15,-1 0 1-15,1 0-17 0,1 0 14 0,-1 0 1 16,-1 0-1-16,1 0-9 0,1 0 9 0,0 0 0 16,-3 0-4-16,2 0-5 0,1 0 6 0,-3 0 1 15,5 0-20-15,-2 4 19 16,1-3-1-16,-3 1-25 0,5 0 24 0,-2-2 1 15,4 2-1-15,-4-2-33 0,5 0 31 0,-4 1 1 16,2-1-3-16,1 0-10 0,-1 0 9 0,-3 0 2 16,4 0-5-16,-4 0 1 0,2 0 0 0,-2 0 2 15,-1 2 7-15,3-2-8 0,-2 3 1 0,2 0 39 16,-2-1-38-16,1-1 1 0,2 2 1 0,-1 0 22 16,0-1 2-16,1 0-23 0,0-1 3 15,1 2 28-15,-1-3-24 0,1 1-4 16,-2 1 4-16,3-2-8 0,-2 3 9 0,1-3-3 15,-2 1-9-15,3 1 10 0,-2-2 0 0,1 0-11 16,4 0 9-16,-2 0 1 0,0 0 0 0,3 0-7 16,3 0 5-16,-4 0 1 0,2 0-3 0,-2 0-15 15,2 0 17-15,-2 0-1 0,-1 0 0 0,1 0-13 16,-2 0 13-16,3 0 0 0,-1 0-23 0,-1 0 20 16,1 0 1-16,0-2-13 15,2 2 13-15,-2 0-3 0,1 0 2 0,2 0-5 16,-3 0 4-16,0 0-2 0,4 0 2 0,-2 0 2 15,-2-1-3-15,5 1 1 0,0 0 0 0,1-3 9 16,-2 3-9-16,-2 0 1 0,6 0-3 0,-5 0 2 16,2 0 1-16,-3 0 12 0,-3 0-12 0,4 0 1 15,-1 0-1-15,-4 0 13 0,3 0-13 0,-1 0 2 16,0 0-2-16,1 0 28 0,-3 0-26 16,4 0 2-16,-2 0-2 0,0 0-13 15,1 0 13-15,-1 0 3 0,1 0-4 0,0 0 3 16,-1 0-1-16,1 0-5 0,0 0 9 0,1 0-4 15,-2 0-1-15,-1 0 30 0,1 0-29 0,-1 0 0 16,1 0 0-16,0 0 31 0,-3 3-30 0,1-3 3 16,-2 1-2-16,3-1 12 0,1 0-10 0,-3 0 5 15,5 0-5-15,-2 0 7 0,-2 0-6 0,6 0-34 16,-5 0 33-16,3 0 2 0,-1 0-2 16,0 0-23-16,-1 0 0 0,0 0 18 15,-3 0 2-15,5 0-31 0,-4 0 30 0,1 0-5 16,0 0 4-16,-1 0 24 0,2 0-25 0,-2-1-2 15,0 1 33-15,1-3-30 0,-3 1 0 0,2 1 11 16,-2-2-10-16,0 3 4 0,0-1-4 0,-2 1-15 16,-1 0 16-16,2 0 3 0,-2 0-2 0,0 0-75 15,0 0 36-15,-2 0-5 0,0 0 39 0,0 0-73 16,-3 0 33-16,2 0 7 0,-3 0 5 0,3-2 9 16,-6 2 4-16,2 0 22 0,0 0-23 0,-3-2-14 15,0 2 12-15,-1 0 48 16,1-2-23-16,-2 2 4 0,-1-1-26 0,1 1 57 15,-2 0-17-15,0-3 0 0,-1 3-30 0,0 0 6 16,0 0-3-16,0 0 10 0,0-1-178 0,0-1 81 16,0-4 37-16,0 1-220 0,-2 0 125 0,-5-4 41 15,3 2 20-15,-2-6-495 0,4 0 274 0,2 0 135 16</inkml:trace>
  <inkml:trace contextRef="#ctx0" brushRef="#br0" timeOffset="111962.39">6345 8104 1470 0,'2'0'0'0,"1"3"0"0,-1-1 0 0,7 0 0 0,-1 0 0 0,0 2 0 0,3-1 0 0,5 3 0 0,0 1 221 0,8 2-99 0,-2-1-44 0,2 3 106 16,2 2-75-16,3-1-39 15,-2 3 9-15,-1 0 92 0,1 2-69 0,-4 1-35 16,-2 2 0-16,-3 1 41 0,-4-3-30 0,0 6-7 15,-7-5-19-15,-1 3-19 0,-3 1 0 0,-3 3-34 16,0-5 8-16,-9 5 26 0,-6-1-1 0,-9-1-207 16,0 1 104-16,-10 2 52 0,4-4 17 0,-11 4-277 15,-1 1 114-15,-3-1 83 0,-10 6-4 0</inkml:trace>
  <inkml:trace contextRef="#ctx0" brushRef="#br0" timeOffset="113355.45">3478 6073 423 0,'0'-5'0'0,"-3"-1"0"0,3 0 0 0,0 3 0 0,-2-3 0 0,2 0 0 0,0 3 0 0,0-1 92 0,0 3-29 16,0-2 0-16,0 1 51 0,0 2-45 15,0 0 1-15,0 0-33 0,0 0-4 0,0 0 0 16,0 0 8-16,0 0 27 0,0 0 1 0,0 2-36 15,0 3-1-15,2 3 29 0,1 2-20 0,-2 1-8 16,-1 2 0-16,0 2 24 0,2 0 1 0,-2 4-25 16,0 1 8-16,0 6 12 0,0 1-21 0,0 3 13 15,0 2-12-15,0 2 8 0,0 7-8 0,0-1 10 16,0-1-10-16,0 2 0 0,0 3-1 16,0-6 27-16,0 10-27 0,0-5 1 15,0 0 0-15,0 0-15 0,0 3 15 0,0-7 8 16,0 10-11-16,0-2-6 0,0 0 9 0,0 1 33 15,0 3-33-15,0 3 8 0,0-1-8 0,0 0 40 16,0-1-40-16,0 1-1 0,0 0 1 0,0-3 1 16,0 4-1-16,0-3-1 0,0 4 1 0,0 1-2 15,0-1 2-15,0 0 8 0,0 1-37 16,0 1-1-16,0-4 30 0,0 2-46 16,0-1 19-16,0-1 6 0,0-2 8 0,0-1-20 15,0 1-5-15,0 4 27 0,0-1-9 0,0 0 28 16,2 3-25-16,-2-1 3 0,0 0-6 0,0 0 1 15,0-3 1-15,0 2 6 0,0-1-25 0,0 1-1 16,0-1 23-16,0 3-4 0,-2-3 3 0,2 0 3 16,0-1-4-16,0-3-27 0,-2 1-2 0,2-2 27 15,0 0-4-15,0-5-13 0,0 8 12 16,0-3 1-16,0-3-3 0,0 3 24 16,0 0-21-16,0 0 3 0,0-1-3 0,0 2-22 15,0-2 20-15,0 1-34 0,0 2-3 0,-1 1 37 16,-2-2-1-16,1 2-43 0,2-1 18 0,0-3 0 15,0-2 16-15,0-9-70 0,0 3 35 0,0-3-1 16,0-5 21-16,0-2-66 0,0-2 29 0,0-7 8 16,0 2 4-16,0-4-49 0,0-3 33 0,0-3 4 15,0-4-223-15,0-1 114 0,-3-4 69 16,3-2-304-16,-4-2 183 0,2-2 91 0,0-19 46 16</inkml:trace>
  <inkml:trace contextRef="#ctx0" brushRef="#br0" timeOffset="113857.43">3383 6110 460 0,'0'-3'0'0,"0"-1"0"0,0 0 0 0,0 2 0 0,0 1 0 0,-2 1 0 0,2-2 0 0,0 2 0 0,0 0 88 0,0 0-19 0,0 2-9 16,0 9 32-16,0 3-30 0,-3 3 0 0,-2 5 14 15,-4 4-8-15,-1 4-35 0,-1 0-1 0,-5 4-12 16,3 0 13-16,-2 1 8 0,0-3-8 0,1 0-64 16,3-4 31-16,3-1 1 0,-3-7 32 0,4 1-119 15,1-4 42-15,1-5 35 16,2-4-4-16,-1-2-187 0,4-4 101 0,0 0-76 16,0-2-32-16,0-2 89 0</inkml:trace>
  <inkml:trace contextRef="#ctx0" brushRef="#br0" timeOffset="114039.64">3451 6088 610 0,'1'2'0'0,"6"4"0"0,-2 1 0 0,4-1 0 0,-1 1 0 0,3 0 0 0,2 4 307 16,3 0-140-16,4 1-68 0,1 2 244 0,1-1-156 15,2 2-77-15,-3-3 56 0,9 2-71 0,-5 0-31 16,-2 0 0-16,-1 0-243 0,-5-1 106 0,1 2 61 15,-1-2 18-15,-2 2-521 0,-5 2 274 0</inkml:trace>
  <inkml:trace contextRef="#ctx0" brushRef="#br0" timeOffset="119986.74">3559 8353 213 0,'0'0'0'0,"0"0"0"0,-3 0 0 0,3 0 0 0,0 0 0 0,-2 0 0 0,1 0 81 15,1 0-26-15,0 0-1 0,-3 0-19 0,3 0 11 16,0 0-16-16,0 0-12 0,0-2 11 0,0 0 1 16,0 2 7-16,0 0-34 0,0 0 25 0,0 0 0 15,0 0 0-15,-2 0-12 0,2-2 18 0,0 1-6 16,-2-2 0-16,1 2-16 0,1-3 15 0,-2 0-4 15,2-1 9-15,-2 0-14 0,1-1 7 0,1-2 0 16,0 0 0-16,-3 1-22 0,3-3 27 0,0 2-17 16,0 0 11-16,-2-2-2 15,2 2 1-15,0-1-25 0,0 2 5 0,0-3 15 16,0 1 3-16,0 0-32 0,-3-1 29 0,3 1-2 16,0-1 6-16,0 1-31 0,0-1 1 0,0-1 19 15,0-1-19-15,0 3-2 0,0-1 25 0,0-3-16 16,0 1 11-16,0 1-3 0,0-2 3 0,0-1-14 15,0 5 14-15,0-6-4 0,0 4 1 0,0-1-4 16,0 1 4-16,0 1-2 0,3-1 4 0,-3 0-7 16,0 0 4-16,0 1 0 15,2 1-10-15,1-1 10 0,-3 0 2 0,1-2-12 16,1 2 10-16,0-2-2 0,-1 1 2 0,1-1-18 16,0 4 16-16,1-6 0 0,-2 1 0 0,4-1-8 15,-2 0 7-15,0 1 0 0,2-3-1 0,-2 2-6 16,2-2 7-16,0 1-12 0,1-1 11 0,-3 3 0 15,-1 1-1-15,1-1-7 0,2 0 7 0,-2 1 1 16,0 1-2-16,2 0 6 0,0-2-5 0,-1 2 0 16,1-1-1-16,1 1 4 15,-1-3-3-15,2 2 0 0,0-2-1 0,0 2 8 16,2-6-6-16,0 2-6 0,0 2 6 0,-1-1 0 16,0 1 0-16,0-2-2 0,1 1 2 0,-3 2-1 15,-1 0 1-15,2 4 2 0,0-5-3 0,0 5 1 16,-2-2-2-16,1 1 18 0,1-3-16 0,0 4 0 15,-2-4 0-15,5 1-4 0,-1 1 5 16,1-2-2-16,-1 2 2 0,1-2 0 0,1 1 0 0,-2 1-5 16,0-2 5-16,1 1-1 15,0 1 0-15,-2 0 1 0,3 0-1 0,-3 0 0 16,1 1-1-16,1-1-3 0,1 1 4 0,-5 3 0 16,6-5 0-16,-3 5-6 0,1 0 6 0,-4-1 26 15,5-1-25-15,-1 2-1 0,-1-3 1 0,3 0 36 16,-3 1-34-16,2 0-1 0,3-1 2 0,-3 1 20 15,2 1-19-15,0-1 0 0,-2 2 2 0,1-3-9 16,1 4 10-16,-3-1-1 0,4 1 4 16,-4 1-11-16,3-2 7 0,-1 3-2 15,-2-1 1-15,4-2 1 0,-3 3-2 0,2-1 38 16,-2 0-37-16,2-2 0 0,-1 2 0 0,1 1 4 16,1-1-3-16,-4-1 0 0,3 2 3 0,-1 1 4 15,1-1-3-15,-4 0 0 0,7-1-14 0,-3 0 12 16,1 2 1-16,-3-1-1 0,5 0-15 15,-1 0 16-15,0 0-3 0,0 0-1 16,0-1 0-16,1 2 1 0,0-2 0 0,-1 2 9 0,0-1-9 16,0 0 0-16,-1 1 0 0,0 2 11 15,-1-4-8-15,0 3-1 0,0-2-2 0,-1 2-11 16,-1 1 12-16,0 0 16 0,-1-2-12 0,3 1-4 16,-4 1 1-16,3 1 30 0,-2-3 1 0,3 1-28 15,-2 0 1-15,2 0 50 0,1 0-24 0,-3 1 5 16,5-1-28-16,-3 0 34 0,-2 2-24 0,2-2 0 15,1 0-4-15,0 2-22 0,-3 0 23 16,3 0-52-16,-1 0 31 0,0 0-6 0,3 0 24 16,-3 0-53-16,1 0 24 0,-1 0-9 15,4 0 34-15,-4 0-40 0,1 0 0 0,2 0 18 16,-4 0 10-16,-1 0-10 0,1 0 9 0,2 0-7 16,-4 0 5-16,-1 0 19 0,4 0-19 0,-5 0 24 15,1 0 3-15,1 0-22 0,-1 0-3 0,1 0 18 16,1 0-16-16,-2 0 5 0,0 2-2 0,5 0-17 15,-5 0 16-15,2 0 2 0,2-1-2 0,-5 3-23 16,3-2 25-16,2 3-4 0,-2-2-29 16,0 2 26-16,-1 0 2 0,4 0 12 0,-5-1-12 15,4 2-4-15,0-3 3 0,1 2-3 16,-1 1 2-16,2-2-1 0,-3 2 3 0,2-2 0 16,-1 1-1-16,2 1 0 0,-2-1 0 0,-2 0-8 15,3 0 9-15,-2 1-1 0,0-1 0 0,-1 1-22 16,2-1 21-16,0 1-10 0,-5 1 10 0,5 1-4 15,-1-1 3-15,0 1 7 0,0-1-8 0,1 3-1 16,-2-2 1-16,2-1 20 16,-2 0-19-16,3 3-1 0,-3-3 1 0,2 1 22 15,0-1-21-15,0 3 2 0,-1-3-2 0,1 3 11 16,1-3-10-16,-4 2 2 0,4 1-1 0,0 0 1 16,-4-1-1-16,1-2 0 0,1 3 0 0,-2-1 1 15,2 1-1-15,0-1 5 0,-2 1-5 0,2-1 0 16,-1 0 0-16,0 0 10 0,-1 1-10 0,1-1 0 15,0 0 0-15,0 1-8 0,-1 0 9 0,-1-1 2 16,4 0-1-16,-5 2-18 0,1-1 17 16,1 1-3-16,1 1 1 0,-4-1 2 15,3 0-3-15,0 0-3 0,-2 0 5 0,0 2-4 16,0-1 3-16,0 1-17 0,0-1 15 0,1-2 1 16,-1 4 0-16,-2-1-19 0,1-2 19 0,1 2-1 15,0 0-15-15,-1 0 15 0,2 1-4 0,0-1-1 16,-1 0 1-16,-2 2 3 0,1-2-4 0,1 1 0 15,0 0 1-15,-1-1 1 0,0 2 0 0,1 2-10 16,0-1 9-16,-1 0 1 0,2 1-1 0,-3 0-3 16,0 0 3-16,4 0 0 15,-2 0 2-15,-2 0-2 0,4-1 0 0,-3 1 4 16,2 0-4-16,-3 1 0 0,2-2 0 0,0 1 2 16,0 0-1-16,-3 1-1 0,2-4 2 0,-1 3-1 15,-1-2 0-15,2 2 0 0,-2 0 0 0,1 0 1 16,-3 1-1-16,3-1-4 0,-3 3 4 0,3-4 0 15,-3 3-1-15,1-2 1 0,1 1 0 0,-2 1-1 16,-1 0 1-16,1 1-9 0,-2-1 8 16,-1 2 0-16,0 0 0 0,0-3-36 15,0 1-1-15,0 0 35 0,-1 0-146 0,-6-2 68 16,-1-3 28-16,1 2-306 0,-1-4 168 0,0-4 79 16,-3 2 39-16,3-3-546 0</inkml:trace>
  <inkml:trace contextRef="#ctx0" brushRef="#br0" timeOffset="121842.83">3481 8292 55 0,'-3'-5'0'0,"-2"3"0"0,2 0 0 15,-1-1 0-15,0 0 0 0,1 2 77 0,0-1-28 0,1 0 5 0,0 1-34 0,1-1 30 16,-1 0 1-16,1 0-25 16,1 2 32-16,0 0 8 0,-2 0-36 0,2 0 27 15,0 0-26-15,0 0 1 0,0 0-1 0,0 0-13 16,0 9-7-16,0 2 20 0,0 0 0 0,0 3 25 16,0 0-23-16,0-1 9 0,0 1-10 0,2 1 11 15,-1 0-10-15,1-1-1 0,-1 0 30 0,1 3-21 16,0-1-8-16,1-1-12 0,-1 0 12 0,-1 3 0 15,1-1-1-15,2 0-5 0,-2 1 6 0,1 0-1 16,-1 1 1-16,2-3-24 0,0 5 0 16,-1-2 29-16,2-2-6 0,1 2-35 15,-3-3 0-15,2 0 25 0,1 1-26 0,-3 0 30 16,4-3-2-16,-1 3-24 0,2 0 21 0,-3 0-2 16,0 0 2-16,3 0-2 0,-1 0 1 0,0-1-2 15,2 2 1-15,-1-2-16 0,0-1 16 0,0 2 3 16,-2-2-3-16,1 0-39 0,0 2 37 0,0-2-1 15,-1-2-38-15,-1 3 40 0,2-3-7 16,0 0-15-16,0 0 17 0,-2-1-2 16,1 0 1-16,1 2-10 0,-2-2 6 0,2 0 3 15,-1-1-5-15,-1 0-17 0,3 0 21 0,-2 1-2 16,1-1-1-16,1-1 9 0,0 1-8 0,-1-2 0 16,3 2-9-16,-4-1 9 0,3 1-2 0,-2 1 14 15,0-1-13-15,2 1 1 0,-1 0 2 0,2 2 0 16,-2-2-2-16,0 2 0 0,1-3 2 0,-1 0 1 15,0-2 0-15,2 6-2 0,-3-7-1 16,3 1-9-16,-4 0 10 0,4-1-1 16,-2 1 6-16,1 1-13 0,-2-2 8 0,1 1 4 15,1-1-5-15,1 1 1 0,-2-2 0 0,1 3-2 16,1-3 0-16,-2 3 1 0,2-3 0 0,2 2-4 16,-6-2 6-16,6 3-2 0,-3 0 1 0,2-1-13 15,0-2 11-15,-3 3 1 0,3 0-4 0,-1-1 3 16,1-2 0-16,0 4-1 0,1-5 0 15,0 2 1-15,-1-1 1 0,0 1-11 0,2-2 9 16,0 1 1-16,0-1-2 0,0-1-8 16,0 0 10-16,0 1-1 0,4 0-1 0,-6 0-15 15,5 0 14-15,-3-1 1 0,2 1-23 0,-2 2 21 16,0-3-1-16,3 1-14 0,-3 1 14 0,1-2 0 16,-1 3-2-16,6-2 24 0,-6-1-23 0,4 1 1 15,-1-2-1-15,0 1 2 0,1-1 0 0,0 0-1 16,1 0 0-16,-2-3-4 0,1 4 5 0,1-2-11 15,1 1 11-15,-6 0-1 0,5-1 1 0,-4 3-12 16,3-2 11-16,-4-1-1 0,4 3 0 16,-1-2-6-16,-1 0 4 0,2 2 2 15,0-5-3-15,-1 3 28 0,3-2-25 0,-2 2 0 16,1-4 1-16,1 1 12 0,-3-1-12 0,3 0 0 16,0 0 3-16,-3 0-2 0,3 0 1 0,-1 0-4 15,-1-3 4-15,2-1 2 0,0 0-3 0,0-1-17 16,-3 0 17-16,3 0 0 0,-3 2-1 0,0-1-27 15,3-2 26-15,-2 2-1 0,0 0 0 0,0-1-4 16,3-1 4-16,-5 0-2 16,5 1 5-16,-4-3-5 0,3 0 2 0,-2 1 9 15,1-2-9-15,1 2-1 0,-3-3 0 0,0 1 11 16,1-1-10-16,-1 2 2 0,0 1-2 0,1-2 10 16,-4 1-9-16,3 0 1 0,-2 3-1 0,0-2-1 15,-2-1 1-15,2 1 1 0,-1-1-4 0,1 1 4 16,-3-3-1-16,2 1 3 0,1-3-3 0,-1 1 1 15,-1 0-1-15,-1 0 32 0,2-3-30 0,1 3-1 16,-2-2 1-16,2 0 16 16,-3 2-16-16,2-1 3 0,-1 3-2 0,-2-2 3 15,2 2-3-15,1-3 5 0,-1 1-4 0,-1 1 2 16,0-1-2-16,0 2-19 0,2-2 19 0,-2 0 1 16,1-1-2-16,1 1-33 0,-2-1 32 0,2 0-1 15,-3-2 0-15,2 3-28 0,-2-1 27 16,1-1-2-16,1 0 2 0,-1 2-22 15,1-2 20-15,-3 0-3 0,2 2 3 0,0-3-4 0,2 1 2 16,-5 2-4-16,3-1 4 0,2-1-2 16,-3 0 2-16,-1 2 13 0,2-1-12 0,-3 0 0 15,2 1-1-15,-1-1-1 0,0 1 2 0,-2 0 1 16,4-2-1-16,-3 1 3 0,0 1-2 0,-1 0-2 16,3 0-3-16,-2-1 4 0,2-1 0 0,-4 2 3 15,4-2-3-15,-3-1 0 0,2 0 0 0,0 1-8 16,0-1 8-16,-2 1-1 0,0 0 1 0,1 2 8 15,0-1-8-15,-3 1 0 0,2 0 0 0,1 0-24 16,0 0-2-16,-1-1 24 0,2 1-5 16,-3 0 4-16,2-2 1 0,-2 1-14 15,1 1 10-15,-2-2 2 0,4 0-1 0,-4-1 14 16,1 1-14-16,-1-2-1 0,3 0-3 0,-5-2 44 16,5-1 2-16,-2 0-39 0,-1 0 0 0,2-3 44 15,-1 1-15-15,0-3-1 0,2-2 3 0,0 3 0 16,-3 1-21-16,1-1-48 0,2 1 27 0,-6 0-2 15,2 3 26-15,0-1-78 0,-1 3 34 0,-1-1 0 16,0 5 26-16,0-3-161 16,1 5 65-16,-2-1 44 0,1 2 1 0,0-4-87 15,1 5 49-15,0-5 36 0,0 4-225 0,1-3 127 16,-1 1 63-16</inkml:trace>
  <inkml:trace contextRef="#ctx0" brushRef="#br0" timeOffset="123417.25">5088 8334 512 0,'0'-5'0'0,"0"1"0"0,0 3 0 0,0-2 0 0,0 0 0 0,0 0 236 15,0 3-102-15,0-1-50 0,0 1-26 0,0 0 89 16,0 1-61-16,0 11-27 0,0 1 1 0,0 0-5 16,0 4-22-16,0-1 8 0,0 0-8 0,0-1-34 15,2-2 34-15,1-1-1 0,-2-3 1 0,1-3-28 16,0-3-8-16,0 1-26 0,0-4 31 0,0 0 0 15,-2 0 5-15,3-2-46 16,-3-11 25-16,0-8 7 0,0-1-1 0,0-3-77 16,0 1 44-16,3 4 17 0,-3-3-1 0,0 4-12 15,1 4 0-15,-1 6 16 0,0 1 44 0,0 4-6 16,0 2-26-16,0 1 134 0,0 1-63 0,0 0-29 16,0 13 0-16,0 3 80 0,0 3-51 0,0 2-14 15,0 0 0-15,-1-1-9 0,-2-3-7 0,3 0 18 16,-3-6-19-16,1 0-79 15,2-3 40-15,-2-2 5 0,2-4-343 0,-2-1 159 16,-2-1 95-16</inkml:trace>
  <inkml:trace contextRef="#ctx0" brushRef="#br0" timeOffset="124653.52">4205 7658 272 0,'0'0'0'0,"0"0"0"0,0 0 0 0,0 0 0 0,0 0 0 0,0 0 47 0,-3 0-15 0,1 0 9 15,1-2-8-15,-2 0 31 16,1 1-31-16,0-1 0 0,1 0 0 0,-1 0 19 16,0 0-19-16,1 0 0 0,-2-2-11 0,3 3 11 15,-5-1-1-15,3-1 3 0,-2 2-3 0,1-1 1 16,-2 0 0-16,2 0-19 0,-1 2 19 0,-2 0 7 16,1 0-9-16,-1 0-29 0,0 0-4 0,1 0 32 15,-3 0-5-15,3 0-18 0,-3 0 18 0,0 0 1 16,3 0-35-16,-1 0 33 0,-1 0 1 15,0 0-33-15,-1 0 27 0,3 0 2 16,-1 2-5-16,-2-2-21 0,2 2 26 0,1-2-3 16,0 2-3-16,-3-2-24 0,2 1-2 0,0 2 27 15,1-1 1-15,-3-1-29 0,3-1 21 0,-3 2 5 16,0 0-36-16,3 0 33 0,-1 0-3 0,-2 2-17 16,-1-2 15-16,2-1 2 0,-1 3-4 0,-1 0 0 15,1 2 3-15,1 0-2 0,-2-1 1 0,-1 2-7 16,1 1 7-16,1 0 0 0,1-1 2 15,-3 1-4-15,1 1 1 0,3-2 1 16,-5 3 3-16,3-5-3 0,2 3 0 0,-2-1 9 16,0 1-10-16,0-2 1 0,1 1 0 0,1 1 2 15,-3-3-1-15,4 5 0 0,-3-5 0 0,3 3-28 16,-3-1 27-16,1 1 0 0,2-1 1 0,0 0-13 16,0 0 11-16,0 0-2 0,-4 1-1 0,6-2 0 15,-5 3 3-15,3 2-4 0,0-2 2 0,-2 0-1 16,2 1 0-16,-2 1 18 15,2-1-16-15,-1 3 0 0,3-2-1 0,-1 0 24 16,-2 3-22-16,2-5 1 0,2 2 1 0,-1 2 16 16,-1-2-17-16,0 3 1 0,2-3 0 0,-1 1 8 15,1-3-6-15,-2 5-11 0,2-2 9 0,-1 1 2 16,0 2-1-16,-1-2-12 0,1 2 13 0,2 0-3 16,-4 0 2-16,2 0-27 0,1 0 25 0,-1 0-1 15,3-6 2-15,-4 7 0 0,4-6-2 0,0 5-2 16,0-3 1-16,0 4 37 0,0-4-35 0,0 2 7 15,0 0-7-15,0 0 1 16,4 1-1-16,-3 2 31 0,6-2-29 0,-2 0 4 16,1 0-4-16,1 0 33 0,2 1-31 0,0-1 7 15,0 1-5-15,3 0 8 0,-1 0-7 0,2 0 1 16,0-1-15-16,3-1-11 0,-2-1 24 0,2 0-29 16,1 0 28-16,-2-2-1 0,3 3 1 0,0-3-156 15,3 1 74-15,-4-2 28 0,8 3 21 0,-5-1-326 16,5-3 161-16,-3-1 54 0,5-3 54 15,0-1-281-15</inkml:trace>
  <inkml:trace contextRef="#ctx0" brushRef="#br0" timeOffset="126527.79">3960 7703 433 0,'0'0'0'0,"0"-1"0"0,0-2 0 0,0 0 0 0,0-3 0 0,0 2 0 0,0-1 78 15,2-1-23-15,0 1 0 0,1-1-22 0,3-2 25 16,-1 3-17-16,1-1-9 0,0 0 1 0,1 0-2 16,-1 1 2-16,1-1 0 0,1 3-5 0,1-3 5 15,-1 2 0-15,-1 1-35 0,3-1 35 0,0 0 0 16,-2 1 7-16,2 1-37 15,1-2 24-15,-3 3 3 0,1-2-7 0,4 1 10 16,-5 0 0-16,3 2-6 0,2-2-2 0,-2 2 7 16,1 0-5-16,-1-1 0 0,1 1-3 0,-1 0 3 15,2-3 1-15,-2 3-2 0,3-1 2 0,-4 1 0 16,2 0 6-16,1-2-17 0,1 2 10 0,-1-2 0 16,0 2-1-16,1-2-32 0,-5 2 37 15,5 0-7-15,-2 0 1 0,1 0-23 0,-1 0 20 16,-1 0 2-16,-1 0-33 0,4 0 28 15,-4 0 2-15,0 0-12 0,-1 0 11 0,2 0-1 16,-1 0 1-16,2 2 18 0,-2 2-20 0,0-3 0 16,-1 3 1-16,2 0-3 0,-1-2 8 0,2 2-3 15,-2 0-2-15,0-2-9 0,0 1 10 0,-2 1-1 16,3-2-23-16,-1 2 22 0,-2-1 1 0,1 1-24 16,2-2 22-16,-3 2-4 0,2 1 8 0,-3-1-17 15,2-1 11-15,0 3-2 0,1-2 1 0,0 2-4 16,-1-2 4-16,0 1-1 15,-1-1 1-15,1 2-5 0,-2-3 4 0,4 3 4 16,-3-2 2-16,0 1-6 0,-1-1 1 0,5 2 9 16,-7 0-9-16,3-4 3 0,1 5-3 0,-1-1-1 15,-1-3 1-15,1 2 1 0,0-2-1 0,-1 2-6 16,0-2 6-16,1 3-1 0,-3-3 1 0,4 0-21 16,-1 2 20-16,-4-2 2 0,2 0-6 0,1 1 2 15,-1 2 1-15,1-1-2 16,-2-2 1-16,0 2 2 0,3 1-1 0,-3 0 5 15,1-1-5-15,0 0-1 0,2 3 0 0,-3-2 1 16,1 0 0-16,-1-1-1 0,0 1 1 0,1 1-36 16,-1-3 34-16,1 2 3 0,0-1-12 0,0 1 7 15,-1 0 2-15,-1-1-15 0,1 1 13 0,-1 0 0 16,2 1 0-16,-2 1-20 0,-1-1 19 0,1 0-3 16,0-1 2-16,-1 2 7 0,2-1-7 0,-2 0 0 15,0-1 0-15,0 2 0 0,2-1 0 16,-3-1 2-16,1 1-2 0,0 1 24 15,-1 0-24-15,1 0 5 0,2-2-4 0,-4 2 4 16,3-1-4-16,-2 1-25 0,2 1 26 0,-1 1 0 16,1-2-1-16,0 3-28 0,-1-2 27 0,-1-1-1 15,1 1 1-15,0 1-29 0,0-1 27 0,-2 0-3 16,1 1 2-16,0 0-3 0,1-2 2 0,-2 1-3 16,0 1 3-16,2-1-2 0,-3 3 2 0,1-2-2 15,-1-2 2-15,0 2 0 0,2-1-1 16,-2 0 21-16,2 1-20 0,-2 1 1 15,0-1-1-15,1-1 0 0,-1 2 1 0,0-2 1 16,0 3-13-16,2 0 11 0,-2-3 1 0,0 0-12 16,0-1 12-16,3 0-1 0,-3 1-1 0,2-2-4 15,-2 0 4-15,0 3 0 0,0-2-2 0,0 1-3 16,0-2 3-16,1 4 1 0,-1-1-1 0,0 1 1 16,0-1 0-16,0-1 0 0,0 1-6 0,0 3 6 15,0-2 0-15,0-3-29 0,0 5 27 0,0-4 1 16,0 3-1-16,0-4-2 15,0 2 1-15,0-1 1 0,0 2-3 0,-3-1 10 16,-2-1-8-16,0 3 0 0,1-3-2 0,-1 2 32 16,0 1-30-16,-1-1 1 0,-2 0 37 0,3 0-35 15,-3 0 3-15,2 1 23 0,0-3-22 0,-1 2-1 16,0-1 3-16,1 2-9 0,0-5 9 0,0 2-2 16,1 1 4-16,0-3-25 0,-1 2 0 0,1-1 21 15,-1 1-2-15,1-1-35 0,0 1-3 0,-1 0-7 16,1-1 38-16,-1 4 1 15,-2-3-7-15,3 1-15 0,-1-3 15 0,-1 4 3 16,-1-2-5-16,2 3 38 0,-5-2-34 0,2 0 1 16,-1 0-4-16,2 2 21 0,-4-2-15 0,0 1-1 15,1-2 3-15,-2 4 9 0,2-5-9 0,-2 4-1 16,-1-3 14-16,4 1-13 0,-5 1 3 0,2-2-8 16,-1 1 6-16,1-1-1 0,2-1 1 0,-3-2 4 15,4 4-4-15,-4-2-1 0,4-3-1 0,0 3 1 16,-2-2 1-16,3-1-1 15,-1 1 1-15,2 0 16 0,-1-3-17 0,0 1-11 16,0 0 12-16,1-1 0 0,-1 1 2 0,1 0-31 16,1 0 28-16,-2-1 0 0,1 0-1 0,0 0 10 15,-3 2-10-15,3-4-1 0,-3 3 0 0,4-3 12 16,-5 1-11-16,1 2 0 0,2-2-2 0,-3 0 26 16,1-2-23-16,0 2 0 15,0-2 19-15,-2 0-17 0,2 0 3 0,0 0 5 0,-1 0-5 16,0 0-2-16,4 0 2 0,-4 0 24 15,2 0-25-15,2 0 1 0,-2 0 0 0,-2 0-2 16,3 0 3-16,3 0-1 0,-5 0 1 0,3 0-2 16,-1 0 1-16,2 0 1 0,-1 0 8 0,-1-2-8 15,1 0 1-15,1 0-7 0,0 0 6 0,-3-2 1 16,4-1-1-16,-5 1-10 0,1-4 9 0,2 1-1 16,-6-1 2-16,3 0-40 0,-2-4 38 0,-1 1 0 15,1 0-1-15,0 0-17 0,-1-1 17 16,-2-1-20-16,3 0 18 0,-2-1-3 15,2 1 2-15,0 0 10 0,1-2-10 0,-1 2-2 16,2-2 1-16,-2 0 21 0,0-2-20 0,1 0 0 16,2-1 0-16,-6-1-13 0,3-2 13 0,0 0 4 15,-2-3-2-15,0-1-62 0,-2 1 30 0,0-4-28 16,-4-2 26-16,2 0-6 0,3-2 31 0,-3 0-119 16,4 0 58-16,0 0 16 0,2-2 0 0,-1 1-118 15,6 0 71-15,-3 3 27 0,2 2 8 0,2 2-186 16,1 3 111-16,4 3 55 15,2-1-354-15,0 5 197 0</inkml:trace>
  <inkml:trace contextRef="#ctx0" brushRef="#br0" timeOffset="127288.42">3854 7664 565 0,'-5'0'0'0,"4"0"0"0,-4 0 0 0,0 0 0 0,-1 0 0 0,0 0 0 0,2 0 0 0,0 0 63 0,-1 0 1 0,2 0-31 0,-1 0 21 15,-2 0 9-15,2 0-31 0,0 2 1 0,1 2 24 16,-3 0 0-16,4 1-16 0,-5 2-8 0,2 1 33 16,-2 1 0-16,2 2 25 0,-1 0-30 0,1-3 9 15,-2 5-37-15,2 0 45 0,-2 2-23 0,1-3 1 16,1 3-23-16,2 0 30 0,-3 0-9 0,-1 3-21 16,4 0 0-16,0-2 7 0,-2 3-7 15,2 3 8-15,-1-4-8 0,0 2-3 16,1 1 3-16,-2 0-1 0,3-1-17 0,-1 1 26 15,2 2-8-15,-1 1-8 0,2 1 8 0,-3 1 0 16,3 0 0-16,0-3-7 0,0 6 3 0,0 0 3 16,0-2-5-16,0 0-28 0,0 1 28 0,0-6 10 15,0 7-11-15,0-5-56 0,0 3 26 0,0-3-17 16,3-3-24-16,-1 1 36 0,-1 1-14 0,1-4-60 16,-1-1 40-16,1 0 24 15,0-4-16-15,1-3-124 0,-1 1 69 0,-1-3 38 16,3-3 6-16,0 0-115 0,1-4 53 0,3-1 30 15,0-1-262-15,1 0 153 0,0 0 77 0,3-5-277 16</inkml:trace>
  <inkml:trace contextRef="#ctx0" brushRef="#br0" timeOffset="127805.04">3699 7985 581 0,'0'-2'0'0,"0"0"0"0,0 2 0 0,-4 0 0 0,-2 0 0 0,1 0 0 0,-1 5 0 0,3 4 0 0,-2-3 84 0,2 2-26 0,0 2 84 16,1 1-46-16,-1 1-36 15,3 0 0-15,0 2 45 0,0-1-35 0,0 0-1 16,0 2-28-16,-3 0 36 0,3 0-22 0,0 2 0 16,0 1-22-16,0-2 25 0,0 2 8 0,0-1-33 15,0 2 0-15,0 2 28 0,0-3 0 0,0 1 4 16,0 0-24-16,0-2-8 0,0-1 0 16,3 4 16-16,0-4-16 0,0 1-1 15,2 0 9-15,0 1-29 0,1 0 21 0,-1-1-1 16,0 2 1-16,1 0-28 0,-1-1 9 0,1 0 18 15,0 0 1-15,1 1-27 0,-1-3 1 0,-1 2 12 16,2 0 13-16,0-2-15 0,3 0 9 0,-4 1 7 16,2-2-9-16,3 2-2 0,-3 0 8 0,2-1-33 15,-1 2 26-15,1 0 2 0,-2-1-1 0,2 0-54 16,-1 1 31-16,0-2-7 0,-1-2 27 0,0 1-50 16,0-2 23-16,-2-2-10 0,2-2-34 0,-2 1 24 15,1-3 0-15,-1-1-46 16,-1-1 35-16,2 1 10 0,-2-2 0 0,2-2-272 15,-2-2 138-15,1 0 53 0,2 0 40 0,2 0-315 16,-1 0 167-16,1-2 96 0,-1-2-274 0,-2-6 181 16</inkml:trace>
  <inkml:trace contextRef="#ctx0" brushRef="#br0" timeOffset="128192.15">3727 8466 184 0,'0'0'0'0,"0"0"0"0,0 0 0 0,0 0 0 0,0 0 0 0,0 0 0 0,0 3 224 0,0 0-95 0,0 7-41 16,0 2 65-16,0 1-60 0,0 2-31 0,0 1 77 16,2 0-54-16,3 2-17 0,0 0-9 0,2 0 19 15,1 1-23-15,0 0 1 0,2-2-23 0,-1 0 74 16,2 2-41-16,3-3 0 0,-2 3-34 0,0-2 31 16,1 2 0-16,0-2-45 0,1 0-8 0,-1 0 23 15,2 0 0-15,-2-1-57 16,0 1 29-16,-2 0 8 0,2-2 20 0,-1 0-34 15,0 0 9-15,-4 0 1 0,2 0-14 0,2 1-66 16,-4-3 29-16,4 2 28 0,1-3-5 0,0 0-294 16,4-1 133-16,0-1-396 0</inkml:trace>
  <inkml:trace contextRef="#ctx0" brushRef="#br0" timeOffset="128894.82">6986 8637 810 0,'-8'-8'0'0,"7"4"0"0,1 1 0 0,0 2 0 0,0-2 0 0,3-1 271 0,6 2-120 0,2 0-51 16,5 0-37-16,1 2 222 0,3 0-126 0,4 2-64 15,-5 9 27-15,0 3-37 0,5 5-30 0,-9 1-56 16,1 3 34-16,-4 2 0 0,-6 4-1 0,-1 1-42 16,-5 0 16-16,0 2 1 0,-10-3 26 0,-4 2 17 15,-8-2-17-15,0-5 8 0,-2-4-8 0,-3-1 34 16,-3-4 1-16,1-1-57 0,0-5-80 0,4-3 50 16,2-5 21-16,3-1-1 15,5 0-343-15,8-1 170 0,4-12 87 0,3-5-241 16,3-4 133-16,19-6 82 0,8 0 23 0</inkml:trace>
  <inkml:trace contextRef="#ctx0" brushRef="#br0" timeOffset="129056.84">7350 8527 1305 0,'2'-1'0'0,"1"1"0"0,-3 0 0 0,0 3 0 0,-13 10 0 0,0 3 0 0,-6 8 0 0,5 2 549 15,-2 12-258-15,3-1-130 0,4 7-63 0,6-3 386 16,3 10-230-16,0-4-110 0,3-3-36 0,14-6-38 15,5-1 1-15,4-9-454 0,6-4 204 0,6-1 106 16,3-12 52-16,3-6-329 0,4-5 195 0,3 0 102 16</inkml:trace>
  <inkml:trace contextRef="#ctx0" brushRef="#br0" timeOffset="130024.53">2649 6204 867 0,'-3'-18'0'0,"0"3"0"0,3 1 0 0,0 6 0 0,0 1 0 0,0 0 0 0,0 3 125 0,5 1-38 0,6 1-31 0,1 2 44 16,0 0-33-16,1 0 0 0,2 2-26 0,-2 8 71 15,-2 1-39-15,0 3 0 0,1 1-41 0,-3 4 25 16,-1 0 9-16,-2 1-127 0,-1 1 47 0,-1-2 23 16,-2-2 1-16,1 0-251 15,-3-6 135-15,2 1 62 0,1-5 36 0,-3-4-210 16,0 0 110-16,2-1 19 0,-1-2-13 0,2-5-202 15</inkml:trace>
  <inkml:trace contextRef="#ctx0" brushRef="#br0" timeOffset="130173.14">2968 6004 445 0,'6'-15'0'0,"-2"5"0"0,2 4 0 0,-1 1 0 0,-2 2 127 0,-1 1-48 0,3 2-23 16,-5 0 0-16,3 2 197 0,-3 14-102 15,0 12 76-15,-3 8 1 0,-18 13-98 16,-6 9-48-16,-5 8-71 0,-3 9 8 0,-6 15 14 15,3-1-1-15,3-1-358 0,3 4 179 0,-1-1 90 16,6-2 53-16,-5 26-241 0</inkml:trace>
  <inkml:trace contextRef="#ctx0" brushRef="#br0" timeOffset="130662.73">2957 8976 944 0,'-8'0'0'0,"5"3"0"0,1 0 0 0,-2 3 0 0,2-1 0 0,1 3 0 0,1 4 0 0,0 1 0 0,0 0 153 15,0 4-63-15,0-2-29 0,0-1 104 0,1 0-66 16,10-1-33-16,-4-6 51 0,4 5-47 0,-2-5 1 15,2-3-38-15,1-3 24 0,0-1-25 0,-1 0 9 16,5 0-8-16,-2-14-34 0,0-9-1 0,-2-6 35 16,-1-1 0-16,-3-4-62 0,-5-3 27 0,0 3 0 15,-3-4-21-15,0 5 11 0,-6 1-1 0,-10 4-43 16,-4 4 32-16,-1 5 5 0,2 8 1 16,-11 3 63-16,3 8-20 0,0 0-10 15,-3 17-14-15,1 13 85 0,5 4-39 0,5 4-17 16,9-6 1-16,5 3-148 0,5-1 62 0,2-4 37 15,16-5-245-15,14-1 127 0,7-9 66 0</inkml:trace>
  <inkml:trace contextRef="#ctx0" brushRef="#br0" timeOffset="131582.5">4600 6963 793 0,'-6'-6'0'0,"1"5"0"0,4-1 0 0,-1 2 0 15,-1 0 0-15,-2 0 0 0,2 0 214 0,-6 0-90 0,4 0-37 0,-3 6-32 0,-1 6 32 16,-4 7-28-16,0 6 42 0,-5 11-35 0,-2 3 9 16,0 6-42-16,-5 2 5 15,0 0-6-15,1 1 1 0,5-2 0 0,-2-9-31 16,1 6 31-16,1-4-1 0,3-8 1 0,0 3-65 15,-3-2 32-15,3-4 8 0,0-1 25 0,5-9-93 16,-2-1 42-16,7-8 2 0,1-1-164 0,3-4 79 16,1-2 50-16,1-2-298 0,1-2 160 0,17-19 67 15,6-7 45-15,0 1-241 0</inkml:trace>
  <inkml:trace contextRef="#ctx0" brushRef="#br0" timeOffset="131825.47">5145 6689 1033 0,'2'-1'0'0,"-2"-3"0"0,1 2 0 0,1 2 0 0,-2 0 0 0,0 0 0 0,0 0 124 0,0 6-49 0,-3 8-22 0,-6 7 271 16,-3 4-145-16,-3 4-73 0,0 7-29 0,-5 7 91 16,-1 2-67-16,-2 1-34 15,-1 3-1-15,1-1-66 0,-1 3 9 0,2 0 24 16,-4 1-94-16,-1-1 48 0,0 1 22 0,-3-2-83 15,0-2 62-15,0-4 18 0,6-5 0 0,5-9-279 16,4-2 140-16,4-10 29 0,5-2 47 0,5-2-271 16,1-7 147-16,0-4 75 0,1-1 36 0,12-2-276 15</inkml:trace>
  <inkml:trace contextRef="#ctx0" brushRef="#br0" timeOffset="132080.9">5588 6854 1111 0,'0'-5'0'0,"0"5"0"0,3 0 0 0,-3 4 0 0,0 7 0 0,-5 8 0 0,-6 4 0 0,-4 5 0 0,-3 9 351 0,-6 6-151 16,-4 11-88-16,2 2 128 0,0-1-104 15,-2 4-52-15,-2 2 5 0,4-6-20 0,-6 16-8 16,3-10-28-16,3 2-109 0,1-1 54 0,4-9 35 15,-4 0-7-15,2-3-81 0,3-7 53 0,5-9 28 16,-3-1 0-16,8-6-301 0,0-4 105 0,6-10 94 16,1-4-15-16,3-4-278 0,0-5 179 0,5 0-193 15,15-7 189-15</inkml:trace>
  <inkml:trace contextRef="#ctx0" brushRef="#br0" timeOffset="132330.63">5896 7264 1155 0,'0'0'0'0,"-2"0"0"0,2 0 0 0,-1 1 0 0,-4 8 0 0,-5 3 0 0,-2 8 0 0,-4 2 0 0,-6 13 0 0,-4 1 369 0,0 5-168 0,-4 8 124 16,-6 9-150-16,3 1-71 0,-2 6-36 0,-3 3 11 15,3 5-23-15,-4-2 8 0,2-1-31 0,2-4-79 16,3-2 40-16,-1-4-1 0,3-2 40 0,6-9-76 15,1 3 34-15,3-5 21 0,2-6-244 0,7-9 129 16,0-1 19-16,5-9-256 0,3-1 134 0,0-7 89 16,3-5 33-16,0-6-254 0,4-3 153 0,9 0 67 15,10-11 47-15</inkml:trace>
  <inkml:trace contextRef="#ctx0" brushRef="#br0" timeOffset="132601.47">6171 7696 707 0,'1'-10'0'0,"3"10"0"0,0 0 0 0,0 0 0 0,-2 0 134 0,-2 2-43 0,0 12 248 15,-8 6-152-15,-9 11-78 0,-5 2-38 0,-5 10 276 16,-5 5-149-16,-6 11-87 16,0 0-39-16,0 3 144 0,-2 1-91 0,2 5-47 15,-4 3-14-15,-8 12 25 0,4-6-28 0,-5 0-1 16,-4 2-60-16,-1-2-1 0,6-8 42 0,-13 17-131 15,3-6 61-15,4-6 31 0,13-11 0 0,-1 2-217 16,11-14 127-16,1-2 13 0,5-8 43 0,11-11-263 16,2-2 134-16,9-9 47 0,-1-4 33 0,6-5-225 15,0-5 137-15,3-5 68 0,10 0-126 0,9-5 97 16,1-14 40-16,8-7-254 16</inkml:trace>
  <inkml:trace contextRef="#ctx0" brushRef="#br0" timeOffset="132908.18">6123 8404 989 0,'0'0'0'0,"0"0"0"0,0 0 0 0,0 0 0 0,0 0 0 0,0 0 0 0,0 0 0 0,0 3 97 0,-8 1-36 15,-1 6 0-15,0 1 319 0,-5 8-173 0,-3 5-88 16,-5 8-34-16,-5 9 205 0,-8 10-128 0,3 4-65 16,-3 3-32-16,0 6 62 0,-3 2-39 0,-2 2-32 15,1-2 8-15,0-2-31 16,-7 2 0-16,3-4-140 0,-1-4 66 0,3-4 37 16,1-2 0-16,7-12-184 0,1 1 110 0,5-6 38 15,-2-1 29-15,3-6-431 0,3-4 210 0,4-3 73 16,0-4-221-16,3 0 165 0,-1-4 95 0,-2-2-228 15,3-2 157-15,-2-1 79 0</inkml:trace>
  <inkml:trace contextRef="#ctx0" brushRef="#br0" timeOffset="133179.37">4648 9234 875 0,'-8'-12'0'0,"6"9"0"0,2 1 0 0,0 0 0 0,0 2 0 0,-2 0 256 0,-2 0-115 0,0 0-55 15,-3 2-26-15,0 11 85 16,-5 8-55-16,-1 0-21 0,-1 10-8 0,-5 6 98 16,2 2-62-16,-1 1-33 0,-4 2-11 0,5-4-12 15,-5 6-8-15,2-11-107 0,1 1 53 0,0-1 27 16,0-4 0-16,3-6-76 0,2 0 47 0,1-8 28 15,3-4 0-15,3-3-346 0,0-5 132 0,4-3 96 16,0 0-5-16,0-1-245 0,1-14 165 0</inkml:trace>
  <inkml:trace contextRef="#ctx0" brushRef="#br0" timeOffset="133350.76">4226 9239 674 0,'-2'-9'0'0,"-6"5"0"0,-2 4 0 0,3 0 0 0,-6 0 0 0,-3 6 195 0,-6 7-81 0,1 4-32 0,1 6 91 16,-5 2-70-16,2 1-35 0,-1 3 0 0,1 1-100 16,3-4 41-16,0 1-9 0,2-4 33 0,4-7-128 15,-2-3 65-15,2-3 31 0,4-8-326 0,-2-2 166 16,5 0 83-16,1-17-263 0</inkml:trace>
  <inkml:trace contextRef="#ctx0" brushRef="#br0" timeOffset="133541.37">3783 8832 777 0,'0'-13'0'0,"0"4"0"0,0 1 0 0,0 2 0 0,-7 3 0 0,-2 0 0 0,-2 3 0 0,-2 0 261 16,-1 6-114-16,-2 13-58 0,-3 2 51 0,2 7-58 15,-1 3-25-15,-1 1-49 0,6 4 0 0,1-2 25 16,2-2 8-16,2-1-293 0,3-9 143 0,-2-1 70 15,6-3 37-15,0-8-378 0,1-1 194 0,0-6 51 16</inkml:trace>
  <inkml:trace contextRef="#ctx0" brushRef="#br0" timeOffset="134033.63">3537 8334 56 0,'-2'0'0'0,"2"0"0"0,-3 0 0 0,1 0 0 0,0 0 0 0,1 0 146 0,-2 0-56 0,2 0-29 15,-1 0 0-15,-3 0 71 0,3 0-54 0,-1 3-23 16,-3 0 0-16,1 3 71 16,-1-1-47-16,-2 1-15 0,3 1-27 0,-1 3-4 15,1-3-1-15,1-1-42 0,2 0 21 0,-1-1 9 16,3-3 13-16,-2 0-182 0,2 0 91 0,0-2 43 15,0 0 23-15,0 0-190 0,2-9 66 0,3-7 57 16,2 1 27-16,1 0-84 0,-1 3 47 0,-1 0-9 16,-2 2 74-16,0 3-1 0,-1 1-28 0,-3 3 183 15,0 0-87-15,0 3-44 0,0 0-5 16,0 0 108-16,-7 10-48 0,-3 2-39 16,1 1 1-16,0-2 213 0,0 0-92 0,-1-1-62 15,2-3-31-15,1 0 93 0,0-1-62 0,2-2-23 16,3-2-92-16,1-1 26 0,1-1 0 0,0 0-390 15,0 0 208-15,9 0 113 0</inkml:trace>
  <inkml:trace contextRef="#ctx0" brushRef="#br0" timeOffset="150773.17">5199 6017 890 0,'-5'-6'0'0,"3"4"0"0,1 0 0 0,1 0 0 0,0 2 0 0,0 0 0 0,0 0 166 15,0 0-71-15,0 0-31 0,0 8 124 0,0 12-78 16,0 1-31-16,0 9 119 0,1 1-83 0,1 0-41 16,0 3-21-16,1 0 61 0,-2-1-32 0,4 0-9 15,-1-5-40-15,2 2-45 0,0-3 22 16,-1-3 0-16,0-2 31 0,1 2-168 0,-1-3 81 16,0 0 38-16,-2-2-120 0,1-2 79 15,-2-4 19-15,0-1-330 0,1-5 149 0,-3-3 96 16,0-1 9-16,0-3-226 0,0 0 141 0,0-7 83 15</inkml:trace>
  <inkml:trace contextRef="#ctx0" brushRef="#br0" timeOffset="151039.26">5113 6000 651 0,'-6'0'0'0,"1"0"0"0,3 0 0 0,2 0 0 0,0 0 0 0,0-2 412 0,11-1-190 0,12-3-94 16,3 2-48-16,6 0 121 0,0 2-75 0,5 2 100 15,-2 0-97-15,0 5-48 0,0 9-24 0,0 3-32 16,-4 3 16-16,-5 5-9 0,-1 3 1 0,-6 2-67 16,-4 4 34-16,-6 7-1 0,-5-7 42 0,-4 12-40 15,0-3 0-15,-6-2 32 0,-7 0 0 16,-4-4 30-16,3-6 8 0,-8 0-20 0,2-5-27 16,-6-4-8-16,2-4 6 0,-3-4-25 15,2-5 36-15,-2-2 5 0,6-4-9 0,0-2-311 16,4-1 148-16,2 0 71 0,6 0 41 0,1-4-470 15,5-6 231-15,3-5 103 0,0 1-350 0,9-6 239 16</inkml:trace>
  <inkml:trace contextRef="#ctx0" brushRef="#br0" timeOffset="151258.81">5542 6316 1380 0,'13'1'0'0,"2"7"0"0,-5-4 0 0,2-2 0 0,-3 2 0 0,2-1 0 0,-1 1 253 0,2 3-115 0,-2 1-52 15,2 1-27-15,-3 2 187 0,0 3-107 0,1 1-45 16,-3 1-34-16,-2 1-9 0,-4 3-18 0,-1-2 0 16,0 2-1-16,0-1-68 0,-9 0 30 0,-5 0-139 15,-2-5 89-15,0 2 45 0,-4-4 21 0,-1-1-123 16,2-4 66-16,3-1-16 16,0-3 37-16,5-1-343 0,2-2 171 0,3 0 64 15,5-2 55-15,1-11-266 0,1-7 156 0,9-5 79 16</inkml:trace>
  <inkml:trace contextRef="#ctx0" brushRef="#br0" timeOffset="151439.31">5846 6200 1670 0,'1'0'0'0,"-1"7"0"0,0 6 0 0,0 2 0 0,-10 3 0 0,-6 9 0 0,1 1 0 0,5 2 298 0,-3 2-132 0,0 0-67 0,6 0 232 15,3-2-153-15,4-8-73 0,0 3-36 0,0-2 4 16,4-5 1-16,9-2-34 0,2 0-7 0,4-3-168 15,2-3 83-15,-1-3-129 0,1-1-141 0,1-5 186 16,-1-1 80-16,1 0-601 0,-3 0 281 0,0-1 171 16,0-10 87-16</inkml:trace>
  <inkml:trace contextRef="#ctx0" brushRef="#br0" timeOffset="151580.96">6012 6381 1046 0,'-5'0'0'0,"3"0"0"0,1 0 0 0,-2 0 0 0,3 0 0 0,0 0 284 0,0 0-117 0,3 4-72 16,5 3-31-16,0 1 281 0,4 3-156 0,-2 0-78 16,2 2-237-16,1 2 76 0,0 1 41 0,1-1-613 15,-4-2 324-15</inkml:trace>
  <inkml:trace contextRef="#ctx0" brushRef="#br0" timeOffset="151746.31">6366 6180 1558 0,'0'15'0'0,"0"2"0"15,-10 11 0-15,-4 0 0 0,-8 12 0 0,-2 11 0 0,-2 7 0 0,-4 6 333 0,2 4-150 0,-2 1-75 0,7-9-30 0,-3 15 134 16,8-11-90-16,4 0-44 0,4-4-252 0,2-5 103 16,3-9 60-16,3 7-686 15,2-21 353-15</inkml:trace>
  <inkml:trace contextRef="#ctx0" brushRef="#br0" timeOffset="151874.97">6497 6971 1447 0,'0'-8'0'0,"0"6"0"0,0 1 0 0,0 1 0 0,0 0 0 0,-1 0 0 0,-3 0 166 15,2 0-66-15,2 0-501 0</inkml:trace>
  <inkml:trace contextRef="#ctx0" brushRef="#br0" timeOffset="152696.5">11500 8321 927 0,'-5'0'0'0,"0"4"0"0,3 9 0 0,2 0 0 0,0 0 0 0,0 2 0 0,0 4 0 0,0 5 157 16,0 3-53-16,0 3-41 0,0 4 145 0,2 4-88 15,5-3-44-15,-2 4 22 0,4-3-25 0,-4 0-8 16,2-2-32-16,-1-2-36 0,0-1 0 0,-2-3 36 15,-1-4 8-15,1 5-171 0,-2-9 81 0,-2 2 41 16,0-7 0-16,0-5-92 0,0-6 35 0,0 0 41 16,0-4-425-16,0 0 213 0,-6-15 78 0</inkml:trace>
  <inkml:trace contextRef="#ctx0" brushRef="#br0" timeOffset="152940.84">11415 8293 1163 0,'-2'-11'0'0,"2"3"0"0,0 3 0 0,2-5 0 0,11 1 0 0,8 1 0 0,0-1 0 0,6 3 404 16,1 3-185-16,0 0-85 0,2 3-55 0,0 0 152 16,1 18-100-16,2 6-48 0,-6 5-26 0,-4 0 11 15,-2 13-8-15,-3 1-28 0,-6 2-32 16,-2 1-1-16,-6 5 34 0,-4-2-96 16,0 2 43-16,0-2 27 0,-14-2 0 0,0-4-57 15,-4-4 42-15,2-7-3 0,-5-2-6 0,1-5-56 16,-4-5 39-16,1-5-1 0,-2-3 1 0,5-5-141 15,-1-3 82-15,0-3 29 0,7-1-138 0,5 0 76 16,2 0 47-16,5-9-310 0,2-8 182 0,4-5 88 16,13-2 42-16,6-1-290 0</inkml:trace>
  <inkml:trace contextRef="#ctx0" brushRef="#br0" timeOffset="153132.97">11819 8697 741 0,'31'-15'0'0,"1"5"0"0,-3 3 0 0,-3 2 0 0,-4 2 0 0,1 2 0 0,-2 1 208 0,-3 0-88 16,-1 1-43-16,0 11 252 0,-2 1-148 0,-4 2-65 15,-3 3-47-15,0 4 159 0,-5 4-97 0,-1-2-50 16,-2 0-24-16,0-1 5 0,-4 5-9 0,-8-3-20 16,-2-5-72-16,-3 0 35 0,-2-3 1 0,0-3-11 15,-5 3 19-15,2-6 1 0,3-2 26 0,-4-1-252 16,5-3 122-16,4-3 25 16,1-2 41-16,4 0-384 0,3 0 193 0,6-3 88 15,0-16 51-15,8-4-283 0,10-3 170 0,3-2 83 16</inkml:trace>
  <inkml:trace contextRef="#ctx0" brushRef="#br0" timeOffset="153307.54">12123 8663 1754 0,'11'-13'0'0,"-6"7"0"0,-1 1 0 0,0 3 0 0,-3 0 0 0,-1 2 0 0,0 0 0 0,0 7 0 0,-5 11 0 0,-4 4 276 0,3-4-114 0,-1 11 124 16,1-5-126-16,2 4-64 0,2-2-32 0,2-5 170 15,0 4-92-15,0-6-59 0,9 3-25 0,7-1-112 16,-2-4 43-16,4-5 22 0,1 2 9 0,1-3-354 15,1-1 183-15,0-3 92 0,-3-3-530 0,5-4 246 16,-2 0 100-16,-1 0-306 0,-1-2 257 16</inkml:trace>
  <inkml:trace contextRef="#ctx0" brushRef="#br0" timeOffset="153675.56">12384 8712 2050 0,'-8'0'0'0,"5"0"0"0,3 0 0 0,-2 0 0 0,2 0 0 0,-2 0 0 0,2 0 0 0,0 0 0 0,0 2 221 0,4 4-94 0,7 1-48 0,-1 0 145 15,4 1-100-15,-3 1-46 0,5 0-22 0,-5-1-46 16,2 2 1-16,0-1 30 0,-4-2-8 0,1 3-290 15,-1-3 145-15,-2 1 72 0,-1-3-529 0,2 1 300 16,-2 0 49-16,-1-4-462 0</inkml:trace>
  <inkml:trace contextRef="#ctx0" brushRef="#br0" timeOffset="153947.81">12600 8496 1058 0,'-2'0'0'0,"0"0"0"0,0 0 0 0,0 0 0 0,2 0 0 0,-2 1 0 0,-1 3 526 0,1 10-246 0,0 3-116 16,-1 9-69-16,-2 4 151 0,-1 9-107 0,-1 5-53 16,0 7 258-16,-5 6-147 0,1 15-86 15,-3-3 68-15,3 4-73 0,1 2-36 0,-2 0-1 16,1 1-76-16,0 0 16 0,1 4 0 16,-1-1 23-16,0-4-191 0,-1-4 95 0,5-14 57 15,0 1 16-15,-1-6-97 0,4-7 61 0,0-9-37 16,0-1-129-16,3-6 50 0,1-5 64 0,-2-5-81 15,0-6 64-15,2-3 31 0,0-5 0 0,0-1-161 16,0-2 101-16,0-2 46 0,0 0 23 0,0 0-361 16,0-2 192-16,0-11 88 0,0-6 57 0</inkml:trace>
  <inkml:trace contextRef="#ctx0" brushRef="#br0" timeOffset="154184.1">13021 8438 1142 0,'-2'-4'0'0,"2"2"0"0,0 0 0 0,0 0 0 0,0 2 0 0,0 0 0 0,0 0 463 0,0 0-216 0,0-2-107 15,0 2-53-15,3-2 79 0,5 2-58 0,-3 0-42 16,2 0 1-16,2 0-429 0,-4 6 198 0,2 6 98 16</inkml:trace>
  <inkml:trace contextRef="#ctx0" brushRef="#br0" timeOffset="154314.76">13141 8749 2124 0,'-8'0'0'0,"6"2"0"0,2 0 0 0,-2-2 0 16,0 1 0-16,-1-1 0 0,-3 0 0 0,2 0 0 0,1 0 0 0,1 0-93 0,2 0 71 0</inkml:trace>
  <inkml:trace contextRef="#ctx0" brushRef="#br0" timeOffset="156710.96">13811 8593 802 0,'-9'0'0'0,"1"2"0"0,3 0 0 0,-1-2 0 0,-2 0 0 0,5 0 0 0,-3 0 0 0,2 0 0 0,1 0 0 0,1 0 223 0,0 0-87 15,2 0-56-15,0 0-23 0,0 0 105 0,0 0-65 16,0 0-31-16,2-4 5 0,5-3-8 15,6 0-30-15,2-1 45 0,0 4-23 0,4 0 0 16,-1 2-14-16,-2 1 2 0,3 1-10 0,-3 0 0 16,4 1-1-16,-4 13-36 0,0 1 8 0,0 5 28 15,-2 1-5-15,-2 4 6 0,-3-1 0 0,-2 2 0 16,-4-3-19-16,-1 6 17 0,-2-2-7 0,0-1 18 16,0 2-16-16,-7-1 2 0,-5-5 3 0,-2 7-10 15,-2-7 9-15,0-3-2 16,0-2 10-16,-2-2-59 0,1-4 28 0,-2 1-6 15,2-6-99-15,0-1 57 0,2-2 24 0,0 1-1 16,4-4-160-16,0 2 89 0,1-2 30 0,3 0-200 16,3 0 105-16,0 0 62 0,2 0 13 0,2-2-249 15,0-5 147-15,6-4 75 0,9-5 36 0,4 1-143 0</inkml:trace>
  <inkml:trace contextRef="#ctx0" brushRef="#br0" timeOffset="157008.7">14243 8565 812 0,'4'-9'0'0,"2"1"0"0,-4 2 0 0,-2-3 0 0,0 3 0 0,0 3 192 0,0-2-84 15,-6 3-37-15,2 0 161 0,-4 0-100 0,3 2-49 16,-4 0-17-16,-3 0 51 0,-1 11-42 0,-2 7-21 16,2 1 0-16,0 4 9 0,-1 3 9 0,3 3-39 15,1 3 99-15,1 0-50 16,4 2-24-16,1-3 119 0,4 1-76 0,0-2-34 15,0-2 0-15,6-1 54 0,7-1-45 0,0-5-13 16,8 1-8-16,-3-1-42 0,1-4 19 0,4-2 1 16,-3-1 0-16,1-4-120 0,2-1 56 0,-1-1 31 15,-1-2-84-15,-4 0 58 0,-1-3 29 0,-2-3-317 16,-3 0 156-16,-2 0 45 0,-1 0 51 0,-2 0-274 16,-4 0 151-16,0 0 69 0,-1-2 45 0,1-2-252 15,0-3 144-15,-2-4 74 16,2-2 36-16,0-5-314 0</inkml:trace>
  <inkml:trace contextRef="#ctx0" brushRef="#br0" timeOffset="157306.71">14763 8417 900 0,'8'0'0'0,"-2"0"0"0,-3 0 0 0,-1 0 0 0,-2 0 0 0,0 0 0 0,-5 5 336 16,-4 7-151-16,-5 1-68 0,-1 4-47 0,-2 0 74 15,0 3-55-15,-1 3-29 0,-2-2 1 0,6-1-21 16,-7 3-7-16,4-3 0 0,2-6 27 0,0 4 0 16,3-2-27-16,3-5 8 0,2-2 25 0,3 0 0 15,0-1-34-15,4-2 74 0,0-1-37 0,0 3 9 16,4 0-46-16,7-3 39 0,2 2 0 0,4-1-38 16,3 0 0-16,-2 1 40 0,1-1-8 0,-1 0-33 15,1 1-43-15,2-1 22 0,-3-1 0 16,0 1-47-16,-4 1 31 0,0-1-1 15,-3-2 39-15,-2 2-356 0,-1-1 167 0,0 1 61 16,-3 1 48-16,-3-1-526 0,0 3 270 0,-2 2 135 16,0 3 60-16</inkml:trace>
  <inkml:trace contextRef="#ctx0" brushRef="#br0" timeOffset="157491.22">14566 9014 1024 0,'-3'2'0'0,"1"3"0"0,2-2 0 0,-2-1 0 0,2-2 0 0,0 1 0 0,0-1 489 0,0 2-228 0,5 2-114 0,10 0 131 16,2-1-115-16,2 1-69 0,0 2-31 0,0 1 128 15,4-1-80-15,-3 2-39 0,-1 1 8 0,-1 0-296 16,1 1 124-16,-3-1 63 0,-4 1-482 0,1-1 271 16,-5-2 145-16,1-1-579 0,-3-1 309 0</inkml:trace>
  <inkml:trace contextRef="#ctx0" brushRef="#br0" timeOffset="157775.46">15046 8677 1322 0,'-3'-16'0'0,"3"7"0"0,0 1 0 0,6-1 0 0,3 1 0 0,2 2 0 0,5 1 0 0,2 3 399 0,7 2-184 15,-1 0-91-15,3 0 35 0,1 7-55 0,0 7-40 16,-1 5 0-16,-4-1-64 0,2 7-1 0,-4-1 34 16,-7 4 8-16,-2 2-95 0,-6 2 44 0,-4 2 21 15,-2-2-102-15,0 2 70 0,-16-3 23 0,-4-2-33 16,-3-3 1-16,-3-2 22 0,-2-5-22 0,-4-3 9 16,-2-4 10-16,0-3 9 0,-1 1-11 15,3-4-65-15,4-4 37 0,8-2-2 16,4 0 44-16,4 0-342 0,5 0 148 0,5-8 83 15,2-5-310-15,9-7 186 0</inkml:trace>
  <inkml:trace contextRef="#ctx0" brushRef="#br0" timeOffset="157972.93">15434 8669 1705 0,'7'-8'0'0,"-5"4"0"0,-2 4 0 0,0 0 0 0,-11 3 0 0,-8 11 0 0,2 5 0 0,-2 6 0 0,1 2 307 0,1 6-137 0,0-1-68 0,4 3 359 15,5-1-213-15,5 0-100 0,3-4-62 0,0-2 72 16,12-2-63-16,8-2-31 0,4-1-113 0,5-2 49 16,1-3 12-16,2-2 0 0,-1-5-411 0,-1-2 216 15,1-1 107-15,-8-4-576 0,9-4 324 0,-4 0 88 16,-1-2 103-16,-3-12-319 0,-1-2 211 0</inkml:trace>
  <inkml:trace contextRef="#ctx0" brushRef="#br0" timeOffset="158271.15">15629 8259 1408 0,'-2'-17'0'0,"2"6"0"0,0 1 0 0,6 1 0 0,5 0 0 0,0 3 0 0,3 2 209 0,0 3-88 0,6 1-44 0,-4 0 200 16,0 0-126-16,0 11-60 0,-2 2-28 15,0 7-101-15,-6 0 44 0,0 4-9 16,-6-4 36-16,-1 5-195 0,-1-4 97 0,0 1 49 15,-1-1-22-15,-13-3 32 0,1-1-1 0,0-2-85 16,-2-1 52-16,0-3-31 0,3-4 31 0,3-1 202 16,0-1-86-16,4-2-52 0,0-1 1 0,3-2 324 15,2 0-160-15,0 0-57 0,0 0-52 0,2 0-7 16,12 0 0-16,0 0-40 0,6 0-95 0,-1 0 43 16,-1 0 27-16,1 0-169 0,-1 0 97 15,0 0 48-15,-2 0 33 0,-1 0-654 16,0 5 314-16,2 0 100 0,1 1 96 0,-7 4-414 0</inkml:trace>
  <inkml:trace contextRef="#ctx0" brushRef="#br0" timeOffset="158492.2">15855 8660 725 0,'-9'1'0'0,"-1"-1"0"0,2 2 0 0,-1-2 0 0,-1 0 0 0,3 0 384 0,2 0-175 0,-1 0-89 15,4 0 440-15,0 0-268 16,2 0-129-16,0 0 103 0,0 0-116 0,0 0-59 15,2-2-21-15,9 2 115 0,0-1-76 0,5 1-39 16,0-3 1-16,3 2-26 0,2 1-5 0,6-2-7 16,-7 0 0-16,2 2-231 0,3 0 115 0,1-2 58 15,-4 2-429-15,1-2 234 0,0 0 54 0,-5 0-336 16,1 2 234-16,-3 0 118 0,-7 0 51 0,2 0-142 16,-4 4 104-16,-1 2 52 15,-2-3 26-15</inkml:trace>
  <inkml:trace contextRef="#ctx0" brushRef="#br0" timeOffset="158708.16">16011 8453 1194 0,'-9'0'0'0,"2"0"0"0,4 0 0 0,-1 0 0 0,0 0 0 0,2 0 0 0,1 0 280 0,1 7-123 0,0 4 350 0,0 5-237 15,0 1-110-15,1 8-68 0,5 2 244 0,-1 1-152 16,-1 2-75-16,1 2-39 0,-2 2 53 0,-1 1-49 15,0 3-21-15,0-1-111 0,-2 1 44 0,0 2 24 16,0-4 8-16,0-1-399 0,0-3 207 16,0-8 103-16,0 0-574 0,0-4 275 0,1-9 168 15,1-1 62-15,0-5-419 0,0-5 263 0</inkml:trace>
  <inkml:trace contextRef="#ctx0" brushRef="#br0" timeOffset="158890.68">16183 8490 1361 0,'5'-8'0'0,"2"7"0"0,2 1 0 0,-4 0 0 0,4 0 0 0,-2 0 0 0,4 0 0 0,1 0 0 0,2 1 629 0,5 9-297 0,-2-1 96 16,4 7-197-16,-3-4-92 0,3 7-56 0,0 0-280 16,-5-2 114-16,0 0 59 15,0 2 28-15,0-2-541 0,-2-2 281 0,0 0 144 16,-3-5 73-16,-2 0-326 0,-3-2 96 0</inkml:trace>
  <inkml:trace contextRef="#ctx0" brushRef="#br0" timeOffset="159082.16">16484 8443 1598 0,'1'-11'0'0,"-1"3"0"0,2 3 0 0,-2 3 0 0,0 0 0 0,0 1 0 0,0 1 0 0,2 8 0 0,-2 15 271 0,0 9-124 0,0 10-57 0,0 4 344 16,-5 5-201-16,-4 4-100 0,-1 1-42 0,-3 10 90 15,0-6-74-15,1 0-37 0,-1-1-45 0,1-7 8 16,-2 1 8-16,1 1-8 0,0-8-357 0,2-1 179 16,2-10 89-16,0-4-534 0,4-6 305 0,1-5 70 15,1-7 101-15,1-3-505 0,0-6 293 0</inkml:trace>
  <inkml:trace contextRef="#ctx0" brushRef="#br0" timeOffset="159393.34">16547 8257 1354 0,'7'-28'0'0,"2"9"0"0,5 6 0 0,2 0 0 0,-3 3 0 0,0 1 0 0,0 5 206 0,0 2-91 0,1 2-41 0,2 0 241 16,1 2-142-16,3 13-70 0,-6-1-26 15,3 8-15-15,-7 1 0 0,-3 1-29 0,-4 0-134 16,-1 3 67-16,-2-5 42 0,0 4-9 15,-5-5-97-15,-6-2 65 0,-3-2 33 0,0-4-18 16,1-3 33-16,-1-3-46 0,5-5 23 0,-1 0 50 16,1-2 0-16,2 0-77 0,1 0 27 0,4 0 236 15,1 0-110-15,-1 0-42 0,2-2 81 0,0-2-54 16,5-1-27-16,6-1-9 0,5-2-148 0,0 5 57 16,1-3 28-16,2 5-146 0,2-2 83 15,-2 3 46-15,6 0 23 0,-2 0-631 16,3 0 304-16,-3 0 100 0,-1 6 98 0,1 1-428 0</inkml:trace>
  <inkml:trace contextRef="#ctx0" brushRef="#br0" timeOffset="159709.66">17209 8379 1008 0,'5'0'0'0,"-1"0"0"0,-1 0 0 0,-1 0 0 0,-2 0 0 0,0 0 180 0,0 0-74 0,0 4-28 16,-9 8-8-16,-2 4 319 0,-3 5-178 0,-2 4-89 16,-3-1 29-16,0 2-51 0,1 0-38 0,0 1 6 15,0-6 0-15,4-5-35 0,0 3 0 0,0-6 46 16,5-2-8-16,2-3-38 0,-2 0 0 0,6-4 155 16,1-3-77-16,0 1-31 0,2-2-8 15,0 0 149-15,0 0-93 0,0 0-48 16,0 2 17-16,6 2 126 0,6-2-223 0,2 3 0 15,3-1 0-15,0 1 0 0,4 2 0 0,0 0-186 16,-1-2 126-16,-1 5 47 0,0-3 22 0,-3 3-232 16,2-3 87-16,-2 0 79 0,0 1-28 0,-5-1-636 15,-1 3 344-15,1-2 172 0,-8 3-486 0,-1 0 320 16</inkml:trace>
  <inkml:trace contextRef="#ctx0" brushRef="#br0" timeOffset="159876.22">17051 8907 1807 0,'-10'3'0'0,"6"0"0"0,2-1 0 0,2-2 0 0,-1 2 0 0,-1-1 0 0,2 5 0 0,0 0 296 0,3 1-131 15,11 2-66-15,2 3 160 0,2-1-105 0,4 2-65 16,-1 0-28-16,1-1-65 0,-5-1-1 0,4 2 38 16,0-4-449-16,-3 3 220 0,1-4 114 15,-3-1 58-15,0 0-615 0,-5-1 322 0</inkml:trace>
  <inkml:trace contextRef="#ctx0" brushRef="#br0" timeOffset="160201.59">17414 8610 1057 0,'12'-13'0'0,"7"6"0"0,-2-1 0 0,0 1 0 0,1 3 0 0,0 4 0 0,2 0 0 0,-1 0 227 0,4 13-98 0,-7 6-47 15,-2 3 94-15,-3 5-71 0,-4 3-29 0,-2 2-7 0,-2 1-102 16,-3 3 33-16,-3 5 0 0,-9-3-83 16,-6-5 67-16,-5 5 19 0,2-11 1 0,-6 1-58 15,1-6 42-15,2-5-2 0,1-5 6 0,1-4 42 16,2-3-27-16,2-1-34 0,3-4 281 16,8 0-119-16,-3 0-56 0,7 0 315 15,-1 0-181-15,4 0-90 0,0 0-45 0,0-2 120 16,11-2-74-16,10 1-50 0,1-4-20 0,4 4-19 15,4 1-3-15,-1 0 1 0,-3 0-276 0,8 2 134 16,-6 0 71-16,2 0 35 0,-3 0-217 0,-1 0 113 16,-6 0 74-16,1 2-674 0,-2 2 338 0,-2-2 167 15,0 1 85-15,-8-3-441 0</inkml:trace>
  <inkml:trace contextRef="#ctx0" brushRef="#br0" timeOffset="160433.65">17751 8669 1553 0,'2'-12'0'0,"10"7"0"0,-2 1 0 0,4 0 0 0,-3 2 0 0,2 0 0 0,4 2 0 0,2 0 128 0,3 6-48 0,1 8 77 15,-2 0-62-15,-3 4-23 0,5 4-8 0,-6 1 7 16,-4 0 0-16,-4 2-38 0,-4 1-1 0,-2 1-16 16,-3 4 17-16,-3 0 0 0,-11-1-1 15,-5-2-57-15,-3-1 29 0,-1-4 8 0,-3-4-73 16,-1-2 46-16,1-5 24 0,0-5-9 15,4-3-218-15,-1-4 98 0,2 0 61 0,4 0-171 16,4-7 108-16,4-6 29 0,5-7 35 0,4-2-413 16,0-7 223-16</inkml:trace>
  <inkml:trace contextRef="#ctx0" brushRef="#br0" timeOffset="160628.34">18189 8487 1396 0,'7'-8'0'0,"1"4"0"0,-3 1 0 0,-3 2 0 0,0 0 0 0,-2 1 0 0,0 0 287 16,-7 12-128-16,-4 10-62 0,-3 6 387 0,-1 5-217 16,3 3-122-16,3 7 152 0,4-4-132 0,3 5-66 0,2-3-33 15,0-5 0-15,2 2-8 16,9-1-25-16,6-1 0 0,4-5-157 0,3-2 79 16,4-7 47-16,4-5-555 0,5-4 293 15,5-5 137-15,-1-6 77 0,1-2-795 0,8 0 409 0</inkml:trace>
  <inkml:trace contextRef="#ctx0" brushRef="#br0" timeOffset="160772.97">18974 9018 2257 0,'0'0'0'0,"0"0"0"0,17 0 0 0,-2 0 0 0,-12 0 0 0,-1 0 0 0,0 0 503 16,-2 0-493-16,2-2 22 0,1 0 1 0,-2-2-1829 15,1 2 1702-15,-2 2 31 0</inkml:trace>
  <inkml:trace contextRef="#ctx0" brushRef="#br0" timeOffset="165336.57">11544 9942 705 0,'-5'-2'0'0,"1"2"0"0,1 0 0 0,3 3 0 0,0 5 0 0,0-1 0 0,0 5 0 0,0 1 0 0,5 6 250 0,2 4-112 16,4 5-53-16,-1 4 91 0,3 9-72 0,0 0-35 16,-3 0 8-16,1 12 29 0,-4-4-37 15,1 3 0-15,-2-1-36 0,-3 2 35 0,-1-1-27 16,0 1-9-16,0-2-6 0,-2 0 7 16,0-5 0-16,0-3-35 0,0-7 43 0,0-2-8 0,0-4 0 15,0-8 19-15,-2-5-20 0,-2-4 1 0,2-4 8 16,1-4 31-16,-1-4 0 0,-2-1-40 0,-2 0 1 15,0 0 27-15,-1-11-27 0,0-3-1 0,-2-10-100 16,2-2 50-16,2-3 26 0,-3-3-284 16,1-4 142-16,-3 0 62 15,1 1 41-15,-2 3-229 0,-1 3 119 0,1 11 23 16,-1 1 47-16,0 3 26 0,-3 7 12 0,0 3 0 16,0 4 1-16,0 0 103 0,-2 11-47 0,0 7-29 15,4 10 75-15,-1 4-52 0,3 3-25 0,3 2 290 0,5 2-143 16,1-4-38-16,2-1-48 0,0-2 173 0,0-4-97 15,10-5-40-15,3 1-33 0,4-5-54 0,-3-6 30 16,9 2 0-16,0-7-1 0,-3-1-254 16,8-5 123-16,-1-2 66 0,1 0-441 0,0 0 219 15,4-9 124-15,-2-5 14 16,9-4-178-16,-5-2 131 0</inkml:trace>
  <inkml:trace contextRef="#ctx0" brushRef="#br0" timeOffset="165670.79">12177 10453 440 0,'1'-21'0'0,"2"2"0"0,-1 2 0 0,-2 0 0 0,0 2 0 0,-8 2 354 0,-3 4-160 15,-2-1-81-15,-2 3 67 0,2 3 3 0,-4 2-80 16,-3 2-34-16,-1 0 58 0,-2 6-46 16,-2 9-25-16,2 6 21 0,2-1-8 0,0 4-36 15,1 0 0-15,6 0 127 0,5-6-64 0,1 1-23 0,4-1-9 16,4-2 89-16,0-3-61 0,2 2-29 0,10-4-1 15,2 2-24-15,9 1-5 0,0-3 0 0,0 0-55 16,2 2 28-16,1 3-1 16,1-2-78-16,-2 5 49 0,-6 3 28 0,1 0 0 15,-5 2-50-15,-6 1 17 0,0 4 22 16,-7 0-1-16,-2-3-64 0,0-1 36 0,-3 0-3 0,-8-6-3 16,-5-2 117-16,-2-4-46 0,-7-3 0 0,-1-5 52 15,-1-3-39-15,5-2-13 0,-8 0-197 16,6-2 87-16,1-9 41 0,0-4 11 0,7-4-169 15,2-1 89-15,7-9 51 0,5 1 11 0,2-4-478 16,6 0 246-16,15-8 123 0</inkml:trace>
  <inkml:trace contextRef="#ctx0" brushRef="#br0" timeOffset="165820.4">12359 10379 1734 0,'21'-1'0'0,"-2"1"0"0,-4 0 0 0,-4 0 0 0,-1 0 0 0,-3 0 0 0,2 0 0 0,1 0 0 0,1 0 281 0,2 0-116 0,0 3 35 0,2 1-83 0,-1-1-43 16,2 2-20-16,0 0-371 0,0-1 183 0,1 2 79 0,0 3 44 16,-2 0-278-16,-2 5 160 15</inkml:trace>
  <inkml:trace contextRef="#ctx0" brushRef="#br0" timeOffset="165964.13">12491 10673 1884 0,'-14'1'0'0,"7"1"0"0,4-2 0 0,-3 0 0 0,4 0 0 0,-1 0 0 0,3 0 0 0,3 0 0 0,12 0 332 0,6 0-141 0,2-2 169 0,4 1-164 16,-1-1-81-16,1-1-42 15,3 3-473-15,-6 0 224 0,6 0 100 0,1 5 55 16,-3-2-876-16</inkml:trace>
  <inkml:trace contextRef="#ctx0" brushRef="#br0" timeOffset="166789.99">13402 10006 629 0,'0'-4'0'0,"0"2"0"0,-2 0 0 0,0 2 0 0,2 0 0 0,-2-3 0 0,2 3 172 16,0 0-70-16,0 0-35 0,0 0 186 0,0 0-103 15,11-1-62-15,4 0-28 0,4-5 158 0,7 2-92 16,-1 0-47-16,-1 0 114 0,8 1-84 15,-2-1-38-15,2 3 29 0,0-2-34 0,4 1 1 0,-1 1-26 16,7-3 75-16,-1 0-42 16,4 0-20-16,4-2 0 0,0 1 20 0,-1-2-12 15,5 1-8-15,2 0-22 0,-1 0 41 0,2 3 1 16,8-1-42-16,-9 1-10 0,12 1 11 0,-1 0-1 16,2 2-26-16,0 0 26 0,1 0 1 0,-4 0 8 15,17 0-37-15,-6 0 28 0,3 0 1 0,12 0 0 16,-5 0-59-16,-11 0 29 0,19 0-8 0,-20 0 10 15,9 0-109-15,-1 0 60 0,-2 0 20 0,1-2-146 16,-5 0 83-16,-5 0 31 16,-2-1-19-16,-7 3 21 0,-7-1 0 0,-1 1 4 15,-5 0 95-15,-4 0-45 0,-8 0-1 0,1 0-49 16,-4 0 222-16,-10 0-93 0,1-2-45 0,-4 2-8 16,-5-2 156-16,-2 0-67 0,-3 1-50 0,-2-3-64 15,-2 2 24-15,-2-2 32 0,-3 3-339 0,-1-2 149 16,-1 2 75-16,0-1 31 0,0 0-216 0,-8 0 95 15,-6 2 67-15,-4 0-11 0,-2 0-684 0</inkml:trace>
  <inkml:trace contextRef="#ctx0" brushRef="#br0" timeOffset="167423.79">13385 10026 1030 0,'-2'-9'0'0,"1"5"0"0,-4 2 0 0,5-1 0 0,-2 2 0 0,2 1 0 0,-2 0 0 0,2 12 0 0,0 15 99 0,0 2-38 0,0 9 174 15,0 3-101-15,4 1-51 0,2 5-24 0,-2-1 121 0,0 5-78 16,-1 3-35-16,-1 10 1 16,0-2 17-16,0 4-26 0,-2-4 8 0,0 11 19 15,0-7-26-15,0-13-1 0,0 1 2 0,0-4 1 16,0-12-21-16,0 1-8 0,0-5 33 0,0-6 1 16,-4-7-34-16,0-2 8 0,-1-8 20 0,-3-1-29 15,0-3 1-15,-1-7 0 0,-3 0-36 0,-2 0 9 16,1-4 27-16,-6-13-78 0,2-2 38 15,2-5 1-15,-2-6-259 0,0-3 141 0,0-7 47 16,4 0 40-16,1 7-272 0,2-3 140 16,0 4 57-16,3 10 31 0,1 1 22 0,2 10 0 15,0 1 26-15,3 5 1 0,1 1 138 0,-2 2-78 16,2 2-26-16,-2 8 53 0,0 14-44 16,-1 5-22-16,1 2 129 0,-2 3-74 0,2-1 5 0,-1 1-29 15,3-2 43-15,-1-2-27 0,1-2 12 0,0-5 4 16,0-1-273-16,0-1 115 0,0-4 52 15,0-4-371-15,6-4 187 0,3-3 97 0,4-4 48 0,2 0-152 16,5-5 105-16</inkml:trace>
  <inkml:trace contextRef="#ctx0" brushRef="#br0" timeOffset="167630.66">13741 10325 945 0,'4'-6'0'0,"-2"6"0"0,0 0 0 0,-2 6 0 0,0 9 0 0,0 3 0 0,0 11 438 16,0 1-203-16,-4 6-101 0,2-1-50 16,-3 10 284-16,3-9-159 0,0 9-92 0,2-9 6 15,0 3-44-15,0 1-24 0,0-4-110 0,0-1 52 16,2-3 14-16,3-2 0 0,1-8-366 0,2-1 194 16,-2-6 97-16,1-4 56 0,-2-5-583 0,3-2 233 15,0-4 163-15,-1 0 81 0,-3-16-283 0</inkml:trace>
  <inkml:trace contextRef="#ctx0" brushRef="#br0" timeOffset="167787.24">13791 10665 519 0,'-4'-11'0'0,"0"3"0"0,2 3 0 0,2-1 0 0,0 2 0 0,0-2 0 0,0 3 477 0,13-4-226 16,8 4-109-16,1-2 280 0,6-1-195 0,2 2-97 16,1-1 103-16,0 3-105 0,1-1-47 0,0 2-24 15,-2 1-77-15,-1 0 27 0,-3 0 7 0,-1 0 19 16,-1 0-390-16,-4 0 194 0,-2 1 99 0,-4 4 48 15,-4-3-586-15,-3 3 220 0</inkml:trace>
  <inkml:trace contextRef="#ctx0" brushRef="#br0" timeOffset="167978.57">14010 10199 670 0,'0'4'0'0,"0"9"0"15,0 4 0-15,0 7 0 0,0 2 453 0,0 4-210 0,-2 8-97 0,1 7-61 16,-1 2 184-16,-2 2-118 0,2 2-59 0,1 0-29 16,1 3 238-16,0-5-138 0,0 0-199 0,0-6 34 15,0-6 1-15,0 1 33 0,1-8-447 0,5 0 219 16,1-11 114-16,4-2 58 0,1-8-661 0,-1-5 295 16</inkml:trace>
  <inkml:trace contextRef="#ctx0" brushRef="#br0" timeOffset="168363.62">14256 10274 1723 0,'11'-11'0'0,"3"4"0"0,2-1 0 0,2 0 0 0,0-4 0 0,5 2 0 0,-1 0 0 0,3 5 0 0,5-2 0 0,0 3 188 0,0 2-78 0,-1 0-38 15,2 2 41-15,-5 0-32 0,6 0-8 0,-6 4-40 16,-3 1-50-16,0 1 26 0,-3 3-1 0,-5 1 11 15,-2 3 14-15,-3 2 0 0,-8 3 0 0,-2 10-35 16,0-3 35 0,-10 7 8-16,-12 8 14 0,-1-5 0 0,-3 5-44 0,-2 0 18 15,-4 4 22-15,-2-2-16 0,0 5-4 0,1-5-2 16,-1 1-1-16,6-2 3 0,5-10 7 0,4 1 3 16,8-9 20-16,2-3 0 0,5-7-28 0,2 1 55 15,2-6-28-15,0 1 9 0,6-3-29 0,8-5-7 16,4 0 0-16,4-1 0 0,2 0 28 0,-3 0-20 15,9 0-8-15,-5-1 0 0,1-3-85 16,-2-1 43-16,-3-2 20 0,0 3 9 16,-3 0-102-16,-1-2 54 0,-4 3 8 0,-3 1-319 15,-1-1 146-15,-3 1 89 0,-3 1-321 0,-1-2 196 16,0 3 98-16,0 0 49 0,-2 0-314 0,0 0 173 16,0-1 99-16,0-9 46 0,-8 1-345 0</inkml:trace>
  <inkml:trace contextRef="#ctx0" brushRef="#br0" timeOffset="168529.83">14423 10529 1077 0,'-18'-3'0'0,"4"1"0"0,5 1 0 0,2 1 0 0,3 0 0 0,1 0 261 0,0 0-114 16,3 0-57-16,3 0 181 0,9-3-111 0,9 3-67 16,3-2 257-16,2 2-158 0,4 0-80 0,1 0-39 15,0 0-158-15,1 0 55 0,0 0 32 0,-4 0-1 16,-1 8-556-16,-1 1 293 0,-7 0 156 15,0 3-653-15</inkml:trace>
  <inkml:trace contextRef="#ctx0" brushRef="#br0" timeOffset="168746.62">14780 10663 1004 0,'2'0'0'0,"-2"0"0"0,2 0 0 0,2 0 0 0,-3 0 0 0,5 0 0 0,2 0 0 0,1 0 444 15,2 2-197-15,3 6-112 0,-1 2 88 0,-1 4-96 16,0 1-47-16,-3 3-23 0,0 1 126 0,-6 4-79 15,-1-1-36-15,-2 1 0 0,0 3-30 0,-4-3-5 16,-6-5 8-16,-4 5-77 0,-2-6 34 0,2-2 1 16,-4-2-161-16,0-3 97 15,-1-3 57-15,3-3 14 0,-2-1-183 0,3-3 57 16,0 0 62-16,8 0-19 0,1-1-370 0,2-9 211 16,4-5 102-16,0 0 50 0,2-3-333 0,10-3 192 15</inkml:trace>
  <inkml:trace contextRef="#ctx0" brushRef="#br0" timeOffset="168946.15">14974 10644 1005 0,'5'-5'0'0,"0"-1"0"0,-2 4 0 0,-1 0 0 0,-2 1 0 0,0 1 0 0,-4 1 264 16,-6 13-116-16,1 4-57 0,0 4 399 0,1 1-220 0,1 7-123 16,1 1 274-16,4-2-194 0,2 0-98 0,0-3-47 15,0-4 42-15,8 9-49 0,5-10-21 0,4 3-1 16,0-6-103-16,-1-3 50 0,4 0 12 0,1-2-407 15,-3-2 215-15,-1-3 106 0,-1-2 53 16,2-2-632-16,0-4 321 0,-2 0 102 16,-4 0-233-16,2-4 215 0,-5-3 108 0,-3-3 45 15</inkml:trace>
  <inkml:trace contextRef="#ctx0" brushRef="#br0" timeOffset="169264.28">15013 10257 1085 0,'-13'-13'0'0,"8"2"0"0,1 3 0 0,0 1 0 0,2-3 0 0,2-1 0 0,0 2 0 0,2 0 424 15,9 1-199-15,2 0-97 0,4 7 111 0,-2-1-103 16,2 2-51-16,1 0-19 0,-4 3-58 0,-3 10 1 16,1 4 23-16,-7 2 1 0,-1 6-51 0,-4-4 34 15,0 8-8-15,-4-3-70 0,-8-1 56 0,-6-2 15 16,6-6-28-16,-8-2 32 0,3-3-32 0,1-2-1 15,0-4 128-15,5-2-47 0,0-3-14 0,1 1-35 16,5-2 217-16,3 0-101 16,0 0-35-16,2 0-31 0,0 0 67 0,0 0-39 15,2 0-34-15,13 0-70 0,5-2 23 0,3-1 0 16,2-1-55-16,-2 0 47 0,4 0-7 16,-4 1 38-16,0 2-354 0,-1 1 172 0,2 0 58 0,-1 0 56 15,3 0-637-15,-1 0 321 0,-5 0 159 0,1 6 80 16,-2 2-476-16</inkml:trace>
  <inkml:trace contextRef="#ctx0" brushRef="#br0" timeOffset="169462.08">15283 10599 1789 0,'-1'4'0'0,"-5"1"0"16,4 2 0-16,0-4 0 0,1-2 0 0,1 2 0 0,0-1 0 0,0-2 0 0,11 1 0 0,8 2 273 0,4-3-112 0,2 0-68 15,0 0 31-15,3 0-45 0,0 0-24 0,2 0 1 0,-3 0-247 0,3 0 107 16,-7-3 59-16,-3 2-352 16,1-1 205-16,-7-1 103 0,-2 2 58 0,-3-2-273 15,-2 3 71-15,-3 0 97 0,-4 0-298 0,0-1 190 16</inkml:trace>
  <inkml:trace contextRef="#ctx0" brushRef="#br0" timeOffset="169629.77">15509 10315 977 0,'-6'0'0'0,"4"0"0"0,0 0 0 0,2 6 0 0,0 7 0 0,0 4 0 0,0 6 212 16,0 1-90-16,0 6-45 0,0 4 357 0,0 9-205 15,2-2-98-15,0 5-49 0,-2-3 127 0,0-2-89 16,0-2-210-16,2 1 57 0,-2-6 33 0,3-1 0 16,-2-6-187-16,3-5 109 0,2-2 64 0,-1-7 20 15,2-6-653-15,3-4 329 0</inkml:trace>
  <inkml:trace contextRef="#ctx0" brushRef="#br0" timeOffset="169989.79">15704 10254 1397 0,'0'-14'0'0,"6"5"0"0,11 6 0 0,0-3 0 0,0-2 0 0,1 2 0 0,1 1 157 15,2 1-63-15,1 1-30 0,6-1 101 0,-3 2-58 16,7 0-42-16,-4 2 1 0,-1 0 39 0,-3 2-36 15,-6 5-1-15,3 3-27 16,-1-1-73-16,-8 3 32 0,-1 0 0 0,-4 5-6 16,-6 2 39-16,-1 4 7 0,0 4-7 0,-15 0 67 15,-1 1-34-15,-7 2 0 0,0 1 72 0,-2-2-44 16,-5 5-35-16,2-4 0 0,6-5 0 0,-4 2 0 16,3-2-26-16,7-4 8 0,-2 0-8 0,6-4 0 15,3-2 0-15,6-5-10 0,1 0 9 0,2-1 9 16,0-1-41-16,0 1-1 0,7-3 34 15,9 2 0-15,-2-5-2 0,5 1 8 16,0-2-7-16,1 0-15 0,1-1-21 0,0-1-11 16,1 0 41-16,-3 0-235 0,2 0 109 0,-4 0 46 15,-2 0 31-15,0 0-408 0,-6 0 203 0,1 0 72 16,-5-1-337-16,1-3 229 0,-4 0 116 0,0-2 58 16,-2-3-346-16,0-2 194 0,0-4 108 0</inkml:trace>
  <inkml:trace contextRef="#ctx0" brushRef="#br0" timeOffset="170137.84">15857 10417 770 0,'-6'0'0'0,"4"0"0"0,1 0 0 0,1 0 0 0,0 0 359 0,0 0-163 0,0 0-82 0,0 0-32 16,9 0 143-16,3 2-96 0,6 5-48 0,-2-1 249 16,3 4-149-16,2-2-65 0,-1 4-315 15,1-1 116-15,-2 2 58 0,1-1 29 0,0 1-684 0,-4 0 350 16</inkml:trace>
  <inkml:trace contextRef="#ctx0" brushRef="#br0" timeOffset="170283.44">16133 10584 861 0,'0'0'0'0,"0"3"0"0,0 2 0 0,0-4 0 0,0 3 0 0,2 0 414 16,1 2-190-16,3-1 173 0,4 2-186 0,-1 2-89 0,2-2-44 15,1 1-69-15,-1 1 0 0,1-3 32 16,2 3-8-16,-1-2 0 0,-1 0-464 0,0-1 231 15,-1 0 117-15,-1-1-591 0</inkml:trace>
  <inkml:trace contextRef="#ctx0" brushRef="#br0" timeOffset="170463.95">16388 10549 1057 0,'0'-18'0'0,"0"11"0"0,0 0 0 0,0 3 0 0,0-1 0 0,-2 4 0 0,-7 1 0 0,2 6 0 0,-3 14 515 0,-1 7-241 0,-3 5-112 0,1 11-69 16,-1 3 327-16,-2 3-193 0,-1 1-97 0,-1 6 21 15,-1-1-51-15,0-2-38 0,0 0 1 16,5-2-51-16,0-2 21 0,3-4 0 16,4-9-386-16,-3 0 189 0,4-7 99 0,1-8 48 15,1-2-658-15,2-8 337 0,-1-1 66 0,0-7 125 16,1-3-373-16</inkml:trace>
  <inkml:trace contextRef="#ctx0" brushRef="#br0" timeOffset="170747.52">16275 10129 1229 0,'6'-23'0'0,"7"7"0"0,6 7 0 0,-2-1 0 0,-2 2 0 0,0 3 0 0,-2 4 333 16,0-1-150-16,-2 2-67 0,5 0-46 0,-6 5 103 15,-1 8-70-15,-4 4-35 0,-3 8 0 0,-2-5-126 0,0 7 41 0,-4-5 25 16,-9-1 1-16,0-4-27 0,-3 0 25 0,2-2 9 15,0-5-24-15,1 0 20 16,4-4 0-16,1-1-6 0,3-3 153 0,1 0-84 16,2-2-29-16,2 0-38 0,0 0 221 0,0 0-98 15,4 0-49-15,13-2-70 0,3-7 21 0,1-1 0 16,4 3-222-16,-2-2 110 0,-3 1 57 0,2 3 35 16,3-1-280-16,-2 4 126 0,-1 2 80 0,2 0-11 15</inkml:trace>
  <inkml:trace contextRef="#ctx0" brushRef="#br0" timeOffset="171747.83">17106 10541 784 0,'0'-8'0'0,"0"4"0"0,0 3 0 0,-3-3 0 0,-3 0 0 0,3-1 0 0,-3-2 0 0,1 0 111 0,-2-2-44 0,2 0 0 0,1-3-1 0,1-1 1 0,-1 1-35 16,-1-2 9-16,1 1-43 16,-3 1 0-16,4 3 35 0,-4 1 0 0,1 3-4 15,-1 1 12-15,-1 2-8 0,-3 2 24 0,0 0 1 16,-5 19-25-16,2 8 21 0,-1 6 7 0,-2 13-28 16,2 0 0-16,2 3 63 0,1-2-31 0,7-2 0 15,1-13-24-15,4 2 21 0,0-12-29 0,0 0 0 16,4-4-51-16,9-5 25 0,0-5 9 0,5-6 16 15,-2-2-101-15,6 0 49 16,-4-14 25-16,5-10-61 0,-4-6 44 0,4-10 0 16,-7-1 0-16,0-4-175 0,-1-2 92 0,-2-4 26 15,0-3 28-15,0-8-169 0,-3 4 91 0,-1-6 34 16,-4 0-21-16,1-3 37 0,0 9-8 0,-2-14 44 16,0 16 41-16,-1 4-1 0,3 14-40 0,-3 0 80 15,1 15-47-15,-2 10 7 0,0 1-40 0,0 7 324 16,-2 3-155-16,0 2-49 0,0 16-7 0,0 12 201 15,0 11-109-15,0 4-70 0,-2 6 126 0,-4 7-98 16,-1 2-40-16,1 10-33 0,1-6 75 16,-2-3-50-16,4-6-25 0,-1 6-8 0,1-3-8 15,3-1-8-15,0-5-1 0,0-5-159 0,0-10 79 16,1-2 41-16,3-12 8 0,6-3-453 0,-1-4 196 16,2-11 129-16,1-3-277 0,1 0-30 0,-1-14 192 15</inkml:trace>
  <inkml:trace contextRef="#ctx0" brushRef="#br0" timeOffset="171956.31">17315 10228 934 0,'2'-18'0'0,"2"9"0"0,4 4 0 0,1 1 0 0,0 0 0 0,3 2 0 0,1 2 193 16,4 0-80-16,1 6 96 0,5 9-92 0,0 3-42 0,-3 5-21 16,3 3 160-16,-4 5-90 0,-3 0-38 0,-4 1-31 15,-3 2 8-15,-5-2 0 0,-4 2-30 0,0-1 0 16,-6 1-60-16,-11-2 26 0,-3-2 0 15,-3-5-29-15,-3-1 32 0,-1-5 0 16,4-4-124-16,-7-2 51 0,5-3 46 0,4-5-8 16,0-1-101-16,6-3 41 0,5-1 41 0,5 0-5 15,5 0-293-15,0-7 159 0,14-6 79 0</inkml:trace>
  <inkml:trace contextRef="#ctx0" brushRef="#br0" timeOffset="172175.77">17879 10176 1574 0,'-15'-3'0'0,"-3"1"0"0,-2 0 0 0,-8 2 0 0,2 0 0 0,1 10 0 0,-1 8 0 0,4 7 0 0,-5 9 319 0,6 0-143 16,7 2-64-16,-3 10-44 0,7-3 61 0,5 0-49 16,5-1-23-16,0-1 3 0,2-8-19 15,14 7-8-15,5-6-218 0,6-2 109 0,3-6 55 16,-2-7 26-16,8-1-435 0,-1-4 223 15,4-6 115-15,-1-6-16 0,2-2-437 16,-3 0 256-16,-1-2 120 0,-1-16 73 0</inkml:trace>
  <inkml:trace contextRef="#ctx0" brushRef="#br0" timeOffset="172668.64">18193 10558 630 0,'3'-30'0'0,"-1"6"0"0,-2-7 0 0,0 1 0 0,0 0 0 0,-3 2 0 0,-7 0 208 0,0 5-80 0,-2-3-52 0,-2 11-21 15,1 2 158-15,-2 6-89 16,0 5-46-16,-2 2 86 0,-1 3-69 0,-1 22-31 0,-2 8 26 15,6 3 3-15,-1 4-30 0,7-1 8 16,0 8 28-16,7-10-33 0,2 1 0 0,0-4-33 16,2-4-36-16,11-9 9 0,8 1 27 0,-4-9 0 15,3-5-159-15,3-4 80 0,4-4 39 0,-7-3-97 16,4-14 35-16,-5-7 43 0,0-4-266 16,-4-7 140-16,0-7 40 0,-5 7 38 0,1-14-133 0,-2 2 87 15,1-6 44-15,-5 0 22 0,3-10-39 0,-1 4 22 16,-3-13 8-16,2 0 30 0,-1-2 33 15,1 4 0-15,-1 4-33 0,-1 19-8 16,1 9 177-16,-4 12-84 0,-1 11-42 0,0 2 187 16,0 7-82-16,0 6-70 0,-1 16 411 15,-11 18-213-15,1 8-100 0,1 5-56 0,-1 17 217 16,5-10-128-16,-3 23-75 0,3-4-35 0,-3 2 142 16,1 1-87-16,1-5-44 0,2-11-103 0,5 3 25 15,0-5 1-15,0-6 33 0,7-7-227 0,4-13 113 16,-2-8 65-16,6-5-695 0,2-9 358 15,0-10 115-15,4-3 111 0,-1-19-424 0,-3-8 251 16,2-11 138-16,-6 1 65 0,0-3-119 0,-1 2 108 16,-3 4 54-16,0 1 54 0,-1 1 0 15,-2 6 0-15,-2 8 100 0,1 3 173 0,-3 9-153 16,0 2-84-16,1 6 261 0,1-1-164 0,2 2-23 0,2 3-61 16,1 10 563-16,0 6-281 0,3 4-153 0,0-1-73 15,4 1 125-15,-2 1-99 0,0-3-40 0,3 6-303 16,0-7 123-16,-3-6 61 0,4 4 30 15,-2-5-585-15,3-4 316 0,2-1 146 16,-1-8-337-16</inkml:trace>
  <inkml:trace contextRef="#ctx0" brushRef="#br0" timeOffset="172807.27">18951 9876 1544 0,'4'-9'0'0,"-2"9"0"0,-2 9 0 0,-6 27 0 0,-16 14 0 0,-16 34 0 0,-5 5 0 0,-12 26 0 0,-7 9 654 0,-16 41-310 0,-1 19-148 0,-10 24 88 16,-15 47-125-16,2-10-64 0,-2 0-31 16,0 9-707-16,19-28 346 0</inkml:trace>
  <inkml:trace contextRef="#ctx0" brushRef="#br0" timeOffset="176907.98">1213 10683 461 0,'-2'0'0'0,"2"0"0"0,-3 0 0 0,0-2 0 0,-1 1 0 0,-2-3 0 0,3 4 174 0,-2-2-63 0,-1 1-43 0,-1-1 0 16,3 2 152-16,-5 0-93 0,6 0-48 0,-4 0-14 15,5 0 147-15,2 0-90 0,-3 0-44 0,3 0 55 16,0 0-50-16,0 0-17 0,0 0 65 16,0 0-49-16,3 0-25 0,8 0 0 0,3 0 35 15,4-3-22-15,1 0-8 0,1-4-29 0,1 4 24 16,-3-2-24-16,4 1 0 0,-3 1-39 0,-5-1 15 16,3 0 1-16,-4 0-3 15,3 2 0-15,-5-2 26 0,-3 3 8 0,2-4-55 16,-3 4 22-16,0-2-18 0,-2 2 36 0,-2-1-28 15,-1 0 6-15,1 0-8 0,-3 2 20 0,0-1 22 16,0 1 0-16,0 0-21 0,0 0 41 0,0 0-4 16,0 0-34-16,0 0-10 0,0 7 12 0,0 10 4 15,-3 7 7-15,-5 7 14 0,-2 8-20 0,-1 1-2 16,-2 2 0-16,-2 4-75 0,5-5 40 0,-6 9-6 16,0-2 30-16,2-1-139 0,-4-3 67 15,1-1 25-15,1-4-59 0,-3 3 45 16,1-11 8-16,1 0 1 0,6-10 84 0,-3 0-33 15,4-6-11-15,4-4 72 0,1-4-46 0,2-3 0 16,0-2-31-16,0 0 216 0,3-2-87 0,0 0-56 16,0 0 2-16,6 0 28 0,8 0-31 0,5 0 8 15,2 0-44-15,4-2 57 0,2-4 122 0,-3 0-212 16,-3 3 0-16,1-3 0 0,0 3 0 0,-2 1-311 16,-3 0 211-16,-2 0 64 15,0 0 12-15,-7 2-200 0,4 0 88 0,-4 0 65 16,-1 0-3-16,-2 0-486 0,1 0 263 0,-3 0 125 15,-2 0-417-15,1 0 279 0,-2 0 138 0</inkml:trace>
  <inkml:trace contextRef="#ctx0" brushRef="#br0" timeOffset="177092.99">1173 10984 1029 0,'-12'2'0'0,"5"-2"0"0,2 4 0 0,0-2 0 0,4-1 0 0,-1-1 0 0,0 0 299 15,2 0-138-15,0 0-64 0,5 0-32 0,9 0 308 16,2 0-170-16,2 3-77 0,1-2 83 0,3 1-89 16,0 2-43-16,-1-2-100 0,1 1-132 0,2 3 102 15,0 0 39-15,-5-1-536 0,3 1 292 0,-2 2 145 16,0-1 57-16,2-1-622 0</inkml:trace>
  <inkml:trace contextRef="#ctx0" brushRef="#br0" timeOffset="177319.81">1521 11062 636 0,'0'0'0'0,"0"0"0"0,0 0 0 0,0 0 0 0,0 0 0 0,5 0 198 0,7 0-75 0,1 3-49 15,1 5 331-15,2 0-187 0,1 7-92 0,1 0 117 16,-3 3-98-16,3 6-59 0,-7-1-27 0,-3 3 8 16,-1 0 0-16,-3 3-34 15,-3-3 8-15,-1 6-43 0,0-6 0 0,-10 0 35 16,2-7 0-16,-8 2-34 0,1-6 9 0,-3 0 25 15,0-6-136-15,1-1 56 0,-1-7 38 0,1 1-338 16,2-2 170-16,1 0 58 0,6 0 52 0,0-9-332 16,6-4 183-16,2-4 92 0,0-4 37 0,13-7-308 15</inkml:trace>
  <inkml:trace contextRef="#ctx0" brushRef="#br0" timeOffset="177517.28">1824 11021 702 0,'0'-3'0'0,"0"1"0"0,0 2 0 0,-7 0 0 0,-4 0 0 0,-5 5 484 16,0 7-217-16,-3 4-122 0,5 5 133 0,0 2-123 16,1 3-61-16,2 4 275 0,3 0-161 0,5 1-91 15,3-3-42-15,0 0 109 0,0-2-76 0,8-1-37 16,6-7 8-16,7 3-145 0,1-5 49 0,2-2 25 16,4-3 0-16,-1-3-311 0,-4-3 176 15,7-1 75-15,-6-2-450 0,1-2 212 16,-3 0 138-16,-1 0-204 0,-5 0 153 0,0-2 89 0</inkml:trace>
  <inkml:trace contextRef="#ctx0" brushRef="#br0" timeOffset="177761.63">2054 10817 1891 0,'-5'0'0'0,"2"0"0"15,3 0 0-15,-1 0 0 0,1 0 0 0,0 0 0 0,0 0 0 0,1 4 0 0,8 0 497 0,6-3-232 0,2 1-116 0,1 0-58 0,4-2 107 0,-3 0-87 16,2 0-39-16,-2 0-230 0,-2 2 95 0,-1-2 47 16,-3 0-503-16,1 2 272 15,-4 2 140-15,-1 1 69 0,-3 1-385 0,1 5 129 16</inkml:trace>
  <inkml:trace contextRef="#ctx0" brushRef="#br0" timeOffset="177918.21">2075 11108 2187 0,'-7'6'0'0,"4"1"0"0,0-2 0 0,3-2 0 0,0-2 0 0,0 3 0 0,1-4 0 0,11 2 0 0,2-2 364 16,5 0-165-16,3 0 130 0,3 0-152 0,-6 0-73 15,4 0-35-15,-3 0-207 0,1 0 85 0,0 0 51 16,-2 0 13-16</inkml:trace>
  <inkml:trace contextRef="#ctx0" brushRef="#br0" timeOffset="178792.96">2643 11061 909 0,'0'0'0'0,"-2"0"0"0,-3 0 0 0,4 0 0 0,-2 0 0 0,0 0 0 0,3 0 0 0,0 0 0 0,0 0 349 0,-2 0-158 16,2 0-79-16,0 0 169 0,0 0-116 16,8 0-71-16,5 0 76 0,1 0-70 0,5-3-33 0,0 2 0 15,2-1 129-15,1 1-85 16,5-1-39-16,-2-1-1 0,0 2 40 0,7 1-39 16,3-2 8-16,10 2-48 0,4-2 50 0,6 0-25 15,9-1 0-15,1-3-63 0,-8 1 8 16,20-3 31-16,-7 2-35 0,4-1 0 0,6 1 35 0,0 1 0 15,-1 1-97-15,-1 0 31 0,0 2 30 0,-3 0 0 16,-4-2-121-16,-3 3 67 0,-6-3 15 0,10-2-2 16,-18 4-4-16,4-1-1 0,-6 1 14 0,0 0 75 15,-12 0-32-15,9 0-1 0,-17 0 15 16,4 0 2-16,-6-1-34 0,-6-2 0 16,-3 2 68-16,-2-1-20 0,-5 2-1 0,-4-2-11 15,-2 2-54-15,-5 1 11 0,2-2 26 0,-4 2-198 16,-1 0 92-16,0 1 42 0,0 0 24 0,-1 0-410 15,-11 0 196-15,-1 1 111 0,-2 10 50 0,-2 4-632 16</inkml:trace>
  <inkml:trace contextRef="#ctx0" brushRef="#br0" timeOffset="179347.68">2850 11410 1205 0,'-17'-7'0'0,"6"-3"0"0,3 7 0 0,2-1 0 0,3 0 0 0,1 1 0 0,1-1 0 0,1-2 57 0,0 1 273 0,4-1-149 0,12 0 2 0,7 1-18 0,4 1-66 16,1 2-33-1,2 2-15-15,-1 0-18 0,-7 6 7 0,8 9-73 16,-11-1 32-16,0 3 1 0,-3 4 33 0,-6 2-98 15,-2-1 57-15,-7 8 16 0,1 0 1 0,-2 0-111 16,-3-1 44-16,-12 0 40 0,-2 0-82 0,-5-4 38 0,-3 0 27 16,-3-4 0-1,-2-2 42-15,0-4 0 0,0-6-32 0,1 1 64 0,-3-6-27 16,7-1 0-16,3-1-26 0,2-2 205 0,6 0-89 16,2 0 211-1,4 0-143-15,2 0-61 0,4 0-39 0,0 0 9 0,2 0-46 0,0 0 38 16,14 0 0-16,6 0-38 0,3 0 75 15,1 0-29-15,5 0-9 0,-1 0-60 0,2 0 0 0,0 0 23 16,2 0-155-16,-2 0 86 0,0 0 30 0,1 2 0 16,-5 0-376-16,2 1 180 0,-4 3 103 15,-2-2 16-15,-1 2 39 0,1-1-533 0,2-1 272 16,-2-2 136-16,2-2 69 0,-2 0 25 0</inkml:trace>
  <inkml:trace contextRef="#ctx0" brushRef="#br0" timeOffset="179674.98">3431 11335 986 0,'-14'0'0'0,"8"0"0"0,1 0 0 0,4 0 0 0,1 0 369 15,0 0-160-15,0 0-92 0,1 0-42 0,14 0 389 16,12 0-215-16,4 2-108 0,6-2-47 0,14 0 137 15,0 0-100-15,3 0-49 0,1-2 97 0,1-2-74 16,1-3-27-16,0 1-9 0,0 2-60 0,-1-3 0 16,3 1 24-16,-1 4 0 0,-2 1-60 0,-3 1 26 15,-3 0 0-15,-1 0-47 0,-6 0 40 16,-6 3 1-16,0 1 48 0,-5 2-56 0,-2-2-18 16,-7-1 25-16,-3 1-90 15,-2-2 50-15,-7 0 12 0,-3 0 0 0,-2-2-127 16,-1 0 75-16,-4 0 27 0,-1 0 23 0,0 0-313 0,-4 0 164 15,-10 0 77-15,-8 3-385 0,-2 1 231 0,-5 4 107 16,-12 3 67-16,1 2-419 0</inkml:trace>
  <inkml:trace contextRef="#ctx0" brushRef="#br0" timeOffset="180027.31">3473 11328 1587 0,'-9'0'0'0,"4"0"0"0,0 1 0 0,2 11 0 0,1 5 0 0,1 4 0 0,1 5 0 0,0 6 225 0,0 9-97 0,0-4-39 15,0 10 142-15,0-2-99 0,3 1-50 0,0-1-25 16,-1-2 13-16,3-4 7 0,-4 1-44 0,3-5 0 16,-2-1-14-16,0-9 14 0,1-3-1 0,-3-5 9 15,0-4-76-15,0-3 34 0,0-4 0 0,0-3-102 16,0-3 67-16,-11 0 28 0,-2 0-67 0,0-3-87 15,-2-11 82-15,-4-5 17 0,3-1-49 0,-1-6 25 16,-1-3 35-16,1 1-12 0,2 0-44 0,3 2 37 16,2 9 0-16,2 4 31 0,1 1 55 0,1 5-23 15,0 3-1-15,3 2 133 0,1 2-78 16,-1 6-39-16,-2 11 88 0,5 9-46 16,-3 0-31-16,3 1 7 0,0 0 4 0,0-2-11 15,0 1-13-15,0-1 28 0,3-5-158 0,3-3 72 16,6-4 31-16,2-1-1 0,-1-8-483 0,6-4 220 15,3 0 127-15</inkml:trace>
  <inkml:trace contextRef="#ctx0" brushRef="#br0" timeOffset="180243.94">3548 11669 1563 0,'6'-16'0'0,"5"3"0"0,0 3 0 0,2 5 0 0,1 0 0 0,-1 2 0 0,4 1 0 0,1 2 0 0,-2 0 0 0,3 4 267 16,-1 7-117-16,-1 3 164 0,1 8-144 0,-3-2-69 0,-2 8-34 15,-4-1-18-15,-2 1-17 0,-4-1 9 0,-2 3-8 16,-1-1-49-16,0-4 24 0,0-4 0 0,-6-1-173 16,-6-4 108-16,-6 2 40 0,-3-3 25 15,1-6-303-15,-1 1 154 0,-3-5 17 0,4-1-265 16,-1-4 182-16,0 0 87 0,3 0 44 16,8-2-222-16,2-9 133 0,6-6 58 0,2-5 41 15,0-1-105-15</inkml:trace>
  <inkml:trace contextRef="#ctx0" brushRef="#br0" timeOffset="180427.45">3787 11614 1098 0,'9'-9'0'0,"3"3"0"15,-4 5 0-15,-3 1 0 0,-4 4 0 0,-1 11 128 0,0 8-48 0,0-2-24 0,-1 9 217 0,-4 1-112 16,-1 3 347-16,2 0-238 0,3 2-119 0,1-5-58 16,0-1-31-16,0-5 157 0,1 5-97 15,11-8-44-15,2-1-23 0,3-2-200 0,4-4 88 16,-3-4-424-16,4-3 253 0,0-3 130 0,-1-5 65 15,-1 0 34-15,1 0-305 0,-5-5 75 16,1-10 111-16,-6-3-468 0,2-5 276 0</inkml:trace>
  <inkml:trace contextRef="#ctx0" brushRef="#br0" timeOffset="180683.31">3948 11499 1168 0,'-2'-7'0'0,"2"2"0"0,0 4 0 0,0-2 0 0,2 1 0 0,9 1 0 0,0-1 0 0,3 2 0 0,1 0 283 0,-2 0-117 0,4 0-70 0,-6 8-32 16,1 2 9-16,0 4-40 0,-6 0-1 0,-1-1-126 16,-3 3 59-16,-1-1 34 0,-1 0 0 0,0 0-21 15,-11 1 28-15,-4-4 7 0,0 2-35 16,-4-5 28-16,0 1-32 0,3-3 22 16,-3-2 108-16,5-1-44 0,1-3-33 0,4 2-23 15,4-3 273-15,0 0-126 0,3 0-44 0,2 0 38 16,0 0-67-16,5 0-23 0,11-3 1 0,6-4-98 15,-1-1 37-15,1 4 9 0,5-2-240 16,-4 2 135-16,2 1 67 0,0 2 33 0,-3 1-672 0,0 0 325 16</inkml:trace>
  <inkml:trace contextRef="#ctx0" brushRef="#br0" timeOffset="180853.87">4114 11865 1410 0,'-14'2'0'0,"8"2"0"0,-2-1 0 0,2-3 0 0,3 0 0 0,1 0 0 0,2 0 311 16,0 0-139-16,5 0 96 0,12 0-118 0,4-3-59 16,-1-3-20-16,8-2-43 0,-3 3 5 0,-3-1-1 15,3 3 1-15,-2-1-361 0,-1 2 188 0,-3 0 82 16,-3 2 46-16,-2 0-571 16,-5 0 292-16,-2 0 146 0</inkml:trace>
  <inkml:trace contextRef="#ctx0" brushRef="#br0" timeOffset="181024.34">4245 11653 1222 0,'0'-2'0'0,"0"0"0"0,0 2 0 0,-2 0 0 0,-1 8 0 0,1 6 0 0,-2 9 0 0,4 1 348 0,-2 5-158 0,1 0-78 0,-1 5 30 16,-3 0-46-16,4 0-36 0,-1 0 0 15,0-2-149-15,2-2 61 0,0-4 30 0,0-3 9 0,0-3-398 16,0-3 209-16,0-8 106 0,0-1 52 0</inkml:trace>
  <inkml:trace contextRef="#ctx0" brushRef="#br0" timeOffset="181179.05">4307 11669 2170 0,'6'-5'0'0,"1"2"0"0,1 2 0 0,1 1 0 0,-3 0 0 0,4 0 0 0,-1 6 0 0,1 1 40 0,1 5-7 16,0-1 0-16,2 2-37 0,-4 0 0 15,4 2-396-15,-2-2 225 0,1-1 99 0,0-3 55 0,1-2-622 16,1-3 319-16</inkml:trace>
  <inkml:trace contextRef="#ctx0" brushRef="#br0" timeOffset="181368.54">4578 11480 1716 0,'0'0'0'0,"0"7"0"0,0 9 0 0,0 4 0 0,-2 6 0 0,-2 4 0 0,2 8 170 0,-4 6-73 0,1 0-32 16,-1 4 123-16,-1 2-77 0,0 1-40 0,-3-1 9 16,2 1 49-16,-3-1-3 15,1-2-47-15,1 0-152 0,0-8 61 0,-1 5 18 16,2-12-443-16,-2 0 235 0,2-8 118 0,1-5 58 0,3-8 37 16,1-6-673-16,0-4 314 0,0-2 158 0</inkml:trace>
  <inkml:trace contextRef="#ctx0" brushRef="#br0" timeOffset="181644.8">4600 11599 624 0,'21'-25'0'0,"-2"4"0"0,2 4 0 0,1 2 0 0,1 3 217 16,-3 2-92-16,1 4 264 0,0 5-178 16,-3 1-82-16,1 0-51 0,-3 1 25 0,-3 12-35 0,-5 4 0 15,-2 4-36-15,-4 2 9 0,-2 3-138 16,0-2 65-16,0-1 33 0,-11-2-108 0,2 0 71 15,-6-4-19-15,-1-1 93 0,-1-3-5 0,4-2-28 16,0-3 109-16,4-2-70 0,-1-3 4 16,7-1-78-16,-1 0 33 0,3-2 350 0,-2 0-164 0,3 0-64 15,0 0 67-15,3 0-84 0,8 0-37 0,3 0-1 0,4 0-3 16,0 0 1-16,2 0-543 16,0 0 485-16,0 0 23 0,0 0 0 15,1 4-1-15,-4-3 1 0,1 5-264 0,-2-2 109 0,3 1-688 16,-2 3 386-16,-1 0 196 0</inkml:trace>
  <inkml:trace contextRef="#ctx0" brushRef="#br0" timeOffset="181802.37">5226 12061 1807 0,'-5'3'0'0,"2"-1"0"0,1-2 0 0,2 1 0 0,-4-1 0 0,2 2 662 15,1-2-319-15,1 0-155 0,-2 0-242 16,0 0 44-16,2 0 21 0,0 0 8 0,0 0-969 0</inkml:trace>
  <inkml:trace contextRef="#ctx0" brushRef="#br0" timeOffset="183483.15">3281 10434 760 0,'-11'-8'0'0,"4"3"0"0,1 3 0 0,0-4 0 0,-2 1 0 0,2 1 0 0,1-2 79 0,0 2-8 0,2-2-38 15,3 1 209-15,0-4-104 0,3-3-53 0,8-1 91 16,10-4-75-16,4 0-34 0,-1 1 24 16,5 0-30-16,-4 4 1 0,-4 4 6 15,1 2-8-15,-1 3-27 0,-1 1-1 0,-4 2-21 0,1 0 22 16,-2 4 7-16,1 4-7 0,-3 8 0 0,-1 0-54 0,-4 1 27 15,-1 4 0-15,-3 0 35 0,-2 7-76 16,-2-3 32-16,0 5-72 0,-3 0 47 0,-10 0 22 16,-4 0-10-16,-1-2-2 15,-3-2 0-15,1-1 11 0,-1-3 11 0,-5-3 0 0,3-6-36 16,-2 0 22-16,-1-6 8 0,2-1 100 16,4-2-48-16,-2-4-23 0,4 0 189 0,7 0-98 15,0 0-50-15,6 0 210 0,0 0-123 0,5 0-62 0,-3 0-21 16,3 0-9-16,0 0-30 0,13 0 25 15,7 0 1-15,0-2-18 0,10 0-20 0,-3 1 11 16,3-2-109-16,0 1 54 0,2 1 28 0,1 1-310 16,-1-4 164-16,0 4 72 15,1 0 47-15,0 0-13 0,-6 0 23 0,-1 0-595 16,4 0 291-16,-8 0 142 0,0-2-404 0,0 1 272 16,-3-4 137-16</inkml:trace>
  <inkml:trace contextRef="#ctx0" brushRef="#br0" timeOffset="183729.52">3830 10250 595 0,'8'-2'134'0,"7"0"-67"0,2 0-34 0,-3 1 1 0,4-2-34 16,-2 3 389-16,1 0-178 0,2 6-90 0,2 9 147 16,-4 0-109-16,1 6-67 0,-1 1 43 15,-6 2-50-15,2 5-27 0,-10-1-46 0,-1-3 29 16,-2 8-8-16,0-5-36 0,-10 3 0 0,-4-2 35 15,-8-2-32-15,1-3-43 0,-4-3 34 0,1-2 21 16,-3-2 0-16,0-4 20 0,2-4 1 0,4 1-319 16,-1-5 146-16,4 0 43 15,9-5-263-15,-1 0 155 0,7 0-574 16,3-3 727-16,0-10 19 0,16-9-134 0,11-3 67 16,1-3 34-16</inkml:trace>
  <inkml:trace contextRef="#ctx0" brushRef="#br0" timeOffset="183912.03">4226 10132 756 0,'5'-8'0'0,"-4"2"0"0,1 3 0 0,-2 3 0 0,0 0 29 16,-10 6 520-16,-4 13-258 0,0 4-129 15,1 6-64-15,-1 4-25 0,-2 9 388 16,7-1-214-16,3 0-108 0,5 0 231 0,1-6-169 16,0 2-75-16,1-1-34 0,14-3-29 0,4-1 0 15,3-5-332-15,5-3 151 0,1-3 84 0,1-2-229 16,0-6 148-16,1 0 74 0,-5-6 37 15,-2-3-716-15,-1 1 307 0,0-3 194 0,-3-2 93 0,-3 0-238 16</inkml:trace>
  <inkml:trace contextRef="#ctx0" brushRef="#br0" timeOffset="184221.72">3327 10108 1376 0,'-6'-7'0'16,"4"5"0"-16,2 1 0 0,0-1 0 0,0 2 0 0,0 0 220 0,0 7-93 0,8 13 618 0,5 3-699 0,4 12-14 0,0-2 9 0,1 14-42 16,1 2 34-16,1 11-1 0,-2-2 1 15,-1 6 0-15,-2-4 8 0,4 21-182 16,2-8 87-16,1 0 44 0,2-1-559 0,-1-12 309 0</inkml:trace>
  <inkml:trace contextRef="#ctx0" brushRef="#br0" timeOffset="184713.07">2962 11228 907 0,'-6'-11'0'0,"-1"4"0"0,-2-1 0 0,4 2 0 0,-3-1 0 0,2 3 0 0,4 0 0 0,-3 1 272 0,3 1-120 0,2 0-59 0,0 2-31 0,0 9 89 16,7 27-63-16,6 14 88 16,4 14-71-16,3 23-37 0,0 3 1 0,2 11 6 15,2 23-42-15,-5 2 0 0,5 5-549 16,-2 5 274-16,1 10 137 0</inkml:trace>
  <inkml:trace contextRef="#ctx0" brushRef="#br0" timeOffset="186497.34">6240 10496 1247 0,'-2'0'0'0,"-6"0"0"0,6 0 0 0,-3 0 0 0,3 0 0 0,0 0 0 0,0 0 0 0,2 0 0 0,-1 0 110 0,1 0-39 16,0 0 123-16,3 2-84 0,12-2-39 0,6 0 0 15,2 0 71-15,3 0-55 0,-2 0-18 0,9 0-9 16,-3 0-20-16,-3-2-7 0,-1 0 0 0,-4 0-46 16,2 0 32-16,-4 0-9 0,-1 0 23 15,-2 1-76-15,-5 1 38 0,-2 0 0 0,-1 0-45 16,-6 0 35-16,2 0 0 0,-4 0 1 0,1 0 1 15,-2 0 7-15,0 5-3 0,0 5 13 16,-6 1 87-16,-5 4-41 0,-2 5-20 0,0 5 0 0,-5 5-12 16,1 8-6-16,-1-1 18 15,0 8-82-15,0 1 38 0,1 1 4 0,-2 1-105 16,1 4 61-16,0-6 25 0,0 1 1 0,2-5-30 16,0-5 24-16,2-4 0 0,4-6 0 0,2-7 110 15,0-3-45-15,4-6-11 0,1-1-41 0,1-4 118 16,2-5-53-16,0-1-16 0,0 3 168 15,0-3-73-15,2 0-49 0,5 0 92 0,7 0-66 0,0 0-34 16,4 0 0-16,3 0-12 0,0 0-13 16,-3-3-8-16,2 2 0 0,1-2-128 15,-1 0 65-15,-5 1 31 0,3 0-108 0,-6 0 53 16,2 0 42-16,-5 2-7 0,2 0-453 0,-3 0 195 16,-2 0 120-16,-2 0-317 0,-1 0 221 0,-1 0 110 15,1 0 55-15,-3-2-310 0</inkml:trace>
  <inkml:trace contextRef="#ctx0" brushRef="#br0" timeOffset="186662.98">6150 10817 1026 0,'-8'0'0'0,"6"0"0"0,2 0 0 0,0 0 0 0,0 0 0 0,0 0 0 0,10 0 391 0,6 0-179 0,9 0-90 15,1 0 126-15,3 0-107 0,-1 0-47 0,5 0 29 16,-2 2-45-16,1 7-23 0,-2 1 0 0,2 1-480 15,-2 2 238-15,0-2 105 0,1 5 58 0,-1-4-598 16</inkml:trace>
  <inkml:trace contextRef="#ctx0" brushRef="#br0" timeOffset="186813.58">6642 10967 1278 0,'0'6'0'0,"0"0"0"0,0-1 0 15,0-3 0-15,0 2 0 0,0-2 0 0,0 3 0 0,0-1 370 0,8 2-161 0,2-1-92 0,4 4-30 0,-1-1-27 0,4 2 0 16,-1-1-27-16,3 0-280 0,-3 1 136 0,3-1 71 16,0-2 37-16,1-1-617 0</inkml:trace>
  <inkml:trace contextRef="#ctx0" brushRef="#br0" timeOffset="187024.41">6944 10791 1112 0,'0'0'0'0,"-2"0"0"0,0 0 0 0,0 0 0 0,-3 5 0 0,0 14 247 0,-3 4-98 16,0 7 130-16,1 10-123 0,-4 6-62 0,-3 5 204 15,-2 12-132-15,0-5-59 0,-4 18-41 0,3-2 0 16,-1 2-34-16,0 0 50 0,-1-1-24 0,5-11 7 0,-8 10-130 16,6-6 49-16,2-6 24 0,2-10 0 15,-2 3-311-15,7-14 175 0,0 2 77 0,1-7-479 16,4-5 221-16,2-11 141 0,0-8 55 15,0-2-172-15</inkml:trace>
  <inkml:trace contextRef="#ctx0" brushRef="#br0" timeOffset="187225">7136 10783 2392 0,'-2'-15'0'0,"2"7"0"0,0 3 0 0,8-1 0 0,-1 0 0 0,0 1 0 0,1 1 0 0,2 0 274 0,-1 0-121 0,4 3-30 0,2-1-45 15,0 0-23-15,3 2-324 0,-2 0 147 0,0 0 78 0,2 0 38 0,-2 8-665 16,2-1 352-16,-2 3 184 0,-1-1 80 16</inkml:trace>
  <inkml:trace contextRef="#ctx0" brushRef="#br0" timeOffset="187392.67">7174 11131 2312 0,'-2'-2'0'0,"2"-1"0"0,0 3 0 0,0-1 0 0,0-3 0 0,3 1 35 0,6-4-2 0,3 2 138 0,3 0-74 16,0 1-32-16,3-2 0 0,0 4-293 15,2 0 131-15,1 2 73 0,2 0 24 0,-1 0 0 0,1 2 33 0,1 5-661 16</inkml:trace>
  <inkml:trace contextRef="#ctx0" brushRef="#br0" timeOffset="188154.92">7850 10749 1114 0,'0'0'0'0,"-2"0"0"0,2 0 0 0,2 0 0 0,8 0 0 0,1 0 55 0,1 0 8 0,6 0 268 0,5-2-149 0,6 1-75 0,3-6 235 15,8 2-154-15,-1-3-70 0,14 1 43 16,-2 0-64-16,2 1-38 16,2 3-34-16,9 1 8 0,-8-1 8 0,12 3-9 0,-6 0-34 15,-2 5 0-15,-8 0 35 0,6 2-1 16,-1 1-149-16,-4-2 71 0,-4-1 40 0,-6 0-166 16,-6-2 74-16,1-3 54 0,-5 0-225 15,-5 0 126-15,-7 0 45 0,-3 0-620 0,-7 0 641 0,-6 0 23 16,-1 0-9-16,-4 0 30 0,-8 5 0 15</inkml:trace>
  <inkml:trace contextRef="#ctx0" brushRef="#br0" timeOffset="188408.84">8085 11097 1701 0,'-14'0'0'0,"9"0"0"0,5 0 0 0,0 0 0 0,10 2 0 0,6 2 0 0,3-3 0 0,5 3 232 0,10-2-92 0,14-1-58 0,-4-1 225 0,10 0-137 16,10-1-68-16,-2-5-10 0,-7 1-21 0,1-1-8 15,1 2-87-15,-7-2 29 0,-3 4 0 0,-4 1 27 0,-7-1-82 16,-1 2 37-16,-5 0 23 0,-7 0-209 16,0 0 116-16,-5-2 58 0,-6 2 37 15,0-2-34-15,-8 2 0 0,-2 0-315 0,0 0 130 16,-2-1 63-16,-2-2-54 0,-12 1 82 0,-6 2 42 15,-3 0 21-15,-5 0-404 0,-4 0 204 0</inkml:trace>
  <inkml:trace contextRef="#ctx0" brushRef="#br0" timeOffset="188737.43">7904 11217 1386 0,'-9'-7'0'0,"3"4"0"0,6 3 0 0,0 0 0 0,0 0 0 0,0 10 0 0,0 11 0 0,2 5 0 0,5 4 445 0,1 2-207 0,-1 4-94 0,3 7 191 16,-5 0-151-16,1 1-76 0,0 1 1 16,-4 3-38-16,0-7 8 0,-2 9-68 0,0-6 22 15,0-10-1-15,0 4 1 0,0-7-156 0,-4-8 86 0,-3-2 31 16,-2-4-240-16,2-8 139 0,-1-1 70 0,-5-5 35 16,-1-3-297-16,-2 0 145 0,1-5 40 15,-6-12 42-15,5 0 10 16,-3-4-66-16,1-3 40 0,0 0 31 0,0-5-1 0,1 3 1 15,3 7 24-15,0-2 59 0,0 9-37 0,3 2 8 0,2 6-30 16,-3 2 236-16,3 2-118 16,0 0-59-16,0 6 147 0,1 9-90 0,0 5-26 0,2-2-29 15,1 0-91-15,5 3 38 16,0-4 28-16,0 0 19 0,0-4 37 0,9-2-277 0,6-5 123 16,4-4 57-16,4-2-618 0</inkml:trace>
  <inkml:trace contextRef="#ctx0" brushRef="#br0" timeOffset="189117.09">7923 11529 903 0,'13'-8'0'0,"-2"2"0"0,10 5 0 0,-2-1 0 0,-1 0 0 0,-1 1 38 0,-2 1 353 0,3 0-171 16,-2 0-97-16,3 6 225 0,-1 3-157 0,0 4-79 0,-3 3-40 0,-1 1 58 16,-4 2-52-16,-1 2-23 15,-4-1-116-15,-2 1 47 0,-3-1 23 16,0 3-50-16,-6 0 33 0,-7-5 20 0,-6 1-192 0,1-2 106 15,-5-4 54-15,2-1 4 0,-6-3-300 16,8-5 128-16,-2-4 84 0,2 0-230 16,4 0 151-16,6-12 67 0,3-10 46 0,6-3-259 0,0-3 148 15,0-3 74-15,9-3-45 0,6 2 52 0,2-2 39 0,2 2 61 16,1 2 0-16,3 5 0 0,-2 2 0 16,-5 3 0-16,0 2 0 0,-1 4 62 0,-3 7-50 15,-3-1-23-15,-4 6 1 0,0 2 362 16,-3 0-187-16,0 6-43 0,-2 11 484 0,0 5-286 15,0 4-144-15,-4 3 161 0,-3 1-156 16,4 2-74-16,0-2 352 0,3-2-213 16,0 0-107-16,0-6-44 0,1 1 71 0,8-2-67 0,8 0-33 15,-4-6-332-15,4-1 150 0,3-2 82 0,1-4-1099 16,0-3 1095-16,1-5 36 0,-1 0 0 16,2 0 35-16,-3-2-42 0,-1-11-727 0,-2 0 351 0,-2-4 177 15</inkml:trace>
  <inkml:trace contextRef="#ctx0" brushRef="#br0" timeOffset="189373.84">8312 11324 1168 0,'-6'-17'0'0,"4"2"0"0,2 4 0 0,0-2 0 0,2 2 0 0,7 1 192 16,6 1-79-16,0 5-40 0,5 2-1 16,-4 2 131-16,1 0-90 0,0 2-40 0,-2 11 0 0,-4 4-40 0,-2 2-29 15,-1 2 8-15,-6-1 20 0,1 3-93 16,-3-3 46-16,0 1 25 0,-13 0-20 15,2-4 29-15,-3-2-8 0,0-2 22 0,3-2 34 16,1-5-1-16,1-1-77 0,2-1 184 16,4-3-85-16,-2-1-30 0,5 2 60 15,-1-2-42-15,1 0-22 0,0 0 8 0,7 0-210 0,7-2 90 16,9-5 46-16,-2-2-924 0,1-1 918 0,-1 4 34 16,2 1-327-16,-2 0 148 0,-3 3 49 0,1 0 43 15,-4 2-429-15</inkml:trace>
  <inkml:trace contextRef="#ctx0" brushRef="#br0" timeOffset="189538.4">8511 11589 1787 0,'-12'7'0'0,"5"-1"0"0,2-3 0 16,-2-1 0-16,4-2 0 0,2 0 0 0,-2 0 0 0,3 0 0 0,0 0 201 0,4 0-85 0,9 0-33 0,6 0 27 0,3 0-39 0,-1 0 1 0,6-2-369 15,-3 1 166-15,-4-4 90 0,3 2 32 0,-3 1-488 16,-1 1 258-16,-3-1 130 0,-5 2-213 15,0 0 114-15,-6 0 94 0</inkml:trace>
  <inkml:trace contextRef="#ctx0" brushRef="#br0" timeOffset="189694.98">8601 11365 987 0,'2'0'0'0,"-1"0"0"0,1 2 0 0,1 11 0 0,0 3 0 16,-1 8 0-16,-2 4 67 0,3 4 442 0,-3 2-238 0,1 1-120 15,1 1 178-15,0-1-152 0,-2-1-73 0,1 1-35 0,1-6-254 16,0-3 109-16,1-3 62 0,-2-4-237 16,2-6 141-16,-1-3 72 0,6-5 35 0,-4-5-627 15</inkml:trace>
  <inkml:trace contextRef="#ctx0" brushRef="#br0" timeOffset="189842.98">8722 11390 1375 0,'8'0'0'0,"4"0"0"0,1 0 0 0,-3 2 0 0,-1 3 0 0,-2 3 0 0,2 1 0 0,1 3 71 16,1-1 299-16,0 0-169 0,0 2-84 0,-3 0-153 0,1 0 34 15,0-1 9-15,0-1-497 0,-4-4 262 0,2 0 130 16,3-5-231-16,0 1 176 0</inkml:trace>
  <inkml:trace contextRef="#ctx0" brushRef="#br0" timeOffset="190015.84">8961 11331 783 0,'-1'-13'0'0,"-1"9"0"0,0-3 0 0,2 5 0 0,-2 1 0 0,-1 1 322 0,-2 11-149 16,1 15-70-16,0 9 207 0,-4 5-139 0,0 6-69 0,-2 6 338 15,1 2-208-15,-2 3-99 0,-2 9 23 16,2-7-61-16,-2 1-32 0,-1-5-255 16,1 1 108-16,0-1 59 0,0-6-1009 15,1-7 922-15,6-10 71 0,-1-7 46 0,2-2-389 0,1-13 147 0,2-2 107 0</inkml:trace>
  <inkml:trace contextRef="#ctx0" brushRef="#br0" timeOffset="190296">8992 11311 1200 0,'14'-13'0'0,"3"1"0"0,6 2 0 0,-5 3 0 0,2 0 0 0,-1 5 177 0,-1 0 114 0,1 2-129 0,-3 0-65 0,0 13-24 0,-7 5 68 15,-2 7-54-15,-5 2-27 0,-2 1-141 16,0 0 58-16,-5-3 35 0,-8 1-53 0,1-7 36 16,-2 0 1-16,-2-4 88 0,2-2-25 15,3-6 7-15,1 1-33 0,0-5 254 0,5 1-127 0,4-4-63 0,-2 1 203 16,2-1-125-16,1 0-75 0,0 0 24 16,7 0-87-16,9 0-4 15,5-5 0-15,-2-1 8 0,3 1-101 0,-1-1 47 0,0 0 23 16,-3 1 0-16,1 0 22 0,-1 0-418 15,-5 0 205-15,-4 3 106 0,1-2-678 0,-7 2 360 0,-1 1 181 16,-2-1-411-16,0 0 300 0</inkml:trace>
  <inkml:trace contextRef="#ctx0" brushRef="#br0" timeOffset="190535.37">8416 10015 1007 0,'-1'-2'339'0,"2"8"-169"0,17 18-85 0,-3-4 194 0,-4-2-124 0,0-1-60 0,2 2 92 16,1 1-77-16,-1-1-30 0,4 1-9 15,-1 3-38-15,3 0-78 0,0 1 39 16,-2-2 0-16,-2-3 47 0,1 2-584 0,-5-3 275 15,0-2 138-15,-2-3-545 0</inkml:trace>
  <inkml:trace contextRef="#ctx0" brushRef="#br0" timeOffset="190689.49">8828 9837 1486 0,'2'-8'0'0,"2"8"0"0,-2 0 0 0,-2 19 0 0,0 9 292 0,-9 17-133 15,-14 21 233-15,-9 22-180 0,-4 8-89 0,-15 29 86 16,10-17-80-16,-17 46-52 0,0 20-22 0,3-1 0 16,0 9-22-16,5 7-757 0</inkml:trace>
  <inkml:trace contextRef="#ctx0" brushRef="#br0" timeOffset="193909.68">19459 10181 1028 0,'-2'0'0'0,"-4"-2"0"0,2 2 0 0,4 0 0 0,0 0 0 0,0 0 0 0,0 0 0 15,0-3 360-15,3 2-163 0,9-1-82 0,6 0-33 0,3-2 152 0,2 0-100 16,4 3-51-16,-7-1-25 0,3 2 0 0,-1 0 9 16,-2 0-35-16,-1 0-121 0,-1 2 61 15,-2 5 31-15,-2-1-125 0,-3-2 86 16,-2 3 30-16,-1-1 0 0,-2-1-427 0,-3 3 218 15,-1 1 49-15,0 0 71 0,-2 5-377 0</inkml:trace>
  <inkml:trace contextRef="#ctx0" brushRef="#br0" timeOffset="194124.49">19492 10458 1929 0,'-7'5'0'0,"-1"5"0"0,2-5 0 0,3-3 0 0,1-2 0 0,0 3 0 0,0-3 0 0,2 0 0 0,0 0 211 0,6 2-92 0,11-2-44 16,5 0 325-16,3 1-183 0,3-1-93 0,-5 2-37 16,9 2 68-16,-6-2-61 0,0 2-30 0,-6-1-186 15,3 1 77-15,0-1 47 0,-5 2-8 0,-2-3-300 16,-5 1 169-16,1-1 85 0,-5 1-526 0,-2-3 236 16,-3 1 161-16,0-1 63 15,0 0-179-15,0 2 132 0</inkml:trace>
  <inkml:trace contextRef="#ctx0" brushRef="#br0" timeOffset="196015.71">20406 9837 576 0,'-11'0'0'0,"6"0"0"0,1 0 0 0,-1 0 0 0,1 0 0 0,-2 0 0 0,2 0 0 0,2 0 228 0,1 0-102 0,-1 0-47 15,2 0 103-15,0 0-75 0,0 0-37 0,0 0 9 16,0 0 21-16,0 0-33 0,0 0-1 0,0 0-33 16,0 0 55-16,0 0-19 0,0 0-9 0,0 0-5 15,0 0-23-15,0 0 1 0,0 0 0 16,0 0 56-16,0 0-32 0,0 0 0 0,0 0 11 0,0 0 1 16,0 0-37-16,0 0 9 0,0 0 6 0,0 0-14 15,0 0 0-15,0 0-1 16,0 0-21-16,0 0 9 0,0-2 12 0,2 0 9 15,1 0-8-15,1 0 0 0,1 2-1 0,0-1-21 16,-1 1-16-16,-1 0 36 0,3-3-25 16,-3 3-1-16,1 0 15 0,1-1 12 0,-2 1-17 0,1 0 9 15,-1-2-3-15,1 2 2 0,0-3-6 0,-1 3 12 16,3 0-7-16,0-1-3 0,0-1 2 0,-1 0 1 16,4 0 12-16,1 1 0 0,3-3-9 0,-2 0-2 15,3 0 23-15,-2-2-23 16,4 2 2-16,0-1 4 0,4 2-15 0,-1-3 10 15,2 0 1-15,4 0-1 0,0-2 0 0,3 3 7 16,2-5-4-16,2 3-19 0,2 2 16 16,3-3 0-16,4 1-1 0,-3 1-29 0,11 0 28 15,-4 3 0-15,2 0-26 0,4 2 0 0,3-1 23 16,2 2 0-16,2 0-5 0,9 0 4 0,-5 0-4 16,3 0 4-16,-3 0 62 0,15 0-32 0,-1 0 144 15,4 0-192-15,1 0 0 0,-3 0 0 16,2 0 0-16,-4 0 0 0,0 0 0 0,-7 0 0 15,0 0 0-15,0 0 0 0,-11 0 0 0,1 0 0 16,-2 0 0-16,-6 0 0 0,-5 0 0 0,-8 0 0 16,0 0 0-16,-6 0 0 0,-4 0 0 0,-5 0 0 15,-5 0 0-15,-1-2 0 0,-6 0 0 16,-4 1 0-16,-3-1-180 0,1 2 180 0,-3-3-246 0,-2 3 116 16,0-1 44-16,0-5 37 15,-14 0-443-15,-1 2 229 0,-4 2 115 0,-5 2 58 16,-7 0-667-16,-6 5 366 0</inkml:trace>
  <inkml:trace contextRef="#ctx0" brushRef="#br0" timeOffset="196516.67">20546 9899 1105 0,'-11'-12'0'0,"4"7"0"0,0 1 0 0,4 0 0 0,1 2 0 0,0 1 0 0,0 1 0 0,0 0 0 0,1 0 0 0,1 7 284 0,0 18-129 15,0 4-62-15,0 13 135 0,0 1-97 0,0 8-41 16,0 2-33-16,0 1 83 0,1 2-54 0,1 0-26 15,0-1 34-15,0 1-23 0,0-1-7 0,-1-1-32 16,1-1 5-16,0-3-4 0,0-2 0 0,-2-8 8 16,0 0-1-16,0-4-7 0,0-6-1 0,0-8 1 15,0-1 22-15,-2-8 8 0,-3-2-31 0,-1-3-21 16,-3-4-1-16,-3-3 22 16,-1-1-106-16,1 0 55 0,-6-1 21 0,-1-14-12 15,1-4-91-15,-1-2 51 0,1-6 33 0,-3-2 3 16,0-11-229-16,4 4 97 0,4 5 65 0,2-1-118 15,2 9 83-15,-1 3 33 0,4 6 30 0,1 3 96 16,3 6-37-16,0 1-1 0,0 1 154 0,2 3-104 16,0 0-40-16,0 14-21 0,0 11 104 0,0 2-42 15,0 4-32-15,0 0 12 0,0 1 13 0,0-2 7 16,0 3-20-16,0-8-93 0,0 2 37 16,0-6 22-16,0-1-299 15,0-3 141-15,0-3 77 0,0-6 18 0,2 2-441 0,3-5 227 16,6-5 125-16,1 0 58 0,3-5-303 0</inkml:trace>
  <inkml:trace contextRef="#ctx0" brushRef="#br0" timeOffset="196725.11">20755 10147 1123 0,'12'-10'0'0,"-5"5"0"0,2 2 0 0,-2 2 0 0,-1 1 0 0,-5 0 0 0,1 12 0 0,0 10 0 0,1 4 462 0,-3 4-215 15,0 4-107-15,0 3 215 0,0 6-165 0,0-7-78 0,0 3-40 16,0 0-75-16,0-5 35 0,0 1 9 0,0-1-8 16,0-3-304-16,0-1 151 0,2-1 77 0,1-3 38 15,1-5-201-15,1-3 115 0,-1-4 10 0,0-3-548 16,-1-4 298-16,1-4 150 0,-1-3-215 16</inkml:trace>
  <inkml:trace contextRef="#ctx0" brushRef="#br0" timeOffset="196884.69">20829 10573 706 0,'0'-20'0'0,"0"4"0"0,2 5 0 0,3 0 0 0,-2 0 0 0,5 1 0 0,-1 2 325 0,5 0-150 16,1 1-72-16,6-1-34 0,3 2 299 0,0-1-167 15,1 3-76-15,5-2-50 0,-1 2 132 0,-2 2-87 16,0 0-44-16,1-1-234 0,-3 2 104 0,2 1 39 16,-3 0 24-16,-1 0-196 15,-5 0 110-15,-1 0 55 0,-5 0-575 0,0 0 301 16,-5 0 72-16</inkml:trace>
  <inkml:trace contextRef="#ctx0" brushRef="#br0" timeOffset="197076.21">21082 10092 1135 0,'-8'0'0'0,"4"0"0"0,-2 6 0 0,5 9 0 0,-1 5 0 0,2 5 248 0,-2 5-112 16,2 10-51-16,-2 0 173 0,0 2-112 15,-1 3-57-15,0-7 208 0,1 12-136 0,0-7-65 0,2-1-31 16,0-1-121-16,0-7 44 0,0 4 31 0,4-6-8 16,8-1-400-16,1-5 211 0,4-3 105 0,-1-8-591 15,7 0 327-15</inkml:trace>
  <inkml:trace contextRef="#ctx0" brushRef="#br0" timeOffset="197324.33">21498 10436 1537 0,'9'-7'0'0,"9"4"0"0,-4 2 0 0,5-1 0 0,4-2 0 0,4 2 0 0,5 0 0 0,14 0 0 0,3-4 502 0,3 3-235 0,15-1-117 0,-14-2 152 0,19 2-139 0,-8 2-65 16,0-1-32-16,0 1-57 15,-9 0 0-15,5 0 32 0,-2 1-70 0,-2 1 30 16,-4 0 1-16,-2 0 30 0,-4 0-202 0,-9 0 110 15,4 0 42-15,-8 0 25 0,-4 0-278 0,-8 1 83 16,0 3 88-16,-8-2-191 0,-1 3 134 0,-7-1 62 16,-3 4 31-16,-2 1-330 0,-2 5 181 15,-19 1 82-15</inkml:trace>
  <inkml:trace contextRef="#ctx0" brushRef="#br0" timeOffset="197592.21">21620 10743 1142 0,'-19'-4'0'0,"10"-3"0"0,7 5 0 0,2 2 0 0,0 0 0 0,0 0 0 0,8 0 201 0,7 0-84 0,3 0-42 0,5 0 253 16,5 4-148-16,2 4-65 0,2 3-3 0,-2 3-40 16,-3 2 1-16,-3 2-40 15,-7 2-31-15,2 5-8 0,-8-3 39 0,-4 4 0 16,-4-2-120-16,-3 2 61 0,0-1 37 0,-16 3-129 15,-3-5 75-15,-3-1 18 0,-6-3-29 0,0-2-26 16,-4-4 8-16,2-3 32 0,0-5-71 0,0-3 36 16,3-2 27-16,5 0-15 0,2 0-180 0,4-2 109 15,5-8 50-15,9-6 26 0,2-7-119 0,2 1 73 16,16-5 27-16</inkml:trace>
  <inkml:trace contextRef="#ctx0" brushRef="#br0" timeOffset="197774.74">21939 10706 1130 0,'9'-3'0'0,"-4"1"0"0,-3 2 0 0,-2 0 0 0,0 9 0 0,-14 6 0 0,-2 6 0 0,-2 3 0 0,2 2 560 0,-3 3-256 0,3 0-139 15,2 3 333-15,3-1-232 0,5-4-117 0,6-6-58 16,0 4 87-16,2-3-77 16,9-1-34-16,8-6-304 0,3-1 134 0,3-2 69 15,-2-6 41-15,8-3-249 0,0-3 137 16,-3 0 69-16,0 0-680 0,-2-10 353 0,-4-2 104 0,3-7 117 15</inkml:trace>
  <inkml:trace contextRef="#ctx0" brushRef="#br0" timeOffset="198048.01">22065 10543 1331 0,'-7'-12'0'0,"3"7"0"0,2 2 0 0,2-3 0 0,0 2 0 0,0-1 0 0,6 2 0 0,7 2 0 0,2-2 327 0,2 3-146 0,-2 0-67 0,2 3-9 15,-4 8-37-15,1 2 1 0,-5 2-156 0,-2 0 68 16,-3 1 22-16,-2 3 0 0,-2 0-174 0,0-2 102 16,-6 2 51-16,-7-2 34 0,-4-2-107 0,1-2 57 15,-2-2-26-15,2-2 171 0,0-1-77 0,5-4-2 16,0-3-82-16,3 2 354 0,3-2-144 0,1-1-75 16,4 0 112-16,-2 0-77 15,2 0-39-15,0 0-24 0,13 0-58 0,6 0 0 16,3-4 34-16,1-1 8 0,5-1-181 0,-3 1 87 15,-2 1 42-15,-2 1-489 0,2-2 238 0,-4 5 138 16,0 0 16-16,-2 0-546 0</inkml:trace>
  <inkml:trace contextRef="#ctx0" brushRef="#br0" timeOffset="198216.56">22192 10900 1152 0,'-16'5'0'0,"7"-3"0"0,4 2 0 0,0-1 0 0,1-3 0 0,4 0 222 0,0 0-99 0,0 0-45 15,9 0 121-15,11-6-83 0,1 2-42 0,-2-3-12 16,6 2 88-16,0-1-59 0,1 3-28 0,-5-4-1 16,1 4-305-16,1-1 146 0,-4 1 61 15,-4 1-461-15,-2 0 257 0,-3 0 129 0,-1 2-441 0,-8-2 251 16</inkml:trace>
  <inkml:trace contextRef="#ctx0" brushRef="#br0" timeOffset="198374.46">22394 10654 1005 0,'-2'-2'0'0,"-1"2"0"0,-1 0 0 0,0 5 0 0,-1 9 0 0,0 2 0 0,0 7 0 0,-1 1 446 0,3 4-206 15,-1 1-104-15,-1-1 124 0,1-1-106 0,-1 6-64 16,2-5-29-16,-1 0-218 0,2-5 95 16,0-1 48-16,2-3-473 0,0-4 256 15,0-5 132-15,0-3 66 0</inkml:trace>
  <inkml:trace contextRef="#ctx0" brushRef="#br0" timeOffset="198535.54">22458 10693 556 0,'3'-4'0'0,"1"2"0"0,4 2 0 0,-2 0 0 0,-1 0 326 0,3 0-146 16,0 0-74-16,3 9 391 0,-2-2-224 15,5 0-124-15,-4 2-58 0,3 1 68 0,-1-1-63 0,1 0-32 16,-1-1-394-16,-1 2 177 0,-2-5 93 0,3 1 46 15,-3-3-635-15,0-2 329 0</inkml:trace>
  <inkml:trace contextRef="#ctx0" brushRef="#br0" timeOffset="198712.24">22708 10618 594 0,'0'-10'0'0,"0"7"0"0,0-1 0 0,0 4 0 0,0 0 0 0,-4 6 470 0,-3 16-218 0,-2 7-110 0,-3 14 189 16,-1 2-142-16,-1 5-81 0,-2 12-38 0,-1-3 330 15,0-1-183-15,-2 2-93 0,3-8 58 0,-5 14-80 16,3-15-34-16,2 3 0 0,-1-3-289 0,2-4 128 16,3-11 70-16,1 0 24 0,6-15-602 0,1-3 316 15,0-5 121-15,4-7-349 0,0-6 199 0</inkml:trace>
  <inkml:trace contextRef="#ctx0" brushRef="#br0" timeOffset="199009.98">22759 10663 1119 0,'19'-20'0'0,"-3"6"0"0,5 3 0 0,-3 1 0 0,0 3 0 0,-1 3 0 0,-1 1 307 0,0 3-130 0,-2 0-75 16,2 0-36-16,-5 11 62 0,-2 2-49 0,-2 2-22 0,-2 4-120 16,-3 2 43-16,-2-1 27 15,0 0 0-15,-14 3-59 0,-1-4 42 0,-2-2 30 16,-4 2-52-16,3-6 32 0,-1-2-9 0,2-1 40 15,0-3 148-15,6-3-74 0,-1 0-55 0,5-2-38 16,3-2 394-16,3 0-186 0,-1 0-94 0,2 0 165 16,0 0-133-16,0 0-63 0,11 0-31 0,6 0-54 15,1 0 23-15,1 0 8 16,4-2-181-16,-3-2 87 0,3-2 42 0,0 2 23 16,0-1-579-16,-3-1 309 0,0 2 85 0,0-2 94 15,-4 5-715-15</inkml:trace>
  <inkml:trace contextRef="#ctx0" brushRef="#br0" timeOffset="199671.66">21422 10023 889 0,'-12'-6'0'0,"6"0"0"0,1 2 0 0,5 3 0 0,0-1 0 0,0 0 0 0,0-5 0 0,9 2 0 0,10 0 235 0,1 1-92 0,8 1-60 16,-3 3 86-16,0 0-69 0,-4 0-33 0,-1 7 8 15,-1 8-67-15,-3 0 24 0,0 4 1 0,-5 0 0 16,-3 3-12-16,-3-1 20 16,-3 0-9-16,-2-1-44 0,0 1 22 0,0-3 0 15,-7 2 23-15,-7-6-75 0,1-1 14 0,-2-1 27 16,0-3-224-16,0-3 102 0,0-2 63 0,3-4 13 15,1 0-301-15,2 0 159 0,1 0 74 0,4-11 42 16,4-7-252-16</inkml:trace>
  <inkml:trace contextRef="#ctx0" brushRef="#br0" timeOffset="199862.56">21723 9962 710 0,'2'-5'0'0,"-2"3"0"0,0 0 0 0,0 2 0 0,0 0 0 0,-11 0 116 0,0 5-42 0,-2 11-20 0,0 0 367 15,-3 7-198-15,4 1-96 0,1 1 273 0,1 1-184 16,4-1-92-16,6-5-37 0,0 3 100 0,0 0-77 16,4-1-38-16,11-4-1 0,2-2-186 15,4-3 81-15,5-3 30 0,1 0 0 16,-2-5-148-16,1-5 92 0,3 0 47 0,-8 0-514 16,2 0 195-16,-2-5 162 0,-3-6-447 0</inkml:trace>
  <inkml:trace contextRef="#ctx0" brushRef="#br0" timeOffset="200119.87">21882 9819 1258 0,'2'-5'0'0,"1"2"0"0,3 0 0 0,1 2 0 0,0-1 0 0,2 2 0 0,-2 0 0 0,0 0 0 0,0 0 147 0,4 6-56 15,-4 5-22-15,-4 0-35 0,3 4-1 0,-4 0-1 16,-2 2-127-16,0-2 64 0,0 0 40 0,-4 0-8 15,-5-2-81-15,-3-2 57 0,1-2 27 0,2 0 1 16,2-6-14-16,-1 1-5 0,2-3-7 0,4 2 181 16,0-3-87-16,1 0-33 0,1 0 92 0,0 0-59 15,0 0-17-15,9 0-1 16,8-3-52-16,6 0 30 0,-7-2 9 0,11-1-10 16,-8 0-205-16,3 2 103 0,2 2 51 0,-3 0 26 15,-1 2-564-15</inkml:trace>
  <inkml:trace contextRef="#ctx0" brushRef="#br0" timeOffset="200284.43">22068 10106 977 0,'-16'2'0'0,"7"-2"0"0,2 5 0 0,-1-5 0 0,4 0 0 0,0 0 0 0,3 0 436 16,1 0-202-16,0 0-101 0,5 0 57 0,12-2-79 15,2-6-31-15,7 3-8 0,-1-3-62 0,1 3 0 16,1 1 23-16,-7 1 0 0,4 0-408 0,-3 1 199 15,-1 0 105-15,-3 2 52 0</inkml:trace>
  <inkml:trace contextRef="#ctx0" brushRef="#br0" timeOffset="200452.02">22254 9885 1060 0,'-7'0'0'0,"2"0"0"0,-1 2 0 0,3 10 0 0,-1 1 0 0,2 6 273 0,-1 3-125 0,1 3-57 15,-1 3 169-15,-1-2-114 0,3 2-56 0,-1-2-21 16,-2 6 168-16,2-4-101 0,2 1-52 0,-1-8-281 16,1 1 116-16,0-1 64 0,0-4 21 0,0-9-591 15,1 1 310-15</inkml:trace>
  <inkml:trace contextRef="#ctx0" brushRef="#br0" timeOffset="200605.37">22368 9961 731 0,'1'0'0'0,"6"0"0"0,0 9 0 0,0-1 0 0,1 1 444 0,0-1-205 16,1 3-104-16,-2 0-42 0,4 2 89 0,-1 0-75 15,-1 1-37-15,0-2-135 0,3 1 49 16,-1-1 32-16,0 0-7 0,3-5-517 16,-1-2 263-16</inkml:trace>
  <inkml:trace contextRef="#ctx0" brushRef="#br0" timeOffset="200765.46">22670 9899 897 0,'2'-2'0'0,"-2"2"0"0,0 2 0 0,0 17 0 0,-5 5 0 0,-6 6 0 0,-7 9 444 0,4 1-206 16,-2-1-102-16,2-1-44 0,-7 7 168 0,2-4-114 16,2-1-57-16,0-4-38 0,2-3-18 0,0-1 8 15,0-4-330-15,8-7 161 0,-1-4 81 0,4-6 39 16,2-5-610-16,0-4 328 0</inkml:trace>
  <inkml:trace contextRef="#ctx0" brushRef="#br0" timeOffset="201010.8">22697 9918 678 0,'24'-13'0'0,"5"5"0"0,-6 1 0 0,-2 4 0 0,0 1 0 0,-3 2 420 0,0 0-194 0,-4 4-97 0,2 6-47 16,-5 3 51-16,-3 3-54 0,-4-1-23 0,-3 4-61 15,-1 0 38-15,0 0 0 0,-5-2-142 0,-7 0 66 16,-1-4 38-16,0 0 1 0,-2-4-12 0,1 0 25 16,3-5 8-16,0 0 15 15,1-2 42-15,3 0-28 0,4-2-52 0,1 0 171 16,0 0-68-16,2 0-41 0,0 0-7 0,0 0 0 16,7-2 3-16,9-5-19 0,0-3-259 0,3 5 124 15,4-1 73-15,2 3 31 0,2 1-590 0,5 2 287 16,0 0 107-16</inkml:trace>
  <inkml:trace contextRef="#ctx0" brushRef="#br0" timeOffset="201434.76">23502 10233 514 0,'0'0'0'0,"0"0"0"0,-3-5 0 0,-3-7 0 0,-1 1 98 0,-1-1-35 0,-1 0-1 16,1 6 223-16,-5-6-130 0,2 7-62 0,-4 1-30 15,-2 4 100-15,-1 0-65 0,0 2-25 0,-3 15-7 16,3 3 5-16,-1 5-38 0,3 1 0 0,4 4 107 16,3 1-45-16,0-2-36 0,6 4 80 0,3-6-54 15,0-4-26-15,0 2 1 16,0-5-4-16,1-3-23 0,10-4-1 0,-4-4 1 16,2-5-155-16,5-2 86 0,-2-2 30 0,2-2 1 15,2-18-254-15,2-5 119 0,-2-6 77 0,1-2-356 16,2-8 198-16,-2-1 85 0,-2 0 51 0,-2-1-149 15,2-4 100-15,-1-2 43 0,-2-2-14 0,-1-2 37 16,1-1-1-16,-1-1 37 0,1 4-39 0,-5 8 30 16,0 2 9-16,-1 9 120 0,-4 12-60 0,-1 6-30 15,-1 3 0-15,0 7 455 0,0 4-234 16,-1 0-76-16,-10 25 389 0,-2 8-249 16,3 5-126-16,1 2-53 0,-2 11 135 0,3 2-103 15,0 4-51-15,3 0-27 0,0 1 289 0,3-4-149 16,0-1-86-16,0-7-40 0,2-1 6 0,0-11-22 15,0 0 0-15,0-10-506 0,6 0 238 0,1-6 122 16,2-5 61-16,3-4-797 0,1-5 409 0,2-4 127 16</inkml:trace>
  <inkml:trace contextRef="#ctx0" brushRef="#br0" timeOffset="201627.24">23653 10167 1035 0,'0'-9'0'0,"1"5"0"0,3 0 0 0,0 0 0 0,-1 2 517 0,6 1-243 0,2 1-120 0,4 0-61 15,1 0 147-15,4 1-96 0,0 9-59 0,-1 5-26 16,0 0 145-16,-5 4-85 0,-3 3-44 0,-2-3-100 16,-4 10 25-16,-3-5 0 0,-2 0-238 0,0-2 135 15,-16 3 68-15,0-5 42 16,-8 0-299-16,-1-2 128 0,-2-2 89 0,0-4-40 16,1-3-257-16,5-4 161 0,0-4 94 0,4-1-121 15,5 0 102-15,7-12 52 0</inkml:trace>
  <inkml:trace contextRef="#ctx0" brushRef="#br0" timeOffset="202143.86">24008 9968 1291 0,'0'-1'0'0,"-10"1"0"0,-10 0 0 0,-3 16 0 0,-7 8 0 0,6 5 0 0,-7 6 0 0,7 1 656 0,6 3-312 15,6-6-155-15,1 6-79 0,7-3 287 0,4-1-187 16,0-1-88-16,6-2-45 0,13-4-65 0,3-3 0 15,6-1 29-15,9-6-370 0,3-8 181 0,1-7 90 16,0-3-510-16,3-1 300 0,-7-8 130 16,6-10 78-16,-10 2-508 0,-1-2 267 0,-6-3 134 15,-4-1 68-15,-2-4-76 0,-6 0 75 16,-2-1 34-16,-5-3 0 0,-5 1 114 0,0 1-40 16,-2 4-8-16,0-2 91 0,-13 6-61 0,-6 5-32 15,0 2 309-15,-1 7-170 0,-3 4-51 0,-6 1-50 16,1 2 403-16,0 5-204 0,2 12-100 0,4 3-52 15,5 5 91-15,2 4-75 0,5 2-33 0,5 4 97 16,5-5-65-16,0 2-32 0,0-4 7 0,7 1-62 16,8-6-1-16,0-6 23 0,6 0-141 0,-2-8 71 15,3-3 42-15,4-6-7 16,-1 0-291-16,-2-2 160 0,-1-11 42 0,-1-8 51 16,0-1-396-16,-5-5 205 0,-1-2 100 0,-2-5 49 15,-1-9-139-15,-5-1 94 0,1-3 39 0,-5-5-44 16,1-12 49-16,-1 4 25 0,2-6-135 0,-1 0 80 15,3 12 32-15,-2-3 8 0,1 8 73 0,-2 16 0 16,-3 7 0-16,2 5 0 0,-1 6 178 0,0 7-108 16,-2 5-51-16,0 3-26 0,0 11 657 0,0 15-318 15,0 14-107-15,-8 5 430 0,-1 7-311 0,3 4-155 16,-1 3 84-16,0 1-111 16,2 6-69-16,3-12-30 0,0 4 84 0,2-4-57 15,0-2-28-15,0-15 7 0,0 1-540 0,0-6 252 16,2-10 126-16,5-4 63 0,5-6-850 0</inkml:trace>
  <inkml:trace contextRef="#ctx0" brushRef="#br0" timeOffset="202297.64">24563 10123 2199 0,'-1'0'0'0,"-2"0"0"0,0 0 0 0,1 0 0 0,0 1 0 0,-1 7 0 0,3-1 0 0,0 1 0 0,5 7 228 0,4-2-102 0,5 0-46 16,-2 0-144-16,6-2 49 0,-1 2 23 0,3-3 9 15,-1-2-541-15,6-1 278 0,-5-3 139 0,5-4 70 16</inkml:trace>
  <inkml:trace contextRef="#ctx0" brushRef="#br0" timeOffset="202427.3">24851 9908 2244 0,'-11'0'0'0,"-4"15"0"0,-2 19 0 0,-7 11 0 0,-5 15 0 0,-3 7 0 0,-5 22 0 0,-3-1 0 0,-6 11 364 15,-16 35-169-15,-14 30-82 0,-4 4 156 0,-10 13-119 16,-4 14-58-16,3 1-22 0,7 4-584 0</inkml:trace>
  <inkml:trace contextRef="#ctx0" brushRef="#br0" timeOffset="203119.63">25184 10186 1269 0,'0'0'0'0,"0"0"0"0,0 0 0 0,2 0 0 0,5 0 0 0,4 0 0 0,2 0 0 0,4 0 0 0,2 0 218 0,2 2-92 0,1-2-39 0,4 2 149 0,-1 0-101 15,-1-2-52-15,-4 1-24 16,3-1-124-16,0 3 58 0,-4-2 15 0,-2 1 1 16,0 0-353-16,-4 2 189 0,-4-1 94 0,-3 3 54 15</inkml:trace>
  <inkml:trace contextRef="#ctx0" brushRef="#br0" timeOffset="203277.21">25315 10364 1500 0,'-16'8'0'0,"5"-2"0"0,4-1 0 0,2 0 0 0,0-3 0 0,1-2 0 0,4 0 0 0,0 0 0 0,0 0 174 16,3 0-70-16,8 0-36 0,5 0 233 0,4 0-126 15,6 0-76-15,1-2-32 0,1-1-161 0,-1-4 64 16,4-1 31-16,-5 2-218 0,8 0-183 0,-8 3 216 15</inkml:trace>
  <inkml:trace contextRef="#ctx0" brushRef="#br0" timeOffset="203553.49">26066 9801 1192 0,'1'-8'0'0,"1"7"0"0,16 1 0 0,5 0 0 0,0 0 114 0,2 0-48 0,-2-3-20 0,4 2-1 16,4-1 313-16,-1 0-163 0,4-1-73 0,7-3 121 15,-8 2-106-15,4 0-51 0,-3 0-27 0,-4 2-97 16,-6 1 44-16,2-4-8 0,-5 4-273 0,-2-1 154 15,-6 2 77-15,-4 0 38 0,-1 0-198 0,-4 0 81 16,-2 0 73-16,-2 0-53 0,0 8-493 0</inkml:trace>
  <inkml:trace contextRef="#ctx0" brushRef="#br0" timeOffset="203911.3">26116 9782 1264 0,'-13'7'0'0,"4"3"0"0,2 3 0 0,1 3 0 0,1-1 0 0,-2 3 0 0,2 6 222 0,3 6-94 0,2 10-48 16,0-2 340-16,0 11-197 15,0-3-96-15,0 3-46 0,0 2 62 0,0-8-46 16,0 11-36-16,0-7 19 0,0-1-23 0,0-3-1 16,0-7-23-16,0-1-55 0,0-1 23 0,0-7 0 15,-2-6-118-15,-4-3 75 0,1-3 37 0,0-8 9 16,-3 1-140-16,-1-6 49 0,-2-2 50 0,-1 0-20 15,-1-2-23-15,-2-12 0 0,-2-4 33 0,1-5-135 16,2-1 75-16,0-4 37 0,-1-4 0 0,2-2-15 16,-1 0 30-16,3 2 0 0,-1 4 50 0,0 9 0 15,2 2-28-15,-2 6-8 16,1 2 255-16,1 7-124 0,-1 1-49 0,0 1-35 16,-1 3 195-16,2 11-88 0,-1 3-28 0,1 2-3 15,-1 2-4-15,7-1-26 0,0-2 7 0,3 2-187 16,1-1 80-16,0-3 40 0,1 1-530 0,12-3 268 15,3-3 111-15,3-1 72 0,8-8-536 0</inkml:trace>
  <inkml:trace contextRef="#ctx0" brushRef="#br0" timeOffset="204178.6">26089 10210 662 0,'11'-13'0'0,"4"0"0"0,0 4 0 0,4-1 0 0,-4 3 0 0,2-1 396 0,-3 4-173 16,4 2-99-16,-3 2 251 0,0 0-172 0,-1 12-84 15,-1 1-44-15,-3 6 28 0,-3 5-39 0,-2-1-1 16,-3 0-79-16,-2 2 25 0,0-3-1 0,0-1 33 16,-8 0-125-16,-5 0 59 15,0-4 28-15,-4-2 1 0,2-2-49 0,-2-3 48 16,0-4 1-16,0 3-21 0,-1-5 5 0,2-3 22 16,3 3-41-16,-1-4 80 0,6 2-14 0,2-2-34 15,1 0 136-15,4 0-63 0,1 0-14 0,0 0-4 16,1 1-70-16,13 2-1 0,8-2 61 0,1-1-16 15,5 0-205-15,2 0 95 0,2 0 47 0,0 0-569 16,2 0 276-16,2 0 149 0,-4 0 50 0</inkml:trace>
  <inkml:trace contextRef="#ctx0" brushRef="#br0" timeOffset="204640.01">26752 10278 624 0,'4'-21'0'0,"-2"1"0"0,-1-3 0 0,-1 1 0 0,0 1 0 0,0 2 0 0,-5 4 0 0,-7 6 312 0,-1 2-144 0,-4 4-67 0,-1 3 218 15,-6 0-142-15,2 15-73 0,0 6-27 0,1 4 199 16,2 1-122-16,6 4-60 0,-1-2 53 0,9 2-56 16,2-4-22-16,-1 4-7 0,4-7 5 0,0 1 0 15,0-3-34-15,4-2 0 0,4-2-80 0,5-2 36 16,-2-5 22-16,1-3-190 0,1-2 106 0,0-5 53 15,3 0-166-15,1 0 75 0,-2-10 57 0,3-7-12 16,-2-3-24-16,-1-4 3 0,-1-5 21 16,0 0 11-16,1-9-22 0,-2-2 23 0,-1 0-1 15,-1-6 22-15,-4-4-63 0,0-1 35 16,1-11 1-16,0 2-28 0,-1-2 28 0,1-6 0 16,1 6 33-16,4-13-6 0,1 11 1 0,-6 15-1 15,0 12 215-15,-4 9-107 0,-2 9-62 0,1 6-19 16,0 3 226-16,-1 8-100 0,-2 2-65 0,0 14 2 15,-12 21 211-15,-1 7-103 0,-4 12-66 0,2 6 189 16,1 5-128-16,6-6-55 0,-5 16 87 16,5-6-79-16,2-1-41 0,4-2 1 15,1-14-83-15,1 5 30 0,0-4-8 0,0-6 20 16,0-5-138-16,3-7 69 16,5-2 35-16,1-8 9 0,1-3-455 0,2-2 200 0,-2-12 128 0,1 0-571 15,5-8 329-15,-2 0 156 0,0-2 91 0,1-17-343 16,-3-4 213-16</inkml:trace>
  <inkml:trace contextRef="#ctx0" brushRef="#br0" timeOffset="204829.5">26988 10169 1289 0,'2'-32'0'0,"-1"8"0"0,-1 1 0 0,4 6 0 0,-3 4 0 0,1 4 0 0,2 1 0 0,2 5 0 0,6 0 396 16,5 3-181-16,0 0-92 0,7 3 126 0,-3 8-99 16,4 4-64-16,0 1-26 0,-5 5 34 0,-3 2-31 15,-3-2 1-15,-6 3-23 0,-2 4-41 0,-4-4 33 16,-2 1-1-16,-5-2-108 0,-9-1 54 0,-3-7 36 15,-7 3-148-15,-1-2 84 0,-1-5 41 0,-1-2-7 16,1-3-283-16,4 0 124 0,-1-4 51 0,2 0 51 16,5-2-328-16,6 0 184 15,3-2 93-15,5-7 37 0,2-7-139 0</inkml:trace>
  <inkml:trace contextRef="#ctx0" brushRef="#br0" timeOffset="205539.03">27418 9895 830 0,'3'-8'0'16,"0"3"0"-16,-3 1 0 0,0 4 0 0,-13 0 0 0,-15 7 0 0,-4 14 513 0,-3 5-240 0,0 9-120 15,2 2 322-15,3 2-225 0,3 3-109 0,10-1-54 16,8-5 172-16,3 1-114 0,6-1-47 0,0-4-37 16,13-3-70-16,8-6 21 0,7 0 0 0,4-7-34 15,6-2 36-15,9-7-8 0,-4-3-175 0,3-4 101 16,-3 0 51-16,-1-4 24 0,-5-5-321 0,0-6 158 15,-2 0 22-15,-3-4 58 0,-5 1-103 0,-4-5 73 16,-2-1 29-16,-3-3 7 0,-5-3 34 0,0-4 3 16,-6 1 0-16,-1-3 30 15,-4-2-38-15,-2 6 8 0,0 4 15 0,-11 5-15 16,-6 5 0-16,-3 8 0 0,-2 3 194 0,-5 5-91 16,2 2-28-16,-2 7-31 0,-3 12 275 0,-2 10-140 15,9-3-43-15,-4 13-45 0,7-1 90 0,12-6-58 16,1 5-28-16,7-3 40 0,0 0-27 0,0-4-8 15,9-4-68-15,5-3-1 0,-2-6 35 0,5-3-1 16,0-2-74-16,-3-5 33 0,4-5 21 0,-4-2 0 16,4 0-180-16,-4-6 94 0,2-12 34 0,0-7-177 15,-2-1 92-15,-1-6 57 16,-1-9 3-16,0 0-174 0,-1-6 94 0,1-3 61 16,3-13-64-16,-2 5 58 0,0-4 28 0,3-4 1 15,-3 6-144-15,9-17 91 0,-4 9 40 0,-2 16 1 16,-4-1-2-16,-1 17 21 0,-6 13-9 0,-3 5 31 15,-1 5 342-15,1 8-171 0,-2 5-86 0,0 9 347 16,-3 19-183-16,-10 16-64 0,5 2 309 16,-3 16-215-16,-1 4-107 0,3 3-53 15,0 7 144-15,2 1-104 0,-2 1-47 0,4 0-23 16,1-6 194-16,2-4-109 0,2-13 34 0,0 1-176 16,0-6-176-16,0-10 121 0,6-4 43 0,3-10-427 15,1-6 232-15,1-4 120 0,3-11-714 0,0-5 369 16,1 0 199-16,0-9 92 0,3-15-190 0,-5-4 149 15,-1-7 75-15,2-8 37 0,-5-1-290 0,-2-3 155 16,0-2 91-16,1 3 26 0,-5 10 88 16,-2 2 0-16,-1 1 0 0,0 11 128 0,0-1-69 15,0 6-46-15,0 4 561 0,0 4-303 16,0 1-152-16,1 6-6 0,4 1 296 0,7 1-171 16,-2 0-102-16,6 0-52 0,0 7 173 0,0 3-104 15,6 8-64-15,-5-1-28 0,0 2-128 0,-4 1 50 16,2-1 25-16,-3-1-491 0,0 0 254 0,1-3 131 15,1-2-238-15,-1-2-180 0,-3-3 246 0</inkml:trace>
  <inkml:trace contextRef="#ctx0" brushRef="#br0" timeOffset="205763.96">28434 9784 966 0,'5'-26'0'0,"4"3"0"0,-3 6 0 0,-4 6 0 0,1 4 0 0,-1 1 0 0,-2 6 0 0,0 0 281 0,-18 21-116 0,-5 12-71 0,-11 16-30 15,-1 6 314-15,-4 12-173 0,-9 18-86 0,6-11 306 16,-13 29-200-16,1-6-96 0,2 4-48 0,2 5 155 16,-10 14-102-16,16-21-42 15,-13 25-201-15,14-24 70 0,-3 5 37 0,6-4-1 16,2-7-195-16,6-18 124 0,2-1 49 0,6-21-448 16,1-6 247-16,3-14 44 0,5-12 88 0,4-6-312 15,-1-7 191-15,4-6 91 0,5-3-205 0,3-3 148 16,0-15 66-16</inkml:trace>
  <inkml:trace contextRef="#ctx0" brushRef="#br0" timeOffset="205937.68">28466 11031 3236 0,'2'0'0'0,"5"0"0"0,26 23 0 0,-6-4 0 0,-17-12 0 0,-7-6 0 0,0-1 0 0,-3 0 0 0,0 0 342 0,0 0-155 0,0-3-77 0,-4-8 110 16,-1 1-1189-16</inkml:trace>
  <inkml:trace contextRef="#ctx0" brushRef="#br0" timeOffset="-207209.89">10789 12604 1171 0,'-2'0'0'0,"0"-1"0"0,2-1 0 0,-2-2 0 0,0-2 0 0,1 1 0 0,-1-2 0 0,0-1 154 0,0-1-60 0,0 1-31 16,1-2 73-16,-1 1-56 0,0-2-23 0,0-1-50 0,2 1 26 16,-5 0 0-16,4 1 8 0,-3-3-36 0,-1 0 28 15,-1 2 0-15,-1 0 0 0,-3 2-58 0,1 0 37 16,-4 0-9-16,-3 2 1 0,0 3 0 0,-1 3-9 15,-4 1 28-15,-1 0-33 0,-5 5-4 16,5 8 19-16,-3 6 6 0,-1 4-1 0,4-1 3 0,-1 3 4 16,4-1 61-16,4-1-29 15,5-3-1-15,1 3-21 0,4-2 114 0,1 0-44 16,4-3-37-16,0 1-6 0,2-1 65 0,12 1-43 16,5-3-22-16,4 2 38 0,4-3-35 15,1-1 1-15,2 2-47 0,2 1-1 0,-2-1 22 0,0 1 9 16,-3 2-72-16,0 2 31 0,-4 2 0 0,-2 1 33 15,-3 1-35-15,-4 1 1 0,-4 2 32 0,-4 1-46 16,-4 2 0-16,-2 1 13 0,0 0 18 0,-6-2 176 16,-8 0-88-16,-5-3-42 0,-4-4 224 15,-4 0 26-15,0-3-312 0,-5-6 0 16,-1-3 0-16,0-3 0 0,-1-5 0 0,-2-3 0 16,3 0 0-16,1 0 0 0,2-2 0 0,1-9 0 15,7-1 0-15,3 1 0 0,4-5 0 0,4-3-570 16,4 0 334-16,7-5 65 0,0-2-459 0,1 0 299 15,18-3 149-15,5 0 66 0,8-6-545 0</inkml:trace>
  <inkml:trace contextRef="#ctx0" brushRef="#br0" timeOffset="-207024.76">10976 12584 1335 0,'0'0'0'0,"0"0"0"0,0 0 0 0,0 0 0 0,2 0 0 0,3 0 0 0,4 0 785 0,2 2-376 16,4 0-188-16,2-2 279 0,4 2-233 0,2-1-109 0,1 4-67 16,-4-4-179-16,5 3 61 15,-4-1 29-15,-1 0 1 0,1 1-634 0,-2-4 327 16,-3 1 169-16,0 3 84 0,-5-2-436 0</inkml:trace>
  <inkml:trace contextRef="#ctx0" brushRef="#br0" timeOffset="-206868.59">11054 12932 1838 0,'0'9'0'0,"0"3"0"0,0-3 0 0,0-4 0 0,0 1 0 0,7 0 0 0,5-3 403 0,3-2-177 0,4 2-100 16,1-3 481-16,1 0-287 0,2 0-144 0,-3-3-71 16,-1 0-229-16,0-6 74 0,-3 0 41 0,2 1-835 15,-4 1 438-15,0 2 220 0</inkml:trace>
  <inkml:trace contextRef="#ctx0" brushRef="#br0" timeOffset="-205642.03">12275 12483 768 0,'6'-3'0'0,"-3"2"0"0,1 1 0 0,-1-2 0 0,1 2 0 0,-2-2 0 0,2 0 0 0,-3 2 0 0,2-2 0 0,-1 0 116 0,-2 0-42 0,2 1 154 0,0-5-102 16,-1 0-47-16,1-1-23 0,0-4 68 0,0-2-45 15,0-2-15-15,-2 0-9 0,0-2-21 0,0 0-1 16,0 0 0-16,0 0-34 0,0 1 42 15,0-2-8-15,-8 4-33 0,1-1 1 0,-1 2 32 0,-1 3 0 16,-2 0-15-16,1 3-8 16,-1 1 8-16,0 2 11 0,-1 3 33 0,-1 1-36 15,2 0-3-15,-2 0 0 0,0 0 44 0,-1 7-1 16,3 1-33-16,0-1 34 0,0 4 2 16,2-2-36-16,0 0 0 0,2 3 27 0,0-2-1 0,3-1-18 15,1 0 21-15,-3 1-29 0,4 0 0 0,-2 3 0 16,2 0 20-16,2 1 9 0,-2 6-30 0,0-2 1 15,0 7 41-15,1 1-21 0,-1 2 0 0,0 2 27 16,0 2-8 0,2 2-39-16,-2 2 0 0,2-1 29 0,0 1-30 0,0-1 9 15,0-1 9-15,0-2-17 0,4 0-1 0,1 3 1 16,1-5-36-16,2 1 9 0,-1 0 27 0,-1 0-1 16,1 0-47-16,-2 2 23 0,0 1-11 0,-1-1-9 15,-2 1 10-15,-2 0-1 0,0-4-14 0,0-2 35 16,0-6-15-16,0 4 16 0,-2-4-57 0,-5-2 25 15,-2-3-9-15,2-2 31 0,-6-2-111 16,1-3 52-16,-2-3 20 0,0-1 0 0,-2-3-216 16,0-3 113-16,2 0 44 0,-2 0-280 15,3-2 172-15,1-8 82 0,5-5-159 0,4-1 121 16,3-5 60-16,0-1 22 0,1-5-394 0,17 0 215 16,5-6 109-16</inkml:trace>
  <inkml:trace contextRef="#ctx0" brushRef="#br0" timeOffset="-205308.4">12647 12469 993 0,'2'-31'0'0,"-2"1"0"0,0 1 0 0,0 0 0 0,-4 0 0 0,-6 2 0 0,3 7 0 0,-4-1 162 0,1 5-64 16,1 1-33-16,0 4 122 0,-3 1-77 0,4 5-30 15,-1 0 24-15,-3 4-35 0,2-1-1 0,-1 2-35 16,-1 0 82-16,-1 13-45 0,-3 5 0 0,2 3-38 15,1 4 109-15,0 1-55 0,2 4-18 0,-1 0 141 16,4 4-88-16,1 2-45 0,2 0 153 0,-1-3-98 16,6 3-41-16,0-2-33 15,0-1 56-15,0 2-40 0,0-4 0 0,2 1-41 16,2-1 64-16,1 4-36 0,1-3 124 0,-1 2-184 16,1 0 0-16,-2 1 0 0,-2 1 0 0,2-2 0 15,-3 1-188-15,-1-2 190 0,0-1-188 16,0-3 87-16,0-5 62 0,0-1-8 0,-3 0-286 0,-5-5 136 15,-2-1 83-15,1 1 28 0,-3-3-171 16,0-1 115-16,-1 3 53 0,-3 3 28 0,4 1-493 16,-4 4 260-16,0 4 121 0</inkml:trace>
  <inkml:trace contextRef="#ctx0" brushRef="#br0" timeOffset="-205078.01">12085 13521 1420 0,'-9'0'0'0,"1"0"0"0,5 0 0 0,-1 0 0 0,-1 0 0 0,4 0 0 0,1 0 0 0,0 0 453 0,0 2-215 15,0 8-102-15,6 3-52 0,3 6 86 0,0 1-69 16,-2 3-26-16,2 6 109 0,-4 2-76 0,-1 2-37 16,-2-1-57-16,-1 3 18 0,-1-2 9 15,0-1-8-15,0-1-205 0,0 0 102 0,0-8 52 0,0 1 25 16,0-6-444-16,-1-6 223 0,-1-1 63 0,2-6 72 15,-2-2-229-15,0-3 130 0,2 0 65 0,-2-5-321 16</inkml:trace>
  <inkml:trace contextRef="#ctx0" brushRef="#br0" timeOffset="-204819.36">12008 13455 1728 0,'-4'-12'0'0,"3"6"0"0,-1-1 0 0,2 0 0 0,0 0 0 0,0-2 0 0,9 2 0 15,8-2 0-15,7 4 508 0,4 3-238 0,2 0-118 0,2 2-52 0,2 7 191 0,-2 13-129 16,4 4-65-16,-8 4-32 0,-2 4-52 0,-5-2 28 16,-2 6-8-16,-3 0-35 15,-5 1-1-15,-4 1 36 0,-4-3-117 0,-3 0 66 16,0 2 22-16,-10-5 0 0,-4-2-54 0,-9-5 42 16,-2-2-23-16,-2-2 29 0,-1-6-65 0,-4-4 34 15,0-1-4-15,2-4-1 0,0-3-115 0,7-3 65 16,-1 0 32-16,3 0-123 0,6 0 69 15,6 0 41-15,2-2-338 0,6-7 179 0,1-7 101 16,1 3 48-16,15-5-450 0,5 3 249 16</inkml:trace>
  <inkml:trace contextRef="#ctx0" brushRef="#br0" timeOffset="-204568.03">12382 13700 561 0,'9'0'0'0,"3"0"0"0,-5 0 0 0,0 0 0 0,-1 1 0 0,0 3 591 0,1 0-279 0,1 0-140 0,3 2-69 15,2 2 355-15,-2 4-205 0,3 1-113 0,-1 4 106 16,-1 3-107-16,0 1-53 16,-4 5-18-16,-3-7 7 0,3 8-42 0,-6-1 0 15,0-1-59-15,-2-3 29 0,0-2 9 0,-7 2 21 16,-3-4-76-16,-5-1 38 0,-2-2 1 0,-8-4-26 16,5-1 39-16,-8-2-7 0,1-5-5 0,1 1-154 15,-1-3 66-15,1-1 46 0,6 0-110 0,-1 0 61 16,2 0 39-16,6-1-1 0,4-5-283 0,3-1 153 15,2-3 69-15,4-3 46 0,0-2-316 16,10-2 178-16,8-1 87 0,7-4 45 16,1-2-327-16</inkml:trace>
  <inkml:trace contextRef="#ctx0" brushRef="#br0" timeOffset="-204375.03">12603 13670 1811 0,'6'-10'0'0,"0"7"0"15,-2-2 0-15,-2 3 0 0,-2 2 0 0,0 0 0 0,0 0 0 0,0 2 0 0,-2 10 0 0,-4 1 277 0,0 5-122 0,2 0-53 0,-1 4 222 0,3 3-146 0,0-1-72 16,2 2 24-16,0 0-48 16,0-3-17-16,0 2-8 0,2-4 18 0,7 0-20 15,3-1-1-15,1-1-21 0,2-7-142 0,0 2 67 16,2-4 37-16,-1-2-387 0,2-2 213 16,-4-5 61-16,4 2-544 0,-4-3 317 0,0 0 156 0,-1 0 79 15,0 0-219-15</inkml:trace>
  <inkml:trace contextRef="#ctx0" brushRef="#br0" timeOffset="-204191.52">12812 13758 1604 0,'0'-5'0'0,"0"4"0"0,0 1 0 0,0 0 0 0,2 0 0 0,0 0 0 0,1 0 0 0,3 4 452 0,4 5-213 0,1 1-104 0,-2 1 312 15,3 1-208-15,-2 5-94 0,0-5-168 0,0 4 28 16,-1-2 0-16,0 0 28 0,-1-1-523 0,-2-4 269 15,3 2 123-15,-4-3 66 0,3-2-314 0,0-3 177 16,1-1 99-16,-2-2-122 16</inkml:trace>
  <inkml:trace contextRef="#ctx0" brushRef="#br0" timeOffset="-204007.6">13113 13587 1941 0,'0'-10'0'0,"0"5"0"0,0 1 0 0,0 2 0 0,0 1 0 0,0 1 0 0,0 0 0 0,0 0 0 0,0 0 364 0,0 0-165 0,0 1-84 16,0 16 517-16,0 8-291 0,-8 12-158 0,-5 10-76 16,-7 19 106-16,-3 3-213 15,-7 19 0-15,2-8 0 0,-12 30 0 16,-3 11 0-16,3-7 0 0,3 1 0 0,3-18 0 0,0 12 0 16,4-4-790-16,8-3 428 0,3-11 130 0</inkml:trace>
  <inkml:trace contextRef="#ctx0" brushRef="#br0" timeOffset="-202341.61">13627 12580 488 0,'0'0'0'0,"0"0"0"0,0 0 0 0,0 0 0 0,0 0 69 15,0 0-1-15,0 0-35 0,0-1 167 0,2-1-84 16,4 0-33-16,-1-4-29 0,3 2 109 0,2-1-65 15,1-1-32-15,-1 0-1 16,2-1 21-16,1-1-31 0,-2 1 0 0,1-1-57 16,-1 1 35-16,-6 0 0 0,5 1-33 0,-4 0 33 15,-3 1 0-15,1-2-1 0,-2 4-19 0,0-1-1 16,-2 0 29-16,0 2-8 0,0-1 39 0,0 1 0 16,0 0-53-16,0 1 11 0,0-1 88 0,0-1-46 15,0 2-1-15,0 1 31 0,0 0-35 0,0 0 0 16,0 0-26-16,0 0-18 0,0 0 10 0,0 14 0 15,-2 6-35-15,2-2 9 0,0 9 26 16,0 0 0-16,0 0 23 0,0 3 0 16,0 2-23-16,0 0 8 0,0 3-34 0,2 7 0 15,-2-2 26-15,0 6 0 0,0-3-122 0,0-3 56 16,0 9 25-16,0-8-141 0,0 0 79 0,0-5 32 16,-2-1-21-16,2-1 14 0,-2-6 1 0,2-6-7 15,0-2 19-15,-2-7-7 0,2-4 19 0,-2 1-37 16,2-6 130-16,-1-3-49 0,1-1-22 0,0 0 5 15,-2 0 233-15,2 0-106 16,0 0-65-16,0 0 247 0,0 0-142 0,0 0-70 16,0 0-11-16,0 0-21 0,0 0-9 0,0 0-30 15,9 0-40-15,6 0 40 0,2-1 0 0,2-3 8 16,1 0 167-16,-1 2-208 0,2 1 0 0,-3-2-181 16,1 1 133-16,-2 1 49 0,-3 1-419 0,0 0 194 15,-4 0 111-15,1 0 22 0,-2 0-253 0,-2 0 147 16,0 0 87-16,-2 0 38 0,-1 0-485 0,0 0 262 15,-3 0 131-15</inkml:trace>
  <inkml:trace contextRef="#ctx0" brushRef="#br0" timeOffset="-202148.13">14170 12839 2026 0,'0'0'0'0,"0"0"0"0,0 0 0 0,0 0 0 0,0 0 0 0,0 0 0 0,2 0 387 16,-1 0-181-16,1 0-87 0,0 0 266 0,0 0-176 16,0 0-89-16,0 0-35 0,0 0 211 0,2 0-34 15,-2 0-262-15,-2 0 0 0,2 0 0 0,-2 0 0 16,1 0-975-16,5 0 547 0,3 0 231 0</inkml:trace>
  <inkml:trace contextRef="#ctx0" brushRef="#br0" timeOffset="-200424.98">14739 12389 840 0,'-21'-10'0'0,"4"3"0"0,4 3 0 0,2 2 0 0,3-2 0 0,1 3 0 0,3-1 0 0,1 0 0 0,1 0 127 0,2 2-46 0,0 0-17 15,0-2 118-15,7 0-75 0,10 1-37 0,3-6 0 16,7 0 111-16,1 1-65 0,0 1-46 0,2 1 95 16,-1 2-66-16,-1 0-33 0,-3 2 8 0,5 0-39 15,-5 0-3-15,2 0 1 0,-3 2-100 0,-3 0 49 16,-1-1 34-16,1 2-8 15,-5-1-198-15,-5-2 106 0,-2 0 56 0,-4 0 30 16,-1 0-395-16,-1 0 150 0,-2 0 109 0,-1 0-166 16,0 0 134-16,-8 0 66 0,-3 0-91 0,-3 0 83 15</inkml:trace>
  <inkml:trace contextRef="#ctx0" brushRef="#br0" timeOffset="-200074.97">14801 12332 613 0,'-17'-2'0'0,"2"2"0"0,0 0 0 0,2 0 0 0,-1 0 0 0,4 8 145 0,0 0-57 16,2 3-19-16,3 4-8 0,1 7 198 0,4 5-114 16,0 6-55-16,0 9-30 0,0 3 208 0,0 5-122 15,0 3-57-15,0 4 116 0,2-3-86 0,0 2-43 16,0-1-14-16,-1-3 20 0,1-3-24 16,0 0-1-16,-2-7-14 0,0-9-10 0,0 3 8 0,0-4-8 15,0-4-52-15,0-6 25 0,-2-1 1 0,-3-4-42 16,-1-6 41-16,-3-1-7 0,-1-5 34 15,-1-3-109-15,-1-2 47 0,-6 0 5 16,1-2-117-16,-1-11 61 0,0-4 40 0,2-5 6 16,0-3-105-16,4 1 53 0,0 3 29 0,3 0 8 15,1 6-6-15,3 6 10 0,3 3 14 0,0 1 97 16,1 3-57-16,-2 2-2 0,1 0-40 0,-2 13 120 16,-1 9-55-16,-2 5-19 0,1 1 19 0,-2 1-12 15,2-4 1-15,3-2-1 0,-1 2-181 0,0-5 82 16,4-7 35-16,0-1 9 15,0-5-151-15,0-3 74 0,2-2 47 0,7-2-10 16,11-6-365-16,2-20 204 0</inkml:trace>
  <inkml:trace contextRef="#ctx0" brushRef="#br0" timeOffset="-199773.86">14839 12717 1129 0,'9'-7'0'0,"2"3"0"0,2 4 0 0,-2 0 0 0,1 0 0 0,1 0 0 0,1 0 246 15,2 0-107-15,1 0-53 0,2 6 199 0,0 4-117 16,-3 3-72-16,3 5-32 0,-1 1-4 0,-6 2-27 16,-3 1 0-16,-3 1-54 0,-1 5 23 0,-5-2 0 15,0 0 30-15,-5 3-190 0,-10-1 95 16,-4-3 56-16,-3-1-146 0,0-5 87 0,-3-4-9 0,2-2 39 16,3-6-21-16,-1-1 36 0,2-3-41 0,8-3 36 15,-2 0 270-15,7 0-128 0,2 0-57 16,2 0 139-16,1 0-75 0,1 0-57 0,0 0 16 0,12 0 45 15,6 0-47-15,1 0-15 16,5 0-58-16,0 4 26 0,3 0 0 0,-1-2-1 16,2 1-222-16,-3 1 120 0,5 0 47 0,-4 0 27 15,0-1-505-15,-5 1 247 0,7 2 78 0,-7-4 69 16,4 1-206-16,-2-3 140 0</inkml:trace>
  <inkml:trace contextRef="#ctx0" brushRef="#br0" timeOffset="-199305.68">15742 12928 971 0,'0'-16'0'0,"0"2"0"0,-4-4 0 0,-7-4 0 0,3 3 0 0,-3-2 0 0,0 3 322 16,1 1-145-16,-1 0-63 0,0 2-46 0,-1 4 84 0,1 1-59 15,1 5-31-15,-4 1 0 0,1 4 8 0,-4 0-37 16,-1 4 12-16,0 15-12 15,-1 3-1-15,1 8 1 0,1 4 59 0,0 8-33 16,3-3-1-16,7-5-25 0,2 4 62 0,3 1-32 16,2-6 9-16,0-1-39 0,0-5 9 0,7-7-9 15,6 0 0-15,2-5-33 0,2-2 8 0,0-6 25 16,1-3-147-16,0-4 73 0,-1 0 32 0,3-8 0 16,-1-11-170-16,-1-9 93 0,0-10 23 0,-3-1 33 15,0-5-130-15,-1-4 71 0,-4-3 4 16,1-5-45-16,-1-9 49 15,-2 3 24-15,-3-7 0 0,2-6-23 0,-1-7 16 0,0-16 8 16,2 9-11-16,-1 20 0 0,0 12 35 0,-3 11-1 16,-1 14 68-16,-2 10-29 0,1 5-1 0,0 7-38 15,0 5 346-15,-2 5-168 0,0 13-65 0,-2 19 235 16,-8 12-147-16,1 10-73 0,2 5-2 16,-1 10 165-16,2-8-105 0,2 20-64 0,1-10 39 0,1-1-48 15,0-1-24-15,0-1 1 0,2-12 45 16,0 2-39-16,0-1 0 0,0-4-30 15,2-7-202-15,5-2 101 0,2-10 58 0,-2-3-540 16,-2-8 283-16,4-4 99 0,0-8 84 0,-2-5-625 16,4-6 330-16,-2 0 177 0,1-21-283 0</inkml:trace>
  <inkml:trace contextRef="#ctx0" brushRef="#br0" timeOffset="-199091.79">15871 12821 1260 0,'7'-17'0'0,"-4"6"0"0,3 0 0 0,-1 3 0 0,1 0 0 0,1 3 0 0,1 1 0 0,3 2 154 15,2 0-60-15,2 2-23 0,0 0 299 0,0 6-169 16,0 7-84-16,2 5-42 0,-6 6 138 0,-3-4-82 16,0 10-53-16,-5-2-18 0,-1 4 1 0,-2-2-29 15,0 2 1-15,-7-1-78 0,-7 0 35 0,0-1 21 16,-5-4-139-16,0-2 80 0,-2-4 40 0,0-3 9 16,-5-3-107-16,6-4 22 0,-3-3 46 0,4-3-28 15,4-4-247-15,6 0 114 0,1-2 87 0,6-11 39 16,2-7-258-16,4-5 149 15,13-1 74-15,6-4-314 0</inkml:trace>
  <inkml:trace contextRef="#ctx0" brushRef="#br0" timeOffset="-198890.3">16234 12672 1304 0,'7'-15'0'0,"-2"6"0"15,-3 1 0-15,-2 1 0 0,0-1 0 0,-5 5 0 0,-2 1 0 0,-6 0 232 0,1 2-100 0,-1 0-41 0,-6 11 217 0,5 10-138 16,-4 7-68-16,2 8-35 0,0 3 87 0,7-3-52 15,-2 10-39-15,10-2 187 16,-1-3-109-16,2-6-54 0,0 6-27 0,5-7 38 16,10-3-37-16,2-2 0 0,1-5-263 0,3-2 117 15,2-4 59-15,-1-7 38 0,6 0-554 0,-1-5 280 16,1-6 139-16,-2 0 10 0,1 0-296 0,3-3 174 16,-4-10 106-16</inkml:trace>
  <inkml:trace contextRef="#ctx0" brushRef="#br0" timeOffset="-198324.11">16715 12875 1463 0,'0'-17'0'0,"-3"0"0"0,-6 1 0 0,2-3 0 0,-2 2 0 0,-3 0 0 0,1 2 0 0,0 0 0 0,-1 5 0 0,1 3 153 0,2 3-52 0,-6 4-38 16,0 0 60-16,-2 13-45 0,-1 10-22 0,0 5-1 15,1 4 60-15,4 2-45 0,4 1 0 0,-1 1 26 16,6 0-32-16,3-4 0 15,1-8-23-15,0 0 60 0,0-4-35 0,1 0 1 16,10-7-84-16,-2-1 25 0,0-5 8 0,4-2 16 16,-3-2-149-16,2-3 75 0,2 0 37 0,0-4 1 15,2-15-176-15,-1-7 95 0,0-5 19 0,1-6-159 16,0-2 87-16,-5-1 56 0,3 3-3 0,-2-14 1 16,-1 4 25-16,1-5 0 0,-1-6-24 0,-2-3 25 15,1 1-8-15,-1-17 33 0,-1 6-76 16,0 3 38-16,-5 19 0 0,-1 10 39 0,0 13 49 15,-2 7-20-15,0 3-1 0,0 9 296 16,0 5-152-16,-2 2-85 0,-8 14-26 0,1 18 127 16,-4 6-54-16,2 8-50 0,0 4 299 0,0 14-159 15,1-10-71-15,2 20-49 0,1-8 191 0,3-1-115 16,-2 0-57-16,4-4-30 0,0-8 118 0,2 1-78 16,0-3-34-16,0-6 0 0,2-9-213 0,3-2 89 15,2-8 53-15,-1-6-176 0,1-4 106 0,-2-7 53 16,2-5-499-16,2-4 260 15,-2-2 67-15,4-19 90 0,1-7-275 0,-1-9 173 16,1-4 86-16,-3 4 35 0,2-15-204 0,1 3 128 16,-3 2 63-16,0 11-76 0,-2 1 69 0,-1 12 28 15,-2 2 8-15,-2 12 253 0,0 2-108 0,0 3-56 16,-1 2 202-16,3 2-136 0,1 0-56 0,2 13-32 16,-2 0 502-16,4 4-248 0,1 1-56 0,1 2-54 15,4 5 192-15,1-4-151 0,-2 1-76 0,3-2-45 16,-1 1-31-16,0-7 9 15,2 2-8-15,3-2-458 0,-2-2 229 0,3-4 114 16,-1-3-260-16,2-3 163 0,5-2 98 0</inkml:trace>
  <inkml:trace contextRef="#ctx0" brushRef="#br0" timeOffset="-198147.58">17413 12351 1476 0,'-2'-8'0'0,"2"7"0"0,-4-1 0 0,1 0 0 0,-5 2 0 0,-4 17 0 0,-2 21 327 0,-7 12-139 0,-9 35 477 0,-6 7-316 16,-12 32-158-16,-7 17-79 0,-19 51 185 0,-6 9-124 15,-25 47-74-15,4 5 119 0,-4 13-218 0,-2 25 0 16,-4 7 0-16,11 19 0 0</inkml:trace>
  <inkml:trace contextRef="#ctx0" brushRef="#br0" timeOffset="-196565.09">17815 12774 1023 0,'0'0'0'0,"0"0"0"0,0 0 0 0,0 0 0 0,0 0 0 0,0 0 0 0,0 0 0 0,0 0 370 0,0 0-161 0,10 0-92 0,4-2 79 0,4-1-81 0,4-1-41 15,0 0-21-15,-3 2 138 0,6-2-83 0,-3 2-38 16,1 2-133-16,-1 0 48 15,-1 0 24-15,-2 0 8 0,-2 0-328 0,-3 0 172 16,-3 0 86-16,-4 0 43 0,-4 6-600 0,-1 1 291 16</inkml:trace>
  <inkml:trace contextRef="#ctx0" brushRef="#br0" timeOffset="-196390.22">17807 13077 885 0,'-5'2'0'0,"5"4"0"0,0 0 0 0,0-4 0 0,0 2 0 0,0-1 454 0,2-3-211 0,13 0-105 0,5 0-44 16,7 0 316-16,-1 0-189 0,1 0-94 0,-1-3-47 15,0 1-133-15,-4 0 51 0,8-1 13 0,-3 0-469 16,-1 1 245-16,1 1 123 0,-3 1-260 0,-2 0 191 16</inkml:trace>
  <inkml:trace contextRef="#ctx0" brushRef="#br0" timeOffset="-196045.99">18659 12451 1326 0,'-14'-4'0'0,"10"1"0"0,2 2 0 0,2 1 0 0,0 0 0 0,0 0 0 0,0 0 540 0,0-2-254 0,8-7-127 16,11 0 119-16,7-4-122 0,6-1-54 0,0 3-39 16,4 2 240-16,-1 1-136 0,2 4-67 0,-4 2-34 15,1 2 23-15,-4 0-33 16,2 0 1-16,-2 0-157 0,-3 0 66 0,-6 2 33 15,2 2 9-15,-4 0-335 0,-4-4 180 0,-4 0 87 16,-1 0-264-16,-7 0 98 0,1 0 101 0,-2 0-12 16,-2 0-341-16,0 0 222 0,-6 0 112 0,-7 0-299 15,-4 4 197-15</inkml:trace>
  <inkml:trace contextRef="#ctx0" brushRef="#br0" timeOffset="-195689.1">18657 12430 1372 0,'-16'0'0'0,"7"2"0"0,2 0 0 0,0 2 0 0,0-1 0 0,3 6 0 0,3 1 0 0,1 9 0 0,0 6 423 0,0 4-187 15,0 7-106-15,0 7-49 0,1 2 125 0,3 4-86 16,3 0-44-16,-4 4 146 0,1-2-99 0,-1 2-45 16,-1 0-23-16,2-1 26 0,-2 0-25 15,0-9 9-15,-1 6-95 0,-1-15 32 16,0 1 0-16,0-3 31 0,0-8-80 0,0-1 48 15,-5-6-8-15,-1-6 40 0,-1-1-69 0,-3-5 32 16,-1-3 0-16,-2-2-95 0,-2 0 32 0,-1-2 34 16,-7-13-4-16,2-4-76 0,0-3 51 0,1-5 9 15,-1-1-158-15,4-1 92 0,0 2 34 16,4 8 26-16,0-1 11 0,4 8 7 0,-2 1 8 0,2 6 1 16,2 2 93-16,2 3-46 0,-3 0-24 15,2 6 18-15,1 11-17 0,-1 0 0 16,2 4-24-16,3-1 68 0,-1 2-14 0,0-5-4 15,2 0-240-15,0-1 101 0,0-1 59 0,2-4 22 16,5-4-395-16,2-1 193 0,8-2 109 0,0-4 50 16</inkml:trace>
  <inkml:trace contextRef="#ctx0" brushRef="#br0" timeOffset="-195363.1">18799 12790 881 0,'8'-13'0'0,"3"4"0"0,5 2 0 0,-4-1 0 0,3 1 235 16,0 3-102-16,0 2-41 0,2 0 390 0,2 2-224 16,1 0-113-16,1 13-56 0,-6 2 173 0,4 6-119 15,-6 1-55-15,1 4-28 0,-7 3-37 0,0-1 10 16,-5 2 8-16,-2 2-182 0,0 0 86 0,-4 2 44 16,-10 0 22-16,-4-3-96 15,-2-1 67-15,-4 1 22 0,-1-5-175 0,-1-5 93 16,-3-2-13-16,1-7 43 0,5-4 21 0,-8 0 3 15,5-7-44-15,5 1 36 0,0 0 298 0,5-2-141 16,4 0-61-16,3 0 351 0,5 0-177 0,0 0-105 16,4 0-38-16,0 0 103 0,2 0-74 0,19 0-50 15,3 0 158-15,2 0-232 0,3 0 0 0,2 0 0 16,0 0 0-16,0 0 0 0,3 0 0 0,-2 0 0 16,0 0-218-16,0 0 142 15,-2 0 63-15,2 0-840 0,-2 0 379 0,2 0 223 16,1 0 97-16</inkml:trace>
  <inkml:trace contextRef="#ctx0" brushRef="#br0" timeOffset="-194661.61">19873 12504 628 0,'0'-10'0'0,"0"4"0"0,2-3 0 0,2-4 0 0,0 0 0 0,-2-6 0 0,2 0 200 0,-2-2-88 0,-1-1-39 15,1-2 81-15,0 1-60 0,0 0-31 0,-2-1 8 16,0 1 14-16,0 3-26 0,0-3 0 0,0 1-26 16,-4 1 21-16,-3 0 9 0,-3 1-30 0,1 3 43 15,-4 2-22-15,1 1 0 0,-2 1 27 0,0 4-16 16,-2 3-8-16,0 3-24 0,0 1 51 0,0 2-25 16,0 0-1-16,0 0-17 15,2 2 34-15,2 6-22 0,-1 2 1 0,2 3-21 16,1 1 21-16,3 4 7 0,1 1-28 0,1 5 64 15,3 5-33-15,2 1 1 0,0 3-32 0,0 4 75 16,0 7-42-16,4 0 0 0,3 3 32 0,2 3-32 16,1 1-1-16,-1 2-24 0,-1 1 14 0,-1-1 1 15,1 0-23-15,-2 1-1 0,-1 0-29 0,-1-3 38 16,-3 0-8-16,1-3-63 0,0-4 31 16,0-9 1-16,-2 1 30 0,0-10-65 15,0 1 27-15,0-6 3 0,0-5-88 0,-7-2 44 16,-2-5 29-16,-5-1 2 0,1-3-192 0,-4-4 99 15,-1-1 49-15,-3 0 12 0,1 0-301 0,-7 0 163 16,10 0 76-16,-1-6-132 0,0-4 105 0,6 0 52 16,1-1 17-16,8-2-336 0,3-4 186 15,0-1 92-15,2-5-280 0,17 0 187 0,1-3 84 0</inkml:trace>
  <inkml:trace contextRef="#ctx0" brushRef="#br0" timeOffset="-194312.52">20229 12259 652 0,'3'-31'0'0,"-1"4"0"0,0-1 0 0,-2-1 0 0,0 1 0 0,-7 4 82 0,-1 3-25 0,-3 1 8 0,0 2 174 16,0 6-103-16,-1 2-51 0,-1 3 126 0,-1 5-89 16,2 2-36-16,-6 0-31 15,4 6 67-15,-5 9-44 0,4 3-23 0,-2 2 0 16,6 2 106-16,-5 9-68 0,7-4-31 0,0 3 134 15,4 2-82-15,0 0-41 0,5 4 9 0,0 2 37 16,0 4-43-16,0-2-22 0,0 1 144 0,2 2-83 16,3-6-33-16,0 13-28 0,0-8 79 0,1 4-50 15,-3-2-25-15,3 0 0 0,-4-3 126 0,2 7-184 16,-2-6 0-16,0-6 0 0,-2 4 0 0,0-3 0 16,0-3 0-16,0-2 0 0,-5-3 0 0,-4-3 0 15,0-8 0-15,-2 1-206 16,-1-4 174-16,-2-4 22 0,-3 1-315 0,0-5 156 15,0 1 54-15,2-1 47 0,-2-1-464 0,2 0 254 16,2-3 123-16,0 3-490 0,6 2 307 0,0-2 152 16,4 4-352-16</inkml:trace>
  <inkml:trace contextRef="#ctx0" brushRef="#br0" timeOffset="-193655.6">19645 13465 1200 0,'-2'-10'0'0,"-4"6"0"0,5 3 0 0,-1-1 0 0,-1 0 0 0,1 0 0 0,2 2 0 0,-2 0 282 0,2 0-128 0,0 0-61 0,0 0 260 16,0 6-160-16,0 6-80 16,0 4 126-16,2 3-108 0,5 5-48 0,-4-1-26 15,1 3 0-15,-2 0 0 0,-1-1-16 0,1 6-8 16,-2-3-32-16,0-1 0 0,0-1 32 0,0 1-108 15,0-7 63-15,0 1 18 0,-3-2-1 0,-1-3-221 16,2-8 85-16,-1 1 71 0,1-3-385 0,2-2 211 16,-3-3 94-16,3-1 54 0,0 0-277 0,-2 0 166 15,2-1 73-15,0-12 50 0,0-10-264 16,0-3 152-16</inkml:trace>
  <inkml:trace contextRef="#ctx0" brushRef="#br0" timeOffset="-193420.58">19609 13426 1303 0,'2'-12'0'0,"0"7"0"0,3 1 0 0,1 0 0 0,1 3 0 0,5-2 0 0,0 2 0 0,9 1 0 0,2 0 142 16,7 0-60-16,-1 0 183 0,-2 0-116 0,1 5-58 15,-1 6-29-15,-5 3 2 0,5 0-7 0,-7 4-24 0,-3 2-1 16,-4 2-55-16,-3-1 28 0,-6 2 8 16,-3 7 19-16,-1 0-39 0,-7 3-1 15,-14 3 41-15,-3-2 5 0,1-4 3 0,-3 1-9 16,-2-5 8-16,0 0-14 0,-2-6-24 0,1-3 25 15,1-3-59-15,2-5 27 0,5-3 4 0,-1-1 22 16,1-5-293-16,6 0 140 0,2 0 61 0,4 0-343 16,3-1 179-16,6-9 102 0,0-1 49 0,2-3-328 15,16-1 193-15</inkml:trace>
  <inkml:trace contextRef="#ctx0" brushRef="#br0" timeOffset="-193181.17">20052 13629 1369 0,'9'-6'0'15,"1"4"0"-15,3 0 0 0,-1-1 0 0,-3 2 0 0,2 0 0 0,1 1 0 0,0 0 0 0,1 0 0 0,3 0 299 0,-2 5-124 0,2 5-76 0,-4 1-33 0,0 1 35 0,-3 6-34 16,-3 1 0-16,-3 1-79 0,-3 4 19 0,0-1 0 16,-3 1-2-16,-12-2 0 15,-2 3 28-15,-6-4 8 0,1-1-43 0,-2-4 35 16,-3-2 0-16,1-4-17 0,-1-3-29 0,6-1 7 15,-2-4-4-15,2-2 4 0,3 0-149 0,8 0 76 16,0-2 42-16,7-6-408 0,3-7 214 0,0-3 85 16,13-3 58-16,6-2-394 0</inkml:trace>
  <inkml:trace contextRef="#ctx0" brushRef="#br0" timeOffset="-192988.08">20369 13523 1115 0,'2'-4'0'0,"-2"3"0"0,0 1 0 0,-9 0 0 0,-4 1 0 0,-4 13 0 0,0 4 0 0,0 6 501 0,1 5-225 0,0 2-126 0,3 4-59 16,3 0 407-16,5-1-232 0,3 0-109 0,2-5 81 15,0-1-103-15,2-3-51 0,7-7-26 0,6-1-209 16,2-3 101-16,2-5 37 16,0-1-454-16,1-4 250 0,-1-4 125 0,2 0 62 15,-3 0-312-15,0-6 78 0,-2-5 126 0,0 0-16 16</inkml:trace>
  <inkml:trace contextRef="#ctx0" brushRef="#br0" timeOffset="-192838.81">20478 13650 1087 0,'-5'-3'0'0,"1"1"0"0,1 2 0 0,0 0 0 0,1 0 0 0,2 0 0 0,0 0 246 0,0 2-107 0,7 8 299 0,2-2-203 15,0 4-92-15,3 1-60 0,-1-2-102 0,1 3 26 16,0-2 0-16,-1 0 26 0,0 0-227 0,1-5 110 15,-1 0 58-15,-2-1-609 0</inkml:trace>
  <inkml:trace contextRef="#ctx0" brushRef="#br0" timeOffset="-192655.61">20719 13497 1011 0,'4'-6'0'0,"-1"5"0"0,-1-2 0 0,-2 3 0 0,0 8 0 0,-9 16 0 0,-6 8 420 0,-4 6-185 0,-3 8-105 15,-5 14 323-15,-1-3-209 0,0 4-106 0,-1-1-53 16,3-8 137-16,-3 16-99 0,2-11-45 0,5 2-23 16,4-10-85-16,0 4 32 0,4-16 8 0,2 6 22 15,4-11-503-15,2-11 251 0,4-6-680 0,2-4 443 16</inkml:trace>
  <inkml:trace contextRef="#ctx0" brushRef="#br0" timeOffset="-192185.45">21040 12728 1161 0,'-13'-25'0'0,"3"4"0"0,3 4 0 0,-4-2 0 0,-1 1 0 0,-3 4 0 0,3 1 0 0,-4 5 308 0,2 5-138 15,-4 1-68-15,1 2-35 0,-3 5 140 0,1 18-79 16,-1 11-52-16,2 3 22 0,6 6-33 0,-2 1 0 16,7 0 58-16,3-5-37 0,2 4-31 0,2-4 0 15,0-5 29-15,2-4-27 0,5-8 1 0,2-1-17 16,3-5-83-16,-1-3 37 0,2-9 0 16,2-4-159-16,0 0 98 0,2-7 58 15,3-17 2-15,0-10-105 0,-1-3 38 0,-3-7 40 16,1-3-281-16,1-4 139 0,-4-1 50 0,2-12 46 15,-5 2-93-15,0-4 70 0,1-5 34 0,-3-6-8 16,0 0-39-16,4 1 40 0,-2 4 22 0,-3 16 70 16,2 1-24-16,-7 19-9 0,-1 12-17 0,0 9 343 15,-2 4-171-15,0 5-86 16,0 6-36-16,-4 8 239 0,-8 22-126 0,2 13-65 0,0 5 257 16,-1 19-145-16,3 2-72 0,3 8-28 15,-1 16 241-15,3-19-142 0,-2 9-72 0,3-5-35 16,2-12 234-16,0 12-140 0,0-15 48 0,2-13-504 15,6 1 219-15,1-14 54 0,1-6-282 0,3-5 164 16,0-9 85-16,1-7 43 0,0-10-828 0,2 0 364 16,-2-8 213-16</inkml:trace>
  <inkml:trace contextRef="#ctx0" brushRef="#br0" timeOffset="-191970.02">21245 12616 1231 0,'4'-2'0'0,"1"0"0"0,4 2 0 0,-1 0 0 0,1 0 0 0,1 0 0 0,1 2 0 0,2 6 383 0,3 3-179 16,2 6-86-16,-3 2 162 0,-2 2-123 16,-2 3-63-16,-5-3-2 0,0 10-34 0,-4-4 0 0,-2-3-25 15,0 0-60-15,-8 2 30 0,-7-1 9 0,-3-3 21 16,-3-2-114-16,-2 0 57 16,-2-5 29-16,2-2-171 0,0-5 106 0,0-1-10 15,2-4 41-15,3-3-358 0,4 0 181 0,5 0 70 16,5-10-259-16,4-5 185 0,0-6 89 0,13-1 44 15</inkml:trace>
  <inkml:trace contextRef="#ctx0" brushRef="#br0" timeOffset="-191436.33">21643 12467 706 0,'0'-1'0'0,"-7"1"0"0,-7 0 0 0,-2 7 0 0,-9 8 239 0,2 6-104 0,-5 9-50 0,5 2 443 16,7-2-239-16,-5 12-132 0,10-8-63 0,4 1 349 15,4 3-206-15,3-3-101 0,0-3-62 0,10-2-41 16,8-2 0-16,5-5-1 0,5-1-278 0,1-8 147 16,2-1 62-16,5-7 35 0,0-6-179 0,7 0 107 15,-4-11 54-15,-7-1 34 0,2-9-355 0,-2 2 73 16,-6-4 119-16,-1 1 9 16,-5 0 54-16,-3-5 19 0,-1-1 69 0,-7-2 1 15,0-2-36-15,-3-2 0 0,-5-1 47 0,1-1-31 16,-2 2 7-16,0 2-23 0,-11 6 29 0,0 7-1 15,-4 2-28-15,-3 8 211 0,-3 5-77 0,-4 4-54 16,2 0-28-16,1 19 258 0,-4 9-130 0,7 2-39 16,-4 12 99-16,7-1-88 0,5 1-43 0,4 0-21 15,7-6 130-15,0 3-68 16,0-3-47-16,10-4 1 0,5-4-49 0,2-3 10 16,-2-11 1-16,4 2-69 0,-3-9 30 0,4-3 0 15,-1-4 38-15,1 0-271 0,-1-15 126 0,-1-10 79 16,1-3-351-16,0-10 186 0,-2-1 54 0,-2-4 58 15,-2-4-174-15,1-4 105 0,-2-8 66 0,-2-4 29 16,0-3-115-16,1-5 71 0,-2-4 37 0,2 9-37 16,0-9 40-16,-3 24 0 0,-3 9 32 15,0 4 77-15,-3 14-38 0,-2 9-8 0,0 1 445 16,0 9-237-16,0 5-102 0,0 1-64 0,-9 26 464 16,2 7-227-16,0 12-126 0,3 3-59 15,0 8 296-15,3 10-177 0,1-1-90 0,0-6-35 16,0 13 111-16,0-9-82 0,0-9-41 0,0 3 127 15,1-6-201-15,7-14 0 0,1 1 0 0,1-2-489 16,-1-10 278-16,0-6 121 0,0-4-821 0,3-7 442 16,3-5 183-16</inkml:trace>
  <inkml:trace contextRef="#ctx0" brushRef="#br0" timeOffset="-191293.38">22261 12577 1628 0,'-5'0'0'0,"3"2"0"0,0 5 0 0,2-2 0 0,0 4 0 0,0 0 0 0,0 2 0 0,0 4 0 0,5 0 641 0,4 4-304 16,4-3-152-16,1 3-16 0,-1-1-60 0,4 4-43 16,-2-5 1-16,2-2-447 0,-1-1 206 0,2 2 103 15,-1-4-715-15</inkml:trace>
  <inkml:trace contextRef="#ctx0" brushRef="#br0" timeOffset="-191137.85">22633 12383 1933 0,'5'-17'0'15,"-1"10"0"-15,-2 1 0 0,0 4 0 0,-2 2 0 0,-10 28 0 0,-14 25 0 0,-13 20 0 0,-8 10 645 0,-8 13-297 0,-18 28-162 0,-7 7 50 0,-15 40-101 16,-7 8-52-16,-11 19-24 16,-7 28-412-16,-23 48 189 0</inkml:trace>
  <inkml:trace contextRef="#ctx0" brushRef="#br0" timeOffset="-181681.76">22996 12512 1130 0,'-16'0'0'0,"7"-1"0"0,5-1 0 0,4 2 0 0,-1 0 0 0,1 0 0 0,0 0 0 0,0 0 0 0,0 0 141 0,7 0-46 0,9 0 163 0,5-2-113 15,4 0-56-15,-1-2-28 0,1 1 34 0,-3 1-23 16,1 0-8-16,-1 0-31 0,-2 0-7 15,0 2 7-15,-3 0 0 0,-1 0 8 16,0 0-149-16,-3 0 70 0,-4 0 36 0,1 0-405 16,-3 0 214-16,-3 2 69 0,-3 2 64 0</inkml:trace>
  <inkml:trace contextRef="#ctx0" brushRef="#br0" timeOffset="-181507.23">23026 12766 1034 0,'0'6'0'0,"-2"-2"0"0,2-1 0 0,0 0 0 0,0-3 0 0,-2 0 193 0,2 0-80 16,0 0-40-16,7 0 8 0,8 0 352 0,4 0-201 15,2 0-99-15,3 0 6 0,-3 0-53 16,1-3-18-16,7 0-9 0,-6-1-441 0,2 0 208 0,1 1 103 16,-1 0-544-16,-2 3 331 0</inkml:trace>
  <inkml:trace contextRef="#ctx0" brushRef="#br0" timeOffset="-181258.39">23704 12284 976 0,'0'-10'0'15,"5"8"0"-15,10 1 0 0,2-1 0 0,-2-2 0 0,2 0 404 0,4 2-186 0,-1 0-85 0,5 0-54 16,3 0 116-16,2 1-81 0,0-2-40 0,0 3 76 16,2 0-50-16,-4 0-37 0,2 0-118 0,-7 0 45 15,1 0 21-15,-2 0 0 0,-4 0-243 0,-5 0 129 16,-3 0 68-16,-1 0 33 0,-4 0-462 0,-3 0 198 16,-2 4 59-16,0 2 92 0</inkml:trace>
  <inkml:trace contextRef="#ctx0" brushRef="#br0" timeOffset="-180915.41">23737 12330 1042 0,'-7'5'0'0,"4"6"0"0,0 0 0 0,3 2 0 0,-2 2 0 0,2 8 0 0,0 3 521 0,0 4-248 0,0 4-121 0,0 1-59 15,4 1 324-15,4 9-193 0,-3-9-87 0,0 11-56 16,1-9 30-16,-2-1-39 15,-1 0 0-15,4-1-86 0,-4-8 32 0,1 6-9 16,0-11-198-16,-1-2 111 0,-2-7 55 0,2-4 28 16,-3-3-255-16,0-3 137 0,0-2-1 0,0-2 61 15,-4 0-159-15,-5 0 81 0,-4-6 54 0,-2-5 14 16,-2-6 30-16,0-3 1 0,-2 2-1 0,6 2 8 16,-6-4-8-16,5 6 0 0,-4 2 104 0,2 5-52 15,0 1-26-15,2 4-8 0,0 2 228 0,1 0-112 16,-2 4-30-16,2 10-38 0,1-2 128 15,0 8-68-15,1-4-21 0,1 3-80 16,1 2 16-16,1-4 23 0,3 0 8 0,3-5-350 16,-1 0 161-16,3-1 83 0,0-5-248 0,0-1 154 15,8-5 47-15,5 0 44 0,8-1-440 0</inkml:trace>
  <inkml:trace contextRef="#ctx0" brushRef="#br0" timeOffset="-180633.09">23821 12593 1538 0,'19'-9'0'0,"2"2"0"0,-1-1 0 0,1 1 0 0,0-1 0 0,-3 2 0 0,3 2 0 0,-3 3 0 0,0 1 234 0,-1 0-101 15,-2 10-51-15,0 6 113 0,-4 6-85 0,-3 3-39 16,-5 2-102-16,0 1 32 0,-3 1 0 0,0-4 40 16,-3 7-104-16,-8-6 47 0,-5-1 25 0,-3-3 0 15,-2-2-110-15,3-6 76 0,-9 1 24 0,3-5-74 16,4-3 50-16,-1-3-21 0,0-3-1 15,3 2 272-15,6-3-112 0,2 0-60 16,2 0 323-16,5 0-163 0,1 0-91 0,2 0-36 16,0 0 51-16,3 0-52 0,17 0-26 0,4 0 0 15,3 0-69-15,5 0 29 0,-1 0-8 0,3 0 22 16,2 0-303-16,-3 3 152 0,1 4 75 0,0 1-838 16,-2 3 435-16,-2-2 168 0</inkml:trace>
  <inkml:trace contextRef="#ctx0" brushRef="#br0" timeOffset="-180122.68">24692 12253 917 0,'-12'-14'0'0,"-1"4"0"0,0 9 0 0,-2 1 0 0,-5 1 0 0,-1 19 0 0,-8 9 302 0,-2 15-139 0,-6 16-65 0,8-3-32 16,3 5 182-16,10-7-100 0,3 5-61 0,10-3 358 16,3-2-206-16,0-6-103 0,14-5-52 0,7-7 161 15,9 3-110-15,2-10-52 0,4-4-178 0,1-5 64 16,-5-8 32-16,6-4 8 0,1-5-458 0,-1-4 241 16,-1 0 120-16,-1-1-286 0,-5-11 120 0,0-3 122 15,-7-4-38-15</inkml:trace>
  <inkml:trace contextRef="#ctx0" brushRef="#br0" timeOffset="-179941.16">24856 12408 1068 0,'-9'-8'0'0,"6"4"0"0,1 2 0 0,2 2 0 0,0 0 0 0,2-1 0 0,11 1 369 0,9-2-168 0,5 0-84 0,5 2-34 15,6-2 298-15,0-2-174 0,4 0-87 0,-1 1-94 16,-5-1 7-16,1-2 8 0,1 2-8 15,-4-1-155-15,-6 1 77 0,-6 2 40 16,1 1-492-16,-9 1 274 0,0 0 123 0,-7 0 67 16</inkml:trace>
  <inkml:trace contextRef="#ctx0" brushRef="#br0" timeOffset="-179766.63">24988 12415 1532 0,'-12'6'0'0,"7"3"0"0,0 5 0 0,1 8 0 0,-2 0 0 0,2 5 0 0,1 1 0 0,3 2 289 0,-2 1-120 0,2 2-72 0,0-4 318 16,0 5-191-16,0-4-96 0,0-3-59 0,0 5-7 15,0-6-30-15,0-6 1 0,2 2-406 0,1-6 203 16,3-4 109-16,-1-3 43 0,3-5-626 0,1-2 279 16</inkml:trace>
  <inkml:trace contextRef="#ctx0" brushRef="#br0" timeOffset="-179600.47">25112 12483 1004 0,'5'-3'0'0,"0"3"0"0,0 0 0 0,-2 5 0 0,1 8 0 0,0 4 0 0,-2 3 434 0,0 5-201 0,-1 1-100 16,1-1 140-16,1 8-124 0,-3 0-58 0,0-4-30 16,0 3 137-16,0-2-83 0,0-5-33 0,0 5-28 15,0-10-303-15,2 1 141 0,0-2 70 16,3-4-553-16,3-4 320 0,-1-2 130 15</inkml:trace>
  <inkml:trace contextRef="#ctx0" brushRef="#br0" timeOffset="-179433.38">25402 12571 1162 0,'1'0'0'0,"5"0"0"0,1 0 0 0,2 0 0 0,1 0 0 0,-1 0 0 0,5-2 0 0,-1 2 439 0,2 0-204 0,0 0-101 0,2 0 76 16,0 0-81-16,2 0-52 0,-1 0-22 0,5 0-434 16,1 0 205-16,1 2 104 0</inkml:trace>
  <inkml:trace contextRef="#ctx0" brushRef="#br0" timeOffset="-179249.87">25943 12537 832 0,'-3'0'0'0,"3"0"0"0,0 0 0 0,2 0 0 0,12-2 0 0,2-1 247 0,3-3-107 16,8 0-53-16,-4 1 377 0,10 1-219 0,-4 0-107 15,4 1-52-15,-1 0 9 0,0 2-32 0,-6-1 9 16,5 2-455-16,-4 0 207 0,-6 0 105 0,0 0 52 16,-1 0-673-16,-7 3 336 0,-4 1 173 0,-7-2 84 15</inkml:trace>
  <inkml:trace contextRef="#ctx0" brushRef="#br0" timeOffset="-178958.46">26172 12553 1043 0,'-13'1'0'0,"5"4"0"0,0-2 0 0,3 4 0 0,-5 1 0 0,1 3 0 0,-2 1 0 0,-3 4 119 0,1 3-43 0,-2 1-21 0,0 3 193 16,-4 2-108-16,-1 0-45 0,-1 4-48 0,-2-3-14 15,1-1 0-15,3-4 0 0,4-7-26 0,3-3 9 16,-1-1 17-16,6-2 0 15,0-5 58-15,7-1-30 0,-2 0 1 0,2-2 53 16,0 0-45-16,0 0 0 0,0 0-37 0,11 0 177 16,12 0-89-16,5-2-35 0,4 0 174 0,8-4-114 15,-5 4-56-15,3-1-29 0,-1 1-9 0,-3-2-11 16,-2 3-8-16,0-2-1 0,-4 1-239 0,-5 2 120 16,-1 0 60-16,-3 0-522 0,-2 0 256 0,-2 0 149 15,-6 0 23-15,-1 0-230 0,-3 0 159 0,-3 0 72 16,-2 0-384-16,0 0 236 15,-4 0 118-15,-11 0 58 0,-1-9-198 0,-5-9 148 16</inkml:trace>
  <inkml:trace contextRef="#ctx0" brushRef="#br0" timeOffset="-178790.91">26181 12677 824 0,'-2'-4'0'0,"-2"2"0"0,2 0 0 0,2 2 0 0,0 0 0 0,0 0 0 0,0 2 224 0,0 9-99 0,0 11-46 0,2 4-24 15,0 6 469-15,0 8-246 0,0-3-115 0,-2 14 252 16,0-4-191-16,0-1-95 15,0 4-49-15,-2-5-16 0,0-8 9 0,-2 3-41 16,3-6-259-16,-1-4 130 0,2-8 64 0,0-3 33 16,0-7-541-16,0-5 283 0,0-1 145 0,0-6 73 15,-4 0-764-15,-6-16 385 0</inkml:trace>
  <inkml:trace contextRef="#ctx0" brushRef="#br0" timeOffset="-178582.38">25832 12073 1401 0,'0'-32'0'16,"11"16"0"-16,11 6 0 0,5 5 0 0,5-5 0 0,1-1 0 0,2 0 0 0,5 1 332 0,8-1-149 0,0 0-67 0,1-1 194 0,-3 3-138 0,0 3-70 15,-10 2-211-15,-1 3 72 0,-7-1 42 16,-1 0-7-16,-6 2-198 0,-3 0 116 15,-4 0 59-15,-5 0 29 0,-4 7-549 0,-3 1 198 16</inkml:trace>
  <inkml:trace contextRef="#ctx0" brushRef="#br0" timeOffset="-178418.82">26081 11951 1054 0,'-9'4'0'0,"4"5"0"0,2 5 0 0,1 0 0 0,0 5 0 0,1 3 0 0,-1 4 0 0,2 2 0 0,-3 1 361 0,2 3-169 0,-1 0-79 16,-1 2-117-16,-1-1 37 0,1 0-1 0,0-1 9 16,1-2-159-16,0-4 75 0,2-5 38 0,0 0-189 15,0-10-127-15</inkml:trace>
  <inkml:trace contextRef="#ctx0" brushRef="#br0" timeOffset="-178266.23">26181 11976 570 0,'5'0'0'0,"1"0"0"0,2 7 0 0,-5 10 0 0,-1 2 0 0,0 3 476 16,-2 8-226-16,0 3-108 0,0 2 239 0,0 3-174 15,-4 4-87-15,1-6-35 0,-3 11-202 0,4-7 75 16,2-6 38-16,0 4-1 0,0-1-247 0,0-1 151 16</inkml:trace>
  <inkml:trace contextRef="#ctx0" brushRef="#br0" timeOffset="-178074.75">26556 12205 1974 0,'16'0'0'0,"0"7"0"0,9 10 0 0,-3 0 0 0,0 6 0 0,3 9 0 0,-10 2 0 0,4 13 0 0,-8 1 582 0,-3 5-274 0,-5 1-138 15,-3 2-68-15,0 1 174 0,-11 8-126 0,-9-6-59 16,-5-1-88-16,-3-1-1 0,-5-1 31 15,4-10 8-15,-5 6-424 0,0-8 208 0,-1-3 104 16,-1-4-909-16,-6-12 494 0</inkml:trace>
  <inkml:trace contextRef="#ctx0" brushRef="#br0" timeOffset="-177238.15">27149 12496 774 0,'-4'0'0'0,"4"0"0"0,0 0 0 0,0 0 0 0,4 2 0 0,6-2 64 0,5 0 1 0,2 0-24 0,8 0-9 15,0 0 254-15,0 0-127 0,3-4-64 0,2-2 94 16,-6 1-69-16,6 1-49 0,-8 0-83 0,-2 2 22 16,-1 0-1-16,-5 0 24 0,0 2-309 15,-1 0 149-15,-1 2 81 0,-5 6 39 16,-1 3-576-16</inkml:trace>
  <inkml:trace contextRef="#ctx0" brushRef="#br0" timeOffset="-177072.7">27224 12797 1374 0,'-8'9'0'0,"0"2"0"0,4 1 0 0,2-6 0 0,2-2 0 0,0-2 0 0,0 0 0 0,16-2 0 0,7 2 0 0,3-2 397 16,6 0-182-16,11 0-91 0,-8-2-90 0,12-7-1 15,-5 0 0-15,-1-2 0 0,1-3-468 0,-3 3 234 16,-4 1 125-16,8-3-552 0</inkml:trace>
  <inkml:trace contextRef="#ctx0" brushRef="#br0" timeOffset="-176621.46">27931 12584 1182 0,'6'-2'0'0,"2"-3"0"0,10 3 0 0,3 0 0 0,-1-4 0 0,5 1 0 0,-3 3 0 0,5 1 458 0,3-4-217 0,0 4-104 0,-1-4-52 16,1 1 104-16,-4 3-78 0,-2-1-30 0,-2 0-10 15,-2-2-301-15,0 2 132 0,-5 1 65 0,-4 1-172 16,-1 0 127-16,-4 0 52 0,-1 0 29 0,-3 0-506 16,-2 0 181-16,0 0 147 0,-14 0-167 0,-2 0 154 15,-3 1 78-15,-1-1 39 0,-3 0-34 16,0 0 105-16,0 0 0 0,3 0 0 15,1 0-29-15,-1 0 17 0,5 4 1 0,-1-2 247 16,4 3-141-16,2 4-64 0,0-2-31 0,3 4 151 16,1 4-30-16,-1 0-60 0,-3 4 201 0,1 5-114 15,0-2-58-15,-4 3-29 0,1-1 54 0,0-4-32 16,-4 7-30-16,0-2 6 0,-4-4-1 0,1 0-25 16,3-9 0-16,-1 4 56 0,2-6-32 15,1 0 0-15,7-4-25 0,0-3 54 16,3 0-26-16,1-3 7 0,2 0 131 0,1 0-83 15,0 0-41-15,6 0-21 0,13 0 111 0,8 0-58 16,3 0-40-16,4-3-1 0,5 2 112 0,-2-1-73 16,2-1-35-16,-2 0-120 0,-2-1 39 0,1 3 22 15,-6-2-1-15,2 1-119 0,-11 1 71 0,1 1 44 16,-3 0-484-16,-3 0 200 0,-5 0 137 0,-1 0-1 16,-6 0-356-16,-3 3 225 0,0 1 124 0,-1 0 59 15,0-4-319-15</inkml:trace>
  <inkml:trace contextRef="#ctx0" brushRef="#br0" timeOffset="-176428.12">28178 12629 1147 0,'-8'0'0'0,"3"0"0"0,0 0 0 0,3 0 0 0,-1 0 0 16,1 8 0-16,2 7 0 0,-2 10 498 0,2 1-233 0,-3 6-108 0,2 10 134 0,-4-2-129 15,-2 2-65-15,2 4-32 0,0-4 206 16,-3 8-123-16,1-4-58 0,2-11-29 15,-1 2-193-15,3-2 82 0,1-9 49 0,-1-2-428 16,3-5 230-16,-2-3 116 0,-1-6 58 0,2-3-623 16,1-2 305-16,-2-4 139 0,-1-1-252 0</inkml:trace>
  <inkml:trace contextRef="#ctx0" brushRef="#br0" timeOffset="-176029.78">27682 11764 861 0,'0'-32'0'0,"0"18"0"0,1 6 0 0,10 1 0 0,7-2 0 0,5-3 0 0,3 3 322 0,4 4-144 0,11 1-73 0,0 1-36 16,-7 3 19-16,4 0-32 0,1 0 0 0,-7 14-81 15,-5 2 28-15,-4 2 1 16,-7 1 37-16,-4 6-165 0,-7-2 79 0,-1 4 39 15,-4-1-135-15,-4 0 79 0,-12-1 24 0,-4-2 23 16,-3-3-23-16,-1-6 0 0,0 0 31 0,3-4-49 16,1-1 213-16,0-3-82 0,8-3-40 0,2 1 103 15,3-4-54-15,4 0-40 0,3 2 15 0,0 0 121 16,6 3-67-16,17 1-41 0,0 1 9 16,3 3-24-16,1 1 8 0,0 3-32 0,-2 3-70 15,-1-1 34-15,-6 1 1 0,-3 0 35 16,-2 4-74-16,-4-2 33 0,-6-1 20 0,-1 1-42 15,-2 0 11-15,-5-3-1 0,-12 2 5 0,-5-2-13 16,-1-3 7-16,-7-2-1 0,0-4-12 0,-2-1-1 16,0-5 16-16,-2-1 14 0,5 0-233 0,1 0 110 15,9-7 49-15,2-8 25 0,5-8-320 0,12-4 170 16,0-10 86-16</inkml:trace>
  <inkml:trace contextRef="#ctx0" brushRef="#br0" timeOffset="-175848.27">28321 11732 1216 0,'20'-4'0'0,"-3"2"0"0,6 2 0 0,-3 0 0 0,4 0 0 0,2 0 0 0,5 0 150 0,0 0-58 15,3 0-30-15,2 0 227 0,-1 0-132 0,-1 0-62 16,-1 0-97-16,-3 0 0 0,-6 2 35 0,0-2 8 16,-4 0-383-16,-7 1 188 0,-2-1 93 0,-5 3-424 15,-3-3 245-15,-3 3 122 16,0-1-18-16,-13 0-122 0,-13-2 113 0,2 0 56 15</inkml:trace>
  <inkml:trace contextRef="#ctx0" brushRef="#br0" timeOffset="-175553.2">28371 11717 848 0,'-17'3'0'0,"2"3"0"0,4 5 0 0,2 2 0 0,0 4 0 0,4 4 0 0,1 5 121 16,4 4-49-16,0 4 1 0,0 7 277 0,0 1-158 15,0 1-79-15,0-4-33 16,0 12 206-16,0-9-127 0,0 4-63 0,0-4-35 15,0-7 0-15,-1 0-20 0,-2-2-8 0,2-9-142 16,-1-1 70-16,0-6 37 0,-1-8-97 0,3-4 74 16,0 0 25-16,-5-5 0 0,0 0-233 0,-2-6 73 15,1-11 78-15,-1-6-38 0,-2-5-49 0,2-2 68 16,0-2 34-16,-2-2 12 0,2 3-8 0,0 2 30 16,-1 11 1-16,0-3 121 15,2 12-60-15,0-3-31 0,-1 7 95 0,1 1-48 16,-5 4-36-16,3 0 11 0,-3 5 138 0,-1 8-59 15,0 5-46-15,-1 2 11 0,2 3-33 0,0-1 23 16,6-2-29-16,0 1-306 0,1-2 150 0,4 0 69 16,0-4 36-16,4-4-518 0,8-6 256 0</inkml:trace>
  <inkml:trace contextRef="#ctx0" brushRef="#br0" timeOffset="-175282.23">28351 12040 1106 0,'18'-10'0'0,"3"3"0"0,5 1 0 0,1 0 0 0,-1 3 0 0,3 0 0 0,1 3 0 0,-2 0 172 0,-7 5-70 0,2 8-26 0,-6 2-9 16,-5 4 97-16,-2-1-65 0,-6 8-33 0,-2-3-62 15,-2-3 9-15,-6 7 20 0,-10-5-1 0,-3 1-71 16,-6-2 35-16,-3-3 1 0,0-1 19 0,-2-2 17 16,0-2 0-16,3-3 0 15,9-5 49-15,1-1-18 0,6-1-31 0,2-3-35 16,4 0 97-16,1 0-36 0,4 0 0 0,0 0 80 15,2 0-44-15,18-1-36 0,9-5 1 0,3 0-84 16,8-2 29-16,2 0-1 0,-7 2 37 0,6 1-350 16,-2 1 170-16,0 3 69 0,-4-2-548 0,-2 3 275 15,-1 0 149-15,-2 0 78 0,1 0-179 0,-5 0 132 16</inkml:trace>
  <inkml:trace contextRef="#ctx0" brushRef="#br0" timeOffset="-175096.65">28990 12265 692 0,'-7'0'0'0,"4"0"0"0,3 0 0 0,0 0 0 0,7-3 0 0,10 0 0 0,8-3 452 0,5 2-210 0,2 1-96 15,3 1 152-15,2-2-133 0,1 1-66 0,0 1-33 16,1 0-141-16,-3 1 62 0,-5 1 19 0,-2 0 0 16,-6 0-371-16,-1 0 199 0,-5 0 99 15,-4 0-199-15,-3 5 138 0,-7 1 71 16,-3-3-61-16,0 3-310 0,-10-5 198 0,-6-1 90 15,-10 0 64-15</inkml:trace>
  <inkml:trace contextRef="#ctx0" brushRef="#br0" timeOffset="-174937.07">29169 12216 1239 0,'-18'2'0'16,"0"-1"0"-16,9 9 0 0,0 1 0 0,5 2 0 0,-3 3 0 0,5 2 0 0,-1 5 0 0,3 3 0 0,0 4 188 0,0 0-78 0,0 3-38 0,0-2 107 0,0 1-65 15,0-2-45-15,0 1 1 16,0-5-222-16,0-4 93 0,0-1 46 0,0-4-137 15,0-6 87-15,-1 0 48 0,-1-6 24 0,2-2-421 16,0-3 162-16,0 0 120 0,0-17-265 0,0-6 180 16,0-3 101-16</inkml:trace>
  <inkml:trace contextRef="#ctx0" brushRef="#br0" timeOffset="-174798.25">29225 12350 1124 0,'8'-2'0'0,"2"2"0"0,3 0 0 0,-4 9 0 0,1 4 0 0,-3 4 0 0,-2 4 0 0,-1 3 0 0,0 4 224 15,-1 4-99-15,-1 2-47 0,-1 0 167 0,-1-1-107 16,0 3-44-16,0 0-272 0,0-1 105 0,0-3 53 16,0 2 27-16,0 2-215 0,0-4 129 0,0-9 51 15</inkml:trace>
  <inkml:trace contextRef="#ctx0" brushRef="#br0" timeOffset="-174647.65">29695 12971 2203 0,'5'-16'0'0,"5"15"0"0,-5 0 0 0,-2-1 0 16,-3 2 0-16,0-3 0 0,0 0 0 0,0-3-140 0,0-3 89 0,-4-3 34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20T06:52:14.71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58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0-03-20T06:54:35.940"/>
    </inkml:context>
    <inkml:brush xml:id="br1">
      <inkml:brushProperty name="width" value="0.05292" units="cm"/>
      <inkml:brushProperty name="height" value="0.05292" units="cm"/>
      <inkml:brushProperty name="color" value="#00B0F0"/>
    </inkml:brush>
    <inkml:context xml:id="ctx2">
      <inkml:inkSource xml:id="inkSrc68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2" timeString="2020-03-20T06:54:47.515"/>
    </inkml:context>
  </inkml:definitions>
  <inkml:trace contextRef="#ctx0" brushRef="#br0">13488 6818 730 0,'0'0'0'0,"0"0"0"0,0-1 0 0,0-1 0 0,0 0 0 0,0 0 0 0,0 1 0 0,0-2 0 0,0 0 52 16,2-1-19-16,0 0 0 0,0 0 0 0,-1 2 24 16,1 0-24-16,0-1 0 15,0 1 5-15,0 1-5 0,-2 1 0 0,0 0 2 16,0 0-2-16,0 0 0 0,0 0-1 0,0 0-29 15,0 0 30-15,0 0 8 0,0 0-8 0,0 0-38 16,0 0 0-16,0 0 30 0,0 0 4 0,0 0-25 16,0 0 23-16,0 0-6 0,0 0-23 0,0 0 24 15,0 0 0-15,0 0-17 0,0 0 16 0,0 0-3 16,0 1 3-16,-6 5-20 16,-1 1 18-16,1 1 2 0,-3 3-3 0,1-2-1 15,-1 2 1-15,0 3-3 0,-3-1 3 0,1 2-10 16,0-2 8-16,-2 4 3 0,-2 3-2 0,-1-2-3 15,2 2 2-15,-2-1 5 0,-2 7-1 0,-3-1-3 16,-2 1 0-16,-3 6 0 0,2 0 5 0,0-4-2 16,-6 9-4-16,-2-1-11 0,2 2 12 0,-6 1-1 15,1 1 1-15,0-1-28 0,-1 1 26 0,1-1 1 16,1-1-5-16,8-5 3 16,5-3 0-16,-1 1 10 0,5-3-10 0,-2 0-1 15,2 0 1-15,0-2 6 0,0-1-6 0,-2 1 2 16,1-2-2-16,-3 1 40 0,2-3 1 0,-1 3-35 15,1-4-3-15,4-6 1 0,0 5 5 0,2-2-3 16,1-6-37-16,3 1 1 0,2 0 35 0,-1-3 3 16,0 1-48-16,3 1 0 0,-3-1 40 0,1-2-38 15,-1 2 36-15,0-1-7 0,1 1-13 0,2-1-29 16,-1-3 20-16,0 0-12 0,2-1 20 16,1-2-38-16,1-2 18 0,0 0 0 15,2-1-39-15,0-1 29 0,0 0-11 0,0 0-94 16,0 0 56-16,0 0 33 0,0 0 7 15,0 0-109-15,0 0 54 0,0 0 39 0,2 0 0 0,5-9-280 16,5-2 155-16,-1-4 78 0</inkml:trace>
  <inkml:trace contextRef="#ctx0" brushRef="#br0" timeOffset="299.19">12630 7621 774 0,'0'-10'0'0,"0"7"0"0,0-1 0 0,0 2 0 0,0 0 0 0,0 2 0 0,0 0 148 0,0 2-50 0,-4 17-37 16,-1 3 1-16,-7 9 31 0,-1 9-30 0,-3 2 0 15,2-3-22-15,-7 12 17 0,3-5-26 0,-2-4 1 16,2-2-34-16,3-8 1 16,0 1 41-16,2-2-9 0,0-4 6 0,3-4-6 15,1-1 1-15,3-7 21 0,3-1-14 0,-1-3-7 16,2-1 0-16,2-2 32 0,0-4-35 0,0 0 2 15,0 0 7-15,0-2 2 16,7-2-8-16,4 0 0 0,7 0 55 0,2 0-28 0,1-2 8 0,7-9-35 16,0-2-25-16,4-4 1 0,5-4 23 15,1 4-246-15,-6 4 123 0,6-3 55 16,-3 2 21-16,3 3-515 0,-1 0 241 0,7 0 134 0</inkml:trace>
  <inkml:trace contextRef="#ctx0" brushRef="#br0" timeOffset="1674.86">11418 6927 629 0,'-1'-5'0'0,"-1"3"0"0,0 0 0 0,2 0 0 0,0 2 0 0,-2-2 0 0,2 1 0 0,0 1 0 0,0 0 67 16,0-2-1-16,0 0-33 0,0 0-1 0,2-2 23 15,2 0-22-15,3 2 0 0,0-1-1 0,2-1 3 16,1 2-2-16,-1-1 8 0,1 1-8 0,0 0-3 16,-3 0 2-16,2 0 1 0,-2 2-16 0,3-2 24 15,-2 2-8-15,1 0-6 0,-1 0 6 16,1 0-5-16,-2 0 3 0,2 0 6 0,3 0-6 16,-3 0 0-16,2 0 0 0,1 0-8 0,1 0 7 15,1 0 8-15,-2 0-5 0,6 0-2 0,-4 0-1 16,4 0 1-16,-2 0-24 0,1 0 30 0,0 0-7 15,0 0-1-15,-2 0-30 0,0 0-3 0,1 0 31 16,0-2-50-16,-1 2 20 0,0 0-6 0,0-1-2 16,2-1-4-16,-2 0 31 0,2-1-4 0,0 2 0 15,0-1-3-15,0 0 3 0,-1 2-6 16,2-1 8-16,-2 1-3 0,1 0-1 16,0 0-2-16,0 0-30 0,-1 0 31 0,2 0 0 15,1 0 4-15,-1-3-4 0,1 3 0 0,2 0 3 16,-1-2-4-16,1 2 1 0,0-1 1 0,5-1-1 15,-4 0-2-15,3-2 1 0,0 0 0 0,-2 1 1 16,2-1 1-16,3-2-1 0,-1 2 2 16,-1 1 5-16,1-1-5 0,-3 2-2 0,-2 0-16 15,4 0 16-15,-1 1 0 0,0-2-22 0,-1 2 20 0,0-1 3 16,2 1-4-16,-1-2-25 16,1-1 24-16,-1 3 1 0,1-4-3 0,-2 3-10 15,6-3 9-15,-3 1 2 0,1-2-5 0,0 3-13 16,-1-1 14-16,-1 2 2 0,4-1 11 0,-3-1-11 15,2 0-1-15,-1 2 35 0,2-1-33 0,0-2 0 16,0 2 1-16,2-1 30 0,0 1 2 0,0-1-30 16,0 2 3-16,-2 0 21 15,0 0-21-15,-2 0 0 0,2 1 4 0,-2-2-2 0,3 1 3 0,-1 1 5 16,-2-2-5-16,2 3 0 0,-2-1-2 16,2-1-33-16,0 0 32 0,-3 2 1 15,3-2-1-15,0 0-40 0,-2 0 37 0,2 1 1 16,2-2-4-16,0 0-10 15,0 1 12-15,0 0-2 0,2-1 1 0,-3 1-2 0,1-3 1 0,0 2-2 16,0 1-5-16,0-2 5 0,-2 2 2 0,2 1-21 16,-2-1 20-16,-3 0 1 0,4 2-2 0,0-2-16 15,-3 0 15-15,-2 2 0 0,4-1 0 16,0-1-4-16,0-1 4 0,2 2-2 0,2-1 16 16,-2-1-15-16,2 2 0 0,-2 0 1 15,-1-2-2-15,3 1 3 0,-4 0-1 0,0 2-5 16,-1 0 5-16,-5 0 1 0,4 0-1 0,-8 0-35 15,3 0 34-15,-2 0 0 0,-1 0-1 0,-2 0-15 16,-2 0 14-16,1 0-2 0,1 0 1 0,-4 0 13 16,4 0-13-16,-2 0-1 0,3 0 11 0,-4 0-10 15,2 0 0-15,-1 0 9 0,0 0-8 16,-5 0 2-16,4 0-1 0,-4 0 3 16,-2 0-2-16,1 0 1 0,-2 0-2 0,-3 0-38 15,1 0 38-15,-3 0-1 0,1 0-26 0,0 0 0 16,0 0 23-16,0 0-4 0,-2 0 11 0,1 0-11 15,1 2 3-15,-2-2-11 0,-1 0 9 0,1 0-2 16,-2 0 3-16,2 0-97 0,-2 0 46 0,0 2 19 16,0-2-3-16,0 0-196 15,0 0 104-15,0 0 42 0,0 4-202 0,-2 0 131 16,-3 2 56-16,-1-3 41 0,1 1-1 0,-1-2 34 0</inkml:trace>
  <inkml:trace contextRef="#ctx0" brushRef="#br0" timeOffset="1891.55">15205 6413 997 0,'2'-2'0'0,"7"2"0"0,12 0 0 0,1 6 0 0,1 5 0 0,1 2 0 0,-1 2 0 0,2 1 363 0,0 0-164 0,3 3-84 16,1 0-41-16,-1 0 251 0,-2-1-138 0,3 3-81 15,-5-2 14-15,-2 1-44 0,1 2-21 0,-4-4-93 16,-4-2 43-16,-2 1-7 0,-6 2 34 0,-3 0-85 15,-4 0 43-15,-2 3 22 0,-17 1 7 0,-13 5-277 16,-3-1 96-16,-14 6 88 0,-3 1-438 0,-10 6 240 16,-8 3 111-16</inkml:trace>
  <inkml:trace contextRef="#ctx0" brushRef="#br0" timeOffset="3158.46">13306 4567 305 0,'0'-4'0'0,"0"1"0"0,0 1 0 0,-2 0 0 0,2 0 0 0,-2 0 84 0,2 2-25 15,0 0 7-15,0 0 2 0,0 0 0 0,0 0-35 16,0 0-1-16,0 0 40 0,0 0-31 0,0 2-8 16,0 7-1-16,0 1 67 0,0 1-33 15,2 2 0-15,0 0 25 0,0 0-33 16,-2 2 0-16,1 0-4 0,1 2 10 0,0 0 0 16,0 2-23-16,0 2 24 0,0 4-32 0,0-3-1 15,0 3 1-15,-2-3 41 0,2 7-7 0,0 0-35 16,-2 1 1-16,0 2 28 0,0 0-28 0,0-1 8 15,0 1-9-15,0 2 4 0,0 0-3 0,0 2-24 16,0-1 24-16,0 3 7 0,0-2-7 16,0-1-21-16,0 1 0 0,0 2 21 0,0-3-4 15,-2 1-1-15,2 0-4 0,-2-1 5 16,2 1-9-16,-2-1 14 0,2 1-10 0,0 0 9 16,-2 0-7-16,2 0 1 0,0 1 0 0,0-1-33 15,0 1 32-15,0-1 7 0,0 1-7 0,0 3-23 16,0-5 21-16,0 3 1 0,2-2-2 0,0 1-1 15,2 0-2-15,-2-2 3 0,1 1-6 0,-1-3-21 16,2 3 21-16,-1-2 9 0,-1 0-32 0,2 2 25 16,-1-3-1-16,2 3-38 0,-1-2 37 0,-1-2 4 15,3 3-5-15,-3-3-23 0,1 0-2 16,0-2 23-16,0 0-5 0,0-5-17 16,0 6-6-16,-3-3 24 0,1 0-4 0,0 1-20 15,-2-3 18-15,0-3 5 0,0 1-46 0,0-3 20 16,0-2-6-16,0-4 26 0,0-4-87 0,0-2 39 15,0-1 16-15,0-7-116 0,0 2 59 0,0-2 35 16,0-1 7-16,0 0-184 0,0 0 102 0,0 0 46 16,0-14 24-16,0-9-105 0,0-7 64 15,0-5 24-15,4-14-428 0,1-2 234 0</inkml:trace>
  <inkml:trace contextRef="#ctx0" brushRef="#br0" timeOffset="3416.55">13216 4432 382 0,'-9'-8'0'0,"3"5"0"0,0 0 0 0,2 2 0 0,0-2 0 16,3 3 0-16,-3 0 0 0,2 0 0 0,-2 10 33 0,1 3 0 0,-3 2-7 0,0 4-14 0,-1 1 13 16,-1 0 1-16,1 1-55 0,-3-1 30 0,1 1-5 15,2-3 24-15,-3-2-134 0,4-3 63 0</inkml:trace>
  <inkml:trace contextRef="#ctx0" brushRef="#br0" timeOffset="3582.1">13235 4362 1269 0,'2'10'0'0,"-1"11"0"0,7 3 0 0,1-9 0 0,1 2 0 0,4 1 0 0,2-1 0 0,0 4 228 16,5-1-97-16,-3 3 70 0,5-2-75 0,2 1-51 16,-1 1-21-16,3-1-92 0,5 6 36 0,-2-1 0 15,-4-1 43-15,6 9-495 0,-5-2 244 0</inkml:trace>
  <inkml:trace contextRef="#ctx0" brushRef="#br0" timeOffset="5798.07">12239 6870 39 0,'0'0'0'0,"0"0"0"0,0 0 0 0,0 0 0 0,0 0 0 0,0 0 65 16,0-2-27-16,0-1 0 0,0 2-23 0,0-1 32 16,0 0-28-16,0 2 3 0,0 0-3 0,0 0 33 15,0 0 0-15,0 0-30 0,0 0 32 0,0 0 6 16,0 0-35-16,0 0 21 0,0 0-19 0,0 0 0 15,0 0 0-15,0 0-19 0,0 0-4 0,0 0 25 16,-2 0 4-16,2 0-74 0,0 0 32 0,0 0 1 16,0 0 21-16,0 0-20 0,0 0-10 15,-2 0 32-15,2 0-7 0,0 0 2 16,-2 0-6-16,0 0 28 0,2 0-2 0,-1 0-19 16,-1 0-1-16,0 0 44 0,0 0-36 0,0-1-4 15,0-2 10-15,1 1 19 0,-3 2-20 0,4-1 0 16,-2 1 2-16,-1 0-41 0,2 0 1 0,1-2 33 15,0 2-91-15,-2 0 45 0,2 0 16 0,0 0-28 16,0 0 19-16,0 0 0 0,0 0 12 0,0 0 5 16,0 0-11-16,0 0 12 0,0 0-20 15,0 0 84-15,0 0-35 0,-2 0-1 16,0 0-27-16,0-2 65 0,0 2-24 0,1 0 6 16,-1 0 8-16,-2 0-39 0,1 0 11 0,-1 0-111 15,2 0 49-15,-3 0 24 0,4 0 1 0,-3 0-16 16,0 0 13-16,3 0 0 0,-1 0-1 0,2 0-23 15,0 0 19-15,-2 0 12 0,2 0 36 0,0 0 0 16,0 0-44-16,0 0 77 0,0 0-33 0,0 0-1 16,0 0-22-16,0 0 48 15,0 0-18-15,0 0 0 0,0 0-6 0,0 0 12 16,0 0 8-16,0 0-32 0,0 0 9 0,0 0 28 16,0 0-21-16,0 0-12 0,0 0 10 0,0 0 21 15,0 0 3-15,0 0-29 0,0 0 19 0,0 0-18 16,0 0 5-16,0 0-47 0,0 0 21 0,0 4 0 15,2-3 28-15,0 1 24 0,-1 2-2 0,3-2-28 16,0 1-3-16,-3 0 8 0,4 1-4 16,1-1-2-16,-3 1-6 0,1 0 16 0,-1-1-10 0,3 1-1 15,-1 0-7-15,2-1 7 16,-2 1 5-16,3 1-44 0,-3-2 41 0,0 1-2 16,4-1 6-16,-4 1-30 0,2 0-7 0,1-1 28 15,-2-1-4-15,1 3-6 0,1-4 9 0,-1 3-2 16,1 0-6-16,-1 0-13 0,1-3 13 0,-1 3 4 15,1 0-12-15,0-3 10 0,1 3 0 0,-2 0-11 16,3-1 11-16,-3 1 0 0,2 1 3 16,3 1-26-16,-4-5 22 0,1 5-2 0,2-3 2 15,-1 3-8-15,-1-2 9 0,2 0-3 16,1-1 0-16,-3 3 9 0,1-2-9 0,1 1 1 16,-2-1 11-16,0 0-12 0,1 1 1 0,-1 1 10 15,0-2-10-15,3 1 2 0,-3 1 2 0,2 0-5 16,1 0 2-16,-1-3 1 0,1 3 0 0,2-1-11 15,1 3 13-15,0-2-3 0,0-1-1 0,0 1-5 16,0-1 6-16,-1 0-2 0,0 0-6 0,0 1 6 16,-1-1 0-16,-3 0-32 15,4 1 31-15,-5 0-1 0,3 0 4 0,-1-1-38 16,0-1 33-16,1 0-2 0,-1-1 1 0,1 1-22 16,0 0 22-16,3-2-4 0,-1 2 2 0,0-3-28 15,2 2 26-15,-2-1-1 0,4-1-11 0,-2 1 9 16,1 0 2-16,0-2-17 0,0 2 16 0,-1-2-1 15,4 2 0-15,-3-2-27 0,-1 2 26 0,2-2-1 16,-2 1 1-16,1-1-21 0,0 2 20 0,4-2-3 16,-2 0 2-16,3 0 3 0,4 0-4 0,-3 0-1 15,0 0 5-15,5 0-4 16,-4-2 0-16,-5 1 0 0,5-1 0 0,-3-2 0 16,1 2 0-16,-1 0-25 0,-2 1 25 0,3-4 1 15,-3 4-1-15,2-3-7 0,-1 2 6 0,0-2-1 16,-1 0 14-16,2-1-14 0,0 1 1 0,-1-1-3 15,3 0 12-15,-2-4-10 0,0 2 1 0,1 0 16 16,-1-1-15-16,2-2 1 0,0 1-1 0,0 2 17 16,-4-1-15-16,6-1 2 0,-9 1-2 15,5 1 14-15,-2-1-13 0,0 0 0 16,0-1 0-16,-1 2-3 0,-1 1 3 0,0-2 1 16,0 3-32-16,1-2 31 0,-2 1-1 0,1-1-28 15,0-1 28-15,0 3-3 0,-1-3 2 0,2 0-18 16,-2-2 16-16,1 4-3 0,0-4 2 0,0 1 13 15,2-1-13-15,-2-1-3 0,0-1 2 16,1 3 22-16,0-2-20 0,-4 0-1 16,3 2-17-16,-2-1 18 0,-1-1 0 0,0 1-7 15,0 0 7-15,-1 2 2 0,0-2-2 0,0 2-25 16,0-1-4-16,1-1 27 0,-2 1 0 0,2 1-3 16,-3-2-2-16,-2 2 2 0,-1 1-4 0,-1 1 42 15,-1 2-37-15,-2 0-2 0,-3 2 34 0,1 1 0 16,0-2-26-16,-2 3 43 0,0 0-20 0,0 0 1 15,0 0-14-15,0 0 19 0,0 0-16 16,0 0-6-16,0 0 11 0,0 0-30 0,0 0 25 16,0 0-3-16,0 0-83 0,0 0 40 0,0-1-1 0,0-5-356 15,0 1 179-15,0-1 96 16,0 2 32-16,0 1-488 0,-2 1 261 0</inkml:trace>
  <inkml:trace contextRef="#ctx0" brushRef="#br0" timeOffset="6319.1">12137 6835 284 0,'0'0'0'0,"0"0"0"0,0-1 0 0,0-1 0 0,0 2 0 0,0-1 78 0,0-2-7 0,0 1-38 15,0 0 96-15,0 1-48 0,0-5-24 0,2 0 87 16,2-1-60-16,1-1-26 0,2 1 1 16,-2-3 1-16,3 1 0 0,-3 1-19 15,3-3-8-15,-2 3-26 0,1-1 1 0,0-2 25 16,2 2-56-16,1-1 36 0,1-1-8 0,1 2-233 16,1-3 126-16,2 3 40 0,2-2 39 0,0 1-351 15</inkml:trace>
  <inkml:trace contextRef="#ctx0" brushRef="#br0" timeOffset="6477.69">12647 6479 352 0,'5'-2'0'0,"1"0"0"0,-1 0 0 0,-1 2 0 0,-2-1 0 0,0 1 230 16,-2 0-98-16,1 0-50 0,2 0-28 0,-1 0-13 15,5 0-9-15,1 0-67 0,1 0 34 0,3 0-1 16,-2 0 35-16,6 0-304 0,-1 0 137 0,0 0 69 15</inkml:trace>
  <inkml:trace contextRef="#ctx0" brushRef="#br0" timeOffset="6601.34">12977 6421 481 0,'8'0'0'0,"-2"0"0"0,-1 0 0 0,-1 0 0 0,-1 0 0 0,-1 0 0 0,0 0 0 0,2 0 123 0,0 0-44 0,2 0-24 16,3 0-97-16,2-3 34 0,2 2 20 0,2-1-308 15</inkml:trace>
  <inkml:trace contextRef="#ctx0" brushRef="#br0" timeOffset="6744.96">13392 6392 832 0,'8'0'0'0,"1"0"0"0,1 0 0 0,-3 0 0 0,-3 0 0 15,1-1 0-15,-1-1 0 0,2 1 0 0,2-2 0 0,2-1 55 0,2 2 1 0,3-1-23 0,4 0-284 0,-1 1 132 16</inkml:trace>
  <inkml:trace contextRef="#ctx0" brushRef="#br0" timeOffset="6902.67">13999 6348 342 0,'11'0'0'0,"0"0"0"0,-1 0 0 0,-1 0 0 0,-3 0 0 0,-1 0 0 0,1 0 274 0,-2-2-112 0,2 2-69 16,-1 0-30-16,3 0 40 0,-1 0-35 0,3 2 0 16,-3 3-237-16,8 2 97 15,-2 1 52-15,0 0-388 0</inkml:trace>
  <inkml:trace contextRef="#ctx0" brushRef="#br0" timeOffset="7083.92">14450 6477 709 0,'5'6'0'0,"3"2"0"0,0 4 0 0,-3-6 0 0,-1 0 0 0,1 1 0 0,2-3 0 0,-4 2 211 0,3 0-93 0,-1-1-42 15,1 1-22-15,1-1 36 0,-1 1-29 0,1-1 9 16,-1 2-112-16,1 1 37 0,-1 0 0 0,2-3-181 16,-3 2 110-16,3 0 62 0,-3-2 20 0,3 1-291 15,-2-1 123-15,-1 1 84 0,1-2-5 0</inkml:trace>
  <inkml:trace contextRef="#ctx0" brushRef="#br0" timeOffset="8337.79">12132 5373 188 0,'0'-3'0'0,"0"-2"0"0,0 1 0 0,0 1 0 0,0-3 0 0,-2 1 0 0,0 1 67 15,2-2 0-15,-1 0-27 0,1 0-9 0,0 1-1 16,0 0 0-16,0-1 29 0,0 0-27 0,0 5 8 15,0-3-8-15,0 2 48 0,0-1-24 0,0 3 0 16,0 0-23-16,0 0 34 16,0 0-9-16,0 0-25 0,0 0 22 0,0 0 6 15,0 0 0-15,0 5 23 0,0 6-29 0,0-2 0 16,0 3-22-16,0 1 31 0,1-2-32 0,1 0 9 16,0 4-8-16,0 0-4 0,0 0 4 0,-1 1 0 15,1-1 0-15,0 1-3 0,0 3 3 0,0 0 0 16,0 2-1-16,-2-1 1 0,1 6 0 15,-1-3 12-15,0 4-12 0,0 1 0 0,0-2-1 16,3 0-20-16,-3 0 20 0,0-1 8 16,2 4-9-16,0-2-23 0,-2-1 23 0,2 2 0 15,-1 1-1-15,-1 0-16 0,2 2-7 0,-2 0 19 16,0 0-9-16,0 3 7 0,0-2 2 0,0-2-18 16,0 4-6-16,0-3 18 0,0 1 3 0,0 0-29 15,0-2 0-15,0-3 28 0,0 4-3 0,2-2-31 16,0-2 29-16,0 0-3 0,0-1 6 0,-1 4-44 15,1-2 38-15,0 3-33 0,0-1 31 16,0-1-4-16,-2-3 6 0,1 7-35 0,-1-5-1 16,0-7 26-16,0 1 4 0,0-3-42 15,0-2 40-15,0-6-6 0,0 0 4 0,0-3-32 16,0-5 0-16,0-1 23 0,0 0 5 0,0-2-145 16,3 0 68-16,-3 0 27 0,0 0-90 0,2-4 52 15,0-8 27-15,2-6-321 0,-1 2 175 0,4-3 87 16</inkml:trace>
  <inkml:trace contextRef="#ctx0" brushRef="#br0" timeOffset="9342.62">14607 5200 555 0,'0'-6'0'0,"0"3"0"0,0 0 0 0,0 1 0 0,0-2 0 0,0 3 0 0,0-1 0 0,-2 1 0 0,2-2 113 16,-1 3-31-16,1 0-9 0,0 0-40 0,0 0 38 16,0 0 0-16,0 0-17 0,0 0 7 0,0 0-28 15,0 6 0-15,0-1 41 0,0 3-20 0,0 2 0 16,0-1-13-16,0 5 18 0,1 0 0 0,1 1-27 15,0 2 1-15,0 3 24 0,2 2 9 0,-2 4-33 16,0-2 0-16,2 3 26 16,-2 1-26-16,1 0 0 0,1 2 46 0,-1 0-47 15,3 0 1-15,-1-2 8 0,0 5-9 0,0-2 1 16,-1 5 8-16,0 5-31 0,-1 2 23 0,-1 4 0 16,0 2-1-16,-2 3-28 0,0 5 37 0,0 1-9 15,0 0-25-15,0 0-5 0,-2-1 28 0,2-4-6 16,0-8 1-16,0 7-2 0,0-7 3 0,0-2-38 15,0-5 1-15,2 0 29 0,0-3 10 16,4-2-52-16,0-1 21 0,-3-3-7 16,1-2 27-16,0-5-71 0,-1-1 35 0,3-3-10 15,-4-1 38-15,0-2-118 0,0-2 54 0,0-2 18 16,-2 1-49-16,0-1 28 0,0 0 23 0,0 3-116 16,0-4 62-16,-6 0 18 0,2 0-7 0,-3-1-103 15,1-1 73-15,-1-1 38 0,1-1 0 0,0-2-250 16,-3-3 135-16</inkml:trace>
  <inkml:trace contextRef="#ctx0" brushRef="#br0" timeOffset="10645.58">12097 5328 346 0,'0'0'0'0,"0"-3"0"0,0 2 0 0,0 0 0 0,0-2 0 0,0 1 0 0,0 0 0 0,0 1 41 0,0 1-8 0,0 0-1 16,0 0 9-16,1 0-35 0,1-3-1 0,0 3 25 15,0 0-33-15,3 0 31 0,2 0 7 0,2 0 19 16,-2 0-27-16,4 0 1 0,1 0-1 0,-1 0 18 16,-2 0-10-16,5 4-8 0,-4 3 1 0,4-2-32 15,1 3 31-15,-3-3 0 0,6 2 7 0,-1 0-43 16,-1-1 35-16,0 0 2 0,0 0-18 0,2 1 14 15,-4-1 7-15,2 0-31 0,-2 1 0 16,0-1 16-16,-1 2 5 0,0-3-39 16,0 0 41-16,0 1-8 0,1 0 3 0,-2 0-6 15,2-3 5-15,-1 2-3 0,0 1 7 0,0-1-2 16,0-2-3-16,3 1-1 0,-4-1-1 0,2 2 1 16,1-4 4-16,0 2-27 0,0 0 23 0,2 0 1 15,-3 0-1-15,4 0-29 0,-4 1 32 0,4 1-6 16,-2-1 2-16,1 0-42 0,0 1 40 0,0-1-5 15,2 2 6-15,-2-2-14 0,2-2 10 16,-1 1-3-16,1 1 6 0,2-2-4 16,-1 0 2-16,1 0 2 0,0-1-4 0,1-1 0 15,-1 3 0-15,2-3-19 0,-1 0 18 0,-1 0 2 16,0 0-1-16,-1 2-37 0,-1 0 36 0,0-2 0 16,-1 3-1-16,3 1-32 0,-2-2 31 0,1-1-4 15,3 1 2-15,0-2-26 0,-3 0 25 0,3 0-9 16,-1 0 7-16,1 0-2 15,-3 0 2-15,3 0-6 0,-2 0 5 0,-1 0 0 16,3-2 0-16,-2 1 0 0,1-1 0 0,-1 0 0 16,1 0-1-16,1-1-7 0,-1 3 8 0,-1-2-1 15,2 0 1-15,-1-1-7 0,0 0 7 0,3-1 5 16,0 0-5-16,-1-1-1 0,0-1 0 0,1 1 4 16,3-6-4-16,0 4 1 0,2 0-1 0,-2 0 4 15,-1-1-4-15,-4 2 1 0,9-3 1 0,-7 2-23 16,-2 0-1-16,3-4 22 0,-1 4-1 15,-3-1-31-15,2 0 28 0,1 0-15 16,-2-2 14-16,1 1 1 0,0-1 0 0,-3 4-10 16,4-6 6-16,-1 2 2 0,-2 1-4 0,1-2 42 15,0 1-38-15,-3 2-1 0,1 0 4 0,0-1 8 16,0 2-6-16,-3 0-2 0,-1 1-15 0,0 1 13 16,-4-1 3-16,0 2-23 0,0 0 20 0,-3 0 1 15,-1 3 0-15,-2-3 2 0,1 2-4 0,-2 0 1 16,-3 1-5-16,-1-2 39 0,0 1-34 15,0 1-2-15,0-1 2 0,-2 0 34 0,0 0-29 0,0 1-2 16,0-3-85-16,0-2 40 16,-4 2 21-16,0 0-251 0,-3 1 124 0,-3-1 64 15</inkml:trace>
  <inkml:trace contextRef="#ctx0" brushRef="#br0" timeOffset="11950.84">12042 5325 303 0,'0'-2'0'0,"0"-3"0"0,0 3 0 0,0 1 0 0,0-4 0 0,0 4 0 0,0-5 0 0,0 2 53 15,0-2-19-15,2 2 30 0,5-3 0 0,3 0-32 16,-1 0 1-16,0-3-8 0,3 1 7 0,-1 0 1 16,2-3 0-16,-1 4-37 0,-2-3 0 0,1 2 42 15,3 1-42-15,-5-2 33 0,3 6 0 0,-1-4-41 16,0 2-1-16,-1 1 34 0,1-1 2 0,0 1-38 16,1-1 0-16,0 0 23 0,2 1 8 0,-1-3-28 15,4 1 25-15,-2-2-4 0,2 0 3 0,1 0-12 16,1-1 11-16,0-1 0 15,0 2-15-15,2-1 13 0,-3 2 1 0,1-1-16 16,0 3 15-16,-2 0 2 0,0 2-2 0,-2 1-42 16,0-1 40-16,0 2-2 0,2-1 2 0,-2 2-38 15,2 0 36-15,-1-4-5 0,3 3 4 0,0-4-21 16,-2 3 19-16,2-3-4 0,1 2 7 0,-1-2-5 16,2-1 0-16,-1-1 13 0,1 5-13 0,0-6 0 15,-1 3 1-15,-1 0 17 0,1 3-16 0,0-3 1 16,-1 4-1-16,-3-1-1 0,1 0 1 0,-2 1 2 15,2 0-1-15,-2 2-2 16,0 0 2-16,2-1 1 0,0-1 12 0,2 0-13 16,-2 0 0-16,2 1 0 0,1-2 15 0,-1 2-14 15,4-4-1-15,-3 2 17 0,3 2-16 0,-1-4 2 16,-1 2-1-16,1 1-1 0,-1 0 1 0,0 0 2 16,-3 2-1-16,2 0-2 0,-2 0 2 0,-1 0 1 15,0 0 18-15,0 0-19 0,0 0 0 16,-2 0 21-16,0 2-20 0,2 0 2 15,0 1-2-15,1-1 19 0,-1 0-18 0,2 2 2 16,0-4-1-16,0 2 31 0,-1-1-27 0,3-1-2 16,-2 0 0-16,-1 0-24 0,2 4 24 0,-4-3 5 15,1 0-32-15,0 2 1 0,-2 0 25 0,2 1-12 16,-2-1 10-16,0 2-1 0,0-4-3 0,0 3 13 16,0-1-15-16,0 2 4 0,0-3-4 0,-2 3 18 15,3-1-15-15,-4-2 1 0,4 2 1 0,-3 1 1 16,2-5 3-16,-2 2-4 0,2 2-8 0,-2-2 8 15,0 1 1-15,1 1-22 16,-2 0 21-16,0-1-1 0,-1 3-1 0,2-2-7 16,-1 1 5-16,-1 1 2 0,1 1-2 0,-2 0-5 15,3-2 4-15,-1-1 2 0,1 1-2 0,-2 1 35 16,1-3-32-16,2 3 0 0,-2-2 1 0,1 0-1 16,-2-2 1-16,2 2-6 0,-4-1 7 0,3 3-1 15,-3-3 0-15,1 3-19 0,-3 0 18 0,3 0 1 16,-3-1 0-16,0 1 4 0,1-1-6 15,0 1 1-15,-1 0-4 0,-1 0 32 16,1-1-28-16,1-1 0 0,-2 2 2 0,1-3-2 16,0 1 2-16,1 0-2 0,0 0 3 0,-1 0-2 15,0-1 3-15,2 1-30 0,-2-1 27 0,0 1 0 16,2 2 1-16,-1-2-16 0,0 0 12 0,-1-1 1 16,0 1-4-16,-1-1-38 0,2 1 37 0,-3-2 2 15,1 1-15-15,-2-1 14 0,1-1-3 0,0 1 10 16,-2 0-10-16,3 0 2 0,-3-2-2 15,1 1 20-15,0 1-18 0,1-2 1 16,-1 3-1-16,0-2 4 0,-2-1-2 0,0 2-1 16,0-2 3-16,0 2-4 0,-1-2 4 0,-1 0-2 15,0 0-12-15,0 3 11 0,0-3 1 0,0 0-6 16,0 0 5-16,0 0 0 0,0 0-2 0,0 0-44 16,0 0 21-16,0 0 0 0,0 0 19 0,0 0-289 15,-3 0 132-15</inkml:trace>
  <inkml:trace contextRef="#ctx0" brushRef="#br0" timeOffset="24040.23">17458 5410 746 0,'-3'0'0'0,"1"0"0"0,0 0 0 0,2 0 0 0,0 0 0 0,-2 0 0 0,2 0 0 0,0 0 0 0,0 0 171 16,0 0-69-16,0 0-35 0,0 0 0 0,0-1 86 16,4-1-64-16,1 0-29 0,3 0 1 0,-1-1 15 15,5 2-21-15,0-1 7 0,4-2 49 0,2 3-40 16,1-4 1-16,6 2-17 0,-3-3 0 0,1 2-14 15,5 0-8-15,-7 1-49 0,1 0 24 0,0 0 1 16,-2 2 24-16,-2 1-69 0,-3 0 30 0,0 0 0 16,-5 0 39-16,-1 0-65 0,-2 0 28 0,-1 0-6 15,-2 0-38-15,0 0 14 16,-2 0 1-16,0 1 69 0,-2-1-33 0,0 0-9 16,0 0 7-16,0 0 76 0,0 4-36 0,0 4 7 15,-4 5-40-15,-6 1 103 0,-3 7-49 0,-2 5-14 16,-2 0 1-16,-4 9-50 0,1-1 26 0,3-1 20 15,-6 9-49-15,3-5 9 0,-3 1 24 0,2-2-76 16,3-7 35-16,-3 6-1 0,2-6 34 16,3-3-35-16,2-5 29 0,3 0-13 15,2-5 11-15,3-5 124 0,0 0-62 0,2-3-33 16,3-3-1-16,1-2 101 0,0 1-57 0,0-1-9 16,0 0-16-16,7-1 0 0,7 2-27 0,2-4 45 15,5 0-23-15,2 0 8 0,5 0-30 0,0 0-23 16,0-4-1-16,-2-1 24 0,-3 1 8 0,1 0-133 15,-1-2 63-15,-3 5 31 0,-2-3-1 0,-2 2-299 16,-4 2 154-16,-1 0 50 0,-2 0-340 16,-3 0 196-16,0 0 103 0,-4 0 51 15,-1 0-165-15,1 0 112 0,-2 0 52 0,0 0-360 16,0 0 207-16</inkml:trace>
  <inkml:trace contextRef="#ctx0" brushRef="#br0" timeOffset="24233.72">17522 5675 1328 0,'-11'0'0'0,"5"0"0"0,4 0 0 0,2 0 0 0,0 0 0 0,0 0 0 0,2 0 158 0,11 2-67 16,4 2-28-16,6-1-1 0,1 1-30 0,3-4 1 15,-1 2 8-15,4 0 313 0,-3 0-160 0,2 0-81 16,-1-2-40-16,-5 2-383 0,0-2 179 0,-1 1 79 15,-2-1-552-15,1 0 308 0</inkml:trace>
  <inkml:trace contextRef="#ctx0" brushRef="#br0" timeOffset="24430.19">18112 5484 1099 0,'0'0'0'0,"5"0"0"16,9 0 0-16,-3 4 0 0,0-4 0 0,1 1 0 0,0-1 308 0,4 0-142 0,-2 0-67 0,4 0 39 0,0 0-52 16,-1 0-27-16,0 0-254 15,0 0 111-15,-4 0 57 0,-1 0 31 0,-1 0-266 16,-4 2 139-16,-3 2 75 0</inkml:trace>
  <inkml:trace contextRef="#ctx0" brushRef="#br0" timeOffset="24576.8">18133 5716 1369 0,'-4'6'0'0,"2"-2"0"0,2-2 0 0,0-1 0 0,0-1 0 0,0 0 0 0,8 0 0 0,4 0 222 16,6 0-95-16,2 0 9 0,-1 0-56 0,2 0-23 16,-1-1 0-16,1 1-407 0,-2 0 192 0,1 0 103 15,1 0 40-15</inkml:trace>
  <inkml:trace contextRef="#ctx0" brushRef="#br0" timeOffset="25026.38">18659 5442 1247 0,'-4'-1'0'0,"4"-2"0"0,0 3 0 16,2 0 0-16,3 0 0 0,4 0 0 0,3 0 0 0,3 0 0 0,2 0 205 0,5 3-90 0,1-2-41 0,1 1 92 0,1 1-67 16,1-1-33-16,-6 1-48 15,9-1-8-15,-8-2 22 0,1 0 1 0,-3 0 5 16,-2 0 3-16,-3 0-9 0,-2 1 1 0,-3-1-36 16,-3 2 36-16,-2 1 0 0,-3-2-2 0,1 3 0 15,-2 4 2-15,0 4-38 0,-9 5 91 0,-10 4-29 16,-1 6 7-16,-8 4-32 0,-1 1 1 0,-1 2 0 15,0 0-1-15,-2 1-66 0,6-1 41 16,-8 5-10-16,8-5 34 0,8-5-77 0,-3-1 35 16,7-8 12-16,3 3 6 0,4-6-16 0,3-7 25 15,0-1-17-15,4-3 37 0,0-3-16 16,0-1-8-16,0-2 115 0,2 0-56 0,9 0-21 16,4 0 0-16,6-2 158 0,-2-3-79 0,5-8-52 15,0 5-23-15,1-2 16 0,-1-1-1 0,-3 3-36 16,1 0-83-16,-3-1 37 0,1 4 23 0,-6 2-113 15,-3-1 67-15,1 2 35 0,-5 0 8 0,-1 0-463 16,-3 0 228-16,1 2 76 0,-2 0 70 0,-2 0-482 16,0 0 257-16,0 0 141 15,0 0 67-15,0-2-420 0</inkml:trace>
  <inkml:trace contextRef="#ctx0" brushRef="#br0" timeOffset="25188.94">18623 5653 864 0,'-8'0'0'0,"6"0"0"0,2 0 0 0,0 0 0 0,0 1 0 0,2 1 476 0,6 2-221 0,5-2-103 0,8 0 109 0,3 2-114 15,5-2-57-15,-2 1-29 0,5 1-10 16,-2 1-10-16,0 1-9 0,0 0 1 0,-2 2-494 16,0-3 247-16,-1 1 123 0,-4-1-638 0</inkml:trace>
  <inkml:trace contextRef="#ctx0" brushRef="#br0" timeOffset="25409.35">19317 5414 1205 0,'-11'-1'0'0,"2"-2"0"0,-3 3 0 0,2 0 0 0,-6 0 0 0,2 8 281 0,-4 5-129 0,2 5-59 15,0 3-30-15,4 4 343 0,-2 1-187 0,5-1-85 16,1 7 58-16,5-6-80 0,3 2-39 0,0 0-147 15,0-4 54-15,5 1 34 0,8 2-8 0,1-3-308 16,0-4 167-16,2-1 84 0,-2-4 42 0,4 2-201 16,-2-6 42-16,0-1 87 15,0-2-68-15,1-7-360 0,-2-1 238 0,0 0 111 16</inkml:trace>
  <inkml:trace contextRef="#ctx0" brushRef="#br0" timeOffset="25634.75">19379 5525 869 0,'0'-8'0'0,"2"1"0"0,8 2 0 0,1-2 0 0,2 0 0 0,4 1 0 0,2 3 305 0,3 0-128 0,5 3-76 0,-1 0 156 0,-1 0-112 15,-1 12-56-15,0 2-28 0,-5 4 65 16,4 2-51-16,-7 3-22 0,-4 2 1 0,-5-1-16 16,-3 1-5-16,-4-3 8 0,0 6-93 0,-11-3 43 15,-8-2 20-15,-4-1-120 0,-3-4 71 0,-1-1 43 16,-4-3-8-16,1-5-183 0,2-4 78 0,-2-3 56 15,9-2-2-15,-2 0-250 0,9 0 126 0,2-5 72 16,8-8 37-16,4-2-93 0,0-6 56 0,18-3 41 16</inkml:trace>
  <inkml:trace contextRef="#ctx0" brushRef="#br0" timeOffset="25826.3">19806 5416 620 0,'4'-7'0'0,"-3"5"0"0,-1 0 0 0,0 2 0 0,-3 0 0 0,-10 0 420 0,-4 4-185 0,-6 10-105 0,3 5 321 16,-5 2-210-16,2 4-103 0,2 0-53 0,3 4-18 16,4 0 164-16,4-1-100 15,4-1-48-15,6-3-92 0,0 1 21 0,0-4 9 0,9 3 12 16,7-5-105-16,4-1 53 0,1-1 25 0,0-3 1 16,-3-2-379-16,5 0 197 0,-2-3 104 0,2-3-665 15,-2-2 352-15</inkml:trace>
  <inkml:trace contextRef="#ctx0" brushRef="#br0" timeOffset="25984.88">19992 5688 929 0,'2'0'0'0,"-1"0"0"0,1 0 0 0,0 2 0 0,-2 0 0 0,0 4 0 0,0 3 318 16,-2 0-134-16,-5 4 140 15,-2 3-146-15,-5 4-72 0,1-1-37 0,4-3-64 0,-4 4 8 16,2-4 20-16,2 0-133 0,0-1-125 0,6-8 128 15,-3 3 66-15,6-6 39 0,0-1-510 0</inkml:trace>
  <inkml:trace contextRef="#ctx0" brushRef="#br0" timeOffset="26165.91">20093 5508 1498 0,'8'0'0'0,"5"5"0"0,-2-5 0 0,-3 0 0 0,1 0 0 0,2 0 0 0,1 0 362 0,-3 0-165 0,5 0-81 0,-2 0 42 16,-1 4-62-16,-1 0-24 0,0 0-7 0,-3 3-190 16,0-1 79-16,0 2 40 15,-4-1-1-15,1 2-433 0,-2-1 232 0,-1 0 121 16</inkml:trace>
  <inkml:trace contextRef="#ctx0" brushRef="#br0" timeOffset="26605.28">20475 5360 566 0,'0'-6'0'0,"0"4"0"0,0 0 0 0,0 0 0 0,0 2 341 0,0 0-146 0,-2 2-85 0,-5 15-38 16,-5 5 400-16,-6 10-220 0,-3 4 52 15,-2 4-127-15,-4 3-76 0,-1 3-35 16,0 2 1-16,2 0 116 0,-5 11-75 0,6-12-217 16,-5 11 66-16,7-9 38 0,-2 3 1 0,4-1 36 0,1-4-476 15,5-11 246-15,2-1 111 0,4-6-227 16,1-7-87-16,4-3 147 0,2-10 111 0,2-5 47 0,0-4-155 15</inkml:trace>
  <inkml:trace contextRef="#ctx0" brushRef="#br0" timeOffset="26801.76">20601 5209 2054 0,'10'-12'0'16,"11"9"0"-16,4 3 0 0,-3 3 0 0,-1 4 0 0,-2 4 0 0,-3 6 0 0,0 5 294 0,-2 6-130 0,0 8-66 0,-5 10 244 0,-5 4-159 16,-2 4-74-16,-2 12-39 0,-4-3-8 0,-12-4 0 15,-3-5-22-15,-10 16-165 0,3-10 79 0,-2 0 39 16,-2-3 0-16,3-9-521 0,-1 1 288 0,1-3 133 16</inkml:trace>
  <inkml:trace contextRef="#ctx0" brushRef="#br0" timeOffset="30901.12">6265 9775 253 0,'-2'-4'0'0,"0"0"0"0,-3 2 0 0,4 0 0 0,-4 0 0 0,1 1 0 0,0-1 18 0,2-1 0 0,-6 3 0 0,6 0 56 16,2 0-28-16,0 0 1 0,0 0 15 16,0 0-34-16,0 0 0 0,0 0 6 0,0 0 25 15,0 0 0-15,0 0-28 0,0 0 1 0,0 0 61 16,0 0-22-16,0 0-8 0,0 0 7 0,0 0-1 16,0 0-36-16,0 0 0 0,0 0-8 0,0 0 8 15,0 0 0-15,4 0 4 0,4 0-5 0,1 0 1 16,4 0 8-16,1 3 28 15,-2-1-36-15,5-1 0 0,-2 1-1 0,1 2-18 16,-2-2 27-16,3 0-9 0,-4 2-21 0,1-4-1 16,-1 1 22-16,1 2-2 0,-2-1-23 0,1-2 23 15,3 0-2-15,-4 0 0 0,2 0 1 0,1 0-7 16,0 0 2-16,1 0-7 0,4 0 6 0,-2 0 2 16,6 0 1-16,-4 0-10 0,2 0 9 15,1 0-1-15,4 0-21 0,-7 0 21 0,4 0-1 0,-2-2 7 16,4-1-46-16,-1 2-1 0,-4-3 35 15,6 0-29-15,-3 0 27 0,0 2 5 16,4-1-9-16,2-1-9 0,0 0 7 0,2 0 5 16,2 2-8-16,-1-2-16 0,11 3 16 0,-3-3 4 15,2 2-14-15,1 1 13 0,0-2-1 0,-9 2 3 16,4-1-8-16,1 0 6 0,-5 0-1 0,0 2-2 16,-4 0-2-16,1 0 5 0,-2 0-2 0,1 0-1 15,-1 0 0-15,-1 0 2 0,4 0-1 0,2 4 2 16,8-2-3-16,-2-1 2 0,2 2 21 0,2-3 1 15,0 0-20-15,-2 0 1 16,8 0 28-16,-5 0-29 0,3 0 3 0,-1 0 16 16,-1 0-15-16,-6 0 2 0,14 0 0 0,-10 0-20 15,0 0 19-15,-4 0-1 0,-5 0 2 0,1 0-25 16,-3 0 23-16,1 0-1 0,0 0-19 0,1 0 18 16,4 0-5-16,-6 0 7 0,14 0 33 0,-4 0-37 15,2 0 0-15,4 0 38 0,3 0-36 0,2 0 4 16,-1 0-2-16,0 0 26 0,3 0 3 0,-3 0-27 15,3 0 6-15,-1 0 14 16,-2 0-11-16,1 0-6 0,1 1 20 0,1 1-18 16,-2 0 4-16,-4 0 3 0,-3 2-19 0,-4-1 13 15,-5-1 1-15,0 2-34 0,-2-1-1 0,-1 3 37 16,-2-2-7-16,-1 2-34 0,2-2 31 0,-1 2 2 16,7-1-6-16,-4-2 7 0,10 3-9 0,-4 0 5 15,3 0-10-15,0-2 8 0,0-1-2 0,-5 1 5 16,10 0-34-16,-5-2 0 0,4-2 28 0,-2 0-33 15,3 0 33-15,2 0-2 0,-1 0 0 16,1 0-12-16,-4 0 9 0,-3 0 2 16,-8 0-4-16,5 0 6 0,-3 0-4 0,-3 0 0 15,-2 0-12-15,0 0 11 0,-1 0 1 0,-2 0 3 16,1 1-28-16,1 3-1 0,5 0 25 0,0 0-28 16,3-2 25-16,10-1-3 0,1 2 3 0,2-3-38 15,0 0 36-15,-2 0-5 0,0 0 2 0,-4 0-23 16,-4-3 0-16,-9 2 19 0,2-3 15 15,-4 0-16-15,-6 2 1 0,4 1 0 16,-9 1 26-16,0 0 0 0,0 0-23 0,-2 0 39 16,-1 0-39-16,3 0 5 0,-2 0-3 0,2 0 16 15,2 0-13-15,0 0 4 0,-1 0-3 0,5 0 0 16,-1 0 1-16,-2 0 0 0,0 0-23 0,-5 0-1 16,2-3 22-16,-7 2-3 0,1 1-12 15,-6-2 10-15,1-1 3 0,-3 3-5 0,-2-1-13 16,-1 1 14-16,-4 0 1 0,-1 0-17 15,2 0 16-15,-1 0-2 0,-2 0 0 0,0 0-87 16,0 0 41-16,0 0 18 0,0-2-143 0,0 2 74 16,0 0 34-16,0 0 18 0,0 0-198 0,-6 0 110 15,-23 0 54-15</inkml:trace>
  <inkml:trace contextRef="#ctx0" brushRef="#br0" timeOffset="75312.11">12199 6838 454 0,'0'0'0'0,"0"0"0"0,0 0 0 0,0 0 0 0,0-3 0 0,0 2 0 0,0-1 0 0,0 2 0 0,0-1 84 16,0 1-25-16,0-3-1 0,0 3-2 0,0 0 0 16,0 0-15-16,0-2 17 0,0 2-25 0,0 0 0 15,0 0-1-15,0 0-8 16,0 0 17-16,0 0-9 0,0 0 1 0,0 0-25 15,0 0 0-15,0 0 24 0,0 0-23 0,0 0-10 16,0 0 33-16,0 0-36 0,0 0 31 0,0 0-6 16,0 0 9-16,0 0 5 0,0 0-11 0,0 0-7 15,0 0 6-15,0 0 32 0,0 0-25 0,0 0-7 16,0 0 1-16,0 0 1 0,0 0 0 0,0 0 4 16,0 0 47-16,0 0-27 0,0 0 4 0,0 0-25 15,0 0-20-15,2 2 23 0,0 1 8 16,0 0-27-16,0-2 18 0,0 3 0 15,-1-2 0-15,2 2-34 0,-1 0 7 0,2 0 25 16,-1-1-1-16,1 0-28 0,0 0-3 0,-1 0 28 16,1 2-6-16,-1-2-33 0,2 1 24 0,-1-2-16 15,-1 2 23-15,1-1 0 0,0 1 1 0,-1 0-10 16,-1-1 7-16,2 1 1 0,-2 1-2 0,2-2-28 16,0 1 30-16,-2-1-2 0,1-1-3 0,-1 2-23 15,2-2-3-15,-1 2 26 0,-1-3-2 0,2 4-28 16,-1-4 24-16,2 3-3 15,-1-2 4-15,-1 2 1 0,1-2-3 0,-2-1 6 16,3 3-6-16,-1 0 2 0,-1-3-1 0,2 3 1 16,-1-2 1-16,-1 2-2 0,1 0 2 0,0-3 7 15,1 4-6-15,-1-2-1 0,2 0-9 0,0 0 9 16,-3-1-1-16,3 1-16 0,-1-1 15 0,1 1 1 16,0 0 0-16,-2-1-21 0,-1 0 19 0,1-1 0 15,0 2-1-15,-1-1-6 0,1 1 5 0,0-1 1 16,0 0-3-16,0 2 9 15,-2 0-8-15,1-1 1 0,1-1 37 0,0 2-35 16,-1-1 0-16,1 1-1 0,-1 0 26 16,2 0-23-16,-1 0 2 0,1-3-8 0,1 4 7 0,-1-2 0 15,-1 0 3-15,2 0-26 0,-2-2 23 0,1 3-1 16,-1-2 1-16,1 2-14 0,-1-2 11 0,0 2 3 16,2-2-7-16,-1 3-15 0,-1-1 15 0,2 0-7 15,-3 1 9-15,3-1 0 16,0 0-3-16,0 1 0 0,-1-1 2 0,0 0 0 15,1 0 0-15,-1 0 0 0,2 1 0 0,-2-2 0 16,-1 2 0-16,1-2 0 0,1 4 0 0,0-4 0 16,0 0 0-16,-3 3 0 0,3-2 0 0,-1-1 0 15,1 4 0-15,0-4 0 0,0 1 0 0,-1 0 4 16,0-1-4-16,1-1 0 0,-2 2 0 0,4 0 0 16,-3-1 0-16,-1-1 0 0,1 2 1 0,-1-2-10 15,1 2 10-15,2-1-1 16,-3 1-33-16,1 0 32 0,0-2-1 0,1 2-28 15,-2-1 27-15,2-1-1 0,-1 0-2 0,1 0-2 16,-2 0 2-16,1 0 1 0,-1-2-2 0,2 2 22 16,-2-2-20-16,1 1 0 0,-1-1-1 0,1 3 32 15,-1-3-29-15,2 1 1 0,-2-1 24 0,1 2-24 16,-1 0 4-16,2 0-4 0,-3-2 35 0,1 4-28 16,2-4-3-16,0 2 3 0,-3-1-3 0,3 2 1 15,1-2 3-15,-2 2-7 16,4-2 4-16,-2-1 1 0,-2 2 0 0,3-2-1 15,0 0 0-15,-1 0 0 0,1 2 0 0,-1-2 2 16,-1 0-2-16,2 0-3 0,-3 2 4 0,0-2-1 16,1 0-1-16,2 1-11 0,-2-1 12 0,-3 0-1 15,5 0 2-15,-3 2-14 0,0-2 12 0,2 0-1 16,-2 0 1-16,3 0-40 0,-3 0 38 0,1 0-2 16,0 0-37-16,-1 0 35 0,-1 0 2 0,0 0-15 15,-1 0 12-15,1 0-2 16,0 0 2-16,-3 0-16 0,2 0 15 0,-1 0-4 15,2 0 2-15,-3 0 6 0,1 0-5 0,0 0-2 16,0 0 1-16,0 0 29 0,-2 0-29 0,2 0 3 16,-1 0 25-16,1 0-24 0,0 0 0 0,0 2 1 15,0-2 9-15,-1 0-7 0,2 0-2 0,1 1 28 16,-2-1-27-16,3 0 3 0,-1 0-2 0,-1 0 46 16,5 0-22-16,-4 0 5 0,4 0-25 0,-1 3 27 15,-2-3-23-15,4 0 4 0,0 0-10 16,-2 0 9-16,2 0-2 0,-1 0-16 15,1 0 19-15,-1 0 0 0,1 0-2 0,-1 0-42 16,-1 0 40-16,1 0-3 0,-1 0 4 0,1 0-27 16,-1 0-1-16,1 0 15 0,-3 0 7 0,3 0-18 15,1 0 17-15,-1 0-3 0,3 0 11 0,-3 0-10 16,3 0 0-16,0-3-2 0,-1 2 39 0,1-1-36 16,-2-1 1-16,3 1 9 0,-3-2-9 0,2 3 2 15,-1-2-1-15,1 2 0 16,-2-2 0-16,1 2 4 0,-1-1-3 0,0-1-13 15,-1 3 14-15,3 0-1 0,-2 0-21 0,1 0 20 16,3-1 0-16,-2 1-10 0,-1 0 8 0,3-2 1 16,1 2-3-16,-2-2 2 0,1 0 0 0,-1 1-2 15,1-2 1-15,-3 2 22 0,4-1-21 0,-3 0 0 16,-1 2 0-16,1-2 20 0,-2 0-18 0,3 0 0 16,-1 0 10-16,0 0-10 0,1 1 1 15,-1-2 19-15,0 2-18 0,2-3 0 16,-2 0 1-16,1 2 4 0,1-4-4 0,-2 3 1 15,1-1-1-15,0 0-19 0,0-1 18 0,1 1 1 16,-2 1-1-16,1-2-20 0,1 0 19 0,-2 2 0 16,2-2-16-16,-6 3 15 0,5-1-1 0,-1-1-3 15,-2 2 2-15,3-2 1 0,-1 1-3 0,-2 0 5 16,3-2-2-16,-1 1-1 0,0-2 1 16,4 1 13-16,-2-2-12 0,1-1-2 0,-1-1 2 0,2 1 25 15,-2-1-23-15,2 0-2 16,-2 1-5-16,0 1 6 0,1 0 1 0,-2-1 1 15,2 0-2-15,-1 0 1 0,-2 3 0 0,1-3-12 16,0 2 11-16,0 1 1 0,-1-1-1 0,2 0-2 16,1-1 0-16,-2 1 1 0,0-1-2 0,1 0-7 15,1-2 8-15,-3 2 0 0,1 0-7 0,2-2 7 16,-1-1 0-16,0 3-3 0,2-3 2 0,-2 1 1 16,0-1-1-16,0 3-1 0,-1-2 1 0,1 1 0 15,-1 1 0-15,-1-2-1 0,-1 1 1 16,2-2 0-16,-1 1 1 0,-2 0-2 15,1-1 2-15,-1 1-1 0,2 1 5 0,-3 0-5 16,2-1 0-16,-1 1 1 0,-2 1-11 0,1 2 10 16,0-1 0-16,-1 1-41 0,0-2 39 0,1 4 0 15,0-1-1-15,-3 1-28 0,1-1-2 0,-1 2 29 16,2-2-5-16,-2 0-18 0,0 2 16 16,-1 1 4-16,2-3-9 0,-3 0 8 15,1 0-15-15,0 2 35 0,-2-2 0 0,2 1-22 16,-2-1 0-16,0 3 30 0,-1-1 0 0,1 0-24 15,-2 0-2-15,2-1 69 0,-2 2-32 0,0-1 1 16,0 2-23-16,0 0 79 0,0-2-39 0,0 2-13 16,0 0 7-16,0 0 0 0,0 0-10 0,0 0-26 15,0 0 14-15,0 0 10 0,0 0-8 0,0 0-76 16,0 0 42-16,0 0-6 0,0 0 37 0,0 0-136 16,0 0 62-16,0 0 21 0,0 0 1 15,0 0-65-15,0 0 44 0,0 0 8 16,0 0 6-16,0 0-20 0,0 0 33 0,0 0 42 15,0 0-40-15,0 0-9 0,0 0 7 0,0 0 55 16,0 0-30-16,-2 4 11 0,-1 2-31 0,-1-1 83 16,2 1-38-16,-2-2-9 0,0 1 25 0,0-1-16 15,1-1 0-15,1 1-13 0,-4-2 4 0,4 2-4 16,-1-2-7-16,-1 0 25 0,1 2 1 0,-2-2-17 16,3 0-5-16,-2-1 27 15,3 1-23-15,-1 0 1 0,0 0-3 0,0-2-6 16,2 1 7-16,0-1-1 0,0 0 3 0,0 0-1 15,0 0-1-15,0 0 2 0,0 0-28 0,0 0-1 16,0 0 28-16,0 0-29 0,0 0 1 0,0 0 19 16,0 0 4-16,0 0-32 0,0 0 2 0,0 0 20 15,0 0 5-15,0 0-32 0,0 0 0 0,-2 0 21 16,1 2 5-16,-5 1-37 0,1 0 0 0,-2 1 27 16,0 0-61-16,1 0 28 15,-3 1-3-15,1-1 31 0,-3 1 2 0,2 2-7 16,-1-4 5-16,1 2 14 0,-4 1-15 0,1-2-7 15,1 2 6-15,1-1 40 0,-1-1 1 0,1 2-42 16,-1-1 4-16,-1 1 48 0,3-3-21 0,0 3 12 16,-3 0-6-16,4 0 8 0,-3 0-29 0,1 0 27 15,1 1-24-15,-2 0 3 0,1 0-3 0,1-1 10 16,-2 1-6-16,-1 1-2 16,3-2 0-16,-2 1 24 0,0 0-22 0,1-5 1 15,0 5 31-15,-2-2 1 0,3 1-29 0,-1-2-2 16,0-1 35-16,1 0-29 0,0 0 1 0,-1 0 1 15,1 1-1-15,0-3-1 0,1 2-1 0,-1-2 6 16,1 2-1-16,-1-1-3 0,1-1 3 0,-1 1-12 16,2 1 8-16,-1-2 4 0,-2 1-7 0,3 0-19 15,0 1 19-15,-1-1 2 0,0 2-28 0,1 0 28 16,0-1-3-16,1 2-26 0,-2-2 25 0,2 3 1 16,-1-3-3-16,2 3-10 15,-3 0 8-15,2-1 3 0,1-1-5 0,-1 2-26 16,1-2 26-16,-1 0 3 0,3 1-4 0,-4-1 1 15,2-1-1-15,1 0 2 0,-1 0 23 0,-1 1-23 16,0 0 1-16,0-1 17 0,1 1-16 0,-1 2-1 16,1-2 2-16,-3-1 21 0,2 1-20 0,1 0-1 15,-1 0 3-15,1-1 5 0,-1 0-4 0,0 1-2 16,-1-1 3-16,1-1 15 0,1 0-16 0,-3 1-1 16,2-1 19-16,-1 2-16 15,1-1-1-15,-1 0-8 0,-1 0 8 0,0 1 0 16,1 2 1-16,0-3-30 0,0 1 28 0,0 2 0 15,2-3 0-15,-3 4-16 0,3-4 14 0,-1 1 2 16,0 2-5-16,1-5-19 0,-1 3 18 0,1 0 2 16,-1-1 36-16,0-1-35 0,2 0-3 0,-1 0 31 15,-1 2 0-15,1-3-26 0,-1 2 4 16,0 0 28-16,1-1-27 0,-3 0-2 0,3 0 6 0,-2 0-1 16,0 1 3-16,2 0-6 0,-3-2 0 15,1 1 1-15,1 2 4 0,-2-2-3 16,3 2-22-16,-2-2 21 0,1 2-3 0,-2-3-28 15,2 1 28-15,-1 2 0 0,2-3 1 0,-4 4-30 16,4-4 27-16,-2 2 0 0,1 1-3 0,-1-3-20 16,1 1 21-16,-2 0 1 0,1 0-4 0,2-2 3 15,-3 1-4-15,0 1 3 0,1-2-3 0,0 2 32 16,-1-1-29-16,0 2 26 0,3-1-24 16,-3 0 0-16,3-2 2 0,-1 1 21 0,0 1-21 15,0-2-1-15,1 2 4 0,0-2 23 16,-1 3-20-16,0-3-2 0,0 1-1 0,-1-1 4 15,1 0-3-15,1 0-1 0,-1 1 14 0,-2-1-12 16,5 0-1-16,-3 0-26 0,1 0 26 0,-1 0 0 16,0 0 2-16,0 0-32 0,1 0 28 0,0 0-1 15,-3 0 1-15,2 0-40 0,0 0 39 0,-1 0-4 16,0 0 2-16,1 0-10 0,-2 0 9 0,-1 0-13 16,2 0 13-16,-3 0-4 15,2 0 2-15,-1 0-14 0,2 0 13 0,-3 0-1 16,3 0 2-16,-1 0-10 0,3 0 9 0,-3 0-1 15,0 0 0-15,3 0 8 0,-2 0-7 0,1 0-2 16,-2 0 1-16,3 0 30 0,-3 0-29 0,1 0 0 16,1 0 20-16,-2 0-17 0,3 0-2 0,-2 0 18 15,1 0-16-15,-2 0 2 0,1 0 0 0,1 0-17 16,-1 0 16-16,-1 0 1 0,0 0 0 0,-1 0-18 16,2 0 17-16,-1 0-2 0,-1 0 1 15,1 0-11-15,1 0 11 0,1 0-3 16,0 0 0-16,1 0 1 0,-1 0-1 0,1 0 11 15,-1 0-10-15,2 0 0 0,0 0 0 0,-1 0 42 16,1 0-41-16,-1 0 3 0,1 0-2 0,-3 0 33 16,2 0-31-16,1 0 3 0,-3 0-2 0,2 0-5 15,-1 0 6-15,0 0-18 0,0 0 18 0,1 0 0 16,-1 0-1-16,1-1-15 0,1 1 15 0,-2 0 0 16,2-1 0-16,1 1-21 15,-1-3 19-15,2 3-3 0,-2 0 2 0,3-2-23 16,-1 2 22-16,-2 0-3 0,1 0 3 0,2 0-18 15,-1 0 17-15,0-2-37 0,-2 2 36 0,4 0-2 16,-3 0 0-16,1 0-19 0,0 0 19 0,-2 0-4 16,3 0 3-16,-1 0-29 0,0-1 27 0,0 1-3 15,0 0 2-15,-1 0-13 0,2 0 9 0,-1-2 3 16,0 2-9-16,0 0 7 16,0 0 1-16,-1 0-12 0,1-2 11 0,0 2 1 0,0 0-1 15,-1 0-29-15,1 0 28 0,0 0-2 16,0 0 2-16,-1 0 13 0,2 0-15 0,-1 0 2 15,0 0-1-15,2 0 3 0,-2 0-3 0,0 0 0 16,2 0-1-16,-3 0 26 0,1 0 1 0,-2 0-26 16,-1 0-3-16,-1 2 6 0,-4 1 2 0,1 1-112 15,0 0 52-15,-1 0 24 0,1 2-1 0,2-3-137 16,1 1 70-16,2-2 42 16,4 0 6-16,0-1-532 0,8-1 284 0</inkml:trace>
  <inkml:trace contextRef="#ctx0" brushRef="#br0" timeOffset="95547.97">17901 6748 533 0,'0'0'0'0,"0"0"0"0,0 0 0 0,2 0 0 0,0 0 0 0,0 0 0 0,-1-2 0 0,4-4 131 0,1 0-54 0,-1 1-22 15,0-4 0-15,1-1 22 0,-1 0-22 0,-2 1 8 16,3-4-1-16,-5 0-30 0,3 0 1 0,-2-1 25 16,0-1-25-16,-2 4 8 0,0-4-9 0,0 2 9 15,0 0-9-15,0 2 1 0,0 0 0 0,-6 1 16 16,1-1-16-16,-1 4 0 0,-2-3-1 16,1 5 1-16,0-4 0 0,-1 6 8 15,-2-1-35-15,1 2 27 0,-2 0 0 0,-1 2-25 16,0 0 24-16,-2 0 6 0,1 4-10 0,-2 6-10 15,0 1 12-15,-2 4-4 0,2-2 5 0,0 2-10 16,2-1 5-16,2 2 2 0,-1-1-1 0,5-2 16 16,3-4-10-16,1 5-6 0,-1-4 35 0,4 1-1 15,0-2-31-15,0 2 49 0,0-3-15 0,2 3-8 16,7-2-24-16,0 1 25 16,5-1-1-16,0 1-24 0,2 0 9 0,0 3 40 15,1-3-24-15,6 3 0 0,-8-2-24 0,6 3 6 16,-3 0 2-16,3 3-8 0,-2-1-38 0,-3 1 1 15,0 1 37-15,-3 3-64 0,-4-1 40 0,1 4-9 16,-3-4 21-16,-3 2-44 0,-2 1 17 0,-1 1-1 16,-1 0 13-16,0 1 30 0,-5-6-36 0,-6 4 12 15,-4-5-17-15,-2 1 116 0,0-5-43 0,-8 0-29 16,1-3 54-16,0-1 7 0,-3-3-27 16,1-7-58-16,1 2 27 0,-5-2-9 15,4 0 0-15,-1 0-164 0,4-5 82 0,0-7 39 16,4 1 25-16,2-2-121 0,2 0 50 0,4-2 36 15,4-1-9-15,-1 2-211 0,4-3 81 0,4 2 71 16,0 0-194-16,0 0 124 0,0 2 63 0,4-3-249 16,6 1 147-16,4 1 87 0,5-3 38 0,2-1-291 15,1 2 165-15,5-1 83 0,1 0 33 0,2-2-233 16,-2 2 141-16,0 1 71 0</inkml:trace>
  <inkml:trace contextRef="#ctx0" brushRef="#br0" timeOffset="95755.83">18123 6667 1294 0,'8'-6'0'0,"1"1"0"0,2 1 0 0,-1 2 0 0,1-2 0 0,-2 3 0 0,3-2 0 0,-1 3 0 0,4 0 0 0,-2 0 198 0,3 0-83 0,0 0 175 0,-1 4-129 0,4 2-56 16,-2 0-40-16,1 1 44 0,-1-2-39 15,2 3 1-15,-2 0-38 0,0-1-15 16,-2 0-8-16,0-1 23 0,0-1-145 0,-2 1 73 15,-3-2 35-15,-1 0 9 0,-2-4-337 0,1 2 132 16,-2-2 105-16,-2 0-458 0,-3 0 257 0,1 0 124 16</inkml:trace>
  <inkml:trace contextRef="#ctx0" brushRef="#br0" timeOffset="95974.25">18204 6913 909 0,'0'9'0'0,"-2"3"0"0,2-5 0 0,0 0 0 0,0-1 0 0,0 0 166 0,0-3-66 0,4 2-25 16,6-1 401-16,6 1-222 0,3-4-110 0,-1 1 207 15,3 1-159-15,4-3-72 0,1 0-47 0,-6 0-8 16,1 0-32-16,2 0 0 0,-5 0-1 0,2 0-216 16,-6 0 104-16,2-3 57 15,-7 1-412-15,0 1 234 0,-1-4 117 0,-4 1-3 16,-1 3-261-16,-1-1 116 0,-2 0 100 0</inkml:trace>
  <inkml:trace contextRef="#ctx0" brushRef="#br0" timeOffset="97377.42">18816 6903 522 0,'-7'-2'0'0,"1"0"0"0,0 0 0 0,-1-1 0 0,1-3 0 0,-3-3 0 0,1 2 128 0,2-3-39 0,1 1-32 0,1-3-1 16,3-1 88-16,1 2-56 0,0-3-27 15,0-1 55-15,0 0-46 0,1 1 1 0,8-2-18 16,5 2 1-16,3-4-22 0,0 6 9 0,5-5 4 15,1 5-12-15,-1 1 0 0,3 2 0 0,-5 4-3 16,3 2 11-16,0 1-9 0,-2 2 1 0,-3 0 6 16,-1 6-6-16,-1 6 0 0,-2 2-17 0,-5 5 17 15,0 0 0-15,-5 4-42 16,1 3 1-16,-5-2 34 0,0 0 7 0,-3 7-34 16,-8-4 0-16,-4 2 23 0,-2-1 4 0,-2 1-41 15,-1-5 16-15,-3-2-4 0,2-3 22 0,-1-4 39 16,3-4 1-16,-4-1-46 0,3-3 84 0,-1-2-40 15,2-2 5-15,5-3 42 0,2 0-32 0,1 0-1 16,3 0-30-16,3 0 39 0,1 0-24 0,4 0 0 16,-1 0-24-16,1 0 100 0,0 0-41 0,9-2-34 15,5-2 1-15,9-1-47 0,0 0 1 0,1-2 21 16,-2 1-16-16,6 1-8 0,-1-1 23 16,-6 4-168-16,4-2 84 0,-2 3 51 15,-2 1 2-15,0 0-355 0,-3 0 163 0,1 0 92 16,-2 5 17-16,-2 1-177 0,0 1 115 0,-1-1 56 15,-2-2 28-15,2-1-335 0,-3-3 181 0,2 0 82 16,0 0-291-16,-2-5 195 0</inkml:trace>
  <inkml:trace contextRef="#ctx0" brushRef="#br0" timeOffset="97571.9">19229 6600 678 0,'-4'0'0'0,"4"-1"0"0,0-1 0 0,0-5 0 0,10 0 431 15,7-4-200-15,6 2-99 0,1 2-49 0,6 0 169 16,0-1-114-16,2 2-53 0,0 0-26 0,-2 5 165 16,-2-1-96-16,-4-1-40 0,4 3-112 0,-5 0 28 15,0 0 0-15,-3 0-274 16,-3 0 152-16,1 0 83 0,-4 0 30 0,-5 0-452 16,1 0 196-16,-4 0 131 0,-4 0-10 0,-2-1-275 15,0 1 196-15</inkml:trace>
  <inkml:trace contextRef="#ctx0" brushRef="#br0" timeOffset="97756.4">19346 6562 1266 0,'-9'3'0'0,"3"3"0"0,2 1 0 0,3-2 0 0,1 0 0 0,0-2 0 0,0 3 0 0,0 1 0 0,3 3 217 16,5 5-92-16,-1 1 270 0,-2 2-181 0,1 3-83 15,-2 9-53-15,-2-1 28 0,-2 5-36 0,0 2-1 16,0 0-36-16,-2 3-245 0,-4 0 118 0,2-3 64 15,1-2 31-15,1-2-433 0,2-9 241 0,0-4 70 16,0-10-231-16,0-3 103 0,0-6 109 0</inkml:trace>
  <inkml:trace contextRef="#ctx0" brushRef="#br0" timeOffset="97925.95">19450 6610 1402 0,'7'-11'0'0,"-2"5"0"0,3 4 0 0,-1 1 0 0,-3 1 0 0,2 0 0 0,-4 0 0 0,0 10 0 16,-1 8 383-16,1 6-175 0,-2 1-88 0,0 3-19 0,0 6-75 16,0 1 15-16,0 1-133 0,-3 2 63 0,3-1 30 15,0-1 1-15,0-2-405 16,0-8 226-16,3 4 101 0,6-10 54 0,3-1-571 16</inkml:trace>
  <inkml:trace contextRef="#ctx0" brushRef="#br0" timeOffset="98660.25">19898 6845 1135 0,'4'-32'0'0,"1"7"0"0,1-4 0 0,-4 3 0 0,0-3 0 0,0 7 0 0,-2-1 0 0,0 2 152 0,0 3-60 16,-7 2-29-16,-2 5 30 0,-2 4-23 0,-2 4-7 15,-2 3-30-15,1 0 20 0,-6 7-20 0,3 12 0 16,1 3 8-16,0 5 19 0,2 1-27 0,0 3 0 15,3 5 0-15,2-1 64 0,1-5-24 0,4 3 1 16,4-3-20-16,0-2-1 0,0-8-20 0,0 3-55 16,2-4 23-16,6-4 0 0,-1-8 32 0,3 1-72 15,1-6 36-15,0-2 9 16,2 0 26-16,3-15-208 0,-4-6 78 0,0-1-156 16,1-3 110-16,-4 2 60 0,3-4 10 0,-5 0 20 15,-1 7-1-15,-1-3 22 0,-1 5 1 0,-1 4 201 16,-3 2-96-16,0 4-53 0,0 1-27 0,0 4 149 15,0 1-67-15,0 2-50 0,0 0 12 0,-5 7 195 16,3 9-76-16,0 2-65 0,2 3 44 0,0-1-43 16,0 9-34-16,0-4 0 0,2-3-81 0,8-3 27 15,1 2 1-15,2-4-185 0,1-3 103 16,0-4 55-16,3-5 17 0,3-5-183 16,0 0 72-16,-1-2 60 0,4-13-15 0,-3-3-283 15,-1-5 160-15,-5-3 81 0,7-8 40 0,-8-2-166 16,6-13 107-16,-1-11-146 0,-4 1 123 0,5-8 61 15,-4 2 31-15,-2 11-71 0,0-5 55 16,-4 6 23-16,1 9 0 0,-2 6 205 0,-3 0-100 16,1 7-48-16,-3 6-13 0,1 3 157 0,-1 3-88 0,-2 7-45 15,1 4-23-15,0 3 484 16,0 3-181-16,0 2 112 0,0 5-185 0,-1 13-93 16,-1 10-47-16,0 8 279 0,0 11-167 0,-1 3-79 15,-10 15-39-15,-3-2 135 0,3 3-87 16,-3-8-36-16,2 17-29 0,1-11 0 0,1-9-24 15,0-1 1-15,3-7-102 0,2-9 59 0,0-5 17 16,3-8-196-16,2-11 110 0,-1-3 56 0,1-4 28 16,0-7-264-16,0 0 100 0,0-21 79 0,3-5-13 0,7-5-64 15,-1-2 61-15,0 3 23 0,0 0 8 0,0 1 66 16,-2 10 0-16,2-4-34 16,1 4 86-16,-3 5-38 0,3 5-25 0,-3 2 235 15,3 5-113-15,-1-1-68 0,2 3-9 0,-1 5 282 16,1 13-148-16,1 7-73 0,-1 1-3 0,0 4 4 15,1 2-24-15,-2 0-8 16,1 0-194-16,3 0 80 0,-1-2 41 0,0-6 1 16,2-5-122-16,2 0 77 0,0-6 43 0,2-2-595 15,-1-3 293-15,1-3 147 0,2-1 16 0,-1-4-487 0</inkml:trace>
  <inkml:trace contextRef="#ctx0" brushRef="#br0" timeOffset="98790.9">20933 7104 1147 0,'9'0'0'0,"7"-2"0"0,-3-5 0 0,-3-4 0 0,1-1 0 0,-2 1 550 0,-4 2-258 0,4-5-130 15,-1 7-235-15,0-3 48 0,-1 5 29 16,0 3-368-16</inkml:trace>
  <inkml:trace contextRef="#ctx0" brushRef="#br0" timeOffset="106303.23">18055 7732 1021 0,'-3'0'0'0,"3"0"0"0,-2 0 0 0,2 0 0 0,-2 0 0 0,2-3 0 0,-2 2 0 0,2-5 0 0,-2-2 123 0,2 3-37 16,0-1-30-16,0-1 37 0,-2-1-30 0,2-1 0 16,0 0-22-16,-1-3-35 0,-1 3 27 0,-2-2 0 15,0-1 0-15,-2 1-22 0,1 2 9 0,-4-2-22 16,-2 4-1-16,1 2 36 0,-5 1 0 0,0 3-3 16,-4 1 4-16,-5 0-3 0,-1 10-24 0,-1 6 71 15,-1 4-28-15,1 5 0 0,2 0-17 0,1-2 42 16,2 2-18-16,9-5 1 0,2-1 74 15,4 1-49-15,2-4-17 0,4-1-9 16,0 0 10-16,12-2 0 0,7 1-34 0,3-1-44 16,3 0 30-16,5 0-9 0,0 0 23 0,0 1-68 15,2-2 34-15,-2 3 0 0,-6-2 42 0,4 4-90 16,-5-1 37-16,-4 0-1 0,-3 3-7 0,0 2 0 16,-9 0 10-16,0 3 55 0,-5 1-38 0,-2-1-1 15,0 0-8-15,-7-1 127 0,-4-3-51 0,-8 3-29 16,0-5 0-16,-3 0 110 0,-1-7-64 15,-3-1-31-15,-3-5 6 0,1-1-61 0,-2-4 27 16,-2 0 1-16,2 0-86 0,2-4 43 16,4-6 30-16,-2-4-9 0,10-1-390 0,4-2 179 15,4-2 103-15,4-1-449 0,4-4 249 0,4-2 136 16,14 0 64-16,13-1-445 0,-1 0 255 0</inkml:trace>
  <inkml:trace contextRef="#ctx0" brushRef="#br0" timeOffset="106462.81">18349 7797 1168 0,'5'4'0'0,"6"3"0"0,-1-1 0 0,-4-2 0 0,-1-2 0 0,0 0 0 0,1-2 531 0,2 0-241 0,3 0-132 16,2 0 75-16,1-4-100 0,0-2-50 0,3 1-1 16,-2 1-50-16,1 0 1 0,0 0 0 0,-1 3-486 15,0 1 243-15,0 0 130 0,-2 0 52 0</inkml:trace>
  <inkml:trace contextRef="#ctx0" brushRef="#br0" timeOffset="106618.95">18407 8070 1823 0,'-10'9'0'0,"4"0"0"0,5 0 0 0,1-5 0 0,0-1 0 0,0 0 0 0,0-3 320 0,1 0-143 15,15 0-73-15,2 0 132 0,1 0-105 0,6-3-50 16,-7 0-23-16,9-2-213 0,-6 1 93 0,3-2 57 15,4 3 14-15,-4-1-687 16,4 1 355-16</inkml:trace>
  <inkml:trace contextRef="#ctx0" brushRef="#br0" timeOffset="107043.05">19326 7624 741 0,'-3'-26'0'0,"1"3"0"0,2 1 0 0,0 1 0 0,0-3 0 0,-2 1 0 0,-1 3 0 0,-1 3 120 16,-2 0-47-16,-1 0-1 0,-3 2-39 0,-1 6 105 15,-1 0-52-15,-4 6-19 0,0 2-8 0,-7 1 72 16,2 4-49-16,-2 8-25 0,5 3 158 15,-5 8-95-15,4 0-43 0,1 3 177 16,0 2-110-16,6 2-56 0,-2 0-20 0,7 2 173 16,-1 1-105-16,7 2-51 0,1-1-27 0,0-1 130 15,0 1-69-15,1-2-47 0,5 2-1 0,5 0-13 16,1-2 0-16,0-1-26 0,2 1-65 0,-1 0 29 16,0-2 0-16,-3 2-149 0,-1-4 92 0,-4 1 48 15,-1-2 30-15,0 0-146 0,-4-6 53 0,0-1 45 16,0-3-17-16,-4-2-26 0,-9-1 8 0,0-7 26 15,-6-1-16-15,-2-4 1 16,-2-2-1-16,-4 0 0 0,2 0-114 0,-3-2 72 16,2-5 33-16,5-6-285 0,4-1 159 0,4-5 79 15,4 0 31-15,7-2-365 0,2-5 207 0,0 0 103 16,14-1 52-16</inkml:trace>
  <inkml:trace contextRef="#ctx0" brushRef="#br0" timeOffset="107337.32">19470 7452 1127 0,'1'-25'0'0,"-1"6"0"0,0 4 0 0,0-1 0 0,-5 2 0 0,-6 3 0 0,-4 6 239 0,0 3-104 0,-2 2-42 0,-2 0 243 16,-2 15-152-16,-1 7-75 0,3 6-38 0,0 5 138 15,4 2-79-15,2 8-53 0,6-4-23 0,5 3 125 16,2 1-73-16,0-2-37 0,0-2 65 0,5-3-55 15,6 2-23-15,1-2 41 16,-1-4-32-16,0-2 9 0,1-2-42 0,-1-2-41 16,-2-2 21-16,-1 2 0 0,-1-3 21 0,-5-2-134 15,0 2 62-15,0-1 36 0,-2-1 0 0,0 1-217 16,-6-1 117-16,-4 0 27 0,-6-1-333 0,3-3 177 16,-2 0 99-16,-2 0-179 0,2-1 139 0,2-4 62 15,-1-1 44-15,5 0-485 0,4-3 259 0</inkml:trace>
  <inkml:trace contextRef="#ctx0" brushRef="#br0" timeOffset="107575.37">19034 8389 1612 0,'-13'0'0'0,"3"0"0"0,3 1 0 0,0-1 0 0,3 0 0 0,0 0 0 0,4 0 225 0,0 0-89 15,2 0-55-15,16 0 365 0,5-1-206 0,4-5-104 16,3 2-51-16,3 0 188 0,1 1-123 0,-2 1-59 16,2 0-30-16,-1 0-27 0,-1 0-1 0,0 2 8 15,-4 0-247-15,-1 0 120 0,-6 0 59 0,-1 0 30 16,-3 0-447-16,-8-1 221 0,1 1 119 0,-6 0-318 16,-2 0 196-16,-2 0 89 0,0 0 52 0,-2 0-443 15,-15 0 251-15</inkml:trace>
  <inkml:trace contextRef="#ctx0" brushRef="#br0" timeOffset="107887.65">19081 8421 1543 0,'-15'0'0'0,"4"0"0"0,6 1 0 0,-2-1 0 0,3 0 0 0,3 0 0 0,-1 0 0 0,2 0 0 0,0 0 473 16,3 0-220-16,13 0 221 0,0 0-213 0,5 0-118 15,0 0-55-15,1 0 34 0,-1 4-45 0,0 6-22 16,-3 1 8-16,0 2-112 15,-4 2 41-15,-2 2 0 0,-3 1 41 0,-3 1-248 16,-5 3 132-16,-1-2 54 0,0 4-219 0,-10-3 138 16,-6 0-4-16,-2-1 20 0,-1-5 0 0,-6 5 35 15,1-8-5-15,2-1 317 0,4-1-145 0,-2-1-71 16,7-3-42-16,-2-1 236 0,5-3-97 0,4 0-71 16,3 0 21-16,1-2 322 0,2 0-198 0,0 0-42 15,2 0-166-15,15 2 0 0,3-2 0 0,3 0 0 16,0 0 0-16,9 0 0 15,-4 0 0-15,2 0 0 0,0 0 0 0,2 0 0 16,-2 0 0-16,0-2 0 0,0 2-212 0,-2 0 181 16,0 0-48-16,2 0-918 0</inkml:trace>
  <inkml:trace contextRef="#ctx0" brushRef="#br0" timeOffset="108387.1">19935 7611 1053 0,'0'-11'0'0,"-2"6"0"0,2 3 0 0,-1-1 0 0,1 2 0 0,-2 1 0 0,0 0 0 0,0 0 471 0,0 9-219 0,2 6-102 16,0 8-63-16,0 1 340 0,0 4-197 0,0 6-99 16,0 1-49-16,0 5 257 0,0 7-158 0,2-5-74 15,-2 4 81-15,0-1-77 0,2-1-39 0,0-7 142 16,0 9-214-16,-1-8 0 0,1-2 0 0,0-2 0 16,0-2 0-16,-2-7 0 0,3-2 0 0,-3-5 0 15,0-4 0-15,0-6 0 0,0-2 0 0,0-2-211 16,0-3 155-16,0 2 3 0,0-3-177 15,-7 0 94-15,2 0 61 0,-1 0-225 16,1-3 139-16,1 0 63 0,2-3 33 0,1 3-547 16,1-1 289-16,0-2 137 0</inkml:trace>
  <inkml:trace contextRef="#ctx0" brushRef="#br0" timeOffset="108989.53">20604 7949 953 0,'0'-10'0'0,"0"2"0"0,0 1 0 0,0-3 0 0,0-2 0 0,0 3 88 0,0-2-20 0,0-2-7 16,0 0-28-16,0 1 214 0,0-1-107 0,0 2-54 16,-3-1 54-16,-1-1-58 0,0 2-24 0,-2 2 57 15,-1 1-40-15,-1 2-22 0,-1 1 9 16,-3 3 56-16,1 2-43 0,-1 0-21 0,-4 0 0 0,0 15 84 16,0 2-44-1,-1 7 46-15,4 2-53 0,0 3-27 0,0 3 0 16,4 3 129-16,1 1-69 0,2 2-48 0,4-1 0 15,2-1-40-15,0 0 121 0,0-5-60 0,2-2 130 0,10 0-223 16,-3-9 0-16,5 0 0 0,-3-5 0 16,3-5 0-16,0-3-175 0,0-7 174 0,2 0-76 0,2-4 55 15,-1-14 28-15,1-9-1 0,-2-7 6 16,3-7-247-16,-4-2 83 0,0-6 72 0,0-10-217 0,0-3 133 16,-2-8 57-16,0-7-52 0,2-16-64 0,-4 20 95 15,1-6 48-15,-3 12-119 0,-1 16 75 16,-3 3 51-16,0 12 20 0,-2 4 87 15,-1 9-33-15,0 11 1 0,-2 2-42 0,0 6 315 16,0 4-153-16,0 0-77 0,0 22 361 0,0 6-206 16,-5 9-46-16,-4 9 259 0,2 3-189 0,2 6-95 15,-5 12-48-15,4-11 229 0,-1 17-309 0,-2-1 0 16,0-3 0-16,0 2 0 0,0 0 0 0,6-13 0 16,-1 0 0-16,4-6 0 0,0-12 0 0,5-4 0 15,6-6-349-15,3-12 184 0,1-3 91 0,2-7-757 16,1-7 400-16,1-1 199 15,4-1 99-15,-5-12-512 0,5-10 311 0,-2 0 150 16</inkml:trace>
  <inkml:trace contextRef="#ctx0" brushRef="#br0" timeOffset="109293.72">21141 7778 1900 0,'14'-33'0'0,"-2"1"0"0,2 0 0 0,-5 2 0 0,-2 0 0 0,-3 4 0 0,-2 5 0 0,1 0 0 0,-3 6 180 0,0 6-74 0,-10 1-36 15,-5 7 190-15,-8 1-105 0,-5 0-65 0,-6 18 228 16,2 4-142-16,2 7-72 0,6-3-35 0,1 2 160 16,5 0-102-16,4-2-47 0,7-3-24 0,3 0 119 15,4-3-175-15,0-1 0 0,6 0 0 0,13-2 0 16,-3-2 0-16,5 1 0 0,2 0 0 0,-3-1 0 16,6 4 0-16,-3 0 0 0,0 3 0 0,-5 2 0 15,-2 2 0-15,-4 5-399 0,-3 1 278 16,-6 1 22-16,-3 1 41 0,0 0-15 15,-3 0 0-15,-13-4 32 0,-3-2 8 0,-3-5 194 16,-4-2-97-16,-1-7-48 0,-3-4 116 0,-4-6-68 16,1-4-39-16,-1 0 29 0,0-3-25 0,2-12 13 15,2-3 0-15,6-7-574 0,3-3 263 0,8 0 131 16,1-2 64-16</inkml:trace>
  <inkml:trace contextRef="#ctx0" brushRef="#br0" timeOffset="138491.93">11367 8176 506 0,'-1'-19'0'0,"1"12"0"0,0 5 0 0,5-3 0 0,7-2 0 0,1 3 0 0,4-2 0 0,-1 2 395 0,7 1-173 0,0 1-99 16,2 2 66-16,0 0-79 0,0 2-38 0,-1 8-1 15,-6 3 8-15,2 1-46 0,-3 1-1 0,-2 4-33 16,-5-1 34-16,-1 1 0 0,-6 3 8 0,-1 0-39 16,-2 3 0-16,0-1 30 0,-7-1 1 0,-7 2-60 15,1-6 35-15,-4 5-7 0,3-9-162 0,-4 1 87 16,4-7 45-16,2-6 3 15,3 0-339-15,1-3 175 0,8-10 66 0,0-15-110 16,15-8 100-16</inkml:trace>
  <inkml:trace contextRef="#ctx0" brushRef="#br0" timeOffset="138652.5">11801 7953 1225 0,'0'-7'0'0,"0"4"0"0,-2 3 0 0,-12 0 0 0,-9 11 0 0,-2 7 0 0,-1 5 0 0,-4 6 281 16,3 7-123-16,2 0-63 0,0 3-31 0,3 1 377 15,9-7-195-15,3 3-111 0,6-4-51 0,4-4 126 16,0-1-88-16,14-4-216 0,11-2 71 0,14-3 24 16,3-5 0-16,10-4-211 0,11-3 121 0,-1-3 61 15,-7 1 38-15,16-2-769 0</inkml:trace>
  <inkml:trace contextRef="#ctx0" brushRef="#br0" timeOffset="139290.34">15899 6578 695 0,'-3'-10'0'0,"-1"9"0"16,2-1 0-16,2 0 0 0,-1 2 0 0,1 0 249 0,0 0-108 0,0 0-54 0,0 0-19 0,0 8 174 15,5-1-104-15,6 3-53 0,4-1 95 0,0 3-73 16,1-3-29-16,0 2-20 15,1-2 0-15,1 0-26 0,-4 2 1 0,-1-2-65 16,-3-2 40-16,3 3-7 0,-6-3 31 0,-1 1-218 16,0-3 110-16,-1 2 54 0,-3-1 36 0,0-2-472 15,0 0 225-15,0-2 65 0,-1 0-247 0,3-2 192 16,2 0 86-16</inkml:trace>
  <inkml:trace contextRef="#ctx0" brushRef="#br0" timeOffset="139476.84">16269 6400 811 0,'2'-19'0'0,"2"9"0"0,-1 4 0 0,-1 0 0 0,-2 4 0 0,0 1 97 0,0-2-32 16,0 3 0-16,0 3 323 0,-2 14-169 0,-10 10-97 15,-5 7-45-15,-4 7 368 0,-7 13-207 0,-2 1-102 16,0-1-44-16,-7 12 215 0,3-4-138 0,2-4-68 16,4 1-43-16,0-1-1 0,7-11-16 0,-4 5-369 15,3-3 180-15,1-5 91 16,2-3 44-16,6-9-240 0,1 1 152 0,3-2 62 15,4-5 36-15,3 0-777 0</inkml:trace>
  <inkml:trace contextRef="#ctx0" brushRef="#br0" timeOffset="140400.87">13685 3938 819 0,'-9'0'0'0,"3"0"0"0,1 5 0 0,5 1 0 0,0-2 0 0,0 2 0 0,0-3 0 0,2 2 263 0,12-4-107 0,9 5-66 16,2-6-28-16,5 0 238 0,3 0-134 0,3 0-66 16,1 0 68-16,-3 0-72 0,0 0-32 0,-6 3 92 15,-5 4-62-15,1-1-31 16,-5 4 9-16,-4 4-2 0,-4 1 0 0,-3 2-37 15,-6 8 0-15,-2 3 21 0,0 7 9 0,-15 5-30 16,-10 2 0-16,-3 1 70 0,-4 3-35 0,-2-2 0 16,0 0 51-16,3-3-48 0,2-6 1 0,13-5 3 15,-1-2-21-15,6-3 0 0,5-6-14 0,4-3 44 16,2-1-26-16,0-5 113 0,4-1-171 0,12-1 0 16,5-6 0-16,6-2 0 0,3 0 0 0,0 0 0 15,2-2 0-15,-2-6 0 16,-4 1 0-16,6-2 0 0,-14 3 0 0,3-2-205 15,-4 3 145-15,-5 3 18 0,-3 0 29 0,-2 0-451 16,0 2 218-16,-6 0 94 0,1 0 60 0,-2 0-426 16,0 0 235-16,0 0 129 0,-10 0 60 0,1 0-403 15,-2 0 232-15</inkml:trace>
  <inkml:trace contextRef="#ctx0" brushRef="#br0" timeOffset="140557.97">13749 4334 2115 0,'-30'4'0'0,"11"0"0"0,6 2 0 0,2-1 0 0,4-3 0 0,5 2 0 0,2-3 0 0,11 3 0 0,17 0 323 0,9-3-137 16,22-1-81-16,1 0 186 0,2 0-129 0,1 0-65 15,-10-1-32-15,6-3-33 0,-3 2 1 16,-4 0 0-16,-3-1-538 0,1 1 269 0,-6-1 134 0,-3 0 76 16,8 2-831-16</inkml:trace>
  <inkml:trace contextRef="#ctx1" brushRef="#br0">6779 15214 0,'0'0'16,"0"0"0,0 0-16,0 0 15,0 0-15,0 0 16</inkml:trace>
  <inkml:trace contextRef="#ctx0" brushRef="#br1" timeOffset="145525.76">12168 5299 233 0,'0'0'0'0,"-2"0"0"0,0 0 0 0,-2 0 0 0,1 0 0 0,1-1 0 0,-2 1 67 15,1-2-7-15,2-1-15 0,-1 3-16 0,0-1 0 16,0 1 0-16,2-2 13 0,0 1-12 0,-2 1 0 15,2-3 0-15,0 1 35 0,0 0-33 0,0 1 7 16,-2-1-8-16,2 2 27 0,0-2 0 0,0 0-25 16,0 2 0-16,0 0 31 0,0 0-9 0,0 0-22 15,0 0 0-15,0 0 36 0,0 0-37 0,0 0 9 16,0 0-29-16,0 0 1 16,0-2 19-16,2 2 12 0,0-2-11 0,0 1 8 15,2-1-9-15,0 2-22 0,-2-2 22 0,2 0 1 16,-3 2-1-16,3-2-10 0,-2 2 1 0,2-2 7 15,-1 2-7-15,3-2-27 0,-2 2 30 0,2 0 9 16,-1-2-30-16,1 2 0 0,-1 0 19 0,2-2-22 16,0 2-4-16,0 0 30 0,-3-2-11 0,3 2-31 15,-2 0 32-15,4 0 1 0,-2 0-5 0,0-2-28 16,1 2 30-16,0 0 0 16,1-1-23-16,0-1 22 0,1 0-4 0,-1 0 1 15,0 0-5-15,1 1 6 0,-1-2-4 0,-1 1-18 16,-1 1 18-16,1-1 3 0,-2 0-2 0,1 2 2 15,-2 0-3-15,3 0 1 0,0 0-1 0,-1 0-7 16,0 0 8-16,1 0-1 0,0 0 1 0,1 0-19 16,0 0 17-16,1 0 2 0,1 0-37 0,-2 0 31 15,1 0 3-15,-1 0-18 0,0 0 16 16,1 0-1-16,0 0 1 0,-3 2 6 16,0-2-7-16,0 0-2 0,2 2 2 0,-4-2 32 15,2 1-32-15,1-1 2 0,0 2 19 0,-1-2-16 16,2 3-2-16,0-3 6 0,2 0 1 0,-2 0-3 15,4 0-3-15,-2 0 5 0,2 0-2 0,1 0 1 16,-2 0-3-16,2 0-10 0,-1-3 10 0,0 3 1 16,-2-2 2-16,2 2-27 0,1 0 24 0,-3 0-4 15,2 0 9-15,2 0-7 0,-2 0 2 0,2 0 3 16,2 0-5-16,0 0 0 16,-1 0 0-16,4 0-24 0,1 0 25 0,-1 0-2 15,-1 0 0-15,2-1-18 0,-1-1 18 0,1 0 0 16,-2-1 1-16,-1 0-7 0,-1 2 5 0,0-1-2 15,0 1-19-15,-2 1 19 0,2 0 1 0,0 0-2 16,0 0-7-16,2 0 6 0,-1 0 2 0,3 0-12 16,0 0 11-16,-1 0-2 0,-1 0 2 0,2 0-9 15,-3 0 8-15,2 0-2 0,-2 0 2 16,-1 0-4-16,0 0 3 0,0 0 0 16,2 0 0-16,-5 0 0 0,6 1 0 0,-6 1 0 15,5-2-3-15,-2 1 2 0,2-1 1 0,0 0-6 16,-1 0 5-16,1 0 1 0,2 0-1 0,-1 0-3 15,1 0 3-15,0 0 0 0,-2 0 0 0,0 0-4 16,-1 0 4-16,1-1-1 0,-2 1-9 0,0 0 9 16,0 0 0-16,-1 0 1 0,2 0 0 0,0 0-1 15,-1 0 0-15,0 1-2 0,0 2 2 0,2-2-1 16,-2-1 1-16,2 0 6 16,-3 0-6-16,1 0 0 0,2 0 0 0,-2 0 12 15,-1 0-12-15,0 0 1 0,1 0-1 0,0 0 26 16,-2 0-22-16,2 0-2 0,0 0 13 0,-1 0-12 15,2 0 0-15,-2 0 8 0,-1 0-5 0,2 0-2 16,-2 0 3-16,2 0-13 0,0 0 11 0,-1 0 1 16,0 0-1-16,-1 0-10 0,0 0 8 0,1 0 1 15,-4-1-2-15,3 1 2 0,-1 0-1 0,-2-3 1 16,2 3-8-16,-1 0 7 16,0 0-1-16,-2 0 12 0,2-1-11 0,1 1 0 15,-3 0 0-15,-2-2 36 0,1 2-34 0,-5 0 0 16,1 0 1-16,-3 0 22 0,-1 0 3 0,0 0-23 15,-2 0-66-15,0 0 33 0,0 0-1 0,0 0 32 16,0 0-126-16,0 0 58 0,0 0 24 16,0-1-113-16,0-2 60 0,-7 3 36 0,-2 0-2 0,-5 0-439 15,1 3 232-15</inkml:trace>
  <inkml:trace contextRef="#ctx0" brushRef="#br1" timeOffset="146920.81">12387 6892 74 0,'-9'0'0'0,"0"0"0"0,1 2 0 0,0-2 0 0,-1 0 0 0,0 0 55 0,-1 0 0 0,3 0-2 15,0 0 0-15,1 0-31 0,0 0 6 0,2 0 38 16,0 0 1-16,3 0-38 0,-3-2-1 0,4 0 61 15,0 2-20-15,0-2-9 0,0 2-27 0,0 0 84 16,0 0-43-16,0 0-20 0,0 0 13 0,0 0-9 16,0 0-25-16,0 0 0 0,0 0-29 0,0 0 29 15,0 0 8-15,0 0 22 16,0 0-1-16,0 0-29 0,0 0 0 0,2 0 24 16,0 2 9-16,-1 0-34 0,5-2 1 0,2 0 35 15,1 0 0-15,2 0-35 0,3 0 60 0,0 0-33 16,4 0-1-16,-2-4 4 0,2-1-30 0,0-3 0 15,1 3 8-15,-2-1 31 0,0 1-39 0,-2 0 0 16,0 2 0-16,0-1 0 0,-4 2 7 0,2-2-7 16,1 2 0-16,-4 1-21 0,1-2 0 15,-1 2 20-15,0-1-30 0,0 2-8 0,1-1 39 16,-2-2-30-16,0 3 0 0,-1-2 14 16,1 0 15-16,-2 2-44 0,1-1-1 0,2 1 24 15,-5 0 8-15,2-2-23 0,1 2 20 0,0 0-7 16,-1 0 5-16,0 0-3 0,-1 0 3 0,2 0 2 15,-1 0-2-15,1-3-1 0,-1 3 1 0,3 0 0 16,-3-1 0-16,2 1 3 0,-1 0-3 0,2-2-8 16,-3 0 8-16,0 2 0 0,1-2-1 15,2 2 25-15,-3-1-24 0,2 1 0 0,-1 0 0 16,0-3-24-16,-1 3 24 0,2 0 3 16,-4 0-26-16,4 0 0 0,-2 0 21 0,0 0-35 15,-1 0 33-15,2 0 1 0,-3 0-4 0,3 0-7 16,-1 0 4-16,1 0 4 0,-1-1-1 0,3 1-3 15,-1 0-1-15,1-2 2 0,-1 1-2 0,0 1 16 16,1-3-13-16,1 3 1 0,-2-2 15 16,1 0-16-16,-1 2 3 0,0-1-8 0,3-2 7 0,-3 1 1 15,2 2 0-15,1-1-4 0,-3 0 3 16,4 1-1-16,-1-3 0 0,-3 1-32 16,4 1 30-16,-2-2 1 0,0 3-2 0,3-2-27 15,-3 0 25-15,0 2 2 0,3 0-4 0,-2-2-8 16,2 2 8-16,-3-2 2 0,2 2-7 0,-1 0 7 15,0 0-3-15,2-1-2 0,-1 1 4 0,-1 0-1 16,2 0 1-16,1-2-2 0,0 2 2 16,0-2 0-16,0 0-1 0,2 0 1 0,-2-1-1 15,2 1 1-15,0-2-1 0,-3 2 33 16,2 0-32-16,0 1 3 0,-4-1-2 0,-1-1 1 16,5 3 1-16,-4 0-12 0,0 0 11 0,3 0-1 15,-2 0 2-15,2 0-5 0,-2 0 4 0,4 0 0 16,-2 0 0-16,2 0-14 0,-2 0 12 0,2-2 1 15,0 1-11-15,0-1 10 0,2 0-3 0,-3-1 3 16,2-1 33-16,-2 2-33 0,-1 0 1 0,0 0 17 16,1 0-16-16,-4 1 0 0,4 1 3 0,-3 0-2 15,2 0 0-15,0 0 0 0,0 0 2 16,1 0 23-16,0 0-21 0,0 0-2 16,2-3-4-16,-2 1 4 0,3-2 1 0,0 1 12 15,0-1-11-15,-2 0-1 0,1 3-1 0,-1-3 7 16,0 2-6-16,-2 0 0 0,0 0 4 0,-1 2-33 15,-2 0 29-15,2 0 0 0,-1 0-1 0,1 0-32 16,-2 0 30-16,1 0-1 0,1 0-21 0,0 0-1 16,0 0 18-16,0 0-21 0,2-1 19 15,0-1-1-15,0 2 2 0,2-2-17 16,-1 0 14-16,3 2 2 0,0-3-4 0,-1 2 18 16,1 1-15-16,1 0 0 0,2 0 1 0,-1-2 9 15,0 0-9-15,1 0 1 0,0 0 13 0,0-1-13 16,-2-1 0-16,2-1 1 0,0 0-1 0,-5 2 2 15,0-1-2-15,-6 3-46 0,0-2 22 0,-3 1-1 16,-3 0 22-16,-4 2-60 0,-1 0 28 0,1 0-7 16,-2 0 33-16,0 0-41 0,0-3-4 0,-5 3 28 15,-12 0-89-15,-5 0 38 16,-5 0 26-16,-3 0 1 0,-4 0-664 0</inkml:trace>
  <inkml:trace contextRef="#ctx0" brushRef="#br1" timeOffset="147427.81">12817 5279 290 0,'6'-13'0'0,"0"3"0"0,-2 4 0 0,1 1 0 0,-1-3 0 0,0 3 0 0,-1 1 211 0,-1 0-93 15,0 3-42-15,-2-1 77 0,2 1-60 0,-2 1-30 16,0 0 11-16,0 4-8 0,-9 17-33 16,-8 11 0-16,-6 7 28 0,-7 16 1 0,-2-6-21 15,-11 20-9-15,0-1 30 0,-2 1 0 0,-6 12-29 16,6-6-1-16,4-7-3 0,-10 13 4 0,11-21 0 15,-1 2-35-15,4-8 1 0,9-11 34 0,3-7-67 16,2-1 26-16,5-6-1 0,6-6 26 0,1-5-62 16,6-7 22-16,1-2 4 0,4-4 8 15,0-5-206-15,2 0 92 0,14-6 58 16,9-16 7-16,5 0-236 0,9-13 136 0,5-1 63 16,6-7-142-16</inkml:trace>
  <inkml:trace contextRef="#ctx0" brushRef="#br1" timeOffset="147678.16">13364 5247 615 0,'15'-15'0'0,"-7"7"0"0,-1 5 0 0,-3 2 0 0,-2 1 0 0,-2 0 171 16,0 8-61-16,-13 13-42 0,-8 7-1 0,-4 5 70 16,-12 11-52-16,-4 5-26 0,-1-3 8 0,-10 16 115 15,3-3-75-15,-4 3-37 0,-3 9 62 0,2-2-49 16,6-2-18-16,-12 14 4 0,10-9 0 0,-1 0-36 15,5-13-1-15,0 8-59 0,11-15 37 0,-9 10-7 16,14-17 30-16,1 3-38 0,4-10 1 0,2-3 37 16,4-5 7-16,3-1-126 0,4-9 34 0,3-4 37 15,5-9-199-15,2-1 106 16,2-4 30-16,0-2-286 0,13-13 158 0,13-15 87 16,6-8 43-16,12-13-285 0</inkml:trace>
  <inkml:trace contextRef="#ctx0" brushRef="#br1" timeOffset="147953.41">13745 5188 1289 0,'-2'0'0'0,"-3"0"0"0,-1 9 0 0,1 6 0 0,-5 3 0 0,-3 4 0 0,-1 7 0 0,-11 13 0 0,-3 0 174 0,-8 11-71 0,-2-1-35 0,-7 9 160 16,0 5-89-16,-11 12-58 0,0 1-24 0,-8 3 56 15,2 2-41-15,5-12 9 0,-12 17-48 0,7-16 14 16,4-6-15-16,8-8 1 0,-1 3-33 0,10-13 41 16,-5 7-8-16,14-13-107 0,2-4 54 0,7-8 26 15,4-3 1-15,10-9-219 16,2-6 112-16,5-2 32 0,2-7 37 0,0-4-357 16,9 0 180-16,16-10 69 0,6-15 58 0,5-7-244 15,9-8 147-15,4-5 72 0,2-6-107 0</inkml:trace>
  <inkml:trace contextRef="#ctx0" brushRef="#br1" timeOffset="148203.75">14033 5249 970 0,'11'-14'0'0,"-2"9"0"0,-1 3 0 0,0 2 0 0,-7 0 0 0,-1 4 0 0,0 14 0 0,-10 9 0 0,-8 11 284 0,-6 2-125 0,-7 8-55 0,-9 12-40 16,-4 2 212-16,-10 12-122 0,3-3-60 15,-4 6 57-15,7-8-50 0,-14 19-39 0,7-13 0 16,10-13-29-16,-7 4 0 0,4-6 0 16,9-11-45-16,-8 8 19 0,13-16-1 0,0-2 27 15,2-3-196-15,10-8 98 0,2-7 57 16,2-3 16-16,9-6-308 0,2-5 151 0,3-3 33 16,2-4-210-16,2 0 138 0,2-13 82 0,15-8-111 15,11-11 92-15,4-2 47 0,11-9 22 0</inkml:trace>
  <inkml:trace contextRef="#ctx0" brushRef="#br1" timeOffset="148465.04">14327 5345 1125 0,'2'-8'0'0,"0"7"0"0,2 1 0 0,-2 0 0 0,0 0 0 0,-2 0 0 0,0 14 0 0,-6 7 55 0,-7 5 246 0,-8 9-138 16,-2 6 108-16,-10 9-119 0,-3 1-60 0,-1 7-30 15,-6 4 9-15,-8 15-2 0,2-4 1 0,-5 6-37 16,-1-2-1-16,-1-2 27 0,9-12 8 0,-2 2-86 16,6-7 26-16,5-5 0 15,8-10-133-15,0 0 79 0,8-9 48 0,-1 2-8 16,6-9 40-16,4-3-279 0,2-7 110 0,3-6 68 16,2-4 2-16,5-1-112 0,-1-5 47 0,2-1 51 0,0-1-182 15,9-18 115-15,12-6 49 0,9-10 36 16,13-9-257-16</inkml:trace>
  <inkml:trace contextRef="#ctx0" brushRef="#br1" timeOffset="148712.99">14596 5516 818 0,'9'-6'0'0,"0"6"0"0,-4 0 0 0,1 0 0 0,-5 0 57 0,1 0 195 0,-2 6-110 15,0 9-54-15,0 4-20 0,-9 10 231 16,-6 5-133-16,-4 2-67 0,-5 9 37 0,-10 9-47 15,-4 3-20-15,-3 5 53 0,-4 3-45 0,-2 1-22 0,-2-2-41 16,2 0 19 0,6-10 8-16,-12 11-8 0,9-11-1 0,3-3-82 0,8-6 42 15,-3-2 20-15,10-9 8 0,3 0-188 16,5-11 90-16,4-3 54 0,7-9-135 16,1-3 82-16,4-4 9 0,2-2 32 0,0-2-370 0,2 0 187 15,11-14 93-15,8-5-229 0,5-6 166 0,6-3 77 0</inkml:trace>
  <inkml:trace contextRef="#ctx0" brushRef="#br1" timeOffset="148899.2">14664 6062 1197 0,'0'0'0'0,"0"6"0"0,0 7 0 0,0 2 0 0,0 2 0 0,-8 4 0 0,-5 1 179 0,-5 6-65 0,-9 8-45 16,-1 0 134-16,-2-1-86 0,-2 5-41 0,2-1-22 15,3-3 191-15,-5 7-109 0,8-6-52 0,4-7-26 0,-1-1-107 0,8-9 40 16,-1 1 30-16,5-4-9 0,4-8-356 16,3-3 189-16,2-3 93 0,0-3-689 15</inkml:trace>
  <inkml:trace contextRef="#ctx2" brushRef="#br0">3069 16351 0</inkml:trace>
  <inkml:trace contextRef="#ctx1" brushRef="#br0" timeOffset="19603.48">24818 17073 0,'0'0'0,"0"0"16,0 0-1</inkml:trace>
  <inkml:trace contextRef="#ctx0" brushRef="#br0" timeOffset="161336.28">13385 11994 741 0,'0'0'0'0,"0"0"0"0,-2 0 0 0,2-2 0 0,0 2 0 0,0-1 0 0,0-3 0 0,4-1 196 0,9-1-86 0,8-2-38 0,0 1 62 16,6 1 5-16,3 4-53 0,0 0-18 0,2 2 19 16,-4 0-28-16,0 11 1 15,-3 3-31-15,-2 4 4 0,-5 3 8 0,-1 5-8 16,-4 2 4-16,-3 2-5 0,-4 4 1 0,-4 2 0 15,-2 0 35-15,0 6-8 0,-6-3-27 0,-8 0 49 16,0 0-24-16,-5-1-1 0,-1-8-16 0,-1 2 21 16,-2-4-1-16,-2-4-28 0,1-3-91 15,-2-5 45-15,3-7 31 0,-1-2-8 0,3-1-83 16,3-4 47-16,0-2 28 0,5 0-1 16,6 0-305-16,-1-10 129 0,6-4 85 0,2-6 3 15,2-4-294-15,10-2 174 0,6-4 79 0,8-6 52 16,-1 2-289-16</inkml:trace>
  <inkml:trace contextRef="#ctx0" brushRef="#br0" timeOffset="161581.01">13883 11852 948 0,'0'-11'0'0,"0"5"0"0,0 0 0 0,-8 0 0 0,-3 5 0 0,-4 1 0 0,1 0 224 0,0 4-96 15,-5 14-47-15,2 5-25 0,0 9 256 0,-2 6-144 16,6 3-68-16,2 0 142 0,3 1-105 0,4 2-52 15,4-10-18-15,0 4 123 0,2-3-79 16,14-1-39-16,2-2-7 0,5-4 1 0,1-4-25 16,4-1-8-16,2-4-165 0,1-4 82 0,-1-2 42 15,0-3 20-15,-4-5-115 0,6 1 64 0,-10-2 36 16,1-4-1-16,-2 0-438 0,-5 0 165 16,0 0 130-16,-4-2-312 0,0-6 213 15,-3-5 106-15,0-2-269 0,-3-4 179 0</inkml:trace>
  <inkml:trace contextRef="#ctx0" brushRef="#br0" timeOffset="161738.04">14104 12008 1575 0,'0'0'0'0,"0"0"0"0,0 2 0 0,2-2 0 0,0 0 0 0,1 0 0 0,5 1 0 0,2-1 0 0,3 0 282 0,4 0-125 0,-3 0-62 0,6 0 228 0,-4 0-146 15,3 0-63-15,-2 0-45 0,0 0-162 16,-2 0 63-16,0 1 31 0,-1 4-484 0,-5-1 266 15,2 4 121-15,-4 1 64 0,-3 0-683 0</inkml:trace>
  <inkml:trace contextRef="#ctx0" brushRef="#br0" timeOffset="161895.63">14181 12219 1383 0,'-13'10'0'0,"4"1"0"0,5-4 0 0,-2 1 0 0,4-4 0 0,0-1 0 0,2 0 0 0,0-2 0 0,7-1 253 0,9 0-102 15,7 0-64-15,1 0 139 0,0 0-96 16,2 0-49-16,-1-1-344 0,-4-2 156 0,3 0 66 0,0 1 36 16,3 0-536-16,-3-1 286 0</inkml:trace>
  <inkml:trace contextRef="#ctx0" brushRef="#br0" timeOffset="162136.66">14501 11992 638 0,'0'-9'0'0,"0"2"0"0,7-3 0 0,2 3 0 0,3-1 0 0,1 1 422 0,4 0-199 0,1 4-95 0,1 1 117 16,2 2-106-16,-1 0-53 0,1 2 178 15,2 11-120-15,-5 2-55 0,0 2-28 0,-4 4 34 16,-2 4-31-16,-5 3 9 0,-5 1-40 16,-2 3-37-16,0 1 1 0,-9 0 36 0,-7-1-76 15,-2-1 47-15,-4-3-9 0,-1-5 38 0,-2-2-73 16,0-4 37-16,0-3-1 0,2-5-278 0,0-3 116 15,2-3 80-15,1-3 40 0,5 0-322 0,6 0 167 16,2-2 76-16,5-7 50 0,2-4-222 0,0-2 133 16,5-6 65-16</inkml:trace>
  <inkml:trace contextRef="#ctx0" brushRef="#br0" timeOffset="162427.54">14972 11764 1034 0,'-4'-4'0'0,"0"0"0"0,1 2 0 0,-4-2 0 0,0 1 0 0,2 0 0 0,-3 2 0 0,1-1 178 0,-1 2-77 16,-1 0-34-16,0 2 171 0,0 9-103 15,-3 4-51-15,1 4 90 0,-3 9-74 0,3 3-34 0,-2 9 0 16,3 2 34-16,1 1-33 0,2-4 7 0,2 10-41 15,5-13 156-15,0 3-79 0,0-3-38 0,1-2 27 16,10-4-37-16,2 0 0 0,4-5-187 0,3-1 80 16,-2-3 38-16,1-5 9 0,4 1-334 15,-2-6 166-15,0-3 96 0,2-2 13 0,3-6-250 16,-3 0 96-16,5 0 95 0,0-8 18 16,-3-7-403-16</inkml:trace>
  <inkml:trace contextRef="#ctx0" brushRef="#br0" timeOffset="162693.81">15428 11717 846 0,'-9'-7'0'0,"1"6"0"0,-1 1 0 0,-4 0 0 0,-2 0 441 0,0 5-195 15,-2 9-111-15,0 5-51 0,4 5 148 0,0 2-99 16,3 3-50-16,1 2 220 0,3 3-140 15,4 0-65-15,2 2-32 0,0-3 86 0,2 2-59 16,6-4-22-16,5-1-68 0,2-2 0 0,2-2 30 0,0-3 0 16,4-4-224-16,-2-2 120 0,6-2 48 0,-2-5 27 15,3-3-174-15,-1-3 70 0,1-4 62 16,-4 0-480-16,5 0 247 0,-3-4 119 16,-1-9-242-16,-1 0 181 0,-5 1 90 0,4-1 37 15</inkml:trace>
  <inkml:trace contextRef="#ctx0" brushRef="#br0" timeOffset="162888.43">15641 11765 968 0,'-8'-7'0'0,"4"3"0"0,4 3 0 0,-2-2 0 0,2 3 0 0,0 0 506 0,0 0-236 0,5 4-111 15,4 7 179-15,3 2-153 0,2 5-76 0,2 2 179 16,-2 1-127-16,-1-3-56 0,1 7-40 0,-3-2-271 15,-2-5 119-15,1 5 61 0,-1-3 28 0,-2 1-510 16,-1-1 267-16,1-2 136 0,-1-3 69 0,0-9-693 16,-1 1 348-16</inkml:trace>
  <inkml:trace contextRef="#ctx0" brushRef="#br0" timeOffset="163117.81">15913 11660 1391 0,'2'-11'0'0,"0"2"0"0,0-1 0 0,-1 6 0 0,-1 1 0 0,0 0 0 0,0 2 187 0,0 1-69 16,0 4-46-16,0 13 371 0,-3 7-204 0,-6 10-104 16,-3 3-51-16,-1 8 305 0,-1 7-182 0,-2 7-88 15,0-1-42-15,-2 4 126 16,-1 4-85-16,2-7-35 0,-5 16-30 0,-1-6 124 16,0 1-177-16,0-3 0 0,0-5 0 0,6-9 0 15,0-1 0-15,4-4-292 0,3-14 213 0,1 3 56 16,1-8 27-16,3-6-541 0,1-4 264 0,0-10 69 15,4-2 87-15,0-4-430 0,0-3 257 0,0 0 121 16,2-16-404-16</inkml:trace>
  <inkml:trace contextRef="#ctx0" brushRef="#br0" timeOffset="163292.6">15956 12116 928 0,'2'-2'0'0,"3"-1"0"0,-1 3 0 0,1 0 0 0,-4 0 283 0,-1 11-125 15,0 2-63-15,0 5-23 0,0 7 436 0,-1 0-237 16,-6 1-120-16,2 0 50 0,1 1-84 0,0-7-34 16,3 3-29-16,-1-2-349 0,2-5 163 15,0-4 83-15,0-3-585 0,0-3 330 0,2-6 159 16,3 0 81-16</inkml:trace>
  <inkml:trace contextRef="#ctx0" brushRef="#br0" timeOffset="163660.2">16161 11797 796 0,'7'-9'0'0,"6"3"0"0,3 0 0 0,0-3 0 0,-1 2 0 0,5 0 0 0,0 1 378 0,1 0-164 16,1 2-95-16,-2 2 244 0,3 2-165 0,-2 0-83 16,-4 0 38-16,0 4-51 0,-3 7-40 15,-2 4 1-15,-3 2-64 0,-3 2-1 0,-2 6 35 16,-4-4 8-16,0 12-43 0,0-3 35 0,-11 2 0 15,-5 0 0-15,0-1-48 0,-3 0 32 0,0-1-7 16,0-2 45-16,0-4 1 0,1-1-61 0,-1-2 61 16,4-5-2-16,1-1-30 0,4-1 3 15,0-3 81-15,4-3-35 0,2-1 0 16,3-1-33-16,1-1 26 0,0 0-33 0,0 1-1 16,1-2-13-16,11-1 40 0,1 1-18 0,3 1-9 15,2-4 40-15,1 4-40 0,-1-4 1 0,1 1-76 16,2 0 46-16,-3 0-8 0,2-2 38 0,-1 0-279 15,-3 0 123-15,0 0 56 0,-2 0 37 0,-3 0-438 16,3 0 219-16,-7 0 110 0,2-2 45 0,-1 0-164 16,-2-1 117-16,-1-5 54 0,-3 0-337 15,0-4 195-15,-2 0 98 0</inkml:trace>
  <inkml:trace contextRef="#ctx0" brushRef="#br0" timeOffset="163837.01">16251 11932 1293 0,'-13'0'0'0,"7"0"0"0,2 0 0 0,3 0 0 0,-1 0 0 0,2 2 0 0,0-2 0 0,3 2 513 0,10-1-241 0,6 2-119 15,4 3 212-15,-1-5-158 0,4 5-91 0,-1 0-42 0,0-1-58 16,-4 1 17-16,0 0 0 16,2-3-355-16,-2 3 173 0,-3-2 91 0,2-2 46 15,-6-1-562-15,2 1 303 0,-5-2 85 0,2 0 95 16,-5 0-512-16</inkml:trace>
  <inkml:trace contextRef="#ctx0" brushRef="#br0" timeOffset="164051.44">16623 11728 848 0,'4'-11'0'0,"5"1"0"0,3 4 0 0,-3 1 0 0,0 1 0 0,0 3 0 0,5 1 468 0,-2 0-223 0,6 3-105 0,3 10 203 15,-1 2-155-15,1 6-77 0,-3 5 441 16,3 2-264-16,0 4-128 0,-3 3-63 0,1-3 215 0,-6 4-140 15,-1 0-1-15,-5 0-171 0,-3 0 0 0,-4 1 0 16,0 2 0-16,-11-1 0 0,-6-6 0 0,-7 8 0 16,-3-5 0-16,-1-3-569 0,0 0 381 15,0-7 118-15,-2-1-360 0,3-4 206 0,3-3 54 16,5-7 68-16,-2-1-503 0,9-5 277 0</inkml:trace>
  <inkml:trace contextRef="#ctx0" brushRef="#br0" timeOffset="164211.01">17175 12353 2005 0,'0'0'0'0,"13"0"0"0,2 0 0 0,-6 0 0 0,-5 0 0 0,-2 0 0 0,0 0 0 0,-2 0 366 0,0 0-158 0,0 0-92 0,0 0-41 16</inkml:trace>
  <inkml:trace contextRef="#ctx0" brushRef="#br0" timeOffset="173859.41">19646 11565 962 0,'0'0'0'0,"0"0"0"0,-1 0 0 0,1 0 0 0,0 0 0 0,0 0 0 0,0 0 0 0,1 0 140 0,7 0-53 0,5 0-28 0,0 0 199 16,6 0-112-16,-1-3 93 0,7 2-108 0,0-1-48 0,1-2-26 15,2 0 1-15,1-3-26 0,3 5 96 16,-1-6-52-16,3 3-22 0,-2-3 0 0,0 2-22 16,-4 1 1-16,-4 1 8 0,0 1-91 0,-3 1 41 15,-1 0 20-15,-6-1-235 0,-3 1 127 0,1 1-199 16,-5 1-115-16,-3 0 175 0,-2 0 105 15,0 0 30-15,-2 0-369 0</inkml:trace>
  <inkml:trace contextRef="#ctx0" brushRef="#br0" timeOffset="174268.99">19769 11591 991 0,'-11'0'0'0,"1"0"0"0,6 5 0 0,2 1 0 0,2-3 0 0,-2-1 187 0,2 1-68 0,0 1-48 16,2-1 262-16,5 0-150 0,7 2-75 0,1-1-38 16,0-1 79-16,3 1-62 0,1 1-27 0,1-2-68 15,0 4 20-15,2-1 0 0,-1-2 29 0,-2 4-52 16,0-2 22-16,-3 1-1 0,-4 3 23 0,-3-1-124 16,-3 4 70-16,-5 1 22 0,-1 1-102 0,0 6 34 0,-9 1 40 15,-12 4-17-15,0 1-22 0,-10 5 29 16,3-4 0-16,4-4 2 15,-7 2 52-15,5-3-5 0,3-6-33 0,1-1 142 16,3 0-64-16,2-7-29 0,8-1 0 0,-2-2 76 16,5-1-38-16,0-3-30 0,4 0 192 0,2-2-100 0,0 0-49 15,0 0-13-15,2 1 38 0,12-1-40 16,2 3 0-16,3-3 64 0,6 0-48 0,0 0-24 16,-4 0 9-16,9 0 7 0,-1 0 0 0,-1 0-39 15,-2 0-1-15,3 0-27 0,-7 0 8 0,0 0 19 16,-1 0-189-16,0 0 95 0,-4 0 48 0,-4 0 23 15,-4 0-471-15,2 0 230 16,-4 0 84-16,-2 0-461 0,1 0 289 0,-3 0 143 16,1 0 64-16,-2 0-404 0,1 0 242 0</inkml:trace>
  <inkml:trace contextRef="#ctx0" brushRef="#br0" timeOffset="174448.51">20220 11878 1679 0,'3'0'0'0,"3"2"0"0,-1 4 0 0,-3 2 0 0,0 2 0 0,0 5 0 0,-1 2 0 0,-1 2 189 0,2 0-78 0,0 3-32 0,-2 5 321 16,0-1-184-16,0 0-92 0,0 0-45 0,0 1 12 15,0-5-21-15,0 8-9 0,2-9-307 16,-2 2 140-16,3-4 69 0,-1-3-521 0,-1-4 304 16,1-3 139-16,0-3-268 0,2-5 137 0,1-1 113 15,1-1 20-15</inkml:trace>
  <inkml:trace contextRef="#ctx0" brushRef="#br0" timeOffset="174588.14">20482 11589 1807 0,'7'-6'0'0,"2"5"0"0,0 1 0 15,-4 0 0-15,-1 0 0 0,1 0 0 0,2 1 0 0,-2 2 0 0,1 5 117 0,-1 0-42 0,1 4-21 0,-3-1-316 16,2 2 143-16,-3 3-607 0,-1 1 364 0</inkml:trace>
  <inkml:trace contextRef="#ctx0" brushRef="#br0" timeOffset="174725.77">20533 11914 1267 0,'-5'7'0'0,"0"4"0"0,1-3 0 0,3-2 0 0,-3-1 68 16,4-1 275-16,0-2-156 0,0 2-77 0,0-1 224 15,2 1-150-15,7 2-68 0,3-2-45 0,-1 1-356 0,4 3 160 16,-2-1 78-1,2 0-791-15</inkml:trace>
  <inkml:trace contextRef="#ctx0" brushRef="#br0" timeOffset="175323.45">21123 11567 858 0,'-16'-14'0'0,"5"5"0"0,6 5 0 0,-1-2 0 0,3 1 165 0,0-3-66 0,3 1-25 0,0-1 202 16,0 1-122-16,0 0-61 0,10-2-30 0,1 4 82 15,5 1-48-15,2 2-36 0,1 1 0 0,2 1 19 16,2 0-24-16,2 3 0 0,-4 6-12 0,6 4-12 0,-6 1 1 16,2 0 0-16,-2 4-42 0,-3-1 22 0,-2 0 7 15,-3 1 13 1,0 5-61-16,-5 1 30 0,-5 1 0 0,-3-2 39 15,0 5-84-15,-3-2 33 0,-13 0 3 0,-2 2-13 16,-5-2 28-16,-3-2 7 0,-3 1-17 0,-1-4-8 16,-2-5 13-16,0-4-78 0,1-4 38 0,-1-5 1 15,2-3 37-15,1 0 1 0,9 0-195 0,-2-2 90 0,4-7 38 16,4-2 21-16,5 0-247 0,2-2 130 16,5-1-201-16,2-1 164 0,2-5 83 0,14 1 33 0,6-2-136 15</inkml:trace>
  <inkml:trace contextRef="#ctx0" brushRef="#br0" timeOffset="175517.05">21608 11388 932 0,'0'-2'0'0,"-12"2"0"0,-5 0 0 0,-7 0 0 0,-1 11 0 0,-1 4 0 0,-1 6 565 0,-3 7-266 15,8 0 354-15,-8 12-314 0,7-2-153 0,6-1-77 0,8-1 190 16,4 0-133-16,5 3-58 0,0-1-42 0,21-1-138 15,7-5 52-15,7-5 27 0,6 0-218 16,9-4 130-16,1-7 52 0,4-1 32 16,2-3-730-16,-1-5 380 0</inkml:trace>
  <inkml:trace contextRef="#ctx0" brushRef="#br0" timeOffset="176144.66">21872 11481 1256 0,'0'-1'0'0,"0"1"0"15,0 0 0-15,0 0 0 0,7 0 0 0,3 0 0 0,1 0 133 0,5 0-50 0,0 0-25 0,7-2 297 16,1 0-161-16,-2-2-72 0,8-1-49 0,-3 0 62 15,-1 4-51-15,-3-3-25 0,2 2-212 0,-5 1 102 16,1-1 37-16,-4 2 24 0,-4 0-425 0,-4 0 225 16,-2 5 110-16,-4 10-311 0,-3 0 126 0</inkml:trace>
  <inkml:trace contextRef="#ctx0" brushRef="#br0" timeOffset="176308.22">21949 11714 753 0,'0'3'0'0,"0"2"0"0,0 1 0 0,2-1 0 0,0-1 0 0,0 0 0 0,3-1 467 0,4 1-217 0,3-2-109 16,6 1 343-16,3-2-218 0,4-1-120 0,-2 0-84 15,-1 0-29-15,0 0-1 0,1 2 1 0,-1 2-477 16,1 0 235-16,0 1 120 0,-2 4 61 0,-1-1-290 16,4 3 175-16</inkml:trace>
  <inkml:trace contextRef="#ctx0" brushRef="#br0" timeOffset="176786.34">22881 11290 1073 0,'-18'-11'0'0,"7"1"0"0,8 9 0 0,1-1 0 0,-2 2 0 0,-1-2 86 0,0 0-27 0,3 0 1 16,1 0 309-16,1 1-172 0,0 1-82 0,0 0 158 15,5 0-120-15,11 0-60 16,3 0-22-16,4 0 126 0,4 0-83 0,-1 0-40 15,6 0-21-15,-2 0 69 0,2 0-37 0,4 0-31 16,-1 0 1-16,2 0-27 0,7 0 5 0,-1 0 0 16,6 0-28-16,3 0 27 0,9-6 1 0,0-2 0 15,2 0-25-15,5-1 0 0,-8 2 33 0,15-1-9 16,-7 2-31-16,0 1 6 0,1 1-1 0,-2 2-17 16,-7 1 15-16,18-1-18 0,-7 2 33 0,-2 0-56 15,-3 0 26-15,-1 0-5 0,-8-2 33 16,10 2-50-16,-14-3 21 0,2 2-12 15,-4-1-83-15,-6 0 45 0,-10 0 29 0,-1 2-98 16,-11-1 57-16,-8 1 16 0,-2 0 0 0,-9 0-127 0,1 0 68 16,-5 0 46-16,-2 0 0 0,-21 0-263 0,-2 0 151 15,-14 0 76-15,6 5 28 0,-12 6-294 16</inkml:trace>
  <inkml:trace contextRef="#ctx0" brushRef="#br0" timeOffset="177273.55">22934 11384 1206 0,'-14'-15'0'0,"7"6"0"0,3 5 0 0,-1 0 0 0,-2-1 0 0,3-1 0 0,1 2 0 0,1 2 0 0,0 0 314 0,2 0-144 0,0 2-69 16,0 0-34-16,0 7 19 0,0 13-27 0,0 2 8 16,0 7 100-16,2 3-67 0,0 1-34 0,1 5 0 15,-1 7 12-15,3-8-14 0,-3 12-8 0,0-1 24 16,-1 0-23-16,-1 1 0 0,0 0-24 0,0-4-33 16,0 7 33-16,0-7 0 0,0-9 0 0,0 0-22 15,0-4 1-15,0-8 29 16,0-2 18-16,0-3-26 0,0-5 0 0,0-7-1 15,0-1-32-15,0-4-2 0,-1-2 22 0,-8 0 47 16,-2 0-42-16,0-8 3 0,-2-5 3 0,-2-4-139 16,-4-4 60-16,3-1 35 0,-2-3 12 0,-1-3-226 15,3 0 102-15,0 0 61 0,2 3 5 0,3 9-120 16,1-4 55-16,1 8 45 0,1 4 131 0,5 1-51 16,-2 2-12-16,3 4 80 0,0 1-50 0,2 0-26 15,-1 3-1-15,1 11 119 0,0 2-41 16,-2 7-40-16,2 2 17 0,-4-1 42 15,2 3-16-15,-1-5-25 0,-3 8-189 0,3-9 77 16,-4 1 43-16,4-1 0 0,-1-2-392 0,0-1 193 16,1-3 78-16,3-3-389 0,0-3 249 0,0 1 125 15,0-5 62-15</inkml:trace>
  <inkml:trace contextRef="#ctx0" brushRef="#br0" timeOffset="178022.96">23369 11735 891 0,'0'-3'0'0,"0"-1"0"0,0-2 0 0,0 1 0 0,0-3 0 0,0-2 0 0,0-3 0 0,-2 0 0 0,2-1 116 0,-1-2-41 0,-1 2-22 16,0-1 35-16,-4 0-27 0,2 1 7 15,-2 1-35-15,-1 2-22 0,-2-1 22 0,-1 0-1 16,-1 5 1-16,-3 0 4 0,3 5-4 0,-3 0 0 16,0 2 38-16,-2 0-39 0,-3 15 1 0,6 2 64 15,-6 10-37-15,6 2 1 0,-2 4-28 0,5 2 112 16,0 8-56-16,9-7-20 0,-1 2-8 0,2 2 42 16,0-6-35-16,2-1 0 0,6-6-35 15,3-4-18-15,1 0-7 0,4-4 24 16,-2-2-31-16,2-6-1 0,-1-1 33 0,-4-3-113 15,0-5 53-15,3-2 29 0,-3 0 1 0,0 0-170 16,-1-12 89-16,-1-6 19 0,0-7 31 0,-2 1-129 16,0-3 70-16,-3-4 16 0,1-3 23 0,-1 0-52 15,-1-2 38-15,1 3-1 0,0 1 31 0,-3 9 23 16,1 3 1-16,-2 7-33 0,0 5 72 0,0 1-32 16,0 6 0-16,0 1 201 0,-3 8-109 0,-5 10-44 15,1 11-28-15,2-1 198 0,3 2-102 16,2 2-27-16,0 0-34 0,0-5 56 15,0 5-42-15,3-5 0 0,6-3-188 0,1-3 77 16,1-2 37-16,2-2-154 0,-1-4 91 0,1-4 36 16,-4-3 29-16,3-2-569 0,-3-4 274 0,2 0 104 15,1 0 86-15</inkml:trace>
  <inkml:trace contextRef="#ctx0" brushRef="#br0" timeOffset="178323.27">23508 11400 1483 0,'0'-10'0'0,"0"0"0"0,0 2 0 0,8 0 0 0,5-2 0 0,6 3 0 0,1 1 155 0,2 3-53 0,0 2 158 15,-1 1-114-15,-1 0-57 0,-3 10-27 0,-2 3-23 16,-6 3 2-16,-1 4-8 0,-3 0-1 0,-3-1-133 16,-2 1 66-16,0-1 34 0,-9 0-139 0,-5 0 82 15,-2-5 45-15,-3 0 23 16,-2-5-78-16,-1-1 42 0,1 0-28 0,2-5 191 15,2 1-83-15,2 0-29 0,6-4-18 0,3 2 137 16,3-2-62-16,-2 0-38 0,5 0 7 0,0 1 203 16,7 2-111-16,7-2-56 0,7 1-18 0,7-2-49 15,-3 1 13-15,2-1 0 0,2 3-150 0,-1-1 75 16,-4-2 45-16,6 2-406 0,-9 1 197 0,-1 0 110 16,1 2 18-16,-3-2-552 0,-4 5 290 0,-3 2 158 15,-4-1 75-15</inkml:trace>
  <inkml:trace contextRef="#ctx0" brushRef="#br0" timeOffset="178501.42">23685 11852 1216 0,'-10'2'0'0,"5"1"0"0,0 1 0 0,4-4 0 0,-1 3 0 0,2-3 0 0,0 0 286 0,0 0-118 0,10 0-72 15,6 0 367-15,7 0-215 16,2-3-107-16,-2-1-81 0,2 1 9 0,5-4-36 15,-9 4-1-15,4 2-182 0,-4-1 91 0,-1 2 46 16,-1 0 31-16,-3 0-572 0,0 0 293 0</inkml:trace>
  <inkml:trace contextRef="#ctx0" brushRef="#br0" timeOffset="178701.19">24067 11593 1865 0,'-7'0'0'0,"3"-2"0"15,4 2 0-15,0 0 0 0,0 0 0 0,0 0 0 0,0 2 0 0,6 4 0 0,8 2 352 0,-3 4-159 0,8-2-81 0,1 2 171 0,-3 0-117 16,2 1-71-16,-1 0-296 0,0 2 117 0,-2-2 58 16,-2 0 29-16,-2-1-551 0,-1-1 286 0,-2 0 147 15,-2-3 74-15,-2 1-698 0</inkml:trace>
  <inkml:trace contextRef="#ctx0" brushRef="#br0" timeOffset="178910.63">24304 11521 1053 0,'2'-6'0'0,"-2"5"0"0,2-1 0 0,-2 2 0 0,0 0 0 0,0 3 0 0,0 8 279 0,0 7-115 0,0 6-69 0,-6 4 389 15,-3 10-225-15,-3 1-113 16,-2 6-57-16,-2 6 213 0,-4 6-139 0,-1 3-65 15,0-2-33-15,0 2-4 0,0-3-28 0,0-3 8 16,-1 11-284-16,5-16 138 0,4 4 69 0,1-8-204 16,5-11 137-16,3-4 76 0,0-4 26 0,2-4-617 15,2-7 295-15,0-3 139 0,0-7 75 0,0-3-394 16</inkml:trace>
  <inkml:trace contextRef="#ctx0" brushRef="#br0" timeOffset="179240.75">24415 11472 1406 0,'8'-20'0'0,"3"7"0"0,2 2 0 0,0 1 0 0,-1-1 221 0,-3 3-94 0,4 1-47 16,-1 3-15-16,-1 2 334 0,-1 0-183 0,2 2-92 15,-3 0-46-15,-3 8-17 16,-1 7-20-16,-2 1-8 0,-3 5-159 0,0 3 80 15,-4 1 39-15,-7-3 0 0,0-1-135 0,-7 4 83 16,4-4 46-16,-4-4-30 0,4-1 37 0,-2-1-47 16,2-4-58-16,2-1 148 0,3-2-26 0,2-3-55 15,1-1 20-15,2-3 334 0,4 1-145 0,-2-2-81 16,2 2-9-16,0 0 283 0,3-1-162 16,9 2-82-16,1 0 143 0,4-3-117 15,1 4 38-15,3-1-178 0,0-1 0 0,-1-1 0 16,1 1 0-16,-1-2 0 0,-2 2 0 0,-1-2 0 15,-1 0 0-15,2 0-513 0,-7 0 263 0,4 0 134 16,-4 2-10-16</inkml:trace>
  <inkml:trace contextRef="#ctx0" brushRef="#br0" timeOffset="182817.49">26361 11352 915 0,'-5'0'0'0,"1"-4"0"0,4 3 0 0,0-2 0 0,0 3 0 0,0 0 0 0,2-1 0 0,9-1 233 16,6-1-100-16,5 0-50 0,1-1 188 0,7-3-123 15,0 1-58-15,-1 2-28 0,4-5 68 0,-4 3-49 16,-3 3-16-16,0-3-8 0,-4 5-52 0,-1-3 28 16,-4 2 0-16,0 2-55 0,-6 0 36 0,0 0-9 15,-2 0 28-15,-1 0-240 0,-2 0 118 16,0 0 61-16,-3 0-454 0,-2 0 235 16,2 0 73-16,-1 0 71 0,-2 0-283 0,0 0 176 15</inkml:trace>
  <inkml:trace contextRef="#ctx0" brushRef="#br0" timeOffset="183191.56">26380 11390 836 0,'-23'6'0'0,"6"1"0"0,4 2 0 0,6-3 0 0,0 2 0 0,4-5 0 0,1 1 98 0,2 2-36 16,0 1 145-16,2 2 52 0,12-2-113 0,4 5-56 15,-1-5 163-15,10 5-114 0,-3-2-53 0,2-1-27 16,0 0 15-16,-1 0-20 0,-4-2 7 0,-1 3-92 15,1 0 31-15,-2-2 1 0,-4 3 32 0,-4-2-132 16,-3 0 74-16,-3 4 25 0,-4 0-53 0,-1 3 43 16,0 1-11-16,-8 3 21 0,-11 3-105 0,-3-1 52 15,1 4 0-15,-6 1 22 0,1-1-22 16,0-1 37-16,-1-3-20 0,0 0 17 16,6-2 56-16,4-7-27 0,-1 2 3 0,7-4 120 15,4-2-64-15,2-1-36 0,3-1 80 0,2-1-53 16,0 0-12-16,0-1 2 0,9 1 113 0,6-2-68 15,4-1-19-15,5 1-22 0,1 0 83 0,-5-2-45 16,10 0-33-16,-5-1 0 0,0 1 14 0,2-2-1 16,-6 2-39-16,1-2-89 0,-1 0 41 0,0 0 23 15,-6 0-119-15,-1 0 72 0,-2 0 36 16,-3 0 8-16,1 0-510 0,-1 0 251 16,-1 0 84-16,-1 0 77 0,0 0-530 0,1 0 286 15</inkml:trace>
  <inkml:trace contextRef="#ctx0" brushRef="#br0" timeOffset="183501.78">26752 11832 1414 0,'2'0'0'0,"2"-3"0"0,3 0 0 0,2 0 0 0,3 0 0 0,2-1 0 0,4 0 0 0,0 1 246 0,3 0-106 16,2 2-53-16,-3 1 240 0,-1 0-146 0,-2 5-66 15,-4 8-27-15,-2 3-28 0,-3 2 1 0,-4 3-29 16,-3 2-117-16,-1-1 67 0,0 4 21 0,-9-1 0 15,-6-3-139-15,-1 1 84 0,-4-4 43 0,5-4-84 16,-10 1 57-16,9-6-29 0,0 1 36 16,2-3 59-16,3-5 0 0,1 1-81 0,4-2 310 0,3-2-127 15,1 0-65-15,2 0-16 16,0 0 114-16,0 0-37 0,4 0-53 0,13 0-10 16,1 0-3-16,5 0 0 0,0 0-30 0,-1 0-64 15,5-2 29-15,-2 1-1 0,-2-2-341 0,0 1 184 16,-2 1 95-16,1-1 27 0,-3 2-615 0,-3 0 302 15,0 0 160-15,-2 0 80 0,-3 0-185 0,5 0 136 16,-6-8 65-16,4-7 31 0</inkml:trace>
  <inkml:trace contextRef="#ctx0" brushRef="#br0" timeOffset="183677.31">27329 11446 1388 0,'0'-7'0'0,"0"-3"0"0,0 9 0 0,0-1 0 0,4 2 0 0,-3 0 0 0,0 0 504 0,2 0-235 0,-1 0-119 0,3 0-58 16,1 0-70-16,-1 0 11 0,4 0-1 0,-2 3 1 15,-2 7-194-15,-1 0 97 16,0 6 56-16,-3 0-643 0,-1-1 341 0,0-2 172 16</inkml:trace>
  <inkml:trace contextRef="#ctx0" brushRef="#br0" timeOffset="183805.68">27347 11728 1266 0,'0'7'0'0,"0"2"0"0,0 1 0 0,0-4 0 0,0-2 0 0,0-3 0 0,0 1 290 0,0-2-121 0,0 2-72 0,1 0 208 0,2-2-136 15,2 0-68-15,1 0-34 16,2 0-320-16,-3 0 139 0,3 0 74 0,-1 2-329 16,-6 1 200-16</inkml:trace>
  <inkml:trace contextRef="#ctx0" brushRef="#br0" timeOffset="184536.93">28034 11570 515 0,'0'-21'0'0,"0"6"0"0,2 5 0 0,10 3 0 0,-1 0 0 0,6 0 0 0,3-2 225 0,7 4-96 0,3 3-48 0,2 2-25 15,0 0 181-15,-1 6-106 0,0 7-49 16,-5 4 107-16,-5 2-78 0,-5 4-39 16,-7-3 49-16,2 10-48 0,-10-1-1 0,-1 3-39 15,0 1 10-15,-15 6-10 0,-2-7 8 0,-9 6-8 16,-2-4-33-16,-1-4 0 0,1-6 33 0,-2-1-66 15,-2-6 41-15,2-6-8 0,1-4 32 0,3-5-179 16,3-2 84-16,2 0 21 0,5-2-250 16,2-11 129-16,8-6 75 0,6-4 13 0,0-2-310 0,6 0 176 15,13 1 80-15,6-2 52 16</inkml:trace>
  <inkml:trace contextRef="#ctx0" brushRef="#br0" timeOffset="184735.24">28579 11382 876 0,'0'-7'0'0,"0"4"0"16,-4 3 0-16,-11 0 0 0,-8 10 0 0,-2 5 0 0,-4 4 217 0,-4 9-97 0,3 0-44 0,0 4 333 0,3 1-189 15,6 4-93-15,7-7 177 0,1 4-140 16,8-1-65-16,5-1-33 0,0 0-6 0,5-2-28 16,15-2 9-16,3 1-8 0,7-2-196 0,2-2 98 15,2-5 49-15,-5-2-152 0,5-1 108 0,0-2 43 16,-2-4 24-16,-2-2-521 0,-3-3 252 15,0-2 57-15,-5 0-294 0,-1-4 238 0</inkml:trace>
  <inkml:trace contextRef="#ctx0" brushRef="#br0" timeOffset="184906.43">28806 11462 1323 0,'0'0'0'0,"0"0"0"0,0 0 0 0,0 0 0 0,1 0 0 0,10 0 0 0,0-1 0 0,3-5 0 0,2 5 242 0,0-1-105 0,4-1-52 0,1 2 27 16,0-1-40-16,-3 2 9 0,1 0-325 0,-3 0 139 16,0 8 69-16,-5 3 34 0,-1 4-544 0,-8-3 288 15,-2-3 136-15</inkml:trace>
  <inkml:trace contextRef="#ctx0" brushRef="#br0" timeOffset="185069.43">28806 11776 1601 0,'-5'2'0'0,"3"4"0"16,2-2 0-16,0-2 0 0,0-2 0 0,0 0 0 0,11 0 0 0,5 0 281 0,8 0-125 0,1 0 93 0,-2-2-109 0,5-6-53 0,-4 4-19 15,9-3-116-15,-6 2 41 16,3-1-1-16,-4 1 41 0,-1-1-493 0,-4 2 255 16,0 2 114-16,0 0 62 0,-12 0-657 0,-3 2 338 15</inkml:trace>
  <inkml:trace contextRef="#ctx0" brushRef="#br0" timeOffset="185328.74">29296 11593 1387 0,'0'0'0'0,"0"-4"0"0,0 1 0 0,0 2 0 0,-1-1 0 0,1 2 0 0,0 0 0 0,0 0 0 0,3-1 508 0,14 1-237 0,5 0-111 0,2 0 163 15,5-3-146-15,1 2-71 0,0-1-37 0,2 0-62 16,-7 0 9-16,9 0 16 0,-9 0-105 0,-1 1 53 16,1-1 27-16,-6-1-1 0,-1 3-197 0,-4-1 108 15,-3-1 58-15,-3 0 25 16,-5 0-285-16,2 0 80 0,-3 0 85 0,-2-2-74 16,0 1 81-16,0-4 40 0,-2 4-93 0,-6-1-109 15,3 0 114-15,0 2 68 0,-1-5-420 0</inkml:trace>
  <inkml:trace contextRef="#ctx0" brushRef="#br0" timeOffset="185987.58">30187 11176 611 0,'-7'-6'0'0,"1"4"0"0,3 0 0 0,1 2 0 0,0 0 0 0,-2 0 0 0,4 0 0 0,0 0 277 0,0 0-122 16,0 0-61-16,9 0-31 0,7 0 146 0,8 0-80 15,6 0-53-15,2 2 71 0,11 0-57 0,4 0-28 16,-2 2-1-16,11-2 141 0,7-1-88 0,1 1-41 15,8-2 90-15,3 0-66 0,17 0-31 0,-16 0 7 16,7-2-12-16,1-1-28 0,-3-5 0 0,-5 1-1 16,-4-1-117-16,-10 2 68 0,12 1 20 15,-20 1-62-15,-1 2 46 0,-6 0 23 16,-10-1-1-16,1 2-160 0,-8 0 49 0,-6 1 53 16,-4 0-18-16,-7 0 6 0,-5 0 1 0,0 0-4 15,-5 0-47-15,-1 0 42 0,-2 0 10 0,0 0-1 16,-11 0-155-16,-2 0 83 0,0 1 54 0,-4 3-332 15,2 0 189-15,-5 2 94 0,-2-3 38 0</inkml:trace>
  <inkml:trace contextRef="#ctx0" brushRef="#br0" timeOffset="186422.8">30145 11350 814 0,'-22'-21'0'0,"8"7"0"0,3 10 0 0,6 2 0 0,0 2 0 0,2 0 0 0,-2 0 0 0,0 6 210 16,-4 7-89-16,6 7-44 0,-2 8 220 0,5 10-136 15,0 3-64-15,0 7 120 0,0 2-92 0,0 1-46 16,0 4-15-16,0-4 3 0,5 3-34 0,0-4 0 15,2 0-1-15,-5-4-23 0,3-9 31 0,-4 3-7 16,1-2-62-16,-2-6 31 0,0-2-1 16,0-3 32-16,-2-8-60 0,-6 1 15 0,-4-6 20 15,-1-3-54-15,-2-1 31 0,-2-7 1 16,-5-1 2-16,2-2 36 0,-3 0-16 0,-1-2-6 16,2-11 5-16,-1-3-14 0,2-3 15 0,-3-4 3 15,4-3-64-15,2-2 30 0,0-2-1 0,5 4 28 16,1 5-100-16,2 0 41 0,2 6 25 0,2 6 47 15,0 1 0-15,5 2-38 0,-1 5 7 0,2-2 27 16,-2 3 1-16,-1 0-27 0,1 8-62 0,2 5 32 16,-3 2-3-16,2 2 39 0,1 0-101 0,0 2 47 15,0-1 23-15,0 2-3 0,0-4-351 16,1 2 180-16,4-4 90 0</inkml:trace>
  <inkml:trace contextRef="#ctx0" brushRef="#br0" timeOffset="186943.68">30377 11893 533 0,'8'-11'0'0,"-3"3"0"0,1-1 0 0,-1-4 0 0,0 0 0 0,2-6 102 0,-3 0-39 0,1 0 0 16,-1-1 52-16,-2 1-41 0,-2-2-20 0,0 2 7 16,0 1 7-16,0 1-36 0,0 0 1 15,-6 2-12-15,-3 2 12 0,-3 4 7 16,-1 2-7-16,-1 4-17 0,-2 3 25 0,-1 0-8 16,-3 6-21-16,3 7 29 0,-6 8-8 0,5 3 0 15,-3 4 66-15,3 2-33 0,4 4 0 0,0 2-25 16,5 0 39-16,2-2-24 0,4 1 0 0,3-4 32 15,0-1-28-15,0-9 8 0,5 1-35 0,9-2-57 16,0-5 28-16,0-4 0 0,1-3-63 0,1-6 53 16,1-2 16-16,2 0 0 15,-3 0-135-15,2-4 72 0,-2-12 15 0,-1 0 27 16,2-7-112-16,-3 0 57 0,-2 1 11 0,-3-3 6 16,0 7-2-16,-4-3 6 0,-1 6 2 0,-2 3 57 15,-2 3-8-15,0 4-31 0,0 0 66 0,0 4 61 16,0 1-54-16,-2 0-30 0,-6 6 129 0,-1 8-71 15,4 4-19-15,0 1-25 0,-1-1 48 0,3 3-29 16,1-1 1-16,2 1-53 0,0 0 27 0,0-4 4 16,0 0 19-16,0-2-237 15,3-4 97-15,7-2 54 0,-3 0-137 0,2-4-73 16,0-4 92-16,1 1 67 0,1-2-215 0,0 0 135 16,-1 0 60-16,2 0 41 0,-4-5-203 0,0-9 118 15</inkml:trace>
  <inkml:trace contextRef="#ctx0" brushRef="#br0" timeOffset="187242.56">30585 11446 765 0,'8'-2'0'0,"2"-3"0"0,-1 3 0 0,4 0 0 0,1 0 0 0,1 0 0 0,-1 0 141 0,-1 1-55 0,2 1-26 15,-2 0 194-15,-1 0-111 0,-3 3-47 0,0 5-35 16,-4 1-11-16,-2 2-17 0,-1 2 0 0,-2 2-59 15,0 1 38-15,-10 2-9 0,-4 1 30 0,-7-2-34 16,1-2 1-16,4-4 32 0,-5 0-54 0,3-1 23 16,1-3 3-16,0-1-1 15,9-4 62-15,1-1-24 0,1 2-22 0,4-3-5 16,1 0 138-16,1 0-64 0,0 0-22 0,3 0 1 16,10 0 8-16,6 0-42 0,-1 0-1 0,5 0 6 15,-2-3-5-15,2 0 0 0,-2 0-159 0,1 0 76 16,1 2 41-16,-4 1 16 15,1 0-411-15,-1 0 174 0,-1 0 112 0,-2 5 10 0,-2 5-392 0,2 1 233 16</inkml:trace>
  <inkml:trace contextRef="#ctx0" brushRef="#br0" timeOffset="187435.12">30704 11932 852 0,'-11'0'0'0,"3"2"0"0,7 0 0 0,1-2 0 0,0 0 0 0,1-4 0 0,12-5 441 0,6-2-195 0,8-2-111 0,0 1-51 16,5 1 261-16,-2 1-155 0,2 3-79 0,-7 2-89 15,5-2 10-15,-3 6 1 16,-5 1 0-16,-1 0-372 0,1 0 186 0,-1 0 101 16,-5 8-594-16,-1-1 323 0</inkml:trace>
  <inkml:trace contextRef="#ctx0" brushRef="#br0" timeOffset="187627.6">31104 11651 1384 0,'0'-10'0'0,"2"7"0"0,6 1 0 0,1 2 0 0,-2-2 0 0,2 2 0 0,-1 0 0 0,5 0 496 15,0 0-231-15,2 7-108 0,-2 3-35 0,-3 3-45 16,4 2-22-16,-4 2 0 0,-4 4-156 0,5-3 75 15,-5 3 25-15,1-2-206 0,-1-1-156 0,5-1 198 16,-3-4 99-16,5-3-632 0</inkml:trace>
  <inkml:trace contextRef="#ctx0" brushRef="#br0" timeOffset="187852">31466 11489 1502 0,'-1'-6'0'0,"1"4"0"0,0 2 0 0,-2 0 0 0,-6 0 0 0,2 11 0 0,-5 6 0 0,-3 6 0 0,-1 10 436 0,-5 6-206 16,-4 6-98-16,0 11 52 0,-3-1-75 0,-2 5-39 0,4-4 9 15,-4 14 2-15,1-6-24 0,-1-5-1 16,2 1-23-16,8-11-170 0,-5 2 93 0,2-2 35 16,4-6-256-16,3-7 149 0,0-2 74 0,0-7 38 15,5-6-402-15,4-1 195 0,-2-10 63 0,3-2-51 16,4-5 83-16,-1-3 42 0,2 0 13 0,0 0-231 15</inkml:trace>
  <inkml:trace contextRef="#ctx0" brushRef="#br0" timeOffset="188161.17">31568 11471 1379 0,'22'-28'0'0,"7"16"0"0,-1 7 0 0,-2-5 0 0,-1 1 0 0,-1 1 187 16,-5 6-76-16,-3 1-31 0,1 1 81 0,-4 0-63 0,1 13-33 16,-6 1 0-16,-3 11-3 15,-5-2 9-15,0 7-38 0,-8-1-96 0,-9 0 48 16,-3-2 24-16,-3 2-1 0,-1-6-81 0,-1-2 49 16,1-5 28-16,6-5-80 0,-1-1 41 0,3-3 32 15,5-3-34-15,0-2 158 0,5-2-71 0,2 0-24 16,3 0-17-16,-1 0 115 0,2 0-51 0,0 0-32 15,2 0 175-15,9 0-92 0,6 0-44 0,-2 0-16 16,7 0-55-16,3 0 0 0,-7 0 24 16,9 0 0-16,-5 0-334 0,3 0 175 15,1 0 76-15,-1 0-662 0,2 0 343 0,0 1 171 16</inkml:trace>
  <inkml:trace contextRef="#ctx0" brushRef="#br0" timeOffset="206796.16">19769 12516 689 0,'-2'-4'0'16,"0"3"0"-16,0-1 0 0,0 0 0 0,2 0 0 0,-2 1 0 0,2-2 0 0,-1 2 0 0,1-1 178 0,0 0-77 0,0 0-34 0,0 2 89 0,0-2-61 16,0 2-32-16,0 0 9 15,0 0-8-15,0 0 0 0,0 0-31 0,1 0-1 16,5 8 59-16,-1 3-21 0,1 6-9 0,-1 5 59 16,2 3-44-16,-4 0-21 0,3-3 33 0,-3 9-32 15,3-4 1-15,-2-1-25 0,-1 0-20 0,1-1-1 16,0-3 30-16,0 1-8 0,0 2-31 0,-1-2 0 15,-1-4 31-15,0 2-67 0,0-2 42 16,0-4-13-16,-2-2-104 0,0-3 53 0,0-3 36 16,0-3-1-16,0-2-184 0,0-2 88 15,0 0 53-15,0 0 10 0,0-7-281 0,-2-9 150 16,0-5 69-16,2-6 45 0,0-4-337 0</inkml:trace>
  <inkml:trace contextRef="#ctx0" brushRef="#br0" timeOffset="207088.41">19778 12490 762 0,'-9'-10'0'0,"5"3"0"0,-2 3 0 0,2 1 0 0,0-3 0 0,2 3 0 0,2 0 194 0,0 0-85 15,0 2-38-15,10-5 237 0,7 5-138 0,2 1-68 16,3 0-27-16,4 0 150 0,1 1-96 16,1 9-48-16,2 3 27 0,-2 0-38 0,1 1 9 0,-1 1-47 15,-2 2-31-15,-2-2 0 0,-1 4 31 0,-2-2-67 16,-7-1 42-16,0 5-8 0,-1 2 34 0,-10-1-23 15,-1 3-1-15,-2-1 24 0,0-2-38 0,-4 9 48 16,-8-7-49-16,-6 2 24 0,-2-3 40 16,-2-3 0-16,-3-1-37 0,-2-3-3 15,1-5-20-15,1-2-1 0,-4-2 33 0,5-3-201 16,3-2 95-16,0 0 43 0,3-2 19 0,2 0-137 16,7 0 63-16,0 0 42 0,5 0-333 0,2 0 177 15,1 0 85-15,1-2 42 0,1 0-344 0,8 0 193 16,6 0 88-16</inkml:trace>
  <inkml:trace contextRef="#ctx0" brushRef="#br0" timeOffset="207338.45">20178 12633 1180 0,'0'0'0'0,"0"0"0"0,0 0 0 0,0 0 0 0,0 4 0 0,0 3 0 0,0 2 0 0,0 4 444 0,2 1-206 0,8 3-102 16,2-2 139-16,-1 1-125 0,3 0-59 15,0-1-29-15,2 0-36 0,-3 0 7 0,2-2 8 16,-2 0-74-16,-2 1 33 0,-1-5 0 0,-3 0 32 16,-1 1-281-16,-3-5 149 0,-1-1 63 0,0-1 27 15,1 0-521-15,-3-3 205 0,0 0 147 0,0 0-223 16,0 0 188-16</inkml:trace>
  <inkml:trace contextRef="#ctx0" brushRef="#br0" timeOffset="207606.31">20473 12529 722 0,'0'0'0'0,"0"3"0"0,0-2 0 16,-4 1 0-16,1 2 176 0,-4 1-63 0,2 4-45 0,1 0 1 0,1 4 299 0,-1 3-167 15,-2 4-84-15,0 2-35 0,-1 7 123 0,-2 2-86 16,0 3-44-16,-5 7 23 0,-1-1-33 0,2-5 8 16,-4 12-40-16,0-4-29 15,1 4 0-15,-2 1 28 0,-1-1-19 0,3-3-9 16,0-2 28-16,3-8 1 0,2 0-75 0,3-5 37 16,3-4 8-16,-1-3-164 0,3-3 88 0,1-4 20 15,0-6 31-15,2-2-279 0,0-2 136 16,0-4 55-16,0 2-305 0,0-3 191 0,0 0 96 15,0-6 48-15,2-13-295 0</inkml:trace>
  <inkml:trace contextRef="#ctx0" brushRef="#br0" timeOffset="208020.28">20488 12682 1639 0,'0'0'0'0,"1"0"0"0,3 0 0 0,2 0 0 0,0 0 0 0,3 0 0 0,5-2 0 0,0-1 0 0,5-1 211 0,0 2-89 0,2-3-44 16,0 4 45-16,-1-2-49 0,-1 0-21 0,-1 1 0 15,-1 0-47-15,-1 0-1 0,-5 2 36 0,0 0-77 16,-1 0 34-16,-3 0 0 0,-3 0-32 0,-1 0 34 16,-1 0 7-16,0 0 26 0,-2 0 6 0,0 0-17 15,0 6 1-15,-6 7-44 0,-4 6 165 0,-6 4-64 16,1 3-26-16,-2 3-1 0,-4 10 4 0,1-6-26 15,3 1 15-15,-6 7-14 0,7-3-33 0,-2-9-1 16,2 5 35-16,0-3-80 0,5-7 47 16,2 1-8-16,1-7-27 0,3-6 28 15,1-1-1-15,2-3-1 0,2-3 87 0,0-2-35 16,0-2-9-16,0-1-24 0,2 0 128 0,7 0-59 16,3 0-15-16,3 0 56 0,0-4-35 15,1-1-26-15,0-1 0 0,0-1 15 0,2 1-7 0,-4 0-35 16,2 0-110-16,-4 3 56 0,-1-1 27 0,-2 0 8 15,0 3-346-15,-4-2 176 16,0 3 68-16,-3-3 50 0,-1 1-549 0,1 2 270 16,-2 0 146-16,0 0 70 0,0 0-215 0,0 0 142 15</inkml:trace>
  <inkml:trace contextRef="#ctx0" brushRef="#br0" timeOffset="208188.47">20518 12894 1125 0,'-8'0'0'0,"7"0"0"0,-3 0 0 0,4-2 0 0,0 2 0 0,0 0 0 0,4 0 470 0,8 0-218 0,6 0-110 0,1 6-55 15,-1 0 254-15,5-1-146 0,1 0-86 0,-2 1-249 16,3 2 86-16,-1-3 43 0,3-1 22 0,-4 0-265 16,7 0 139-16,-3-4 74 0</inkml:trace>
  <inkml:trace contextRef="#ctx0" brushRef="#br0" timeOffset="208436.31">21107 12496 1097 0,'-12'-6'0'0,"8"4"0"0,4 2 0 0,0 0 0 0,2 0 0 0,9 0 0 0,4 0 297 0,5 0-137 16,5 0-63-16,7 0 121 0,0 0-92 15,3 0-47-15,-3 0-15 0,1 0-170 0,-4 0 69 16,-6 0 35-16,0 0-155 0,-4 0 95 0,-7 0 56 0,-1 2 15 16,-1 2-555-16,-6 0 267 0</inkml:trace>
  <inkml:trace contextRef="#ctx0" brushRef="#br0" timeOffset="208640.33">21247 12191 1184 0,'0'0'0'0,"0"6"0"0,2 6 0 0,-1 3 0 0,1 1 0 0,2 9 238 0,-1 4-103 0,4 6-50 0,0 6 327 0,0 3-190 15,-1-5-86-15,3 12-56 0,-3-5 44 0,0 0-45 16,-1 1-24-16,-1 0 1 0,-2-9-129 0,1 11 49 15,-1-3 28-15,-2-11 0 0,0 3-379 16,0-6 203-16,0-7 111 0,0-7-538 0,-2-7 296 16,-3-3 75-16,0-8-176 0</inkml:trace>
  <inkml:trace contextRef="#ctx0" brushRef="#br0" timeOffset="208795.92">21254 12596 646 0,'2'-6'0'0,"-2"4"0"0,0 2 0 0,0 0 0 0,0 0 0 0,-4 8 421 0,-7 5-194 16,-4 6-97-16,0 1-48 0,-4 3 110 0,-2 3-84 16,3-1-38-16,-1 1-38 0,4-2 1 0,3-6 8 15,1 1-9-15,4-1-349 0,3-10 175 16,4 2 87-16,0-5-553 0</inkml:trace>
  <inkml:trace contextRef="#ctx0" brushRef="#br0" timeOffset="208931.56">21371 12620 1235 0,'7'0'0'0,"2"5"0"0,3 3 0 0,-5-2 0 0,-3-1 0 0,-1 3 0 0,1 1 0 0,-1 1 259 0,-1-1-112 0,1 2-58 0,1 1-121 16,0-1 33-16,-3 0 8 0,3-2-515 0,0 1 251 16</inkml:trace>
  <inkml:trace contextRef="#ctx0" brushRef="#br0" timeOffset="209131.02">21557 12462 1376 0,'0'0'0'0,"0"0"0"0,0 9 0 0,0 7 0 0,0 1 0 0,0 7 0 0,0 2 0 0,0 4 588 0,0 2-277 16,0 0-140-16,0 0 67 0,0 2-102 15,0 0-44-15,0-3-33 0,0 1-27 0,0-2 1 16,0 1 0-16,0-5-399 0,0-8 208 15,0 0 92-15,0-4 49 0,0-2-553 0,0-7 297 0,0-1 59 0,0-4 101 16,-4 0-379-16,0-7 229 16</inkml:trace>
  <inkml:trace contextRef="#ctx0" brushRef="#br0" timeOffset="209447.69">21500 12396 636 0,'5'-30'0'0,"1"7"0"0,6 2 0 0,-1 8 0 0,1-3 0 0,0 5 194 0,4 3-85 0,0 0 49 15,3 3-62-15,0 1-32 0,0 2 0 16,-1 0 80-16,1 1-60 0,0-2-25 0,-2 3-1 16,0 0 11-16,-2 0-36 0,-4 0 7 0,0 0-7 15,-2 0 54-15,0 3-27 0,-4 0-1 0,1 3 39 16,-3-2-25-16,1 2-8 0,-2 1-32 0,1 1 99 16,-1-1-50-16,0 1-25 0,1 3 50 0,-1-1-42 15,1 6 1-15,-1-1-33 0,0 4 68 0,0 5-34 16,0 3 9-16,-2 3-44 0,0 4 42 15,0 7-41-15,0-2 0 0,0 5-52 0,0-5 34 16,0 8-9-16,1-6 27 0,1-5-255 16,2 4 125-16,-1-4 43 0,1-6-178 0,3 1 90 15,-4-5 69-15,1-3-9 0,-2-3-285 0,-1-4 167 16,1-8 75-16,-2 0 51 0,0-4-210 0,0-4 126 16,0 0 62-16,-9 0-174 0,-1-7 111 0,-3-9 67 15,-1-4-194-15</inkml:trace>
  <inkml:trace contextRef="#ctx0" brushRef="#br0" timeOffset="209596.29">21629 12628 986 0,'-10'-10'0'0,"2"4"0"0,3 5 0 0,0-1 0 0,3 2 0 0,1 0 229 0,1-2-98 16,0 2-49-16,1 0 209 0,13 0-133 0,1-3-62 0,2 3-32 16,-1-1 56-16,5 1-44 0,-2-2-13 0,0 1-8 15,0-2-173-15,-3 3 75 0,0 0 38 0,-5 0-474 16,-1 0 264-16,-3 0 120 0</inkml:trace>
  <inkml:trace contextRef="#ctx0" brushRef="#br0" timeOffset="209749.01">21636 12776 1148 0,'-10'0'0'0,"4"1"0"0,1-1 0 0,3 0 0 0,0 0 0 0,0 0 0 0,2 0 436 0,0 0-194 0,4 0-109 0,9 0-50 0,1 0 5 0,0 0-27 15,2 0-1-15,0 0-261 0,-1 0 113 0,2 5 61 16,-3 2-626-16</inkml:trace>
  <inkml:trace contextRef="#ctx0" brushRef="#br0" timeOffset="209899.56">21629 13025 841 0,'-10'3'0'0,"4"-1"0"0,1-2 0 0,0 0 0 0,3 0 0 0,2 0 420 0,0 0-185 16,0 0-106-16,12 0-47 0,4 0 13 0,5-5-30 16,4-3-1-16,-5 2-205 0,8-4 83 15,-9 2 45-15,2 3-609 0</inkml:trace>
  <inkml:trace contextRef="#ctx0" brushRef="#br0" timeOffset="210131.46">22090 12439 1769 0,'3'-7'0'0,"-1"5"0"0,1 1 0 0,-1 1 0 0,0 0 0 0,-2 3 0 0,0 12 0 0,0 7 163 0,0 5-66 0,0 5 376 0,0 2-220 16,-2 5-103-16,-3 0-62 0,0 1-2 0,-1 5-27 15,1-4 0-15,1-1-27 0,-1-3-308 0,-2 0 150 16,4-3 79-16,-1-9 40 15,2-2-502-15,2-8 271 0,-2-4 72 0,2-6-230 0,-1-2 151 0,-1-3 106 16,2-3-249-16,-2-13 178 16</inkml:trace>
  <inkml:trace contextRef="#ctx0" brushRef="#br0" timeOffset="210497.48">22013 12346 1061 0,'7'-19'0'0,"3"4"0"0,1 4 0 0,2 0 0 0,3 1 0 0,2 1 0 0,3 0 0 0,3 2 0 0,0 1 196 0,9 1-86 16,-4 1-39-16,6 3 1 0,-2-3-41 0,3 2 2 16,-2 1 8-16,-2-2-67 0,-4 3 29 15,-5 0 0-15,-2 0-3 0,0 0 0 0,-3 3 41 0,-5 4-8 16,-4-2-39-16,-1 0 38 0,-3 1-28 0,-1 0 23 16,-2-1 79-16,0 1-45 0,-1 4-14 0,-1-2-26 15,0 3 232-15,0 2-110 0,0 2-47 0,0 2 118 16,0 1-90-16,-1 9-46 0,-1-3-23 0,2 5 43 15,0 4-24-15,0 2-9 16,0 9-49-16,0-3 17 0,0 5 0 0,0 2 0 16,2 1-77-16,1 0 35 0,3 0 21 0,-3-2 0 15,4-2-100-15,-2-4 60 0,-1-5 27 0,1-3-113 16,1-1 61-16,-4-9 8 0,1 0 22 0,-1-7 2 16,-2-2 13-16,0-5-16 0,0-4 40 0,0-1-32 15,-9-4 5-15,-4 0-1 0,-2 0 11 0,-7-1 0 16,-1-10-7-16,-3-7 16 15,-6-4-338-15,5-5 144 0,-8-8 83 0,3-3-538 0,0-3 303 16,6 0 153-16</inkml:trace>
  <inkml:trace contextRef="#ctx0" brushRef="#br0" timeOffset="210638.11">22112 12573 1298 0,'-1'-6'0'0,"-1"4"0"0,2-1 0 0,0 3 0 0,0-6 0 0,7-2 0 0,9 1 0 0,4-1 361 0,1-1-164 0,3 0-82 0,-4 3-33 15,5-2 32-15,-2 1-41 16,-1 1 0-16,-2 5-40 0,1-1-210 0,-3 2 113 16,-4 0 44-16,-3 0-555 0</inkml:trace>
  <inkml:trace contextRef="#ctx0" brushRef="#br0" timeOffset="210939.81">22259 12751 631 0,'-3'6'0'0,"-1"2"0"0,1-1 0 0,1-2 0 0,1 0 0 0,-1-4 282 0,2 3-125 0,0-2-62 0,0-1-31 15,0-1 29-15,0 0-22 0,0 3-8 0,0-3-3 16,0 0 0-16,0 0-27 0,0 0 42 0,0-3-13 16,3-5-9-16,6-2-20 0,0 3-14 0,2-1 14 15,0 2 0-15,2 1 8 0,1 3-44 0,-1 0 0 16,-2 2 35-16,0 0 1 15,0 6-26-15,-3 7-8 0,-3 2 25 0,0 2-112 16,-3 1 45-16,-2 1 31 0,0-2-56 16,0 0 37-16,-4-2 9 0,-6-2-1 0,-1-4 120 0,-3-1-46 15,0-3-11-15,-2-3-38 0,2-2 130 0,-4 0-60 16,4-2-22-16,1-8 0 0,-1-4-44 0,5-4-6 16,2-2 58-16,2-5-471 0,5-2 209 0</inkml:trace>
  <inkml:trace contextRef="#ctx0" brushRef="#br0" timeOffset="214382.78">22316 9760 524 0,'-7'-2'0'0,"5"2"0"0,1 0 0 0,1 0 0 0,-2 0 0 0,2 5 181 0,0 7-74 0,0 2-37 0,0 8 69 15,0 2-58-15,3 4-24 0,4 4 0 16,0 9 50-16,-1 1-38 0,-3-3 9 15,1 13 32-15,0-3-39 0,-3 2 1 0,-1-2-39 16,0-3 69-16,0-7-27 0,0 4-7 0,0-4-36 16,0-3-15-16,0-3 16 0,-3-4 0 0,1-5-30 15,-2-2-8-15,1-2 38 0,-1-7-1 0,0-6-25 16,3-2 9-16,-3 0 17 0,-3-5-33 0,2 0 0 16,-2 0 7-16,-1-3 19 0,2-8-89 0,-1-2 38 15,-1-2 12-15,1-4 1 16,-3 1-119-16,3-2 67 0,0-2 26 0,-4-4-113 15,1 1 63-15,-1-1 37 0,-2 2-34 0,-1-1 30 16,3 8-6-16,-2 1 6 0,0 2 57 0,-3 5-35 16,2 4 0-16,-2 2 0 0,0 3 147 0,-1 0-69 15,-2 15-31-15,2 7-22 0,1 2 259 0,-2 2-129 16,7-2-39-16,0 5 132 0,3-1-79 0,5-1-53 16,3 2 21-16,0-4-36 0,0-3 8 0,11 2-43 15,4-3-10-15,3-2 9 16,5-4 1-16,2-2 0 0,-1-5-101 0,8-1 46 15,-4-1 28-15,3-4-1 0,-3-2-262 0,2 0 137 16,0 0 44-16,-1-2-528 0,1-6 286 0,3-1 143 16,-1-2 71-16</inkml:trace>
  <inkml:trace contextRef="#ctx0" brushRef="#br0" timeOffset="-214714.95">22858 10140 772 0,'2'-19'0'0,"0"-4"0"0,-2-4 0 0,0 3 0 0,0-4 0 0,0 7 0 0,-2 2 0 0,-4 2 186 0,-1 6-76 0,0 2-31 0,-5 1 97 15,-1 6-72-15,-2 1-36 0,-4 1 47 0,-3 3-40 16,-1 8-14-16,-2 6-7 0,0 0 8 0,0 4-30 16,0 0 1-16,5 0 0 0,1-6 50 0,4 3-29 15,2-3-1-15,8-4-20 0,-4 3 60 16,9-3-22-16,0 0-8 0,0-1 3 0,2 3 0 15,10 0-33-15,3-2 50 0,4 1-17 16,4 2-8-16,0-1-25 0,2 1 32 0,1-3 0 16,1 4-33-16,-3 2 9 0,1 0-17 0,-3 4 9 15,-3-1 0-15,-3 3 0 0,-2 1-36 0,-7-2 8 16,-1 7 28-16,-3-3-45 0,-3 0 23 0,0 3-6 16,-5-3 27-16,-8-2-11 0,-6 1 5 0,-1-5-14 15,-5-1 38-15,-1-4-5 16,-4-6-22-16,2-1 2 0,-4-4-34 0,0-4 34 15,2 0-2-15,0-2-207 0,1-6 99 0,7-3 50 16,0-4 22-16,4-1-413 0,6 2 204 0,3-3 77 16,9-2 60-16,0-2-309 0,4-3 185 0,15 4 88 15,4-5-346-15,5 3 217 0</inkml:trace>
  <inkml:trace contextRef="#ctx0" brushRef="#br0" timeOffset="-214531.44">23081 10078 1712 0,'3'-12'0'0,"-1"6"0"0,0 3 0 0,-2-1 0 0,0-2 0 0,0 2 0 0,0 3 0 0,1-4 0 0,3 2 313 0,7-1-140 0,5 2 190 0,0-1-157 16,5-1-91-16,5 2-41 0,-1 0-76 0,0 2 0 16,0 0 34-16,-2 0 9 0,5 0-450 0,-7 2 221 15,-1 7 110-15,-1-1-269 16,-2 3 187-16,-2 2 104 0</inkml:trace>
  <inkml:trace contextRef="#ctx0" brushRef="#br0" timeOffset="-214380.84">23183 10313 1438 0,'-7'8'0'0,"2"1"0"0,5-5 0 0,-1 0 0 0,1-2 0 0,0 0 0 0,1-2 0 0,13 0 0 0,6 0 459 0,5 0-213 16,3 0-98-16,2-2-62 0,2-4-106 0,0-2 26 15,0 3 1-15,0 2-571 0,-6 0 307 0,6 3 141 16</inkml:trace>
  <inkml:trace contextRef="#ctx0" brushRef="#br0" timeOffset="-213847.45">23980 9662 1145 0,'-7'-5'0'0,"6"3"0"0,-1 0 0 0,-2-2 0 0,2 2 0 16,0 0 0-16,2 0 0 0,-1 1 0 0,1-1 383 0,0-1-174 0,0 2-89 0,1-1 111 0,12-1-99 0,5 2-42 16,6-1 28-16,3 0-43 0,3 0-21 0,3 2 0 15,10-2 55-15,-5 1-30 16,11 1-8-16,0-2-38 0,3 0 40 0,3 0-40 15,8 0-1-15,-8 0-35 0,14-2 14 0,-3 2-1 16,5-1 23-16,7-1-36 0,1 2 36 0,-3-4 8 16,6 5-77-16,-2-3 26 0,1-2-1 0,-3 3 17 15,5-3-7-15,-2 2-13 0,-2-1 31 0,-4 1-22 16,-2 0 51-16,-5 0-39 0,-3 2 5 0,-12 0 11 16,4 0-10-16,-5 1-1 0,-4-1 1 0,-9 2-1 15,-2 0 1-15,-7 0 4 0,-1 0-40 16,-8 0 0-16,-1 0 35 0,-9 0 2 15,-3 0-63-15,-5 0 28 0,-1 0-2 0,0 0 16 16,-2-2-200-16,0 1 87 0,-7-2 53 0,-9 3-330 16,-2 0 186-16,-5 0 89 0,-4 0 44 0,0 11-532 15,-8 1 288-15</inkml:trace>
  <inkml:trace contextRef="#ctx0" brushRef="#br0" timeOffset="-213356.75">23893 9720 748 0,'-3'-19'0'0,"-6"10"0"0,6 7 0 0,3 0 0 0,-2 2 0 0,2 0 231 0,-2 0-99 15,-2 0-41-15,3 7-34 0,-1 15 110 0,0 4-67 16,2 6-33-16,0 7 155 0,0-3-87 0,0 11-54 16,2-4 31-16,7 4 16 0,1 0-47 0,1 1-24 15,-2 3 78-15,3 2-55 0,-3 0-23 0,-3 1-1 16,1-4-55-16,-1 1 1 0,-2-7 38 0,-2 6-38 16,-1-7 0-16,-1-5 31 0,0-2-1 0,0-4-36 15,-1-11 8-15,-8 1 29 16,2-6-29-16,-2-8 1 0,-5-2-4 0,2-6 22 15,-5 0-50-15,0 0 20 0,-6-13-10 0,5-4 31 16,-3-6-198-16,2-3 94 0,0-4 41 0,-2-9 24 16,5 1-103-16,-1 0 58 0,4 5 9 0,-1-1-154 15,3 8 83-15,0 3 53 0,0 4 69 0,3 10-1 16,1-1-22-16,1 7 1 0,2 0 137 0,0 3-64 16,3 0-37-16,-3 12 0 0,0 8 60 15,2 3-43-15,2 0-3 0,-1 9 36 16,-1-5-16-16,0 4 0 0,2-1 1 0,0-2-108 15,-3-4 51-15,3 1-2 0,0-1-257 0,0-3 133 16,0-6 51-16,0-3 39 0,0-2-339 0,7-6 184 16,2-2 88-16,0-2 45 0</inkml:trace>
  <inkml:trace contextRef="#ctx0" brushRef="#br0" timeOffset="-213087.47">24168 9981 1216 0,'-6'-9'0'0,"1"5"0"0,2 3 0 0,1-2 0 0,-2 3 0 0,-1 0 0 0,1 0 0 0,-1 6 0 0,3 7 364 0,2 4-158 16,0 8-91-16,0-1-41 0,0 5 176 0,4 1-109 0,1 2-53 0,2 1 87 15,-3 1-75-15,1-1-34 0,0 1 1 0,-3 0-25 16,0 0-10-16,-2 0 9 15,0-3-107-15,0 4 49 0,0-6 25 0,0 0 0 16,-2-6-215-16,-3-2 124 0,3-3 53 0,1-7-24 16,-1-5-346-16,2-1 152 0,0-3 109 0,0-2-292 15,0 0 204-15,0-17 97 0,5-8-132 0</inkml:trace>
  <inkml:trace contextRef="#ctx0" brushRef="#br0" timeOffset="-212913.93">24214 10235 936 0,'-2'-4'0'0,"2"2"0"0,0 1 0 0,0-2 0 0,0-3 0 0,6 1 163 16,7-1-66-16,4-1-23 0,7-1 404 0,3 1-222 16,-1 2-112-16,2-1-56 0,3 0 253 0,-5 4-145 15,6 0-86-15,-7 0-67 0,-2 1-11 0,0 1 1 16,-2 0 0-16,-6 0-353 0,4 0 173 0,-8 0 89 16,-2 0-515-16,-1 0 263 0,-4 0 161 0,-3 0-12 15,-1 3-193-15,0-3 161 16</inkml:trace>
  <inkml:trace contextRef="#ctx0" brushRef="#br0" timeOffset="-212729.45">24393 9947 1073 0,'-2'0'0'0,"-2"0"0"0,4 0 0 0,-2 2 0 0,1 7 0 0,1 7 0 0,0 4 269 0,0 5-118 0,0 3-51 0,0 3 441 15,0 2-255-15,1 2-126 0,1 3 155 0,0 0-142 16,0-2-61-16,0 3-44 15,-1-4-194-15,0-3 80 0,-1 2 39 0,3-4 0 16,-3-5-172-16,0 0 102 0,0-5 54 0,0-5-598 16,0-4 326-16,0-2 63 0</inkml:trace>
  <inkml:trace contextRef="#ctx0" brushRef="#br0" timeOffset="-211153.35">24660 9995 329 0,'-2'0'0'0,"-2"-1"0"0,-2-3 0 0,2 1 0 0,1-1 0 0,-3 0 0 0,2 0 98 0,-1 1-33 15,0-1 0-15,2 0 24 0,-1 2-19 16,0-2-9-16,3 1-29 0,-1 1 66 0,2 0-33 15,-2 0 1-15,2 0 15 0,0 0-9 0,0-1-39 16,0-3 0-16,5-1 39 0,6 1 1 0,3-2-32 16,-1 5-5-16,2-3-3 0,0 5 0 0,0-1-1 15,0 0-24-15,0 2 9 0,0 0 16 0,-1 4-1 16,0 4-37-16,-2 7 38 0,-1-1 0 16,0 2 8-16,-3 4-43 0,-2-3 0 0,-1 5 11 15,-3 1 16-15,-1-3-6 0,-1 2 11 16,0-1-23-16,0 2 16 0,-5-3-3 0,-7 1 3 15,0 2-28-15,-1-6 31 0,-4 4-6 0,2-6 1 16,-4-2-39-16,2-1 0 0,-3 0 34 0,0-5-43 16,2 2 16-16,-3-6 1 0,2-1 16 0,-1-2-38 15,1 0 15-15,2 0 1 0,0 0-97 0,3 0 55 16,1 0 18-16,6-2 0 0,0 0-112 16,1-2 68-16,2 1 19 0,2 2 21 15,2-1-130-15,0-2 70 0,0 2 28 0,12-1-192 16,5 1 118-16,7-3 58 0,1-3-58 0</inkml:trace>
  <inkml:trace contextRef="#ctx0" brushRef="#br0" timeOffset="-210845.17">25048 9897 697 0,'2'-19'0'0,"-1"4"0"0,-1 0 0 0,0 2 0 0,0 3 0 0,0 1 0 0,-5 4 0 0,-2 1 0 0,-4 2 75 0,1 2-21 16,-3 0 41-16,-3 9-32 0,2 8 9 0,-5 6-39 16,1 1 41-16,0 3-1 0,2 2-40 0,-1 4 0 15,4-2 118-15,-1 3-63 0,5-4-27 0,4 2-1 16,1-5 97-16,4-2-62 0,0-2-23 0,0 0 73 16,0-3-56-16,5-3-28 15,4 2-1-15,2-4 4 0,1 0-23 0,-1-4-9 16,3 1-26-16,-3-3-1 0,0-1 28 0,1-3-1 15,-3-2-97-15,0 1 45 0,1-2 26 0,-1-2-221 16,-2 0 116-16,2 0 32 0,0 0 41 0,-2 0-367 16,0-2 183-16,0-2 74 0,0 1 52 0,0-2-303 15,-1-1 169-15</inkml:trace>
  <inkml:trace contextRef="#ctx0" brushRef="#br0" timeOffset="-210535">25099 10147 593 0,'-2'0'0'0,"0"0"0"0,-1 0 0 0,1 0 0 0,-2-1 0 0,1 1 0 0,1-2 276 0,2 2-121 16,-1 0-62-16,1 0-30 0,0 0 94 0,0 0-54 15,0 0-39-15,0 6 108 0,1 4-69 0,6-1-36 16,0 1 1-16,1-1 60 0,2 2-51 0,1 0-22 16,-2-2 0-16,0 1-23 0,1-2 1 0,-3-1 8 15,2 1-97-15,-2-3 45 0,2 1 21 0,-4-2 1 16,1 0-84-16,-3-2 60 0,1-1 12 0,-2-1-346 16,0 0 142-16,0 0 98 0,0 0-268 15,0 0 164-15,2-1 92 0,-1-8 44 16,0 1-235-16</inkml:trace>
  <inkml:trace contextRef="#ctx0" brushRef="#br0" timeOffset="-210172.98">25368 10047 698 0,'-2'0'0'0,"-2"0"0"0,0 0 0 0,0 0 0 0,-1-1 0 0,1-2 0 0,0 2 151 16,1-1-58-16,-2 2-31 0,4-3 168 0,-2 3-91 15,2 0-57-15,-3 0-25 0,2 0 52 0,-1 0-38 16,1 0 8-16,0 0-46 0,-2 3 6 0,1 3-6 16,1-1 0-16,-2 1 0 0,-1 0 46 0,0 6-46 15,1-2-1-15,-1 3 37 0,0 2-36 0,-3 1 0 16,0 2 58-16,-3 8-33 0,0 0-1 0,-1 3-24 16,0 1 32-16,-4 11-1 15,3-10-23-15,-4 13-8 0,1-1 2 0,0 2-2 16,0 1 0-16,-2 2-43 0,7-10 29 0,-1 5-8 15,3-6 22-15,4-3-33 0,0-6-1 0,1-4 34 16,0 1-5-16,0-6-156 0,2-1 60 0,0-4 41 16,-2-3-104-16,1-2 65 0,1-3 16 0,0-2 23 15,-1-2-94-15,3-1 51 0,-4-1 12 0,1 0 0 16,2 0-128-16,-3 0 81 16,4-7 36-16,0-8-296 0,0-4 166 0,1-2 83 15,10-3 34-15,-1-4-149 0</inkml:trace>
  <inkml:trace contextRef="#ctx0" brushRef="#br0" timeOffset="-209452.65">25262 9698 414 0,'0'0'0'0,"0"0"0"0,-2 0 0 0,2-6 0 0,0 2 0 0,0-2 0 0,0 2 123 0,0-3-37 0,0 4 72 0,0-3-62 15,0 4-32-15,2-1 0 0,0 1 6 0,4 0 7 16,0 0-44-16,1 2 0 0,0 0 14 0,0 0-14 16,2 0-1-16,0 0 9 15,-2 7-8-15,3 0 0 0,-4 3 0 0,1-3-35 16,-3 3 0-16,-1-1 43 0,-1 1-63 0,0 3 24 15,0-2 0-15,-2-2 9 0,0 5-50 0,0-3 29 16,-8 1-5-16,-1-1 19 0,-3 0-26 0,2 0 9 16,-1 0-1-16,-3-1 4 0,1-2-52 0,-1-3 23 15,4 1 0-15,0-4 42 0,-2 2-7 16,5-3-12-16,0-1-1 0,2 0 171 0,1 0-73 16,0 0-41-16,4 0 168 0,-2 0-85 0,2 0-40 15,0 0-30-15,0 0 29 0,2 2-25 16,6-2 8-16,6 2 0 0,2-2-32 0,0 2 0 15,1-2 0-15,0 0 27 0,2 0-19 0,-2 0-8 16,1 0-86-16,0 0 43 0,-2 0 22 0,0 0-1 16,-2 0-257-16,2 0 129 0,-5 0 46 0,-1 0 39 15,1 0-432-15,-2 0 217 0,-2 0 95 0,1 0-123 16,-2 0 121-16</inkml:trace>
  <inkml:trace contextRef="#ctx0" brushRef="#br0" timeOffset="-209170.4">25462 10106 366 0,'-4'2'0'0,"-3"5"0"0,6-4 0 0,-1 2 0 0,0-5 0 0,0 1 364 0,2-1-166 0,-2 0-82 0,2 0 129 16,0 0-98-16,0 2-61 0,2 0 180 0,7-1-117 15,3 2-58-15,3-3-29 0,2 0 129 0,2 1-83 16,0-1-37-16,2 0-1 0,-3 0-15 0,3 0 0 16,0 0-14-16,-3 0-131 0,-1 0 61 0,0 0 31 15,-2 0 0-15,-2 0-85 0,-1 0 66 0,-1 0 21 16,-4 0-356-16,0 0 179 0,0 0 44 0,-6 0 59 16,3 0-322-16,-3-1 184 15,2-5 87-15,-3 1 45 0,0-5-262 0</inkml:trace>
  <inkml:trace contextRef="#ctx0" brushRef="#br0" timeOffset="-208954.53">25670 9938 666 0,'-2'0'0'0,"0"0"0"0,-2 0 0 0,-1 5 0 0,-1 1 0 0,1 3 0 0,-1 3 349 0,0 1-163 0,2 2-76 15,1 6 112-15,-1 3-95 0,0 2-46 0,2 3-17 16,2-1 200-16,0 2-116 0,0 0-57 0,0 0-30 15,0 2 65-15,0 0-38 0,0 0-32 0,0-4 0 16,0 0-158-16,0-6 67 0,0 1 34 0,2-4-288 16,-2-8 156-16,2 3 83 0,0-5 42 0,0-4-304 15,0-3 154-15,-2-2-11 0,5 0-302 0,-1 0 219 16</inkml:trace>
  <inkml:trace contextRef="#ctx0" brushRef="#br0" timeOffset="-208655.01">25784 9882 662 0,'5'-10'0'0,"4"3"0"0,-2-1 0 0,2 1 0 0,1-3 0 0,1 7 474 0,2-3-225 0,1 4-108 16,-3 1 190-16,6 1-149 0,-2 0-75 0,2 3-29 16,-4 10 29-16,1 3-37 15,0 4 0-15,-3 1-37 0,-1 3 45 0,-5-2-14 16,-2 9-9-16,0-3 17 0,-3 2-39 0,0 2 0 15,-6-2 0-15,-5 1 35 0,-4-2-8 0,-2-1-27 16,0 0 1-16,-4-3-1 0,0-3-1 0,-1 0 9 16,-2-2-42-16,-1-2 0 0,0-3 34 0,2-2 0 15,0-4-194-15,0 1 79 0,3-4 51 0,2-2-311 16,6-3 166-16,2-1 61 0,3 0 45 0,3 0-270 16,2 0 153-16,2 0 77 15,0-7-249-15,9-7 164 0,9 2 72 0,3-5 49 16,1 0-252-16,0-2 147 0</inkml:trace>
  <inkml:trace contextRef="#ctx0" brushRef="#br0" timeOffset="-208401.23">26146 9852 1444 0,'3'-9'0'0,"-1"3"0"0,-2 2 0 0,0 0 0 0,0 3 0 0,0-2 0 0,-6 3 0 0,-1 0 0 0,-5 0 0 0,2 10 184 15,0 5-67-15,-7 6-47 0,8 3 168 0,-4 4-103 16,3 2-51-16,1 2-25 0,1 2 105 0,4 0-69 16,0-1-31-16,2-1 7 0,2-3 1 0,0 3-39 15,0-8 8-15,2 4-75 0,4-5 33 16,2-3 0-16,-1-1-155 0,2-2 94 0,1-4 56 16,-2-2 15-16,-1-3-396 0,2-3 193 15,1-1 56-15,-1-4 62 0,0 0-347 0,3 0 199 16,-3 0 96-16,0-2-111 0,1-7 104 0</inkml:trace>
  <inkml:trace contextRef="#ctx0" brushRef="#br0" timeOffset="-207960.42">26226 10139 1184 0,'0'1'0'0,"0"2"0"0,0-2 0 0,0 1 0 0,2-1 0 0,0-1 0 0,0 3 0 0,3-3 0 0,4 0 0 0,2 2 319 0,2 0-143 0,1 0-72 0,-1 0 25 16,-2 0-48-16,-1 0-16 0,1 1-8 0,0-1-46 16,-2 0 0-16,1 2 22 0,-2-4-65 0,-1 2 41 15,-1-2-8-15,-2 0 31 0,-2 0-41 0,0 0 20 16,-1 0 1-16,1 0 29 16,-2 0-2-16,0 0-12 0,0 0-39 0,0 0 107 15,0 4-39-15,0 3 5 0,0 4-34 0,-7 2 35 16,-5 8-21-16,-1 2-12 0,0 1 53 0,-2 3-17 15,-3 0-7-15,4 2-25 0,-1-3-64 0,0 0 31 16,2-1 1-16,0-5 40 0,4 2-76 0,-2-2 34 16,2-3 5-16,2-5-1 0,2 0 10 0,-2-3 13 15,4-1 51-15,1-3-29 0,0-1-6 0,2 0-23 16,0-2 37-16,0-1-5 16,0 4-6-16,0-2-23 0,0 1 45 0,6-3-1 15,5 2-25-15,2-1 0 0,1-2-46 0,0 0 38 16,4 0 0-16,-4 0-137 0,4 0 67 0,-4 0 35 15,0-2-301-15,-1-1 145 0,-2 2 79 0,-2-3 20 16,1 1-167-16,-2-2 68 0,3 2 67 0,-4-3 24 16,-3 3-305-16,3-3 169 0,-6 0 86 15,4-1 33-15,-4-1-339 0,2-3 195 16</inkml:trace>
  <inkml:trace contextRef="#ctx0" brushRef="#br0" timeOffset="-207776.91">26234 10303 1103 0,'-4'0'0'0,"4"0"0"0,-2 2 0 0,2-2 0 0,-2 0 0 0,2 0 243 15,0 0-105-15,6 0-53 0,5 0 152 0,8 0-102 16,-3 0-43-16,3 1-33 0,1 3 97 0,0-1-62 16,-1 3-30-16,0 0-246 15,1-2 116-15,-4 1 45 0,0 1 27 0,-3-3-534 16,-2 1 277-16,0-2 140 0</inkml:trace>
  <inkml:trace contextRef="#ctx0" brushRef="#br0" timeOffset="-207411.22">26294 9788 1335 0,'-7'-13'0'0,"4"5"0"0,3 1 0 0,0-3 0 0,0 0 0 0,0-1 0 0,10 0 0 0,4 3 0 0,5-2 237 0,6 2-102 0,-5 6-43 0,1 0-34 15,0 1 0-15,-1 1 0 0,-3 0-25 0,-2 11-93 16,-1 4 55-16,-5 1 14 0,-2 5 1 16,-5 0-145-16,0 1 84 0,-2 1 41 15,0-2-168-15,-6-2 94 0,-7-3 7 0,-1-1 38 16,0-3 5-16,-1-5-9 0,0 0-20 0,0-2 35 15,0-2 91-15,-1-3-45 0,7 2-22 0,2-2 313 16,2 0-139-16,1 0-84 0,1 0-8 0,2 0 261 16,1 0-153-16,0 0-77 0,0 0 20 0,11 0-52 15,4 0-23-15,4 0 1 0,-1 0-9 16,3 0-6-16,0-2-7 0,2 0 0 16,-1 2-276-16,1-1 138 0,-1 1 69 0,0 0-222 15,3 0 98-15,-2 0 86 0,1 7-661 0,-5 0 351 16</inkml:trace>
  <inkml:trace contextRef="#ctx0" brushRef="#br0" timeOffset="-206667.05">27264 10152 538 0,'0'-9'0'0,"-2"1"0"0,2-1 0 0,0-2 0 0,0-1 0 0,0-1 0 0,-1-2 0 0,1 3 88 0,-2 0-27 0,0 3 10 0,0-1 1 16,0 1-31-16,-1 1-8 0,-1 1 24 0,-1 5-1 15,-2 0-23-15,-4 2 0 0,-1 0 32 0,0 2-33 16,-3 15 1-16,0 3 23 0,0 3-1 0,-1 7-22 16,2 2 8-16,-2 0 75 0,4 1-42 15,-1 2-20-15,3-2 84 0,3-1-52 16,1-7-19-16,3 3-7 0,0-6 14 0,3-2-21 16,0-3 0-16,0-3-20 0,0-5 36 0,3 1-8 15,0-5-28-15,4-1-1 0,4-2-55 0,1-2 28 16,1 0 8-16,2-2-70 0,2-7 45 0,2-6 22 15,-1-4-145-15,1-2 67 0,1-4 45 0,-2-1-4 16,-1-1-43-16,-2-4 16 0,2-3 24 0,-1-7-14 16,-2 4-89-16,1-12 43 0,0-2 33 15,-2-4-77-15,1-7 50 0,-1 4 26 16,-3 10-8-16,-1-5-29 0,-1 6 31 0,-4 14 0 16,-2 6 31-16,-2 3 0 0,0 6-8 0,0 5 8 15,0 6 147-15,-2 3-74 0,-3 4-36 0,-4 0 0 16,-1 8 392-16,-1 14-171 0,2 4-107 0,-2 6-7 15,2 7 106-15,4 3-91 0,0-5-39 0,4 16 140 16,0-2-97-16,1 1-49 0,0 3 88 0,0 0-68 16,-4-1-26-16,4 0-8 0,-3-1-128 15,1-2 47-15,2-1 23 0,0-7 1 0,0-7-103 16,0-4 59-16,2-10 33 0,6-2-410 16,6-9 214-16,3-7 62 0,3-4 68 0,6-4-526 15,0-15 279-15,3-11 141 0,-6 0-314 0</inkml:trace>
  <inkml:trace contextRef="#ctx0" brushRef="#br0" timeOffset="-206524.88">27607 10043 958 0,'-3'-6'0'0,"0"3"0"0,1 1 0 0,0 0 0 0,-1 2 0 0,2 0 206 16,1 0-90-16,0 0-42 0,0 10 350 0,4 1-196 16,1 1-97-16,4 3-41 0,1-1-18 0,0 1 1 15,0 1-40-15,-1-2-173 0,2-1 87 0,-3-1 51 16,1-1 13-16,-1 0-544 0,0-3 283 0</inkml:trace>
  <inkml:trace contextRef="#ctx0" brushRef="#br0" timeOffset="-206310.22">27864 9878 649 0,'0'-6'0'0,"0"5"0"0,0 1 0 0,0 0 0 0,0 0 0 0,0 14 459 0,-14 7-214 0,0 5-105 0,-7 10 359 15,-3 4-233-15,-2 7-108 0,-4 9-67 0,8-9 60 16,-8 13-59-16,3-5-29 0,7-7-43 0,-5 7 21 16,0-3-8-16,0-1-1 0,1-1-228 0,1-3 115 15,3-4 56-15,4-10 37 0,7-9-383 16,0 1 202-16,6-13 39 0,3 0 71 16,0-5-467-16,0-5 238 0,0-2 131 0</inkml:trace>
  <inkml:trace contextRef="#ctx0" brushRef="#br0" timeOffset="-205817.08">28125 10228 878 0,'0'-27'0'0,"0"1"0"0,0 3 0 0,0-3 0 0,0 3 0 0,0 1 0 0,-2 3 0 0,-4 0 172 0,-1 6-70 0,2 4-34 15,-4 1 58-15,2 2-50 0,0 5-22 0,-6 1 0 16,3 0 75-16,-3 1-47 0,-1 15-17 0,-2 4-8 16,-1 3 69-16,2 5-47 0,0 2-23 0,0 4 58 15,3 0-32-15,1 2-9 16,4-3-40-16,2 2 23 0,0-6-23 0,5-1 0 16,0-7-21-16,0-1-9 0,0-3 30 0,5-3 0 15,2-7-117-15,2-3 58 0,1-4 37 0,6 0-7 16,0-4-185-16,4-15 97 0,-1-6 24 0,1-2 32 15,-1-5-194-15,2-8 81 0,-3 1 57 0,1-4-93 16,-2-4 72-16,1-5 36 0,1-1-8 0,-1-9-11 16,1 1 28-16,-3 1 0 0,1 10-84 0,-2-1 56 15,-3 12 20-15,-1 1 7 16,-7 13 146-16,-1 3-58 0,-1 9-31 0,-1 3 298 16,-1 5-171-16,0 3-53 0,0 0-47 0,0 2 315 15,-1 15-160-15,-8 8-40 0,-2 6 92 0,-1 9-103 16,0 3-46-16,4 3-25 0,-1 3 29 0,3 2-26 15,-2 1 8-15,4 3-34 0,-1-2 66 0,2 0-33 16,0-5 0-16,0-2-59 0,2-9 34 0,1 2-9 16,0-2 1-16,0-8-140 0,0-6 69 0,0 0 36 15,0-8-125-15,1-2 57 16,5-3 48-16,-1-5-19 0,3-3-632 0,4 0 313 16,2-3 156-16</inkml:trace>
  <inkml:trace contextRef="#ctx0" brushRef="#br0" timeOffset="-205437.33">28439 9786 1087 0,'4'-13'0'0,"4"9"0"0,5 2 0 0,5 2 0 0,-4-2 0 0,2 2 0 0,-3 0 210 0,2-2-80 16,0 2 145-16,2 0-121 0,-1 0-60 0,4 0-31 15,-1 0-55-15,-3 0 33 0,0 2-8 0,-3 4-1 16,0-2-53-16,0 0 26 0,-4-1 1 0,-2 3-31 15,0-2 26-15,-4 1-1 0,-1 3 33 0,0 1-2 16,-2 2 2-16,0 4-33 0,-7 5 156 0,-5 2-76 16,-5 4-29-16,0 4-13 15,-6 4 55-15,5-2-19 0,-7 10-9 0,1-3-32 16,0 0-39-16,1-1 39 0,2-3 0 0,2-4-49 16,3-2 20-16,0-3 0 0,5-6 29 0,2-2-27 15,6-7-1-15,-2 0 31 0,3-3-44 0,2-2 32 16,0-1-20-16,0-3 15 0,7 1 25 0,6-2-2 15,6-1-21-15,1 0-2 0,1 0 67 0,0 0-29 16,-2 0-1-16,0 0-8 0,3 0-92 0,-6 0 37 16,0 0 7-16,-5 0-288 0,2 0 149 0,-2 0 64 15,0 0-444-15,-2 0 242 16,-1 0 123-16,-2 0 60 0,-2 0-370 0,-1-4 207 16,-1-7 117-16,-2-8 53 0</inkml:trace>
  <inkml:trace contextRef="#ctx0" brushRef="#br0" timeOffset="-205258.8">28351 10047 1890 0,'-7'-13'0'0,"7"7"0"0,0 4 0 0,10 1 0 0,7-5 0 0,3 4 0 0,7 0 0 0,5 0 0 0,11 0 0 0,1 2 283 0,-2 0-125 0,1 0-63 15,-9 4 74-15,6 6-72 0,-4 2-32 0,-5 2 0 16,0 1-409-16,1 1 188 0,-2-2 103 0,0 1-611 15,0 0 348-15,-1-4 175 0,1-8 6 0</inkml:trace>
  <inkml:trace contextRef="#ctx0" brushRef="#br0" timeOffset="-205111.47">29541 10297 691 0,'0'0'0'0,"0"0"0"0,12 2 0 0,4 5 0 0,-5-3 0 0,-5-1 569 0,-1-1-268 16,-1-2-126-16,0 0-570 0,1 0 201 0,4-10 99 16</inkml:trace>
  <inkml:trace contextRef="#ctx0" brushRef="#br0" timeOffset="-191731.13">24548 12169 829 0,'0'0'0'0,"0"0"0"0,0 0 0 0,0 0 0 0,0-2 0 0,-1 0 0 0,1 1 0 0,0-1 0 0,0 2 208 0,0 0-87 0,-2 0-45 0,2 0-21 16,0 0 44-16,0 0-25 0,0 0-8 0,0 0-45 16,0 0 12-16,0 0 0 15,0 0-17-15,0 5 25 0,0 6-8 0,2 2 0 16,-1 1 55-16,-1 5-27 0,1 0 0 0,-1 0-20 15,3 9 31-15,-3-3 1 0,0 3-40 0,2 5-1 16,-2 1 33-16,0-1-33 0,0 4 1 0,0 1 0 16,0 3 0-16,0-4 0 0,0 2 8 0,0-2-36 15,0-1-1-15,0-2 29 0,0 0-30 0,0-1 0 16,0-3 30-16,0 0-2 0,0-1-25 0,2-3 21 16,0-5-10-16,-1-1 8 0,2-2-3 15,1-1 2-15,-1-5-5 0,-1-2-29 16,0-3 31-16,0-1 1 0,0-3 7 0,0-1-31 15,-1-2 0-15,-1 0 23 0,0 0-54 0,0 0 24 16,0 0-1-16,0 0 25 0,0 0-28 0,0-3 0 16,0-9 14-16,0-1 8 0,0-2-207 0,0-2 97 15,0-1 38-15,-1 1-109 0,-3-2 67 16,-2-2 40-16,3 2-1 0,-5 0 2 0,-1 2 1 0,1-3 30 16,-4 1 38-16,3 1-38 15,-4 2-8-15,2 1 9 0,-2 3 45 0,-3 2-23 16,4 0 0-16,-3 5-22 0,-2 1 114 0,2 0-34 15,-2 2-35-15,-1 2 0 0,2 0 123 0,-3 0-71 16,3 6-16-16,-2 3 98 0,2 1-66 0,0 3-20 16,2 0 20-16,2 3-29 0,-1-2 10 0,4 4-7 15,1-2 8-15,2 1-1 0,2 2-29 0,4 0 0 16,0 1 52-16,0 1-30 0,3 4 0 16,4-9 35-16,8 7-29 0,2-6 0 0,0-2-20 15,8 1-2-15,-4-2-6 0,6-5 0 16,-1-1-40-16,1-5 0 0,-4 0 48 0,5-3-8 15,-8 0-238-15,3 0 104 0,-2-6 62 0,-5-5 8 16,0 1-416-16,-5 0 185 0,2 1 117 0,-6 2-438 16,3-1 275-16,-5 1 137 0</inkml:trace>
  <inkml:trace contextRef="#ctx0" brushRef="#br0" timeOffset="-190923.7">25113 12479 755 0,'0'-8'0'0,"0"1"0"0,0 2 0 0,0-4 0 0,0-3 0 0,0-1 0 0,0-1 0 0,0-1 99 0,0 2-37 0,0 0 0 0,0 0 0 0,0 4 0 16,0-3-21-16,0 1-22 15,0 1 14-15,0 1-1 0,-1 3 1 0,-5-4-23 16,-1 4 8-16,-2-1 15 0,-1 1-26 0,-2 0 0 15,0 2 25-15,-3 2 1 0,-1 0 26 0,2 2-28 16,-3 0-17-16,-2 0 13 0,2 0 71 0,-2 9-34 16,0 2 12-16,3-1-12 0,-1 3 0 0,4-3-32 15,-1 1 1-15,3 0 56 0,6-1-19 0,-5 3-9 16,6-2 4-16,0 2-1 0,4-1-31 16,0 1 0-16,0 0-19 0,0 0 18 15,0 0 1-15,2 3 0 0,5-4-25 0,2 4 25 16,2-3 8-16,0 2 30 0,0-2-38 0,2 2 0 15,3-2 0-15,-2 2 35 0,4-2-27 0,-2 0-8 16,1 1 33-16,0-3 1 0,0 0-35 0,-2 2 1 16,0-2 26-16,0 1-26 0,-3-1-1 0,-2 2 1 15,1 0-32-15,-2 0 0 0,-2 2 40 0,-3 2-8 16,-1 1 18-16,-1 2-18 16,-2-1 0-16,0 2 15 0,0-3-7 0,0 2-8 15,-4-1-11-15,-5 2 56 0,0-2-22 0,-3 0-1 16,0-2 33-16,-4 0-32 0,0 0 131 0,-3-4-187 15,2 0 0-15,-4-5 0 0,0 2 0 0,-2-4 0 16,0-2 0-16,0-4 0 0,0 0 0 0,-3 0 0 16,8-4 0-16,-5-12 0 0,3 0 0 0,4-2 0 15,2-5 0-15,4 1 0 0,2 1-450 0,0-5 297 16,3 1 43-16,3 3 45 16,0-1-393-16,2 3 213 0,0 0 98 0,0 8-563 15,4 2 338-15</inkml:trace>
  <inkml:trace contextRef="#ctx0" brushRef="#br0" timeOffset="-189234.01">25456 12543 781 0,'-6'0'0'0,"2"0"0"0,4 0 0 0,-2 0 0 0,2 0 0 0,0 0 0 0,0 0 0 0,12-4 258 0,5-2-112 0,5-1-57 16,-1 1 163-16,5-2-113 16,-3 5-54-16,-1 1-25 0,8 0 76 0,-11 1-52 15,5 1-17-15,-3 0-9 0,0 0-53 0,-4 5-1 16,4 2 29-16,-5 1-74 0,0-3 45 0,-4 1-8 15,2 0 37-15,-5-4-284 0,0-1 120 0,-1-1 77 16,-2 0-478-16,-1 0 256 0,-2 0 111 0,0-5 66 16</inkml:trace>
  <inkml:trace contextRef="#ctx0" brushRef="#br0" timeOffset="-188993.62">25617 12190 602 0,'0'0'0'0,"0"0"0"0,0 0 0 0,0 7 0 0,0 3 0 0,0 5 0 0,0 6 414 16,0 5-190-16,0 5-88 0,0 9 207 0,2-1-156 15,0 7-76-15,4 0-40 0,-6 1 52 0,7-3-38 16,-5 8-29-16,2-4-1 16,-3 0-110-16,2-1 44 0,-3 0 22 0,0-8-221 15,0 12 117-15,0-8 63 0,0-1 32 0,0-10-159 16,0 2 39-16,-3-13 68 0,-1-2-337 0,3-9 177 15,-1-5 89-15,-2-2 44 0,1-3-144 0,1-6 87 16,-2-14 54-16,2-5 24 0</inkml:trace>
  <inkml:trace contextRef="#ctx0" brushRef="#br0" timeOffset="-188846.01">25610 12643 282 0,'2'-11'0'0,"0"4"0"0,0 6 0 0,-2 1 0 0,0 0 0 0,0 1 314 0,-2 11-141 16,-8 3-70-16,1-1 170 0,0 5-124 0,-3 2-58 15,-3 1-30-15,1 3 9 0,-1-1 0 0,3-4-29 16,-3 6-118-16,4-8 55 0,-1-1 28 0,3-2-1 16,1-2-274-16,3-3 159 0,0-5 68 0,5 1 37 15</inkml:trace>
  <inkml:trace contextRef="#ctx0" brushRef="#br0" timeOffset="-188687.87">25678 12690 1219 0,'11'0'0'0,"4"4"0"0,-6 2 0 0,2-2 0 0,-3 0 0 0,-2 2 0 0,-1-1 0 0,-2 3 399 16,3-1-174-16,-2 3-101 0,1 1-16 0,2 0-38 15,-3 0 0-15,-1 5-37 0,3-3-204 0,-3-1 98 16,1 0 53-16,2-3 27 16,0 2-509-16,-1-4 260 0</inkml:trace>
  <inkml:trace contextRef="#ctx0" brushRef="#br0" timeOffset="-188461.04">25954 12494 1383 0,'0'-7'0'0,"0"5"0"0,0 2 0 0,2 0 0 0,-1 3 0 0,1 7 0 0,0 4 255 16,0 6-111-16,-2 4-56 0,0-1 157 0,0 9-111 15,0-3-51-15,0 3-24 0,0 2 122 0,-2-2-74 16,0-4-29-16,-1 3-159 0,1-1 58 15,2-7 27-15,0-1 1 0,0-2-306 0,-2-3 176 0,2-6 74 16,-3-3-390-16,3-3 178 0,-1-4 127 0,-1-1-6 16,-1 0-59-16,0-2 88 0,1-16 40 0,-1-6-180 15,3-4 110-15,-2-11 55 0,0 1 19 16</inkml:trace>
  <inkml:trace contextRef="#ctx0" brushRef="#br0" timeOffset="-188135.35">25897 12317 419 0,'-3'-24'0'0,"1"3"0"0,2 8 0 0,0 3 0 0,0 4 0 0,0 0 202 0,0 2-76 0,8 3-51 0,5 1 179 16,5 0-110-16,0 0-56 0,5 0-28 0,-3 0 132 16,9 0-83-16,-10 3-39 0,5 1-20 0,-1 1-17 15,-2-2-1-15,-3 2 9 0,-1-2-47 16,-4-1-1-16,-1 2 40 0,-3 1 0 16,-2 0-30-16,1-2 38 0,-5 1-8 0,0 2-5 15,-1-3 3-15,0 1 1 0,-2 2 1 0,0-2 78 16,0 1-50-16,0 1 1 0,0 1 82 0,0 1-56 15,0 3-27-15,-2 2 8 0,0 2 10 0,2 2-24 16,0 5 1-16,0 5-23 0,0 3-8 0,0 2 16 16,0 6-8-16,2 3-38 0,3 0 1 0,-2 0 36 15,3 4 1-15,0-7-101 0,2 7 46 16,-4-10 27-16,1 5-258 0,1-4 130 16,-1-2 43-16,-3-7 39 0,2 4-222 0,-2-8 117 15,-1-3 45-15,-1-9-168 0,0 1 117 0,0-7 52 16,0-1 38-16,0-4-111 0,-6 0 71 0,-2 0 34 15,-1-9 0-15,-2-6-210 0,-1-8 127 0</inkml:trace>
  <inkml:trace contextRef="#ctx0" brushRef="#br0" timeOffset="-187960.65">26002 12653 927 0,'-15'-7'0'0,"2"5"0"0,4-2 0 0,1 3 0 0,0-1 0 0,5 0 0 0,-1 0 229 0,4 1-98 0,0-2-41 16,1 2 273-16,13-2-165 0,5 2-83 0,2-3-41 15,3 0 114-15,-4 2-70 0,3 0-47 0,-2 1-180 16,2-1 71-16,-5 2 35 0,-1 0-153 0,-2 0 90 16,-3 0 50-16,-1 0 24 0,-4 2-507 0,-1 5 258 15,-5 3 50-15,2 1 92 16,-3 2-368-16</inkml:trace>
  <inkml:trace contextRef="#ctx0" brushRef="#br0" timeOffset="-187826.99">26089 12761 815 0,'-8'1'0'0,"3"-1"0"0,1 3 0 0,-1-3 0 0,2 0 0 0,1 0 0 0,2 0 0 0,0 0 0 0,0 0 300 0,0 0-138 16,5 0-64-16,8 0-6 0,-1 0-30 0,-1 0 0 15,1 0-21-15,3 0-107 16,-3 0 49-16,-3 4 24 0,-1 6-427 0</inkml:trace>
  <inkml:trace contextRef="#ctx0" brushRef="#br0" timeOffset="-187666.91">26072 12980 1637 0,'-15'2'0'0,"2"-1"0"0,3 2 0 0,-1-3 0 0,2 0 0 0,2 0 0 0,2 0 0 0,0 0 0 0,5 0 0 0,0 0 246 0,0 0-111 16,13 0-51-16,4-4 1 0,2 1-27 0,2-1 1 16,1 0-18-16,0 0-370 0,0 2 181 0,-1-1 90 15,0 3-201-15,-1 0 146 0,-1 0 81 0</inkml:trace>
  <inkml:trace contextRef="#ctx0" brushRef="#br0" timeOffset="-187428.98">26536 12467 1044 0,'0'-13'0'0,"0"6"0"0,0 4 0 0,0 2 0 0,0 1 0 0,0 0 0 0,-2 14 406 16,-1 8-186-16,1 3-94 0,1 0 200 0,-3 2-138 15,2 7-82-15,-1-4-37 0,0 3 35 0,3-1-36 16,-1 0 0-16,1 1-27 0,-2-4-92 0,2 1 42 16,0-4 21-16,0-3-278 0,0-1 150 15,0-2 82-15,-2-4-385 0,2-6 178 0,-1-3 121 16,1-1-13-16,-2-4-234 0,0-2 160 16,-1 0 90-16,2-8 43 0,1-13-72 0,0-2 57 15</inkml:trace>
  <inkml:trace contextRef="#ctx0" brushRef="#br0" timeOffset="-186994.26">26462 12329 1060 0,'-5'-32'0'0,"2"9"0"0,3 1 0 0,0 5 0 0,0 0 0 0,0 2 0 0,10 5 0 0,4 1 112 0,4 2-40 16,8 3 1-16,3 0 164 0,3 2-102 0,1 2-43 16,1 0-34-16,3 0 33 0,0 6-28 0,-2 3-1 15,1-1-130-15,-1 0 59 0,-1 3 17 0,0-2-1 16,-4 1-98-16,-2-1 62 0,-1-2 31 0,-8 2 8 15,0-1-63-15,-3 0 37 0,-3 0-35 0,-3-3 30 16,-3-1-53-16,-4 1 30 0,2-3 137 0,-3-1-51 16,-2 2-26-16,0 0 0 0,0-2 232 0,0 0-114 15,0 1-43-15,0 0-36 16,-2 1 178-16,-3 0-100 0,2 0-50 0,2 3 28 16,-3 0-43-16,4 3 0 0,0 3-36 0,0 1 20 15,0 3-19-15,0 5 7 0,0 4-48 0,0 3 0 16,2 1 41-16,3 6 0 0,1-2-97 0,-3 10 44 15,2-2 27-15,2-1-1 0,0 3-117 0,-3 1 63 16,2-7 12-16,1 10-14 0,-2-5 15 0,2-7 0 16,-1 3 10-16,-1-3 34 0,0-3-35 0,-2-2 15 15,1-6 61-15,-3 0-30 0,-1-6 1 0,0-5-29 16,0-3 59-16,0-3-25 16,0-3 14-16,-8 0-38 0,-3-4 3 0,-2 0 1 15,0 0 13-15,-4-4-157 0,-5-5 69 0,1-4 35 16,-6-2-5-16,0-3-112 0,-2-5 57 0,-5-6 42 15,4 1-396-15,-2-2 208 0,2-2 103 0,0-2 52 16,8 4-399-16,-6-10 230 0</inkml:trace>
  <inkml:trace contextRef="#ctx0" brushRef="#br0" timeOffset="-186850.64">26607 12577 826 0,'-7'-6'0'0,"2"2"0"0,4 2 0 0,-1-1 0 0,2 3 0 0,0-2 0 0,6-4 0 0,9 2 299 0,4-2-133 0,3 1-59 0,4-1 127 15,1 1-101-15,-2-1-49 0,1 0-27 0,-4 5-167 16,0-2 79-16,0 2 28 0,0-1-197 0,-4 2 116 16,-2 0 58-16,-4 0 30 0,-2 2-510 0</inkml:trace>
  <inkml:trace contextRef="#ctx0" brushRef="#br0" timeOffset="-186536.46">26765 12730 833 0,'-6'8'0'0,"5"0"0"0,-1-4 0 0,-2-1 0 0,1 1 0 0,2-4 0 0,1 2 0 0,-2-2 0 0,2 0 103 0,0 2-35 0,0-2 0 0,0 0 12 0,0 1-47 0,0-1 0 15,0 0 4-15,0 0-4 0,0 0-1 0,0 0 9 16,2-1 19-16,4-9 1 16,2 3-29-16,5-3 1 0,1 1 19 0,1 1-11 15,4 1-9-15,-5 1 6 0,6 3-5 0,-4 2 0 16,0 1-1-16,-2 0-27 0,-1 1-9 0,-1 10 37 15,-2 4-73-15,-5 2 32 0,-1 0 0 0,-2 4 31 16,0-3-41-16,-2 3 12 0,0-4 0 0,-2-1 5 16,-7-3-24-16,-3-1 12 0,-1-5-3 15,0-1 78-15,-3-2-27 0,0-4-6 16,0 0-23-16,3 0 24 0,-4-6-21 0,3-4 7 16,1-3-144-16,4 0 67 0,0-2 34 0,2-1 2 15,5-1-106-15,2-2 59 0,0 4 34 0,4 2 3 16</inkml:trace>
  <inkml:trace contextRef="#ctx0" brushRef="#br0" timeOffset="-186357.22">27704 13251 1649 0,'-11'-1'0'0,"3"1"0"0,5 0 0 0,-6 0 0 0,0 0 0 0,-2 0 0 0,1 0 0 0,3 0 0 0,0-7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20T07:07:40.7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7218 9596 510 0,'-5'0'0'16,"-4"0"0"-16,1-2 0 0,2 1 0 0,0 1 0 0,1 0 191 0,1 0-79 0,3 0-32 16,-1 0 4-16,0-3-25 0,2 3-1 0,0 0 27 15,0 0-18-15,0 0-9 0,0 0-25 0,0 0-15 16,0 0 15-16,0 0 0 0,0 0 8 0,0 0 16 16,0 0 1-16,0 0-25 0,0 0-1 0,0 0 62 15,0 0-23-15,2 0-8 0,1 0 7 0,-1 0-37 16,3 3 0-16,0-2 58 0,1-1-21 0,2 0-8 15,-2 0-30-15,1 0 40 0,2 0-1 16,-4 0-38-16,4 2 8 0,0 0 26 16,3 0 1-16,-1 0-35 0,0 2 0 0,3 0 40 15,0-3 9-15,2 3-49 0,-2-4-1 0,4 2 18 16,-2-2-17-16,3 0 34 0,2 0 9 0,1 0-44 16,1 0 1-16,-2 0-13 0,2 0 13 0,-2 0-1 15,1-2 9-15,-2 2-31 0,0-2 0 0,3 0 23 16,-4 1-1-16,1-2-29 0,0 3 8 0,1-1 14 15,-1 1-26-15,-1 0-4 0,-1 0 31 0,1 0 8 16,-2 0-4-16,1 0-18 16,-4 0 10-16,1 0-28 0,-6 0-1 0,3 1 23 15,-5 3 8-15,0-2-8 0,2 2 3 0,-6-2-2 16,1 0 2-16,-2-2 7 0,0 1-3 0,-2-1-8 16,0 0 3-16,0 0-3 0,0 0 3 0,0 0 17 15,0 0-13-15,0 0-5 0,0 0 1 0,0 0-1 16,0 0 2-16,0 0 0 0,0 0 158 0,0 0-177 15,0 0 0-15,0 0 0 0,-4 0-415 0,-2 0 277 16,-2 0 70-16,4-1 27 0,-3-3 20 16,4 2-617-16,1 0 303 0,2 2-676 15</inkml:trace>
  <inkml:trace contextRef="#ctx0" brushRef="#br0" timeOffset="1265.28">16482 9628 562 0,'-2'-2'0'0,"-2"-2"0"0,1 3 0 0,1-3 0 0,0 2 0 0,-2-2 0 0,3 0 82 0,-4-1-9 0,3 3-40 0,0 0 70 16,2 0-34-16,0 0 7 0,0 2-43 0,0 0 51 15,0 0-25-15,0 0-1 0,0 0-10 0,0 0-7 16,0 0-9-16,0 0 1 0,0 0 2 0,0-1-2 16,2-3 0-16,5 0 36 0,-2 0-8 0,1 1-28 15,1-1-1-15,-2 0 28 0,2 2-1 0,-2 0-18 16,1 0-8-16,1 1 34 0,-2-1-34 0,4 2-1 15,-2 0 28-15,2 0-19 0,0 0-8 0,1-3-6 16,3 3 6-16,-1-1-1 16,0-1 1-16,3 0 29 0,2 0-29 0,1 2 0 15,0 0-1-15,1 0 30 0,1 0-1 0,1 0-20 16,0 2-9-16,4 8 25 0,-2-1 0 0,2 0-24 16,1 3 33-16,3-3 7 0,1 0-40 0,2-1 0 15,1-1 35-15,1-2-35 0,1 0-1 0,1-5-20 16,0 1-8-16,1 2 29 0,1-1 0 15,-3-1-5-15,4 1 5 0,-2-2 8 0,-3 4-8 16,-2-4-45-16,0 4 16 0,-4-2 0 16,-2 0-15-16,-2-1 6 0,2 1 15 0,-1 0 11 15,-8-1-12-15,3 1 9 0,-2 2-6 0,-2-2 24 16,-1-1-19-16,-2-1 0 0,-1 3 2 0,-3-3 23 16,0 3 0-16,-1-3-18 0,0 1 0 0,-3-1 13 15,1 0-11-15,-3 0-4 0,-1 0-17 0,0 0 24 16,0 0-4-16,0 0-43 0,-2 0 0 0,0 0 39 15,0 0-3-15,0 0-29 0,0 0-8 16,0 0 35-16,0 0-7 0,0 0-89 16,0 0 40-16,0 0 25 0,0-4-14 0,0-2-119 15,0-1 61-15,0 0 40 0,0-1-716 0</inkml:trace>
  <inkml:trace contextRef="#ctx0" brushRef="#br0" timeOffset="6619.76">22520 8231 848 0,'-2'0'0'0,"-2"0"0"0,3 0 0 0,-1 0 0 0,2 0 0 0,0 0 0 0,-2 0 0 0,2 0 135 0,0 0-52 16,0 0-24-16,0 2 125 0,7-2-80 0,2 0-35 15,3 0-1-15,1 0 77 0,-1 0-48 0,2 0-36 16,-1 0 32-16,3 0-30 0,-4 0 0 0,2 0 8 16,-3 0 8-16,3 0-47 0,-5 0 1 0,2 3-2 15,-1 3 2-15,-1-4 0 16,0 4 8-16,-2 0-16 0,0 1 8 0,0 1 0 15,-3 3 0-15,-1 0 29 0,-1 2 10 0,-2 2-40 16,0 4 36-16,0 4-1 0,-5 1-34 0,-6 0 30 16,-3 3 8-16,1 1-39 0,-2-2 1 0,-2 2-42 15,2-2 20-15,-2 0 1 0,2-5 29 0,-3 4-155 16,4-10 73-16,-1 2 28 0,-2-4 21 0,3-4-295 16,0-4 145-16,-1-2 47 0,2-3-244 0,-2 0 148 15,3-3 79-15,-1-11 40 0,4-5-148 0,1-5 98 16,3-3 44-16,3-1-269 15,0 1 156-15,2-4 80 0,0 6 31 0,0-4-87 16,0 6 67-16,2 0 34 0,0 3 0 0,1 3 117 16,2 5-50-16,0 1-13 0,-1 6 323 0,3 0-172 15,0 0-86-15,4 4-43 0,-1 1 187 0,3 0-44 16,5 0-81-16,-1 7 487 0,1 4-264 0,1 0-130 16,1 3-59-16,5 1 249 0,-4 2-162 15,0-1-80-15,-3 1-40 0,3 1 40 0,-5-4-32 16,4 2-8-16,-3-2-252 0,-3 0 106 15,2-2 53-15,-5 0-438 0,-2-5 253 0,-2 3 115 16,1-5 30-16,0-1-299 0,-5 0 176 0,1-4 8 16,1 0 63-16,-1-4-399 0</inkml:trace>
  <inkml:trace contextRef="#ctx0" brushRef="#br0" timeOffset="6799.31">22865 8225 1944 0,'-3'-5'0'0,"1"3"0"0,2-2 0 0,0 0 0 0,0 1 0 0,0-1 0 0,8 2 0 0,5-2 0 0,1 2 294 0,4 0-131 0,-1 1 42 16,-1 1-90-16,2 0-41 0,-2 0-20 0,1 0-108 15,-2 0 43-15,-1 1 30 0,-2 3-8 0,-3-1-410 16,2 0 216-16,-4-2 108 0,-2 3 54 0,-1-2-591 16,-2-2 213-16,-2 0 183 0,0 0-215 0</inkml:trace>
  <inkml:trace contextRef="#ctx0" brushRef="#br0" timeOffset="7091.6">23001 8024 1528 0,'-9'-11'0'0,"3"4"0"0,-2 2 0 0,1-1 0 0,0 4 0 0,3-1 0 0,-1 2 0 0,4 1 0 0,1 0 253 0,0 1-110 16,0 13-56-16,0 4 258 0,6 5-156 0,3 3-70 16,-2 4-47-16,3 4 42 0,1 7-40 0,-3-1 0 15,-1-6-42-15,0 3 32 16,0 1-8-16,-2 0-24 0,-1-5-143 0,-1-1 72 15,-1-2 36-15,0-3-175 0,-2-2 101 0,0-2 55 16,0-2 25-16,0-3-213 0,-4-4 76 0,-1-7 15 16,-2 1 50-16,-5-5-41 0,-1-3 39 0,1 0 0 15,-1 0 28-15,3-5 2 0,-4-6 8 0,3-1 0 16,2-3 28-16,-3 2 0 0,5-3-28 0,-1 1 74 16,3-1-32-16,-2 2-20 0,4-2 0 15,1 2 96-15,0-1-52 0,2-1-15 16,0 4 2-16,0-2-184 0,0 1 75 0,2 1 43 15,5 5-2-15,3-1-192 0,1 1 107 0</inkml:trace>
  <inkml:trace contextRef="#ctx0" brushRef="#br0" timeOffset="7315.52">23520 7852 1428 0,'-7'0'0'0,"4"2"0"0,1 3 0 0,-2-1 0 0,0 5 0 0,-1 1 0 0,-2 3 0 15,-2 1 259-15,2 6-113 0,-2 0-49 0,-3 6 130 0,-1 0-97 16,1 1-49-16,-2 2-24 0,-1-1-65 0,-2 2 9 0,1 0 31 16,-2-1 1-16,2 0-307 0,-1 1 153 0,1-1 77 15,5-9-492-15,0 2 212 16,6-8 162-16</inkml:trace>
  <inkml:trace contextRef="#ctx0" brushRef="#br0" timeOffset="7500.02">23380 8150 1203 0,'2'0'0'0,"2"0"0"0,-1 2 0 0,0 5 0 0,-1 9 0 0,0 1 206 0,-1 1-87 0,1 7-43 0,-2-1 408 15,0 4-217-15,0 5-121 0,0-4-57 0,0 3 30 16,0-2-44-16,0 2-21 15,0-6-267-15,0 4 119 0,-2-9 63 0,1 2 32 16,1-6-445-16,-2-6 237 0,2-1 127 0,0-5 51 16,0-3-100-16,0-2 62 0,0-2-108 0</inkml:trace>
  <inkml:trace contextRef="#ctx0" brushRef="#br0" timeOffset="7649.62">23649 7974 1341 0,'9'-8'0'0,"3"6"0"0,-1 0 0 0,-6 2 0 0,1 0 0 0,-4 2 0 0,-1 9 0 0,-1 0 199 16,0 4-83-16,0 3-42 0,-7 2-79 0,0 1 7 15,-7 5 31-15,1-1-470 0,-1 0 235 0,0 0 117 16,-2 0 59-16</inkml:trace>
  <inkml:trace contextRef="#ctx0" brushRef="#br0" timeOffset="7817.24">23459 8340 868 0,'-8'3'0'0,"5"1"0"0,1-2 0 0,0 0 0 0,2-2 0 0,0 0 209 0,0 0-87 16,2 0-45-16,11 0 362 0,2 0-207 0,6 0-99 16,2 0-51-16,2 0 110 0,2-2-80 0,-3 0-31 15,6-3 71-15,-3 0-60 0,-6 0-30 0,-1 0 1 16,3 2-224-16,-4-1 105 0,-1-1 41 0,-3 4-394 16,-3-1 221-16,-2 0 110 0,-1 2 56 0,-4 0-614 15,-3 0 281-15,-2 0 161 0,0-2 81 16</inkml:trace>
  <inkml:trace contextRef="#ctx0" brushRef="#br0" timeOffset="8118.44">23690 8184 509 0,'-9'-3'0'0,"3"0"0"0,-2 3 0 0,3 0 0 0,-1 0 0 0,3 0 398 16,1 0-183-16,2 10-83 0,0 3 93 0,0 0-96 16,0 4-48-16,0 3-24 0,3 1 188 0,3 6-110 15,-2-2-51-15,2-3-129 16,-4 0 39-16,1 0 0 0,-1 2 47 0,-2-2-350 15,0-4 171-15,0 0 85 0,0 0 43 0,-3-5-368 16,-7-1 189-16,0-3 22 0,-2-1 15 0,-2-5 60 16,1 1 30-16,-2-1 0 0,2-2 88 0,-1-1-26 15,2 0 1-15,2 0 277 0,0 0-156 0,3 0-77 16,2 0-47-16,1 0 516 0,2 0-252 0,2 0-64 16,0 0-82-16,0 0 165 0,0 0-116 0,11 0-70 15,5 0 84-15,0 0-73 16,3 0-37-16,-1 2 0 0,3-2-60 0,-1 1-9 15,0-1 33-15,-3 2-271 0,-1-2 135 0,2 3 68 16,-3-3 42-16,3 0-618 0,1 0 307 0,0 0 85 16,2-3 100-16,-4-3-385 0</inkml:trace>
  <inkml:trace contextRef="#ctx0" brushRef="#br0" timeOffset="8470.28">24216 7685 1113 0,'0'-14'0'0,"0"11"0"0,0 1 0 15,0 0 0-15,0 0 0 0,0 2 0 0,0 0 378 0,0 0-172 0,2 0-87 0,-1 0-43 0,-1 6-103 16,0 5 38-16,0 4-8 0,0 2-426 0,-5 0 209 16,-3 0 106-16,-2-3 52 0,-2 2-359 15,-1-1 195-15,-4-4 93 0,-1 0-28 16,0-3 61-16,0-1 94 0,-3-1 0 0,4-1 0 15,-1-1 0-15,0-2 0 0,4 3 0 0,2-4 112 16,1 1-56-16,4 0-44 0,3-2-22 0,-1 0 503 16,5 0-187-16,0 0-144 0,0 0 295 0,14 0-212 15,7 0-106-15,1 0 229 0,4 0-167 0,3 0-76 16,2 0-51-16,1 0 26 0,0 0-34 0,-2 0 0 16,-1 0-34-16,-8 0-96 15,0 0 45-15,-1 0 25 0,-3 0-443 0,-4 0 235 16,-2 0 117-16,-3 0 67 0,-3 0-626 0,-3 3 306 15,-2 3 147-15,0 2-240 0,-14-2 200 0,-2 0 90 16</inkml:trace>
  <inkml:trace contextRef="#ctx0" brushRef="#br0" timeOffset="8605.51">24184 7908 1296 0,'-18'0'0'0,"2"1"0"0,2 2 0 0,4-1 0 0,0-1 0 0,5 2 0 0,0-1 0 0,3-2 0 0,2 1 0 0,0 2 152 0,0 0-52 15,0 1-37-15,3-1-7 0,6 2 0 0,-1-2-23 16,2 1 0-16,-1-1-109 0,0 1 51 0,3 0 28 15,-1-2 1-15,2-2-373 0,-2 0 201 0,0 0 43 16,0 0-370-16</inkml:trace>
  <inkml:trace contextRef="#ctx0" brushRef="#br0" timeOffset="8853.29">24276 7931 804 0,'5'-6'0'0,"-3"5"0"0,3-2 0 0,-3 2 0 0,-2-1 0 16,0 2 0-16,0 0 0 0,-4 0 0 0,-8 0 130 0,-1 9-49 0,-2 3-16 15,-3 0 54-15,-4 3-43 0,2 0-22 0,0 0-59 16,-3 0 1-16,2-4 44 0,-4 5-7 0,7-7-47 15,-3-2 23-15,3-1 0 0,1-2 24 0,6-4 38 16,-3 0-39-16,7 0 1 0,-1 0 57 0,5 0-41 16,1 0 8-16,2 0-51 0,0 0 211 0,0-4-93 15,9 1-45-15,7-3 66 0,4 0-48 0,6 0-36 16,1 0 0-16,3 3 7 16,0 1 0-16,5 0-35 0,-1 0 8 0,-2 0-69 15,0 2 31-15,-4 0 0 0,-2 0-64 0,-6 0 47 16,0 2 32-16,-5 4-9 0,-4 0-381 0,-5 0 156 15,1 1 108-15,-5 1-421 0,-2-1 240 0,0 3 132 16,-11-1 62-16,-10 0-298 0</inkml:trace>
  <inkml:trace contextRef="#ctx0" brushRef="#br0" timeOffset="9025.34">24083 8178 832 0,'-9'6'0'0,"0"2"0"0,6 0 0 0,-1-1 0 0,2 0 0 0,2 3 0 0,0-1 386 0,0 2-176 0,0-1-89 15,2 1 215-15,4 0-151 0,-3 0-69 0,6 2-45 16,-4-1-5-16,0-3-33 0,-1 1 0 0,0-3 0 16,-1 1 8-16,0-5-9 0,1 1 1 0,-2-3-710 15,-1-1 354-15,-1 0 161 0,0 0-3 0,0-3-348 16,0-8 240-16</inkml:trace>
  <inkml:trace contextRef="#ctx0" brushRef="#br0" timeOffset="9244.76">24076 8210 890 0,'-4'-13'0'0,"-1"4"0"0,3 3 0 0,1 0 0 0,1 4 0 0,0-3 0 0,0 3 0 0,1 0 0 0,13 2 329 16,3 0-148-16,2 0-74 0,2 0 138 0,5 0-106 16,-6 0-45-16,8 0-34 0,-5 0 66 0,0 0-46 15,-1 2-24-15,-1 0 3 0,-4 0-18 0,-1 2-8 16,-5-1 0-16,-1 1-22 0,-3 0 22 0,1 2 8 16,-4-1-8-16,-3 2 49 15,1 1-24-15,-2 4 0 0,0-1-26 0,0 0 88 16,0 5-48-16,0-4 0 0,0 4-135 0,0-2 48 15,-2 2 24-15,1-2-130 0,-1 1 73 0,0 0 40 16,0-2 13-16,2-1-559 0,-3-3 243 0,0 2 141 16,0-3 25-16,-2-1-407 0</inkml:trace>
  <inkml:trace contextRef="#ctx0" brushRef="#br0" timeOffset="9422.28">24111 8300 916 0,'-14'0'0'0,"7"-1"0"0,0 1 0 0,3 0 0 0,2 0 0 0,1-3 381 0,1 3-174 0,0 0-87 0,7 0 241 16,6 0-167-16,6 0-81 0,-2 0-41 0,1 0-12 15,1 0 0-15,0 0-19 0,-1 0-8 0,-3 0-142 16,1 0 71-16,-7 3 35 0,1-2-496 0,-5 3 274 16,1 0 124-16,-6 2-581 0</inkml:trace>
  <inkml:trace contextRef="#ctx0" brushRef="#br0" timeOffset="9580.84">24136 8381 1178 0,'-9'0'0'0,"4"0"0"16,1 2 0-16,1-2 0 0,3 0 0 0,0 0 0 0,0 0 0 0,0 0 0 0,9 0 334 0,3 0-155 0,2 0-73 0,2 0-36 0,-2 3 57 0,2-2-47 0,-2 2-15 16,0 0-9-16,-5 0-247 15,-1 1 111-15,1 0 57 0,-3-1-191 0,-4 4 132 16,0-4 53-16,-2 4 31 0,0-1-564 0</inkml:trace>
  <inkml:trace contextRef="#ctx0" brushRef="#br0" timeOffset="9725.44">24024 8458 936 0,'-14'8'0'0,"0"1"0"0,3 1 0 0,-1 1 0 0,3-3 0 0,2 3 0 0,0 0 0 0,0 1 344 0,5-2-147 0,-1 3-87 16,1 1-38-16,2-1-75 0,0-2 1 0,0 2 34 15,0-5-153-15,0-1 72 0,4-1 41 0,6-2-492 16,1-4 252-16</inkml:trace>
  <inkml:trace contextRef="#ctx0" brushRef="#br0" timeOffset="9995.6">24064 8532 1306 0,'1'-6'0'0,"1"4"0"0,1 2 0 0,-3 0 0 0,2 0 0 0,0 0 0 0,0 9 0 0,3 4 172 0,1 2-70 0,4 3-26 0,4-2 365 16,-1 3-204-16,2-2-103 0,0 0-50 0,2-2 134 15,0-2-85-15,0-2-54 0,-1-1-23 0,0-3-148 16,-2-3 62-16,2-2 32 0,-2-2-356 0,2 0 189 16,-3-4 99-16,-3-5 50 0,-1-5-171 0,-4 0 40 15,-3-1-35-15,0-4-296 0,-2-2 222 0,0-1 112 16,-4-3 56-16,-7 4-189 0,-1 2 114 0,0 3 70 16,-4 2 29-16,2 4-1 0,-1 4 33 0,0 4-1 15,0 2 275-15,1 0-133 16,3 0-71-16,1 9 323 0,3 4-179 0,3 3-102 15,3-1 9-15,1 1 84 0,0 3-32 0,0-2-54 16,1 2-27-16,5-4-91 0,4 0 29 0,1-2-1 16,2-2 35-16,0-1-436 0</inkml:trace>
  <inkml:trace contextRef="#ctx0" brushRef="#br0" timeOffset="10109.29">24414 8551 931 0,'7'0'0'0,"-3"0"0"0,1 0 0 0,-3 0 0 0,0 1 0 0,-1 5 0 0,4 1 192 0,-3 3-80 0,2-1-155 16,1 4 37-16,2 0 9 0,0 2 30 0</inkml:trace>
  <inkml:trace contextRef="#ctx0" brushRef="#br0" timeOffset="10462.57">25092 7889 1221 0,'0'-32'0'0,"0"8"0"0,0 1 0 0,0 3 0 0,-2 1 0 0,-7 4 0 0,-1 1 0 0,-3 4 343 0,1 3-159 0,1 2-76 16,-3 4 82-16,0 1-78 15,1 0-40-15,-1 10 9 0,0 7 90 0,2 6-69 16,1 3-34-16,2 3 115 0,1 3-75 0,2 4-30 15,1 6-7-15,3 4 66 0,0 4-52 0,0 10-26 16,2 2 0-16,0-2 81 0,0 18-58 0,0-8-25 16,0 2 1-16,0-3 4 0,0-3 1 0,0-11 138 15,-1 6-410-15,1-2 201 0,-2-7 0 0,2-1 41 16,-2-9-254-16,0 1 112 0,0-8 69 16,-2-5-394-16,0-9 209 0,2-6 105 15,-1-4 3-15,-3-5-152 0,-1-6 118 0,-5 0 59 16,3-4-287-16,-4-16 173 0,-1-5 78 0,0-9 52 15,-2-5-175-15,4-8 109 0</inkml:trace>
  <inkml:trace contextRef="#ctx0" brushRef="#br0" timeOffset="10604.84">24594 8283 1423 0,'-6'-9'0'0,"4"6"0"0,2 1 0 0,0 0 0 0,8 0 0 0,7 2 0 0,6 0 0 0,3 0 604 16,8 0-286-16,9 0-142 0,-4 0-64 0,13 0 296 15,-7 0-188-15,2 0-94 0,-9 0-487 0,2 0 197 16,-3 4 106-16,0 1 42 0</inkml:trace>
  <inkml:trace contextRef="#ctx0" brushRef="#br0" timeOffset="11226.92">25260 8210 1319 0,'-7'-6'0'0,"5"5"0"0,2-1 0 0,0 1 0 0,4-2 0 0,11 1 0 0,3-1 0 0,9-1 0 0,1 0 310 0,4 1-138 0,2-3-62 15,-1 0-42-15,-2 2-32 0,0 0-3 0,-2 0 0 16,-8 3-91-16,1-1 53 0,-3 2 15 0,-9 0 0 15,2 0-317-15,-2 0 169 0,-7 0 86 0,-1 0-524 16,-2 2 279-16</inkml:trace>
  <inkml:trace contextRef="#ctx0" brushRef="#br0" timeOffset="11446.33">25451 7996 1054 0,'0'6'0'0,"0"5"0"0,2 6 0 0,-2 6 0 0,0 1 0 0,0 3 0 16,0 5 0-16,0 7 0 0,0 6 350 0,0-3-159 0,0 0-79 0,0 1 55 0,0-1-67 16,0-7-26-16,-3 5-18 0,1-8-23 0,0-2-1 15,2-10 1-15,0-1-69 0,0-5 43 0,0-5-9 16,0-4 35-16,0-1-154 16,0-4 77-16,0 0 39 0,4-5 7 0,8-16-241 15,-1-5 122-15,3-4 19 0,3-8-108 0,3-1 58 16,-2-4 50-16,1-6-295 0</inkml:trace>
  <inkml:trace contextRef="#ctx0" brushRef="#br0" timeOffset="11884.99">25814 7810 1048 0,'2'-3'0'0,"0"0"0"0,-2 3 0 0,0 0 0 0,0 0 0 0,-4 12 0 0,-3-1 0 0,-2 4 170 0,-3 2-72 15,-1 6-33-15,-1-3 138 0,0 3-85 0,1-2-43 16,0-3-61-16,0 1 18 0,-1 0 1 0,3-2 0 15,2-4-65-15,1-6 32 0,2 3 8 0,3-5-8 16,1-1-1-16,2-2 34 0,0 2 0 0,0-2-58 16,0 0 2-16,5-2 19 0,7 0-24 0,5 0 19 15,0 0 18-15,1 0-18 0,3 0 8 0,0-2 24 16,1-1-14-16,1-2-1 16,-2 0-32-16,-1 1 34 0,-1 0 0 0,-2 2 53 15,0-2-26-15,-2 3 0 0,-2-1-26 0,-4-1 73 16,-1 3-33-16,0 0-1 0,-3 0-29 0,1 0 168 15,-3 0-72-15,-1 3-34 0,2 3 130 0,-2 1-91 16,-1 4-44-16,2 0-23 0,-1 4 126 0,0 3-66 16,-1 5-46-16,1 2 10 0,0 1-23 0,4 3 0 15,-1 3-23-15,0 1-26 0,4-1 26 0,-2 2 0 16,0 0 0-16,1-2-74 0,0 0 37 16,-3-6 9-16,1 6-108 0,-1-4 67 15,-1-4 9-15,-3-3 26 0,1 2-134 0,-2-6 69 16,0-2 11-16,0 0-75 0,0-8 48 0,-3 3 31 15,-9-4 2-15,2-3-205 0,-7-3 115 0,4 0 54 16,-6 0 25-16,-2 0-155 0,3-11 91 16,-3-6 37-16,1-8-454 0,2-10 254 0,3-2 128 15,2-5 62-15</inkml:trace>
  <inkml:trace contextRef="#ctx0" brushRef="#br0" timeOffset="11995.97">25781 8254 1123 0,'-9'-8'0'0,"-2"4"0"0,6 4 0 0,0-3 0 0,0 0 0 0,4 3 0 0,-1 0 0 0,2 0 0 0,0 0 219 0,0 3-85 0,9 4-54 0,3 1-135 16,1 3 45-16,-2 0 21 0,3 5 0 0,-5-2-432 16,0 5 222-16</inkml:trace>
  <inkml:trace contextRef="#ctx0" brushRef="#br0" timeOffset="12140.59">25752 8520 520 0,'-12'2'0'0,"-2"-2"0"0,5 0 0 0,0 0 0 0,0 0 0 0,4 0 374 15,0-2-162-15,5-3-94 0,0-3 80 0,0-3-82 16,10 2-42-16,8-3-20 0,3 1 8 0,7-2-8 16,1 0-21-16,4-1-314 0,1 1 157 0,1 0 78 15,1 1 48-15</inkml:trace>
  <inkml:trace contextRef="#ctx0" brushRef="#br0" timeOffset="12346.04">26254 8148 671 0,'0'-5'0'0,"0"1"0"0,0 0 0 0,0-2 0 0,2-1 0 0,6 0 430 0,4-1-198 0,8 0-100 15,1 3 122-15,6-4-114 0,1 1-54 0,0 1-26 16,2 1 116-16,-1 0-72 0,-5 1-27 0,8-1-145 16,-4 2 51-16,-7 0 25 15,1 3-1-15,-3-1-306 0,-4-1 174 0,-1 3 75 16,-7 0 42-16,-2 0-460 0,-1 0 230 0,-4 0 43 15,0 0-129-15,-4 0 150 0,-8 0 70 0,-6 5-39 16</inkml:trace>
  <inkml:trace contextRef="#ctx0" brushRef="#br0" timeOffset="12652.62">26427 8036 695 0,'-19'3'0'0,"2"5"0"0,0 2 0 0,4 4 0 0,0 1 0 0,2 3 0 0,1 0 0 0,1 6 0 0,-1 4 79 0,2-2-23 0,2-2 8 0,-4 8 146 16,2-6-88-16,2-6-45 0,1 3-22 0,0-2 89 15,2-7-59-15,2-2-26 0,1-5 0 0,0 1-5 16,0-5 1-16,0-3-14 0,8 0-58 0,6 0 25 16,5-4 0-16,2-10 1 0,-1 0 24 0,-1 3 8 15,1 1-9-15,0 0-27 0,-3 3-8 0,-1 2 34 16,-6 4-38-16,1-1 66 0,-5 2-21 16,1 0-16-16,-5 2 56 0,-1 9-27 15,-1 4 6-15,0-1-23 0,-8 7 48 0,-3 0-25 16,-5-2 0-16,2 0-90 0,0-2 33 0,-2-2 8 15,0 0 25-15,1-2-101 0,0-3 46 0,2-1 26 16,4-5-16-16,-1-2-335 0,3-2 153 0,0 0 94 16,3-4 10-16,2-14-290 0,2-4 174 0,0-6 78 15,0-10-172-15,0-3 134 0,0-6 66 0,2-3-106 16,2-5 87-16</inkml:trace>
  <inkml:trace contextRef="#ctx0" brushRef="#br0" timeOffset="12984.04">26324 8009 440 0,'9'-43'0'0,"-2"11"0"0,1 2 0 0,1 3 0 0,1 9 0 0,-3 3 0 0,1 6 206 0,1 3-86 0,2 4-36 15,1 2 318-15,-2 0-185 0,4 9-92 0,-1 11 312 16,0 1-202-16,1 8-93 0,-1 8-59 0,-2 5 216 16,0 1-133-16,-2 6-67 0,3 1-33 0,-3 4 34 15,2-2-38-15,0-2 0 0,2-2-44 0,4-2-33 16,1-4 24-16,-1-10 9 16,3 2-242-16,-1-6 128 0,2-3 64 0,-6-9-306 15,4-1 144-15,-5-3 104 0,2-7-18 0,-8-3-230 16,2-2 152-16,0 0 77 0,-4 0 38 0,-5-4-46 15,1-8 47-15,-2 0-1 0,0-3 3 0,0-3-14 16,0 2 24-16,-7-5-7 0,-3-3-42 0,3-3 37 16,-2 2 0-16,0-3 1 0,2-1 36 0,2 3-8 15,-1-5 9-15,2 11 117 0,3-1-59 0,-3 4-29 16,1 6-8-16,2 1 287 16,-1 5-146-16,-1 3-52 0,0 0-44 0,0 2 146 15,-7 2-80-15,0 15 5 0,-4 2 66 0,-3 3-69 16,-2 2-35-16,-5 5-49 0,5-3 22 0,-3 2-7 15,-1-1 0-15,3-5-302 0,6-5 150 0,1 0 77 16,5-8 45-16,3-3-540 0,1-2 260 0</inkml:trace>
  <inkml:trace contextRef="#ctx0" brushRef="#br0" timeOffset="13145.13">26854 7714 1440 0,'18'-5'0'0,"-1"3"0"0,0 2 0 0,-2 0 0 0,0 0 0 0,-6 0 0 0,0 4 0 0,-1 4 0 0,0 1 369 0,-1-1-168 0,0 7-84 0,0 1-34 0,0 1-268 15,-3 3 109-15,1 3 54 0,1-1-665 0</inkml:trace>
  <inkml:trace contextRef="#ctx0" brushRef="#br0" timeOffset="13457.29">27255 7808 793 0,'2'0'0'0,"0"0"0"0,1 4 0 0,1-2 0 0,-3 2 0 0,2 0 119 0,0 3-47 0,-3 0 0 0,0 7 246 16,0-1-143-16,0 6-71 0,0-2-27 0,-7 4-114 0,-2-1 36 16,0 0-1-16,-2 1-273 0,-2 0 163 15,0 1 68-15,-1-3 38 0,-4-2-339 0,1-3 168 16,-1-2 85-16,-2-1-41 0,1-1 25 0,1-2 37 15,0-4 0-15,3-1 167 0,6-3-64 0,-2 0-41 16,3 0 9-16,3 0 281 0,4 0-150 0,-1 0-81 16,2-2 439-16,0-1-227 0,9-3-95 0,12-1-66 15,1 2 145-15,5 0-107 0,3 1-53 0,2 2 29 16,0 0-45-16,1 2 0 16,0 0-38-16,-4 0-38 0,1 0 0 0,-6 6 47 15,1-1-8-15,-4 5-215 0,-2 0 107 0,-3-1 54 16,0 0-547-16,-1 1 284 0,-3 1 85 0,-7-4 90 15</inkml:trace>
  <inkml:trace contextRef="#ctx0" brushRef="#br0" timeOffset="13617.84">27223 8174 1276 0,'-21'1'0'0,"10"5"0"0,4 1 0 0,2 0 0 0,0-1 0 0,5 0 0 0,0 3 170 0,0 0-68 0,5 2-35 0,9 3 270 16,1-2-152-16,1 0-68 0,2 1-46 0,1-1-70 15,0-1 32-15,-3 0 0 0,1 0-421 0,-1-1 219 16,-2-1 97-16,-3-2 52 0,-3-2-605 0</inkml:trace>
  <inkml:trace contextRef="#ctx0" brushRef="#br0" timeOffset="13907.09">27390 8214 1016 0,'0'-7'0'0,"0"3"0"0,0 1 0 0,0 0 0 0,1 1 0 0,3 2 0 0,-3 0 0 0,0 0 0 0,-1 9 290 0,0 7-121 0,0 3-71 16,-1 4-33-16,-10 2-7 0,-4 2 0 0,-2-1-25 16,-2 0-60-16,-2-2 26 0,-1 0 0 0,-3-2 34 15,-4-4-137-15,3 0 68 0,-10-3 43 0,6-5-84 16,-1-3 54-16,-1-1-13 16,2-5 25-16,4-1 111 0,5 0-48 0,0 0-37 15,5 0-18-15,4 0 356 0,3-1-165 0,4-5-63 16,3 5 126-16,2-1-112 0,0-2-54 0,16 3 205 15,12-1-128-15,12 0-65 0,0 2-24 0,14 0 122 16,0 0-82-16,3 0-40 0,-3 9 1 0,1 0-106 16,-3 0 41-16,1-1-9 0,0 3 33 0,-4-3-356 15,0 0 179-15,0-1 87 0,-9-1-323 0,9 2 133 16,-6-2 125-16,-8-3-787 0</inkml:trace>
  <inkml:trace contextRef="#ctx0" brushRef="#br0" timeOffset="14064.66">28209 8526 1427 0,'1'0'0'0,"6"3"0"0,6 6 0 0,2-5 0 0,-3-3 0 0,-5 1 0 0,-4-2 671 16,2 0-319-16,-2 0-160 0,1 0 342 0,-1 0-255 15,4 0-123-15,-4 0-255 0,-1-6 66 0,0-1 32 16</inkml:trace>
  <inkml:trace contextRef="#ctx0" brushRef="#br0" timeOffset="45786.58">23047 15912 245 0,'0'0'0'0,"0"-3"0"0,0 1 0 0,2 2 0 0,0 0 0 0,1 0 0 0,-1 0 0 0,1 0 0 0,-1 0 54 0,2 0-39 16,-1 0 0-16,-1 0 57 0,2 0-24 0,0 0 5 15,-1 0-30-15,2-1 36 0,-2-1-1 0,1 2-29 16,-2-2 11-16,2 2-3 0,-1 0-8 0,-1 0 1 16,2 0 40-16,-3 0-32 0,1 0-5 0,1 0 36 15,-1 0-36-15,0 0-1 0,0 0 1 0,-1 0 34 16,1 0 1-16,2 0-27 15,-1-1-9-15,1-1 34 0,2 0 0 0,2-1-33 16,-1 0 8-16,0 1 0 0,1-1-8 0,0 1 0 16,1-1-3-16,-2 2 3 0,2-1-1 0,0 0-18 15,0 2 19-15,0 0-1 0,1 0 1 0,-1-2-2 16,2 2 1-16,-1-1 9 0,-1 0-8 0,2-3 12 16,1 3-12-16,-3-1-5 0,0 0-7 0,3 0 18 15,-3 0-7-15,0 0 0 0,0 1-15 16,-1-1 16-16,1 0-2 0,-1 2-32 15,0 0 31-15,-1 0 0 0,1 0 0 0,-1 0-32 16,-2 0 0-16,4 0 29 0,-2 0-1 0,0 0-26 16,0 0 0-16,3 0 17 0,0 0 12 0,0 0-10 15,2 0 1-15,-1 0-3 0,0 0-19 0,3 0 20 16,-3 0 5-16,4 0-14 0,-2 0 9 0,1 0-1 16,-2 0 1-16,1 0-20 0,1 0 23 15,-1 0-5-15,0 0 1 0,2 0-20 16,-1 0 19-16,0 0-3 0,0 0 11 0,0 0-9 15,2 0-2-15,-2 0 1 0,4 0-3 0,-4 0 4 16,6 0 3-16,-4 0-18 0,1 0 13 0,1 0 1 16,2 0 0-16,-3-2-15 0,1 0 18 0,1 0-4 15,-2 0-1-15,2 1-16 0,0-3 15 0,-3 2 0 16,2-1 0-16,-4 2-24 16,2-1 21-16,-2 0 2 0,2 0-17 0,-2 2 16 0,0-2 0 15,1 2 0-15,-1 0-11 0,2 0 10 0,1 0-2 16,-2 0-4-16,2 0 5 0,-2 0 0 15,0 0-3-15,1 0-27 0,-2 0 28 0,1 0 0 16,-1 0-21-16,2 0 20 0,-4 0-2 0,2 0 2 16,-1 0-22-16,1 0 20 0,-2 0-1 0,2 0 0 15,-1 2-17-15,0 0 17 0,-2-2-3 0,2 0 1 16,1 2 0-16,-3-2 0 0,1 2 0 0,2-2 29 16,-1 0-28-16,1 0 0 0,-3 0 24 0,1 0 0 15,2 0-20-15,-1 0-2 0,0 0 35 0,0 0 0 16,-1 0-25-16,1 0 13 15,-2-2-14-15,2 0-2 0,-2 2 5 0,1-2 6 16,-3 0-3-16,4 1-5 0,-1 1 4 0,-1-2-40 16,2-1 37-16,-2 2-1 0,2-1-24 0,-1 2 22 15,1-1-3-15,1 1 2 0,0-3-24 0,1 2 1 16,0 1 19-16,-2-2-21 0,2 2 19 16,0-3 2-16,0 3-5 0,0-1-2 0,-1 0 3 0,0 1 1 15,0-3-1-15,1 1 11 16,-2 2-10-16,0-1 1 0,0 1 10 0,2 0-10 15,-2-3-1-15,1 3 1 0,0 0 2 0,2 0-1 16,0 0 1-16,0 0-11 0,2 0 10 0,1 0-1 16,2 0 1-16,-1 0-15 0,1 0 14 0,2 0 0 15,3-1-1-15,-2-2-7 0,2 2 5 0,3-3 0 16,6 2 21-16,-1-2-20 16,2 1 0-16,0 1 1 0,1-3-3 0,1 3 4 0,-3-3-1 0,0 2-13 15,4-1 13-15,-4-2 0 0,-1 3 0 0,2-1-8 16,-4-2 7-16,5 3 0 15,-5-2 1-15,2 2 17 0,-3 1-17 0,3 0-1 16,1 0 15-16,-1 1-16 0,-3-2 1 0,1 3 2 16,0 0 3-16,0 0-1 0,-2 0-2 0,2 0 4 15,0 0-4-15,-2 0 2 0,1 0-1 0,2 3 4 16,-1-3-4-16,0 1 0 0,0-1 0 16,-2 2-11-16,3-2 11 0,1 0-1 0,-1 0-1 0,2 0 1 15,-1 0 0-15,-2 0 0 0,0 0-6 16,0 0 7-16,0 0-1 0,-4 0-2 15,2 0 2-15,-2 0-2 0,2 0 2 0,-4 0 7 16,5 2-8-16,0-2 1 0,-1 0-1 0,1 2 14 16,0-2-13-16,0 0 2 0,0 0 5 0,4 0-6 15,-3 2 0-15,3-2 1 0,-1 1-4 0,1 2 5 16,-1-1-1-16,0 0-17 0,-2-1 16 0,1 3-1 16,1-2 1-16,-3-1-18 0,5 4 17 0,-4-4-2 15,3 1 2-15,0-2 4 16,0 2-5-16,2-2-1 0,-2 0 27 0,9 0-26 15,-6 0 0-15,2 0 1 0,-1 0 18 0,3 0-16 16,-6 0-2-16,3 0 10 0,-2 0-8 0,6 0 3 16,-6 0 3-16,7 0-26 0,-6 0 20 0,2 2 3 15,-5-2-3-15,9 0-27 16,-6 0 26-16,7 0 0 0,-1 0-21 0,-2 0 20 0,0 0 0 0,-2 0-4 16,-5 0 2-16,11 0 0 0,-6 0-1 0,1 0 7 15,-1 0-6-15,4 0-1 0,-4 0 1 16,7-2 2-16,0 0-1 0,0 0 0 15,1-1 0-15,1-1 1 0,-6 2 0 0,10-2-2 16,-5 1 38-16,-4 1-36 0,-1-2 1 0,1 2-1 16,-8 0 28-16,15 0-26 0,-10 0 1 0,-1 1-4 15,6-2 6-15,-1 3-2 0,-3-1 6 0,8 1-10 16,-3-2 7-16,-2 2-3 0,1-2 4 0,-2-1-23 16,-4 2 20-16,12-2 0 15,-6 0 12-15,0 0-12 0,0-1-3 0,2-1 1 16,3 3-4-16,-3-3 5 0,2 4 0 0,-1-3-26 15,-4 2 26-15,2-1-1 0,-8 1 1 0,7 0-30 16,-3-2 27-16,-2-2 1 0,-1 2-1 0,-3 1-38 16,2-1-4-16,4-4 38 0,-5 2-10 0,3 2 8 15,-8-2-6-15,4 2 5 0,0-3 49 0,-4 0-24 16,-1 2 1-16,-2 0 33 0,-2-1-25 0,-1 1 1 16,-5 4-19-16,2-3 29 0,-3 1 138 0,1 1-179 15,-1 0 0-15,-4 0 0 0,5 0 0 16,-3 0 0-16,-1 2 0 0,1 0 0 15,0 0 0-15,0 0 0 0,5 0-187 0,-5 0 165 16,5 0-13-16,-2-2 10 0,0 2-8 0,-1 0 31 16,-2 0-12-16,1 0 6 0,-5 0-6 0,2 0 7 15,-4 0-9-15,-2 0 38 0,2 2-32 0,-5-2 3 16,3 2 35-16,-2 0-34 0,-1 0 4 0,-1-2-4 16,-1 2 34-16,2-2-31 0,-3 0 4 0,-2 0 25 15,2 0 2-15,-2 0-24 0,0 0-3 16,-1 0 28-16,0 0-26 0,-1 0 1 15,3 0-4-15,-2 0 8 0,-2 0-3 0,0 0 4 16,0 0-29-16,0 0 24 0,0 0 3 0,0 0 0 16,0 0-58-16,0 0 25 0,0 0-1 0,0 0-197 15,0 0 105-15,0 3 39 0,-16 7 34 0,-4 3-611 16,-1 6 312-16,-12 9 156 0,1 4 78 0,2 8-297 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20T07:09:22.01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37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1" timeString="2020-03-20T07:10:27.860"/>
    </inkml:context>
  </inkml:definitions>
  <inkml:trace contextRef="#ctx0" brushRef="#br0">19753 7211 165 0,'-2'0'0'0,"0"0"0"0,1 0 0 0,1 0 0 0,0 0 0 0,-2 0 62 16,2 0-22-16,0 0 3 0,0 0-27 0,0 0 49 15,0 0 1-15,0 0-42 0,0 0 22 0,0 0-13 16,0 0-6-16,0 0-24 0,0 0 0 0,0 0 22 15,0 0 0-15,0 0 45 16,0 0-44-16,0 0 0 0,0 0 0 0,0 0 24 16,0 0 1-16,0 0-16 0,0 0-6 0,0 0 27 15,0 0-26-15,0 0 2 0,0 0-5 0,0 0 16 16,2 0-11-16,-1 0-19 0,3 0 19 0,1 0 3 16,-2 0 6-16,1 0-42 0,0 0 0 0,-1 0 26 15,3 0 4-15,-3 0-28 0,4 0 6 0,0 0 12 16,-2 0 5-16,3 0-35 15,-1 0 33-15,1 0-5 0,-1 0-17 0,1 2 17 16,-1 0 2-16,3 0-14 0,-1-1 13 0,-2 2-3 16,1-3 6-16,2 3-39 0,-1-3 34 0,-2 2-2 15,3 0 2-15,-2 2-18 0,1-2 17 0,-2-1-2 16,3 2 2-16,-3 0-2 0,2-1 0 0,1 0-2 16,0 2 29-16,0-2-26 0,2 0-1 0,-1 2 12 15,2-3-11-15,1 1 2 0,-3 0 5 0,4 0-6 16,-2-1 2-16,1 2-1 15,-2-1-1-15,1-1 2 0,-1 2 4 0,2-2-5 16,-2 3 2-16,-1-2 12 0,2 2-13 0,-1-1 0 16,-3-1-2-16,2 2 2 0,1 0-1 0,-1-1-9 15,1 2 10-15,0-4-1 0,-1 3 6 0,3-2-20 16,-1-1 14-16,0 2 0 0,2-3-2 0,0 0-11 16,0 0 14-16,1 0-2 0,-4 0-6 0,4 1 3 15,-4-1 1-15,1 0 1 0,-1 0-22 16,3 2 21-16,-2-2-1 0,0 0-13 0,1 2 12 15,-1-2-2-15,1 0 4 0,0 2-1 16,0-2-2-16,2 0 0 0,-3 2-1 0,0-2-9 16,0 0 11-16,3 0-1 0,-4 0 10 0,4 0-10 15,-3 0 0-15,-1 0-1 0,0 0 22 0,-1 0-21 16,3 0 2-16,-5 0-19 0,0 0 18 0,5 0 0 16,-5 0 3-16,2 0-8 0,1 0 5 0,0 0-1 15,1 0 2-15,3 0-8 0,-4 0 5 0,4 0 1 16,-2 0-2-16,4 0 1 15,-2 0-1-15,0 0 4 0,-2 0-34 0,2 0 30 16,-2 0-1-16,2 0-34 0,-2 0 33 0,2 0 2 16,-3 0-3-16,2 0-14 0,-2 0 11 0,2 0 3 15,0 0-6-15,2 0 1 0,0 0 0 0,0 0 2 16,-1 0 18-16,3 0-17 0,1 0-2 0,-4 0 2 16,3 0-4-16,-2 0 3 0,2 0 3 0,0 0-1 15,-1 0 0-15,-1 0 1 0,2 0-1 0,0 0 9 16,-1 0-9-16,1-2 0 15,0 2 0-15,-1 0 2 0,0 0-3 0,0 0 1 16,1 0-1-16,0 0-2 0,-1 0 3 0,3 0 1 16,0 0-2-16,1 0 1 0,-1 0 1 0,0 0-13 15,-1 0 11-15,-1 0 2 0,1 0-2 0,-2 0-7 16,1 0 6-16,-1 2 1 0,-1 0-2 0,3-1 0 16,-4 3 1-16,3-4 0 0,-2 2-11 0,0-1 11 15,-1 2-1-15,2-1 1 0,1-2-7 0,-3 0 7 16,3 0-2-16,-1 0-2 15,3 0 3-15,0 0 0 0,6 0-1 0,-3-2-29 16,0-1 28-16,3 0 1 0,-3-4-1 0,1 3-43 16,0-1 0-16,0 1 41 0,-2 2-30 0,0-1 28 15,-2 2-6-15,4 0-6 0,1-2 0 0,-1 1 2 16,1 0 4-16,1 1 18 0,-3 1-20 0,0 0-4 16,4 0 5-16,-1 0 24 0,1 0 1 0,-1 0-23 15,-4-2 4-15,2 2 22 0,5 0-23 16,-6 0 5-16,3 0 9 0,-1 0-12 0,-1 0 4 15,-3 0-1-15,6 0 17 0,-1 0-16 16,-1 0-2-16,-1-2 20 0,-2 2-19 0,9-3 2 16,-2 3-1-16,0-1 15 0,2-1-14 0,-2 0 1 15,0 2-1-15,0 0 3 0,0-1-3 0,-1 1 2 16,-3 0-3-16,1 0 3 0,-3 0-1 0,4 0 1 16,-1 0-7-16,-3 0 6 0,2 0 0 0,-1 0-4 15,-3 0 4-15,8 0-1 0,-5 0 0 0,1 0 1 16,0 0-1-16,2 0 0 0,-1 0 0 15,3 0 0-15,0 0 0 0,-2 0 1 16,0 0-1-16,1 1-1 0,-6 1 2 0,7 0-1 16,-3-1 23-16,-3 2-22 0,3-1 0 0,-3 0 36 15,-2-1 0-15,7 1-31 0,-5 0-2 0,3-2 33 16,-1 0-1-16,0 0-24 0,-1 0-1 0,7 0 40 16,-5 0-39-16,6 0 6 0,-1 0 8 0,2 0-9 15,-1 0 2-15,1 0 1 16,2-2 2-16,-1 0-4 0,1 1-1 0,-1-1-27 15,2-3 30-15,-2 2-5 0,1 1 1 0,-1-1-25 16,-1-1 0-16,0 0 20 0,-1 3 6 0,-1-2-35 16,-2 2 29-16,5-1-4 0,-1-1 3 0,0 2 1 15,1-1 0-15,1 0-5 0,1 2 18 16,0-2-16-16,2 1 1 0,-2 1-2 0,2-3 4 16,-2 3 0-16,4-1-2 0,-2 1-40 0,4-2 39 0,-3 2 2 15,-3 0 0-15,10 0-90 0,-4 0 41 0,0 0 18 16,1 0-1-16,-3 2-63 15,-5 2 37-15,1 1 13 0,-2 1-16 0,2 1 30 16,-5 1 5-16,0 0 6 0,0 0-13 0,-2-1-7 16,-2 0 10-16,0 0 39 0,-3-1 1 0,2 1-38 15,0-5-5-15,3 2 53 0,-2 0-21 0,0 0 11 16,0-3-5-16,-1 2 5 16,3 0-25-16,0-3 9 0,-3 2 19 0,-1-2-23 0,3 0-2 0,-6 0 17 15,7 0-13-15,-6 0-2 0,-2 0 3 16,3 0 36-16,-2 0-37 0,-2 0 3 0,0 0 0 15,-1-2-6-15,-1 0 6 0,-3 1-1 16,2 1 0-16,-6-3-17 0,4 3 18 0,-5 0-1 16,0 0-29-16,-1 0 0 0,-1 0 26 0,-4 0-1 15,0 0-28-15,0 0-1 16,-3 0 20-16,0 0-184 0,-2 0 81 0,0 0 44 0,-2 6 15 0,-18 5-440 16</inkml:trace>
  <inkml:trace contextRef="#ctx0" brushRef="#br0" timeOffset="11136.24">4223 8677 539 0,'0'-14'0'0,"0"5"0"0,0 1 0 0,0 2 0 0,0 1 0 0,0-1 0 0,0 4 200 16,0 0-83-16,0-1-34 0,0 3 81 0,1 0-66 16,4 3-32-16,-2 11 53 0,3 3-42 0,-1 3-14 15,-3 7-9-15,2 1 44 0,-2 4-32 0,0 1-1 16,-1 5-32-16,-1 0 36 0,0 7-7 0,0-10-30 15,0 3 1-15,0-2-54 16,0-1 35-16,0-3-8 0,0 0-48 0,0-4 37 0,0-5 0 0,0-2-29 16,0 1 38-16,0-3-12 15,0-2-1-15,0-4-141 0,0-3 76 0,-3-1 21 16,1-4 24-16,1 0-264 0,-4-2 134 0,0-3 46 16,-2 0 40-16,-1 0-253 0,1-10 139 0,-1-5-70 15</inkml:trace>
  <inkml:trace contextRef="#ctx0" brushRef="#br0" timeOffset="11369.01">4124 9083 942 0,'-8'-6'0'0,"5"5"0"0,-2 1 0 0,1 0 0 0,2 0 0 0,2 1 0 0,0 14 0 0,0-1 0 0,0 5 147 0,0 5-58 0,2 1 115 16,4-3-77-16,2 8-52 0,0-1-21 0,-4-4 15 16,3 1-36-16,-1-6-1 0,-1 2 9 0,0-3-45 15,1-2-1-15,-1-4 38 0,0-6 0 0,0 1-46 16,2-4 31-16,-1-2-29 0,3-2 22 15,3 0-1-15,3-14 8 0,2-4 32 0,-1-5-29 0,3-1 2 16,3-4-16-16,-3-1-10 0,2 0-3 16,-4 0 25-16,1 5 9 0,0-2-183 15,-5 7 79-15,0 1 43 0,0 2 16 0,-7 7-356 16,-1 2 156-16,1 5 99 0,-4 2-310 0</inkml:trace>
  <inkml:trace contextRef="#ctx0" brushRef="#br0" timeOffset="11602.89">4095 9561 999 0,'-11'0'0'0,"5"0"0"0,5 0 0 0,1 0 0 0,0 0 0 0,0 5 169 0,0 1-68 16,0 3-34-16,5 3 8 0,4 1 103 0,2 2-73 0,1 1-105 15,1 2-1-15,0-1 34 0,0 3 8 16,0 1-122-16,2-2 57 16,-5-1 28-16,1 1 1 0,0-4-299 0,-3 0 162 0,2-3 74 15,-5-5-363-15,4-1 174 0,-9-6 109 0</inkml:trace>
  <inkml:trace contextRef="#ctx0" brushRef="#br0" timeOffset="11794.37">4359 9549 769 0,'3'-6'0'0,"5"5"0"0,-3-1 0 0,-3 2 0 0,-1 0 0 0,-1 2 0 0,0 11 337 0,-3 6-144 0,-8 5-85 15,0 4 236-15,-5 8-155 0,-5 5-78 0,-1 4-40 0,-2 4 73 16,-3 11-60-16,0-2-26 0,-2 1 17 0,1-1-22 16,3 0 1-16,5-11-133 0,0 0 52 0,3-12 30 15,4 2-1-15,1-13-273 0,6-1 152 0,2-11 76 16,4-1 33-16,0-5-578 0,0-2 278 0,4-4 139 15</inkml:trace>
  <inkml:trace contextRef="#ctx0" brushRef="#br0" timeOffset="12679.7">5331 8740 423 0,'-4'-8'0'0,"0"5"0"0,2-1 0 0,-1 1 0 0,1 2 0 0,-2 0 0 0,2-1 150 0,1-1-63 0,1 3-27 16,0 0 0-16,0 0 32 0,0 0-30 0,0 6 9 15,0 7-38-15,0 4 63 0,1 6-32 0,1 1 0 16,2 6 40-16,1 3-28 16,-4 1-7-16,0 3-8 0,2 0-28 0,-3-1 0 15,0-2-1-15,0-8-42 0,0 8 17 0,0-6 1 16,0-2 24-16,0-5-32 0,0-1 0 0,0 1 41 16,0-4-8-16,0-2-99 0,0-2 29 0,0-4 30 15,0 1-164-15,0-4 89 0,0-1 25 0,0-1-199 16,0-3 108-16,0 1 62 0,-3-2 14 0,1 0-211 15,-3 0 130-15</inkml:trace>
  <inkml:trace contextRef="#ctx0" brushRef="#br0" timeOffset="12921.05">5185 9085 239 0,'0'10'0'0,"0"7"0"0,0 0 0 0,0 1 0 0,0 3 177 16,0 1-72-16,0 3-36 0,0-1 184 0,1 6-114 15,4-2-53-15,0-1 50 0,-1-7-52 0,1 3-26 16,2-4 9-16,-1-4-70 0,-2-4 0 16,3-2 36-16,-5-1 0 0,4-4-35 15,-3-2 9-15,1-2 26 0,0 0-1 0,4-2-17 16,0-13 18-16,0-6 21 0,3 3 8 0,2-7-46 16,0-1 13-16,0-1-77 0,1 1 35 0,4 0 0 15,-3 3 36-15,4-3-229 0,-6 9 107 0,1 0 49 16,-3 4 27-16,1 2-378 0,-3 6 181 0,0-1 81 15</inkml:trace>
  <inkml:trace contextRef="#ctx0" brushRef="#br0" timeOffset="13365.05">5264 9590 749 0,'-12'3'0'0,"2"0"0"0,5 3 0 0,2-3 0 0,-1-2 0 0,4 0 164 0,-1 2-66 15,1-3 58-15,0 1-54 0,1 1-38 0,8 0 0 0,4 0 28 16,2-2-30-16,1 2 9 0,0-2-39 0,3 2-29 16,-3-2-1-16,3 1 31 0,-6-1 0 0,1 2-55 15,2-2 23-15,-8 2 1 0,3 2 31 0,-7-3-69 16,3 4 35-16,-5 1-28 0,1-1 23 0,-2 3-21 15,-1 2 41-15,0 4 22 0,0 2 1 0,-6 4-38 16,-5 4 9-16,0 0 48 16,0 2-22-16,-2 4 8 0,2-1-29 0,-2 1 34 15,2 0-4-15,0 0-12 0,-1 2-10 0,0-2-5 16,3-4 8-16,4-5 13 0,1-5-39 0,4-1 26 16,0-3 0-16,0-3-27 0,0-2 25 0,0-2-3 15,1-1 2-15,7-2-5 0,1-2 3 0,3 0-1 16,0 0 0-16,0 0 43 0,3 0-6 15,0 0-33-15,0-2-1 0,0 0-22 16,-2 0 1-16,-1-1 30 0,2 2-194 0,-4 1 88 16,2-1 44-16,-3 1-144 0,0 0 89 0,-1 0 30 15,-1 0 7-15,0 0-361 0,-3 0 189 0,0 0 95 16,-2 0 47-16,-2-3-282 0</inkml:trace>
  <inkml:trace contextRef="#ctx0" brushRef="#br0" timeOffset="13535.59">5278 9910 588 0,'-13'-4'0'0,"6"3"0"0,1-1 0 0,2 0 0 0,3 2 0 0,-2-2 453 0,3 0-210 0,0 0 113 16,4 0-162-16,12-1-81 0,0-2-6 0,6 0-42 16,3 1 0-16,4 0-32 0,0 3 0 0,4-2-237 15,2 2 127-15,0-1 51 0,1 0 29 0,4 2-514 16,3-2 267-16</inkml:trace>
  <inkml:trace contextRef="#ctx0" brushRef="#br0" timeOffset="13893.64">6364 8714 588 0,'-9'-15'0'0,"-1"8"0"0,5 0 0 0,1 5 0 0,0-1 0 0,0 0 238 0,4 2-103 0,-2-1-43 0,2 2 126 15,0 0-92-15,0 0-47 0,0 6 24 16,2 7-35-16,0 4 8 0,6 7-48 15,-3 0 5-15,2 7-1 0,-5 1 1 0,2 1-112 0,-2 3 119 16,1 0-7-16,-2-1-1 16,-1 1 1-16,0-2-57 0,0 0 29 15,0-4 7-15,0 0 21 0,0-2-190 16,0-5 87-16,0 1-193 0,-4-3 129 0,1-3 46 0,-2-2 17 16,0-3 25-16,0-6-241 0,-3 0 127 0,1-2 64 0,-1-4-171 0,-2-1 121 15</inkml:trace>
  <inkml:trace contextRef="#ctx0" brushRef="#br0" timeOffset="14130.56">6168 9068 652 0,'0'0'0'0,"0"3"0"0,3 2 0 0,-2 2 0 0,1 5 90 0,2-1-29 16,0 4 8-16,2 2-36 0,-1 3 0 0,4 5 198 16,-1-2-100-16,3 1-49 0,-4-1 19 15,5 3-38-15,-4-8 0 0,2 3-30 0,-2-3-68 0,3-4 34 16,-5-3 8-16,1-1-48 0,3-3 37 0,-2-6-116 15,-1-1 138-15,0 0 15 0,5-7-9 16,-1-11 2-16,0-7-49 0,4-1 37 16,-2-2-33-16,3-2 26 0,-2-2-33 0,4 2 29 0,-3 0-4 15,2 2-79-15,-1 2 39 0,0 3 0 0,-6 7-224 16,4-2 127-16,-1 7 54 0,-4 4 33 16,2 2 3-16,-3 5-268 0</inkml:trace>
  <inkml:trace contextRef="#ctx0" brushRef="#br0" timeOffset="14574.89">6212 9622 365 0,'-4'0'0'0,"-3"0"0"0,2 0 0 0,2 0 452 16,3 0-210-16,0 0-97 0,0 0-60 0,0 0-26 0,5 0 177 15,12-1-102-15,0-3-50 0,4-3 25 16,6-1-43-16,-8 2 1 0,2 0-77 16,2 1 21-16,0 1 0 0,-3 1-59 15,-1 1 37-15,-1 0 21 0,-4 2-68 16,-1 0 46-16,-5 0 22 0,1 0 8 0,-2 7-7 0,-7 5 16 0,2 0 29 16,-2 4-28-16,0 3-41 0,-2 4 20 0,-10 4 84 15,0 0-41-15,-1 2 0 0,0 1 79 16,-2 1-34-16,2 1-36 0,-1-3 6 0,2 0 0 15,0-3-32-15,4-4-12 0,0 0 20 0,4-4-8 0,0-3 0 16,2-4-39-16,2-1 0 16,0-3 39-16,0-1-26 0,0 0-7 15,6-4 19-15,3-1-12 0,2-1 12 0,2 0 5 16,0 0-5-16,3 0 24 0,-2 0-24 0,3 0 1 0,-4 0-33 16,4 0 0-16,-4 0 35 0,3 0-4 0,-3 0-169 15,-1 0 81-15,-2 0 37 0,1 0-459 16,-1 0 430-16,-2 0 26 0,-1 6-13 0,-2-2-152 15,1 0 84-15,-1 1 41 0,-4 1 14 0,1-1-340 16,-2 0 185-16,0-1 92 0,0 0 46 16</inkml:trace>
  <inkml:trace contextRef="#ctx0" brushRef="#br0" timeOffset="14770.37">6234 9872 1018 0,'-4'0'0'0,"-1"-1"0"0,1-2 0 0,0 0 0 0,2-1 0 0,-3 3 0 0,3-3 389 16,-2 2-169-16,2 0-99 0,2 0-43 0,0 2 18 15,0 0-32-15,0-2 0 0,0 2-212 16,2 0 86-16,4 0 47 0,0 0 24 0,1-2-345 16,0 2 182-16,1-2 97 0,0 2 39 0,-3-1-354 15,2 1 179-15,-5-3 31 0</inkml:trace>
  <inkml:trace contextRef="#ctx0" brushRef="#br0" timeOffset="15742.13">6228 9566 273 0,'-5'0'0'0,"1"0"0"0,0 0 0 0,-1 0 0 0,2 0 0 0,-2 0 41 16,1 0-5-16,2 0-3 0,-1 0 0 0,1 0 0 0,0 0 41 16,1 0-12-16,1 0 49 0,-2 0-39 0,0 0 0 15,2-2 3-15,0 1-21 0,0 1 8 0,0 0 49 16,-2 0-39-16,2-2 0 0,0 2-39 0,0-3 56 15,0 3-19-15,0-1-9 0,0-1-29 0,0 0 56 16,2 0-27-16,2 0-1 0,4 0-19 16,-2 0 21-16,4 0 1 0,-1 1-30 0,0-1-1 0,6 0-2 15,-7 1 11-15,2-2-45 16,1 3 36-16,-2 0 1 0,2 0 0 0,-1 0 0 0,-1 0 8 0,3 0-45 16,-1 0 37-16,-2 0-31 15,2 4 31-15,-3 0-6 0,1-1 0 0,0 1 1 0,1 2-14 16,-2 0 9-16,-1-1 2 0,0 1-6 0,2 0 12 15,-1-1-7-15,-4 1-3 16,2 1 4-16,0-1-17 0,0-1 16 16,-1 1 6-16,-1 0-5 0,0 1-9 15,-3 1 7-15,1-2 1 0,0 3-2 0,1-1 14 16,-3 0-13-16,0 2-1 0,0 2 1 0,0-4-5 16,0 3 5-16,0 0 5 0,0 0-6 0,0 0 7 0,-5 0-6 15,2 2 0-15,-1-1 0 0,-2 1-11 0,0 0 11 16,0 0 0-16,-1 2-37 0,2 0 35 15,-3 1 1-15,-2-2 2 0,3 2-38 0,0 2-3 16,-2-1 35-16,0 1-40 0,-2 0 0 16,2 0 37-16,-1-2-3 0,0 2-5 0,-2-1-25 0,2 0 20 15,-3-2 7-15,-1 1-10 0,-1-2-26 16,1 1 25-16,-2-1 5 0,0-2-9 0,3-1 3 16,-2-1 27-16,4-1-1 0,2-1-22 15,-4 0 99-15,3-6-83 0,3 3-10 0,-1-1 1 0,2-2 29 16,2-2 4-16,1 0-31 0,1 0 8 0,0 0-16 15,0 0 16-15,2 0-2 0,0 0 10 16,0 0-273-16,0 0 126 0,0 0 63 0,0-2 26 16,4-4-459-16,4-2 223 0,3 1 118 0,2 0 59 15,0-1 21-15,4-2-436 0,2 1 237 16,1 0 119-16,-2-2-341 0</inkml:trace>
  <inkml:trace contextRef="#ctx0" brushRef="#br0" timeOffset="16292.45">6747 9610 848 0,'2'0'0'0,"0"0"0"0,-1 0 0 0,2 0 0 0,-3 0 0 0,0-3 0 0,0 1 0 0,0-3 0 0,0 1 121 16,-4-2 88-16,0 3-88 0,0-1-44 15,1 0 153-15,-3 3-166 0,0-1-9 0,0 0-22 0,1 0 41 16,-2 0-20-16,-1 2 0 0,-2 0-14 0,1 0 54 16,-2 0-31-16,-1 2 0 0,2 4-31 0,-1-1 28 15,-3 2 8-15,1 3-35 16,-1 0 10-16,1-1-10 0,-4 0-1 0,5 3 9 0,-2-1-7 15,1 0-1-15,2-1 0 0,-1 3 0 0,2-3-6 16,0 5 14-16,-2-3-8 0,5 1-1 0,-2 2 7 16,-1 0-6-16,3 1 0 0,0-2 8 0,-1 2 17 15,0-2-25 1,2 4-1-16,1-4 1 0,2 3 40 0,-2-1-32 0,0 2-8 0,3-3 0 0,-2 0 17 16,4 0-17-16,0 0 0 0,0-4 10 0,0 3-11 15,0-3 1-15,3-2 0 0,2-1-12 16,4-1 12-16,4-1 8 0,3-3-29 15,3-3 21-15,-1 3-32 0,3-3-1 16,2 0 29-16,0 0 9 0,5 0-77 0,-1 0 32 16,-2-3-5-16,-4 2-178 15,3-1 178-15,-2 0 29 0,0 0-11 0,-4 2-75 0,0-2 31 16,0 2 0-16,-5 0 22 0,-3 0-215 0,0 0 99 16,-2 0 54-16,-1-2-257 0,-2 2 151 0,-1-1 75 0,-2-1 31 15,1 0-451-15,-2 0 249 0,-1-2 123 0,0-3 62 0,0 1-496 16</inkml:trace>
  <inkml:trace contextRef="#ctx0" brushRef="#br0" timeOffset="16737.25">6320 9572 27 0,'-3'0'0'0,"1"0"0"0,0 0 0 0,1 0 0 0,-1 0 0 0,-1 0 117 16,0 0-42-16,-1-2-22 0,3 0 7 0,-4 0 10 15,4 2-37-15,-2-2-1 16,0 2 41-16,1-1 0 0,-2 1-32 0,3 0-9 0,-1 0 82 16,1 0-41-16,-2 0 1 0,1 0-41 15,2 0 60-15,-2 0-34 0,2 0 0 0,0 0 78 0,0 0-52 16,0 0-27-16,0 0 87 0,0 0-61 0,0 3 47 15,0 1-94-15,0 0-5 0,0-2 1 16,0 1-49-16,2-1 39 0,-2 0 9 0,2-2 1 16,-2 0-88-16,0 2 44 0,3-2 30 0,-2 0-8 0,1 0-431 15,1 0 201-15,1 0 114 16</inkml:trace>
  <inkml:trace contextRef="#ctx0" brushRef="#br0" timeOffset="33790.37">8593 9145 394 0,'-7'0'0'0,"-3"0"0"0,3 2 0 0,1-2 0 0,1 2 0 0,1-2 0 0,-1 0 0 0,-2 0 0 0,5 0 0 0,1-6 75 0,-1 0-23 15,2-2 0-15,0 0 32 0,0-1-30 0,0 0 0 16,2 1-21-16,6 0 34 0,-3 3 0 0,3-1-26 15,1 2-9-15,1 3 34 0,1-2-1 16,0 2 1-16,0 1-33 0,4-2 8 16,-1 2-8-16,-2 0 37 0,3 0 0 0,-1-2-37 15,0 2 0-15,2-2 29 0,-2 2-7 0,2-1-22 16,-2 1 0-16,2 0 20 0,-2-3-20 0,4 3 7 16,-2 0-13-16,0 0 6 0,-2 0-1 0,2 0 1 15,-2 0-12-15,0 4 20 0,1 2-9 0,-2-2-26 16,3 1 26-16,-3 1 1 0,1-1 0 0,3 0-22 15,-2 0 20-15,2-2-7 0,0 3 5 0,0-2-32 16,-1 1 30-16,2-1 3 16,0-1-3-16,3 2-6 0,-2-1 4 0,1-1 0 15,-1 1 3-15,2-2 3 0,-3 1-5 0,3-1 1 16,-1 2-1-16,-2 0-1 0,1 0 0 0,-1-1 1 16,1 3-1-16,0-1 0 0,1 0 0 0,1-2-3 15,0 3 3-15,1-2 8 0,-1 0-31 0,6-1-1 16,-3-2 23-16,3 4-2 15,-2-3-22-15,5 0 20 0,5-1 1 0,-6-1-21 0,4 3 20 16,-1-3-3-16,0 2 2 0,-2-2-35 0,-3 1 33 16,3 1-5-16,-2-2 4 0,1 2 5 15,-3 0-4-15,6 1-2 0,-2-1-1 0,-2 2 41 16,4-2-39-16,0 2 27 0,0-2-21 0,0 1-4 16,3 0 2-16,9-2 26 0,-5 1-27 0,2 2 5 15,-2-2 8-15,7 0 20 0,-2 2-25 0,-1-1-4 16,0-1 1-16,2 4 36 0,-6-3-25 0,11 4-9 15,-6-3 11-15,2 1-9 0,0 0 1 0,5-2-2 16,-8-1-16-16,12 1-6 16,-9-2 22-16,2-1 7 0,-1 0-8 0,0 0 0 15,-6 0 6-15,10-1 17 0,-4-4-24 0,-1 0 1 16,4 0 140-16,2-2-166 0,2 0 0 0,-1 0 0 16,2 0 0-16,-3 1 0 0,1 0 0 0,0 0 0 15,-3 1 0-15,1-1 0 0,0 2 0 0,-5-1 0 16,5 3 0-16,-3-2 0 0,-2 1 0 15,7 0 0-15,-7 2 0 0,0-3 0 16,-1 2 0-16,-3-1 0 0,-3 2 0 0,0-1 0 16,-4 1 0-16,-1-2 0 0,-4 2 0 0,-2-1 0 15,-5 0 0-15,0 0 0 0,-1 2 0 0,-5-2 0 16,0 0 0-16,-4 0 0 0,-5 1 0 0,-1-1 0 16,-3 0 0-16,-2 2 0 0,0 0 0 0,-2 0-345 15,0-1 190-15,0-2 70 0,-8 3 16 0,-3 0-489 16,0 0 263-16,1 8-710 0</inkml:trace>
  <inkml:trace contextRef="#ctx0" brushRef="#br0" timeOffset="34983.21">14016 9035 368 0,'-9'0'0'0,"0"0"0"0,-2 0 0 0,4 0 0 0,2 0 0 0,-1 0 0 16,0 0 66-16,2 0 9 0,1 0-43 15,3 0 1-15,-2 0 64 0,2 0-33 0,0 0 1 0,0 2-24 16,2 1 45-16,5-1-27 0,3 3 1 16,1-2 46-16,3 1-36 0,0-1 8 0,1 0-45 15,2 0 64-15,0 1-32 0,2 0 0 0,0-1-8 16,-1 3 7-16,3-3-31 0,-2 3 0 0,1-2 32 16,1 0 0-16,2 2-32 0,-3-4 8 0,6 1 20 15,-3-1 0-15,2 0-28 0,1 0 30 16,1-1-30-16,-6-1 8 0,11 0 1 15,-2 0-10-15,2 0 0 0,0 0 1 0,0 0 21 16,2 0-13-16,0 0-8 0,2 0 0 0,-2 0 20 16,3 0 1-16,-1 0-21 0,1 0 8 0,-1 0 19 15,0 0-27-15,1 0-1 0,-1 0 25 0,-1 0-24 16,1 0 7-16,8 0 17 0,-7 0-24 0,-1 0-1 16,1 0 1-16,1 0-19 0,-2 3 27 0,1-2-8 15,-1 2-1-15,1-3-20 0,0 5-1 0,0-3 30 16,6-2-8-16,-8 2-38 0,4-2 30 0,5 1 5 15,-5 1-28-15,0-2 32 16,7 3-13-16,-5-2 5 0,3 1-16 0,-3 0 15 16,3-2-2-16,-5 1 6 0,9-1-4 0,-2 0-1 15,-2 0 2-15,4 0-34 0,-2 0 30 0,3 0 8 16,4 0-9-16,4 0-31 0,-3-1-2 0,0-3 32 16,1-2-35-16,1 3 5 0,-4 1 20 0,3-3-6 15,-2 4 24-15,-3-1-15 0,3 2-6 0,2 0 19 16,7-1-20-16,-10 1 5 0,6-3 1 0,0 2 23 15,8-1 3-15,-12-2-21 0,11-1 2 0,-3 1-33 16,-1-2 32-16,2 2-3 16,4-2-45-16,-9 5 25 0,13-4-5 0,-9 2 23 15,-9 1-97-15,7 2 44 0,-2 0 16 0,-2 0-67 16,-1 0 38-16,3 0 22 0,-1 0-16 0,-4 0 1 16,2 0 16-16,-4 2 9 0,0 0-20 0,-4-1 60 15,0 2-49-15,-6-1 8 0,-5-2 30 0,-1 0-34 16,-3 0 5-16,-7 0 22 0,-1 0 4 15,-1 0-24-15,-6 0 8 0,-2 0-16 16,0-2 14-16,-3-6-2 0,-3 1 4 0,0-1-59 16,-2-2 27-16,-1 0-6 0,0-3 27 0,-3 2-61 15,-1-1 26-15,-2 3 0 0,0-1-292 0,0 4 150 16</inkml:trace>
  <inkml:trace contextRef="#ctx0" brushRef="#br0" timeOffset="43686.84">20029 8760 169 0,'-5'0'0'0,"-3"0"0"0,3-2 0 0,1 1 0 0,-2-2 0 0,4 2 192 0,-2-5-80 0,3 1-32 0,-1 0 82 16,2-3-65-16,0-1-32 0,0-1 0 0,2-1 11 15,5-1-13-15,5-1-8 0,0 0-23 0,6 0 90 16,-2 2-45-16,7-5-22 16,-4 7 72-16,5-2-51 0,0 3-22 0,1 1 0 15,0 3 28-15,-4 3-25 0,0-1 8 0,0 2-60 16,0 0 28-16,-2 5-1 0,-2 8 1 0,-2 4-50 15,-2 2 33-15,-2 5-8 0,-5 2 25 0,-1 1-37 16,-3 0 37-16,-2 2 0 0,0-5-21 0,0 7-8 16,-7-6 2-16,-4 0 17 0,-5-2 22 0,5-6-1 15,-6 2-24-15,1-5 27 0,-2-2 1 0,0-5-25 16,-1-1 9-16,1-3-91 0,-3-3 48 0,2 0-6 16,0 0 44-16,2-1-110 0,2-7 46 15,2-3 27-15,2 1-250 0,4-2 128 16,-2 0 43-16,7-2-246 0,2 4 151 0,0-3 76 15,0 1 29-15,11 0-224 0,9-2 134 0,1 3 69 16</inkml:trace>
  <inkml:trace contextRef="#ctx0" brushRef="#br0" timeOffset="43928.51">20595 8504 856 0,'0'-10'0'0,"-4"4"0"0,-7 3 0 0,-2-1 0 0,-4 2 0 0,-2 0 0 0,-3 2 108 0,-1 0-38 0,0 15 0 16,1 4 179-16,-1 2-100 0,2 5-63 0,3 0 144 16,4 4-99-16,5 0-49 0,4 0-25 0,5-4 135 15,0 8-84-15,4-5-38 0,10-5 0 0,5-1-44 16,4-3 7-16,3-1 8 16,5-2-46-16,0-2 0 0,1-2 38 0,2-4-222 15,-4-1 111-15,-3-1 63 0,-2-1 20 0,0-4-410 16,-3-2 200-16,-4 0 58 0,-2 0 64 0,0-2-336 15,-5-7 197-15,-2-6 95 0</inkml:trace>
  <inkml:trace contextRef="#ctx0" brushRef="#br0" timeOffset="44265.11">20717 8276 958 0,'2'-11'0'0,"2"3"0"0,1 2 0 0,4-1 0 0,1-1 0 0,-1 1 0 0,4-2 376 0,3 3-172 0,0 0-85 16,3 2-43-16,-1 3 180 0,-2 1-116 0,1 0-53 16,-2 0-28-16,-1 1-65 0,-5 11-1 0,-2-1 48 15,-2 4-198-15,-1-1 95 0,-4 4 48 0,0 1-91 16,-2 3 69-16,-7-3 43 0,-7 4-9 0,2-8-240 16,-1-1 122-16,-2-2-3 15,-2-3 53-15,3-1 2 0,-2-2 8 0,2-3 27 16,-2 1 1-16,6-2 188 0,3-2-94 0,0 0-56 15,4 0 357-15,1 0-168 0,3 0-97 0,1 0 134 16,0 0-103-16,0 0-21 0,3 0-42 0,13 0 1 16,2 0 0-16,1 0-34 0,4 0 8 15,-3 0-13-15,4 0 5 0,-3 0 0 0,1 0 0 0,-1 0-242 16,-2 0 129-16,0 0 52 16,-4 0-537-16,0 0 277 0,-3 0 92 0,-2 0-371 15,0 6 259-15</inkml:trace>
  <inkml:trace contextRef="#ctx0" brushRef="#br0" timeOffset="44465.18">20903 8603 1016 0,'-2'5'0'0,"2"1"0"0,0-2 0 0,0-2 0 0,8-2 0 0,4 0 0 0,8 0 0 0,2 0 445 15,5 0-198-15,3-2-111 0,-1-2 202 0,7-2-152 16,-2 2-77-16,0 1-38 0,-6 1-50 0,6 0-9 15,-6 2 20-15,-5 0-317 0,1 0 159 0,-3 0 80 16,-2 0 47-16,-3 4-206 0,-2-1 119 0,-5 1 60 16,-2 0-29-16,-1 0-562 0,-5 0 284 0</inkml:trace>
  <inkml:trace contextRef="#ctx0" brushRef="#br0" timeOffset="44669.77">21185 8381 1226 0,'-8'-6'0'0,"2"1"0"0,2 3 0 0,3 0 0 0,-1 2 0 0,0-2 0 0,2 2 0 0,0 0 223 0,0 8-96 0,0 7-39 0,0 4 103 15,0 5-79-15,2 3-39 0,1 1-1 0,-1 4 128 16,0-1-88-16,1 2-39 16,-3-2-77-16,0 1 0 0,0-2 36 0,0-4-290 15,0 6 141-15,0-6 75 0,2-5 37 0,1 0-441 16,1-2 191-16,3-4 127 0,-1-4-9 0,1-3-317 15</inkml:trace>
  <inkml:trace contextRef="#ctx0" brushRef="#br0" timeOffset="44878.95">21474 8458 903 0,'3'0'0'0,"4"2"0"0,-2 0 0 0,-1 2 0 0,-1-1 0 0,1-1 474 0,0 2-222 0,1 2-100 16,3 1-65-16,1 1 268 0,1 3-161 0,1 1-80 16,0-2-41-16,0 6-9 0,3-3-7 0,-3 0-24 15,3 2-262-15,-2-4 130 0,-1 2 67 16,-1-1-421-16,-1-1 239 0,1-2 123 0,-2-1 62 0,-1-2-631 16</inkml:trace>
  <inkml:trace contextRef="#ctx0" brushRef="#br0" timeOffset="45107.78">21771 8366 1364 0,'0'-8'0'0,"0"4"0"0,0 3 0 0,0-1 0 0,0 2 0 0,0 0 0 0,0 0 0 0,0 0 246 0,-2 13-111 0,-2 9-51 16,-1 1 150-16,-5 7-100 0,-1 10-51 0,0-2 235 15,-5 10-146-15,-1-1-70 0,3 4-35 0,-4 1 68 16,2 5-43-16,-3 5-33 0,4-11-1 0,-4 6-97 15,3-6 36-15,0 0 0 0,5-12-249 0,-1 3 138 16,5-4 74-16,0-5 36 0,1-3-174 0,3-5 44 16,-2-4 75-16,3-3-490 0,0-8 258 0,0-4 130 15,2-6 63-15,-1 0-336 0,1-6 192 0</inkml:trace>
  <inkml:trace contextRef="#ctx0" brushRef="#br0" timeOffset="45440.98">21884 8127 1534 0,'7'-28'0'0,"6"12"0"0,4 7 0 0,3-2 0 0,-1-1 0 0,0 0 0 0,0 3 0 0,0 0 156 0,2 3-62 0,-3 0-30 0,3 4 142 16,-3 2-78-16,-1 0-51 15,-2 0-23-15,-3 8-143 0,-3 7 61 0,-4 2 30 16,-3 2-203-16,-2 7 113 0,0-1 60 0,-9 0 30 15,-4-4-170-15,-4 2 52 0,3-6 21 0,-7 4 25 16,0-6-25-16,2-4 32 0,-2 1-10 0,2-5 215 16,1-2-96-16,1 1-35 0,2-4-22 0,5-1 346 15,1-1-145-15,5 2-95 0,1-2 4 0,3 0 266 16,-2 0-167-16,2 0-82 16,2 0-22-16,7 0-30 0,6 0 8 0,4 0 4 15,2 0-21-15,1 0-1 0,0 0-21 0,1 0-150 16,2 0 83-16,-3 0 30 0,5 0-1 0,-4 0-432 15,0 0 186-15,0 0 131 0,-3 5-305 0,-1 0-35 16,0 0 213-16</inkml:trace>
  <inkml:trace contextRef="#ctx0" brushRef="#br0" timeOffset="45642.44">22180 8535 1417 0,'-11'7'0'0,"2"-4"0"0,2 0 0 0,4 0 0 0,1-2 0 0,0-1 0 0,2 0 0 0,0 0 370 0,0 0-172 0,14 0-83 16,4 0-41-16,5 0 266 0,0 0-153 0,-1-1-70 16,6 1-61-16,0-3 0 0,-2 3-23 0,3-2 0 15,-3 2-322-15,-6 0 170 0,1 0 71 0,-4 0 41 16,-4 0-410-16,-2 0 225 16,-1 0 30-16,-6 2-403 0,-1 2 270 0,-1-2 132 15,-2 0 64-15</inkml:trace>
  <inkml:trace contextRef="#ctx0" brushRef="#br0" timeOffset="45816.98">22380 8256 1629 0,'-9'0'0'0,"4"0"0"0,3 0 0 0,-2 7 0 0,-1 6 0 0,1 3 0 0,1 6 0 0,1 1 0 0,0 4 0 0,-1 4 295 0,1 2-136 0,1 1 150 15,-3 1-138-15,2 1-69 0,-2 2-35 0,-1-2-173 16,1 1 66-16,1 1 36 0,-4-2 0 0,5-3-427 15,1-1 231-15,1-8 125 0,0 1-230 0,0-6 99 16,0-8 106-16</inkml:trace>
  <inkml:trace contextRef="#ctx0" brushRef="#br0" timeOffset="46252.18">22624 8292 1365 0,'9'-7'0'0,"5"5"0"0,6 1 0 0,1-1 0 0,-3-1 0 0,1 2 0 0,2-1 204 16,-3 2-86-16,5 0-34 0,0 0 48 0,-2 0-50 15,2 0-24-15,-2 0 0 0,-3 0 10 0,2 0 8 0,-3 0-43 0,-2 2 0 16,-5 2-36-16,1-1 36 16,-2 1-1-16,-2 2 9 0,-2-3-34 0,0 3-1 15,-3-2 27-15,0 2 8 0,-2 0-8 0,0 1 8 16,0 5 66-16,0-3-37 0,-10 2 0 0,0 4-37 15,-4 2 0-15,0 1 32 0,-4 5-32 0,1 4-38 16,-3-2 37-16,2 6 1 0,-1 1 0 0,-2 2 8 16,1 3-76-16,3-9 34 0,2 4-1 0,2 0 6 15,2-6 23-15,3-3 10 0,3-1 20 16,0-3-1-16,3-2-38 0,2-4 29 16,0-2-4-16,0-1-14 0,0-2-7 0,0-3 2 15,4 1 54-15,8-3-25 0,-3 1 15 0,3 0-6 16,1-2-9-16,-1-1-20 0,2-1-43 15,-1 3 21-15,1-3 0 0,-4 0 30 0,6 0-131 0,-5 0 60 0,0 0 26 16,-1 0 0-16,-1 0 17 0,0 0-138 16,-2 0 54-16,0 0 41 0,-5-3-354 15,1 3 182-15,-1-1-296 16,0 1 224-16,-2-2 125 0,0 0 58 0,0-4 29 0,0 1-399 16,0-7 213-16,-6 1 100 0</inkml:trace>
  <inkml:trace contextRef="#ctx0" brushRef="#br0" timeOffset="46421.75">22677 8535 1488 0,'-5'0'0'0,"1"0"0"0,3 3 0 0,-1-3 0 0,2 0 0 0,0 0 0 0,0 1 0 0,2-1 158 0,7 3-62 0,6-2-24 16,2 1-8-16,2 1 234 0,0 0-133 15,-1 0-66-15,3 3-187 0,-3-3 68 16,0-1 22-16,1 2-487 0,-5-2 258 0,4-2 130 15,-4 0-556-15,4 0 323 0</inkml:trace>
  <inkml:trace contextRef="#ctx0" brushRef="#br0" timeOffset="46729.78">23038 8104 743 0,'11'-18'0'0,"1"3"0"0,5 8 0 0,0-3 0 16,-1 5 177-16,0-1-72 0,0 5-37 0,-2-2 298 15,0 3-159-15,2 0-91 0,-2 0 6 16,-2 10-45-16,-1-1-22 0,-3 4-125 0,-2 2 59 16,-2-2 18-16,-3 3-241 0,-1-2 239 0,0 0 27 0,0-3 1 0,-8-4-32 15,-3 6-8-15,2-6 40 0,-3-4-27 16,3 1 16-16,-4-2-40 16,5-2 23-16,-1 0-32 0,4 0 0 0,-1 0 260 15,3 0-113-15,1 0-50 0,2 0-29 0,0 0 222 16,0 0-116-16,0 0-56 0,5 0-19 0,8 0 1 0,4-2-32 15,-2 0-108-15,2 0 50 0,0 0 25 16,2 2-115-16,-2 0 78 0,-1 0 27 16,4 0-510-16,-2 2 260 0,1 4 105 0,-1 4 71 15,-1-2-16-15,1 5-562 0</inkml:trace>
  <inkml:trace contextRef="#ctx0" brushRef="#br0" timeOffset="46907.3">23258 8520 1318 0,'-2'0'0'0,"2"0"0"0,0 0 0 0,0 0 0 0,0 0 0 0,2 0 0 0,5 0 120 0,7-1-44 0,1-5 242 16,4 0-143-16,0 2-71 0,1-2-27 16,1 3-270-16,-2 1 113 0,-3 0 56 15,2 2 29-15,-4 0 0 0,-3 0-431 0,3 0 226 0,-7 4 116 0</inkml:trace>
  <inkml:trace contextRef="#ctx0" brushRef="#br0" timeOffset="47071.28">23318 8650 1254 0,'-9'0'0'0,"2"4"0"0,2-2 0 0,3-2 0 0,1 0 0 0,-1 0 0 0,2 0 280 0,0 0-124 15,0 0-61-15,0 0-23 0,5 0-9 0,9 0 168 16,0-2-99-16,2-2-50 15,-1 2-177-15,2 0 72 0,-1 0 23 0,2 0-448 16,-3 2 240-16,1 0 120 0,0 0-571 0,0 0 324 0</inkml:trace>
  <inkml:trace contextRef="#ctx0" brushRef="#br0" timeOffset="47329.73">23792 8296 1460 0,'0'-14'0'0,"-3"8"0"0,1 4 0 0,2 0 0 0,0 2 0 0,0 0 447 0,0 0-206 0,0 0-105 0,0 0 322 16,0 10-213-16,0 8-97 0,0 7 77 16,0 3-97-16,0 5-47 0,0 2-24 0,-1 1 3 15,-3 1 8-15,1 2-36 0,-1-1-218 16,0 1 109-16,-1 5 55 0,1-3-959 0,-2-5 986 15,0 1-9-15,0-3 37 0,3-4 0 0,1-8-632 0,0-4 283 0,2-8 134 16,0 0 78-16,0-8 36 0,0-2-201 16</inkml:trace>
  <inkml:trace contextRef="#ctx0" brushRef="#br0" timeOffset="47668.62">23704 8285 1999 0,'3'-13'0'0,"6"3"0"0,2-1 0 0,3 2 0 0,2-2 0 0,4 4 0 0,2 1 0 0,3 2 0 0,5 2 0 0,0 2 255 0,-1 0-112 0,-1 0 34 0,-1 13-72 0,-8-2-28 0,4 9-8 15,-7 0-149-15,-4 3 57 16,-5 2 28-16,-5 0-104 0,-2 0 75 0,0 5 24 0,-7-2 0 16,-10-2-173-16,-6 3 103 0,-4-5 32 15,2-2 28-15,-5-3-75 0,2-4-18 0,-1-6 1 16,1-3 35-16,5-6 119 0,-1 0-39 0,2 0-23 0,2 0 267 15,6 0-130-15,4-1-69 0,1-4 179 16,5 4-115-16,3-2-23 0,-1 2 221 16,2 1-143-16,0 0-72 0,12 0-28 0,9 5 108 15,4 7-77-15,2 1 104 0,5 0-212 16,1 6 0-16,1-2 0 0,5 5 0 0,-9-5 0 16,4 2-411-16,-2 0 251 0,-3-1 96 0,0 0 57 0,-1-3-670 15,-1 0 297-15,-4-4 176 0,-4 0-217 16,-1-4 194-16,-5 1 89 15,-3-6-485-15</inkml:trace>
  <inkml:trace contextRef="#ctx0" brushRef="#br0" timeOffset="47953.01">24209 7970 2073 0,'12'-23'0'0,"11"10"0"0,7 10 0 0,0-3 0 0,-3 2 0 0,-5-2 73 0,-3 5-8 0,0 1-33 0,-2 0 332 15,-2 0-322-15,-4 11-9 0,-1 3 7 16,-5 4-7-16,-3 5-45 0,-2-1 23 16,0 0-1-16,-16 3-146 0,-4-3 93 0,-4 1 33 15,-3-2 22-15,1-4-142 16,6-6 82-16,-3-4 40 0,4-1-26 16,8-5 27-16,0-1-20 0,1 0-1 0,6 0 151 0,3 0-62 0,1 0-49 15,0-5 61-15,15-2-38 0,7 1 0 0,6 0 119 16,4 2-68-16,0 2-13 0,0 1-28 15,0 1-199-15,0 0 91 0,-4 0 55 0,-2 1 9 16,3 8 31-16,-5 1-651 0,1 3 296 16,-5 3 157-16</inkml:trace>
  <inkml:trace contextRef="#ctx0" brushRef="#br0" timeOffset="48113.58">24932 8526 2491 0,'-6'-4'0'0,"6"4"0"0,8 0 0 0,-1 0 0 0,-5 0 0 0,0 0 0 0,-2 0-426 0,0-2 223 16,-4-1 117-16</inkml:trace>
  <inkml:trace contextRef="#ctx1" brushRef="#br0">3281 13441 0</inkml:trace>
  <inkml:trace contextRef="#ctx0" brushRef="#br0" timeOffset="77323.53">8197 15922 655 0,'0'-16'0'0,"-2"1"0"0,-2 5 0 0,1 3 0 0,1-2 0 0,0 1 0 0,0 1 184 0,-1 1-75 16,0 0-31-16,3 5 75 0,0-2-60 0,0 2-30 15,0-1 116-15,0 0-73 0,0 0-29 0,0 2-7 16,0 0 2-16,3 0 1 0,0 0-40 0,-1 0 0 15,4 0 40-15,-3 6-7 0,-1 5-34 0,0 2 1 16,-2 10 68-16,0 1-33 0,0-1 7 16,0 9-12-16,0-1 0 0,-2 8-30 15,-3 2-10-15,1-3 10 0,0-1 8 0,1 1-8 16,-4-2-89-16,5 1 44 0,0-2 23 0,-1-3 0 16,1-4-111-16,2 2 60 0,0-7 17 0,0-2-232 15,0 1 113-15,0-5 69 0,0-6 5 0,0 0-260 16,0-4 148-16,0-4 73 0,0-1-93 0,0-2 83 15,0 0 34-15,0-5 30 0,0-16-221 0,-3 0 121 16,-2-5 60-16,-6 2 31 0</inkml:trace>
  <inkml:trace contextRef="#ctx0" brushRef="#br0" timeOffset="77564.22">8101 16306 388 0,'-13'-19'0'0,"-2"1"0"0,2 1 0 0,-2 3 0 0,4 3 0 0,-1 2 0 0,4 3 0 0,-2 3 68 16,4-1-7-16,3 1-28 0,3 2 178 0,0 1-89 15,0 0-44-15,0 11-15 0,6 8 110 0,4 2-70 16,1 6-36-16,1 0 105 0,0 7-70 0,0 1-26 15,1 0-9-15,-2 0-7 0,-1-1-1 0,-1-2-26 16,1-3-3-16,-4-6 11 0,-1 0-9 0,1-4 1 16,-5-2 26-16,1-10-26 15,0 1 0-15,0-4 8 0,0-2 32 0,0-2 1 16,0 0-41-16,4-13 26 0,2-8 1 0,0-5-19 16,3-5-8-16,1 1-96 0,-1-2 48 0,3-2 23 15,-2 3-106-15,-1 8 65 0,-1-2 26 0,1 4 5 16,-4 5-372-16,2 3 160 0,-4 4 101 0,2 1 3 15,-3 4-292-15,2 2 185 0,-3 2 92 0,-1 0-207 16</inkml:trace>
  <inkml:trace contextRef="#ctx0" brushRef="#br0" timeOffset="77773.7">8098 16693 1411 0,'0'6'0'0,"-8"1"0"0,5 2 0 0,-4 1 0 0,3-2 0 0,-1 0 0 0,3 2 0 0,0 0 0 0,2-2 0 0,0 4 206 0,4 2-78 0,7-3-28 0,1 0-34 16,1 1 1-16,2-1-34 0,2 1-208 0,-1 1 112 16,-2-3 44-16,3 0 26 0,-3-1-362 0,3 1 194 15,-7-5 105-15,5 1 1 0,-5-2-215 0</inkml:trace>
  <inkml:trace contextRef="#ctx0" brushRef="#br0" timeOffset="77990.67">8336 16738 858 0,'0'-5'0'0,"0"-1"0"0,0 4 0 0,0 2 0 0,0 0 0 0,0 0 0 0,0 0 0 0,-8 8 0 0,4 7 374 0,-3 6-171 0,0 5-85 15,-2 4 201-15,-3 13-147 0,1-2-70 0,-2 5-34 16,-2 7 48-16,-1 1-42 0,0 0-12 0,1 0-9 15,-2 0-95-15,1-4 38 0,2-4-1 0,-1-3-53 16,2-7 54-16,-1 0 14 0,1-6 0 0,6-10-238 16,-2 0 90-16,4-7 78 15,2-6-364-15,2-1 200 0,1-5 88 0,0-1 52 16,1 0-220-16,10-1 136 0,8-18 59 0</inkml:trace>
  <inkml:trace contextRef="#ctx0" brushRef="#br0" timeOffset="78555.89">9271 15799 1182 0,'-1'-13'0'0,"-1"11"0"0,2 0 0 0,0 2 0 0,-2 0 0 0,2 0 0 0,0 0 0 0,-4 2 417 0,1 13-184 15,-4 4-104-15,4 6-48 0,0 4 193 0,-2 1-120 16,2 4-61-16,1-2-22 0,0 2-16 0,2-3-22 16,0-2 0-16,0 2-34 0,0-5 1 0,0-2 41 15,-1 3-207-15,-2-1 100 0,0-3 49 0,-2-4 25 16,0 2-378-16,-3-4 194 0,3-3 27 0,-1-5 71 15,-2-1-339-15,1-1 192 0,0-3 96 0,-2-4-190 16,-2 0 147-16,2 0 70 16,2-8 34-16,-3-3-56 0,3-4 46 0,0 0 14 15,-1-2 6-15,0 3 58 0,1 0 0 0,-1-1 0 16,3 2 31-16,1 3-44 0,-1 2 8 0,2 0-28 16,1 6 327-16,0-1-178 0,2 1-41 0,0 1 367 15,0 1-210-15,2 0-92 0,8 3-54 0,1 12 162 16,2 6-108-16,1 2-45 0,-1 3-36 0,0 0 26 15,-2 4-26-15,3-2 0 0,-5 0-62 0,-2-7 43 16,2 3-7-16,-1-2 0 16,-2-6-46-16,-1-3 23 0,-3-5 0 0,2-1-5 0,-2-5 27 15,-1 0 1-15,1-2 0 16,0 0 19-16,3-9 0 0,-2-10-42 0,5-7 44 0,1 0-8 16,1-4-20-16,-1-1 5 0,2-3-87 0,1 4 50 15,-1-4-6-15,-1 8 49 0,-1 4-328 0,0 1 142 16,0 4 77-16,-4 8-429 0,2 0 239 0,0 9 114 15,-1 0-276-15,-3 0 196 0</inkml:trace>
  <inkml:trace contextRef="#ctx0" brushRef="#br0" timeOffset="78957.28">9229 16612 1692 0,'-18'18'0'0,"5"0"0"0,2 3 0 0,0-8 0 0,5-2 0 0,1-4 0 0,0-1 0 0,3-2 0 0,2-2 0 0,0-1 239 0,7-1-103 16,7 0-52-16,9 0 186 0,-3-6-110 0,8-4-68 15,1-1 3-15,-5 1-31 0,3 1 0 0,-5 1-31 16,-3 3-14-16,2-1-9 0,-5 3 23 0,-2 2 0 16,-5 0-44-16,1 1 22 0,-5 0 8 0,1 0 12 15,-4 0 2-15,-1 5-1 0,1 4 1 0,-2 3 71 16,0 3-28-16,-3 5-22 0,-6 3 49 0,-1 4-35 15,-1 5 0-15,0 1-35 0,-1 0-8 0,1 3 8 16,2 0 0-16,-1 0 0 0,1-4-29 0,3-2 1 16,2-5 36-16,4-3-55 15,0-1 24-15,0-5 0 0,0-2-41 0,0-3 23 16,0-2 9-16,0-2-6 0,6 0-8 0,1-3-12 16,0-1 38-16,2-2-17 0,0-1-14 0,2 0 25 15,-1 0 0-15,1 0-2 0,2 0-30 0,0-4-2 16,0-5 29-16,1 0-230 0,-3 2 102 0,1-3 57 15,-4 5-442-15,2-1 239 0,-3 2 112 0,-2 1 67 16,2 0-439-16,-4 3 250 0,0 0 124 0,-2 0 63 16,-1 0-403-16</inkml:trace>
  <inkml:trace contextRef="#ctx0" brushRef="#br0" timeOffset="79122.84">9312 17025 881 0,'-16'0'0'0,"-1"0"0"0,6 0 0 0,2 0 0 0,0 0 0 0,5-3 0 0,-3-9 411 0,7 3-181 16,0-4-103-16,4 1 127 0,13-3-111 0,0 5-55 0,6-6-28 0,-2 8 214 16,10 0-125-16,-7 2-59 15,4 2-182-15,1 1 62 0,1 2 31 0,0 1 9 16,0 0-513-16,1 0 268 0,2 0 133 0,-1 0 68 16</inkml:trace>
  <inkml:trace contextRef="#ctx0" brushRef="#br0" timeOffset="79474.89">10276 15693 986 0,'0'-20'0'0,"0"5"0"0,0 8 0 0,0 1 0 0,0 0 0 0,0 0 0 0,0 4 0 0,0 0 287 0,0-1-127 15,0 2-63-15,0 1-33 0,0 0 182 0,0 7-98 16,0 15-62-16,0 1 80 0,0 13-67 0,0 3-33 16,0 4 4-16,0-4-29 0,0 14-8 0,0-4 0 15,0-2-63-15,0-1 32 0,0-3-1 16,1-8 40-16,2 3-186 0,1-5 89 0,-1-2 44 0,1-3 22 15,0-8-252-15,-2 2 93 16,1-7 71-16,0-3-242 0,-1-3 144 0,-2-2 72 0,0-6-213 16,0-1 146-16,0 0 69 0,-7 0 35 15,0-3-99-15,-4-15 67 0</inkml:trace>
  <inkml:trace contextRef="#ctx0" brushRef="#br0" timeOffset="79723.56">10137 16064 683 0,'-11'-8'0'0,"-1"1"0"0,7 5 0 15,-1 0 0-15,5 0 0 0,-1 2 126 0,2 0-47 0,0 0-15 0,0 2-8 0,3 9 237 0,5 5-131 16,5 6-64-16,-2 4-33 0,0 1 225 0,3 2-132 16,-1 2-63-16,0-1-26 15,-2-2 0-15,0-2-37 0,-1-5-58 0,-2 0 24 16,-1-5 1-16,1-1 34 0,-4-7-33 0,1 0-1 16,-1-5 42-16,-1-2-8 0,3-1-64 0,-1 0 24 15,4-4 0-15,0-14-16 0,2 0 120 0,2-4-57 16,0-3 0-16,1 1 5 0,0 0 0 0,4-3-15 15,-2 1-181-15,0 0 84 0,0 3 41 0,-1 1 6 16,-2 2-374-16,3 3 184 0,-2 4 96 16,0 5 34-16,-1 1-183 0,-2 6 115 15,0 1 58-15,-3 0 29 0</inkml:trace>
  <inkml:trace contextRef="#ctx0" brushRef="#br0" timeOffset="80031.14">10270 16602 657 0,'-16'15'0'0,"-2"-7"0"0,9 2 0 0,4-2 0 0,-1-7 0 0,5 0 322 0,1 2-148 0,0-1-71 16,0-2 74-16,9 1-71 0,8-1-37 0,3 3 8 16,5 0 79-16,-3 3-62 0,3 3-30 0,-1 1-79 15,-3 1 24-15,-4 3 9 0,-1 4 14 0,0-2-122 16,-5 5 61-16,-4 4 31 0,-3-3-43 0,-4-1 45 15,0 7-19-15,0-3-1 0,-13-3 86 0,-4 0-28 16,-1-1-31-16,-7-1-33 16,-2-6 101-16,-1 1-36 0,-2-3-7 0,-2-3 80 15,2-2-47-15,6-3 2 0,0 0-84 0,3-4 23 16,4 0 1-16,6 0 22 0,2 0-248 0,0 0 120 16,7-3 47-16,2-2 32 0,0-4-369 0,2 3 183 15,10-2 61-15,6 3 48 0,7-2-140 0,3 1 101 16</inkml:trace>
  <inkml:trace contextRef="#ctx0" brushRef="#br0" timeOffset="80229.39">10688 16669 1687 0,'0'-18'0'0,"0"8"0"0,-8 2 0 0,-9-1 0 0,1 2 0 0,-4 2 0 0,-1 3 0 0,-4 2 144 0,4 0-48 0,-7 15-35 0,3 4 341 16,2 6-185-16,3 3-92 0,5 6 123 15,4 0-99-15,5 3-63 0,6-2-22 16,0 0 0-16,13-3-31 0,10-4-1 16,9-2-219-16,9-3 105 0,3-7 58 15,6-4 28-15,3-6 0 0,3-5-630 0,2-1 336 0,-1 0-790 16</inkml:trace>
  <inkml:trace contextRef="#ctx0" brushRef="#br0" timeOffset="89898.51">13941 17820 682 0,'0'-30'0'0,"0"7"0"0,0 10 0 0,2 5 0 0,2 0 0 0,3 1 0 0,0 2 0 0,1-1 33 15,1 1 0-15,0 1 0 0,2 2-67 0,-1 1 34 16,0-2 8-16,-1 3 25 0,-3 0-39 0,0 0 1 16,-1 0 38-16,-3 0-120 0,0 0 57 0,-1 0 22 15,1 0-1-15,-2 0 92 16,0 0-55-16,2 0-23 0,-2 0 164 0,2 0-79 15,0 0-24-15,1 0-22 0,-2-1 90 0,3-1-50 16,1-1-18-16,1 1-7 0,-1 1-2 0,3-3-1 16,2 2-23-16,-1-2 32 0,2 1-24 0,2-1-8 15,2 1 0-15,-1-3 39 0,0 4-40 0,2-2 1 16,-2 1 8-16,2-3-1 0,-2 4-7 0,4-2 0 16,-2 0-27-16,0 1 27 0,2 1 8 15,-1-1-9-15,0 2-23 0,2-1 0 16,0-2 23-16,1 3-15 0,1-2 13 0,5 1-1 15,-3 0-12-15,4-1 28 0,-2 0-21 0,1 0 3 16,-1 2-6-16,7-2 5 0,-6 2 0 0,3-1 0 16,-3 2-45-16,0-2 22 0,-2 2 6 0,3 0 15 15,-1 0-45-15,-1 0 20 0,-1 0-7 0,0 0 7 16,-1 0 16-16,5 0 0 16,-2 0-11-16,-1 0 37 0,1 0-35 0,2 0 6 0,0 0 21 0,2 0-21 15,0 0 2-15,2 0-2 16,0 0-27-16,0 0 28 0,3 2 9 0,-4 0-8 15,1-2-14-15,0 0 14 0,0 0-2 0,0 0 3 16,0 0 0-16,-2 0-3 0,2 0-4 0,-2 0 13 16,0 0-14-16,2 0 7 0,0 0-2 0,0 0-1 15,1 1 3-15,1 2-2 0,0-2-27 0,1 2 4 16,-1 0 22-16,3 0-36 0,-4-1-2 0,3 0 35 16,-1 2-6-16,-1-2-29 0,3 2 1 15,-3-3 21-15,4 2 6 0,-2 0-10 16,0-1 7-16,-1 0-9 0,2 0 52 0,7 2-21 15,-5-2 0-15,2-1-19 0,1 1 45 0,-4-2-17 16,6 3-1-16,0-2 7 0,-3-1-1 0,0 2-15 16,3 0-7-16,-5-2-29 0,8 2 30 0,-4 0 4 15,5-2-3-15,0 4-37 16,1-2 0-16,1-1 32 0,1 1-39 0,0 2 32 0,-1-2 5 0,3-2-11 16,0 1-18-16,-1 1-7 0,0-2 30 15,5 0-10-15,7 0 8 0,-4 0-6 16,2 0 5-16,-6 0 31 0,12 2-31 0,-6-2 0 15,-2 2 0-15,2 0 28 0,0-2-26 0,-6 0 4 16,17 2 37-16,-5-1-34 0,0-1-4 0,0 2 7 16,-1-2 15-16,-7 0-14 0,15 0-5 0,-5 0 11 15,1 0-10-15,4 0 3 0,2 0-2 0,0 0 15 16,0 0-14-16,0 0 0 0,0 0-14 0,-2 0 14 16,1 0-1-16,4 3 3 15,-1-3-22-15,-1 3 19 0,-4 0 0 0,-1 0-2 16,3 1-22-16,-12-2-2 0,19 1 24 0,-5 1-30 15,1-2 28-15,1-1-5 0,-2 3 3 0,0-4 9 16,3 2-10-16,-1 1-3 0,12-3 2 0,-5 1 37 16,0-1-1-16,-10 1-29 0,19 2 7 0,-21-1-6 15,9 0-2-15,12-1 5 0,-15 2-18 0,17-1 18 16,-12 1-3-16,0-3-23 0,1 2-1 0,-12 0 23 16,14-1 1-16,8-1-37 15,-8 2 34-15,-2 0-7 0,0-2 45 0,-1 3-43 16,-8-2 3-16,19 1-4 0,-5-1 43 0,0 2-38 15,-1-2 0-15,-1 2 3 0,-10-1 11 0,19-2-8 16,-2 1-4-16,0-1 31 0,-1 0-28 0,-2 0 5 16,-9 0-3-16,19 0 19 0,-6 0-19 0,4 0 2 15,-3 0-2-15,1 0 22 0,-10 0-17 0,18 0-3 16,-4 0-11-16,3 0 11 0,-1 0 0 16,-3 0 1-16,-10 0-11 0,21 0 10 0,-8 0 0 15,3 0-37-15,-2 0 1 0,-1-1 31 0,-12 1 0 16,21-2-55-16,-5 2 25 0,-1-3-9 15,-2 2 3-15,-4-2 23 0,-9 2-3 0,19-1 5 16,-4 2 16-16,-2-1-16 0,-4 1-1 0,0 0-6 16,-12 0 48-16,26 0-1 0,-7 0-36 0,-1 0 17 15,-1 0-12-15,4 0-5 0,-2 0 13 0,19-3-15 16,-10 1 11-16,-15 0-5 0,11 1 7 0,0-1-45 16,6 2 40-16,11 0-2 15,-31 0-43-15,10 0 41 0,-1 0-4 0,3 0 3 16,-2 2-13-16,-4 3 11 0,-2 2-5 0,-5 0 7 15,1 1-6-15,1-1 3 0,3 0-3 0,-4-1 11 16,-2 1-8-16,-4 1-1 0,-1-2 2 0,3-1-11 16,-7 0 10-16,12 3 0 0,-10-4-3 0,-1 2 3 15,-4-2 0-15,-11 1-1 0,9 1 23 0,-2-3-22 16,-3 3-1-16,-6-1 7 0,-5 2-6 0,-4 0 1 16,-8-3 0-16,2 1-6 0,-4 0 7 0,-1 0-1 15,-3 1-30-15,-7-2 29 16,4-1 1-16,-8 0 0 0,-4 0-1 0,-4-1 0 15,-2 1-2-15,-5-1 1 0,-4 0 6 0,1-1-6 16,-6 1-2-16,-3 0 7 0,-3-2-5 0,-1 2 0 16,-4-2 1-16,-2 2-17 0,0-2 17 0,-3 0-1 15,0 0-5-15,0 0 5 16,0 0 0-16,0 0 0 0,0 0-63 0,0 0 30 0,0 0-4 16,0 0 31-16,0 0-283 0,-5 0 133 15,-10 0 56-15,-10 0-702 0,-17 0 386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20T07:11:32.3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2758 8178 177 0,'4'-4'0'0,"-1"-5"0"0,-3 3 0 0,5 3 0 0,-4-1 0 0,1 0 0 0,0 2 0 0,-1 1 83 15,1-1-16-15,-2 1-9 0,0-2 12 0,0 3 0 0,0 0-37 16,0 0-1-16,0 0 44 0,0 0-8 16,0 0-36-16,0 0 1 0,0 0 41 15,0 0-1-15,0 0-32 0,0 0 15 0,0 0 1 16,0 0-24-16,0 0 12 0,-3 3-12 0,-2 3 8 15,-3 2-8-15,-1 3 5 0,-1 0-5 0,-1 3-1 16,-3 2 1-16,-1 3-29 0,-2 5 28 0,-1 1 1 16,-2 1 0-16,-7 9-36 0,0-4 0 0,1 1 31 15,-5 10-19-15,-4-3 8 0,0 4 10 16,-7 5-35-16,0-2 1 0,7-4 29 0,-5 1-1 16,2-1 18-16,3 0-19 0,3-1-5 15,-1-3 4-15,7-4 40 0,-6 8-5 0,2-3-31 16,2-1-10-16,-1 3 11 0,-4-2-1 0,6-6-32 15,-5 11-5-15,2-7 37 0,5 1-1 0,-1-2-14 16,3-3 14-16,3-3 4 0,1 1-4 0,3-4-34 16,-1-4 31-16,6-4-8 0,0-2 6 0,3-3-33 15,0-5 31-15,3 1-10 0,2-4-25 0,0-2 30 16,0-2 2-16,3-2-1 0,0 0-25 16,0 0-1-16,0 0 24 0,0 0-33 15,0 0 31-15,0 0-3 0,0 0-6 0,0 0-42 16,0 0 19-16,0 0-1 0,0 0 19 0,0 0-74 15,0 0 32-15,0 0 0 0,0 0-56 0,0 0 44 16,0 0 13-16,0 0-5 0,0 0-88 0,0 0 54 16,0 0 27-16,0-2-195 0,0-3 111 0,6-7 47 15,0 2 37-15,4-2-92 0,-2-2 59 16</inkml:trace>
  <inkml:trace contextRef="#ctx0" brushRef="#br0" timeOffset="308.9">1824 9056 445 0,'0'-2'0'0,"0"-8"0"0,0 6 0 0,0 3 0 0,0-1 155 0,0 0-54 0,0 0-37 16,0 2-1-16,0 0 13 0,-2 0-22 0,-1 7 0 15,-2 9-13-15,-3 5 17 0,-1 7 0 0,-1 4-25 16,-3 8-36-16,-1 0 35 0,1-2 9 0,-2 10-8 15,2-5-27-15,-1-1 0 0,2-2 27 0,3-7-20 16,0 1 28-16,1-4-8 0,3-8-9 0,0-3 37 16,3-6-37-16,2-2 4 0,0-3 0 0,0-1 29 15,0-6-2-15,0-1-27 0,12 0 72 0,5 0-33 16,4-8 8-16,6-5-42 16,8-6 82-16,1-2-41 0,0-2-20 0,6-2-63 15,-9 2 29-15,16-5-8 0,-7 6 20 0,-1 1-355 16,5 4 170-16,-3 3 90 0,-2 7 34 0,7 2-290 0</inkml:trace>
  <inkml:trace contextRef="#ctx0" brushRef="#br0" timeOffset="2039.16">942 8277 328 0,'-7'0'-164'0,"0"0"82"0,4 0 41 0,0 0 41 0,-2 0 144 0,3 0-27 0,1 0-46 16,-3 0 31-16,2-1-35 0,-1-1 0 0,1 2-34 0,2 0 33 16,0-2-7-16,0 2-26 0,0 0 29 15,0-1-30 1,0 1 1-16,0-2 8 0,0 0 13 0,0 0-21 0,2 0 0 0,1 1 5 16,1-2-5-16,-1 1 8 0,2 1-15 15,-2-1 2-15,2-1 5 0,0 2-1 0,0 0-6 16,1-4 15-16,-1 3-8 0,3 2-17 15,-3-6 17-15,4 5-1 0,-3-3 1 16,2 2-29-16,-1-2 27 0,1 0-2 0,-1 3 1 0,3-3-25 16,-3 0 0-16,2 2 28 0,-1 0-6 0,0 1-25 15,0-2 0-15,1 2 20 0,-1-1 2 0,0 1-24 0,-1-2-5 16,4 1 22-16,-2 2 3 16,1 0-27-16,1 0 29 0,0 0-9 0,-1-2 3 0,4 2-28 15,-3 0 26-15,3-1-3 0,-1-1-18 16,2 0 18-16,-2 2 0 0,-1-2-2 0,2 0-4 15,2 0 5-15,-4 1 3 0,3 1-16 16,-1-3 13-16,-1 3-1 0,2-2 0 0,-2 2-15 16,3 0 17-16,-3-1-3 0,0 1 3 15,-1 0-3-15,1 0 0 0,1 0-1 0,-1 0 9 0,0 0-8 0,1 0 0 16,-1 0-3 0,-1 0 3-16,1 0 0 0,1 0 1 0,-1 0 10 0,3 0-11 0,-3 0 1 15,1 0 6-15,3 0-6 16,1 0 2-16,-2 0-2 0,4 0-9 0,-2 0 10 0,1-1-1 15,1-2-6-15,0 1 8 0,2 0-3 0,-2 0 1 0,0 0-21 16,2 0 20-16,-2 0-1 0,1 0-28 16,1 1 27-1,-1 1 1-15,-2 0-2 0,1-2-7 0,1 2 7 0,2 0 0 16,-3 0-1-16,2 0-1 0,-2 0 1 0,0 0 0 0,0 0 2 16,3 0-2-16,-3 0-1 0,3 0 0 15,-1 0-2-15,-1 0 2 0,6 0 0 0,-7 0 3 16,7 0-13-16,0 0 10 0,-3 0 1 15,1 0-1-15,2 0 18 0,-3 0-17 0,3 0 0 16,0 2-1-16,-1-1 0 0,-3 1 18 0,4 0-17 16,-3 0 2-16,5-2 3 0,-1 0-3 0,2 0-1 0,-1 0 3 15,0 0-7-15,1 0 7 0,4 0-2 0,-3 0 3 16,0 0-29-16,1 0 25 16,2 0 0-16,-1 0 5 0,2 0-5 15,-3 0-2-15,-2 0 1 0,0 0 1 0,-1 0-1 0,-4 2 1 16,5 0 15-16,-2 0-16 0,0-2 1 0,1 0 6 15,-4 0-5-15,5 0 1 0,-1 0-2 0,-1 0-14 16,2 0 15-16,-1 0 0 0,-4 0-24 16,7 0 22-16,-2 0 0 0,-1 0 0 0,1 0-20 15,0 0 19-15,-3 0 0 0,4 0-8 16,-3 0 7-16,1 0-3 0,-2 0 2 0,1 0 0 16,2 0 0-16,-1 0-2 0,2 0 25 15,0 0-23-15,0 0 0 0,1 0 1 0,2 0-2 0,0 0 3 0,-2 0-1 16,3 0-8-16,-4 0 8 15,3 0 0-15,1-2-8 0,-3 2 8 0,-2 0 0 0,2 0-1 0,-5 0 11 16,3 0-10-16,-8 0 0 0,10 0 20 16,-5 0-20-16,0 0 0 15,0 0 0-15,0 0 3 0,-5 0-2 0,6 0 1 0,-3 0-3 16,-3-2 2-16,0 0 1 0,0 0 0 0,-4 0 42 16,-1 0-1-16,-1 1-40 0,-2-1 38 15,-1 0 0-15,0 0-33 0,-2 0 1 0,0 0 37 16,1 1 8-16,-2-1-18 15,-2 1 1-15,3-5-12 0,-2 5 15 0,0-2-20 0,-4 0 1 16,3 0 14-16,-1 1-55 0,-5 0 5 0,2 0 45 0,-2 1-3 16,0-1-89-16,-2 0 37 0,0 2 22 0,0 0-14 0,0 0-38 15,0-2 29-15,0 0 0 0,-2 0-224 16,-4 0 118 0,-3-1-411-16,4 3 245 0,-3-3 137 0,3 1 62 0,0-3 33 0,0-4-386 15,2 0 209-15</inkml:trace>
  <inkml:trace contextRef="#ctx0" brushRef="#br0" timeOffset="2260.01">4737 7822 757 0,'0'0'0'0,"0"0"0"0,4 2 0 0,8 1 0 0,2 1 0 0,1 0 40 0,2 1 346 0,8 4-181 16,1-1-86-16,2 2-43 0,2 0 117 15,1-1-80-15,0 4-32 0,0-3 138 0,0 5-93 16,-2-5-47-16,-2 3 7 0,-2 2-26 0,-4-3 7 15,1 4-61-15,-5-2 0 0,-2 1 26 0,-1-1 1 0,-7 6-120 16,-1-2 68-16,-6 5 21 0,0 2 1 16,-8 4 30-16,-14 5-114 0,-7 4 36 15,-7 1 42-15,-9 12-35 0,-9-3-429 0,-3 5 191 16,-16 7-417-16</inkml:trace>
  <inkml:trace contextRef="#ctx0" brushRef="#br0" timeOffset="3434.51">2700 6115 328 0,'0'0'0'0,"0"-5"-164"0,0 4 82 0,0-1 41 0,0 2 41 0,0-2 228 0,0 2-78 0,-2 0 7 16,2 0-62-16,0 0-23 0,0 0-9 0,0 0-20 15,0 0-10-15,0 5-1 16,0 7 1-16,0 4-16 0,0 0 16 0,0 2 0 16,2 7 0-16,1 1-17 0,-1 1 16 0,4 1 9 15,-3 2-8-15,1 2-2 0,2 1 1 0,-3 4 21 16,0 0-20-16,-1 2 8 0,-1 9-14 0,-1-2 18 15,0 1-13-15,0 0 1 0,0 2 0 0,0-6-8 16,0 9 8-16,0-2 0 0,0 0-1 16,0 3-26-16,0 0 27 0,0-1 7 0,0 1-10 15,0-5-36-15,0 3 33 0,0-4 3 16,0-2-26-16,-1-5 28 0,-1 7-10 0,2-6-9 16,0 0 11-16,-2 1 1 0,2-1-1 0,0-5 0 15,0 9-1-15,0-4 2 0,-1 0-3 0,1-5-34 16,0 1 33-16,0 1 7 0,0-2-9 0,0-3-40 15,0-1 18-15,0 1-1 0,0-2-18 0,0 0 2 16,0-2 28-16,0-1-39 0,0 0 38 0,0-5 1 16,0 2-4-16,0-5-11 0,0-3 6 0,0 0 6 15,0-4-8-15,0-5-13 16,0 1 16-16,0-3 3 0,0-2-3 0,0-2-77 16,0-1 34-16,0-1-130 0,0 0 72 0,-3 0 44 15,1 0 13-15,-4 0-255 0,3-7 132 0,-1-8 68 16,3-2 25-16,-2-6-253 0,3-3 147 0</inkml:trace>
  <inkml:trace contextRef="#ctx0" brushRef="#br0" timeOffset="3734.71">2696 6142 4 0,'0'0'0'0,"-2"0"0"0,-1-3 0 0,3 3 0 0,0 0 334 0,0 0-150 16,0 0-76-16,0 0-29 0,0 0 41 0,-2 0-44 15,2 0-22-15,-3 0 1 0,0 7-41 0,-1 7 27 16,-4 0-8-16,2 9-29 0,-5-2 0 15,3 3 29-15,-2 1 0 0,1-4-108 0,-5 5 51 16,7-7 27-16,0 1-201 0,-2-2 85 0,3-1 63 16,1-8 5-16,0-2-188 15,1-1 90-15</inkml:trace>
  <inkml:trace contextRef="#ctx0" brushRef="#br0" timeOffset="3913.74">2649 6096 884 0,'5'0'0'0,"3"0"0"0,1 1 0 0,1 2 0 0,0 0 0 0,4-1 0 0,2 0 85 0,1 0-26 0,2 2 0 0,0-1-26 15,7 2 146-15,-6-3-64 0,6 4-58 16,-2 0-24-16,1 2-1 0,2-1-282 16,-2 0 142-16,-1 1 78 0,0 4-758 0,-2-1 753 15,-3 0 0-15</inkml:trace>
  <inkml:trace contextRef="#ctx0" brushRef="#br0" timeOffset="5753.7">1427 8197 235 0,'0'0'0'0,"0"0"0"0,0 0 0 0,0 0 0 0,0 0 0 0,0 0 0 0,0 0 0 0,0 0 60 0,0 3-27 0,0-3 9 15,0 1-1-15,0-1-8 16,0 2-1-16,0-2 1 0,-3 0-36 0,3 0 36 0,0 0 7 16,0 0-31-16,0 0 23 0,0 0-1 0,0 0-20 15,0 0 19-15,0 1 7 0,0-1-27 0,0 3 19 16,0 0-4-16,0-1 3 0,0 2-33 0,0 0 37 15,0-3-9-15,0 3 3 0,0-2-4 0,0 0-35 16,0 0 35-16,0 0 7 16,0 0-19-16,3-1 12 0,-3 2-2 15,3 0-7-15,0-3 5 0,-2 2 5 0,1 0-9 0,0 1 5 16,-1-2 0-16,1-1 0 0,1 1-29 0,-1-1 32 16,-1 3-4-16,1-3-1 0,-2 2 1 0,2-2-39 15,-1 0 36-15,-1 0 4 0,2 1-14 16,1-1 8-16,-1 0 1 0,-2 2 0 0,3-2-2 0,0 3 1 0,0-2-3 15,0 1 1-15,-1 0 1 0,3 0 15 16,-2 0-14-16,0-1 2 16,2 3-2-16,1-3-1 0,-3 4 3 0,0-4 14 15,2 3-14-15,0 1 4 0,-2-4 13 0,2 2-17 16,1 1 1-16,-1-2 0 0,-2 2 0 0,3 0 6 16,-2 0-13-16,2 0 8 0,-1 2 0 0,1-3-1 15,-1 2 2-15,1 0-20 0,-1-2 18 0,0 3-1 16,2-3 1-16,-2 1-26 0,3 0 25 0,-3 2 0 0,2-3-19 15,0 1 16-15,-2 0 0 0,3-1-3 16,-3 3 2-16,3-2 2 0,-2-1-2 16,2 3 2-16,-1-2-2 0,1 0-1 0,-1-1 1 15,1 1 25-15,0 2-25 16,-1-2 1-16,3-1-1 0,-1 1 15 0,-1 0-10 0,2-2 12 16,0 2-14-16,0-3 0 0,-2 3-19 15,3-2 13-15,-2 2 10 0,4 0-4 0,-2-3-25 16,-1 3 24-16,2 0 1 0,-1 0-2 0,-1-1 5 0,2-1-7 0,0 2-25 15,-1-2-4-15,0 2 29 0,2-3-22 16,-1 2 21-16,1 0-6 0,-3-1-2 16,4 2 3-16,-1-2 1 0,1 1-11 0,-1 1 12 15,1 0-2-15,-1-1-8 0,0 2 8 16,-3-1 0-16,3-1-4 0,0 1 5 0,1 2-1 16,-1-3 0-16,1 1-1 0,-1 0 0 0,1 1-2 15,-1-1 3-15,4 0-2 0,-6 0-12 0,5-1 12 16,-3 1 0-16,3-2-9 0,-4 1 9 0,6 0 0 15,-4-2 0-15,3 2-1 0,0-1 1 16,0-1-1-16,-1 3 1 0,3-2-1 0,-1 2-3 16,-1-1 2-16,-1 1 1 0,1 0-5 15,-1 0 5-15,0-1-3 0,0 3 3 16,-2-2-1-16,2-2 1 0,0 3 4 0,-1-1-4 16,0 0-1-16,2-2 27 0,-1 1-25 0,2-1-1 0,1 0-1 15,0-2 2-15,0 2 0 0,0-2 0 16,2 0 1-16,-2 0-9 0,1 0 8 0,1 0 1 0,0 2 1 15,-2-2-20-15,0 2 18 0,2-2 0 16,-3 4-20-16,3-2 20 16,-3-1-2-16,5 3-4 0,-2-2 4 0,0 0-1 0,-1 2-1 0,-1-2 3 15,1-1-3-15,0 1 1 0,-1-2-1 16,0 0 1-16,0 0 10 0,0 0-10 0,0 0 0 16,0 0 8-16,1 0-7 0,2 0-1 0,-4 0 3 15,0 0-2-15,1-2 1 0,0 1-23 16,0-1 22-16,0 0 0 0,-3-2-11 0,2 2 10 0,-2-2 0 15,1 1-1-15,1-1 1 0,-1 0 0 0,-2 0 2 16,3 1-4-16,-1-3 1 16,1 0-1-16,3 0 1 0,-3-1-1 0,0 0 9 15,1-1-8-15,1 1 0 0,2-3 4 16,-2 3-4-16,-2-1 1 0,4-1 12 0,-2 2-8 0,0-2-3 16,2-1-1-16,-3 0 1 0,-2 3-1 0,4-4 16 15,-2 4-15-15,2-2 1 0,-2 2 24 0,-1-3-24 0,2 3 3 16,0-4 24-16,3 0-23 0,-3-1-2 0,3 1-6 15,-3-2 8-15,3 2 0 16,-3-1 2-16,4-3-25 0,-3 1 1 0,2 2 21 16,0 1 0-16,-1-2-1 0,-1-1-24 0,4 2-4 15,-5-3 27-15,3 1-42 0,-4 1 1 16,0-1 29-16,-3 3-26 0,1 0 25 0,-2 1 3 0,0-1 26 16,-2 2-28-16,0 1-1 0,-2-1-2 15,0 1 0-15,1 1 27 0,-3 1 1 16,-3 2-24-16,-1-3 4 0,1 4 16 0,-4 0-12 0,1 1-4 0,-2 1 24 15,1-1 1-15,0 2-18 16,-2 0 34-16,0 0-33 0,0 0-2 0,0 0-56 16,0 0 27-16,0-2 0 0,0 0 29 15,0 1-419-15,-5-1 198 0,-6 2 92 0,0 0 50 16,-8 0 12-16</inkml:trace>
  <inkml:trace contextRef="#ctx0" brushRef="#br0" timeOffset="6269.76">1496 8143 328 0,'0'-4'0'0,"-4"0"-164"0,1 2 82 15,-2 1 41-15,2-2 41 0,1 3 201 0,-1-2-63 0,0 1-53 0,-1 1-18 0,3-2 84 16,1 0-59-16,0-1 20 0,0-3-40 0,0-3 0 16,0-5-31-16,8 0-66 15,2-4 29-15,5-1 0 0,3-1 28 0,-4 3-70 16,7-4 30-16,-2 6 1 0,0 2-263 16,2 2 132-16,-1 3 77 0</inkml:trace>
  <inkml:trace contextRef="#ctx0" brushRef="#br0" timeOffset="6407.89">1871 7872 884 0,'7'0'0'0,"-3"0"0"0,3 0 0 0,0 0 0 0,-2 0 0 0,-3 0 0 0,3 0 0 0,-2-1 0 0,-1-1 0 0,4-2 77 0,2 0-22 0,0-1 0 16,3 1-110-16,3 1 39 15,0-2 25-15,4 3-372 0</inkml:trace>
  <inkml:trace contextRef="#ctx0" brushRef="#br0" timeOffset="6557.49">2313 7751 1011 0,'0'0'0'0,"1"2"0"0,1-2 0 0,1 0 0 0,-1 0 0 0,-2 0 0 0,0 0 0 0,6 0 0 0,0 0 0 0,1 0 63 0,4 1-30 16,1-1-229-16,3 0 108 0,2 2 57 0,2-2-199 0</inkml:trace>
  <inkml:trace contextRef="#ctx0" brushRef="#br0" timeOffset="6702.11">2795 7694 678 0,'5'2'0'0,"0"1"0"0,-2 0 0 0,-1-2 0 0,1 0 0 0,-2 2 123 0,4-1-50 16,-2 0 1-16,2 0-115 0,5-2 36 0,-2 0 1 15,6 0 45-15,-1 0-354 0,2 0 152 0</inkml:trace>
  <inkml:trace contextRef="#ctx0" brushRef="#br0" timeOffset="6844.73">3176 7639 765 0,'13'2'0'0,"3"2"0"0,-2 0 0 0,-1 0 0 0,-7-3 0 0,4 3 0 0,-1 0 77 0,-4 0-21 0,1 1-1 0,2 1-22 15,0-2-19-15,3 1-7 0,1-1 25 0,0-3-264 16,3-1 132-16,2 0 66 16,1 0 42-16</inkml:trace>
  <inkml:trace contextRef="#ctx0" brushRef="#br0" timeOffset="6959.42">3541 7664 641 0,'4'2'0'0,"1"3"0"0,4 1 0 0,-3-1 0 0,-1-1 0 0,0 0 0 0,0 2 108 0,4 0-37 0,-1-4 0 15,-2 5-60-15,4-1 8 0,4-3 13 0,-3 3 1 0,3-3-321 16,1 3 145-16</inkml:trace>
  <inkml:trace contextRef="#ctx0" brushRef="#br0" timeOffset="7108.05">4002 7792 991 0,'5'3'0'0,"4"6"0"16,2 3 0-16,-6-4 0 0,-2-3 0 0,0 2 0 0,1-1 0 0,0 2 0 0,-2-1 0 0,4-1 111 0,-1 2-40 0,3-2-204 0,0-1 91 0,1 2 34 0,1 1 20 16,0 1-439-16</inkml:trace>
  <inkml:trace contextRef="#ctx0" brushRef="#br0" timeOffset="7246.81">4298 8081 512 0,'7'7'92'0,"1"9"-46"15,2-3-23-15,-5-6 166 0,2 1-82 0,-2-4-37 0,-2 3 0 0,-1-4-38 0,-1 1 86 16,1 0-35-16,3-2-29 16,-4 1-44-16,1-1 23 0,1 0-442 15,-2 2 211-15,1 3 109 0</inkml:trace>
  <inkml:trace contextRef="#ctx0" brushRef="#br0" timeOffset="9529.79">1541 8192 328 0,'-2'0'0'0,"1"0"0"15,-1 0-164-15,-3 0 82 0,4 0 41 0,-3 0 41 0,3 0 19 0,-5 0 18 0,6 0-1 0,-3 0-20 0,1 0 22 16,1 0-1-16,-1 0-21 16,2 0 0-16,-2 0 28 0,2 0 6 15,-1 0 2-15,-1 0-30 0,2-2-1 0,-3 0 0 0,1 0 36 16,1-2-29-16,-1 0 2 16,-1 1 32-16,0 2 4 0,0-6-39 0,0 3 10 15,-1 0 26-15,3-1-3 0,-1 1-27 0,-1-1-1 0,0-4 14 16,-1 5-13-16,4-4 8 0,-3 1-8 15,2-3-18-15,-2 2 17 0,3-1-28 16,-3 0 0-16,3-1 37 0,-2 2-8 0,-1-2 0 16,3 0-33-16,-2 0 31 0,2 1-7 0,-1 0-24 15,1 0-7-15,0-2 26 0,0-1 4 0,0 3-27 16,0-1-5-16,0-1 28 0,0 0-1 0,0 1-28 16,0 2 0-16,0-4 26 0,0 2-6 0,0 1-29 15,0-2 31-15,1 0-4 0,4-1-10 0,-3 2 8 16,4-4 3-16,-2 1-3 0,0-2 2 0,2 0-1 15,-1 0 0-15,0-5-14 16,4 5 14-16,-4-5 1 0,1 2-1 0,-1 0 10 16,0 2-10-16,2-1 0 0,-3 0-6 0,-1 2 7 15,2 2-1-15,-2-2 0 0,0 1-1 0,2 3 1 16,-3-1 0-16,5-3-13 0,-4 1 12 0,4-1 0 0,-2-1 0 16,0 2 4-16,4-1-4 0,-4-2 1 0,3-1 7 15,-2 2-9-15,1-3 1 16,3 0-10-16,0 2 10 0,0-1 2 0,-1-1-2 15,1 1-14-15,-2 0 13 0,2 1 1 0,0 0 1 16,-2 1-11-16,2 2 9 0,-3-3 0 16,3 3 0-16,0-2-19 0,-1 1 19 0,2 2-4 15,-1-2 3-15,1 2-18 0,-2-2 17 0,3 0-3 16,0 0 3-16,1-2-11 0,1 0 9 0,-1 0-3 16,0 1-1-16,3-2 3 0,-5 2 1 0,3 1-11 15,-3 2 10-15,2 0-1 16,-2-1-3-16,-1 3 3 0,2-1 0 0,-1 1 0 0,-1 0 3 15,2 0-3-15,0 0 0 0,2-1 0 0,-3 2 4 16,2-3-4-16,1 1 0 0,-1 1 0 0,1-1 4 16,-1 0-4-16,1 3 1 0,-1-2 0 0,0 1-5 15,-1 2 5-15,1 0-1 0,-1 0-1 0,1 1 2 16,-1-1-1-16,-2 1 2 0,3 0-2 0,1-2 0 16,-3 2 0-16,1 0 17 0,2 0-16 0,-3-4 0 15,3 4 0-15,1-2 37 0,-1-1-35 16,-1 1-1-16,1 0 32 0,0-1-30 0,1 0 1 15,-1-1 0-15,-1 2 26 16,1 2-24-16,-2 0 4 0,1 1-4 0,-3-2-11 0,4 5 12 16,-3-3 3-16,0 2-28 0,2 0 25 15,-2 1 0-15,2-1-1 0,1 2-17 0,0-1 15 16,0 0 0-16,1 0 0 0,0 0 0 0,0 2-1 16,1-1 1-16,-2-2 2 0,2 2-4 15,0 0 1-15,-1 0 1 0,2 1 3 0,-2-1-3 16,0 2 0-16,0-2 3 0,-2 0 11 0,2 2-13 0,-1-2 0 15,-1 0 36-15,-1 1-34 0,3-1 2 16,-1 0 3-16,0 0-4 0,2 0 0 16,0 0-1-16,0 0-8 0,0 1 11 0,1-2-2 15,1 3 3-15,-1-2-40 0,-2 2 36 0,2 0 2 16,-3 0-4-16,2 0-29 0,-1 0 26 0,-3 0 3 16,1 0-24-16,1 0 22 0,-1 0-4 0,1 0 31 15,-1 0-29-15,-2 5 1 0,3-4-1 0,-3 3 34 16,5-2 0-16,-2 0-31 0,2 0 3 0,-1-2 24 15,0 2-20-15,0-1-3 0,0-1 7 0,0 2 21 16,0 0-21-16,-2 0-34 16,0 2 32-16,0-3 2 0,0 5 0 0,-1-2-45 15,-1-1 41-15,1 0-1 0,-3 4-2 0,0-1-29 16,3-1 27-16,-1 0 1 0,0 1-5 0,0 3-4 16,2-4 3-16,-2 2 5 0,3-1-8 0,0 1 4 15,0-2 0-15,1 4 1 0,1-3 25 0,0 1-23 16,-2 0 0-16,0 0 0 0,-1 1 0 15,3 0-1-15,-3 1 2 0,1 0 4 0,-5-1-4 0,5 4-1 16,-2-3 2-16,1 0 6 16,-1 1-7-16,-1-1 1 0,2 2 0 0,0-2 8 15,-2 1-9-15,3 1 0 0,-4-1-2 0,1 0 4 16,0-2-1-16,0 1-3 0,1 0 2 0,0-1 1 16,-2 2 0-16,0 0-10 0,1-2 9 0,-2 2 0 15,1 0 1-15,0-1 2 0,-2 0-4 0,2 0 3 16,-1 3-4-16,1-3 14 0,-1 2-13 15,-1 1 1-15,2-1-1 0,-2 3 2 16,2-3 1-16,-1 1-8 0,0-1 6 0,1 4 1 16,1-2-1-16,-3 0-26 0,0-1 25 0,1 2 1 15,-1 2-1-15,0-2-25 0,0 3 23 0,0 0 2 16,0-1-4-16,-3 3-6 0,3-2 4 0,-2 0-13 16,-1 0 15-16,1-2-2 0,-1 2 1 0,0-2 1 15,1 0-28-15,0 2 26 0,-1-3-1 0,1 2-34 16,-1-2 1-16,2 2 31 0,-2-1-3 0,2 0-32 15,-2-2 28-15,0 2 0 0,0-2 3 0,-1 0 21 16,2 1-23-16,1-4 1 16,-4 2 16-16,0 1-18 0,1-2 2 0,2 1 38 15,-3-3-36-15,1 3 3 0,3-1-4 0,-5 1 44 16,4-2-40-16,-1 2 5 0,0-1-3 0,1 0 16 16,-3 2-15-16,2-1 4 0,0 1-3 0,-1 0-1 15,0 1 2-15,-1 2-1 0,0 1-19 0,1-2 19 16,-2 1 0-16,3 1-25 0,-5-2 24 0,2 2-2 15,1-2 1-15,-2-1 5 16,1-1-5-16,0 0-3 0,-1-2 3 0,1 1 16 16,0-3-17-16,1 2 0 0,-2-1 0 0,1-1 18 15,0 0-16-15,0 1 1 0,0 0-1 0,1-1 7 16,-1 2-6-16,1 1-8 0,-2-2 8 0,1 5 0 16,0 0 1-16,-2 1-16 0,1 0 14 0,-1 3 0 15,0-2 1-15,0 2-20 0,0-2 18 0,0 0-2 16,2-3 2-16,-2 2-23 0,2-2-1 0,1 0 20 15,-2-3-8-15,1 2 7 0,2-4 1 16,-2 1 12-16,3-1-12 0,-5 0-3 0,3-1 1 16,-1-2 25-16,-1 0-23 0,1-3 0 15,0 1 0-15,-1-2-23 0,1 0-3 0,-2-2 27 16,0 0-1-16,0 0-113 0,0 0 53 0,0 0 23 16,0 0-214-16,0 0 111 0,0 0 57 0,0 0-178 15</inkml:trace>
  <inkml:trace contextRef="#ctx0" brushRef="#br0" timeOffset="22210.08">17896 4421 725 0,'-9'0'0'0,"1"0"0"0,2 0 0 0,4 0 0 0,-2 0 0 0,4 0 0 0,-1 0 0 0,1 0 0 0,0 0 0 0,0 0 91 0,0 0-29 0,0 0 55 16,0 0-43-16,0 0-12 0,0 0-8 0,0 0 5 15,0 0-26-15,0 0-1 0,0 0 1 0,0 0 55 16,0 2-31-16,1-1-1 0,3 4-23 0,2-2 25 15,4 0 0-15,2 1-17 0,4-1 89 0,0-2-49 16,5-1-24-16,0 0 0 0,1 0 29 0,1 0-19 16,5 0-7-16,-3 0-59 15,-5 0 31-15,4 0 1 0,-1 0 0 0,0 0-51 16,-3 0 21-16,1 2 1 0,-2 2 28 0,-1-3-32 16,1 4-1-16,-2-4 24 0,2-1-62 0,0 0 16 15,-2 0 0-15,2 0-1 0,-3 0 25 0,1 0-1 16,-2 0 7-16,-1 0-45 0,-3 0 21 0,-2 0-4 15,3 0 24-15,-5 0-236 0,0 0 113 0,0 0 48 16,0 0 29-16,0 0-243 0</inkml:trace>
  <inkml:trace contextRef="#ctx0" brushRef="#br0" timeOffset="22774.55">19731 4541 619 0,'-2'-4'0'0,"1"1"0"0,-2 1 0 0,3 0 0 0,0-1 0 0,0 3 0 0,-2-2 67 0,2 2-8 16,0 0-26-16,0 0 135 0,0 0-67 0,0 0-34 16,0 0 8-16,2 0 15 0,4 0-28 0,1 0 0 15,1 0 38-15,1 0-33 0,1 0 8 0,3 0-42 16,0 0 56-16,2 2-28 0,2 1-1 0,3-3 22 15,8 0-17-15,1 0-7 0,3 0-26 0,1 0 38 16,3-3-38-16,-1 1 1 0,0-4 8 0,-1 4-34 16,-2-3 26-16,-2 2-1 0,0-1 1 0,-2 1-75 15,2-1 45-15,0-1-7 16,0 3-214-16,0-3 118 0,2 3 42 0,2-1-352 16,2 1 175-16,5 0 109 0,-1 2 29 0</inkml:trace>
  <inkml:trace contextRef="#ctx0" brushRef="#br0" timeOffset="23341.32">21976 4450 575 0,'-3'0'0'0,"-4"0"0"0,3 0 0 0,2 0 0 0,2 0 0 15,-2 0 0-15,2 0 0 0,0 0 0 0,0 0 66 0,0 0-8 0,-1 0-25 0,1 0 132 0,0 0-65 16,0 0-34-16,0 0 76 0,0 0-58 0,0 2-26 16,0 1 0-16,1-2 84 0,5 3-46 15,6 0-36-15,-1-2 0 0,3 1 45 16,7-1-36-16,6-2 0 0,3 0-6 0,9 0-7 16,0 0-24-16,5 0-26 0,2-5-1 0,5-5 28 15,2 3 8-15,-1 1-129 0,-3 0 60 0,1 1 30 16,-11 2 1-16,7 0-276 0,-14 1 144 0,3 2 42 15,-5 0 45-15,-10 0-266 0,3 0 138 0,-4 5 68 16,-5 0-59-16,-3 3 69 0,-2-3 29 16</inkml:trace>
  <inkml:trace contextRef="#ctx0" brushRef="#br0" timeOffset="50131.5">7512 6951 822 0,'-8'-6'0'0,"0"2"0"0,3 2 0 0,4-1 0 0,-2 2 0 0,3 1 0 0,0-1 125 0,0-4-46 16,3 0-23-16,9-3 138 0,8 1-72 0,10-3-49 15,-3 3 0-15,3 3 33 0,-2 1-37 0,2 3 1 16,-7 0-67-16,7 0-8 0,-8 12 38 0,-1 5 0 16,-4 4-43-16,-4 5 21 0,-6 4 8 0,-3 4-10 15,-2 0 0-15,-2 2 23 0,-2 0 1 16,-9-1 10-16,-5 1-8 0,-3-3-32 15,-2 0 21-15,-2-3 21 0,-1-4-22 0,0-3-3 16,-3-5 8-16,2-2-54 0,-1-6 25 0,4-4-200 16,1-1 106-16,1-5 50 0,7 0 24 0,-3 0-280 15,10-5 143-15,1-6 59 0,5-7 39 0,2-2-174 16,15 0 92-16,7-9 59 0</inkml:trace>
  <inkml:trace contextRef="#ctx0" brushRef="#br0" timeOffset="50377.84">7966 6828 1189 0,'0'-10'0'0,"0"5"0"0,0 3 0 0,0-2 0 0,-12 3 0 0,2 1 0 16,-3 0 0-16,-3 0 115 0,2 5-46 0,-2 8 193 0,-3 4-115 0,4 6-57 16,-2 1-28-16,3 2 91 0,-2 5-64 0,7-1-28 15,2-1 0-15,3 2 144 0,4-2-86 0,0-7-35 16,2 9 51-16,11-5-51 15,2-3-26-15,4 0 0 0,1-5-89 0,1-1 41 16,6 2-9-16,-4-4-198 0,2-2 115 0,0-1 58 16,-1-5 28-16,-2 1-386 0,1-3 168 0,-2-1 104 15,2-4 8-15,-4 0-163 0,-1 0 116 0,0-6 50 16,1-10 37-16</inkml:trace>
  <inkml:trace contextRef="#ctx0" brushRef="#br0" timeOffset="50546.44">8246 6627 1263 0,'0'2'0'0,"2"2"0"16,2 1 0-16,-1-5 0 0,2 2 0 0,0 0 0 0,1 1 394 0,-1-2-184 0,2 0-89 0,5 5-44 0,-1-1-67 0,-2 0 23 16,-1 2 8-16,5-1-347 0,-7 0 170 15,3 0 84-15,3-3-567 0,-1-3 294 0</inkml:trace>
  <inkml:trace contextRef="#ctx0" brushRef="#br0" timeOffset="50820.71">8490 6479 792 0,'2'0'0'0,"-2"0"0"0,0 0 0 0,0 2 0 0,0 8 0 0,-5 2 0 0,-5 3 186 0,-3 6-77 0,-1 0-38 0,0-1 0 15,-4 3-111-15,4-3 45 0,-7 7-9 0,1-5-34 16,1-1 35-16,-1-4 0 15,0 0-86-15,3-6 65 0,-2 2 22 0,1-2 0 16,0-2 56-16,4-3-35 0,5 0 1 0,-3-4-38 16,5 1 265-16,1-2-116 0,4-1-56 0,-1 0-29 15,3 0 272-15,0 0-134 0,0 0-80 0,12 0-36 16,8-4-9-16,1-2 0 0,2-2-26 0,0 3 42 16,8 0-42-16,-4 0 0 0,-3 2-153 15,-1 1 76-15,0 0 39 0,-1 2 7 0,-7 0-384 16,0 0 202-16,-2 2 55 0,-6 4 65 0,2 1-487 15,-6 2 249-15</inkml:trace>
  <inkml:trace contextRef="#ctx0" brushRef="#br0" timeOffset="50980.35">8214 6901 998 0,'-23'6'0'0,"2"3"0"0,11-1 0 0,-1 0 0 0,4-5 0 0,7 1 0 16,0 0 263-16,2 1-119 0,15-1-56 0,8 0 191 15,0-3-124-15,5 3-60 0,0-2-24 0,0 0-23 16,2 0-15-16,-2-1 0 0,0 2 0 0,-5-3-377 16,-4 1 197-16,-2-1 86 0,-1 0 47 0,-7 0-555 0</inkml:trace>
  <inkml:trace contextRef="#ctx0" brushRef="#br0" timeOffset="51161.89">8366 6746 173 0,'-8'7'-78'0,"5"4"40"16,-1 4-1-16,2 1 424 0,-2-1-176 0,1 1-80 16,-3 5-52-16,0 2 315 0,0 3-179 0,-1 2-90 15,-1 4-46-15,-5 2 113 0,2 1-82 0,0 1-38 16,-2-2-182-16,0-2 72 0,1-3 36 0,3-10 9 16,0 1-377-16,2-8 202 0,0-2 102 0,3-6-189 15,3-4 141-15</inkml:trace>
  <inkml:trace contextRef="#ctx0" brushRef="#br0" timeOffset="51296.53">8293 7031 589 0,'8'0'0'0,"3"0"0"0,0 7 0 0,2 3 0 0,0 1 0 0,1 4 0 0,4 2 522 0,-1-2-245 0,1 3-122 0,-2-6-61 0,2 5 196 0,1-2-132 16,2 0-63-16,-4-2-32 0,4-2-316 0,-2-1 142 15,-1-3 80-15,3-7-614 0</inkml:trace>
  <inkml:trace contextRef="#ctx0" brushRef="#br0" timeOffset="51480.04">8623 6711 1659 0,'0'-3'0'0,"0"1"0"0,2 0 0 0,7 2 0 0,3-2 0 0,1 0 0 0,2 1 0 0,2-2 248 15,2 0-99-15,-1 1-18 0,5 0-49 0,-2 1-25 16,2-1 1-16,-1 2-369 0,0 0 181 0,-1 0 77 16,-1 0 42-16,-2 0-209 0,-6 0 126 0,-1 2 63 0</inkml:trace>
  <inkml:trace contextRef="#ctx0" brushRef="#br0" timeOffset="51660.56">8627 6913 1459 0,'-10'5'0'0,"2"4"0"0,3-7 0 0,4 1 0 0,1-1 0 0,0-2 0 0,1 0 0 0,13 0 248 0,4 0-108 0,7 0 129 15,-2-2-111-15,7-1-66 0,-4 1-30 0,2-1-255 16,-1 1 113-16,-7 0 56 0,3 0 36 0,-4 2-241 16,-3 0 130-16,-5 0 67 0,-1 0-529 0,-3 0 290 15</inkml:trace>
  <inkml:trace contextRef="#ctx0" brushRef="#br0" timeOffset="51877.98">8798 6834 894 0,'-12'-8'0'0,"3"5"0"0,4 1 0 0,-1-1 0 0,0 3 0 0,2 0 0 0,4 5 225 0,0 7-96 16,0 9-48-16,0 2 281 0,2 7-156 0,6 8-91 16,0 1-42-16,-1 4 162 0,-2 0-102 0,1 0-50 15,-3-5-17-15,0 4-53 0,-1-3-1 0,-2-5 21 16,0-1-49-16,0-5 25 0,0-3 8 15,-5-2-140-15,-5-5 78 0,-1-5 39 16,-3-5 0-16,0-4-226 0,-2-4 120 0,3 0 17 16,1-8 45-16,-2-11-329 0,3-7 172 15,4-5 80-15,2-4 51 0,5-6-344 16,0-2 194-16</inkml:trace>
  <inkml:trace contextRef="#ctx0" brushRef="#br0" timeOffset="52070.46">9030 6824 950 0,'31'-9'0'0,"3"7"0"0,-1 2 0 0,-1 0 0 0,-2 0 0 0,0 0 0 0,-1 10 248 0,-1 2-112 0,-2 4-52 0,-1 1 257 16,-4 1-154-16,-3 5-78 0,-4-4 20 15,-3 7-52-15,-6-2-22 0,-2 1-1 0,-3-1-93 16,-5 0 35-16,-7-7 9 0,-11 6 28 0,0-6-94 16,-5 0 47-16,-2-4 23 0,-2 0-216 0,-2-3 103 15,2-3 60-15,2-3-185 0,12-4 110 0,-1 0 20 16,8 0 39-16,6-8-295 0,5-7 165 15,2-7 79-15,12-1 39 0</inkml:trace>
  <inkml:trace contextRef="#ctx0" brushRef="#br0" timeOffset="52230.94">9471 6721 303 0,'11'-17'0'0,"-4"9"0"0,-1 3 0 0,-5 3 0 0,-1 1 0 0,0 1 623 0,-3 0-295 0,-10 7-139 15,-2 13-83-15,-4 5 469 0,4 5-272 0,-2 4-135 16,3 7 363-16,7-5-242 15,6 3-131-15,1-2-3 0,0 2-61 0,11-2-31 16,8-5 147-16,7-2-458 0,2-5 209 0,4-4 36 16,7-1 0-16,4-7-634 0,5-4 334 0,3-9 177 0</inkml:trace>
  <inkml:trace contextRef="#ctx0" brushRef="#br0" timeOffset="52772.21">9825 6567 1072 0,'0'0'0'0,"-3"0"0"0,3 0 0 0,0 5 0 0,0 0 0 0,11-4 0 0,8-1 0 0,5 0 234 0,7 0-101 0,2 0-42 16,8-4 220-16,-2-5-139 0,-5 4-69 0,4-5 12 16,-2 3-41-16,-2-1-13 0,-2 2-7 0,-2 0-202 15,-4 4 91-15,-6-3 44 0,-3 4 24 0,-4-1-383 16,-3 2 198-16,-2 0 104 0,-7 0 24 0,1 0-295 16,-2 0 92-16</inkml:trace>
  <inkml:trace contextRef="#ctx0" brushRef="#br0" timeOffset="52955.27">10103 6317 1100 0,'-3'0'0'0,"-1"1"0"0,4 8 0 0,-2 2 0 0,2 0 0 0,-3 5 0 0,1 0 0 0,-5 9 0 0,0 1 386 0,-4 6-176 0,-4 7-89 0,-3-1-44 16,0-1 111-16,-6 12-82 15,3-6-37-15,-1 1 1 0,-1-2-148 0,8-10 56 16,-2 1-129-16,2-3 88 0,4-9 48 0,2-1 24 15,2-6-464-15,1-7 241 0,4-4 59 0,2-3 78 16</inkml:trace>
  <inkml:trace contextRef="#ctx0" brushRef="#br0" timeOffset="53115.84">9987 6627 924 0,'10'0'0'0,"1"0"0"0,1 0 0 0,-1 0 0 0,1 2 0 0,-1 4 0 0,3 1 0 0,0 3 522 0,2 3-248 0,-2 0-121 15,2 2-60-15,-3 0 161 0,3 2-102 0,-4-2-99 16,2 2-20-16,-2-1 0 0,-1 0-1 0,-1-1-339 16,0-2 178-16,-3 1 77 0,-4-4 42 0,2 0-520 15,-3-2 279-15,-2-2 65 0</inkml:trace>
  <inkml:trace contextRef="#ctx0" brushRef="#br0" timeOffset="53324.28">9850 6881 791 0,'-21'4'0'0,"8"-1"0"0,1 1 0 0,7 0 0 0,1-3 0 0,3 1 0 0,1-2 401 0,0 0-176 16,17 0-100-16,7 0 271 0,6 0-181 15,3 0-92-15,9-3 72 0,-8-1-72 0,5-2-50 16,0 3 0-16,-2-1 27 0,-2 2-33 0,-2 0-1 16,-2 0-25-16,-1 1-211 0,-3 1 102 15,-7 0 50-15,-1 0 25 0,-3 0-371 16,-4 0 207-16,-3 0 73 0,-3 5-476 0,-3-1 242 15,0 3 143-15,-3 1 70 0,0 2-147 0,-10-2 114 0</inkml:trace>
  <inkml:trace contextRef="#ctx0" brushRef="#br0" timeOffset="53571.63">10022 7027 311 0,'-7'2'0'0,"2"2"0"0,1-1 0 0,2-1 0 0,2 2 0 0,0-2 0 0,0 2 283 0,0 0-125 0,0 0-63 15,0 1 83-15,0 2-73 0,2 3-28 0,2-2-8 16,1 2-72-16,-1 0 35 0,-1-1 1 0,4 1-50 16,-4-2 34-16,-1-1-9 0,2-1 24 0,-2-1-39 15,1 0 40-15,-1-2 8 0,0-3-9 0,-2 2-58 16,0-2 5-16,0 0 22 0,0 0-16 0,-6 0-7 16,-4 0 6-16,-2 0 0 0,-1 0-98 15,-1-4 58-15,1-2 25 0,3 2-192 16,-4-5 100-16,7-2 53 0,1-1 14 0,4-4-97 15,2-1 54-15,0-1 25 0,4-8 8 0</inkml:trace>
  <inkml:trace contextRef="#ctx0" brushRef="#br0" timeOffset="53790.04">10103 6890 459 0,'19'-7'0'0,"-4"-1"0"0,-3 6 0 0,3 1 0 0,-6 1 0 0,-1 0 0 0,-1 0 319 0,-3 9-143 0,-1 2-63 16,1 6-45-16,-2 6 199 0,-2 1-117 0,0 3-59 15,0 2-29-15,0 3 393 16,0 2-215-16,0 0-103 0,0 0 170 0,0-1-137 15,0-3-69-15,0-4-16 0,4 4-30 0,2-9 0 16,1 0-23-16,-1-2-121 0,-1-4 61 0,-1-4 39 16,-1-3-9-16,-1-3-51 0,1-2 40 0,-3 0 22 15,0-3-1-15,-3 0-190 0,-9 0 42 0,-1-3 71 16,-3-5-309-16,2-7 171 0,-2-4 81 0,3-6-283 16,3-5 190-16,3-9 92 0,3-7 44 15,4-2-354-15,0-5 200 0,0-1 92 0</inkml:trace>
  <inkml:trace contextRef="#ctx0" brushRef="#br0" timeOffset="54380.71">10457 6571 653 0,'27'-14'0'0,"0"3"0"0,-1 4 0 0,-3 0 0 0,2-2 0 0,-2 2 0 0,2 0 307 16,-2 1-137-16,-1 3-69 0,0 0-34 0,1 2 80 16,-4 1-61-16,-1 0-27 15,0 4 41-15,-5 7-34 0,-3 4 9 0,-3 2-2 16,-5 7 0-16,-1-1-40 0,-1 5 0 0,0 0 103 15,-10 2-43-15,0 0-35 0,-1 0 1 0,0 0 56 16,2-4-42-16,4-3 1 0,0 0-33 0,1-5 13 16,4-1-22-16,0-2 1 0,0-4-44 0,0-1 22 15,0-3 7-15,4 1-146 0,-1-4 81 0,3 0 39 16,-3-2 1-16,0-1-242 0,1 0 128 16,-2 2 34-16,-2-1 41 0,0 2-179 0,0 2 96 0,-2-1 48 15,-8 0-3-15,1 1 30 16,-4-5 0-16,1 2 21 0,-1-3-50 0,-2 0 25 15,0 0-8-15,3-3-7 0,-1-2 0 0,4-4 40 16,2 3 0-16,-1-3 27 0,2 2-9 0,3 2-18 16,1-4 0-16,2 4 74 0,-2 1-36 0,2 2-1 15,0 1 131-15,0-2-67 0,0 1-44 0,0 2-4 16,0 0 58-16,0 0-25 0,0 0-27 16,0 2 170-16,0 2-88 0,2 2-23 0,5-5-28 0,2 1-59 15,3-2 8-15,5 0 26 16,4 0 1-16,1-10-257 0,0-6 125 0,5-1 54 15,-3 0-276-15,1-1 144 0,-1 1 83 0,-2 0 11 16,1 2-34-16,-7 3 37 0,-5 5 16 0,-2 1 130 16,-3 3-50-16,-4 1-24 0,-2 0 0 0,0 2 172 15,-5 0-107-15,-7 7-40 0,-3 4-25 0,-1-1 331 16,-3 1-162-16,3 0-38 0,-1 0-50 16,2 2 159-16,1-5-100 0,5 0-49 0,0-2 15 0,4 0-32 15,3-3 8-15,2 0-6 16,0 0 1-16,0 1-37 0,5-4 1 0,8 0-40 15,3 0 16-15,-2 0 0 0,3 0 24 0,2 0-85 16,-2 0 42-16,-2 0 30 0,0 0-9 0,-6 0-238 16,3 0 119-16,-5 0-309 0,1 0 198 0,-5 1 74 15,1 1 61-15,-2 2-139 0,-2 0 95 0,0-1 48 16,0 3 24-16,-11-4-269 0</inkml:trace>
  <inkml:trace contextRef="#ctx0" brushRef="#br0" timeOffset="54671.32">10524 6740 1477 0,'-8'6'0'0,"5"1"0"0,3 6 0 0,0 0 0 0,0 4 0 0,0 0 0 0,0 5 0 0,0 3 0 0,3 3 0 0,2 2 135 0,-2 4-55 0,1-2 51 16,-2 2-48-16,2-4-26 0,-3 0 1 0,-1-7-29 15,0 0 4-15,0-6 0 16,0-2 0-16,0-3-21 0,0-5 0 0,0 0 29 15,0-4-1-15,0-2-8 0,0 2 1 0,0-3 34 16,8 0 0-16,4 0-26 0,4 0-8 16,7 0 82-16,1 0-41 0,3-3-21 0,1-1 1 0,2-1 6 15,-1 0-27-15,4 1 0 0,-1 0-1 0,2 2-96 16,-4 1 48-16,-5-1 33 0,8 2-430 0,-7 0 213 16,-2 0 90-16,-1 0-484 0,0 0 280 15,-3 0 133-15,1 0 78 0,-2 0-285 16,-5 0 178-16</inkml:trace>
  <inkml:trace contextRef="#ctx0" brushRef="#br0" timeOffset="54855.83">11169 6646 328 0,'3'-8'0'0,"-1"3"0"0,0 3-164 0,0 2 82 0,0 0 41 0,-1 7 41 0,1 7 730 15,-2 4-319-15,2 8-194 0,-2 3 184 0,0 3 21 0,0 3-195 16,0 4 100-16,0-2-139 0,0 1-81 15,0-3-38-15,0 1-241 0,0-4 102 0,0-3 52 16,0-3 33-16,0-1-501 0,0-4 259 0,0-4 130 16,0-8 65-16,0-2-297 0,2-4 76 0,0-3 123 0</inkml:trace>
  <inkml:trace contextRef="#ctx0" brushRef="#br0" timeOffset="55006.46">11266 6481 965 0,'4'-6'0'0,"1"4"0"0,3 2 0 0,0 0 0 0,-3 0 0 0,1 0 0 16,-1 2 288-16,3 7-128 0,3-2-63 0,2 2-24 0,3 2-173 0,-2-1 67 15,4 1 33-15,0 0-1 16,1-2-480-16,2-1 246 0</inkml:trace>
  <inkml:trace contextRef="#ctx0" brushRef="#br0" timeOffset="55280.73">11679 6388 202 0,'2'-9'0'0,"-2"1"0"0,0 5 0 0,0 1 0 0,0 2 0 0,-15 0 254 16,-2 4-111-16,-3 11 83 0,-5 7 36 0,-5 6-118 15,0 3-56-15,0-1-24 0,0 2 0 0,0-3-31 16,4-2 8-16,-5-1-102 0,5-1 47 0,0-7 23 16,7-6 1-16,0-3-39 0,7-4 27 15,1 0 0-15,4-3 69 0,2-2-41 0,3 0 6 16,2 0 83-16,0 0-49 0,0 0-29 15,7-4-20-15,9 0 147 0,0-2-67 0,5 2-20 16,7-1-8-16,2 0 10 0,4-1-22 0,0 1-1 16,1 3-23-16,-1-1-30 0,0 1-8 0,-4 0 38 15,-2 2-187-15,-3-3 93 0,-2 3 47 0,-3 0-181 16,-3 0 105-16,-4 0 29 0,-3 0 36 0,-1 0-493 16,-6 0 243-16,1 0 113 15,-4 0 68-15</inkml:trace>
  <inkml:trace contextRef="#ctx0" brushRef="#br0" timeOffset="55489.25">11477 6204 1128 0,'0'0'0'0,"0"7"0"0,0 2 0 0,0 2 0 0,0 3 0 0,0 0 0 0,0 7 0 0,0 5 300 0,3 3-134 0,1 4-66 0,0 3 282 16,-1-1-174-16,3 5-80 0,-3-3-52 0,2 1-47 15,-1-1 4-15,-2-1-1 0,1-2 1 0,-1-2-293 16,2-2 142-16,-3-2 75 0,1-8 38 0,0-1-486 16,0-5 258-16,-2-5 54 0,0-5-371 0,0-4 258 15,0 0 130-15</inkml:trace>
  <inkml:trace contextRef="#ctx0" brushRef="#br0" timeOffset="55630.88">11469 6691 738 0,'-6'-7'0'0,"1"1"0"0,-1 2 0 0,3 2 0 0,-1 2 0 0,-1 0 0 0,0 0 131 0,-1 7-49 15,1 7-24-15,-1-1 111 0,-1 4-60 0,-3 1-42 16,1 5 0-16,0 1 169 0,-3-2-102 0,3-6-50 16,0 5-18-16,1-4 0 0,2-4-33 0,3-4-1 15,1 1-342-15,2-7 170 0,0-1 95 0,0-2 35 16,5 0-562-16</inkml:trace>
  <inkml:trace contextRef="#ctx0" brushRef="#br0" timeOffset="55772.06">11576 6665 1170 0,'13'2'0'0,"-1"-1"0"0,8 5 0 0,-3-2 0 0,-1 0 0 0,0-4 0 0,-1 2 0 0,0-2 228 0,-2 2-101 0,1 0-48 0,-2-2 71 15,2 1-58-15,-5 3-30 0,0-2 8 0,-2-1-155 16,0 3 58-16,-2-2 30 0,-1 0-439 0,-2 2 234 16,0-2 125-16</inkml:trace>
  <inkml:trace contextRef="#ctx0" brushRef="#br0" timeOffset="56540.2">11551 6795 1013 0,'-3'8'0'0,"1"6"0"0,0-3 0 0,2 2 0 0,-2-3 0 0,2 1 0 0,0 0 0 0,0 1 224 0,0-3-96 0,2 4-47 16,4-2-17-16,1-1 144 0,3 1-88 0,-3 1-43 15,2-6-183-15,-1 2 69 16,2-5 44-16,1 1-405 0,0-4 215 0,-1 0 108 15,-1 0 54-15,2-7-366 0,-3-4 143 0,-3-2 114 16,1 0 18-16,-3-2 5 0,1 1 36 0,-2 5 71 16,0 0 0-16,0 3-19 0,-2 3 19 0,0-1 0 15,0 1 236-15,0 3-143 0,-2 0-58 0,-4 12-35 16,-3 3 378-16,-3 7-190 0,0 0-30 16,-1 5 111-16,-1 0-122 0,1 1-57 15,-2 0-29-15,0-2 4 0,0-3 0 0,2-3-24 16,-2-1-8-16,0-4-22 0,-1-2 0 0,4-5 22 15,3-4 0-15,-1-3-73 0,0-1 33 0,3 0-1 16,4-3-91-16,1-10 65 0,2-6 0 0,0-1-123 16,9-7 79-16,5-1 38 0,7-1-3 0,0 2-63 15,8-5 35-15,-3 3 6 0,6-5 6 0,0 3-8 16,2-3 7-16,1 0 1 0,2-2-19 0,3-2 14 16,-2 1 9-16,1 0 74 15,-2-1-26-15,-1 2 1 0,-1 3-27 0,-8 5 105 16,1 2-48-16,-5 4-23 0,-8 8 1 0,-4 4 240 15,-1 3-124-15,-5 3-44 0,-3 2-36 0,-2 2 218 16,0 6-114-16,-13 11-46 0,-4 4 75 0,-3 4-61 16,1 2-42-16,-2 1 78 0,1 0-56 0,2-2-29 15,7-5 0-15,-1 0-58 0,5-4-9 0,5-6 39 16,0 0 0-16,2-2-135 16,0-3 68-16,2-4 42 0,12-2-9 0,-1 0-166 0,4 0 95 15,-1-8 18-15,4-1-30 0,0-2 6 16,-1 2 36-16,0-1-27 0,-3 6 18 0,-2 0-5 15,-1 3 26-15,-4 1 141 0,1 0-64 0,-5 7-37 16,-1 7 1-16,-2 2 245 0,-2 3-129 0,0 1-40 16,0 8-41-16,-9-3 237 0,-5 3-126 0,-2 1-61 15,-5 1-13-15,2-4-17 16,-1 0-8-16,-3-1-93 16,-2-2 35-16,2-3-1 0,5-7 41 0,-3-4-287 0,3-3 140 0,-3-6 69 15,4 0 36-15,0 0-325 0,4-13 159 0,0-4 37 16,2-7 56-16,3-1-65 0,0 1 53 0,7 3 28 15,-3-1 140-15,4 2-52 0,0 8-32 0,0 0 142 16,0 5-86-16,2-1-43 0,9 6-30 0,6 2 447 16,6 2-212-16,3 10-59 0,2 4-68 0,10 5 335 15,3 1-186-15,2 8-107 0,4-3-48 0,-1 3 174 16,11 6-256-16,-4-5 0 0,-4-8-385 16,5 2 226-16,-1 0 95 0,0-6-371 15,-5 0 233-15,1-2 118 0,-1-1 66 0</inkml:trace>
  <inkml:trace contextRef="#ctx0" brushRef="#br0" timeOffset="56679.83">12985 7185 2401 0,'-2'-8'0'0,"2"8"0"0,0 0 0 0,0 0 0 0,0 0 0 0,0 0 0 0,0 0 0 0,0 0 174 16,0-2-71-16,0-5-35 0,2 1-962 0</inkml:trace>
  <inkml:trace contextRef="#ctx0" brushRef="#br0" timeOffset="70448.35">13841 6646 736 0,'-9'0'0'0,"5"-1"0"0,2-2 0 0,2 3 0 0,-2 0 0 0,2 0 0 0,0 0 0 0,0 0 212 0,0 0-89 0,0 0-37 0,0 0-31 0,0 0-38 15,4 0 16-15,7 0 0 16,3 0 0-16,2 3 42 0,3-2-7 0,2-1-35 16,-1 0 40-16,8 0 0 0,-3 0-40 0,0 0 70 15,3 0-40-15,-2-1 1 0,0-4-32 0,-5 3 9 16,3-3-8-16,-3 1 8 0,-1 2-9 0,0 0-55 16,-6 0 27-16,2 0 1 0,-5 2 28 0,0 0-31 15,-1 0-8-15,-5-1 38 0,-1 1-211 16,-3 0 85-16,1 0 53 0,0-2-330 15,-2 2 179-15,0-1 63 0,-4-2 50 0,-6 3-323 0</inkml:trace>
  <inkml:trace contextRef="#ctx0" brushRef="#br0" timeOffset="70839.3">13897 6674 1101 0,'-9'5'0'0,"4"0"0"0,-1 0 0 0,2 1 0 0,0 1 0 0,0-1 0 0,3 1 169 15,-1 1-68-15,2 0-34 0,0-1 142 0,0 3-88 16,2-1-36-16,7 0 135 0,4 2-94 0,0 0-46 16,1-3-24-16,2 2 4 0,2-1 8 0,-2 0-36 15,3 2 1-15,-3 1-84 0,0 1 42 0,-3 2 20 16,-1 2-137-16,-5 5 75 0,-2 0 42 0,-5 3-59 16,0 4 47-16,0-1-18 0,-7 2 30 0,-6-2-119 15,-2-2 60-15,0-1 3 0,-2-5 24 16,2-5 37-16,-2-2-27 0,0-2-9 0,0-2 13 15,2-4 169-15,2-3-79 0,4 0-33 16,-1 0 227-16,4-2-116 0,3 0-66 0,1 0 207 16,0 0-126-16,2 0-61 0,0 0-23 0,0 0-1 15,2 0 0-15,15 0-39 0,3 0 1 0,3 0 34 16,0-2 9-16,7 0-43 0,-2 2-1 0,0 0 29 16,0 0 0-16,0 0-28 0,-3 0 8 0,3 0-116 15,-2 0 55-15,-1 0-285 0,-7 0 166 16,1 2 65-16,-2 0 50 0,-2-1-261 15,0 1 138-15,-5-2 38 0,1 0 45 0,1 0-437 16,-3 0 226-16,2-2 125 0,0-9 59 0,2-6-389 0</inkml:trace>
  <inkml:trace contextRef="#ctx0" brushRef="#br0" timeOffset="71028.83">14572 6513 1229 0,'0'0'0'0,"0"0"0"0,0 0 0 0,0 0 0 0,1 0 0 0,1 2 130 0,0-1-53 0,2 5-22 15,2-2 0-15,1-1 184 0,1 2-103 0,1 0-44 16,3 1-200-16,-1-1 71 0,1 1 34 0,-2 0-459 16,0-3 247-16,1 0 132 0,0 0 54 0</inkml:trace>
  <inkml:trace contextRef="#ctx0" brushRef="#br0" timeOffset="71306.66">14793 6398 681 0,'4'-1'0'0,"0"-1"0"0,0-1 0 0,0 3 0 0,-3 0 0 0,-1 0 93 0,0 10-35 0,0 1 1 0,-3 7-26 0,-7 0 173 16,-3 3-86-16,-3 0-35 0,-2 3-75 0,-3-1 0 15,3-1 23-15,-3-2-144 16,2-1 72-16,1-6 44 0,-3 0-8 0,3 0-49 15,-2-6 42-15,3 0 22 0,3-1-23 0,4-5 123 16,0 3-64-16,3-4 0 0,3 2-80 0,3-2 192 16,-1 0-77-16,2 0-34 0,0 0 234 0,3 0-125 15,12 0-63-15,4 0 30 0,6 0-46 0,-2 0-15 16,6 0-9-16,1 0-60 0,0-2-1 0,0-2 39 16,-2 1 0-16,-5 0-226 0,2 2 108 0,-4-1 59 15,-5-1 30-15,-7 3-224 0,1 0 81 0,-4 0 77 16,-5 0-319-16,1 0-54 0</inkml:trace>
  <inkml:trace contextRef="#ctx0" brushRef="#br0" timeOffset="71472.67">14602 6766 951 0,'-2'4'0'0,"0"1"0"0,2-1 0 0,0 0 0 0,0 1 0 0,2-4 0 0,7 2 382 0,7 0-175 0,2-2-87 0,3 3-35 16,7 0 205-16,-2-2-129 0,1-1-64 0,-1 3-32 15,-4 0-154-15,1-2 69 0,-2 2 23 0,-3-1-1 16,-2 1-177-16,-5-1 104 0,-4-2-461 0,-1 1 290 16,-4-1 64-16</inkml:trace>
  <inkml:trace contextRef="#ctx0" brushRef="#br0" timeOffset="71647.23">14711 6691 783 0,'-4'4'0'0,"4"3"0"0,0 5 0 0,0 1 0 0,-2 1 0 0,2 6 0 0,0 2 358 0,-2 5-164 16,-2 2-80-16,-1 5-40 0,-4 7 233 0,-3-4-128 16,-3 9-78-16,-4-3-25 0,1 1-22 15,-1-3 0-15,2-7-188 0,-2 0 92 0,0-3 34 16,4-4 20-16,0-8-336 0,2-3 179 0,6-6 89 16,2-5 52-16,2-5-566 0</inkml:trace>
  <inkml:trace contextRef="#ctx0" brushRef="#br0" timeOffset="71813.8">14722 6986 1709 0,'5'2'0'0,"9"11"0"0,-1 2 0 0,-4 2 0 0,-1-2 0 0,0 4 0 0,1 5 0 0,0-1 0 0,3 1 590 0,0-1-279 0,2-2-131 16,2 3-16-16,2-4-66 0,0 1-32 0,1-3-226 15,0 0 96-15,-2-5 56 0,2-1 17 16,-1-3-608-16,3-6 316 0,4-3 158 15,-1 0 78-15</inkml:trace>
  <inkml:trace contextRef="#ctx0" brushRef="#br0" timeOffset="71980.35">15154 6676 1223 0,'4'-6'0'0,"8"4"0"0,4 2 0 0,3 0 0 0,-3-1 0 0,4-1 245 15,1-2-107-15,-3 1-44 0,3-2-35 0,-1 2 200 16,6-1-113-16,-1 0-57 0,-6 0-28 0,3 4-219 16,-3-3 92-16,-3 3 49 0,-4 0-585 0,-5 0 309 0</inkml:trace>
  <inkml:trace contextRef="#ctx0" brushRef="#br0" timeOffset="72153.89">15113 6907 788 0,'-12'6'0'0,"7"3"0"0,3-2 0 0,2-1 0 0,0-5 175 0,3-1-71 0,13 0-27 16,10 0-9-16,0 0 342 0,2 0-189 0,4 0-94 15,0-1-47-15,0-2 31 0,3-5-43 0,-8 2 0 16,1 2-387-16,-7 1 176 16,-2 1 96-16,-4 0-508 0,-3 1 277 0,-5 1 139 0,-2 0 69 0</inkml:trace>
  <inkml:trace contextRef="#ctx0" brushRef="#br0" timeOffset="72364.32">15315 6743 876 0,'-3'-2'0'0,"1"2"0"0,0 0 0 0,2 7 0 0,0 6 0 0,0 3 0 0,0 10 0 0,0 3 257 16,0 11-113-16,2 2-55 0,1 9-20 0,1 4 364 16,3 1-201-16,-4 2-99 0,3-2 215 0,-3-1-157 15,1-12-71-15,0 8 50 16,-1-15-68-16,-1-3-35 0,0-3 1 0,-2-9 5 15,0-2-11-15,0-4-9 0,-2-6-20 0,-9-3 27 16,-6-5-27-16,-7-1 0 0,-2 0 8 0,-4-8-98 16,-2-8 46-16,-7-4 21 0,2-1-558 0,0-1 280 15,5-5 99-15,-6-7-784 0</inkml:trace>
  <inkml:trace contextRef="#ctx0" brushRef="#br0" timeOffset="76190.62">5437 7989 1024 0,'0'0'0'0,"0"0"0"0,0 0 0 0,0 0 0 0,1 0 0 0,6 0 0 16,-2 0 94-16,0 6-30 0,2 3 93 0,3 2-66 0,3 0-29 15,-2 2-1-15,4 1 122 0,0 1-76 0,2 0-29 16,0-1-8-16,0 2-28 0,0-3-9 0,-1 0 0 16,0 0-1-16,-3-2-120 15,0 0 57-15,-1-3-324 0,-7 0 194 0,3-1 87 16,-5-1 51-16,1-1-272 0,-2-3 145 0,0 2 17 15,-2-4 55-15</inkml:trace>
  <inkml:trace contextRef="#ctx0" brushRef="#br0" timeOffset="76349.75">5746 7842 679 0,'2'-7'0'0,"0"5"0"0,2 0 0 0,-3 2 0 0,2 0 0 0,-3 0 0 0,0 5 442 0,0 16-205 0,0 7-102 0,-8 11-43 16,-11 17 361-16,-6 6-210 0,-7 18-26 0,0 5-92 15,-9 8-46-15,0 5-15 0,-1 1-260 16,1 1 114-16,4 0 57 0,1-3 29 0,10-4-271 16,7-17 157-16,6 3 68 0</inkml:trace>
  <inkml:trace contextRef="#ctx0" brushRef="#br0" timeOffset="77318.3">2797 8395 799 0,'-5'-8'0'0,"2"4"0"0,0 2 0 0,3 0 0 0,-2 0 0 0,1 0 105 16,-1 2-36-16,-1 0 78 0,1 0-49 0,1 14-36 16,-1 1-1-16,2 7 60 0,0 1-45 0,0 0-21 15,0-1 8-15,2 1 11 0,7-2-20 0,2-3-1 16,2-3-20-16,1-2-30 0,1-4 9 0,2-3 21 15,-3-4-1-15,2-2-67 16,-2 0 34-16,0 0-12 0,-1-9 32 0,-1-8-15 16,-3-6 28-16,-1 0-99 0,-5-3 43 0,-1 0 4 15,-2 3 3-15,0-5-44 0,-2 11 33 0,-6-2 5 16,-4 6 0-16,-4 2 14 0,2 8 5 0,-4 0-4 16,-4 3 38-16,0 8-1 0,1 10-32 0,0 2 2 15,2 0-1-15,0 5 2 0,7-7-1 0,3 0-86 16,6-8 43-16,0 3 1 0,3-4 44 0,0-4-479 15</inkml:trace>
  <inkml:trace contextRef="#ctx0" brushRef="#br0" timeOffset="77957.73">2170 5384 616 0,'-10'0'0'0,"7"0"0"0,1 0 0 0,2 0 0 0,0 3 0 0,0-1 0 0,0 4 143 0,5-2-55 0,11 2-29 16,5-1 1-16,1-2 100 0,8-2-68 0,3-1-29 16,1 0 10-16,2 0-1 0,-2 0-39 0,-7 0-42 15,5 0 17-15,-10-1 0 0,0 1 25 0,0 0-65 16,-8 0 32-16,-2 0 9 0,2 0 23 0,-6 5-71 16,-5 4 23-16,-1 6-1 0,-2 4 6 0,0 4 11 15,-10 4-13-15,-14 10 22 0,2-1 27 0,-5 0 1 16,-4 0-34-16,5-2 37 15,-9 7 0-15,3-7-30 0,-1-2 6 0,9-6 61 16,-3 1-28-16,6-7 5 0,5-1-25 0,1-4 78 16,8-3-35-16,-1-5-22 0,5-3 13 0,3 0 5 15,0-3-9-15,0 2-26 0,1-3-42 0,11 0 1 16,4 0 41-16,4 0 33 0,9-3-33 0,-1-2 0 16,1-5-1-16,1 3-97 0,-3-3 45 0,-3 5 27 15,0-2-8-15,-4 1-230 0,-1 2 120 16,-4 0 59-16,-1 3 11 0,-6 1-352 15,0 0 181-15,0 0 86 0,-6 0-106 0,1 0 99 16,-1 5 42-16</inkml:trace>
  <inkml:trace contextRef="#ctx0" brushRef="#br0" timeOffset="78123.8">2132 5643 1156 0,'-21'-2'0'0,"15"1"0"0,6 1 0 0,0 0 0 0,0 0 0 0,0 0 0 0,7 0 463 0,8 0-215 0,5 0-108 16,6 0 128-16,4 0-109 0,8 1-68 0,3 1-125 16,5 0 34-16,-1 0-1 0,1 1 34 0,-8 1-524 15,11 2 257-15,-6 2 134 0,0 1-684 16</inkml:trace>
  <inkml:trace contextRef="#ctx0" brushRef="#br0" timeOffset="79270.06">15832 6824 1012 0,'0'0'0'0,"0"0"0"0,0 0 0 0,0 0 0 0,0 0 0 0,0 0 0 0,0-1 0 0,0 1 114 0,2 0-45 0,3 0 267 16,5 0-151-16,1 0-77 15,0 1-37-15,1 6 151 0,3 1-98 0,-2 4-46 16,0-1-23-16,0 2-1 0,1 0-21 0,-4 0 8 16,2 0-57-16,-3 2 25 0,1-3-1 0,-5 1-249 15,1-2 137-15,-2-1 76 0,-2-1 27 0,0-2-494 16,-1-1 243-16,1 0 65 0,-2-5 78 0,2-1-344 16</inkml:trace>
  <inkml:trace contextRef="#ctx0" brushRef="#br0" timeOffset="79519">16179 6668 1526 0,'2'-5'0'0,"0"0"0"0,-2 3 0 0,0-1 0 0,0 3 0 0,0 0 0 0,0 0 0 16,0 0 0-16,0 0 253 0,0 8-110 0,0 9 115 0,-2 7-113 0,-3 5-48 16,-6 13-36-16,-5 6 234 0,-2 10-131 0,-3 2-65 15,0 4-34-15,3-6 50 0,-7 17-46 0,6-11 1 16,3 0-38-16,-2-4-27 15,6-9 27-15,-6 1 9 0,4-1-148 0,0-4 70 16,-1-4 34-16,5-9-98 0,-2-3 67 0,3-6 41 16,1-4-8-16,0-6-377 0,4-7 183 0,-1-3 52 15,3-1 60-15,0-4-292 0,0 0 175 0,2-4 84 16,0-12 41-16,2-4-329 0,7-2 185 0,7-5 85 16</inkml:trace>
  <inkml:trace contextRef="#ctx0" brushRef="#br0" timeOffset="79898.98">16439 6821 802 0,'2'-8'0'0,"0"6"0"0,-1 1 0 0,-1 1 0 0,0 0 0 0,-7 5 0 0,-5 11 486 16,0 2-227-16,2 5-113 0,-1 2-57 0,3 5 257 15,3 0-148-15,3 1-87 0,2-1 111 0,0-2-95 16,9-3-47-16,8-3-25 15,2-5-14-15,5 0-8 0,3-6-1 0,1-6-34 16,2-1 0-16,-2-4 34 0,-4 0 9 0,4-1-139 16,-3-12 65-16,-4-5 33 0,0-2 0 0,-3-4-137 15,-4 1 46-15,-2-7 48 0,-4 2-96 0,-3-2 63 16,-3-2 9-16,1-4-31 0,-3-2 20 0,0-10 8 16,0-1 29-16,0-2-25 0,-7-2 1 15,0 3 32-15,0 10-8 0,-2 3-53 0,-5 5 31 16,3 13 0-16,-4 3 30 0,-2 6 115 15,-4 8-66-15,-3 2-20 0,-1 6 127 0,1 13-75 16,0 5-26-16,-1 2 56 0,2 4-37 0,1 2-24 16,3-2 8-16,0 2-75 0,6-2 35 0,2-2-1 15,5-5 47-15,6 1-89 0,0-2 33 0,0 3 1 16,8-5 7-16,5 1-301 0,3-4 122 0,4 4 88 16,1-2-351-16</inkml:trace>
  <inkml:trace contextRef="#ctx0" brushRef="#br0" timeOffset="80365.89">17007 6674 1598 0,'-18'-4'0'0,"6"1"0"0,8 3 0 0,3 0 0 0,-1 0 0 0,2 0 0 0,0 0 228 0,0 0-89 0,9-2-57 0,8 0 225 16,8-2-137-16,-2-2-68 0,4-1-35 0,-4 3 55 15,9 0-49-15,-6-3 0 0,-3 3-1 0,-1 2-39 16,1-2 0-16,-4 3-38 0,-5 1 15 0,-2 0 0 16,-1 0 23-16,-4 0-72 0,1 0 36 0,-7 7 8 15,2 4 28-15,-3 3-49 0,0 2 14 0,-4 7-1 16,-7 1-18-16,-6 2 18 15,0 4-10-15,-2 3-1 0,-5 4-119 0,1 1 66 16,-1-1 24-16,1-2-154 0,-5 7 92 0,-1-6 44 16,8-9 10-16,-4 1-21 0,4-8 16 0,6-4-9 15,4-7 32-15,1-2 185 0,5-2-93 0,2-3-45 16,1-2-24-16,2 0 299 0,0 0-148 0,7 0-52 16,7 0 60-16,4-3-38 0,5-3-44 0,-4 3 103 15,10-1-72-15,-3 1-33 0,1-1 0 16,1 1-112-16,-2 1 40 0,-3 1 8 15,1 1 31-15,-3 0-313 0,-2 0 156 0,-5 0 67 16,-3 0 43-16,1 0-587 0,-6 0 290 0,-1 0 130 16,-3 0-144-16,0 0 147 0,-2 0 72 0,0 0-352 15,-2-2 217-15</inkml:trace>
  <inkml:trace contextRef="#ctx0" brushRef="#br0" timeOffset="80527.95">17005 6847 780 0,'-12'0'0'0,"2"0"0"0,4 0 0 0,4 0 0 0,0 0 0 0,2 0 433 16,0 4-192-16,0-2-108 0,8 1-50 0,9 3 431 16,6 0-240-16,-1-2-120 0,2-1-53 0,6 3 145 15,2-1-106-15,-2-1-54 0,2 3-359 0,0-1 153 16,-2 0 85-16,2-1-301 0,-2 1 184 0,0-4 93 16,2 0 45-16,0-2-787 0</inkml:trace>
  <inkml:trace contextRef="#ctx0" brushRef="#br0" timeOffset="80710.61">17588 6479 1622 0,'0'-17'0'0,"0"14"0"0,7-2 0 0,5-2 0 0,1-1 0 0,2 1 0 0,0 1 236 0,2 1-93 0,1 1 58 15,5 2-85-15,2 0-41 0,-7 2-21 16,5 0-143-16,-2 0 68 0,-1 5 24 15,-1 5-1-15,0 0-437 0,-5-1 234 0,0 3 117 16,-3-1 66-16,-2-2-595 0</inkml:trace>
  <inkml:trace contextRef="#ctx0" brushRef="#br0" timeOffset="81011.35">17875 6447 1342 0,'-11'-8'0'0,"-2"3"0"0,1 3 0 0,1 2 0 0,0 0 0 0,-2 0 0 0,0 6 0 0,-1 5 0 0,3 2 0 0,2 0 211 0,-1 2-81 0,1 2 106 15,-2-1-102-15,1 4-51 0,1 0-24 0,-2 1-40 16,-3 2 14-16,3-3 0 0,-4 0-1 0,0 1-153 16,-2 0 76-16,-1-4 47 0,-3 4-8 0,0-7-179 15,5-2 109-15,-4 1 54 0,4-4-131 0,4 1 75 16,-1-3-9-16,4-1 163 0,3 0-62 0,2 0 0 16,1-3-60-16,3 5 125 0,0-3-41 0,0 4-29 15,0 3 8-15,3 0 220 0,4 2-88 0,0 1-63 16,0 3 11-16,-1 3-5 15,-1-1-29-15,1 5-1 0,-2 0-159 0,-2-2 73 16,2 5 24-16,-3-4-320 0,1-3 162 0,0-2 86 16,0 0 21-16,0-10-375 0,1 0 190 0,1-2 102 15,0-6 50-15,0-1-134 0,-2 0 92 0</inkml:trace>
  <inkml:trace contextRef="#ctx0" brushRef="#br0" timeOffset="81293.61">17503 6762 417 0,'-6'-16'0'0,"3"4"0"0,3 5 0 0,0 1 0 0,0 0 0 0,7-1 0 0,14-1 453 0,4 1-210 16,3 2-105-16,7-1 229 0,3 0-159 0,6 2-92 0,2 2 93 15,-3 0-88-15,1 2-44 0,-9 0-22 0,4 0-51 16,-1 0-8-16,-4 0 37 0,-2 0 0 0,0 0-43 16,-6 2 22-16,-4-2 7 0,-1 0-8 0,-4 0 0 15,-3 0 22-15,-5 2-1 0,-2-2 35 16,-4 2 7-16,2 0-69 0,-3 0 181 15,0 2-77-15,-2 2-38 0,0 1 1 0,0 2 132 16,0 4-89-16,0 3-41 0,0 2-21 0,2 6-9 16,-1 1-12-16,1-2 9 0,0 7-8 0,0 0-80 15,0 0 39-15,1 2-348 0,-1 1 202 0,0-1 78 16,0 0 52-16,0-2-583 0,-2-1 264 0,0-6 155 16,0-1 70-16,-4-2-385 0,-3-1 236 0,-4-2 117 15,-3-6 58-15</inkml:trace>
  <inkml:trace contextRef="#ctx0" brushRef="#br0" timeOffset="81494.09">17717 6663 1130 0,'0'-5'0'15,"0"3"0"-15,0 2 0 0,0 0 0 0,0 9 0 0,0 5 0 0,0 7 502 0,0 6-235 0,0 3-117 16,0 3-51-16,0 3 262 0,0 2-164 0,0-1-82 15,0 3-42-15,0-3-134 0,0-1 55 0,0-2 16 16,2-2-391-16,0-4 207 0,2-7 104 16,0-1 51-16,1-5-241 0,1-4 142 0,-1-3 74 0,3-6-653 15,-2-2 332-15</inkml:trace>
  <inkml:trace contextRef="#ctx0" brushRef="#br0" timeOffset="81651.67">17879 6706 1131 0,'8'-2'0'0,"1"2"0"0,0 0 0 0,-1 11 0 0,-1 3 0 0,-1 3 0 0,1 5 0 0,0 2 463 16,-2 1-207-16,0 9-116 0,-3-4-53 0,0 0 90 15,0 2-72-15,-2 0-130 0,0-4 37 0,0 4-8 16,0-9 28-16,0-1-451 0,0-3 226 0,0-3 113 16,-4-4 64-16,-3-5-621 0</inkml:trace>
  <inkml:trace contextRef="#ctx0" brushRef="#br0" timeOffset="81803.25">17757 6883 389 0,'-4'-13'0'0,"0"5"0"0,4 2 0 0,0 3 0 0,0-1 0 0,0 2 493 0,0 0-234 0,5 0-114 16,11 0-55-16,3 2 272 0,-1 0-164 0,5 0-75 16,-2 0-11-16,-1 0-39 0,1 0-1 0,-2 4-202 15,-2 4 81-15,-4 1 50 0,0 1-9 16,-4 3-541-16</inkml:trace>
  <inkml:trace contextRef="#ctx0" brushRef="#br0" timeOffset="81953.86">17832 6997 1310 0,'-11'0'0'0,"5"0"0"0,0 0 0 0,4 0 0 0,-1 0 0 0,1 0 0 0,2 0 0 0,0-1 0 0,2-2 0 0,7 3 329 0,4 0-148 0,0 0-116 0,3 0-32 0,-2 0 0 16,2 0 0-16,-2 0-218 15,0 4 109-15,-5 3 63 0,2 3 18 0,-7-3-535 16</inkml:trace>
  <inkml:trace contextRef="#ctx0" brushRef="#br0" timeOffset="82083.5">17775 7151 840 0,'-12'0'0'0,"2"2"0"0,4 2 0 0,3-2 0 0,1-2 0 0,2 0 0 0,0 2 0 0,0-2 298 0,5 0-136 0,11 0-65 16,2 0 105-16,3 0-84 15,5 0-43-15,-1 0-13 0,7-4-319 0,-2-2 144 16,0-2 74-16</inkml:trace>
  <inkml:trace contextRef="#ctx0" brushRef="#br0" timeOffset="82416.89">18248 6779 852 0,'10'-23'0'0,"0"0"0"0,1 5 0 0,6-4 0 0,-2 1 0 0,0 1 313 0,0 6-139 0,4-1-72 15,2 6-26-15,0 4 125 0,-1 3-84 0,-1 2-42 16,-3 3 123-16,1 14-83 0,-6 2-32 0,-1 9-38 16,-6 0-13-16,-2 4 1 0,-2 4 0 0,-4-2-152 15,-11 1 83-15,-3-1 31 0,-3 0 0 0,0-2-245 16,-4-4 142-16,3-5 70 0,3-10-20 0,-2-2-161 16,5-5 51-16,-2-6 73 0,4 0-12 0,0-6-148 15,3-12 103-15,2-10-15 16,4-1 67-16,0-1 34 0,3-2-1 0,2 0 179 15,0 8-81-15,0-1-28 0,0 2 1 0,2 7 440 16,6 2-238-16,1 5-119 0,2 6-17 0,5 1 498 16,-2 2-268-16,7 0-134 0,2 12 100 0,-1 8-117 15,-1 2-50-15,0 1-37 0,-1 3 131 0,-1 1-81 16,0-3-39-16,-1 2-386 0,0-7 181 0,2 4 79 16,-1-11 42-16,0 2-629 0,-3-5 335 0,4-4 95 15,-4-3 107-15</inkml:trace>
  <inkml:trace contextRef="#ctx0" brushRef="#br0" timeOffset="82567.23">18636 6714 1259 0,'-11'-12'0'0,"4"1"0"0,4 4 0 0,3 1 0 0,0-2 0 0,0 1 0 0,3 2 0 0,9-1 0 0,5 0 276 0,2 2-126 0,4 2 118 16,-1 0-117-16,4 2-60 0,-5 0-28 0,3 0-306 15,-1 0 134-15,-3 0 71 16,1 0 35-16,-3 0-500 0,-7 0 268 0,-2 2 142 15,-6-2 59-15</inkml:trace>
  <inkml:trace contextRef="#ctx0" brushRef="#br0" timeOffset="82819.89">18784 6462 543 0,'-7'-24'0'0,"-3"-1"0"0,1 10 0 0,3 6 0 0,-1-3 0 0,3 6 0 0,2 3 287 0,2 3-127 0,0 0-64 0,0 13-31 15,8 10 316-15,1 5-178 0,4 12-85 0,-1 1 103 0,-1 3-93 16,-4 6-48-16,1 1 141 15,-2-1-98-15,-1 1-45 0,-1-3-23 0,-3-4-127 16,1-1 52-16,-2-8 35 0,0 3-8 0,0-4-199 16,-7-6 113-16,-2-5 56 0,-3-4-182 0,-1-6 88 15,-2-6 64-15,-2-5-76 0,0-2 58 0,-1 0-26 16,1-8 32-16,0-6 59 0,0-4-27 0,4 0 0 16,1 1 0-16,3-2 69 0,2 3-34 0,3-4-9 15,4 5-26-15,0-1 109 0,0 0-50 0,2 1-5 16,7 0-261-16,8-1 108 15,3-1 58-15,3-1-461 0</inkml:trace>
  <inkml:trace contextRef="#ctx0" brushRef="#br0" timeOffset="82960.5">19287 6353 702 0,'2'-10'0'0,"0"5"0"0,-2 0 0 0,0-1 0 0,0 0 0 0,-7 2 0 0,-4 3 439 0,-3 1-194 0,-2 0-111 15,-2 1-51-15,-2 13-131 0,1 4 40 0,0 1 0 16,1 5-523-16,-3 1 262 0</inkml:trace>
  <inkml:trace contextRef="#ctx0" brushRef="#br0" timeOffset="83110.11">18929 6667 1553 0,'0'5'0'0,"0"1"0"0,0-2 0 0,9-4 0 0,2 0 0 0,3 0 0 0,6-6 0 0,3-3 0 0,5 0 225 0,0-2-96 0,4 2-40 0,0-2 55 15,-2 2-56-15,-3 1-27 0,-1 1 0 0,0 1-108 16,-4 5 48-16,3-4-8 0,-2 4 40 0,-7-1-403 16,-2 2 202-16,-3 0 100 0,-6 0-557 0,-3 0 309 15</inkml:trace>
  <inkml:trace contextRef="#ctx0" brushRef="#br0" timeOffset="83291.62">19207 6413 1084 0,'-17'-2'0'0,"4"1"0"0,5 1 0 0,1 5 0 0,3 11 0 0,0 6 0 0,4 6 218 0,0 13-93 16,0-1-38-16,2 12 488 0,2 1-271 0,-1 1-136 16,-1 0-68-16,0 2 145 0,0-12-99 0,1 13-60 15,-3-12-27-15,0-1-5 0,0-7 1 0,0-2-23 16,0-7-374-16,0-3 183 0,0-7 96 0,0-7-579 16,0-4 338-16,-3-7 168 0,1 0-16 15,0-10-469-15,2-16 294 0</inkml:trace>
  <inkml:trace contextRef="#ctx0" brushRef="#br0" timeOffset="83908.81">19145 6756 1127 0,'-8'-8'0'0,"1"6"0"0,-1 2 0 0,-1 7 0 0,-4 10 0 0,-4 3 0 0,0 5 167 0,-4 3-67 16,3 2-33-16,-3 3 144 0,3 0-93 0,-2-4-43 0,3 2-21 0,4-5-46 16,6-7 0-16,2-4 33 0,0-2-311 15,5-5 151-15,0-4 76 0,0-4-363 16,6 0 216-16,9-12 116 0,4-8-40 0,-3 1-195 15,5-2 136-15,0 0 71 0,-1 1 34 0,0 5 138 16,2-5-47-16,-3 8-28 0,0 1 0 0,-1 1 81 16,-1 1-54-16,-2 3-36 0,0 1 187 0,-2 1-77 15,3-2-60-15,-4 3 101 0,0-2-63 0,3 2 14 16,0-3-35-16,2-1-230 0,4-3 99 0,1-3 59 16,2-3 22-16,1-5-266 0,-2-2 131 15,1-5 38-15,3-6 40 0,-6 0-21 16,-1-1 75-16,-4 0 0 0,1-5 0 0,-4 6 0 15,-1-1 0-15,-5 8 72 0,-5 6-47 0,0 6-37 16,-2 0 8-16,0 9 402 0,-11 5-196 0,-3 1-61 16,1 0-61-16,-2 11 230 0,0 6-143 0,-2 2-67 15,6-2-33-15,0 3 52 0,1-1-43 0,5-2-14 16,3-2-12-16,2-4-18 0,0-1 1 16,0-1-55-16,4-3 28 0,7-5 8 15,4-1 18-15,2 0-88 0,-2 0 45 0,4-4 21 16,-3-5 1-16,-2 1-145 0,-1 1 73 0,-8 2 11 15,1-1 28-15,-2 2-102 0,-2 3 57 0,-2-1 9 16,0 2 4-16,-10 0 66 0,-6 11-32 0,-2 8-24 16,4 2 167-16,-2 5-74 0,4 3-30 0,1 3 362 15,2 6-185-15,6 3-74 0,1-5-48 0,2 3 285 16,0-1-163-16,0-1-82 0,0 0-41 0,0-1 65 16,4-1-45-16,-1-4-34 0,1-1 0 0,-1-7-111 15,-2 1 42-15,1-5-72 16,-2-6 66-16,0 1 20 0,0-5 0 0,-8-2-236 15,-5-2 132-15,-2-2 24 16,-2-3 51-16,-2 0-309 0,1 0 154 0,-7-11 56 0,6-7 45 0,-1-7-105 16,3-4 67-16,4-1 47 0,1-2-63 0,3 2 50 15,4 8 25-15,-1-3 1 0,5 7 18 0,1 1 6 16,0 7 0-16,0 1 17 0,0 1-17 0,1 4 0 16,5 3-8-16,5 1-213 15,2 0 111-15</inkml:trace>
  <inkml:trace contextRef="#ctx0" brushRef="#br0" timeOffset="84042.45">19686 6811 2858 0,'22'0'0'0,"5"12"0"0,-7-1 0 0,-5-2 0 0,-2 2 0 0,-3 5 0 0,-1-1 0 0,-1 1 0 0,-1 1 0 0,-1 1 397 0,-4 2-182 0,0-4-147 16,-2 2 9-16,0-4-45 0,0-2 1 0,0-3-403 15,0-1 202-15</inkml:trace>
  <inkml:trace contextRef="#ctx0" brushRef="#br0" timeOffset="85125.69">20758 6389 499 0,'4'0'0'0,"-2"0"0"0,-1 0 0 0,3-4 0 0,3-2 0 0,-4-2 49 0,3 0 6 0,-1-6 185 16,2-2-104-16,3-1-51 0,-2-3-26 0,1 0 84 15,-2 0-46-15,1-3-37 0,0 2 0 0,-3-1 10 16,-1 2-37-16,-2-1 0 0,-1 0 8 0,1 0-22 16,-2 2 13-16,0 2 1 15,0 2-26-15,-3 2 0 0,-5 4 34 0,-3 0 18 16,-2 2-27-16,-2 6 1 0,-4-1 0 0,1 2-7 15,-3 3 15-15,-2 13-20 0,2 3 10 0,5 1 70 16,0 1-34-16,5 1 0 0,6 1-26 0,1 8 90 16,4-4-49-16,0 1-24 0,2 6 96 0,7 0-52 15,5 9-39-15,-2-2 16 0,1 4-24 0,-1 5 1 16,-5-1-23-16,2-7 0 16,0 12 0-16,-4-8 0 0,-1 1-1 0,-1-6-38 15,-1-4-1-15,0-1 48 0,-2-1-8 0,0-6-52 16,0-3 25-16,0-6 1 0,-5-3-66 0,-1-5 36 15,-4 0 5-15,-1-7-1 0,-2 1-35 0,-2-4 18 16,-1 0 22-16,-2-2-252 0,2 0 117 0,0 0 66 16,4-2 14-16,1-6-366 0,8-1 201 0,3-6 92 15,0-6 59-15,9-1-418 0,17-8 233 16</inkml:trace>
  <inkml:trace contextRef="#ctx0" brushRef="#br0" timeOffset="85391.98">21220 6223 832 0,'11'-33'0'0,"-3"3"0"0,0 1 0 0,-6 8 0 0,-1-1 0 0,-1-2 0 0,0 7 124 0,-1 3-46 0,-9 3-23 0,0 6 111 15,-4 1-71-15,-2 4-31 0,-2 0 0 0,-3 12 149 16,-2 6-90-16,3 7-37 0,1 3-31 16,5 2 125-16,4 0-73 0,4 4-38 15,6-1 141-15,0 3-80 0,0 0-53 0,2 0 110 16,7 1-77-16,1-1-38 0,-1 1-1 0,0 1 31 15,0 1-39-15,-4-3-1 0,-3 1-29 0,0-3 33 16,-2 0-33-16,0-5 8 0,0 4-9 0,-4-6-94 16,-5-2 48-16,-5-3 23 0,0 0-205 0,0-5 123 15,-7 3 26-15,3-2-555 0,-1-2 268 16,0 3 154-16,0 1 60 0,5-4-571 0,-7 6 333 16</inkml:trace>
  <inkml:trace contextRef="#ctx0" brushRef="#br0" timeOffset="85592.51">20781 7086 1261 0,'-2'0'0'0,"0"0"0"0,1 0 0 0,-1 0 0 0,-1 0 0 0,3 0 0 0,0 0 281 16,0 0-125-16,8 0 378 0,10-1-243 0,7 0-133 0,1-1-62 0,5-2 295 16,0 2-179-16,1 0-89 15,0 0-37-15,-2 1-25 0,0-2 1 0,-1 2-29 16,-1 1 0-16,-2-2-153 0,-4 1 84 0,1 1 31 15,-6-3-567-15,-4 3 303 0,-4 0 151 0,-2 0 75 16,-6 0-794-16,-1 0 407 0,0 0 198 0</inkml:trace>
  <inkml:trace contextRef="#ctx0" brushRef="#br0" timeOffset="85908.66">20827 7076 864 0,'-14'0'0'0,"5"0"0"0,2 0 0 0,6 0 0 0,-1 0 0 0,2 0 0 0,0 0 417 15,0 0-192-15,3 6-96 0,11 1-49 0,1 3 333 16,2 1-182-16,-1 3-103 0,4-2-47 0,-4 3 68 16,1 2-58-16,-4-2-29 0,1 0-47 0,-5-2-8 15,-4 2 25-15,0 0-166 0,-3 1 84 0,-2-3 41 16,-2 2 29-16,-12-2-135 16,0-3 74-16,-6 0 34 0,-4 1-1 0,6-4-18 15,-5 2 1-15,0-3-13 0,5-1 125 0,-1-1-63 16,3-3-1-16,9 1-41 0,-2 2 334 0,5-4-130 15,1 0-84-15,3 1 162 0,0 2-116 0,1 3-49 16,14-2-38-16,8 1 251 0,5 2-312 0,4-1 0 16,9 2 0-16,-7-5 0 0,13 3 0 0,-6-4 0 15,0 0 0-15,1 0 0 0,-1-2 0 0,-6 0 0 16,1 0 0-16,-1 0 0 0,-3 0 0 16,-4 0-920-16,-6 0 522 0,0 2 160 15,-1-2 107-15</inkml:trace>
  <inkml:trace contextRef="#ctx0" brushRef="#br0" timeOffset="86810.15">21645 6276 690 0,'-16'-15'0'0,"6"4"0"0,4 6 0 0,2-1 0 0,1 2 24 0,3 2 325 0,0-2-158 16,0 2 143-16,2 0-151 0,10 2-66 0,6 0-47 0,4 0 0 15,2 8 74-15,-1 5-56 0,2 0-27 0,-7 2 8 16,6 4-42-16,-4-1 6 0,-10 0-1 0,3 2 1 15,-3 1-37-15,-6 0 7 0,-2-1 30 0,-2 1-80 16,-2 3 40-16,-15-5 0 0,-3 0 40 0,-5-2-109 16,-3-5 48-16,-2 3-1 15,0-7 23-15,-1 0-115 0,0-2 59 0,0-3 16 0,1-1 1 16,2-2-123-16,9 0 73 0,1 0 26 16,2-8-67-16,9-3 42 0,5-3 34 0,2-3-200 15,4-4 114-15,15 0 56 0,13-2 29 16,-2 4-8-16,13-8-242 0</inkml:trace>
  <inkml:trace contextRef="#ctx0" brushRef="#br0" timeOffset="86995.66">22001 6143 1724 0,'18'-12'0'0,"-11"4"0"0,0 7 0 0,-2 0 0 0,-3 1 0 0,-2 0 0 0,-2 0 0 0,-12 2 0 0,-2 10 0 0,-3 5 283 0,-2 3-126 0,-1 5 332 15,-1-1-233-15,2 5-111 0,3-1 85 0,2-2-98 0,7 1-50 16,4-5-16-16,3 8-9 0,2-6 94 0,2 3-59 15,10-1-30-15,8-2 107 0,0 1-397 0,6-2 180 16,0-3 40-16,6-1 1 0,0-4-445 0,0-1 243 16,0-2 129-16,2-3-668 0,-4-3 341 0,2 0 188 0,-4-1-444 15,0-3 316-15</inkml:trace>
  <inkml:trace contextRef="#ctx0" brushRef="#br0" timeOffset="87574.17">22502 6453 809 0,'0'0'0'0,"0"0"0"0,0 0 0 0,0-3 0 0,0-2 127 0,0-2-47 0,0-3-23 0,0-3 110 0,-2 0-66 0,0-1-26 16,-3-3-9-16,2 3-25 0,-1-3-8 0,-1 2 0 0,-3 0-1 15,0 0 9-15,-3 2-20 0,0 4 12 16,-2 2-1-16,-2 0 19 16,-4 7-19-16,1 0 56 15,-7 4-32-15,2 13 0 0,0 7-23 0,0 10 0 16,2 4 120-16,7-3-52 0,1 13-38 0,8-7 0 0,3 2 86 0,2-9-57 15,0 3-30-15,4-4 8 0,7-2-13 0,4-5-25 0,3-5 1 16,0-6-24-16,1-4-28 0,1-3 35 16,1-6-9-16,0-2-169 0,3-2 97 0,-3-11 49 15,-1-8 25-15,-1-5-268 16,-2-5 131-16,-4-2 32 0,4-9-131 0,-6-1 89 16,1-1 53-16,1-8 17 0,-2-2-32 0,0-8 33 15,2 0 1-15,1-3-69 0,0-7 52 0,2-1 16 16,-2 2-37-16,-1 5 35 0,-3 19 0 15,-4 11 37-15,-4 11-1 0,-1 9 237 0,1 3-115 16,-2 7 323-16,0 6-214 0,0 9-90 0,-7 17-60 0,-7 14 10 16,3 3 426-16,-1 10-226 0,-4 8-112 0,5 2 110 15,1-6-103-15,-1 16-64 0,0-10-28 16,4 1 258-16,-1 0-32 0,0-4-287 16,3-6 0-16,0 2 0 0,3-1 0 0,-3-6 0 0,5-2-275 15,0-11 170-15,0-6 78 0,0-4 25 0,5-6-715 16,6-6 320-16,8-9 198 0,3-5 9 0,6 0-223 15,2-7 194-15,7-14 93 0</inkml:trace>
  <inkml:trace contextRef="#ctx0" brushRef="#br0" timeOffset="87866.52">23040 6370 1416 0,'4'-28'0'0,"-2"4"0"0,-1 2 0 0,1 2 0 0,-2 0 0 0,0 3 0 0,-3 1 0 0,-8 5 0 0,0 3 0 0,-5 7 218 16,-3 1-94-16,-6 0 122 0,-2 6-107 0,-1 10-45 15,2 5-35-15,1 1 140 0,5 3-83 0,3-1-42 16,7 2-20-16,7-1 136 0,3 9-82 0,0-5-38 16,2-1 0-16,14-1 4 15,3 0-20-15,4-1 8 0,2-3 24 0,2-1-26 0,1-2 0 16,-3-1-84-16,-1-2 28 0,-7 1 9 16,-2-2 19-16,-2 3-98 0,-8-2 50 0,-3-2 24 15,-2 1 0-15,0-1-88 0,-7-1 47 0,-13-1 0 16,-5-1 21-16,-3-3-7 0,-2-2 0 15,-2-3-82-15,2-1 48 0,0-3 13 0,2 0-1 16,1 0 19-16,5 0-403 0,3-1 187 0,4-10 107 0,6-6-450 16,7-2 274-16,2-5 137 0</inkml:trace>
  <inkml:trace contextRef="#ctx0" brushRef="#br0" timeOffset="88007.37">23219 6395 1232 0,'13'0'0'0,"2"0"0"0,3 9 0 0,0-6 0 0,-6 1 0 0,0-2 0 0,-1 0 500 16,5 0-234-16,0-1-108 0,3 2 62 16,4-3-94-16,1 0-46 0,-3 1-295 0,1-1 124 15,0 2 70-15,-1 2-616 0,0 0 328 16,-4-1 165-16,-2 3 81 0,0 2 42 0</inkml:trace>
  <inkml:trace contextRef="#ctx0" brushRef="#br0" timeOffset="88137.53">23412 6584 1372 0,'-34'12'0'0,"4"2"0"0,14-1 0 0,-1-1 0 0,7-7 0 0,5 2 0 0,0-2 0 0,5-1 190 0,5-2-78 0,15-1-40 0,6-1 201 0,6 0-120 0,0 0-51 15,2 0-435-15,1 0 183 16,-1 0 92-16,1 2 45 0,0 2-283 0,1 1 173 0</inkml:trace>
  <inkml:trace contextRef="#ctx0" brushRef="#br0" timeOffset="88438.1">23863 6532 1361 0,'0'0'0'0,"0"3"0"0,0 7 0 0,0-1 0 0,0 2 0 0,4 4 0 0,5 4 0 0,5 2 433 0,0 4-192 16,5-3-108-16,1 2 342 0,5 0-221 15,1 1-111-15,3-3 0 0,0-2-60 0,4-6-24 16,2 0-3-16,-1-7-52 0,1-3 0 0,2-4-167 15,-3 0 94-15,-4-3 51 0,-4-8-235 0,-2-1 143 16,-5-8 71-16,-8 2 44 0,1-8-37 0,-7-3-239 0,-3-3 94 0,-2-3 73 16,-2-9 35-16,-12 2-8 0,-6-1-124 15,-8-1 85-15,-5 6 41 0,-9 6-12 16,-5 8 27-16,-2 9-9 0,2 10 169 16,0 5-66-16,4 0-34 0,11 9 1 0,-1 11 157 0,6 5-103 15,8 4-40-15,4 4-24 0,4 10 71 0,7 0-37 16,4 0 16-16,0-3-587 0,2 11 273 15</inkml:trace>
  <inkml:trace contextRef="#ctx0" brushRef="#br0" timeOffset="89873.26">7664 7954 951 0,'-6'0'0'0,"3"0"0"0,0 0 0 0,3 0 0 0,-2 0 0 0,2 0 0 0,0 0 0 0,0 0 82 0,0 0-25 0,0 0 153 15,0 3-88-15,6 2-45 0,5 5-14 0,2-2 177 16,0 2-104-16,1 1-52 0,1 1-25 0,0-1 43 15,3 3-26-15,-5-1-8 0,1 2-63 0,-1 2 28 16,-2 1-1-16,3 5-59 0,-7-2-105 0,0 5 78 16,0-4 43-16,-1-1-431 0,-3 0 206 15,0-5 123-15,1-2 13 0,0-3-440 0</inkml:trace>
  <inkml:trace contextRef="#ctx0" brushRef="#br0" timeOffset="90120.7">8016 7767 526 0,'4'-8'0'0,"1"6"0"0,-2 1 0 0,-1 1 0 0,2 0 249 0,-4 0-107 0,0 0 279 15,0 9-198-15,0 8-87 0,0 8-55 0,0 4 329 16,-8 12-188-16,-2 3-87 16,-5 15-55-16,-5 0 181 0,2 6-114 0,-3 5-57 15,1-2-29-15,4-6 38 0,-5 13-38 0,4-7 1 16,0-4-51-16,0-3 22 0,3-8 0 0,-2-1-132 15,2 0 62-15,1-9 35 0,4-8-1 0,-1-3-239 16,4-7 136-16,4-4 25 0,-1-9 46 0,0-2-475 16,3-4 239-16,0-4 118 0,0-2 61 15,3 0-430-15,11-18 248 0</inkml:trace>
  <inkml:trace contextRef="#ctx0" brushRef="#br0" timeOffset="90330.93">8460 7833 1622 0,'-8'0'0'0,"3"0"0"0,5 0 0 0,0 0 0 0,0 0 0 0,0 2 0 0,0-2 0 0,0 1 0 0,0 3 360 15,0-2-164-15,0 5-74 0,0-4-61 0,3 2 0 16,4 1-28-16,-1 2-295 0,0-2 147 0,1 0 82 15,-3 3 29-15,6-4-553 0,-6 0 292 0</inkml:trace>
  <inkml:trace contextRef="#ctx0" brushRef="#br0" timeOffset="90605.67">8599 7753 1154 0,'5'1'0'0,"2"4"0"0,-4 3 0 0,0 0 0 0,-2 3 0 0,-1 2 0 0,0 4 0 0,-7 3 209 0,-3 0-80 0,-3 6-52 15,-1-4 14-15,0 3-30 0,-4-3 1 0,2-1-70 16,1-4 9-16,-6 3 32 0,4-7 0 0,-6 3-135 16,5-7 67-16,1 1 34 15,-2-3 8-15,4-3-41 0,2-1 29 0,3 0 0 16,3-3 146-16,1 0-62 0,3 0-37 0,1 0 293 16,2 0-150-16,0 0-77 0,0 0-37 0,0 0 2 15,11 0 8-15,9 0-48 0,2 0-1 0,1-3 30 16,4 2 0-16,-1-3-29 0,-1 2 8 0,7 1-96 15,-4-2 45-15,0 3 21 0,-9 0-372 0,3 0 196 16,-1 0 70-16,-4 0-572 0,-4 6 311 0,-3 4 161 16,-3 4 81-16,-5 3-187 0</inkml:trace>
  <inkml:trace contextRef="#ctx0" brushRef="#br0" timeOffset="90780.77">8432 8280 997 0,'-18'0'0'0,"0"0"0"0,7 0 0 0,0 0 0 0,3 0 0 0,2 0 0 0,3 0 276 0,3 0-122 0,0 0-61 16,9-3-22-16,11-2 245 0,8 2-141 0,-5-1-72 16,6 1 94-16,-1-2-82 15,-2 4-33-15,6-1-229 0,-5-1 90 0,-7 3 45 16,3 0 22-16,-4 0-482 0,-7 0 260 0,0 0 118 16,-3 0 54-16,-3 3-315 0,-4 0 91 0</inkml:trace>
  <inkml:trace contextRef="#ctx0" brushRef="#br0" timeOffset="90970.25">8519 8120 1230 0,'0'-5'0'0,"0"3"0"0,-2 0 0 0,2 2 0 0,-3 0 0 0,3 0 0 0,0 9 0 0,0 6 0 0,0 2 0 0,0 6 220 0,0 5-97 0,0 0 215 16,0 4-153-16,0 0-76 0,0 4-38 0,-9-3 7 15,0 1-7-15,-3-2-38 0,-1-2 0 0,-1-3-182 16,-2-3 91-16,3-8 54 0,-1 0 14 0,-2-5-162 15,3-2 92-15,4-5-426 0,-1-2 208 0,1-2 69 16,3 0 95-16,4-6-268 0,2-12 175 0</inkml:trace>
  <inkml:trace contextRef="#ctx0" brushRef="#br0" timeOffset="91106.89">8415 8364 1303 0,'10'-7'0'0,"-1"4"0"0,4 3 0 0,0 0 0 0,0 0 0 0,4 3 0 0,-2 6 0 0,5 2 0 0,2 5 271 0,-1-3-119 16,1 0-60-16,0-2 345 0,4 2-206 0,-1 1-100 15,-3-5-48-15,-1 0-118 0,6 1 34 0,-7-5 8 16,1 1 25-16,0-5-241 0,-1 1 121 0,-1-2 60 16,-1 0-605-16,-1 0 316 0</inkml:trace>
  <inkml:trace contextRef="#ctx0" brushRef="#br0" timeOffset="91289.4">8940 7929 1574 0,'0'0'0'0,"0"0"0"0,0 0 0 0,6-2 0 0,6 0 0 0,1-2 0 0,4 3 0 0,-1-4 0 0,10 2 412 0,-6-1-189 0,5 2-96 16,-4 0-16-16,2 2-43 0,2 0 0 0,-4 0-321 16,1 0 143-16,-5 0 71 0,-1 0 45 0,-2 4-556 15,-5 0 291-15,-3-1 146 0</inkml:trace>
  <inkml:trace contextRef="#ctx0" brushRef="#br0" timeOffset="91470.9">8890 8175 1295 0,'-10'6'0'0,"6"1"0"0,4 0 0 0,0-2 0 0,0-5 0 0,4 0 0 0,14 0 0 0,5 0 237 15,2 0-102-15,2-5 45 0,2 0-74 0,0-1-36 16,-5 3 7-16,8-3-123 0,-11 5 38 0,1-4 1 15,-3 3 40-15,-3 0-385 0,-4 0 200 0,-2 2 89 16,-2 0 47-16,-3 0-471 0,-3 0 246 0</inkml:trace>
  <inkml:trace contextRef="#ctx0" brushRef="#br0" timeOffset="91679.36">9061 7962 1190 0,'0'-3'0'0,"0"1"0"0,0 2 0 0,0 0 0 0,0 9 0 0,0 10 0 0,3 7 0 0,4 8 165 0,1 7-67 0,-3 5-24 0,3 4 363 16,-4 1-202-16,3-1-102 0,-2 1-50 0,-3-10 226 16,2 3-143-16,-2-5-66 0,-2-5-34 15,0-4 45-15,0-9-39 0,0-3 8 16,-10-3-47-16,-3-3-98 0,-1-5 48 0,-6-5-286 16,-1-2 168-16,-1 0 92 0,1 0 34 0,0-9-228 15,3-7 70-15,1-4 84 0,4-5-41 0,4-5-437 16,4-9 269-16</inkml:trace>
  <inkml:trace contextRef="#ctx0" brushRef="#br0" timeOffset="91822.01">9390 8013 1396 0,'13'4'0'0,"6"5"0"0,0 3 0 0,-3-5 0 0,-2 2 0 0,-1 0 0 0,-1-1 277 15,0 2-123-15,1-1-40 0,-1-2-41 0,-3 0 8 16,4 4-49-16,-3-4-180 0,-3-2 90 0,0 1 45 15,-1-3 23-15</inkml:trace>
  <inkml:trace contextRef="#ctx0" brushRef="#br0" timeOffset="91986.57">9689 7668 1382 0,'3'-2'0'0,"3"2"0"0,1 5 0 0,-4 20 0 0,-3 11 0 0,0 22 0 0,-12 6 384 0,-5 9-176 0,-10 15 463 15,2 1-320-15,-2-3-150 0,-8 30-89 0,-4 8 72 16,0-2-76-16,-3 8-38 0,-6 5 1 16,0 6-270-16,-1-6 112 0,1-4 60 15</inkml:trace>
  <inkml:trace contextRef="#ctx0" brushRef="#br0" timeOffset="92581.45">10109 7728 1142 0,'-17'-2'0'0,"2"-2"0"0,8 2 0 0,1 2 0 0,4 0 0 0,1 0 0 0,1 0 0 0,0 0 0 0,0 0 373 16,9 0-170-16,12 0-86 0,7-1 134 0,2-9-101 16,11-2-63-16,-2 1-27 0,-7 0-111 0,4 0 42 15,-3-2 21-15,-6 5-119 0,5-3 66 0,-11 3 36 16,0 3 1-16,-5 3-358 0,-4 0 197 0,-3 0 58 15,-5 2 61-15,-1 0-546 0,-3 0 280 16</inkml:trace>
  <inkml:trace contextRef="#ctx0" brushRef="#br0" timeOffset="92764.96">10284 7431 984 0,'0'-2'0'0,"0"2"0"0,0 0 0 0,0 0 0 0,0 14 0 0,0 4 0 0,0 6 0 0,0 5 175 0,0 4-71 0,0 5 124 15,0 9-102-15,-7-4-46 0,-5 2-24 16,1 0 153-16,-5 0-88 0,4-5-36 16,-6 5-30-16,4-11-54 0,-4-1 0 0,4-5 32 15,-2-3-1-15,3-7-250 0,2-2 120 0,0-8 66 16,3-2-448-16,1-6 244 0,3 0 123 0,4-6-397 16</inkml:trace>
  <inkml:trace contextRef="#ctx0" brushRef="#br0" timeOffset="92923.08">10266 7709 1253 0,'12'-5'0'0,"1"4"0"0,-1 1 0 0,-3 0 0 0,4 0 0 0,-1 1 0 0,-1 9 0 0,0 1 277 15,-1 0-114-15,1 4-70 0,-1-3-29 0,1 6 247 16,-4-4-139-16,0 3-70 0,-1-2-27 0,0 2-148 16,-1-2 53-16,-1 0 26 0,-2-4-440 0,1-1 233 15,-1-1 125-15,0 1-554 0,-2 0 272 0</inkml:trace>
  <inkml:trace contextRef="#ctx0" brushRef="#br0" timeOffset="93133.49">10057 8011 1351 0,'-16'2'0'0,"7"2"0"0,4-2 0 0,0-2 0 0,3 2 0 0,2-2 0 0,0 0 0 0,12 0 0 0,10 0 235 0,6-2-101 0,4-4 294 16,11-3-198-16,-3 0-98 0,-2 0-42 0,9-2 117 15,-13 4-87-15,3-2-44 0,-3 1-21 16,-4 3-121-16,-7 2 57 0,1 0 17 0,-4 2 0 16,-2 1-131-16,-7 0 78 0,-1 0 39 15,-3 0-462-15,-2 0 245 0,-3 7 54 0,-2 1-229 16,0 2-52-16,0 1 209 0</inkml:trace>
  <inkml:trace contextRef="#ctx0" brushRef="#br0" timeOffset="93381.11">10236 8117 513 0,'-9'7'0'0,"0"2"0"0,4 0 0 0,-3-5 0 0,2 2 0 0,2-1 391 15,1-1-171-15,3 0-97 0,0 0-46 0,0 1 59 16,0-3-51-16,2 0-19 0,5 1-7 0,3-3-60 16,1 0 1-16,2 0-69 0,2 0 51 0,-6 0 34 15,2 1-8-15,1 1-49 0,-3 2 36 0,-3 1 1 16,0 3 37-16,-4 1-35 0,0 2-5 0,-2 3-7 15,0 0 0-15,-2-4 86 0,-8 2-32 0,2-3 4 16,-3 1-36-16,-4-5-19 16,4-1-1-16,2-4 49 0,-3 0-275 0,5 0 121 15,0 0 59-15,3-3-332 0,1-3 181 0,3-8 77 16,0 0 49-16</inkml:trace>
  <inkml:trace contextRef="#ctx0" brushRef="#br0" timeOffset="93591.43">10374 8047 779 0,'9'-8'0'0,"0"2"0"0,0 5 0 16,-4 1 0-16,0 0 0 0,1 0 0 0,-4 7 0 0,0 8 472 0,-1 7-223 0,1 1-109 0,1 5-53 16,1 6 369-16,-1 9-211 0,1-5-98 15,-1 7-61-15,1-1 175 0,3-1-114 0,0-3-30 16,0-7-43-16,0 5-12 0,-1-6-8 0,-1-3-66 16,0-8 22-16,-1 0 0 0,-3-6 22 0,-1-4-163 15,0-4 77-15,0 1 44 0,0-4 21 0,-10-4-231 16,-2 0 122-16,-1 0 7 0,-1 0-144 0,1-11-120 15,-4-4 161-15,6-10-107 0,2-5 135 16,3-9 58-16,4-16 42 0,2-8-398 0</inkml:trace>
  <inkml:trace contextRef="#ctx0" brushRef="#br0" timeOffset="94155.92">10725 7722 773 0,'32'-15'0'0,"-6"4"0"0,4 5 0 0,-1 2 0 0,-3 0 0 0,-1 3 0 0,-4 1 0 0,2 0 323 0,-2 0-145 0,-3 9-72 15,-2 4-37-15,-3 4 111 0,-1 5-66 0,-5 1-44 16,-4 6 58-16,-3-1-47 16,0 2-24-16,0 1-1 0,-9 1 40 0,-4 0-36 15,-2 2 0-15,-2-2 0 0,0 0-1 0,2-3-26 16,4-9 8-16,2 3 34 0,1-7-22 0,4-3 1 16,2-2-21-16,2-3-62 0,0 1 39 0,0-5-9 15,0 2 32-15,2-2-212 0,5 0 89 0,2-1-174 16,-4 2 121-16,2-2 69 0,-1 1 10 0,-3 1-66 15,2 1 26-15,-3 1 36 0,0 1-9 0,-2 3 35 16,0 1 9-16,0 1 0 0,-9 0 0 16,0-2 75-16,-2 2-46 0,-2-1 9 15,0-3-38-15,-3-2 116 0,2-3-47 0,-2 0-32 16,2-3 80-16,-2-1-46 0,2 0-2 0,1 0-17 16,3-1 7-16,3-3 0 0,-1-3 10 0,3-4-115 15,3-1 42-15,2-1 1 0,0-2 32 0,6-6-114 16,6 4 44-16,7-5 34 0,0 2-102 0,5-4 59 15,3 2 16-15,1-3-31 0,0 5 24 0,-1-3 9 16,-1 7 32-16,-6 4 64 16,1 1-32-16,-5 3-1 0,-4 5-39 0,1-1 74 15,-6 2-33-15,0 2 0 0,-5 0-33 0,-2 0 236 16,0 2-94-16,0 5-56 0,-9 3 171 0,-2-1-104 16,-1 1-28-16,-2-1-34 0,1-1 101 0,1-1-67 15,5-2-29-15,0 2 27 0,1-7-28 0,3 5-1 16,3-5-20-16,0 2 78 0,0 0-43 15,1 0-22-15,10-2 0 0,3 2-32 0,2-2 19 0,4 0-8 16,0 2-28-16,1-2-1 16,-2 1 29-16,-1-1 8 0,-1 2-183 0,0 0 88 15,-5 0 30-15,-2-1-368 0,1 1 180 0,-4 1 101 16,-2 0 21-16,-3 1-164 0,-2 3 110 0,0 1 56 16,-2 1 28-16,-10-1-289 0,-2 2 163 0</inkml:trace>
  <inkml:trace contextRef="#ctx0" brushRef="#br0" timeOffset="94424.78">10785 8057 848 0,'-14'1'0'0,"0"1"0"0,5 4 0 0,-2 4 0 0,3-1 0 0,2 3 0 0,1 6 136 0,3 0-52 0,0 6-26 0,0 3 197 16,2-1-112-16,-2 6-46 0,1-3-37 0,-1-1 57 15,-2 0-43-15,-2-8-20 0,2 1 0 0,-1-3-9 16,1-8-12-16,0 0 0 0,2-5 56 0,1-1-28 15,-1-2 0-15,2-2 58 0,0 0-48 0,0 0 1 16,11 0-40-16,3 0 170 0,9 0-85 16,-2 0-34-16,9-2-29 0,2-4 60 15,2 1-41-15,1 1 0 0,1 0-40 0,-1 3-25 16,2-1-9-16,-5-1 34 0,1 2-308 0,-1 1 154 16,-2 0 77-16,-3 0-656 0,3 0 344 0,-10 0 127 15,3 0 98-15,0 0-446 0,-5-2 272 0</inkml:trace>
  <inkml:trace contextRef="#ctx0" brushRef="#br0" timeOffset="94599.31">11319 7993 1091 0,'0'-10'0'0,"0"8"0"0,0 1 0 0,0-2 0 0,0 3 0 0,0 0 0 0,0 4 549 0,6 8-259 0,-1 4-128 15,1 8 161-15,-3 3-145 0,1 5-65 0,-2 3 192 16,-1 1-137-16,-1 1-67 0,0-2-34 0,0-3-249 15,0-4 115-15,0 2 46 16,0-9 27-16,0-3-600 0,0-5 313 0,0-3 157 16,0-4 87-16,0-4-757 0</inkml:trace>
  <inkml:trace contextRef="#ctx0" brushRef="#br0" timeOffset="94748.95">11449 7781 1318 0,'5'-7'0'0,"6"4"0"0,-1 3 0 16,-1 0 0-16,-2 0 0 0,2 0 156 0,2 0-61 0,-4 0-31 0,2 3 282 0,1 1-149 0,1 6-86 16,0-1-39-16,-1 2-293 15,1 1 127-15,0-3 63 0,2-2 40 0,-2-3-684 16</inkml:trace>
  <inkml:trace contextRef="#ctx0" brushRef="#br0" timeOffset="95031.63">11805 7685 1018 0,'3'-4'0'0,"-1"0"0"0,-2 2 0 0,0 2 0 0,0 0 0 0,-3 0 0 0,-10 6 0 0,-3 9 180 16,2 0-65-16,-9 6 24 0,3 0-54 0,-5 1-25 15,1 0-1-15,-1 1-63 0,-1-1 8 0,-1-3 29 16,0 0 0-16,-1-2-70 0,0-2 34 0,-3-3 1 16,9-5 43-16,-1-2-24 0,6-2 16 0,4-2 0 15,4-1 149-15,1 0-66 0,5 0-46 0,1 0-10 16,2 0 172-16,0-8-100 0,13 1-49 15,8 0-15-15,7-2-8 0,0 2-27 16,4 2 0-16,4 1-5 0,-1 3 5 0,1-2 8 16,1 0-8-16,0 2-137 0,0 1 68 0,-5 0 34 15,-4 0-336-15,-6 0 165 0,1 0 55 0,-4 0-452 16,-6 0 269-16,-3 0 125 0,-1 0 77 0,-6 0-137 16,-3 0 107-16,0 0 47 0,-1-2 25 0</inkml:trace>
  <inkml:trace contextRef="#ctx0" brushRef="#br0" timeOffset="95231.43">11606 7436 1292 0,'2'-7'0'0,"0"5"0"0,0 2 0 0,1 4 0 0,-1 11 0 0,-2 7 0 0,2 5 0 0,-2 7 245 16,2 11-111-16,0 2 421 0,2 3-261 0,0 1-131 15,-2 2-65-15,-1-10 144 0,3 11-108 0,0-6-51 16,-2-14-25-16,1 7-96 0,-1-8 36 0,0-7 8 15,1 3 27-15,-1-8-415 16,-2-3 207-16,0-7 104 0,0-1-624 0,0-5 356 16,0-3 65-16,0-2-274 0,0 0 258 0</inkml:trace>
  <inkml:trace contextRef="#ctx0" brushRef="#br0" timeOffset="95466.74">11601 8028 493 0,'0'-11'0'0,"-4"0"0"0,-1 7 0 0,2 3 0 0,-4-2 0 0,-1 3 0 0,-1 0 241 0,-5 8-108 0,4 3 223 16,-4 4-161-16,1 2-82 0,-1 2-40 0,2 1 16 15,3-1-32-15,-1-2-1 0,4-2-23 0,6-8-323 16,0 3 169-16,0-7 73 16,0-1 41-16,7-2-209 0,11-4 124 0,-1-10 63 15,-1-2-454-15,7-4 233 0,-2 1 83 0,1 2 86 16,-3 6 81-16,2-2 0 0,-1 5 0 0,3 5 172 16,-2 0-92-16,-3 3-56 0,5 0-28 0,-2 6 401 15,-1 4-188-15,5 1-110 0,-6-3 8 0,1 1 141 16,1-1-87-16,-2-3-64 0,-3-1-2 0,2-1-35 15,-6-3 0-15,0 0-375 0,-3 0 174 16,-1 0 87-16,-5 0 51 0,-1 0-485 0</inkml:trace>
  <inkml:trace contextRef="#ctx0" brushRef="#br0" timeOffset="96159.06">11732 8088 847 0,'-16'8'0'0,"6"3"0"0,2 4 0 0,3-1 0 0,-2 4 0 0,4-1 0 0,1 4 0 0,2-1 393 0,0 1-172 0,0 0-98 15,2-1-45-15,6-1 163 0,-1-2-105 0,1-2-51 16,-3-3-40-16,5 0-12 16,-6-4 0-16,1-2-269 0,1-3 135 0,-3-1 67 15,1-2 41-15,-1 0-294 0,-1-2 160 0,1-7 45 16,-1-6 51-16,-2 0-256 0,0-4 120 0,0 3 67 16,0 0 33-16,0 2 66 0,0 3 0 0,0 2-32 15,0 3 99-15,0 3-45 0,0 1-27 0,-2 2 242 16,-3 0-133-16,-2 2-31 0,-2 14-49 0,-5 4 188 15,2 1-98-15,-1 1-11 16,-3 3-37-16,2-4-38 0,0-2 14 0,0 2-8 16,0-4 0-16,3-6-63 0,2-3 31 0,-1-4 0 15,4-3-3-15,1-1 13 0,1-1 0 0,4-15-143 16,0-10 73-16,9-4 20 0,9-11 23 0,4 1-175 16,2-3 90-16,6-7 27 0,4-7 29 15,-4 12-177-15,10-12 99 0,-4 7 45 0,-4 9 23 16,1-4-20-16,-1 4 22 0,-4 7-9 0,6-7 201 0,-4 8-87 15,-5 7-41-15,-1 1 121 0,-3 5-82 0,-4 7-49 16,-6 3-13-16,-2 5 467 16,-6 1-221-16,2 2-71 0,-5 2-70 0,0 0 166 15,-5 10-118-15,-11 8-54 0,-3 5-27 0,1 2 80 16,-1 2-54-16,-1 2-18 0,8-3-3 0,3-5-32 16,0-1 0-16,6-3-35 0,3-7 0 0,0 1 43 15,3-2-8-15,11-5-134 0,2-4 67 0,5 0 33 16,2 0 0-16,-2 0-139 15,-3 0 75-15,2 0 10 0,-4 0 31 0,-1 4-51 0,-5 5 32 16,-3 5-6-16,-4 2 143 0,-3 8-59 16,0 2-26-16,-3 3 97 0,-12 1-57 0,-2 2-23 15,-3-2 2-15,-3 2 197 0,0-2-104 0,-1-2-26 16,0-1-35-16,-1-5-18 0,1-1-9 0,1-3 0 16,5-7-1-16,-3-1-305 0,2-2 152 0,2-8-345 15,2 0 216-15,4 0 118 0,0-6 59 0,1-10-195 16,1-7 117-16,3 3 52 0,3-9 37 0,1 9 6 15,0-4 23-15,2 7 0 0,0 6 1 16,0 2 259-16,0 2-126 0,0 2-67 16,6 4-33-16,10 1 479 0,9 0-198 0,3 1-142 15,9 11 427-15,5 3-267 0,6 5-133 0,2 1-27 16,1 2-53-16,1 3-20 0,-1 2-7 0,7 4-301 16,-13-7 137-16,6 3 69 0,-3-2 33 0,-4-7-920 15</inkml:trace>
  <inkml:trace contextRef="#ctx0" brushRef="#br0" timeOffset="96305.66">13009 8370 3297 0,'-2'-10'0'0,"4"10"0"15,13 0 0-15,-9 0 0 0,-5 0 0 0,-1 0 285 0,0 0-130 0,0 0-61 0,0-2-556 0,0-3 230 0,0-1 115 16,0 5 56-16</inkml:trace>
  <inkml:trace contextRef="#ctx0" brushRef="#br0" timeOffset="97026.46">13832 7872 328 0,'-8'0'0'0,"3"0"-164"15,1-1 82-15,1-1 41 0,2 0 41 0,1 0 376 0,0 0-150 0,0 2-97 0,0 0-49 0,0 0 191 16,0 0-124-16,8 0-56 0,6 0 57 0,4 0-57 15,8 0-29-15,-6 0 178 16,10 0-107-16,-1-2-50 0,-1-2-26 0,0-1 8 16,0-1-1-16,-5-2-23 0,3 3-8 0,-2 1-164 15,-3-1 82-15,-2 3 41 0,-2-2-303 0,-4 2 160 16,-3 0 90-16,-1 2-447 0,-4 0 242 0,-3 0 103 16,0 0 57-16,-2 0-114 0</inkml:trace>
  <inkml:trace contextRef="#ctx0" brushRef="#br0" timeOffset="97375.77">13853 7877 510 0,'-14'9'0'0,"5"0"0"0,2 2 0 0,5-2 0 0,0 3 0 0,2-3 0 0,0 1 255 0,2 1-111 0,7 0-56 16,6 2-19-16,0 1 225 0,6 2-130 0,-8-1-66 15,2 2 76-15,0 3-70 0,-2-2-28 0,-2 2-12 16,-3-1-31-16,-1 3-1 15,-4-3 1-15,0 2-103 0,-3 1 59 0,0 1 18 16,-12-1 0-16,-2-4-111 0,-5-2 68 0,-2-3 35 16,1-3-3-16,-7-1-91 0,6-4 19 0,1-5 38 15,-1 0 89-15,4 0-29 0,6 0-21 0,0 0-11 16,3 0 267-16,4 0-124 0,1 0-48 0,3 0 90 16,0 0-45-16,0 0-52 0,3 0-23 0,18 0 13 15,2 0 0-15,7 0-35 0,2 4 114 0,5 1-61 16,1 0-27-16,1 1 0 0,-1-3-60 15,0 1 33-15,-1 2 9 0,-3-2-226 16,-1-1 109-16,1 1 54 0,-4 2 27 0,-2-2-208 16,-5 1 88-16,4-1 61 0,-6 0-4 0,-1-1-521 15,-1 2 273-15,-1-5 136 0,1 0-166 0</inkml:trace>
  <inkml:trace contextRef="#ctx0" brushRef="#br0" timeOffset="97542.65">14553 7763 1041 0,'2'-10'0'0,"0"5"0"0,7 3 0 0,-2 2 0 0,-1 0 0 0,-1 0 295 0,0 0-135 0,0 0-63 16,1 0-32-16,1 7-5 0,3-1 1 0,1 2-20 16,0 2-226-16,3-1 109 0,-1-1 54 0,2-1 27 15,0-4-472-15,2 0 247 0</inkml:trace>
  <inkml:trace contextRef="#ctx0" brushRef="#br0" timeOffset="97807.06">14844 7628 621 0,'0'-4'0'0,"0"2"0"0,0 2 0 0,0 0 0 16,-5 11 0-16,-7 5 0 0,-3 3 0 0,-2 3 198 0,1 2-86 0,-4 4-40 0,-1-5 0 0,0 4-69 15,-2-3 1-15,5-5 37 0,-7 3-38 0,2-5 1 16,2-5 28-16,3-1 1 0,-3-6-38 0,4 1 7 15,6-5 31-15,-2 2 80 16,3-3-40-16,5 0-1 0,1 0-39 0,2 0 193 16,0 0-100-16,2 0-47 0,0 0-23 0,9 0 45 15,10 0-35-15,2 0 9 0,7-3-5 0,0 2-1 16,0-1-36-16,4 0-50 0,0-1 25 0,-2 1 8 16,0 0 17-16,-2 2-224 15,-5 0 112-15,2 0 56 0,-5 0 28 0,-3 0-550 0,-4 5 267 0,-3 2 88 16,-3 5 80-16</inkml:trace>
  <inkml:trace contextRef="#ctx0" brushRef="#br0" timeOffset="97975.62">14561 8074 1150 0,'-14'3'0'0,"7"-1"0"0,3 0 0 0,0 0 0 0,4-2 0 0,0 2 0 0,0-1 0 0,11 1 177 0,12 2-75 0,4-2-35 0,1-2 218 16,4 2-126-16,2-2-63 0,1 0-24 0,-1 0-108 15,-2 0 34-15,-2 0 0 16,-4 1 35-16,-5-1-387 0,-1 2 201 0,-3 3 90 16,-6-5 47-16,-2 5-534 0</inkml:trace>
  <inkml:trace contextRef="#ctx0" brushRef="#br0" timeOffset="98166.78">14699 7924 793 0,'0'3'0'0,"0"6"0"0,0 6 0 0,0 0 0 0,0 4 0 0,0 3 0 0,0 1 0 0,-2 5 327 16,-3 4-147-16,0 2-74 0,-6 5-36 0,-1 1 119 15,-1-7-70-15,-4 13-48 0,4-14-125 0,-3 1 43 16,0-3 22-16,0-3-290 0,6-10 164 0,-6 0 70 16,3-4 39-16,2-6-187 0,3-3 112 0,1-4 9 15,1 0 46-15</inkml:trace>
  <inkml:trace contextRef="#ctx0" brushRef="#br0" timeOffset="98302.42">14581 8235 708 0,'10'-6'0'0,"3"4"0"0,2 2 0 0,0 2 0 0,0 11 0 0,0 2 0 0,4 8 0 0,-3-1 453 0,7 1-210 0,-2 1-106 16,4 1-51-16,-2-1 337 0,2-1-199 0,3-2-96 16,0-3-156-16,1-1 31 0,3-2 0 15,-2-4-221-15,3-3-197 0,3-4 224 0,-1-4 112 16</inkml:trace>
  <inkml:trace contextRef="#ctx0" brushRef="#br0" timeOffset="98497.42">15303 7722 1466 0,'0'-5'0'0,"0"-1"0"0,7 6 0 0,8 0 0 0,2-2 0 0,2 0 0 0,-1-2 0 0,3 0 353 16,2-1-161-16,2 1-82 0,2 2-43 16,-1-1 0-16,1 0-34 0,-6 3 0 0,3 0-343 15,-4 0 179-15,-1 3 78 0,-2 3 43 0,-4 5-577 16</inkml:trace>
  <inkml:trace contextRef="#ctx0" brushRef="#br0" timeOffset="98692.93">15265 7925 1863 0,'-15'2'0'0,"7"0"0"0,5 0 0 0,1-2 0 0,0 0 0 0,2 0 40 16,4 0-7-16,16-6 0 0,8-1 151 0,4-3-67 0,4 1-47 0,0 2 1 0,1-2-38 0,-1 3 59 0,-1 1-29 0,-8 4 8 0,3 1-254 15,-7 0 109-15,-2 0 53 16,-3 3 26-16,-3 5-528 0,-4 2 286 0,-2-1 131 15,-5-1 33-15,-2 3-564 0</inkml:trace>
  <inkml:trace contextRef="#ctx0" brushRef="#br0" timeOffset="98904.42">15487 7797 557 0,'-9'0'0'0,"0"0"0"0,4 0 0 0,1 7 0 0,1 5 0 0,3 7 208 0,0 5-88 0,0 6-44 0,0 5 410 0,7 7-226 16,0-6-106-16,1 11 315 15,0-4-217-15,-1 1-110 0,0-6-55 0,0-2 197 16,-2-7-118-16,1 1-70 0,-5-6 43 16,1-5-53-16,0-7-26 0,-2-4-73 15,0 0 32-15,-2-2-9 0,-11-5-71 0,-6 1 47 16,-5-2 24-16,-3 0-1 0,-1 0-504 0,-6 0 239 0,1-2 139 16,-3-3 13-16,-1-3 53 0,1-1-756 0</inkml:trace>
  <inkml:trace contextRef="#ctx0" brushRef="#br0" timeOffset="99840.64">16032 7974 794 0,'-16'1'0'0,"0"1"0"0,2 1 0 0,7 0 0 0,0-3 0 0,0 0 0 0,5 0 0 0,-1 0 0 0,3 0 156 0,0-9-53 0,12-8-40 16,8-1 1-16,6-6 73 15,4 4-52-15,2 2-26 0,0 4 75 0,-2 7-54 16,0 5-24-16,-2 2 29 0,-3 7-27 0,-1 12 1 16,-4 7-18-16,-2 8 51 0,-5 7-30 0,-8-1 0 15,-2 2-29-15,-3-1 24 0,0-6-17 0,-7 2-7 16,-7-1 0-16,-2-4-33 0,-2-2 32 0,-3-4 1 16,-4-5-60-16,1-4 26 15,-3-6 0-15,-2-3-124 0,1-5 73 0,-2-3 25 0,5 0 26 16,-3-3-240-16,12-8 117 0,-2-6 38 15,8 0 37-15,3-3-277 0,7-1 139 0,0-6 81 16,8 4 37-16,14 3-144 0,5 0 90 0</inkml:trace>
  <inkml:trace contextRef="#ctx0" brushRef="#br0" timeOffset="100058.81">16425 7962 932 0,'19'-11'0'0,"-1"0"0"0,-7 2 0 0,-2 3 0 0,-4-1 0 0,-1-2 0 0,-4 4 0 0,0 0 0 0,-2-1 179 0,-7 5-74 0,-4 1-35 15,-2 0 284-15,-3 5-153 0,-7 16-88 0,-3 8 133 16,1 5-107-16,1 4-53 0,1 6-26 0,7-8 103 16,-1 13-68-16,13-13-32 0,3 5 0 0,3-4-27 15,0-3-4-15,12-1 9 0,8-5-89 0,2-6 41 16,4-1-1-16,0-6-280 0,4-4 160 0,0-5 77 16,2-6 33-16,0 0-547 0,0-4 267 0,-2-10 126 15,2-4 70-15,-5-1-314 0,-3-1 196 0,-1-5 94 16,-7-1 46-16,0-3-162 0</inkml:trace>
  <inkml:trace contextRef="#ctx0" brushRef="#br0" timeOffset="100336.19">16721 8146 16 0,'1'-33'0'0,"1"3"0"0,-2 4 0 0,0 8 0 0,-3 3 0 0,-5 6 341 0,-4 1-153 0,5 7-78 15,-6 1-39-15,2 0 264 0,0 13-156 0,-3 10-73 16,5 3-36-16,2 3 231 0,1 3-135 0,4 2-58 16,2 3 70-16,0-4-72 0,8-1-37 0,8-4 97 15,5-1-66-15,2-7-26 16,1-2-8-16,3-6-60 0,0-7-1 0,1-3 28 15,1-2 0-15,-1-2-126 0,-2-13 58 0,-1-5 35 16,-4-5-1-16,-3-3-132 0,-2-3 83 0,-4-4 3 16,-5 0-113-16,-3-3 57 0,-2 1 46 0,-2-6-20 15,-2 3 27-15,-11 5-17 0,-6-11 7 0,-2 11-4 16,0 8-1-16,-6 5 32 0,1 8 1 0,1 7 73 16,-9 5-32-16,6 2-21 0,-2 9 86 0,6 7-43 15,2 2-28-15,6 0 14 16,3 1-54-16,6 0 31 0,5 1-6 0,2-2-105 15,0 1 52-15,11 2 28 0,8-5 11 0,3 0-347 16,5-2 170-16,3-3 86 0</inkml:trace>
  <inkml:trace contextRef="#ctx0" brushRef="#br0" timeOffset="100765.99">17221 7810 1125 0,'-7'0'0'0,"3"0"0"0,3 0 0 0,1 0 0 0,0 0 33 0,0 0 0 0,11 0 199 0,8 2-100 0,2 2-50 15,2 0 238-15,6 0-147 0,-1-1-71 0,-2 3-3 16,1-3-33-16,-1 1 0 0,-4-2-25 0,4-2-8 16,-5 0-56-16,0 0 28 0,-4 0 0 0,-8 0 27 15,1 0-27-15,-5 0 27 0,-1 0 1 0,-2 0-9 16,-2 8 8-16,0 1 1 15,-9 6-8-15,-10 6 112 0,-8 5-63 0,1 2-22 16,-3 4-25-16,2 2 6 0,3-2 8 0,-7 7-8 16,3-1-112-16,2-1 55 0,1 2 29 0,-1-6-158 15,4-4 87-15,-3 1 40 0,4-7 11 0,5-7-31 16,0-1 10-16,5-4-1 0,4-4 1 16,1-3 55-16,2-2-39 0,2-2 4 0,2 0-28 0,0 0 202 15,6 0-80-15,9 0-42 16,8 0 161-16,1 0-93 0,2-2-26 0,4-2 50 15,2 0-33-15,0 1-36 0,0-1 1 0,0 0-165 16,-2 1 69-16,-6 0 43 0,7 2-9 0,-10-1-140 16,-1 2 78-16,1 0 46 0,-8 0 2 0,-2 0-613 15,-2 0 272-15,-3 0-296 0,-2 3 310 16,-2 1-752-16,0-2 1045 16</inkml:trace>
  <inkml:trace contextRef="#ctx0" brushRef="#br0" timeOffset="100925.56">17295 8074 875 0,'-24'-8'0'0,"6"2"0"0,9 4 0 0,2 2 0 0,0 0 0 0,4 0 0 0,3 0 419 15,0 0-193-15,8 5-89 0,8 2 107 0,7 0-106 0,2 2-53 0,3-1-26 16,2 2 149-16,2-1-79 0,0 0-52 16,2 1-23-16,-1 1-394 0,1 0 186 15,2-2 93-15,-1-1-618 0,-1-3 350 0</inkml:trace>
  <inkml:trace contextRef="#ctx0" brushRef="#br0" timeOffset="101099.67">17825 7677 1161 0,'0'-19'0'0,"0"10"0"0,5 3 0 0,10-1 0 0,2-1 0 0,4-1 319 0,3 1-143 16,0 1-71-16,6-1-37 0,0 5 1 0,0-1-37 0,1 3 1 15,-1-2 0-15,0 3-1 0,-2 0-387 16,-3 4 193-16,-5 2 106 0,-1 3-491 16,-4 0 263-16,-4 0 130 0</inkml:trace>
  <inkml:trace contextRef="#ctx0" brushRef="#br0" timeOffset="101365">18153 7658 709 0,'-15'-5'0'0,"2"1"0"0,3 2 0 0,-2-2 0 0,-2 2 0 0,1 2 0 0,-1 0 180 0,4 0-65 15,-3 0-46-15,-1 10 1 0,-2 7-37 0,-2 1 43 16,2 3-22-16,-5 1-49 0,0 3-8 0,1-1 36 0,-3 1 0 16,2-4 0-16,7-5-55 0,-2 0 35 15,5-1-7-15,2-6 26 0,1 0 25 0,4 1 0 16,1-1 60-16,-1-2-34 0,4 5-29 0,0 0 66 16,-2 2-43-16,2 5-22 15,-3 5-1-15,1 2-13 0,-4 3-8 0,0 1 109 16,2 2-55-16,-1 0-27 0,-1 1-62 0,3-1 43 0,1 0-266 15,2-5 129-15,0-4 64 0,0-1 33 0,0-2-448 16,0-7 227-16,0-2 89 0,0-1-162 16,0-6 120-1,2-2 71-15,1-2-268 0,3-2 161 0</inkml:trace>
  <inkml:trace contextRef="#ctx0" brushRef="#br0" timeOffset="101659.35">17763 7977 764 0,'2'-28'0'0,"-1"10"0"0,3 2 0 0,3 5 0 0,3 2 0 0,1-1 162 0,6 2-65 0,5 2-31 0,7 0 247 16,3 0-141-16,5 1-60 0,7 1-45 16,-2 3 126-16,2 1-80 0,-1 0-40 0,-7 0-1 0,3 0-52 15,-3 0-8-15,-4 0 20 16,-2 1-37-16,-10-1 0 0,3 2 38 0,-6 0 8 0,-4-2-10 0,-4 0 2 16,-3 2 0-16,-2-2-1 0,-2 0 84 0,0 0-34 0,-2 1 114 15,0 1-82-15,0 4-41 16,0 0 0-16,0 3 121 0,0 3-85 0,0 0-38 15,0 5-1-15,2 1-37 0,0 2-22 16,1 2 30-16,3 6-60 0,-3 2 26 0,1 1 0 0,1 0 26 16,-4 3-1-16,3 2-242 0,0-3 117 15,-3-1 63-15,1-1 7 0,0-8-411 0,-2 1 168 0,0-6 113 16,0-3 42-16,0-2-282 0,0-3 180 0,-5-3 90 16,-3-1-274-16,-2-3 173 0,-2-3 100 0,-6 0-105 15</inkml:trace>
  <inkml:trace contextRef="#ctx0" brushRef="#br0" timeOffset="101844.86">18000 7880 920 0,'-14'-8'0'0,"7"3"0"0,3 5 0 0,-2 0 0 0,4 0 0 0,0 4 0 0,2 11 0 0,0 8 375 0,0 7-172 0,0 3-76 0,0 2 276 0,2 3-185 15,0 5-92-15,2-2-47 0,-2-5 66 0,0 2-48 16,0-2-36-16,1-4-274 15,1-3 122-15,0-8 63 0,-1 0 30 0,1-6-229 16,2-2 126-16,-2-6 67 0,3-5 33 0,0-2-691 16</inkml:trace>
  <inkml:trace contextRef="#ctx0" brushRef="#br0" timeOffset="102015.69">18131 7886 1118 0,'2'-6'0'0,"-2"3"0"0,2 3 0 0,-1 0 0 0,1 12 0 0,2 0 0 0,-1 5 0 0,5 1 0 0,-2 0 469 0,1 5-210 16,1 6-118-16,-3-3 166 0,-1 5-138 0,-2-4-68 16,0 5-26-16,-2-2-153 0,0-1 55 0,0-3 28 15,0-6 0-15,0 2-183 0,0-2 114 0,0-4 44 16,0-1-571-16,-2-3 310 0</inkml:trace>
  <inkml:trace contextRef="#ctx0" brushRef="#br0" timeOffset="102174.77">18011 8133 1104 0,'-11'-11'0'0,"6"6"0"0,1 1 0 0,1 2 0 0,3-2 0 0,0 1 0 0,0-2 0 0,3 2 200 0,13-1-83 0,0 0-34 0,5 2 123 16,-3-1-86-16,2 1-44 0,-1 2-21 0,-1 0-221 16,1 0 108-16,-4 0 42 15,-2 2-194-15,-4 5 121 0,1 0 61 0,-6 5-487 16,-4-2 267-16</inkml:trace>
  <inkml:trace contextRef="#ctx0" brushRef="#br0" timeOffset="102282.99">18108 8210 450 0,'-13'2'0'0,"0"0"0"0,4 0 0 0,1 0 0 0,0-2 0 0,3 0 122 15,1 0-44-15,2 0-23 0,2 0 179 0,0 0-105 16,2 0-48-16,9 0-47 0,3 0-1 0,-2 0 0 16,2 2 7-16,-1 5-308 0,0 2 151 0</inkml:trace>
  <inkml:trace contextRef="#ctx0" brushRef="#br0" timeOffset="102449.17">18007 8424 1305 0,'-23'4'0'0,"6"0"0"0,4 2 0 0,2-5 0 0,-1 3 0 0,5-4 0 0,3 0 0 0,4 0 225 0,0 2-96 0,0 0 50 16,13-2-78-16,6 2-34 0,6-2 0 15,1 2 68-15,6-2-51 16,2 0-390-16,1 0 165 0,3 0 87 0,-3 0 44 15,1-2 21-15,-4 0-590 0,-4-3 301 0</inkml:trace>
  <inkml:trace contextRef="#ctx0" brushRef="#br0" timeOffset="102634.68">18754 7564 1696 0,'-2'-23'0'0,"2"22"0"0,0 1 0 0,2 0 0 0,2 0 0 0,1 0 0 0,-1 0 74 0,4 0 227 16,-1 0-126-16,1 7-75 0,-1 2-218 0,5 2 76 15,-5 3 37-15,2 3-1210 0,0 0 1173 0,-2 1 22 16,2 0-261-16,-2-5 124 0</inkml:trace>
  <inkml:trace contextRef="#ctx0" brushRef="#br0" timeOffset="102907.01">18976 7546 739 0,'1'-10'0'0,"3"5"0"0,-2 3 0 0,-2 0 0 0,0 0 0 0,-6 2 0 0,-8 0 161 0,-5 13-65 15,-2 5-31-15,3 0 112 0,-5 3-65 0,2-3-43 16,3 1 0-16,0-4-36 0,2 2 0 16,0-4 3-16,4-2 5 0,-2-2-8 0,7-3 0 15,-2 0 38-15,3-2-6 0,2-3 9 16,2-1-41-16,0 0 0 0,0 0 38 0,2 0-38 15,0 0 0-15,0 0 12 0,0 0-13 16,0 0 1-16,2 0-96 0,6 0 48 0,-1 0 24 0,1 0 8 0,-1-1-56 16,1-1 29-16,-2 0 0 15,-1 0 20-15,1-1 12 0,-5 2-32 0,1 0-43 0,0 1 23 16,0 0 0-16,-2 0 18 0,0 0 13 0,0 0-212 16,0 0 101-16,0 0 43 0,0 5-496 15,0 2 265-15</inkml:trace>
  <inkml:trace contextRef="#ctx0" brushRef="#br0" timeOffset="103442.08">18731 7674 18 0,'-7'0'0'0,"0"-4"0"0,1-2 0 0,2 2 0 0,0 0 0 0,1-1 358 0,1-1-163 15,-2 0-73-15,4 3 80 0,0 0 44 16,0 0-107-16,0 1-53 16,0 0 200-16,2 2-119 0,5 0-71 0,5 0-32 15,-1 0 144-15,2 0-88 0,2 4-43 0,3-2 11 0,0-1-31 16,3 2 0-16,-1-3-24 0,1 0-46 16,-2 0 23-16,-1 0 8 0,-1 2-69 0,-2-2 41 15,0 1 22-15,-5 3 0 0,1 0-49 0,-3 3 44 16,-3 5-15-16,-3 3 0 0,-2 6 120 0,0 5-59 15,-9 2 0-15,-7 6 46 0,-4 5-44 16,-2 1 0-16,-1-1-21 0,0 0 80 0,1-3-33 0,-6 9-8 16,3-5-181-16,1-4 70 0,-1-1-279 15,5-9 168-15,1-3 85 0,4-7 39 0,2-6 7 0,2-3-358 16,1-4 158-16,1-3 93 0,5-3 36 0,0-11-123 16,4-11 89-16,0 0 45 15,0-5-271-15,0-5 159 0,0-3 70 0,0-9-95 16,2 4 91-16,2 8 46 0,-1-2 23 0,3-1 126 15,-2 11-60-15,0-1-18 0,0 6 445 16,-2 2-235-16,1 9-117 0,-1 1-60 0,3 6 531 0,1 1-275 16,4 3-94-16,3 0-78 15,2 0-39-15,5 13 182 0,-2 1-102 0,6 11-63 0,-4 1 334 16,3 2-195-16,-2 2-97 0,-3 2-49 0,1-2 67 16,-2 0-62-16,0-4-26 0,-1 0-354 15,0-2 164-15,-5-6 81 0,3-1-674 16,-4-2 374-16,1-6 181 0,-2-2-353 0,0 1 216 0,-2-6 136 15</inkml:trace>
  <inkml:trace contextRef="#ctx0" brushRef="#br0" timeOffset="103600.66">19002 7702 1260 0,'0'-14'0'0,"0"7"0"0,2 0 0 0,2-3 0 0,3 0 294 0,7 1-123 0,4 2-73 16,5-1-32-16,3 0-1 0,4 3 291 0,0-1-162 15,-3 3-73-15,6 1-194 0,-3 0 53 16,-3 2 26-16,-4 0-503 0,0 0 264 0,-2 0 142 0,-3 2 57 0,-6 3-296 16,-3-1 174-16</inkml:trace>
  <inkml:trace contextRef="#ctx0" brushRef="#br0" timeOffset="103903.85">19204 7345 1033 0,'-16'-10'0'0,"5"4"0"0,3 5 0 0,1 1 0 0,1 0 0 0,4 11 0 0,2 10 261 0,0 7-106 0,0 11-65 0,8 5 405 16,3 16-231-16,0 2-116 0,2 3 319 15,-1-3-209-15,1 15-116 0,-1-7 67 0,-1-6-88 0,-2-10-44 16,3 3-73-16,-3-11 7 0,0 8 22 0,-4-20 0 0,-1 2-245 16,-1-12 123-1,-3-3 61-15,0-9-320 0,0-5 187 16,-12-7 96-16,-1 0 49 0,-3-2-311 0,-4-10 151 0,3-6 54 0,-8-5 49 15,4-3-1-15,-8-4 42 0,3-2-119 16,1 0 59-16,6 2 22 0,-1-3-24 0,3 2 31 16,2 5-1-16,5 5 97 0,3 1-33 0,3 4-8 0,2-2 136 15,2 7-81-15,0-1-40 0,2 6 0 16,9-2-129-16,5 0 43 0,8 3 29 16,2-2 38-16,6-2-9 0,8 0-438 0</inkml:trace>
  <inkml:trace contextRef="#ctx0" brushRef="#br0" timeOffset="104055.23">19749 7408 1109 0,'-3'-5'0'0,"-5"-7"0"0,1 3 0 0,-3 4 0 0,1-1 0 0,-4 0 0 0,0 4 205 0,-2 0-87 0,-1 2-97 0,0 0 20 15,-5 7-9-15,2 11-946 0,-3 3 913 0,-2 4 34 16,-5 7 0-16</inkml:trace>
  <inkml:trace contextRef="#ctx0" brushRef="#br0" timeOffset="104196.16">19355 7751 1044 0,'3'0'0'0,"4"2"0"0,4-2 0 16,1 0 0-16,0 0 0 0,3-2 224 0,4-6-96 0,6-2-48 0,-1 2 82 15,-2 0-57-15,10-5-40 0,-7 5-4 0,1-2-29 16,-7 6 1-16,1 1-422 0,-2 1 219 15,-4 0 97-15,-2 2 53 0,-3 0-579 0</inkml:trace>
  <inkml:trace contextRef="#ctx0" brushRef="#br0" timeOffset="104393.63">19567 7556 1143 0,'-5'-5'0'0,"-1"3"0"0,3 2 0 0,-1 0 0 0,0 9 0 0,2 7 0 0,2 6 0 0,0 8 542 0,0 4-247 0,0 10-135 15,2 0-63-15,0 3 171 0,2 0-117 16,-2 3-59-16,-1-8-22 0,1 10 132 0,0-8-85 0,-2 0-42 0,0-9-308 16,0 1 133-16,0-7 75 0,0-2-585 15,0-4 321 1,-4-11 161-16,-1 1 80 0,1-11-607 0,1-2 302 0,-4 0 23 0,2-15 148 16</inkml:trace>
  <inkml:trace contextRef="#ctx0" brushRef="#br0" timeOffset="104507.33">19470 7882 772 0,'0'-11'0'0,"0"3"0"0,0 6 0 0,-2 2 0 0,-4 0 0 0,-3 2 0 0,-3 7 204 0,1 2-86 0,1 3-42 16,-2 1-35-16,4 0-9 0,1 0 1 15,-1 0 0-15,4-2-343 0,4-2 172 0,0-3 93 16</inkml:trace>
  <inkml:trace contextRef="#ctx0" brushRef="#br0" timeOffset="104637.98">19512 7854 460 0,'7'2'0'0,"2"1"0"0,0 3 0 0,5 1 0 0,-7-2 0 0,0-2 377 16,2 0-171-16,0 3-87 0,-2-3 74 0,2 0-84 15,5-1-38-15,-3 0 0 0,-1-2-355 0,1 0 159 0,1 0 86 0,2 0-232 16,-1-4 143-16</inkml:trace>
  <inkml:trace contextRef="#ctx0" brushRef="#br0" timeOffset="105006.99">19853 7578 167 0,'4'-20'-80'0,"-2"9"40"0,0 4 440 16,-1 1-188-16,-1 4-89 0,0 2 42 16,-9 0-66-16,-6 4-33 0,0 13 8 0,-4 4 49 15,3 0-45-15,-2-1-23 0,7-2-10 16,0-2-12-16,7-5 8 0,0 0-8 0,4-3-67 16,0-2 34-16,2-5-1 0,14-1-59 15,-2 0 73-15,5-1 20 0,-2-7 0 0,0 2-23 0,-2 1 23 16,-5 3-11-16,1 0-20 0,-2 2 102 0,-2 0-46 15,-2 8-1-15,-4 12 228 16,-1 9-126-16,0 6-55 0,-8 10-40 0,-3 0 0 0,2 3 255 0,-1-1-144 16,5-6 228-16,-1 11-357 0,4-8-14 0,2-1 1 0,0-3-48 15,0-6 24-15,2 0 7 0,4-5 17 16,-1-11-267-16,3 0 133 0,-2-8 66 16,-1 0-297-1,1-4 190-15,-3-4 64 0,-1-2 50 0,0 0-150 0,-2 0 77 0,-2 0 23 16,-12 0 14-16,-7-8-138 0,-2-2 85 0,-3-2 42 0,-2-4 21 15,0-1 0-15,0-1-61 0,3-1 45 16,2 0 1-16,9 4 36 0,3-2-41 16,1 0 20-16,6 1-7 0,2 6-25 0,2 1 27 0,0 1 0 15,0 3-79-15,11 0 52 0,1 3 19 0,2 2 8 0,4 0-239 16</inkml:trace>
  <inkml:trace contextRef="#ctx0" brushRef="#br0" timeOffset="105143.63">20037 8002 817 0,'19'-9'0'0,"3"2"0"0,-1 7 0 0,-2 0 0 0,-2 0 0 0,-4 9 659 0,-3 3-314 0,1 5-155 0,-4 2 660 16,0 8-412-16,0-9-203 0,-2 7 62 15,-1-3-33-15,-3 2-264 0,-1-1-349 16,0-2 207-16,0-6 88 0,2-4-1145 16,0 2 616-16</inkml:trace>
  <inkml:trace contextRef="#ctx0" brushRef="#br0" timeOffset="105877.26">21183 7769 750 0,'0'0'0'0,"0"0"0"0,0 0 0 0,0-2 0 0,0-4 0 0,0-2 0 0,2-3 0 0,1-5 297 16,-1-1-123-16,2-1-76 0,-2 1-32 0,-1-3 64 15,-1 2-49-15,0-1-24 0,0 2 5 0,-1 2-30 16,-8 2 1-16,-4 1 0 0,-3 3-21 0,-1 4 8 15,-1 2 12-15,-7 3-30 0,1 0 0 0,2 3 31 16,-3 11 0-16,6 0 65 0,-6 7-37 0,9 1 0 16,4 0-28-16,3 7 120 0,5-1-60 0,4 4-22 15,0 3 60-15,0 1-49 0,11 3-24 16,1-5-1-16,6 8 5 0,-4-10-21 16,1 2-8-16,-2-3-35 0,0 1 35 0,-4-4 0 15,-1 0-1-15,-4-5-15 0,-2 1 16 0,-2-3-1 16,0-2 1-16,0-1-42 0,-7-2 22 0,-7-1 7 15,1-1-20-15,-4-4-62 0,-1 0 43 0,-2-5 9 16,1 1-88-16,1-6 47 0,-1 0 30 0,4 0-369 16,0 0 186-16,4-4 72 15,4-7 52-15,2-5-8 0,5-4 31 0,0-2 0 0,14-1 24 0,4-4-820 16</inkml:trace>
  <inkml:trace contextRef="#ctx0" brushRef="#br0" timeOffset="106134.57">21425 7681 1086 0,'19'-27'0'0,"-9"5"0"0,-1 5 0 0,-7 6 0 15,-1-3 0-15,-1 7 0 0,0 2 0 0,-12 1 0 0,-2 4 385 0,-1 0-168 0,-4 14-96 0,0 4 98 0,1 6-93 0,0 4-47 16,2 2-23-16,1 2 255 0,4 2-144 0,3-2-67 16,5-2-34-16,3 0 147 15,0-2-91-15,0-3-36 0,9 5-8 0,4-6-23 16,0-2 0-16,-2-2-22 0,2 0-100 0,1-2 58 15,-3 0 17-15,-3 1-68 0,-3-3 47 0,-3 2 22 16,0-2 1-16,-2 3-235 0,0-2 80 0,-16 2 74 16,4-4-15-16,-8 3-281 0,2-5 160 0,-4 5 90 15,1-3-366-15,1-2 225 0,0-3 112 0,1 0 57 16,1-1-403-16</inkml:trace>
  <inkml:trace contextRef="#ctx0" brushRef="#br0" timeOffset="106317.88">21072 8312 990 0,'-9'0'0'0,"3"0"0"16,3 0 0-16,-2 0 0 0,3 0 0 0,0 0 0 0,2 0 509 0,0 0-237 0,10 0-121 0,9 0-50 0,7-2 144 15,2-4-106-15,2 2-53 0,2-1-27 0,0 2 258 16,-5 1-133-16,4-1-80 16,-4 3-42-16,-4 0 1 0,-2 0-30 0,0 0-1 15,-3 0-429-15,-5 0 211 0,-4 5 110 0,-1-2-597 16,-3 2 294-16,-3 1 188 0,-2 2-1 0,0 2-141 15,-5-3 151-15</inkml:trace>
  <inkml:trace contextRef="#ctx0" brushRef="#br0" timeOffset="106623.06">21095 8351 748 0,'-25'2'0'0,"7"-1"0"0,2 3 0 0,5-2 0 0,1 2 0 0,5-4 0 0,3 2 165 15,2 0-58-15,0 2-41 0,7 1 269 0,11 4-151 16,4 0-76-16,2 0-37 0,-1 2 258 0,5 6-152 15,-2-2-72-15,-3 4 50 0,-5 0-61 0,0-1-30 16,-7 1 7-16,-1 2-69 0,-7 1 1 0,-1 5 30 16,-2-3-1-16,-5-1-33 0,-9-2 7 0,-7 2 27 15,1-3-93-15,-3-5 47 0,2-2 23 16,-2-2-18-16,4-4 8 0,-2-2-17 16,1 1 0-16,2-2 198 0,5-2-82 0,3 0-39 15,3-2-5-15,2 0 252 0,3 0-137 16,2 0-69-16,0 0-34 0,0 2 206 0,11-2-273 0,13 2 0 15,6 0 0-15,8 0 0 0,6-2 0 0,-7 0 0 16,16 0 0-16,-9 0 0 0,4 0 0 0,-4 0-344 16,1 0 204-16,-3-2 72 0,4 0 43 0,0 2-977 15,-5 0 484-15</inkml:trace>
  <inkml:trace contextRef="#ctx0" brushRef="#br0" timeOffset="108079.57">21801 7654 519 0,'-7'-3'95'0,"0"-3"-47"0,3 6-24 0,3 0 0 16,-1 0 323-16,2 2-157 15,0 7-78-15,0 3-40 0,0 1 407 0,0 2-227 16,2 2-109-16,3 2 92 0,5-3-101 16,1 1-51-16,0 2-16 0,3-2 58 0,-2 2-47 0,2-4-22 15,-1 2 0-15,1-2-182 0,-4 0 88 0,1-2 31 16,-1 0 0-16,0 0-480 0,-3-3 260 0,-2-1 130 15,2-2-678-15,0-1 375 0,-3-6 184 0</inkml:trace>
  <inkml:trace contextRef="#ctx0" brushRef="#br0" timeOffset="108296.22">22176 7438 843 0,'2'-3'0'0,"-2"3"0"0,0 0 0 0,0 9 0 0,-5 11 0 0,-6 5 0 0,-3 11 609 15,-9 20-292-15,1 2-142 0,-6 10-71 0,0 6 481 16,-2 1-276-16,0 1-129 0,1-1 238 0,1 3-192 16,-2-2-96-16,2 2 69 15,3-7-199-15,5-11 0 0,1-2 0 0,3-7-194 16,6-13 133-16,1-3 47 0,5-12 23 0,0-5-546 16,4-4 280-16,0-7 145 0,0-3-32 0,0-4-584 15,2 0 347-15,7 0 166 0,2-14-331 0</inkml:trace>
  <inkml:trace contextRef="#ctx0" brushRef="#br0" timeOffset="108778.1">22575 7943 1079 0,'0'-14'0'0,"0"-7"0"0,0 6 0 0,0 4 0 0,0-4 0 0,-4-2 61 0,0 0 200 0,1 0-115 0,-4 0-56 0,2 0 136 16,-1 2-97-16,3 1-40 0,-5 0-32 0,3 7-38 16,-3 0 14-16,-1 2 0 0,-4 5-1 0,-5 0 15 15,-3 16-14-15,-2 15 50 16,-2 3-25-16,1 7 0 0,1 2-26 0,5-3 9 16,-3 9 151-16,10-14-80 0,2 5-39 0,8-4 140 15,1-6-90-15,0-6-37 0,0 0-31 0,8-5-76 16,3-6 27-16,3-1 0 0,4-9 26 0,3-3-86 15,2 0 38-15,2-7 25 0,1-14 0 0,3-7-242 16,-3-2 113-16,-3-2 79 0,4-11-370 0,-4-2 196 16,0-2 58-16,-4-8 61 15,-1-1-128-15,-1-13 99 0,-2 1 47 0,1-3-57 16,-4-3 51-16,2 3 26 0,-3 9-8 0,2-9-1 16,-3 22 34-16,-5 0 0 0,-1 15 113 0,-2 12-57 15,-2 5-36-15,0 5 8 0,0 9 294 0,0 3-160 16,-9 8-43-16,-2 16-52 0,1 11 288 0,-3 12-122 15,1 4-84-15,-1 13 143 0,1-2-113 0,3 2-57 16,0-4-20-16,0 17 114 0,1-10-75 0,2-1-38 16,4-11 0-16,2 3-61 15,0-13 32-15,0 5-9 0,2-18-343 0,4 0 172 0,2-9 86 16,1-2-666-16,-2-9 352 0,4 0 127 16,1-6 105-16,1-5-447 0,1-1 275 0</inkml:trace>
  <inkml:trace contextRef="#ctx0" brushRef="#br0" timeOffset="109087.39">23130 7639 149 0,'8'-33'0'0,"-3"-6"0"0,-2 6 0 0,-3 13 0 0,0-1 0 0,-5 6 297 0,-11 5-124 0,-9 9-74 16,1 1 297-16,-5 7-181 0,-1 12-91 0,-5 5 260 15,8-1-167-15,2 7-96 0,2-2-44 0,8 2 257 16,6-2-150-16,5-2-76 0,4-4-30 0,0 7 81 15,13-5-63-15,8 0-31 0,3-4-30 0,1 1-3 16,2-1 9-16,1 3-8 0,1-3-72 0,-3 3 37 16,-3-2-1-16,-4 1-150 0,-6-3 102 15,1 7 37-15,-7-5 24 0,-5 0-148 16,-2-1 74-16,0 3-7 0,-10 0 34 0,-9-5 19 16,-5 2 0-16,-3-5-29 0,-1-1 23 0,-2-4 111 15,-2-1-50-15,2-6-22 0,2 1 2 0,6-4 0 16,-3 0 0-16,2 0-240 0,6 0 107 0,6-4 59 15,4-7 24-15,5-4-458 0,2-6 229 0,2 1 106 16,19-5 66-16</inkml:trace>
  <inkml:trace contextRef="#ctx0" brushRef="#br0" timeOffset="109260.93">23394 7739 1850 0,'7'0'0'0,"-5"0"0"0,3 0 0 0,1 0 0 0,-3 0 0 0,2-3 0 0,-1 0 0 0,-1 2 0 0,5-3 376 0,3 2-172 0,4 1 156 16,1-4-167-16,9 4-81 0,2-1-39 0,1-2 67 16,0 2-53-16,-3 0-19 0,5 0-9 0,-10 2-463 15,4 0 219-15,-1 0 108 16,-2 2-671-16,-5 8 393 0,-5 0 125 0</inkml:trace>
  <inkml:trace contextRef="#ctx0" brushRef="#br0" timeOffset="109408.53">23459 7957 1535 0,'-26'5'0'0,"9"-1"0"0,8 2 0 0,-1-1 0 0,5-1 0 0,2-2 0 0,3-2 0 0,0 0 0 0,14 2 131 0,5-1-49 0,8 2-25 0,3-2 268 16,2 2-146-16,5-3-65 0,0 0-45 0,2 0-376 16,-1 0 170-16,2 0 85 0,-1 0 42 0</inkml:trace>
  <inkml:trace contextRef="#ctx0" brushRef="#br0" timeOffset="109683.37">24074 7726 1317 0,'-16'0'0'0,"3"2"0"0,0 5 0 0,2 6 0 0,0 0 0 0,-1 7 0 0,5 3 221 0,3 8-94 16,4 1-47-16,0 2 240 0,0-1-135 0,7 1-81 15,11-1-35-15,2-6 315 0,6-1-175 0,3-6-85 16,10-8-38-16,10-4-31 0,-3-8-172 15,4 0 75-15,-1-8 37 16,-3-8 0-16,-10-1-226 0,8-12 128 0,-18 6 68 0,-2-6 34 16,-7-3-88-16,-6-4 56 0,-8 1-52 0,-3-10-115 0,0 5 66 15,-10 1 50-15,-15 3 26 16,-7 6 52-16,-2 9-8 0,-20 2-18 16,-8 12 226-16,3 7-114 0,0 0-56 0,10 7 185 0,8 8-228 15,-1 5 3-15,6 3 29 16,10 5-20-16,6 0-365 0,4 3 180 0,6 7 96 0,4 11-389 0</inkml:trace>
  <inkml:trace contextRef="#ctx0" brushRef="#br0" timeOffset="113893.83">24867 6817 1076 0,'3'-21'0'0,"-2"17"0"0,-1 2 0 0,3 2 0 0,-1 0 0 0,-2 0 0 0,0 0 183 0,0 0-75 0,0 0-30 0,0 0 95 16,1 0-70-16,1 0-35 0,4 0 0 0,-1 0-37 15,5 0 10-15,1 0-8 0,2 2 0 0,1 1-204 16,-2-2 102-16,1 3 51 0,3 2-466 0,-7-1 247 16</inkml:trace>
  <inkml:trace contextRef="#ctx0" brushRef="#br0" timeOffset="114126.5">25230 8233 1610 0,'0'0'0'0,"-4"0"0"0,4 16 0 0,0 2 0 0,6-3 0 0,2-4 0 0,-2 2 161 0,-3-4-64 0,1 3-24 15,-2-1 64-15,0 2-25 0,-2 2-39 0,3 0 0 16</inkml:trace>
  <inkml:trace contextRef="#ctx0" brushRef="#br0" timeOffset="150488.62">8001 9792 624 0,'0'0'0'0,"0"0"0"0,0 0 0 0,0 0 0 0,0 0 0 0,0-3 0 0,0 3 0 0,0-1 216 0,0 1-91 0,0 0-47 16,0 0-22-16,0-2 67 16,0 0-50-16,1-1 1 0,6-3 26 0,4 2-33 15,1 0-1-15,-3 0 60 0,5-1-51 0,-2 1-21 16,-1 0 0-16,3 2 76 0,0-2-49 0,0 3-16 16,-1-3-8-16,3 2 62 0,-2 0-43 0,2 0-22 15,-2 1 26-15,-1-2-47 0,1 3-1 0,-2 0 1 16,2 0-23-16,-5 0-1 15,2-1 32-15,-1 1-64 0,-1 0 27 0,-1 0 1 0,0 0 28 0,-3 0-124 16,-1 0 66-16,-2 0 5 16,0 0 21-16,-1 0-184 0,1 0 92 0,-2 0 27 15,0 0 28-15,0 0-60 0,0 0 38 0,-5 0 4 16,-4 0-34-16,-1 0 17 0,0 0-9 0,1 0 15 16,-4 4 32-16,4-3 0 0,-2 3 0 0,-1-2 77 15,3-1-46-15,1 2 7 0,0-2-37 0,1-1 213 16,1 2-99-16,3-2-38 0,-1 2-34 0,-1 0 229 15,0 0-115-15,3 4-35 0,-2 3 58 0,1 3-40 16,1 1-29-16,0 2 62 0,2 2-53 16,0 2-28-16,0 5 1 0,0-1 18 15,0-1-14-15,4 8-8 0,3-2-24 0,3 0-38 16,-2 2-1-16,-1 2 39 0,0 0 9 0,1 2-123 16,-3 0 56-16,-2 2 30 0,0-1-78 0,-1 2 31 15,-2 1 40-15,0-1-193 0,0-1 98 0,-2 0 23 16,-3-4 33-16,-1-4-67 0,0-7 35 0,-1 0 6 15,1-7 0-15,1-2 74 0,-1-5 0 0,0-1-39 16,0-2-8-16,4-4 79 16,-5 0-35-16,4 0-10 0,0 0 125 0,0 0-61 15,1 0-40-15,2 0 77 0,-1 0-49 0,1 0-10 16,0 0 0-16,0 0 79 0,0 0-46 0,6 0-11 16,2 5-1-16,5-1 82 0,2 1-53 0,3 0-25 15,0-2 9-15,1 1-7 0,3-3-29 0,-1 2-1 16,4-3-130-16,1 0 65 0,-6 0 42 0,6 0-140 15,-3 0 80-15,0 0 27 0,-5 0 25 0,3 0-454 16,-2-3 222-16,-6 2 76 0,1-1 66 16,-1 0-402-16,-1-4 229 0,0 1 106 15,-1-3 66-15</inkml:trace>
  <inkml:trace contextRef="#ctx0" brushRef="#br0" timeOffset="150664.67">8693 10047 1743 0,'1'-4'0'0,"8"1"0"0,-2 0 0 0,-2-2 0 0,3 1 0 0,2-1 0 0,-1-1 0 0,4 2 273 15,3-2-124-15,-1 1-58 0,3-2-30 0,-2 5 65 16,2-2-46-16,-1 2-16 0,-3 0-297 0,-1 2 133 16,1 0 66-16,-5 0-478 0,0 0 267 0,-1 4 140 15,-2 9 61-15,-4 2-539 0</inkml:trace>
  <inkml:trace contextRef="#ctx0" brushRef="#br0" timeOffset="150897.54">8723 10268 1400 0,'-8'8'0'0,"7"3"0"0,-1-1 0 0,2-2 0 0,0-3 0 0,0 0 0 0,2 1 0 0,6-2 282 0,6-3-124 0,5 3-55 15,0-4-39-15,2 0 293 0,1 0-162 0,0 0-26 16,-1 0-69-16,-2 0-25 0,0 0-8 0,-5 0-167 15,-1 0 66-15,-3 0 34 0,-1 0-1 0,-2 0-117 16,-4 0 71-16,-1 0 40 0,0 0 0 0,0 0-20 16,-2 0-3-16,0 0 30 15,0 0-75-15,0 0 124 0,-6 0-56 0,1-1-5 16,-2-7-111-16,4 0 56 0,2 1 23 0,-2 0-582 16,3 1 296-16</inkml:trace>
  <inkml:trace contextRef="#ctx0" brushRef="#br0" timeOffset="153857.67">9962 9643 715 0,'0'0'0'0,"0"0"0"0,0 0 0 0,0 0 0 0,0 0 0 0,0 0 0 0,0 0 131 15,0-1-49-15,0-7-25 0,0 0 1 0,3-3 81 16,0 1-44-16,-2-6-36 0,2 1 1 0,-1-2-27 15,0-2-1-15,0 0-37 16,-2 0 46-16,0 1-8 0,0 1-1 0,0-2-53 16,-8 4 27-16,0 0 0 0,-3 2 35 0,0 2-47 15,-2 1 0-15,-2 6 6 0,0-3 26 0,-2 5-7 16,0 2 5-16,0 0-20 0,0 0 58 0,-1 2-22 16,1 6-1-16,-3 5 20 0,6-1-24 0,-2 3-12 15,4 1 1-15,1 1 39 0,1 2 0 0,2 3-21 16,5 0 6-16,1 6 5 0,2 3-20 0,0 1-1 15,0-1 1-15,5 3 28 16,4 5 7-16,3-5-35 0,3 10 24 0,2-4-24 16,-2-3-1-16,2 1-29 0,-2-5 8 0,2 3 22 15,-2 0 0-15,0-1-29 0,-2 0 1 0,-1-2 36 16,-3-4-8-16,-4 4-82 0,-1-5 31 0,-2 2 20 16,-2-4-20-16,0-2-9 0,0 5 10 0,-8-7 1 15,-1-3-21-15,-3 0 22 0,0-2-14 0,-1-4-171 16,-1-2 91-16,1-1 50 0,-2-5 16 15,0-3-131-15,2-2 63 0,4 0 35 16,-2-2 9-16,4-11-269 0,6-7 152 0,1-5 76 16,0-5 37-16,10-2-279 0,6-7 163 0</inkml:trace>
  <inkml:trace contextRef="#ctx0" brushRef="#br0" timeOffset="154165.84">10112 9722 795 0,'23'-43'0'0,"-1"1"0"0,-8 11 0 0,1-5 0 0,-2 0 0 0,-4 2 0 0,-1-1 0 0,-2 1 0 0,-2 4 132 0,-3 0-49 0,-1 5-17 0,0 5 98 16,0 1-66-16,-1 6-32 0,-5 4 65 16,-3 3-48-16,-1 2-18 0,-3 4-7 0,1 0 10 15,-2 5 0-15,-4 16-35 0,4 2-1 0,-2 5 49 16,2 4-8-16,1 2-41 0,1 2 122 0,3 0-60 16,4 2-31-16,1-3 147 0,1-2-93 0,3-1-42 15,0-2-21-15,0 0 46 0,8-1-34 0,3 0 9 16,0 0-43-16,3-1 31 0,-3 0 0 15,2 1-30-15,-2 1 0 0,0 3-57 16,-1 1 24-16,0-2 1 0,-3 2-106 0,-2-2 68 16,0 1 35-16,-3-6-161 0,0 5 69 0,-2-4 52 15,0-2-3-15,0-4-213 0,-2-1 103 16,-7-2 58-16,4-2-326 0,-2-1 195 0,-1-6-111 16,3 2 152-16,-1-5 78 0,0 2 30 15,1-1 7-15,-1-3-329 0</inkml:trace>
  <inkml:trace contextRef="#ctx0" brushRef="#br0" timeOffset="154355.84">9997 10379 659 0,'-12'6'0'0,"3"-1"0"0,3 1 0 0,1 0 0 0,-2-3 0 0,6-1 484 16,-3-2-226-16,4 0-113 0,0 0-56 0,0 0 326 16,16 0-184-16,4 0-102 0,2 0-49 0,5-2 239 15,-1-3-143-15,2-1-72 16,-6 0-15-16,10-1-33 0,-5 2 1 0,-1 1-207 15,-5 2 92-15,2 0 45 0,-5 1 31 0,-1-2-395 16,-6 3 205-16,-2 0 103 0,0 0 50 0,-4 0-651 16,-3 0 310-16,-2 8 168 0,0 3 80 0</inkml:trace>
  <inkml:trace contextRef="#ctx0" brushRef="#br0" timeOffset="154702.26">10031 10426 885 0,'-11'0'0'0,"6"2"0"0,1-1 0 0,1 2 0 0,1-3 0 0,0 0 124 16,2 0-37-16,0 2 352 0,0 4-203 0,7 0-102 15,7 1-51-15,-1 2 53 0,3 2-44 0,0 1-33 16,1 1-1-16,-2 0-181 0,-1 2 77 0,-2 0 40 16,-3 0 8-16,-3 2-211 0,-3 2 121 0,-3 1 60 15,0 1-63-15,0-2 9 0,-11 0 52 0,-1-3-114 16,-4 0 60-16,0-4 1 0,-4-1 25 0,1-1 256 15,3-3-122-15,-1-1-51 16,4-2-29-16,4-2 459 0,-1 1-223 0,4-3-69 16,3 2-74-16,1-2 270 0,2 0-164 0,0 0-81 15,0 2 19-15,7 3-42 0,9-4-34 0,2 1 112 16,6 0-68-16,1-2-34 0,0 2 0 0,-2-2-24 16,7 0-11-16,-1 0 138 0,-1 0-170 0,-2-2-314 15,1 0 225-15,-4-1 69 0,0-2 22 0,0 3-577 16,0-1 288-16,-2-1 90 0,-1 2-528 15,-1-2 339-15,2-1 180 0,-5-1-187 16</inkml:trace>
  <inkml:trace contextRef="#ctx0" brushRef="#br0" timeOffset="155276.47">10716 9622 1258 0,'-16'-1'0'0,"5"-1"0"0,8 2 0 0,1 0 0 0,0 0 0 0,2 0 0 0,0 0 0 0,0 0 197 0,9 0-81 0,9-2-42 15,5 0 142-15,4-2-83 0,1 0-54 0,4-1 6 16,-2 1-26-16,0 0 1 0,-5 3-19 0,6-2-31 16,-10 2 1-16,1 1 21 0,-3 0 1 0,-3 0-59 15,-5 0 37-15,-2 0-8 0,-2 4-8 0,0 1 0 16,-6 3 37-16,1-1 1 15,-2 2 35-15,0 3-6 0,0-1-65 0,-2 4 119 16,-9 3-45-16,-2 2-22 0,-3 2 18 0,0 2-70 16,-5 7 2-16,1-1 34 0,-3 2 0 0,2-2-74 15,0 2 45-15,1-3-8 0,3-2-107 0,0-3 74 16,6-5 15-16,0 0-26 0,3-4 21 0,3-4-2 16,0-1-1-16,4-3 154 0,1-1-68 0,0-3-28 15,0 1-11-15,0-2 146 0,6 1-76 0,7 0-36 16,1-3-4-16,5 0 71 0,2 0-15 15,-1 0-38-15,3 0-1 0,0 0 10 16,0 0-1-16,-3 0-40 0,1 0-87 0,-2-3 39 16,-3 3 24-16,-2 0-317 0,-1 0 157 0,-4 0 87 15,-1 0 25-15,-2 0-501 0,-3 0 237 0,-1 0 135 16,0 0 68-16,0 0-405 0,-2 0 228 0,0 0 126 16,-4 0 59-16</inkml:trace>
  <inkml:trace contextRef="#ctx0" brushRef="#br0" timeOffset="155434.99">10824 9850 994 0,'-16'0'0'0,"0"0"0"0,9 0 0 0,0 0 0 0,3 0 0 0,1 0 0 0,1 0 0 0,2 0 252 0,0 0-109 0,3 0 283 16,12 0-197-16,0 0-98 0,4 0-40 0,5 0 155 16,-5 0-106-16,8 0-54 0,-4 0-27 0,-2 0-279 15,6 2 122-15,-3 3 65 0,1 5-239 0,-3-1 152 16,3 2 77-16,-4 1-276 0</inkml:trace>
  <inkml:trace contextRef="#ctx0" brushRef="#br0" timeOffset="155941.67">11520 9936 978 0,'0'0'0'0,"0"0"0"0,0 0 0 0,-2-2 0 0,-2-3 0 0,-1-5 0 0,1-1 0 0,-1-2 0 0,2 0 156 16,-1-4-61-16,2 2-24 0,-1-2-39 0,-3 0 1 16,1 2-1-16,-2 2-43 0,-2 0 22 0,0 1 8 15,-3 4 14-15,1 3-8 0,-1 3 8 0,-4 2 0 16,2 0-1-16,-2 6 63 0,-2 13-35 0,1 3 0 16,2 7 49-16,-1 3-38 0,6 1 0 0,-1 6 15 15,6-5-31-15,3 2 1 0,2-2-24 0,0-4 63 16,2-4-31-16,8-7 7 15,5 2-38-15,0-6-24 0,2-2 0 0,2-6-91 16,-1-1 58-16,3-6 36 16,-2 0-8-16,1 0 29 0,3-11-186 0,-6-7 76 15,0-5 48-15,-2-4-169 0,-2-5 97 0,1-7 30 16,-4-1 28-16,1-1-69 0,-2-4 41 0,1-2 0 16,-2-6-62-16,-1-8 50 0,0-2-60 15,3-1 55-15,-4-3 27 0,1 11-8 0,-3-5 111 16,-1 9-37-16,2 15-1 0,-5 8-36 0,0 5 330 15,0 11-174-15,0 2-69 0,0 5-43 0,0 4-2 0,0 2 235 16,-5 0-93-16,0 21 213 0,-1 3-166 0,3 6-83 16,-3 4 154-1,3 11-118-15,1-6-52 0,0 16-37 0,-1-8 33 16,3 1-32-16,-2 2 1 0,2-3-33 0,0-6-176 16,0 10 83-16,-1-6 48 0,1-2 22 0,0 0-183 0,-2-2 104 15,2-7 59-15,0 2 18 0,0-6-558 0,0-10 269 0,2 1 79 16,6-7 85-16,1-5-402 0,4-6 247 0,2-3 121 15</inkml:trace>
  <inkml:trace contextRef="#ctx0" brushRef="#br0" timeOffset="156282.76">12102 9669 786 0,'7'-14'0'0,"-3"2"0"0,1-1 0 0,0-4 0 0,-3 0 0 0,0-1 0 0,-2 1 294 0,0 1-123 0,0 3-73 15,-2 3-32-15,-7 1 93 0,0 4-62 0,-5 3-33 16,-3 2 9-16,-8 0 120 0,1 16-80 0,-2 2-41 16,-1 6 87-16,3 2-63 0,1 1-23 0,5-1 42 15,2-1 20-15,7-8-50 0,4 1-27 0,5-1 63 16,0 0-32-16,0-4-32 0,11 0 0 0,4 0 0 16,7 0-24-16,1-1 0 15,-2-2 8-15,9-2 4 0,-4 4-12 0,0 0 0 16,-2-1-47-16,1 2 24 0,-9 0 8 0,3 4-73 15,-5-1 43-15,-3 3 23 0,-7 0-22 0,-2 2 2 16,-2 1 21-16,-4 3 6 0,-13-2-22 0,-5-2 197 16,-5 1-87-16,-3-1-43 0,-3-4-16 0,-1-3 169 15,2-1-216-15,-2-3 0 0,1-3 0 0,8-3 0 16,-2 0 0-16,5-4 0 0,4 0-725 0,9 0 430 16,2 0 133-16,3-2-693 0,4-2 415 0</inkml:trace>
  <inkml:trace contextRef="#ctx0" brushRef="#br0" timeOffset="156435.84">12661 10023 1667 0,'0'0'0'0,"-1"0"0"0,1 0 0 0,0 0 0 0,0 0 0 0,0 0 10 0,-4-2-35 0,-1 0 617 15,1 0 98-15,-2-4-329 0,2 2-164 0,0-1-452 16,4 3 140-16,-2 0 74 0</inkml:trace>
  <inkml:trace contextRef="#ctx0" brushRef="#br0" timeOffset="167611.59">14357 9224 634 0,'0'-12'0'0,"0"4"0"0,0 4 0 0,0 0 0 0,0 1 0 0,0 0 0 0,0 2 201 0,0-1-85 0,0 2-33 16,0 0-29-16,0 0 87 0,0 0-54 0,0 3-28 16,0 11 0-16,0 1-18 0,0 2-9 0,-1 5 1 15,-8 0-22-15,-3 5-1 0,-1 2 23 0,-2 0-78 16,-2-1 35-16,0 0 21 0,-1-1 0 0,0-3-122 15,2-7 74-15,-2 2-2 0,2-5 7 0,-1 1 6 16,4-9 0-16,-1 0 3 0,7-4 80 0,-2 0-30 16,4 0 0-16,0-2 183 15,3 0-100-15,2 0-39 0,0 0-6 0,0 0 112 16,0 6-72-16,0 3-36 0,7 6 0 0,2 0 48 16,0 6-34-16,0 5-29 0,-1-1 0 0,-3 6 23 15,-1 1-22-15,-2 0 1 0,0 0-46 0,0 2-7 16,-2 0 30-16,0-2-54 0,0-2 27 0,0-4 1 15,0-2 34-15,0-1-293 0,0-2 121 0,1-4 74 16,1-8 4-16,0 0-435 0,0-5 207 0,0-3 129 16,2-1 59-16,0-3-315 0,0-20 187 0</inkml:trace>
  <inkml:trace contextRef="#ctx0" brushRef="#br0" timeOffset="167982.21">14162 9557 1403 0,'0'-8'0'0,"0"4"0"0,0 2 0 0,0 1 0 0,0 1 0 0,2-2 0 0,6 0 0 0,5-2 0 0,7-1 149 0,5 1-59 0,0-2-20 0,6 2 201 16,0 1-119-16,0-1-59 0,1 1-31 0,0 1-24 15,2-1 3-15,-2 0-8 16,0 1-87-16,-4 0 43 0,0-1 23 0,-5 2-1 16,-1-1-60-16,-3 0 37 0,-3 2 22 0,-7 0-6 15,0 0-10-15,-4 0 1 0,-3 0-7 0,3 0 91 16,-4 0-48-16,-1 0-1 0,0 0-32 0,0 0 265 15,0 0-98-15,0 0-72 0,0 8-16 0,0 4 141 16,0 2-93-16,0 4-37 0,-1 0 85 0,1 6-69 16,0 3-36-16,0-2-2 15,0 2 161-15,0 2-227 0,1-1 0 0,7 0 0 16,-1-2 0-16,2 0 0 0,1 1 0 0,-3-6 0 16,1 3 0-16,-1-2 0 0,-1 1 0 0,-2-4-280 15,0-1 176-15,-3 1 59 0,1-4-157 0,-2 0 94 16,0-6 21-16,0 3-99 0,-3-5 76 0,-5-1 30 15,-2-1 9-15,-1 0-256 0,2-5 146 0,-4 0 75 16,0 0 36-16,-3 0-213 0,0-6 129 0,-3-11 61 16,-2-2-471-16</inkml:trace>
  <inkml:trace contextRef="#ctx0" brushRef="#br0" timeOffset="168266.61">14350 9781 1133 0,'-13'3'0'0,"3"1"0"0,5 0 0 0,-2-1 0 0,3-3 0 0,0 0 0 0,3 0 0 0,-2 0 191 0,3 0-71 0,0 0-48 0,0 0-84 16,6 0 22-16,3 0 0 15,2-3 23-15,3-3-56 0,-1 1 23 0,2-1 1 16,0 0-126-16,0 2 80 0,-2 2 38 0,-4 0 8 16,1 2-82-16,-4 0 15 0,-1 0 36 0,-3 0 127 15,0 6-68-15,-2 2-31 0,0 3-10 0,-6 0 308 16,-3-1-136-16,-3 1-73 0,1 0-13 0,0-5 99 15,1 2-75-15,-1-3-32 0,2 1-67 0,1-4 34 16,-1-2 0-16,4 0-220 0,-3 0 106 16,2 0 56-16,2 0 30 0,-1-2-347 15,3-6 161-15,0-1 58 0,2-4 60 0,0 0-319 16,2-3 175-16,11 2 87 0,4-2 35 0</inkml:trace>
  <inkml:trace contextRef="#ctx0" brushRef="#br0" timeOffset="168679.1">15046 9540 1490 0,'-9'-3'0'0,"6"-5"0"0,3 1 0 0,0 3 0 0,0-4 0 0,0 1 0 0,3 1 0 0,7-1 244 0,0 6-97 0,6-1 54 16,-2 2-84-16,2 0-42 0,-2 0-21 0,0 10 102 15,0 5-53-15,-1 1-40 0,-4 3 1 0,1 0-53 16,-5 4 1-16,-1-1 21 0,-2 1 8 0,-2 0-79 15,0 1 36-15,0-4 0 16,-9-1-38-16,-5 0 37 0,1-3 8 0,-4 0 27 0,-1-5-45 0,-3-1-10 16,1-3 20-16,-1-1-121 15,0-3 65-15,0-3 14 0,4 0 22 0,2 0-218 16,6 0 111-16,0 0 45 0,5 0 25 0,2-5-230 16,2-3 130-16,0-1 63 0,11-2-226 0,10-3 146 15,-3 3 63-15,9-4 46 0,-1 4-220 0,-1-3 128 16</inkml:trace>
  <inkml:trace contextRef="#ctx0" brushRef="#br0" timeOffset="168925.44">15280 9602 596 0,'19'-9'0'0,"-3"-1"0"0,0-1 0 0,-5 3 0 0,-4 1 0 0,1-3 0 0,-2 1 0 0,-4-1 120 0,-1-3-44 16,1 4-21-16,-2 0 138 0,0 1-85 0,0 0-37 16,0-1 0-16,0 4 222 0,-5 1-130 0,-3 2-56 15,0 1-42-15,-3 1 171 0,2 0-102 0,-5 7-50 16,2 9 35-16,0 4-35 0,-3 6-29 0,4 2 2 15,0 0 1-15,1 0-25 0,3 1-1 0,4-8 32 16,1 4-31-16,2 0-1 0,0-1 1 0,0-3 29 16,2 0-1-16,5-3-20 15,4-1-8-15,2-3-38 0,0-2 1 0,4 0 37 16,0-3-275-16,2-2 137 0,-3-1 48 0,4-4-456 16,-4 0 233-16,1-2 126 0,2 0 45 0,1 0-183 15,5-6 133-15,-4-5 63 0,1 0 32 0,-1 0-285 16</inkml:trace>
  <inkml:trace contextRef="#ctx0" brushRef="#br0" timeOffset="169318.39">15682 9538 799 0,'-8'-1'0'0,"1"-5"0"0,3 0 0 0,-2 3 0 0,1-1 0 0,-1-1 0 0,2 2 0 0,-1 1 224 0,0 2-95 0,0 0-40 16,0 4-33-16,-1 9 281 0,-1 7-152 0,3 5-77 16,2-2 144-16,1 6-114 15,1 0-52-15,0-9 75 0,1 3-65 0,8 0-31 16,4-5 8-16,4-3-80 0,3-2 40 0,0-5 0 16,2-3 0-16,1-2-96 0,-1-3 56 0,5 0 16 15,-1-3 0-15,0-10-50 0,-1-4 36 0,-3-3 1 16,-3 4-99-16,4-13 58 0,-9 5 0 0,0-7 25 15,-5 3-210-15,-3-6 106 0,-5 1 24 0,-1-11-83 16,0 5 75-16,-3-1 37 16,-10 7 1-16,-2-2-12 0,-4 9 17 0,-2 6 8 0,-3 5 71 15,-3 7-23-15,-1 6-1 0,0 2-22 16,1 3 192-16,-2 13-92 0,5 3-50 0,3 3 199 16,2 1-97-16,6 3-64 0,7-7 0 0,1 12-76 15,5-5 0-15,0 1 38 0,3 0 30 16,12-1-479-16,6 3 220 0,2-3 97 15,3-2 57-15</inkml:trace>
  <inkml:trace contextRef="#ctx0" brushRef="#br0" timeOffset="169493.84">16172 9489 1700 0,'0'-4'0'0,"0"1"0"0,0 2 0 0,0-2 0 0,0 1 0 0,-2 0 0 0,2 0 0 0,0 2 0 0,0 0 506 0,2 2-237 0,5 9-118 15,3 4-59-15,1 0-58 0,-2 4 7 0,5 4-9 16,-3-1-185-16,-2-3-176 0,5 2 181 16,-3-4 90-16,1 0-257 0,0-5 169 15,1 1 90-15,-3-10-634 0</inkml:trace>
  <inkml:trace contextRef="#ctx0" brushRef="#br0" timeOffset="169678.34">16416 9386 627 0,'2'-7'0'0,"0"0"0"0,-2 6 0 0,0-1 0 0,0 2 0 0,0 0 540 0,0 6-254 0,-6 12-126 16,-1 7-64-16,-5 5 404 0,-2 9-238 0,-4 3-114 15,0 3-58-15,-5 2 206 0,1 3-131 0,0-1-58 16,-1 2-110-16,0-3 0 0,0 1 36 0,3 1-180 16,1-6 90-16,3-4 53 0,0-5 15 0,4-3-553 15,3-11 288-15,6-8 108 0,-1-1 84 0,4-6-615 16,0-6 327-16</inkml:trace>
  <inkml:trace contextRef="#ctx0" brushRef="#br0" timeOffset="170273.56">16496 9425 1188 0,'14'-18'0'0,"7"4"0"0,6 9 0 0,1-2 0 0,-1-5 0 16,1 1 0-16,1 1 148 0,1 1-49 0,-2 2-37 0,4 1 18 0,-4 0-23 0,0 4 0 15,-7 1-25-15,1 1-188 0,-5 0 90 0,-2 0 49 16,-3 1-257-16,-5 5 153 16,-1-1 77-16,-5 3 46 0,-1-1-247 0,-1 1 123 15,-12 0-20-15,-6-3 137 0,-3 2 0 0,-1 0-36 16,-3 2 9-16,3-2 121 0,3-1-61 0,-3 3-30 16,2 0 0-16,3 1 347 0,-1 1-142 0,3 5-101 15,0 0 10-15,4 7 271 0,1 4-167 0,2 2-96 16,0 10 224-16,2 1-155 0,0 1-78 0,3 5-40 15,1-8 159-15,1 12-102 0,0-7-48 0,2-8-26 16,0 1-21-16,0-2 0 16,0-9 8-16,2-1-226 0,3-5 108 15,1-4 56-15,-1-5 26 0,-3-5-393 0,3-3 166 0,-2-2 117 16,-1 0-444-16,0-13 259 0,0-10 128 0,-2-4-144 16,0-2 128-16,0-4 77 0,-6-10 34 0,-4 4-68 15,-1-2 52-15,1 7 25 0,-1-4-8 0,2 6 72 16,2 10-39-16,2 1 1 0,0 3-1 0,3 6 300 15,2 3-159-15,0 0-66 0,7 1 403 0,13 0-227 16,4 3-53-16,5-3-76 0,6 1 181 16,6 1-123-16,-6 1-57 0,2-1 13 15,2 2-36-15,9-2 1 0,-13 1-27 0,1 1 4 16,-1-2-12-16,-5 3 0 0,-7 2 0 0,-2-2 68 16,-1 0-26-16,-5 3-8 0,-6 0 35 0,-1 0-35 15,-3 0 0-15,-1 7 140 0,-3 2-80 0,-1 4-51 16,0 4-21-16,0 2 212 0,0 5-117 0,0 2 37 15,0-1-187-15,0 7 0 0,0-4 0 16,0 4 0-16,3-2 0 0,1 0 0 0,1 2 0 0,1-2 0 16,-3 0-284-16,1 0 174 15,-2-2 72-15,0-5-590 0,0-2 268 0,-2 1 170 16,0-6 61-16,0-2-442 0,-2-3 269 0,-6-4 135 16,-4 0 58-16,-6-4-368 0</inkml:trace>
  <inkml:trace contextRef="#ctx0" brushRef="#br0" timeOffset="170466.04">16811 9606 1175 0,'-9'-12'0'0,"2"5"0"0,5 3 0 0,-1 2 0 0,1 0 0 0,2 2 0 0,0 0 0 0,0 2 244 0,0 15-106 0,2 2 140 16,1 9 41-16,1-1-144 0,-2 8-70 0,1 1 84 15,-3 0-79-15,0-1-29 0,0 1-10 0,0-1-315 16,0-2 138-16,0-4 70 0,0-6-464 0,0 0 275 15,0-8 124-15,0-4 53 16,0-4-312-16,0-7 98 0</inkml:trace>
  <inkml:trace contextRef="#ctx0" brushRef="#br0" timeOffset="170617.64">16875 9549 1045 0,'0'0'0'0,"0"0"0"0,0 9 0 0,1 5 0 0,1 1 0 0,4 8 0 0,-1 1 526 0,2 5-247 0,-2 3-114 15,1 2-71-15,-1 2 277 0,-1-2-169 0,-1 0-84 16,2 0-43-16,0-2-179 16,-1-3 65-16,0-4 35 0,-1-3-245 0,-1-3 141 15,0-2 70-15,0-3-659 0</inkml:trace>
  <inkml:trace contextRef="#ctx0" brushRef="#br0" timeOffset="170762.25">16799 9822 1005 0,'-7'0'0'0,"3"0"0"0,0 0 0 0,3 0 0 0,1 0 0 0,0 0 0 0,0 0 387 0,9 0-177 0,6 0-89 15,0 0 30-15,2 0-51 0,-1 0-37 0,2 0-1 16,-2 0-502-16,0 0 236 0,-2 2 127 0</inkml:trace>
  <inkml:trace contextRef="#ctx0" brushRef="#br0" timeOffset="170898.87">16799 9970 973 0,'-9'0'0'0,"5"0"0"0,1 0 0 0,1 0 0 0,2 0 0 0,0 0 0 0,0 0 0 0,9 0 0 0,5 0 288 16,-4 0-128-16,3 0-63 0,1 2-25 0,-3 4-324 16,-1 3 141-16,-1 2 73 0</inkml:trace>
  <inkml:trace contextRef="#ctx0" brushRef="#br0" timeOffset="171046.99">16775 10146 1253 0,'-19'6'0'0,"0"0"0"0,6-2 0 0,2-1 0 0,1-1 0 0,3 0 0 0,2-2 0 0,3 0 201 15,2 0-76-15,0 0-50 0,3 0 159 0,13 0-101 16,2-2-49-16,7-2 121 0,-4-1-78 0,9-1-52 16,0-2-20-16,2 1-258 0,0-2 118 0,-2-1 59 15,2-1-549-15,-3 2 300 0</inkml:trace>
  <inkml:trace contextRef="#ctx0" brushRef="#br0" timeOffset="171232.62">17280 9630 1140 0,'-4'-15'0'0,"4"6"0"0,0 1 0 0,0-3 0 0,5 2 0 0,5-1 537 15,5 3-257-15,8-3-123 0,-1 2-63 0,2 3 70 16,3-1-66-16,-3 5-24 0,6-1-9 0,-1 2-142 15,-1 0 55-15,-4 0 27 0,-3 0-342 0,1 0 192 16,-3 3 86-16,-6 2-438 16,-4-2 262-16,0 0 129 0,-4 1-61 0,-5-2-286 0</inkml:trace>
  <inkml:trace contextRef="#ctx0" brushRef="#br0" timeOffset="172065.09">17485 9282 865 0,'-16'-4'0'0,"3"1"0"0,6 3 0 0,1 0 0 0,0 4 0 0,4 11 0 0,2 5 241 0,0 6-104 0,0 6-44 16,2 9-34-16,4 6 480 16,2-1-253-16,-3 5-127 0,-1-1 221 0,2 1-166 15,-5-2-94-15,1-1-124 0,0 0 1 0,-2-5 35 16,0-7 1-16,0 1-271 0,-4-3 131 0,-3-6 70 16,0-5 34-16,-3-4-271 0,1-5 153 0,1-5 9 15,-1-6-66-15,-3-3 22 0,3 0 62 0,0-3 31 16,-1-13-8-16,1-3-7 0,0-2 45 0,1 1 76 15,0-1-38-15,1 0 0 0,4-1-38 0,-1 1 150 16,4 1-70-16,0-5-38 16,0 3 0-16,4-3 48 0,6 1-34 0,4-2 8 15,1 0-96-15,2-3 29 0,1-1 40 0,3-2 28 16,0 2-386-16,1-3 156 0,1 2 91 0,-2 4-232 16,1-2 152-16,-3 3 78 0,2 4 38 0,-7 2 11 15,4 4 27-15,-6 2 0 0,-3 3 0 0,0 4 253 16,-4 1-127-16,-1 4-71 0,-2 0 191 15,-1 0-122-15,-1 2-62 0,0 0 6 0,0 0 460 0,0 8-210 16,0 3-126-16,0 3 20 0,0 2-74 16,0 3-36-16,0 0 8 0,0 2-251 15,0-5 104-15,0-1 51 0,0-5 26 0,0-2-297 16,0-3 169-16,0-3 68 0,0-2-239 0,2 0 108 16,0-13 82-16,2-5 8 0,-2-6-1 0,0-5 36 15,0 0-1-15,0-3 58 0,2 1-1 0,-3-2-30 16,1 9-8-16,0 0 168 0,0 3-80 0,2 6-40 15,-3 3 0-15,5 2 336 0,0 3-176 0,2 4-48 16,-1 1 105-16,4 2 6 16,-1 0-99-16,1 0-49 0,-2 11 12 0,3 5-35 15,-5 0 0-15,2 9-143 16,-4 1 58-16,2 1 30 0,-3-4 7 0,-1 9-371 0,-1-3 196 0,0 0-312 16,-2 2 233-16,0 0 83 0,-4-2 60 15,-7-1-122-15,-1-3 95 16,0-3 28-16,-2-5 110 0,1 2-35 0,0-6-17 0,2-4 129 15,5-1-60-15,1-2-30 0,1-5-1 0,-1-1 343 16,5 2-195-16,0-2-84 0,0 2-47 0,3-1 409 16,6 1-203-16,2 4-69 0,1 2-52 15,1 1 152-15,0 4-109 0,-1 4-54 0,-2 4-28 0,-2 1 43 16,-4-1-27-16,-2 8-9 0,-2-3-34 0,0 0-22 16,-5 0 0-16,-7-2 22 0,-1-1-91 15,-4-1 41-15,-2-5-214 0,2-5 133 16,-4-1 65-16,1-5 32 0,1-4-339 0,0-2 167 15,2 0 83-15,2-12 11 0,0-10-228 0,4-5 137 16,3 0 61-16,5-6-5 0,1 4 41 16,2 1-1-16,0 7 244 0,0 0-101 15,2 4-59-15,5 8-18 0,1-1 1 0,3 6 423 16,2 4-225-16,2 0-119 0,3 6-30 0,3 11-33 0,0 3 341 0,4 7 27 16,5 3-172-16,-6-5-78 0,12 9 25 15,-2-8-59-15,2-2-31 0,-1-1-175 0,2-7 73 16,-3-3 44-16,2-1-7 0,0-5-625 15,0-3 331-15</inkml:trace>
  <inkml:trace contextRef="#ctx0" brushRef="#br0" timeOffset="172243.61">18185 9181 1996 0,'0'-10'0'0,"4"10"0"0,9 0 0 0,-4 3 0 0,-4 0 0 0,2 5 0 0,-2 1 243 0,1 3-97 0,-1 1-61 16,-1 2-17-16,1 0 0 0,-4 2-35 16,1-1-1-16,0-3-394 0,0 2 193 0,0-5 101 15,-1-4-590-15,1-4 335 0</inkml:trace>
  <inkml:trace contextRef="#ctx0" brushRef="#br0" timeOffset="172483.98">18191 8920 1635 0,'-8'-13'0'0,"6"6"0"0,2-1 0 0,0 3 0 0,0-5 0 0,8 4 0 0,10-1 0 0,7 1 0 0,5 2 236 0,4 3-94 0,1-1-58 0,1 0 81 15,0 2-66-15,0 0-33 0,-2 0-1 0,-10 0-29 16,3 0-3-16,-4 5 0 0,-4 2-1 0,-6 1 1 16,-3 2 0-16,-4 1 68 0,-4 3-39 0,-2 4 1 15,0 2-31-15,-8-1 147 0,-2 2-65 0,-3 5-45 16,4-1 0-16,-1-1-108 0,5-4 37 15,1 9-1-15,2-8 44 0,2 3-159 16,0-1 75-16,0-3 38 0,0 1-520 0,2 0 264 16,0-2 101-16,3-3 24 0,-1 1-482 0,0-2 292 15</inkml:trace>
  <inkml:trace contextRef="#ctx0" brushRef="#br0" timeOffset="172659.53">18196 9230 988 0,'-5'-6'0'0,"5"3"0"0,0 1 0 0,7-2 0 0,6-1 0 0,4-1 499 0,4-1-232 0,1 3-118 15,6-4 148-15,3 2-132 0,0-1-58 0,-1 1-41 16,2 3 46-16,-2-2-39 0,-7 4-1 0,2-1-449 16,-7 2 213-16,-1 0 94 0,-4 0 51 0,-3 11-713 15</inkml:trace>
  <inkml:trace contextRef="#ctx0" brushRef="#br0" timeOffset="172818">18281 9337 431 0,'-13'2'0'0,"5"-1"0"0,6 3 0 0,2-2 0 0,0-2 0 0,0 0 447 16,6 0-207-16,7 0-103 0,2-2 282 0,3 1-193 16,2-3-88-16,-1 2-57 0,-1 1-15 0,3-2 1 15,-2 2-35-15,-3 1-337 0,-2 0 176 0,-3 0 77 16,0 0 43-16,-3 0-525 0,-2 5 277 0</inkml:trace>
  <inkml:trace contextRef="#ctx0" brushRef="#br0" timeOffset="173341.34">18418 9372 404 0,'-11'7'0'0,"-1"-5"0"0,5-1 0 0,0 5 0 0,1-2 0 0,0-3 0 0,2 3 228 0,2 0-98 0,0-1-40 16,2 3-33-16,0 0 63 0,0-1-44 0,0 3-21 15,0-2-151-15,0 1 73 0,0-1 23 0,0 0 1 16,0 1-169-16,0-1 101 0,0-1 49 0,-1 1-60 15,-5-2 47-15,1-1-11 16,1-3 26-16,0 2 7 0,0-2-1 0,4 0-39 16,0 0-16-16,0 0 291 0,0 0-118 0,4-2-57 15,7-1 95-15,2-1-52 0,3-2-15 0,-2 2-150 16,2 1 59-16,-2 1 21 0,2 0 0 0,-7 2-112 16,2 0 64-16,-5 0 34 0,0 4 3 0,-5 5-297 15,-1 2 147-15,0 3 36 0,-9 0 0 0,-3 1 26 16,0-3 29-16,-2-1 0 0,3 1 180 0,2-5-83 15,-1 2-31-15,1-1 0 16,2-2 291-16,-1-1-159 0,4 2-49 0,-2-2 145 16,4 0-72-16,1 2-70 0,1 1 6 0,0 2 191 15,0 1-127-15,0 1-56 0,0 4-41 0,0 0 283 16,0 6-158-16,0-2-78 0,0 3 235 0,0-1-148 16,1 1-87-16,-1-3 102 0,0 1-90 0,0-2-45 15,0-2-23-15,0-4-57 0,2 0 10 0,-2-6-1 16,0-1 26-16,0-2-82 0,0-1 41 15,0-3 28-15,0 0-8 0,-3 0-204 0,-8 0 113 16,1-5 55-16,-3-5-349 0,-2 3 177 16,-4-4 43-16,0 1-94 0,-3-3 106 0,5 4 55 15,-4 0 18-15,3-1-10 0,-2 3 23 0,6 1-1 16,-2 0 23-16,7 5 56 0,0-1-36 0,-1-1 8 16,3 3-28-16,1 0 245 0,3 0-123 0,-1 0-60 15,1 3 292-15,-2 3-161 0,3 1-39 0,0 1-54 16,2 1-6-16,0 0 0 0,0 2-20 0,0-1-599 15,2-2 292 1,10 3 142-16,4-6-346 0,11-1 227 0,1-4 65 0</inkml:trace>
  <inkml:trace contextRef="#ctx0" brushRef="#br0" timeOffset="173479.96">18524 9805 1167 0,'14'0'0'0,"-1"6"0"0,1 2 0 0,-7 1 0 0,-2-4 0 0,-3 2 498 15,0 3-225-15,-2 0-123 0,0 1 219 0,0 1-168 16,-5 4-84-16,-1-3-42 0,1-2 198 0,-3 4-124 15,7-6-58-15,-2 1-468 16,3-3 206-16,0-3 101 0,0-2 60 16,4-2-853-16,11-2 449 0</inkml:trace>
  <inkml:trace contextRef="#ctx0" brushRef="#br0" timeOffset="173643.53">18927 9068 2470 0,'0'0'0'0,"-4"0"0"0,4 0 0 0,-4 9 0 0,-3 3 0 0,-4 4 0 0,-6 4 0 0,0 4 0 0,-2 1 0 0,0 1 265 0,-3 4-116 15,1 0-50-15,2 2-313 0,3-2 124 0,2 2 61 16,5-2 31-16,5-2-641 0,4-7 344 0,0-4 160 16</inkml:trace>
  <inkml:trace contextRef="#ctx0" brushRef="#br0" timeOffset="173773.18">18967 9292 1382 0,'9'-4'0'0,"-2"3"0"0,-1 1 0 0,-4 3 0 0,-2 13 0 0,-8 7 0 0,-10 8 202 0,-3 2-84 0,-2-1-35 15,-5 14 76-15,4-7-63 0,1 2-32 0,2-2-183 16,5-5 76-16,2 0 46 0,5-2-8 0,5-9-471 16,4-8 251-16</inkml:trace>
  <inkml:trace contextRef="#ctx0" brushRef="#br0" timeOffset="173884.87">18989 9626 2589 0,'4'4'0'0,"1"8"0"0,-1 4 0 0,-4 1 0 0,0 3 0 0,-14 3 0 0,-13 5 0 0,-1 7 0 0,-6 0 224 0,-10 10-100 0,3 0-136 0,-6 6 22 16,-5 3 1-16,-14 13 22 0,6-8-1136 0</inkml:trace>
  <inkml:trace contextRef="#ctx0" brushRef="#br0" timeOffset="179045.69">8250 11400 1039 0,'-8'0'0'0,"5"3"0"0,-2-1 0 0,3-2 0 0,2 2 0 0,-1-2 0 0,1 0 0 0,0 0 0 0,0 0 146 0,3 0-57 0,7 0-28 0,1 0 127 16,2 0-77-16,1-2-31 0,-1 0-9 0,2-1-8 16,-1 2 0-16,2-1-30 0,-1 1-1 0,2-2 9 15,-3 3-9-15,4 0 1 0,-4 0-57 0,4 0 29 16,-5 0-1-16,-2 0-62 0,5 0 42 0,-8 0 21 16,2 3-1-16,-3 0-93 15,-1-2 51-15,-2 2 9 0,-3-1-2 0,1 0 24 16,1-2 6-16,-1 2-15 0,-2-2 52 0,0 0-7 15,0 1-34-15,0 1 98 0,0 0-45 0,0 4-16 16,0 2-1-16,0 1 18 0,0 3-4 0,0 4-14 16,0 2-13-16,-7 9-34 0,0-1-1 0,-2 6 49 15,-3 2-11-15,-3 7-116 0,-2-2 54 0,-1-1 21 16,-1 2-13-16,2-8 12 0,-4 2-2 0,2 1-3 16,-1-3 55-16,4-6-14 15,-2-3-21-15,7-6 174 0,-2 0-83 0,4-6-38 16,3-2-21-16,1-3 209 0,0-3-104 0,5 2-27 15,0-4-39-15,0 0 41 0,0 4-37 0,7 1 1 16,9-3-20-16,4 1-9 0,5-1-9 0,1-3 1 16,2 0-26-16,4 0 26 0,-4 0 0 0,-2 0-82 15,3 0 37-15,-7 0 23 0,1 0-1 0,-4 3-243 16,-3 1 124-16,-2-1 41 0,-3 1 37 0,-4 2-408 16,0-2 204-16,-4-2 96 0,1-1-385 15,-2 0 238-15,-2-1 130 0,0 0 62 16</inkml:trace>
  <inkml:trace contextRef="#ctx0" brushRef="#br0" timeOffset="179226.21">8250 11629 1548 0,'-9'0'0'0,"4"0"0"0,5 0 0 0,0 0 0 0,0 1 0 0,3 7 0 0,6-3 0 0,5 5 0 0,6-3 490 16,4 4-229-16,-2 0-114 0,3-2-48 0,5-1 32 15,1 2-49-15,-2-1-25 0,4-1-134 0,-4-1 55 16,1-1 36-16,-2-1-522 0,0-1 270 0,1 1 135 16,-1-4 68-16</inkml:trace>
  <inkml:trace contextRef="#ctx0" brushRef="#br0" timeOffset="179379.79">8873 11457 1708 0,'0'0'0'0,"0"0"0"0,0 2 0 0,3-2 0 0,-2 0 0 0,6 0 0 0,3 0 0 0,1 0 0 0,5 0 281 0,-2 0-124 0,3 0-54 0,2 0-156 15,0 0 43-15,0 0 22 0,-1 0-1 0,-1 0-586 16</inkml:trace>
  <inkml:trace contextRef="#ctx0" brushRef="#br0" timeOffset="179528.4">8892 11814 2031 0,'-24'12'0'0,"6"-5"0"0,6 1 0 0,4-3 0 0,0-4 0 0,5 1 0 0,1-2 0 0,2 0 398 15,2 0-183-15,18 0-91 0,3 0 245 0,5-5-160 16,3-6-92-16,0 4-143 0,5-3 29 0,-2 3 0 16,-1-1 30-16,1 6-757 0</inkml:trace>
  <inkml:trace contextRef="#ctx0" brushRef="#br0" timeOffset="180579.8">9767 11186 934 0,'-5'0'0'0,"-3"0"0"0,5 0 0 0,-4 0 0 0,4 0 0 0,-1 0 0 0,0 0 0 0,3 0 0 0,1 3 277 16,0-3-122-16,0 0-61 0,0 2-31 0,0 0 119 16,1 1-67-16,5 1-45 0,4 0 89 0,-1-1-63 15,2 1-32-15,3-1 0 0,-2 0 14 0,1-1-9 16,4 0-36-16,-1-2 67 0,0 0-34 16,3 0 9-16,-2 0-43 0,4 0 53 15,-2 0-26-15,1 0 0 0,3 0-26 0,0 0 55 16,-2 0-32-16,2 0 0 0,0 0-3 0,0 2 1 15,2 0-21-15,-2-1 38 0,7 3-38 0,-2 0-1 16,3 0 1-16,0-2 15 0,3 1-16 0,0 0 9 16,1-2-8-16,4 0-29 0,7 2 0 0,2-3 28 15,2 0 1-15,4 0-23 0,12-3 21 0,-2-2 1 16,6-3-35-16,1-1 28 0,-2 2 3 16,-9 2-2-16,13-4-52 0,-8 6 25 15,-11-1-1-15,6 2-6 0,-4 0 0 0,3 2 27 16,5 0-6-16,-4 0-37 0,0 0-1 0,-7 0 32 15,14 0 6-15,-12 0-35 0,14-1-10 0,-5-1 38 16,-2-3-15-16,3 0-11 0,3 0 0 0,-12-1 14 16,14-3-80-16,-17 3 40 0,1 0 18 0,-3-1-37 15,-6 3 22-15,-10 0-2 0,3 0 17 0,-6 3-41 16,-8-2 15-16,-1 2 1 16,0-1 7-16,-7 0 52 0,0 2-46 0,-5 0 10 15,-2-2 40-15,-1 2 0 0,-4 0-38 0,-1 0-8 16,-1 0-138-16,0 0 70 0,-2 0 39 0,0 0-127 15,-11 0 80-15,-4 0 31 0,-6 0 9 0,1 7-537 16</inkml:trace>
  <inkml:trace contextRef="#ctx0" brushRef="#br0" timeOffset="181226.56">9825 11246 771 0,'0'-14'0'0,"0"5"0"0,-3 0 0 0,-1 6 0 0,0-1 0 0,-4 1 0 0,5 1 0 0,-5 0 0 0,5 2 199 15,-3 0-74-15,3 0-51 0,-1 5-20 0,1 9 95 16,1 2-58-16,2 9-29 0,0 4 8 0,0 8 25 16,2 2-32-16,5 5 1 0,0 2 101 0,0 5-66 15,0 0-25-15,4 2-8 0,-6 1 55 0,2 0-45 16,-1 1-21-16,2-2 28 16,-3 1-17-16,1-5-8 0,-1-4-25 0,-1-11 4 15,0 1-4-15,-1-5 0 0,0-5 8 0,-1-3-33 16,0-6 0-16,-2-4 24 0,0-3-40 0,0-2 20 15,-2-6 9-15,-8-1-186 0,-1 0 92 0,-3 0 32 16,0-3 27-16,-2-9-272 0,0-3 134 0,-3-5 49 16,2-1 41-16,2-4-102 0,0 0 66 15,1 6 24-15,2-8 8 0,3 8 74 0,0 2 1 0,2 6-42 16,2 4 57-16,-1 0-36 0,2 6 8 0,-4 1-29 16,3 1 199-16,-1 17-77 15,1 5-57-15,1 3 138 0,1 3-85 0,-1 2-10 16,1-1-32-16,3 0-88 0,0-4 33 0,0-3 31 15,0 1-348-15,0-3 164 0,0-2 84 0,5-7 28 16,2 0-198-16,0-4 80 0,2-5 75 0,5-3-291 16,-3 0 177-16</inkml:trace>
  <inkml:trace contextRef="#ctx0" brushRef="#br0" timeOffset="181434.52">10176 11562 1439 0,'5'-7'0'0,"-3"5"0"0,0 2 0 0,-2 6 0 16,0 9 0-16,0 9 0 0,0 3 0 0,0 5 0 0,0 10 591 0,0 3-279 0,0 3-139 0,0 1 149 0,0 1-136 15,0-1-80-15,0-2-33 0,0-4-40 16,1-9-1-16,5 1 1 0,1-8-240 0,-1 0 116 0,0-5 61 16,-1-4 32-16,-1-4-497 15,-2-5 264-15,0-1 119 0,-2-4 66 0,0-4-616 16,0 0 314-16,0 0 158 0,-8-6-226 0</inkml:trace>
  <inkml:trace contextRef="#ctx0" brushRef="#br0" timeOffset="181753.87">10124 11723 1452 0,'0'-34'0'0,"0"5"0"0,0 9 0 0,0-3 0 0,2 4 0 0,9 0 0 0,5 5 0 0,2 2 0 0,5 1 245 0,1 3-106 15,-4 4-45-15,5 3 109 0,-1 1-85 0,-1 0-43 16,2 7-21-16,-7 8 91 0,-2 2-49 0,-2 6-35 15,-2 1 0-15,-6 2-132 0,-3 4 52 0,-3 0 26 16,0 2-208-16,0-1 113 0,-9-2 60 0,-5 1-172 16,-2-4 80-16,-1-3 66 0,-1-8-27 0,-2-1 9 15,-1-5-18-15,-2-4 29 16,3-3-1-16,-2-2 149 0,3 0-68 0,0 0-22 16,6 0 0-16,4 0 294 0,-1 0-135 0,7-2-84 15,-2 2 413-15,5-1-230 0,0 1-111 0,0 0 54 16,14 0-82-16,7 0-42 0,-3 5-12 0,9 5 81 15,-1-2-55-15,2 6-28 0,0-3 1 0,1 3-54 16,-1-1 173-16,-1 0-180 0,0-3 0 0,-1 3-417 16,-1-2 274-16,-4-3 88 0,-1 1-682 0,1-2 362 15,-2-3 139-15,-3-1-428 0,0-3 316 0,-3 0 157 16</inkml:trace>
  <inkml:trace contextRef="#ctx0" brushRef="#br0" timeOffset="182064.41">10443 11418 1070 0,'2'-13'0'0,"0"4"0"0,8 3 0 0,-1-2 0 0,2 1 0 0,3-1 0 0,2 5 0 0,3-1 441 0,-1 2-204 0,3 2-102 16,0 0 136-16,-1 4-124 0,-2 6-56 0,-1 4-125 16,-4 5 34-16,-2-1 0 15,-3 3 41-15,-6 6-209 0,-2-5 100 0,0 2 51 16,-5-1 24-16,-6-6-108 0,-7 5 63 0,-1-5 35 15,-2-2-48-15,-2-1 17 0,3-5-39 0,1 0 27 16,-1-1 247-16,1-2-107 0,3-3-60 0,5-2 373 16,4 2-181-16,2-3-97 0,3 0-22 0,0 0 143 15,2 0-108-15,2 0-55 0,12 0-27 0,7 0-52 16,4-4-7-16,0-3 31 16,2 1-57-16,1 0 29 0,2 3-1 0,-5-3 38 15,5 3-366-15,-9-1 179 0,3 2 89 0,-2-1-671 16,-1 3 321-16,-2 0 179 0,-2 0 101 0,-4 3-488 15</inkml:trace>
  <inkml:trace contextRef="#ctx0" brushRef="#br0" timeOffset="182251.01">10718 11812 1169 0,'-18'4'0'0,"4"2"0"0,5-2 0 0,-1 2 0 0,2-5 0 0,5-1 0 0,-1 2 663 16,4-2-315-16,0 2-150 0,2-2 96 0,11 0-131 15,2 0-65-15,3 0 161 0,3 0-113 0,0 0-49 16,2 0-36-16,1 0-241 0,-2 0 106 0,3 0 54 16,-4 0 26-16,1 0-591 0,-3 0 305 0,2 0 156 15,-5 0 78-15,2 0-781 0,-4 0 396 0</inkml:trace>
  <inkml:trace contextRef="#ctx0" brushRef="#br0" timeOffset="182727.67">11045 11626 1145 0,'0'-3'0'0,"0"0"0"0,0 2 0 0,0-3 0 0,0 3 0 0,0-3 0 0,0 1 55 0,11 1 134 16,3 1-70-16,5-1-48 0,2 2 222 0,4 0-131 0,-3 0-64 16,1 8-33-16,-4 2 44 0,4 4-42 0,-7-1 0 15,0 1-84-15,-2 4 26 0,-5 1-1 0,-3 3 33 0,-3 5-71 16,-3-1 32-16,0 4 0 16,-9 2 7-16,-9 5-1 15,1-6 33-15,-4 2-8 0,-1-1-75 0,-3-4 31 16,1-3-5-16,1-5-83 0,6-4 47 0,-2-4 28 0,5-4-11 0,4-6-224 15,1-2 117-15,3 0 62 0,6-12 15 0,0-11-371 16,7-2 202-16,13-11 100 0,1 2-289 16,2-1 195-16</inkml:trace>
  <inkml:trace contextRef="#ctx0" brushRef="#br0" timeOffset="182943.1">11405 11493 1179 0,'2'-7'0'0,"-1"1"0"0,-1 2 0 0,0 2 0 0,0 0 0 0,-11 2 0 0,1 0 163 0,-2 8-65 0,-1 5 314 0,-3 9-193 16,4 5-94-16,-1 3-45 0,-3 9-24 0,7 1 228 16,4-5-116-16,0 12-73 15,5-13 77-15,0 4-70 0,5 0-34 0,8-5-1 0,4 0-89 16,5-6 23-16,2-2 0 0,3-4 32 0,-1-5-320 16,3-2 160-16,-9-3 88 0,4-2 32 0,-1-1-228 15,-2-5 71-15,-3-3 87 0,-1 0-532 16,0 0 280-16,0-5 152 0,-2-8 72 0,-3-4-299 15</inkml:trace>
  <inkml:trace contextRef="#ctx0" brushRef="#br0" timeOffset="183266.87">11542 11360 1590 0,'-5'-2'0'0,"3"0"0"0,2 0 0 0,0 2 0 0,0 0 0 0,2 0 175 0,7 0-72 0,4 0-26 0,4 0 104 16,1 0-75-16,0 0-36 16,1 0-149-16,-3 8 55 0,2 1 37 0,-6 2-8 0,0 3-200 15,-5 0 113-15,-3 2 58 0,-2 1 29 0,-2-1-126 16,0 3 67-16,-2-3 35 16,-12 2 6-16,2-4-15 0,-3 2 0 0,0-5-38 0,0 1 252 15,-1-3-112-15,2 0-48 0,0-1-28 0,5-3 346 16,2 1-155-16,0-4-91 0,4-1-11 15,1 1 156-15,2-2-106 0,0 0-43 0,0 0-36 16,10 0 0-16,5 0-25 0,2 0 0 16,1 0-65-16,3-2 41 0,0-4-8 0,-1 1 32 0,1 2-343 15,-2-2 172-15,-1 2 85 0,0 2-588 16,-2-2 283-16,3 2 165 0,-1-1 72 0,2 0-405 16,-1 0 247-16</inkml:trace>
  <inkml:trace contextRef="#ctx0" brushRef="#br0" timeOffset="183534.67">11792 11776 2638 0,'-11'2'0'0,"5"0"0"0,2 2 0 0,2-4 0 0,0 2 0 0,2-2 0 0,0 0 70 0,0 0 8 0,6 0 142 16,11 0-94-16,3-2-46 0,1-4-24 0,4-1 58 16,-2 0-32-16,5-3-8 0,-4 4-42 0,0-1-258 15,1 1 130-15,-4 3 64 0,1-1-865 16,-1 2 914-16,-2-1 16 0,-3 2-1 0,-2-1-1244 16,-3 2 1160-16,-2 0-5 0,1 0-696 15,-3 0 520-15,-1 0 181 0</inkml:trace>
  <inkml:trace contextRef="#ctx0" brushRef="#br0" timeOffset="183754.08">12222 11405 1503 0,'0'0'0'0,"-3"0"0"0,-1 2 0 0,4-2 0 0,-2 0 337 0,2 2-153 0,0-2-75 0,0 0 424 0,0 1-242 16,0 3-133-16,9 2-63 0,4 2 191 0,4 1-127 0,2 3-62 15,-2 1-62-15,7 5-2 0,-5-4-1 0,2 2 1 0,1-2-400 16,-2-1 201-16,-2-1 107 0,1 0-656 16,-3 1 374-16,-2-2 174 0,-3 0 97 15,-2-2-649-15,-4 1 336 0,0-2 178 16,-1-2 87-16</inkml:trace>
  <inkml:trace contextRef="#ctx0" brushRef="#br0" timeOffset="183946.6">12530 11299 1459 0,'0'-9'0'0,"0"5"0"0,-2 3 0 0,-1-1 0 0,-1 2 0 0,-4 3 0 0,1 16 330 0,1 5-148 0,-3 12-75 0,-1 8 298 0,-3 6-191 0,-2 14-90 0,2-1 442 16,-2 5-267 0,2 4-133-16,-2 1 77 0,2 0-243 0,-2-1 0 15,1-4 0-15,2-3 0 0,-2-3-232 0,3-10 157 16,0 3-666-16,1-8 387 0,4-10 193 0,1-3 97 0,1-11 0 15,3-8-431-15,-1-6 219 0</inkml:trace>
  <inkml:trace contextRef="#ctx0" brushRef="#br0" timeOffset="184223.86">12592 11333 164 0,'2'-16'-82'0,"4"6"41"0,7 2 41 0,2 3 851 0,0-3-389 0,0 5-214 16,-2 1 567-16,2 2-766 0,-2 0-16 0,1 0 0 0,0 9 22 16,0 6 0-16,-5 2-22 0,-4 5 8 0,-1 6-153 15,-4-3 72-15,0 1 36 16,0-1-155-16,-9-6 95 16,-4 0 57-16,-2-2 16 0,0-5 126 0,-2-1-51 15,2-1-26-15,1-4 0 0,5-4 364 0,2 1-199 0,3-3-96 16,0 0 214-16,4 0-33 0,0 0-308 0,10 0 0 0,12 0 0 15,6-3 0-15,2-1 0 0,4-2-164 16,2 1 115-16,0 0 49 0,1 2 12 0,1-1-1269 16</inkml:trace>
  <inkml:trace contextRef="#ctx0" brushRef="#br0" timeOffset="185029.31">13287 12000 1110 0,'-11'-11'0'0,"-2"0"0"0,7 9 0 0,6 2 0 0,-2 0 0 0,2 0 0 0,0 0 258 0,-4 0-112 0,-1 0-57 16,-1-2 71-16,1 0-63 0,-1 0-24 0,3-4-209 15</inkml:trace>
  <inkml:trace contextRef="#ctx0" brushRef="#br0" timeOffset="191655.05">2868 10860 656 0,'-6'2'0'0,"1"4"0"0,0-3 0 0,3 2 0 0,0-2 0 0,2-3 0 0,0 1 0 0,-3-1 0 0,3 0 0 0,0 0 151 0,0 0-58 0,0 0-31 16,0 0 93-16,0 0-52 16,0 0-40-16,0 3 108 0,3-2-68 0,1 1-36 15,3 1 0-15,1 0 94 0,1-1-69 0,-1-2-29 16,5 2-1-16,-3-2 4 0,4 0-34 0,0 0 9 16,0 0-8-16,-1 0 94 0,1-4-48 0,-3 1-22 15,1-2 35-15,0 4-22 0,-2-2-7 0,1 2-31 16,0-2 45-16,-2 3-22 0,4 0 0 15,0 0 5-15,0 0-27 0,1 0-1 16,3 0 1-16,1 0 24 0,2-1 0 0,3-1-16 16,0-2-8-16,3 1-3 0,-1-3 3 0,2 0 0 15,1 1-23-15,3-1 8 0,-1 1 15 0,2-1 0 16,1 0 19-16,2 2-19 0,3-1 0 0,1 2-13 16,5-1-12-16,-3-1 23 0,-1 1-6 0,1 1-24 15,0-1-6-15,-2 3 39 0,8-1-12 0,-2 0 44 16,2-2-41-16,-2 2 1 0,4-1 24 0,-1 2 140 15,4-2-190-15,0-1 0 0,-1-1 0 16,1 0 0-16,1 0 0 0,2-1 0 16,-2 1 0-16,-1-2 0 0,2 0 0 0,-5 4 0 15,-4-1 0-15,10 0 0 0,-2 2 0 0,-3 2 0 16,1 0 0-16,-3 0 0 0,-2 0 0 0,8 0 0 16,-3 0 0-16,-2 0 0 0,-1 0 0 0,1 0 0 15,-11 0 0-15,13-1 0 16,-8-4 0-16,1 0 0 0,-9 0 0 0,1-2 0 0,-5-2 0 15,-1 2 0-15,-8 3 0 0,-1-1 0 0,-5 1 0 16,-2 0 0-16,-6 2 0 0,0-1 0 16,-3 2 0-16,-2 1 0 0,-2 0-199 0,1 0 154 15,-2 0 12-15,0 0-223 0,0 0 116 0,0-2 57 16,0 2 16-16,-6-1-503 0,1-1 260 0,-3 2 143 16,2-2 67-16,1 0-290 0,1 0 179 0</inkml:trace>
  <inkml:trace contextRef="#ctx0" brushRef="#br0" timeOffset="191902.39">5556 10326 1436 0,'0'0'0'0,"2"0"0"0,13 3 0 0,3-2 0 0,1 1 0 0,2 0 0 0,2 0 0 0,1 0 470 15,7 3-210-15,0 1-118 0,-1 2-55 0,1 2 238 16,-1 2-146-16,-3 3-73 0,-2 2 15 0,-1 1-48 15,-5 3 0-15,-2 0 65 16,-2 4-52-16,-4-1-26 0,-7 0 7 0,-2 6 21 16,-2-1-28-16,0 1 0 0,-15 0-27 0,-3 3-114 15,-4-4 66-15,-8 3 19 0,0-2 1 16,-4-2-342-16,-4 3 182 0,-5-2 62 0,-11 3-315 0,-3 0 158 16,-2 0 114-16,-6 2-315 0</inkml:trace>
  <inkml:trace contextRef="#ctx0" brushRef="#br0" timeOffset="192798.24">3990 9307 374 0,'-1'-7'0'0,"-2"2"0"0,1 4 0 0,1-3 0 0,1 1 33 0,-3-2 91 0,1 3-45 16,0 0-23-16,2-1 58 0,0 0-44 0,0 2 0 16,0 1 55-16,0 0-46 0,0 0-23 0,0 0 9 0,0 0 27 15,0 0-30-15,0 9 0 0,0 3-29 0,0 2 87 16,0 0-36-16,0 5-30 0,0 2 66 16,0 5-44-16,0 0-21 0,0 4-1 0,2 2 34 15,0 4-32-15,2 1-1 16,1 6 47-16,-2-2-34 0,-1 6-1 0,1-7-26 0,-3 15 39 15,0-3-24-15,0 3 1 0,0 8-25 16,0-2 1-16,0-3 47 0,0 15-8 0,0-3-39 0,0 1 53 16,0 2-26-16,2 3-1 0,1 0-18 0,0 3 23 15,0-1 0-15,4 2-32 0,-4 10 1 0,1-1 12 16,3-10-4-16,-7 22-8 0,4-5 5 0,-2 0-5 16,0-3 0-16,-2-3-19 0,0-13 27 0,0 8-8 15,0-1 0-15,0-5-31 0,0-4 31 0,0-3 0 16,1-12 8-16,-1 2-71 0,2-6 28 0,0-3 1 15,1-4 19-15,-3-8-31 16,1 6-4-16,-1-4 23 0,2 0-90 0,-2-2 47 16,0 0 17-16,0-5-121 0,0 1 69 0,0-8 22 15,0-7 21-15,-3 2-185 0,-2-6 93 0,3-9 26 16,-1 1 35-16,0-4-209 0,0-6 118 0,1 0 59 16,-3 0 30-16,3-10-126 0,0-14 82 0,2-4 36 15,0-14-367-15,0-7 202 0,0-12 101 0</inkml:trace>
  <inkml:trace contextRef="#ctx0" brushRef="#br0" timeOffset="193046.59">3990 9269 474 0,'-10'-14'0'0,"5"10"0"0,0 2 0 0,-1 0 0 0,1 2 0 0,-4 0 81 16,2 0-33-16,-6 4 0 0,-1 14 32 0,0 1-25 16,-2 6 1-16,3 1-82 0,-4 4 22 0,4-2 1 15,0-1 28-15,4-7-269 0</inkml:trace>
  <inkml:trace contextRef="#ctx0" brushRef="#br0" timeOffset="193220.12">3953 9176 1262 0,'6'5'0'0,"-1"3"0"0,4-1 0 0,2-3 0 0,2 0 0 0,5-2 0 0,0 2 0 0,3-2 224 0,2 3-87 0,7 0 29 16,-3 1-66-16,3 4-34 0,-2 1 0 0,1 2-156 15,-1 3 69-15,-2 1 31 16,-1 6-8-16,-2 2-395 0,-3 1 213 0,-4 6 106 16</inkml:trace>
  <inkml:trace contextRef="#ctx0" brushRef="#br0" timeOffset="194058.3">3946 9945 416 0,'0'-3'0'0,"0"-1"0"0,0 2 0 0,0-2 0 0,0 3 0 0,0-2 0 0,0-2 0 0,0 3 78 0,-1-1-9 0,-1 0-36 0,0 0 39 15,-4 1 0-15,3-2-39 16,-3 3 57-16,1-1-32 0,-2 0-1 0,3 0-24 0,-4 0 21 15,3 0-21-15,-4 0 8 0,2-1-21 16,1 2 13-16,-2-1-1 0,-3 0-29 0,4 0 0 16,-2 1 38-16,-5 1-8 0,4 0-38 15,-4 0-1-15,3 0 39 0,-2 0-8 16,-1 0-17-16,1 5 18 0,-1 5-11 0,-2-1 9 0,2 0-6 0,-2 4-1 16,2-1 4-16,-4 1 36 0,4 1-37 15,-4-2 1-15,-1 4-1 0,3 0 24 0,-1-1 7 16,-4 5-28-16,4-3 31 15,-2 1-28-15,3 0 2 0,-2 4-1 0,4-6 24 0,-5 5-22 16,3 0 2-16,0 1-2 0,-1 0 6 0,1 3-5 16,-1 1 10-16,-1 3-9 0,1-2-7 0,2 4 6 0,-2 1 0 15,4 1 37-15,-6 3 8 0,6 3-42 16,-4 1 0-16,4 1 68 0,5 1-35 0,-3-1 1 16,6-8-26-16,-1 7 30 0,6-2 1 0,-2-3-39 15,2 3 61-15,0-3-30 0,0 1 7 0,2 0-38 16,4 1 27-16,1-1-1 15,2 0-26-15,-1 0 28 0,3-1 8 0,3 7-36 16,1-6 0-16,2 1-7 0,1-2 7 16,1-3 8-16,11 4-45 0,-3-6-1 0,3 0 38 0,5-3 0 0,1-3-45 15,3 0 31-15,8-3-12 0,-4-1 25 16,3 1-238-16,0-4 111 0,5 0 40 0,-2-4-322 16,2-1 168-16,3-3 93 0,-3-5 19 0,1-4 33 0,2 0-409 15,0-3 212-15,0-12-345 16,-3-5 287-16,-2-4 143 0</inkml:trace>
  <inkml:trace contextRef="#ctx0" brushRef="#br0" timeOffset="195000.66">3858 9958 332 0,'0'0'0'0,"0"-3"0"0,0 1 0 0,-2 0 0 0,0 0 0 0,1 0 33 0,1-2 0 0,-2 3 8 0,2-1 108 16,0 0-58-16,0-2-29 15,0 1 71-15,2 0-49 0,6-4-18 0,4 1-8 0,-1-1 26 16,5 2-26-16,-2-3 1 0,7 0 1 16,-6 1 9-16,2 1-36 0,2 0 0 0,-2 3 31 0,0-1-31 15,0 3 0-15,0-2 7 0,-1 2 24 0,3 1-31 16,-1 0-1-16,1 0 1 0,1 0 0 15,4 0 46-15,-3 0-7 0,6 4 7 0,-2-1-23 16,-1 1 0-16,0 0-23 0,-2-1 39 0,6 1-7 16,-2 1-32-16,-1-1 29 0,1-1 0 0,-2 4-29 15,-1-1 36-15,3-1-37 0,-3 2 1 0,2 1 0 0,-7 0 32 16,5 1-32-16,-3 0 8 0,-1 0 3 16,0 1-11-16,-3 1-1 15,2-1 1-15,-2-1 0 0,2 1-15 0,-1 3 15 0,1 0 0 16,0 0-10-16,-2 0 10 0,1-2 0 15,1 3 8-15,-2 0-8 0,0 0-19 0,2-1 17 16,-4 1 1-16,3 4-12 0,-6 0 18 0,5 3-12 16,-3 0 4-16,-2 0 26 0,0 3-26 15,0 0 1-15,-3-1 7 0,4 5-27 0,-3-2 19 16,-1 0 1-16,1 3-37 0,-1-2-2 0,-3-4 41 0,3 8-52 16,-2-5 22-16,-3 0-4 0,2-2 24 0,-2-3-19 15,0 4-12-15,1-1 26 16,-3-2-31-16,1 6 0 0,1-9 26 0,-2 4-7 0,-1-1 6 15,2 7-2-15,-2-4-5 0,0 1 1 16,0 0 3-16,0-1 1 0,0 4-28 16,-2 0 26-16,-2-2 0 0,-3 0 0 0,1 1-23 15,-2 2 2-15,-6-2 19 0,1 2-37 0,-1 0-1 16,-2 0 36-16,-3-2-6 0,-2 3-79 0,-3-3 36 0,-6 4 0 16,0-2-60-16,-4-2 44 0,-6 0 19 0,-1 0-5 15,0-1 14-15,-1-5-111 0,-2 0 53 0,-1 1 29 16,-3-5 0-16,7-2-95 15,-10 1 67-15,8-4 28 0,0-4 0 0,7-2-16 16,-1 0 23-16,1-4-9 0,4-3 31 0,4 0-125 16,5 0 63-16,2 0 31 15,5-2-192-15,4-7 104 0,4-2 64 0,5-2-338 0,3-4 197 16,0 2 98-16</inkml:trace>
  <inkml:trace contextRef="#ctx0" brushRef="#br0" timeOffset="196676.08">6186 10779 1573 0,'0'0'0'0,"0"0"0"0,0 0 0 0,0 0 0 0,3-1 0 0,6-1 0 0,0 0 0 0,0 0 0 0,3 0 286 15,2 2-126-15,4 0-64 0,2 0 128 0,-1 0-87 16,-1 4-56-16,3 2-15 0,-3 5-34 0,-1-1 1 15,-2 3 0-15,-1-2-27 0,-4 2-34 16,-2 2 30-16,-4 0 0 0,-2 1-88 0,-2 1 59 16,-2 5 38-16,-15-1-141 0,-2 2 57 0,-5 0 46 0,-4 1-17 15,-1-3 24-15,-1-1-221 0,-1-5 113 0,4-2 29 16,4-7-38-16,3-2 52 0,2-1 27 0,5-3-9 16,4 0-160-16,2-5 98 0,7-12 47 15,0-5-225-15,11-2 137 0,7-7 61 16</inkml:trace>
  <inkml:trace contextRef="#ctx0" brushRef="#br0" timeOffset="196843.66">6538 10610 817 0,'0'-2'0'0,"0"2"0"0,-2 0 0 0,-10 10 0 0,-2 3 33 0,-4 6 389 16,0 2-194-16,-2 1-98 0,3 3-48 0,4-4 479 16,1 7-268-16,4-2-130 15,6-5 214-15,2 5-171 0,2-4-88 0,11-5-33 0,9 4-74 16,3-3 22-16,3-5-343 0,5 0 171 15,3-3 86-15,1 0 51 0,4-7 14 0,-2-1-676 16,0-2 348-16,-1 0 97 16</inkml:trace>
  <inkml:trace contextRef="#ctx0" brushRef="#br0" timeOffset="197235.69">4539 9093 523 0,'0'-19'97'0,"0"13"-48"0,0 5-25 0,0 1 183 16,0 0-87-16,0 0-44 15,1 0-21-15,1 0 165 0,-2 7-98 16,2 6-44-16,0 5-23 0,0-2-45 0,1 3 22 15,-1-2 9-15,2 2-105 0,3-2 48 0,4-3 24 16,0 0-8-16,2-3 33 0,1-1-333 0,1-5 160 16,5-1 82-16,0-4 42 15,5 0-464-15</inkml:trace>
  <inkml:trace contextRef="#ctx0" brushRef="#br0" timeOffset="197383.33">4895 8935 1679 0,'0'-11'0'0,"0"5"0"0,2 5 0 0,0-1 0 0,-2 0 0 0,0 2 0 0,0 4 0 0,-13 18 296 16,-9 15-135-16,-12 16-65 0,-14 18 184 0,-8 6-124 0,-3 14-61 0,-9 10-120 15,-8 19 26-15,17-11-1 16,11-17-624-16,7 11 329 0,11-1 163 0</inkml:trace>
  <inkml:trace contextRef="#ctx0" brushRef="#br0" timeOffset="198330.87">14929 11114 902 0,'-10'-8'0'0,"8"6"0"0,2 1 0 0,0 1 0 0,0 0 0 0,0 0 269 16,2 1-110-16,6 10-67 0,-2 4-30 0,3 8 248 15,-2 3-138-15,-1 5-70 0,0 2 42 0,-1 9-60 16,-1-3-25-16,0 2 4 0,-3-7 0 0,1 4-30 16,0-4 8-16,0-2-152 15,1-5 71-15,-2-4 37 0,-1-2 0 0,0-6-293 16,0-6 173-16,0-3 37 0,0-5-425 0,0-1 221 15,0-6 129-15,0-19-98 0,0-7 104 0,0-14 66 16</inkml:trace>
  <inkml:trace contextRef="#ctx0" brushRef="#br0" timeOffset="198547.29">14913 10975 926 0,'-5'-21'0'0,"3"11"0"0,2 1 0 0,0-1 0 0,2 3 0 0,12 0 230 0,9 3-103 15,6 1-47-15,4 0 306 0,7 3-177 0,0 0-88 16,-9 13-35-16,10 6 113 0,-5 6-83 0,-4 3-41 15,-6 4-22-15,-1 4-11 0,-8 1-1 0,0 14-9 16,-10-2-42-16,-5 3 21 0,-2 3 1 0,-4 9 20 16,-10-14-28-16,-7 3-7 0,-4-4 35 0,-2-6-38 15,-3-6-1-15,-3-6 22 16,4-12 21-16,-6-2-193 0,1-5 84 0,1-6 25 0,2-3 27 0,10-3-325 16,-2 0 166-16,4 0 62 0,8-11-380 15,5-1 233-15,6-6 116 0,0-4 50 16</inkml:trace>
  <inkml:trace contextRef="#ctx0" brushRef="#br0" timeOffset="198758.73">15404 11315 1689 0,'26'-4'0'0,"4"4"0"0,-3 0 0 0,-6 0 0 0,-5 4 0 0,-2 5 0 0,-3 2 0 0,-2 1 0 0,0 1 166 0,1-1-58 0,-3 4-42 0,-1 3 216 15,-1 0-125-15,-3 1-62 0,1 1-31 0,-3-1 3 16,0 2-9-16,0-1-25 0,-10-2-121 0,-1 0 61 15,-5-4 30-15,2 0 7 0,-6-2-218 0,2 1 120 16,-3-5 61-16,0-2 29 0,5 1-448 0,-1-3 208 16,2 0 75-16,3-4-50 0,3 0 91 0,2-1 44 15,5 0 23-15,2 0-173 0,0-7 101 0,13-13 47 16,8-3 24-16</inkml:trace>
  <inkml:trace contextRef="#ctx0" brushRef="#br0" timeOffset="198927.62">15714 11301 848 0,'5'-7'0'0,"-3"5"0"0,-2 2 0 0,0 0 0 0,0 7 0 0,-13 12 0 0,0 4 238 0,-4 1-103 0,2 7-43 16,0-1 400-16,0 1-230 0,4 1-114 0,1-2 230 15,7-2-173-15,3-5-78 0,0 5-51 0,2-6 17 16,9-2-31-16,6-1 1 0,6-3-30 16,2 0-126-16,3-6 58 0,2 3 35 0,1-7-391 15,-3 0 211-15,0 0 107 0,-5-5-622 16,5-1 292-16,-3 0 186 0</inkml:trace>
  <inkml:trace contextRef="#ctx0" brushRef="#br0" timeOffset="199211.54">15988 11433 1599 0,'0'0'0'0,"0"2"0"0,0-2 0 0,0 2 0 0,0 0 0 0,0 0 0 0,0 1 0 0,0 1 0 0,0 2 265 16,4-1-107-16,6 4-67 0,-3-1 241 0,4 2-149 15,-2-2-75-15,3 2-46 0,-3 0-21 0,3-3-8 16,-5 1 0-16,2-3-352 0,-2 1 176 0,2-2 88 15,-4 1 52-15,1-3-611 0,-3 0 313 0,3 0 75 16,-1-2-159-16</inkml:trace>
  <inkml:trace contextRef="#ctx0" brushRef="#br0" timeOffset="199435.81">16243 11275 853 0,'3'-4'0'0,"-3"2"0"0,0 2 0 0,2 0 0 0,-2 0 0 0,0 6 0 0,0 11 407 15,0 2-179-15,0 8-102 0,0 6-46 0,-9 8 379 16,-3 6-213-16,-2 6-98 0,-6 9-62 0,-3 0 209 16,0 3-131-16,0 1-65 0,-2 2-34 0,4-10 80 15,-5 15-60-15,3-10-26 0,3-2 8 0,3-10 0 16,-2 4-34-16,2-4-202 0,2-1 97 0,2-5 53 16,5-10 25-16,1 3-380 0,2-9 202 15,0-4 42-15,3-4 67 0,2-4-625 16,0-8 327-16,0-5 165 0,2-4-414 0</inkml:trace>
  <inkml:trace contextRef="#ctx0" brushRef="#br0" timeOffset="199611.37">16568 11101 1134 0,'2'-10'0'0,"0"8"0"0,0 2 0 0,0 0 0 0,-1 0 0 0,-1 0 0 0,0 0 505 0,0 0-237 0,0 0-117 16,0 0-16-16,2 0-43 0,0-2-33 0,5 2-583 16,-2 0 271-16,0 0 137 0,1 0 67 0</inkml:trace>
  <inkml:trace contextRef="#ctx0" brushRef="#br0" timeOffset="199759.95">16638 11441 1895 0,'-6'5'0'0,"3"10"0"0,1 0 0 0,2-4 0 0,-2-4 0 0,2 0 0 0,-2-4 0 0,2 2 0 0,0-4 785 16,0-1-376-16,0 2-188 0,0-2 49 0,0 0-111 15,0 0-67-15,0 0-764 0,0 0 353 0,2 0 175 16,5 0 97-16</inkml:trace>
  <inkml:trace contextRef="#ctx0" brushRef="#br0" timeOffset="200912.65">17251 11390 758 0,'-5'0'0'0,"-1"0"0"15,5 0 0-15,-1-6 0 0,0-3 0 0,2-2 0 0,0-6 0 0,0-1 258 0,2 0-113 0,7-3-56 0,4 6-20 0,6-6 168 16,4 5-101-16,-2 4-52 16,4 3-26-16,0 6 86 0,-4 3-48 0,7 0-36 15,-6 5-7-15,1 11-21 0,-2 7 1 0,-5 2-38 16,-1 3 8-16,-4-1 29 0,-3 6 1 0,-7-4-38 15,-1 4 37-15,0-1 1 0,-5-3 8 0,-10 0-15 16,-6-3-3-16,0-1 8 0,-2-3-36 0,-4-3-3 16,-1-4-6-16,2-4 35 0,-3-1-154 0,3-4 72 15,8-4 33-15,-3-2-280 0,3 0 139 16,8 0 80-16,2-10 22 0,8-3-159 0,0-4 96 16,11-4 49-16,12-5 16 0,11-4-249 15,1-2 141-15,4-2 70 0</inkml:trace>
  <inkml:trace contextRef="#ctx0" brushRef="#br0" timeOffset="201096.53">17701 11181 607 0,'22'-30'0'0,"0"2"0"0,-8 9 0 0,-5 6 0 0,-3 0 0 0,-5 5 0 0,-1 5 0 0,-3 3 334 0,-10 0-151 0,-6 13-75 15,0 10-37-15,1 5 356 0,-3 13-201 0,2 1-97 16,2 6 283-16,1 1-189 16,7 2-96-16,6-10 142 0,1 8-123 0,2-14-57 15,2 2-27-15,13-4-126 0,5-7 48 0,5-2 33 16,3-5-9-16,2-4-158 0,2-5 91 0,2-2 46 15,-2-7 23-15,-2-1-461 0,0 0 162 0,-2-6 148 16,-3-8-529-16,-1-3 319 0,-4-7 159 0</inkml:trace>
  <inkml:trace contextRef="#ctx0" brushRef="#br0" timeOffset="201379.12">17971 10762 1219 0,'-8'-15'0'0,"6"6"0"0,2 1 0 0,0 3 0 0,2-2 0 0,8-1 0 0,5 1 0 0,2 5 384 16,3 2-176-16,-1 0-87 0,6 2 31 0,-11 13-51 16,7 3-38-16,-6 4-1 0,1 3-53 0,-7 2 1 15,-2-1 22-15,-4-4-70 0,0 9-53 0,-3-6 61 16,0-4 32-16,-12 2-143 16,2-6 87-16,-8-2 40 0,2-4 18 0,-3-2-111 15,-1-1 53-15,2-5 25 0,1 1-32 0,1-1 58 16,2-2 6-16,3-1-49 0,4 0 276 0,3 0-108 15,0 0-63-15,4 0 179 0,0 0-111 0,6 0-27 16,14 0-34-16,6-1-90 16,6-7 28-16,4-2 9 15,8 1 20-15,-13 1-264 0,7 3 131 0,-5 1 59 0,-1 2 34 0,-5 2-289 0,5 0 149 0,-10 0 21 16</inkml:trace>
  <inkml:trace contextRef="#ctx0" brushRef="#br0" timeOffset="201568.61">18237 11294 1030 0,'-18'5'0'0,"6"-3"0"15,3 4 0-15,4-2 0 0,1-4 0 0,2 0 0 0,2 0 440 0,0 0-195 0,13 0-110 0,12 0-51 0,1 0 227 16,2-2-139-16,4-2-69 0,-2 0-28 0,-1 2-98 16,3 1 27-16,-7-1 1 15,1 2-160-15,-5 0 93 0,2 0 56 0,-3 0-490 16,-2 0 265-16,-4 0 110 0,-2 0 73 0,-1 0-559 15</inkml:trace>
  <inkml:trace contextRef="#ctx0" brushRef="#br0" timeOffset="201740.16">18471 10976 1165 0,'-10'-3'0'0,"4"3"0"0,1 2 0 0,-1 13 0 0,1 7 0 0,1 5 0 0,0 7 0 0,0 8 491 16,0 0-230-16,1 5-113 0,-3 2 183 0,3-3-149 15,-1-2-66-15,0 9-46 0,3-8-37 0,1-5-1 16,0-4 1-16,0 2-334 0,0-2 175 0,1-4 75 16,3-4 42-16,1-10-597 0,5-2 319 15</inkml:trace>
  <inkml:trace contextRef="#ctx0" brushRef="#br0" timeOffset="201898.73">18655 11138 1218 0,'2'-4'0'0,"5"4"0"0,0 0 0 0,2 0 0 0,-2 4 0 0,0 5 0 0,0 2 280 0,2 1-124 0,1 3-62 0,1 0 142 15,1-1-106-15,-1 4-49 0,0-3-24 0,1 0-313 16,1-2 144-16,0-2 80 0,0-3 29 0,0-1-612 16</inkml:trace>
  <inkml:trace contextRef="#ctx0" brushRef="#br0" timeOffset="202086.23">18968 11020 1199 0,'2'-8'0'0,"2"6"0"16,-1 2 0-16,-1 0 0 0,-2 15 0 0,0 15 0 0,-5 11 0 0,-4 5 575 0,-7 14-270 0,0 4-137 0,-3 5 131 16,1 3-137-16,-5 2-65 0,2 2-32 0,0-1 165 15,1-2-98-15,2-11-42 0,-3 10-165 0,3-18 54 16,1 0 27-16,0-7 0 0,4-11-448 0,2-7 246 15,2-5 110-15,3-11-589 0,2-4 278 0,0-7 183 16,4-2 85-16,0-19-139 0</inkml:trace>
  <inkml:trace contextRef="#ctx0" brushRef="#br0" timeOffset="202369.36">18944 10787 1182 0,'26'-30'0'0,"4"11"0"0,2 2 0 0,2 4 0 0,-2 1 0 0,0 2 0 0,-2 0 225 0,-4 10-96 0,1 0-48 16,-6 0 199-16,-1 10-115 0,1 7-70 0,-9 3-37 16,-2 4 0-16,-8 5-26 0,0-1 1 0,-2 0-113 15,-5 0 52-15,-11-2 30 0,-1-1 1 0,-1-5-10 16,2-7 8-16,0 3 32 0,-2-5-41 16,4-2 41-16,-2-1-32 0,7-4 0 15,2 0 168-15,1-3-77 0,5-1-50 0,-2 0 0 16,3 0 173-16,0 0-91 0,3 0-38 0,11 0-92 15,3 0 0-15,3-4 39 0,1 1 0 0,2-3-84 16,-1 2 50-16,6-1 12 0,-1 1 1 0,-1 0-504 16,1 2 223-16,1-1 138 0,-3 1-588 15,5 0 348-15</inkml:trace>
  <inkml:trace contextRef="#ctx0" brushRef="#br0" timeOffset="202596.94">19785 10869 1017 0,'5'4'0'0,"-4"2"0"0,-1 1 0 0,0 4 0 0,-10-1 0 0,-8 6 0 0,-3 0 211 0,-4 5-90 16,-3-1-35-16,0 3 245 0,1-1-149 0,-3 2-75 16,0 0-37-16,3-1 103 0,4-8-61 0,-3 4-44 15,9-5 0-15,0-1 12 16,8-5-24-16,1-3 1 0,2-3 118 0,6 0-76 16,0 2-32-16,0-1-2 0,9 1 0 0,5 0-32 15,5 0 8-15,1-1 43 0,5 3-26 0,1-1 1 16,1-1-27-16,1 2-174 0,-3-2 96 0,2 3 35 15,-4 0 22-15,0 1-221 0,-2 2 116 0,-3-1 16 16,-1 0-644-16,-4 3 349 0,-1-1 170 0,-5 2-417 16</inkml:trace>
  <inkml:trace contextRef="#ctx0" brushRef="#br0" timeOffset="202767.97">19574 11409 1135 0,'-25'0'0'0,"6"0"0"0,4 3 0 0,0-3 0 0,4 0 0 0,2 0 0 0,0 0 434 15,6 0-200-15,3 0-101 0,0 2-50 0,2 2 336 16,11 4-198-16,4-1-94 0,4 3 19 0,3-1-56 16,0 1-29-16,-1-1 8 0,5 3-190 0,-2-2 76 15,1 0 39-15,-4-1-588 0,-3-2 314 0,2 3 164 16,1-5 71-16</inkml:trace>
  <inkml:trace contextRef="#ctx0" brushRef="#br0" timeOffset="202950.99">20086 11012 1059 0,'0'-7'0'0,"0"5"0"0,0 2 0 0,0 0 0 0,0 9 0 0,0 12 0 0,0 4 754 0,-4 14-360 16,-1-2-173-16,-1 14 390 0,1-2-289 16,-2 2-144-16,2 1-73 0,1-1 57 0,2-8-56 15,-1 9 77-15,3-6-455 0,0-10 212 0,0 1 46 16,0-7 23-16,0-5-679 0,0-6 347 0,0-4 178 15,0-5 89-15,0-6-846 0,0-4 435 0</inkml:trace>
  <inkml:trace contextRef="#ctx0" brushRef="#br0" timeOffset="203263.23">19995 11010 1403 0,'9'-30'0'0,"3"8"0"0,5 5 0 0,7 1 0 0,1 2 0 0,1 0 0 0,1 3 0 0,1 5 208 0,-3 2-79 0,8 3-52 15,-7 1 85-15,-1 0-65 0,-3 9-31 0,-7 4 7 0,0 5 25 16,-2 4-32-16,-6 3 0 0,-6-1-33 0,-1 4-66 16,0 2 41-16,-17 6-8 0,-6-1-76 0,0 1 54 15,-6-1 28-15,1-2-38 0,2-6 40 16,-1-4-7-16,1-2-21 0,8-6 8 16,-2-2-20-16,3-2 36 0,8-5-45 0,0-3 359 15,5 0-147-15,2-3-76 0,2 0 273 0,0 3-167 16,2 1-76-16,9 2-51 0,8 4 97 0,3-2-69 15,1 4-34-15,3 3 97 0,1 2-165 0,1 4 0 16,0-1 0-16,2 3 0 0,-1 0-186 0,1-2 190 16,-3 2 8-16,-2-3-391 0,-1-4 163 0,-3-5 118 15,-1-1-656-15,-1-3 361 0,-1-3 172 0,-4-4 98 16,-3 0-432-16,-1 0 261 0</inkml:trace>
  <inkml:trace contextRef="#ctx0" brushRef="#br0" timeOffset="203517.55">20540 10539 1521 0,'11'-19'0'0,"14"10"0"0,5 2 0 0,0 1 0 0,-2 0 0 0,-5 4 0 0,-3 2 0 0,-1 0 0 0,2 10 0 0,-3 8 367 0,-7 7-167 0,-6 3-76 0,-5 6-49 15,0 7-18-15,-12-4 1 0,-8 3-25 0,-6-5-109 16,1-4 62-16,-5-1 20 0,0-6-1 0,3-3 59 15,9-9 1-15,-1 3-33 0,6-10 9 0,2 0 58 16,5-1-34-16,2-4-35 0,4 0 240 0,0 0-119 16,6 0-51-16,17 0-37 0,5 0 96 0,11 0-64 15,2-1-30-15,-3-3-124 0,12 0 41 16,-6 2 26-16,1 0 0 0,-1 2-852 16,-3 0 432-16</inkml:trace>
  <inkml:trace contextRef="#ctx0" brushRef="#br0" timeOffset="206364.41">10040 12565 891 0,'-6'-5'0'0,"3"1"0"0,1 2 0 0,0 1 0 0,2-2 0 0,-2 3 0 0,2 0 129 0,0 0-51 0,0 0 35 15,0 6-39-15,2 7-1 0,3 6-40 0,4 2 94 16,2 7-51-16,3 4-22 0,-1 7 0 0,-1-1 19 15,-3 1 0-15,0 1-32 0,4 8-29 0,-7-3 0 16,1 4 21-16,-1 1-1 0,-3-1-43 16,2-5 29-16,-3 8-7 0,0-8-2 15,-1-10 1-15,2 1 23 0,-2-3-1 0,-1-9 10 16,2-2-13-16,-2-11-23 0,2 2 18 0,-2-8 36 16,0-1-1-16,0-3-31 0,2 0-19 0,-2 0 19 15,0-7-2-15,0-14 8 0,0 1-95 0,0-5 51 16,0-4 14-16,0-2-95 0,0 2 55 0,0-2 22 15,-6 1 0-15,-1 6-193 0,-5-6 84 0,1 5 56 16,-1 5 28-16,-2 5-84 0,-1 1 47 0,-2 5 4 16,-1 3 114-16,2 4-38 0,-3 2 1 15,-1 0-38-15,-1 10 175 0,3 6-89 16,-2 7-21-16,3 1 79 0,3 3-39 0,-2-1-38 16,7 1 0-16,3-3 177 0,1 6-71 0,2-4-55 15,3-3-19-15,0-1 42 0,0 0-37 0,0-1 8 16,8-2-74-16,3-2 0 0,0 0 28 0,3-3-1 15,-1-2-169-15,2-2 92 0,2-2 36 0,2 0-387 16,5-3 187-16,-2-4 104 0,5-1 23 0,-3 0-229 16,8-1 139-16,0-7 69 0,5-7 35 15,-3 0-364-15</inkml:trace>
  <inkml:trace contextRef="#ctx0" brushRef="#br0" timeOffset="206777.64">10700 12898 774 0,'3'-19'0'0,"-3"-1"0"0,0 0 0 0,0-1 0 0,0-1 0 0,-6 2 0 0,0 1 107 0,-1 2-36 0,0-1 7 0,-3 4 47 16,0 0-46-16,0 5-23 0,-4 2-1 0,1 2 12 16,-4 4 7-16,0 1-41 0,-2 0 49 0,-4 6-24 15,2 7 0-15,0 2-26 0,1 1 76 0,-3 6-41 16,4-1-1-16,0-3 59 0,6-1-46 0,0 1-23 15,1-1 8-15,5-2 90 0,3-6-60 0,4 1-31 16,0 1 0-16,0-1 14 16,6 0-15-16,11-3-7 0,7 0 17 0,0 1-39 15,6-4 0-15,2 2-1 0,0-1 9 0,2 3-8 16,-2 1 0-16,-2 4-56 0,0 0 28 0,-5 7 0 16,-3 0 36-16,-2 5-65 0,-4 1 26 0,-3 0 0 15,-5 4 1-15,-3 0-5 0,-3 2 5 0,-2-2-6 16,0 1-4-16,-9-3 21 0,-6-1-14 0,-5-2 12 15,-1-4 49-15,-4-4-25 16,-5-5 0-16,0-1-54 0,0-5 35 0,-2-2-2 0,0-4 10 16,0 0-191-16,0 0 86 0,4-5 41 15,0-9 23-15,5-3-345 0,8-1 156 0,0-5 75 16,7 2-133-16,7-2 115 0,1-3 58 0,0 2 29 16,14 0-9-16,7 0 37 0,4-1 0 0</inkml:trace>
  <inkml:trace contextRef="#ctx0" brushRef="#br0" timeOffset="207561.09">11095 12896 1311 0,'2'-6'0'0,"0"5"0"0,-1-3 0 0,2 2 0 0,-3-1 0 0,0 3 0 0,2-1 220 0,0 1-85 16,1 0 95-16,5 0-98 0,1 0-50 0,5 0-25 15,0 0 1-15,5 0 165 0,-1 0-99 0,5 0-46 16,0 0-22-16,-2 0-2 0,1 0-21 0,-1 0-57 16,0 0-110-16,-3 0 83 0,-1 0 42 0,0 0 21 0,-2 0-438 15,0 1 217-15,-2-1 113 0,0 3-1 0,-1-3-256 16,-1 2 137-16,-2 2 92 0</inkml:trace>
  <inkml:trace contextRef="#ctx0" brushRef="#br0" timeOffset="207731.47">11172 13168 1086 0,'-19'8'0'0,"7"-1"0"0,1-1 0 0,6 0 0 0,1-5 0 0,1 1 0 0,3 0 553 16,0-2-259-16,5 0-131 0,14 2-57 0,8-2-41 0,1 0 1001 15,-1 0-1039-15,6 0 6 0,-1 0 0 16,0 0 7-16,-2 0-237 16,2 0 114-16,0 0 59 0,0 0-754 0,-4 0 405 0</inkml:trace>
  <inkml:trace contextRef="#ctx0" brushRef="#br0" timeOffset="208614.24">12097 12441 530 0,'-12'-3'0'0,"3"-1"0"0,3 2 0 0,2 2 0 0,3 0 0 0,1 0 271 0,-2 0-119 0,2 0-52 0,0 0 84 15,0 0-76-15,5 0-37 0,8 0-1 0,6 0 195 16,2 0-108-16,6 0-66 0,3 0-30 0,2 0 168 16,5 0-98-16,9 0-50 0,-7-2 121 0,14-3-89 15,2 1-40-15,0-2 0 0,12 1 40 0,1 0-40 16,-6 0 9-16,17-1-36 0,-6 1-13 0,6-1 0 15,1 0-1-15,1 3-7 0,11-5 8 0,-3 4 0 16,-4 1 0-16,2-3-45 16,0 1 23-16,-8-1 7 0,18 0-35 0,-6-1 25 15,1-1-20-15,2 1-15 0,-4 3 17 0,-12 0 5 16,7 2 7-16,-4 0-15 0,-4 2-11 0,0 0 34 16,-10 0-15-16,-8 0-17 0,-1 4-9 0,-6 2 34 15,-5 1-9-15,-4-1 8 0,-9-1-6 16,3 0 5-16,-7-4-25 0,-7-1 0 0,0 0 19 0,-6 0 3 15,-4 0-131-15,-4 0 59 0,-1-1 30 0,-4-4-261 16,-2-3 130-16,-2-2 71 16,0 0 36-16,-14-1-167 0,-4 4 105 0,-8-3 48 15,-3 7 25-15</inkml:trace>
  <inkml:trace contextRef="#ctx0" brushRef="#br0" timeOffset="209113.18">11961 12532 816 0,'-15'-17'0'0,"6"14"0"0,4 3 0 0,4 0 0 0,-3 0 0 0,2 3 0 0,-2 8 0 0,4 10 343 0,0 3-159 16,0 14-76-16,0 5 154 0,8 5-116 0,2 3-56 16,1 6-20-16,1 8 59 0,0-5-48 0,-1 0-25 15,-2 2 1-15,1-2-12 0,-2-7-4 0,-1 3-8 16,-2-1 11-16,2-7-11 0,-5-7-1 0,0-4-58 15,-2-9 37-15,0-4-8 16,0-6 30-16,0-8-88 0,-8-2 45 0,-2-6 21 0,-1-2-6 16,-2 0-146-16,0-11 75 0,-3-8 24 15,2-3 24-15,-1-3-153 0,0-5 67 0,-4-7 30 16,2-2-19-16,3 7 19 0,2 2 22 0,-1 1 8 16,3 11 3-16,1 8 8 0,2 0 1 0,-4 6 107 15,4 4-53-15,-2 0-28 0,2 14-8 0,-1 11 108 16,0 0-59-16,-1 5-12 15,2 0 34-15,0 0-22 0,4-3-1 0,-1 4-8 0,2-4-74 0,2-7 20 16,0 3 35-16,0-4-295 16,0-4 137-16,0-4 63 0,2-2 37 0,2-3-358 15,8-6 188-15</inkml:trace>
  <inkml:trace contextRef="#ctx0" brushRef="#br0" timeOffset="209311.18">12323 12682 675 0,'14'-2'0'0,"6"2"0"0,-8 10 0 0,-3 12 0 0,-3 6 406 0,-5 9-187 15,1 4-93-15,-2 7-46 0,0 2-16 0,0 3-8 16,0 2-23-16,0-2 386 0,-2-3-193 0,2-5-97 16,0-8-40-16,0 1-177 0,0-5 60 0,6-4 30 15,0-6 0-15,2-8-423 0,-1-4 222 16,0-5 117-16,0-5-548 0,2-1 267 0</inkml:trace>
  <inkml:trace contextRef="#ctx0" brushRef="#br0" timeOffset="209466.76">12378 13035 977 0,'2'-15'0'0,"0"9"0"0,7 3 0 0,5-1 0 0,0 0 0 0,7 2 0 0,4 1 124 0,3-2-46 0,2 2-22 0,4-2 298 15,-1 1-160-15,3 1-73 0,-1 1-48 0,-1 0 81 16,-2 0-61-16,-2 0-30 0,-2 0-308 0,-7 0 147 15,-1 0 62-15,0 0 34 0,-10 0-485 16,2 0 259-16,-3 0 131 0,-5 0-456 0</inkml:trace>
  <inkml:trace contextRef="#ctx0" brushRef="#br0" timeOffset="209638.31">12658 12672 949 0,'-13'-1'0'0,"1"1"0"0,5 1 0 0,2 18 0 0,1 5 0 0,2 5 0 0,0 6 0 0,2 13 0 0,0 2 460 0,0 3-213 16,0 0-108-16,-3 4-52 0,2-2 243 16,1-2-152-16,0-5-73 0,0-9-124 0,0 1 26 15,0-3 0-15,8-6-447 0,3-3 232 0,0-10 120 16,4-2 61-16,2-9-280 0,0-7 126 0</inkml:trace>
  <inkml:trace contextRef="#ctx0" brushRef="#br0" timeOffset="209992.41">12888 12751 1260 0,'16'-13'0'0,"3"7"0"0,5 2 0 0,-3 1 0 0,2-3 0 0,1 2 0 0,2 1 0 0,2-1 0 0,2 2 348 0,-2 0-158 0,-1 1-70 0,5-1 52 16,-4 1-69-16,0-2-36 0,-5 0 1 0,-1 3-70 15,-3-1 9-15,-2 1 26 0,-4 0-1 0,-4 0-29 16,-1 0-1-16,-4 0 31 0,-4 11-30 0,0 7-8 15,-10 4 37-15,-8 3 1 0,-9 10 39 16,-1-1-1-16,3-3-56 0,-8 11 39 16,3-5-35-16,1 5 7 0,1-3 0 0,2 1-2 15,6-6 16-15,0-1-11 0,4 0 12 0,4-4-4 16,8-8 0-16,3 1-4 0,1-3 35 0,0-1-8 16,5-6-28-16,11-2 1 0,0-3 0 0,5-2 0 15,0-3 8-15,7-2-46 0,-4 0 1 0,1 0 36 16,-1 0 1-16,-3-3-178 0,1-5 86 0,-3 1 39 15,-3 1 14-15,-2-1-356 0,-5 2 166 16,1-1 93-16,-4 2-187 0,-4 0 134 0,-1 0 61 16,1 1 31-16,-2-2-344 0,0 0 188 15,0-2 85-15,-9-4-319 0</inkml:trace>
  <inkml:trace contextRef="#ctx0" brushRef="#br0" timeOffset="210143.92">13015 12924 1547 0,'-14'6'0'0,"5"1"0"0,4 1 0 0,3-5 0 0,2 3 0 0,0-2 0 0,2 0 0 0,11 1 0 0,11-3 385 0,3-2-177 0,1 0-79 15,2 0-52-15,0 0-144 0,2 0 51 0,0 0 24 16,-2 2-241-16,-6 0 141 0,6 2 59 0,-9 1-616 16</inkml:trace>
  <inkml:trace contextRef="#ctx0" brushRef="#br0" timeOffset="210345.21">13409 13069 1403 0,'2'0'0'0,"4"0"0"0,-1 2 0 0,1-1 0 0,-1 2 0 0,3-1 0 0,2 3 0 0,-1 0 0 0,4 3 214 0,-2 3-90 0,2 1-46 0,-3 3 125 16,-1 2-84-16,-3-1-36 0,-3 3-27 0,-1-1-46 16,-2 2 0-16,0-2 23 0,-7 1-45 0,-6-1 31 15,0-6-8-15,-4 1-139 0,-2-2 81 0,0-1 40 16,1-2 0-16,-1-1-263 0,2-3 138 0,3-4 21 15,4 0 52-15,2 0-319 16,5-10 173-16,3-7 78 0,0-7 51 0,5-3 21 0</inkml:trace>
  <inkml:trace contextRef="#ctx0" brushRef="#br0" timeOffset="210505.54">13543 12991 425 0,'7'-5'0'0,"-1"5"0"0,-5 0 0 0,-1 4 0 0,0 10 0 0,-1 10 414 0,-9 0-191 0,3 2-95 16,-1-1 367-16,4-3-223 0,1 3-123 0,3-3 100 15,0-1-108-15,0-2-54 16,5-1-27-16,11-1 57 0,2-2-46 0,3-4 0 16,2-1-38-16,1-4-336 0,2-3 168 0,2-3 92 15,2 0 34-15,-2-12-546 0,1-3 293 0,-1 1 66 16,-4-5-432-16</inkml:trace>
  <inkml:trace contextRef="#ctx0" brushRef="#br0" timeOffset="210802.71">13667 12588 770 0,'-12'-6'0'0,"8"1"0"0,4 1 0 0,0-2 0 0,0-1 0 0,10 0 0 0,7-2 431 16,2 2-191-16,3 3-108 0,-1 3-49 0,1-2 116 16,-1 3-83-16,-2 0-42 0,-2 6-145 0,-3 6 48 15,-3 1 28-15,-6 2-175 0,-3 3 101 0,-2 1 51 16,0 1 34-16,-14 1-39 0,-2-2 26 0,-2-1 1 15,2-5-45-15,-3-1 81 16,0-2-68-16,2-1 21 0,2-3 242 0,4-2-116 16,4 0-55-16,1-2-29 0,3-2 243 0,0 0-126 15,3 0-60-15,3 0-18 0,7 0-20 0,11 0-1 16,-1 0-12-16,9 0 9 0,-1 0-17 0,-2 0 0 16,3 0-1-16,-5 0-226 0,-4 0 122 0,1 0 48 15,0 0-543-15,-3 5 281 0,3 2 95 0,-1 3 85 16</inkml:trace>
  <inkml:trace contextRef="#ctx0" brushRef="#br0" timeOffset="210983.78">14007 13012 1136 0,'-12'2'0'0,"4"1"0"15,3 2 0-15,1-5 0 0,3 2 0 0,-1-2 0 0,2 0 433 0,0 0-201 0,9 0-99 0,14-2-50 0,1-6 85 16,-2 1-59-16,10 0-42 0,-2-2-10 0,-2 1 0 15,2 4-24-15,-7-2 8 16,7 0-379-16,-9 1 185 0,-1 3 93 0,-1 0-454 16,-4-1 268-16,-3 3 141 0,-5 0-38 0</inkml:trace>
  <inkml:trace contextRef="#ctx0" brushRef="#br0" timeOffset="211164.93">14189 12662 1202 0,'0'0'0'0,"0"3"0"0,0 5 0 0,0 6 0 0,0 2 0 0,0 3 0 0,2 7 0 0,0 2 157 16,-1 5-62-16,3 5-23 0,-2 5 349 0,-2-1-194 15,0 1-98-15,0-1 50 0,0 2-74 0,0-5-28 16,0-1-8-16,0 2-283 0,-2-4 123 0,0-5 62 16,2-7 31-16,0-1-507 0,0-8 264 0,0-6 123 15,2-7-284-15</inkml:trace>
  <inkml:trace contextRef="#ctx0" brushRef="#br0" timeOffset="211594.39">14389 12732 2057 0,'-5'-11'0'0,"5"4"0"15,0 1 0-15,4 1 0 0,9-4 0 0,2 2 0 0,6 2 0 0,2 0 0 0,4-1 229 0,3 1-98 0,2 4-41 16,0-2 21-16,1 2-39 0,-1-1 0 0,-2 0-2 16,-3 2-37-16,-6 0 8 0,2 0-8 0,-5 0-61 15,-3 0 31-15,-4 0 0 0,-2 0-27 0,-4 4 24 16,-1 0 0-16,-3 2 90 16,-1 3-28-16,0 1-7 0,-7 4-16 0,-7 3-48 0,-2 4 106 15,-5 2-43-15,0 1-11 0,-1 4-11 0,0 0 6 16,-7 7 4-16,8-6-9 0,-9 7-201 0,7-4 97 15,-4 0-158 1,6-6 122-16,0-3 51 0,7-3 31 0,0-1 0 16,3-4-18-16,2-2 0 0,5-5-4 0,1-3 179 0,3-2-76 15,0 2-49-15,0-1 0 0,1 0 97 0,7-3-64 16,6 1-15-16,4 0 285 0,3 0-130 0,2-1-80 16,2-1-3-16,-2 0 11 0,7 0-42 0,-10 0 142 15,4 0-468-15,-1 0 217 0,-4 0 38 0,-1 0 9 0,-4 0-417 16,-3 0 220-1,0 0 95-15,-1 0 59 0,-4 0-7 0,-3 0-353 0,-1 0 188 16,0 0-371-16,-2 0 275 0,0 0 137 16,0-5 69-16</inkml:trace>
  <inkml:trace contextRef="#ctx0" brushRef="#br0" timeOffset="211741.39">14522 12834 1115 0,'-9'0'0'0,"6"0"0"0,3 0 0 0,0 0 0 0,0 1 0 0,2 5 0 0,8 3 455 0,4-1-212 0,5 1-96 16,5 4-62-16,-3 1 285 0,2-1-169 0,0 0-84 0,-2 1-340 16,-1 0 136-16,4 0 56 0,-9-1 31 0,4-2-372 15,-6 0 202-15</inkml:trace>
  <inkml:trace contextRef="#ctx0" brushRef="#br0" timeOffset="211888.51">14773 12962 1497 0,'2'0'0'0,"0"0"0"0,1 0 0 0,1 3 0 0,0 1 0 0,-1 0 0 0,6 2 0 0,0-2 260 16,2 4-118-16,2 1-55 0,0-2 98 0,0 0-77 15,2-1-37-15,-2-1-479 0,2-1 217 0,-2-3 112 16,3-1 56-16,-4 0-310 0</inkml:trace>
  <inkml:trace contextRef="#ctx0" brushRef="#br0" timeOffset="212051.87">15025 12872 1072 0,'0'-6'0'0,"-2"4"0"0,-2 2 0 0,-2 0 0 0,0 13 0 0,-3 10 0 0,0 7 0 0,-5 9 298 0,3 3-132 0,-4 4-67 15,2 3 375-15,-1 2-212 0,-4 0-119 0,3-1-55 16,0 3 107-16,-2-4-82 0,1-2-39 0,2-10-273 16,-1 3 112-16,4-6 60 0,1-14 30 0,5-5-588 15,-1-3 309-15,5-7 162 0,-3-5 65 0,0 0-370 16</inkml:trace>
  <inkml:trace contextRef="#ctx0" brushRef="#br0" timeOffset="212300.98">14963 12582 1216 0,'18'-11'0'0,"3"5"0"0,3 3 0 0,-4 0 0 0,-4 0 0 0,0 3 0 16,-4 0 217-16,1 4-92 0,-3 7-46 0,-1 4 68 0,-5 2-49 0,-2 2-36 15,-1-2-1-15,-1 3-81 0,-1-1 26 0,-10-3 0 16,-3 0 12-16,1-4-9 16,-1 0 23-16,0-2 1 0,5-4 50 0,-1-3-26 15,4-1 9-15,3 0 129 0,-1-2-81 0,4 0-41 16,0 0 1-16,0 0 44 16,11 0-34-16,10-4-30 0,2-1 0 0,1-3-158 0,5 0 69 0,-2 1 33 15,5 3-202-15,1 0 114 0,-1 1 61 16</inkml:trace>
  <inkml:trace contextRef="#ctx0" brushRef="#br0" timeOffset="213215.99">15699 12877 968 0,'2'-4'0'0,"0"0"0"0,-1 2 0 0,1-1 0 0,-2-3 0 0,0 0 0 0,0-1 0 0,0-3 0 0,0 5 0 0,0-4 118 16,-2 2-43-16,-5-1-21 0,-1-1 20 0,1 5 7 15,-4-2-48-15,2 1-31 0,-3 0 31 0,-1 4 0 16,1-1-1-16,1 2-17 15,-3 0-9-15,0 0 27 0,-1 9 0 0,-2 10-36 16,3 4 36-16,-2 6 8 0,1 9 48 0,4 0-28 16,3 1-14-16,3-5 62 0,5 3-38 0,0-2 8 15,0-7-46-15,2-6-17 0,10-3 17 0,2-2 0 16,2-6-1-16,0-5-31 0,0-2-9 0,2-4 41 16,-2 0 0-16,3-13-138 0,-1-6 69 0,-2-8 30 15,1-11-208-15,0 1 111 0,-2-4 31 16,0-4 35-16,-3 3-196 0,0-12 107 15,-4 3 27-15,-1 1-7 0,-2-5 36 0,-4-9 1 16,-1 11 28-16,0-12 43 0,0 12 1 0,0 1-36 16,0 14 1-16,-8 3 56 0,3 14-37 0,-1 9 9 15,-1 5 247-15,-3 6-133 0,3 1-43 0,-3 27-41 16,3 11 315-16,-1 14-133 0,4 12-88 0,4 0 132 16,0 4-110-16,0 1-55 0,0-9-19 0,2 14 101 15,6-10-69-15,3-5-33 0,0-10 0 0,5 2-57 16,-2-9 8-16,4-4 15 15,-2-1-376-15,0-12 189 0,-4-6 93 0,4-5 46 16,-2-8-718-16,0-6 317 0,-1 0 192 0</inkml:trace>
  <inkml:trace contextRef="#ctx0" brushRef="#br0" timeOffset="213418.46">15868 12815 624 0,'0'-19'0'0,"0"6"0"0,1 2 0 0,1 4 0 0,6-1 0 0,2 6 375 16,2 0-172-16,7 2-85 0,1 0-34 0,5 8 196 0,-2 7-124 0,0 2-62 15,1 5-30-15,-4 2 22 16,-2 3-19-16,-4-1-7 0,-2 2-62 0,-6 0 0 16,-5-1 35-16,-1 1-1 0,-1-1-104 0,-17 1 48 15,-2-1 29-15,-4-2-55 0,-3-5 42 0,-1-2 7 16,5-7 8-16,-9-1-150 0,12-3 74 0,-1-4 11 16,2-3 27-16,6 0-240 0,6 0 118 0,5-13 52 15,2-7-134-15,7-1 101 0</inkml:trace>
  <inkml:trace contextRef="#ctx0" brushRef="#br0" timeOffset="213939.34">16382 12609 1033 0,'0'-6'0'0,"-7"6"0"0,-8 0 0 0,-10 6 0 0,0 7 0 0,-4 5 0 0,-4 8 248 0,6 1-99 0,-3 12-63 0,6-2 260 15,3 8-157-15,2-1-78 0,9 2-39 0,7-9 208 16,3 4-128-16,0-3-59 15,17 0-17-15,6-5-21 0,6-6-1 0,1-7-13 16,16-3-70-16,-4-7 30 0,4-6 1 0,-3-4-214 16,1 0 123-16,-9-1 69 0,10-17 22 0,-10-4-317 15,-1-2 161-15,-1-2 22 0,-6-4 60 0,-2 4-66 16,-4-5 57-16,-2 0 24 0,-5-3 77 0,-3 0-26 16,-4 1 0-16,-5 1-35 0,-2-1 56 0,0 5-24 15,0 8 0-15,-12-1 88 0,-1 8-55 0,-4 4-4 16,-2 6 18-16,-5 3 188 15,1 1-88-15,-2 19-63 0,4 7-30 0,0 2 174 16,-2 12-97-16,10-2-44 0,6-4 1 0,0 3-23 16,7-3 0-16,0 0-53 0,2-7 30 0,12-4 0 15,4-5-1-15,-2-8-151 0,5-2 76 0,-1-5 45 16,1-4-7-16,0 0-295 0,-1-8 126 0,-3-10 87 16,-3-5-3-16,0-3-154 0,-3-6 109 0,0-3 51 15,-3-9-48-15,0 1 49 0,-1-5 26 16,0-4-52-16,-1-11 43 0,2-3 0 15,-3-4 33-15,2-5-23 0,2 0-1 0,0 13 16 16,-4-2 8-16,3 13 23 0,-7 18 0 0,1 12-22 16,-2 8-9-16,0 4 306 0,0 7-131 0,0 4-79 15,-5 25 386-15,-3 14-212 0,5 4-63 0,-1 7 57 16,1 15-95-16,3 3-47 0,0 1-25 0,0 3 127 16,0-12-67-16,0 18-46 0,0-15 0 15,0-10-181-15,3 4 73 0,4-11 35 0,1-6-516 16,2-6 272-16,-1-9 121 0,2-8 76 15,3-13-748-15</inkml:trace>
  <inkml:trace contextRef="#ctx0" brushRef="#br0" timeOffset="214064.59">16984 12804 1040 0,'7'-11'0'0,"0"3"0"0,4 6 0 0,1 2 0 0,-1 0 0 0,0 0 0 0,1 11 280 16,0 3-116-16,6 5 123 0,-2-3-127 0,3 3-63 15,-1-2-33-15,0-4-291 16,-1 2 138-16,1 0 57 0,1-4 32 0,-2 1-256 0,0-3 144 0</inkml:trace>
  <inkml:trace contextRef="#ctx0" brushRef="#br0" timeOffset="214206.21">17476 12441 1589 0,'-5'-15'0'0,"0"10"0"0,-6 5 0 0,-7 0 0 0,-2 30 0 0,-6 19 0 0,-6 13 0 0,-10 26 385 0,-4 8-167 0,-13 30-97 16,-3 11 552-16,-17 39-320 15,-1 4-160-15,-8 18-124 0,-1 8-28 0,7-1-8 16,5-2-1-16</inkml:trace>
  <inkml:trace contextRef="#ctx0" brushRef="#br0" timeOffset="-212920.52">1076 12547 805 0,'-14'-12'0'0,"6"6"0"0,3 3 0 0,3 1 0 0,1 0 0 0,-1 2 112 0,-1-2-40 0,3 2 0 0,0 0 128 0,0 0-87 15,0 0-32-15,0 0-9 0,3 0-39 0,10 0 43 16,1 0-13-16,4 0-8 16,5 0 17-16,3 2 1 0,-1 2-40 0,2-2-25 15,-4-2 9-15,10 0 16 0,-6 0 0 0,0 0-65 0,0 0 33 16,0 0 0-16,-9-2 7 0,2-2-9 0,-3 0 34 15,-2 1-22-15,-5 0-53 0,0 2 23 16,-5 1 11-16,-3-2-25 0,-1 2 21 16,1 0-12-16,1 0 29 0,-3 0 71 0,0 0-38 0,0 2 1 15,-3 11 74-15,-4 2-49 0,-4 8-26 0,-1 5 12 16,-1 10-4-16,-1-1-24 16,-4 8 14-16,1 0-57 0,1 4 28 0,0 1 6 15,0 1 29-15,0-1-167 0,2-1 74 16,0-1 36-16,-1-5-82 0,3-11 55 0,0 2 17 0,3-12-1 0,-2-2 46 15,5-4-1-15,1-6-36 0,0-4 4 16,2-1 60-16,3-4-29 0,-2-1-7 0,2 0 140 16,0 0-71-16,0 0-38 15,2 0 106-15,7 0-65 0,8 0-20 0,0-1-1 0,8-5-25 16,-5 1 4-16,5-1-8 0,0 2-1 0,0 0-151 16,-3 3 76-16,1-1 38 0,-3-1 8 0,1 3-342 0,-3 0 174 15,-1 0 75 1,-4 0 46-16,-1 5-229 0,0 0 119 0,-4 0 42 0,1 0-356 15,-3 0 217-15,-1-4 109 0,0-1 55 0</inkml:trace>
  <inkml:trace contextRef="#ctx0" brushRef="#br0" timeOffset="-212763.41">1128 12815 1100 0,'-17'0'0'0,"6"0"0"0,3 0 0 0,5 0 0 0,1 2 0 0,2-1 0 0,2 6 54 0,10-2 336 15,15 3-178-15,-1 1-90 0,4 1 0 0,3-1-48 16,2 2-1-16,0-2-197 0,5 1 79 0,4-1 38 16,-11-3 9-16,4 1-514 0,0-1 266 0</inkml:trace>
  <inkml:trace contextRef="#ctx0" brushRef="#br0" timeOffset="-212531.63">1595 12965 1045 0,'-3'2'0'0,"3"2"0"0,0 2 0 0,0-3 0 0,0 0 0 0,8 5 0 0,3 1 227 0,1 2-96 0,5 2-42 16,3 3 182-16,-5 1-120 0,3 4-58 0,-3 1 15 15,-1 5-38-15,-6-4 9 0,0 9-47 0,-4-5-32 16,-2-1-1-16,-2 1 34 0,0-6-1 0,-3 1-97 16,-10-3 44-16,-1-4 27 15,-2-2-214-15,-2-4 120 0,0-1 24 0,-1-4 45 16,1-4-357-16,-1 0 176 0,3 0 63 0,2 0-139 15,3-5 121-15,4-5 53 0,3-5 39 0,4-2-61 16,0-4 45-16,6-4 23 0,12-3 1 0</inkml:trace>
  <inkml:trace contextRef="#ctx0" brushRef="#br0" timeOffset="-212355.59">1833 12942 529 0,'5'-10'0'0,"0"2"0"0,-2 4 0 0,-2 2 0 0,-1 2 0 0,0 4 0 0,-8 13 430 16,-2 6-203-16,0 6-97 0,0 4-48 0,-2 1 364 15,2 5-207-15,2-2-95 0,5-2 187 0,3-1-149 16,0-2-75-16,0-2-32 0,11-3-21 0,2-7 7 16,9 2-28-16,3-4-71 0,-1-2 35 0,5-4 0 15,-1-3 36-15,4-5-341 0,-4-1 166 0,3-3 88 16,-4 0 43-16,2 0-667 0,-2-5 292 0</inkml:trace>
  <inkml:trace contextRef="#ctx0" brushRef="#br0" timeOffset="-212171.08">2211 12765 1447 0,'0'-4'0'0,"0"4"0"0,3 0 0 0,4 0 0 0,1 0 0 0,4 0 153 0,-1 0-59 0,2 0 127 15,0 1-69-15,0 3-59 0,5-1-279 0,0 4 106 16,-4 0 56-16,3 0-1132 15,-2 3 1154-15,-2 1 1 0,-4 3 33 0</inkml:trace>
  <inkml:trace contextRef="#ctx0" brushRef="#br0" timeOffset="-212020.49">2256 13058 1188 0,'-17'4'0'0,"10"3"0"0,2 1 0 0,-1-3 0 0,4-3 0 0,0-1 944 16,2 1-891-16,0 1-20 0,0-2 0 0,7 3 180 0,7-2-89 0,0 1-46 15,4-3-15-15,1 0 61 0,1 4-45 16,1-2-24-16,0-2-534 0,-2 2 255 16,1 0 137-16,0 0 56 0</inkml:trace>
  <inkml:trace contextRef="#ctx0" brushRef="#br0" timeOffset="-210732.54">2676 13043 776 0,'0'0'0'0,"0"0"0"0,0 0 0 0,0 0 0 0,0 0 0 15,0 0 0-15,0-3 0 0,0 1 0 0,0 1 110 0,0-1-39 0,0 2 1 0,0 0 143 0,0 0-82 16,0 0-54-16,0-2 73 0,2 2-60 0,3 0-29 16,6 0 0-16,0 0 102 15,5 0-69-15,-2-3-32 0,4 3 0 0,2-1 67 16,7 0-49-16,-5-3-16 0,8 0 14 0,2-2-24 15,3 3 1-15,5-1-25 0,-7 0 68 0,7 1-25 16,7 0-9-16,-4 2-15 0,0-2-18 0,5 3 0 16,-2-2 0-16,3 2-7 0,2 0 7 0,1 0 0 15,3 0 0-15,14 0-25 0,-4 0 1 16,-3-1 32-16,15-1-33 0,2-6 25 0,1-1 0 0,12-4-14 16,-4-3-49-16,-4 4 27 15,22-7-7-15,-12 4-39 0,3-2 32 0,-8 0-9 16,-13 2 40-16,7 0-51 0,-5 4 21 0,-7 1-11 15,-14 5 32-15,-1 1-57 0,-6-1 25 0,-13 4-11 16,1-1-1-16,-6 2 10 0,-8 0 0 0,-2 0 7 16,-8 0-144-16,-6 0 60 0,-2 0 44 0,-4 0-263 15,-1 0 146-15,-1 0 73 0,-7 0 36 0,-12 0-314 16,-8 6 180-16,-3 8 85 0</inkml:trace>
  <inkml:trace contextRef="#ctx0" brushRef="#br0" timeOffset="-210234.81">2925 13375 803 0,'-13'-11'0'0,"3"1"0"0,8 7 0 0,0-5 0 0,2-1 0 0,0 2 0 0,0 2 319 0,7-5-147 15,7 5-70-15,4-1 76 0,5 5-72 0,-4 1-37 16,4 0 8-16,4 0 69 0,-5 12-57 0,0 6-28 15,-3 3 0-15,-2 1-24 0,-5 1 4 0,2 4-8 16,-8 3-58-16,-2 2 28 0,-3 1 1 0,-1 0 29 16,0 3-89-16,-8-4 40 0,-8 1 25 0,-3-5-41 15,-1-1 3-15,-4-4 24 0,-3-6-17 0,1-6 3 16,-4-1-2-16,3-7 0 16,5-1-2-16,0-2 185 0,1 0-75 0,4 0-41 15,7 0 238-15,-2-2-128 0,7-1-51 0,3-4-37 16,2 4 153-16,0-4-99 0,14-1-44 0,10 2-18 15,5-1-27-15,3 1 0 0,4 1 8 0,2 2-34 16,-1 2 1-16,1-1 25 0,-1 2 0 0,5 0-227 16,-5 0 109-16,-1 0 60 0,2 0-539 0,-2 2 278 15,0-1 91-15,-1 2 79 0,-2 0-451 0,-1-3 259 16,-2 0 141-16,0 0-334 0</inkml:trace>
  <inkml:trace contextRef="#ctx0" brushRef="#br0" timeOffset="-209945.08">3659 13283 1715 0,'0'-14'0'0,"0"9"0"0,0 3 0 0,6-2 0 0,10 0 0 0,2 1 0 0,4-1 0 0,5 0 0 0,8 1 233 0,8-2-100 0,6 0-50 0,11-2 202 15,2-1-126-15,-3 2-55 16,22-5-40-16,0 2 103 0,1-1-67 0,12-3-34 15,-8 1 1-15,-7-2 24 0,16-1-33 0,-4 0 0 16,-2 0 3-16,-15-1 0 0,7 3-29 0,-15 1-106 16,-3 1 50-16,-4 1 28 0,-12 2 0 0,-10 3-192 15,-6 1 108-15,-11 2 64 0,-1 0-15 0,-10 2-290 16,-3 0 134-16,-4 0 86 16,-2 0 3-16,-3 0-100 0,-20 0 87 0,-3 0 39 15,-6 4-233-15,-10 5 136 0,0 3 69 0,-6 1-379 16,-4 3 228-16</inkml:trace>
  <inkml:trace contextRef="#ctx0" brushRef="#br0" timeOffset="-209587.07">3667 13262 1002 0,'-21'0'0'0,"12"0"0"0,7 2 0 0,2 12 0 0,0 0 0 0,0 3 149 0,0 1-59 15,3 7-20-15,1 2-8 0,5 6 243 0,-4 3-136 16,3 6-68-16,-5-2 139 0,0-2-95 0,4 10-61 16,-6-4-25-16,2-8 12 0,-3 1 1 0,0-5-39 15,0-8 8-15,0 0-54 0,0-7 23 0,0-4 0 16,-4-5-37-16,-3-2 30 16,1-4 8-16,-2-2 22 0,-3 0-182 0,-1-2 56 15,3-7 57-15,-2-3-269 0,0-8 142 0,-2-2 44 16,0-3 48-16,4-4-85 0,1 2 61 0,-3 3 32 15,6 5-9-15,2 6 68 0,-2 3 0 0,2 3-29 16,1 2 94-16,0 5-47 0,1 0-32 0,-3 10 152 16,2 13-83-16,-3 4-19 0,3-3-28 0,-1 8 166 15,2-6-84-15,-4 7-11 0,2-3-31 0,1-1-92 16,0-7 34-16,2 0 26 0,0-2 19 0,0-6-411 16,2-2 190-16,8-6 77 15,4-5-407-15</inkml:trace>
  <inkml:trace contextRef="#ctx0" brushRef="#br0" timeOffset="-209398.58">3914 13485 1154 0,'10'0'0'0,"1"5"0"0,-5 13 0 0,-2 3 0 0,-3 5 0 0,1 4 266 0,0 4-108 0,1 1-67 0,-3 1-29 15,0 0 307-15,0-1-168 0,0-2-84 0,0-7-40 16,1 2-9-16,1-5-35 0,2-4-387 0,0-7 193 0,-1-2 105 15,0-4-500-15,0-5 286 0,-1-1 143 0,1 0 72 16,-1-7 36 0,1-10-286-16,-3-7 140 0</inkml:trace>
  <inkml:trace contextRef="#ctx0" brushRef="#br0" timeOffset="-209104.84">3935 13478 699 0,'0'-20'0'0,"0"12"0"0,5-2 0 0,3 3 0 0,4 0 99 0,1 1-37 0,3 0 242 16,0 2-135-16,3 3-68 0,-1 1-35 15,2 0 125-15,-2 1-83 0,-1 11-38 0,0 1 0 16,-4 3-37-16,-2 4-36 0,-3 0 9 0,-3 1 26 16,-3 1-120-16,-2 5 60 0,-2-5 31 15,-11 3-19-15,-1-4 33 0,-10 0-8 0,4-1 3 16,-1-5-1-16,2-4 14 0,-3 0-50 16,1-3 41-16,0-1 178 0,7-3-88 0,2 0-48 15,3-2 271-15,3-2-148 0,3 1-66 0,1-1 73 16,2 0-77-16,0 2-40 0,2 3 1 0,9 2-39 15,6-1 41-15,-1 5-41 0,7 0 0 0,-2 0 21 16,1 1 0-16,3 0-21 0,-3-2-66 0,3 3-137 0,-1-3 102 16,-5-2 50-16,5 2 25 15,-6-2-573-15,-1-1 280 0,-1-1-421 0,-3-2 337 0,0-3 169 0,-1-1 84 16,-1 0 42-16,-1 0-384 16</inkml:trace>
  <inkml:trace contextRef="#ctx0" brushRef="#br0" timeOffset="-208825.55">4213 13326 1201 0,'0'-10'0'0,"3"1"0"0,4 3 0 0,2-3 0 0,4 3 0 0,0-1 0 0,1 3 0 0,2 2 186 0,3 1-77 0,-2 1 109 0,0 0-84 0,-2 6-55 16,1 5-23-16,-3 1-64 0,-4 3 0 0,0 1 40 15,-5-1-78-15,-3-1 34 16,-1 4 23-16,0-4 0 0,-6 2 38 0,-8-2-16 0,-1 0 8 15,-2-1 44-15,-2-2-25 0,0 0-1 0,3-1-62 0,-2-2 239 16,9-3-93-16,-2 0-60 16,3-3 112-16,5 0-82 0,-1 0-40 0,4-2 1 0,0 0-103 15,0 0 26-15,4 0 1 0,13 0-192 16,4 0 114-16,1 0 56 0,2-2 36 0,3-2-265 16,-1-1 141-16,-4 3 39 0,3 0-634 15,-2 1 338-15,-5 1 160 0,-1 0 92 0</inkml:trace>
  <inkml:trace contextRef="#ctx0" brushRef="#br0" timeOffset="-208665.98">4399 13686 1344 0,'-22'9'0'0,"9"-3"0"0,3 0 0 0,1 0 0 0,1-4 0 0,3-1 0 0,1-1 0 0,2 0 472 0,2 0-224 16,0 0-108-16,2 0-53 0,11 0-27 0,6 0 86 15,4-1-48-15,1-3-406 0,3-2 170 0,-1-1 86 16,3-1 42-16,-4 1 21 0,-5 3-278 0,8-4-449 15,-7 2 363-15,1 1 114 0</inkml:trace>
  <inkml:trace contextRef="#ctx0" brushRef="#br0" timeOffset="-208458.54">4626 13546 1458 0,'-11'-13'0'0,"6"5"0"0,0 2 0 0,2-1 0 0,3-3 0 0,0 3 0 0,3-1 0 0,7 3 0 0,7-1 205 0,4 2-87 16,3 3-42-16,-1 1-22 0,0 0 197 0,2 9-114 15,-1 6-51-15,-4 2 17 0,-2 7-35 0,-6-1 0 16,-4 0-71-16,-3 7 14 0,-5-5 0 0,0 2 22 0,-4-1-53 16,-12 0 27-16,-5-3-187 15,-1-2 102-15,-3-2 55 0,1-4 28 0,-1-7-340 16,4 0 167-16,0-2 53 0,5-6 51 16,0 0-14-16,7 0-265 0,4-14 156 0,5-6 77 15,0-6 30-15,4-4-300 0,13-7 174 0</inkml:trace>
  <inkml:trace contextRef="#ctx0" brushRef="#br0" timeOffset="-208281.12">4829 13462 578 0,'5'-4'0'0,"-2"4"0"0,0 0 0 0,-1 0 0 0,-2 13 430 15,0 1-203-15,0 9-97 0,-2 2-48 0,-3 1 203 16,1 0-127-16,3-2-54 0,0 8-39 0,1-5 360 16,0 0-195-16,5-6-99 0,8 2-13 15,0-6-35-15,7 4-29 0,1-9 0 0,-1-3-309 16,1 2 144-16,1-7 72 0,-1-4-473 0,7 0 268 15,-10 0-964-15,0-3 1105 0,1-9 24 16,-4 0-158-16,-2-3 94 0</inkml:trace>
  <inkml:trace contextRef="#ctx0" brushRef="#br0" timeOffset="-208015.25">4969 13265 647 0,'0'-11'0'0,"0"4"0"0,1 5 0 0,7 0 0 0,3-4 0 0,1 3 21 0,0 1 334 15,1 0-161-15,1 2-80 0,1 0 117 0,0 0 142 16,-2 7-328-16,2 3-12 0,-3 1 0 0,-2 3-323 16,0-1 286-16,-3 0 37 0,-5 1 7 0,-2 0-71 15,0 3 31-15,-2-2 0 0,-12 2 33 0,-2-1-59 16,-1-2 26-16,2-3-6 0,-4-1-5 16,5-6 142-1,4 1-74-15,-1-3-24 0,4-1-33 0,3-1 279 0,2 0-128 0,2 0-64 0,0 0-16 16,6-1-30-16,8-7 0 0,11-1-8 15,-2-2 0-15,3 3-234 0,1-2-121 0,-1 5 177 16,-4 3 92-16,3 0-1046 0,-3 2 1075 0,-2 0 1 16,1 2-30-16,-6 10-670 0,-2 2 658 0</inkml:trace>
  <inkml:trace contextRef="#ctx0" brushRef="#br0" timeOffset="-207878.14">5205 13616 1057 0,'-20'7'0'0,"3"-4"0"0,5 1 0 0,3 0 0 0,4-4 0 0,1 0 0 0,3 0 0 0,-2 0 308 15,3 0-138-15,0 0-69 0,8 0 101 0,6 0-76 16,3-2-180-16,2-4 44 0,1 3 21 0,-1-4-229 16,2 5 125-16,-1-3 71 0,1 2 23 0,-2 1-562 15,0 0 286-15</inkml:trace>
  <inkml:trace contextRef="#ctx0" brushRef="#br0" timeOffset="-207711.59">5363 13462 1204 0,'-10'-5'0'0,"5"1"0"0,2 2 0 0,-2 1 0 0,4 1 0 0,-2 0 107 0,1 0-38 0,2 0 285 16,0 0-160-16,2 0-73 0,7 7-48 0,0 4-136 15,0-1 48-15,3 3 24 0,-2 0 0 0,1 1-505 16,1-2 261 0,1 2 133-16,0-5-266 0,0-1 183 0</inkml:trace>
  <inkml:trace contextRef="#ctx0" brushRef="#br0" timeOffset="-207547.64">5550 13309 1345 0,'0'-2'0'0,"2"2"0"0,1 2 0 0,-3 13 0 0,0 6 0 0,0 7 0 0,-3 8 247 0,-2 1-99 0,-3 14-61 0,-1-1-28 0,-1 5 1 0,0 1 231 16,-1 8-128-16,-3-11-58 0,-3 12-37 0,0-4-35 15,-2-3-146-15,2-8-134 0,0 5 140 16,7-12-186-16,-3 1 159 0,4-9 83 0,6-10 42 15,-1-10-639-15,2-5 314 0,2-7 124 0</inkml:trace>
  <inkml:trace contextRef="#ctx0" brushRef="#br0" timeOffset="-207290.29">5692 13196 905 0,'12'-11'0'0,"7"9"0"0,3 1 558 15,-4 1-522-15,-1 0-3 0,-1 0 8 0,-4 0 75 16,-1 5-42-16,-4 6-20 0,1 5 0 0,-4 2 61 16,-2 1-33-16,-2 2-28 0,0-1-1 0,-3 0-81 15,-9 1 30-15,-1-2 9 16,-1-3 21-16,1-4 54 0,0-1 326 16,7-2-342-16,-1-2 1 0,2-4-30 0,1-1 89 15,2 0-103-15,2-2 6 0,0 0-1 0,0 2 1 0,7-2 8 0,8 0-42 16,3 0 1-16,4 0 33 15,0 0-359-15,4 0 180 0,-4-2-672 16,6-2 404-16,-7 1 174 0,0 1 106 0</inkml:trace>
  <inkml:trace contextRef="#ctx0" brushRef="#br0" timeOffset="-205607.48">2837 12443 564 0,'-2'0'0'0,"2"0"0"0,0 0 0 0,0 0 0 0,2 0 0 0,1 0 318 0,9 0-142 0,-1 0-72 16,7 0-36-16,-2 0 198 0,6-2-121 15,-4 0-56-15,1 1-28 0,-2-1 34 0,-3 0-31 16,-2 2 8-16,0 0-39 0,-1 0-70 16,-1 0 35-16,-2 0 0 0,0 0 35 0,-4 0 8 0,3 0-90 15,-5 0 40-15,3 0 22 0,-1 0-1 16,-1 0 21-16,3 0-120 0,-1 0-655 0,3 0 355 16</inkml:trace>
  <inkml:trace contextRef="#ctx0" brushRef="#br0" timeOffset="-205258.15">3186 12177 845 0,'3'0'0'0,"0"1"0"0,-1-1 0 0,1 0 0 0,0 0 0 0,0 0 0 0,2 0 368 0,2 0-168 0,5 0-84 16,1 0 69-16,4 4-76 0,-4 2-30 0,6 2 38 15,-1 3-42-15,-1 0-21 0,-3 6 0 16,4 3-77-16,-10-3 35 0,4 11-159 15,-7-3 90-15,-5 3 44 0,0 2 23 0,0 2-164 16,-8 0 101-16,-8 0 12 0,-3-2-20 16,-3-2 9-16,-2-3 24 0,-5-5-25 0,1-2 63 0,-2-4-16 15,3-4-19-15,5-5 232 16,1 1-111-16,0-4-54 0,10-2-32 0,0 0 331 16,5 0-163-16,3 0-64 0,1 0-45 0,2 0 31 15,0 0-26-15,3 0-8 0,16 0 5 0,5 0-40 16,0 0 1-16,3 0-56 0,3 0 37 0,0 0-9 0,0 0 29 0,1 0 0 15,-3 0-1-15,-4 0-310 0,6 0 150 16,-11 0 57-16,3 0 47 0,-1 0-571 16,-2 0 281-16,2 0 132 0,-2-2-305 15,-3 0 227-15,1 1 114 0</inkml:trace>
  <inkml:trace contextRef="#ctx0" brushRef="#br0" timeOffset="-204995.22">3541 12266 1031 0,'-6'-7'0'0,"6"5"0"0,0 0 0 0,0 0 0 0,0-2 0 0,6 2 409 15,12-1-189-15,3 2-93 0,2 1 121 0,1 0-99 16,8 0-62-16,-7 3-28 16,1 10 10-16,-2 2-36 0,-1 2 0 0,-8 4-104 15,2 5 83-15,-7 2 21 0,-7 0-1 0,-3 4 1 16,0 1-33-16,-8 0 8 0,-5-3 24 0,-8 1 1 0,0-4-33 0,-2-3-17 15,-4-3 7 1,2-3-170-16,-2-6 79 0,3-2 53 0,3-4 7 0,0-4-1 16,4-2-288-16,8 0 143 0,1-1 73 0,8-10-297 15,0-7 190-15,16-5 94 0,11-6 47 0</inkml:trace>
  <inkml:trace contextRef="#ctx0" brushRef="#br0" timeOffset="-204798.75">4042 12139 1445 0,'0'-3'0'0,"-5"3"0"0,-10 0 0 0,-2 5 0 0,-4 8 0 0,1 2 0 0,-1 2 0 0,-1 8 513 0,-1 3-244 0,0 7-118 15,4 5 302-15,3 1-210 16,5-3-97-16,3 8-61 0,8-12 95 16,0 2-74-16,1-2-36 0,15-2-1 0,7-3-163 0,0-1 59 15,7-5 34-15,2-1-191 0,5-5 113 0,-4-1 56 0,3-4 36 16,-2-2-637-16,1-4 288 0,-3 0 174 0,-2-4-620 15,0-2 374-15,-7 0 180 0</inkml:trace>
  <inkml:trace contextRef="#ctx0" brushRef="#br0" timeOffset="-204356.84">3192 12011 1203 0,'0'0'0'0,"2"0"0"0,1 4 0 0,3 10 0 0,-1 4 0 0,2 12 0 0,5 15 0 0,-2 13 211 15,1 6-89-15,0 9-45 0,2 20 78 0,-1-11-53 16,4 27-38-16,3-6-1 0,0 4-454 0,7 6 211 0,9 17 107 0</inkml:trace>
  <inkml:trace contextRef="#ctx0" brushRef="#br0" timeOffset="-203913.6">2949 13093 733 0,'0'-9'0'0,"0"3"0"0,0 5 0 0,0 1 0 0,2 0 0 0,11 14 93 0,4 18-34 0,6 17 0 0,-3 13 299 16,2 24-163-16,-3 8-81 0,-3 15 162 15,3 28-126-15,-3-6-58 0,6 7-30 16,5 3-523-16</inkml:trace>
  <inkml:trace contextRef="#ctx0" brushRef="#br0" timeOffset="-201781.32">1293 14332 1014 0,'-13'0'0'0,"9"0"0"0,1 0 0 0,3 0 0 0,0 0 0 15,0 0 0-15,3 2 0 0,6-2 321 0,6 2-136 0,12-2-80 0,1 0 118 0,4 0-95 16,3 0-47-16,2 0-9 16,0-2 9-16,0-1-48 0,0-2-1 0,-4 4-36 15,-1-3 0-15,-4 2 36 0,-6 2 9 0,1 0-72 16,-3 0 32-16,-4 2-1 0,-3 6 33 0,-5 3-60 16,-3 2 26-16,-2 7-4 0,-3 7-12 0,0 7 4 15,-16 5-1-15,0 6-5 0,-3 2 27 0,-3 6-12 16,2-1 10-16,3 5-73 0,0-2 34 0,4-11 0 15,-4-2 33-15,4-8-64 0,-2-6 29 16,1-10-6-16,1 2 36 0,3-8 105 0,-3-3-54 16,3-1-25-16,1-4 188 0,4-1-98 15,2-2-51-15,1-1 197 0,1 0-110 0,1 0-58 16,0 0-28-16,0 0-7 0,3 0 0 0,12 0-13 16,0 0-8-16,5 0 25 0,0 0-25 0,2 0 0 15,0 4-1-15,3-1-58 0,-2 1 25 0,-3 0-1 16,1 0-297-16,0 1 163 0,-4 0 53 0,-4-1 54 15,1 2-540-15,-3-2 268 0,-1 0 134 0,-1-2-163 16,-1-2 148-16,-3 0 67 0</inkml:trace>
  <inkml:trace contextRef="#ctx0" brushRef="#br0" timeOffset="-201609.43">1489 14652 1534 0,'-16'0'0'0,"11"0"0"0,-1 0 0 0,6 0 0 0,0 0 0 0,0 0 0 0,3 0 0 0,10 0 291 0,4 0-129 0,2 0-57 0,3 0 307 0,3 2-189 16,1 2-96-16,0 1-225 15,1 1 66-15,1 1 40 0,2 0-8 0,0 3-245 16,1-1 138-16,-3 0 71 0,1 1 33 0</inkml:trace>
  <inkml:trace contextRef="#ctx0" brushRef="#br0" timeOffset="-201452.83">1898 14831 1435 0,'0'7'0'0,"0"0"0"0,0-1 0 0,0-2 0 0,0-1 0 0,0 1 0 0,2 0 243 0,1-1-105 16,5 4-53-16,2-4 82 0,4 4-59 0,2-5-42 16,1 4 0-16,3-3-169 0,-2 2 68 0,6-2 34 15,-2-1-531-15,1-2 279 0</inkml:trace>
  <inkml:trace contextRef="#ctx0" brushRef="#br0" timeOffset="-201264.19">2200 14618 1227 0,'0'-2'0'0,"-1"2"0"0,-6 0 0 0,4 15 0 0,-5 6 0 0,1 10 0 0,0 9 282 0,-1 5-124 0,-4 13-63 0,0 4 420 15,-1-4-233-15,-4 20-128 0,4-7-61 0,-4 2 136 16,4 2-98-16,-3 2-49 0,3 2-17 0,0-3-40 15,1-7 8-15,4-6-298 0,0-12 149 16,3-2 75-16,1-13 44 0,4-4-567 16,0-9 298-16,0-5 71 0,0-7 99 0,4-4-583 15</inkml:trace>
  <inkml:trace contextRef="#ctx0" brushRef="#br0" timeOffset="-201086.66">2465 14894 1850 0,'0'-18'0'0,"2"11"0"0,12 6 0 0,-3-5 0 0,-3 0 0 0,3 1 0 0,-3 1 0 0,2-2 268 0,1 3-118 16,-2-1-58-16,4 1 37 0,1 0-52 0,0 1-23 16,2 2 1-16,-1 0-519 0,0 0 248 0,-2 12 133 15</inkml:trace>
  <inkml:trace contextRef="#ctx0" brushRef="#br0" timeOffset="-200939.06">2530 15155 1283 0,'-1'11'0'0,"-4"-1"0"0,3 0 0 0,-1-7 0 0,1-1 0 0,2-1 252 0,0-1-114 0,0 0 83 16,5 0-95-16,10 0-46 0,3 0-24 0,5 0 69 15,3-1-50-15,-1-4-21 0,2 2 0 0,1-4-542 16,-1 2 260-16,0 0 139 0</inkml:trace>
  <inkml:trace contextRef="#ctx0" brushRef="#br0" timeOffset="-200681.75">3175 14900 1912 0,'-5'-3'0'0,"5"2"0"0,0 1 0 0,0 0 0 0,1-2 0 0,4 0 0 0,5 2 0 0,4-3 628 16,1 2-298-16,2-1-149 0,5-3 188 0,-1 1-159 15,6-2-93-15,0 3-150 0,1-1 33 0,-2 1 1 16,-4-2 31-16,2 1-148 0,-4 0 70 0,1 1 40 16,-3 1-1-16,-1 0-341 0,-8 0 199 0,4 1 86 15,-5 1-500-15,-3 0 264 0,0 0 134 0,-4 0 66 16,1 0-336-16,3 0 205 0,-4 0 99 0</inkml:trace>
  <inkml:trace contextRef="#ctx0" brushRef="#br0" timeOffset="-200370.85">3992 14858 1822 0,'-2'0'0'0,"2"3"0"0,0-2 0 0,0 1 0 0,2 0 0 0,5 0 0 0,4-1 0 0,6-1 274 0,7 0-121 0,5 0 269 0,15 0-194 16,2 0-98-16,7-1-40 0,12-1 91 15,0 0-74-15,4 0-37 0,3-2-11 16,3 1 0-16,1-5-53 0,13 0-8 0,-2 0 35 16,-1-4 0-16,1-1-1 0,4 0-240 15,-14 2 128-15,9-1 52 0,11 2 31 16,-21 5-354-16,5 0 148 0,-8 3 100 0,-11-1-172 0,0 3 126 15,-7 0 58-15,-8 0 34 0,-14 0 1 0,-1 0 23 16,-10 0 6-16,-3 0-6 16,-9 0 1-16,-3 0-1 0,-5 0-132 0,-2 0 66 0,-3-1 25 0,-16-1 8 15,-7 0 33-15,-1-1 0 0,-6-2-432 16</inkml:trace>
  <inkml:trace contextRef="#ctx0" brushRef="#br0" timeOffset="-200132.26">4675 14195 2054 0,'-17'-11'0'0,"17"11"0"0,0 0 0 0,10 6 0 0,2 4 0 0,-4-2 0 0,2 4 110 0,-1-2-45 0,2 4 53 15,5-3-42-15,-2 2-22 0,7-4-98 0,-2 4 47 0,0-1-8 16,3-3 37-16,-3 3 1 16,0-3-550-16,-3-1 254 0,-4-4 124 15,3 2-422-15,-3-5 263 0,-3-1 133 0</inkml:trace>
  <inkml:trace contextRef="#ctx0" brushRef="#br0" timeOffset="-199961.03">5051 14060 811 0,'5'-10'0'0,"1"3"0"0,-1 5 0 15,0 1 0-15,-2 1 339 16,-2 0-153-16,-1 7-69 0,0 14-46 0,-4 7 453 0,-10 13-246 0,-6 12-122 16,-3 0-62-16,1-3-23 0,-7 16 112 15,4-10-75-15,0-7-38 0,-3 5-104 0,1-3 33 16,-2-2 9-16,1-1-439 0,-1 0 232 0,4-5 116 0,3-3-637 16,9-9 371-16,2-3 138 15</inkml:trace>
  <inkml:trace contextRef="#ctx0" brushRef="#br0" timeOffset="-199599.18">4448 15154 1186 0,'-13'0'0'0,"7"0"0"0,-1 0 0 0,6 0 0 0,-2 0 0 0,3 0 234 16,0 0-92-16,-2 0-59 0,2 0-26 0,0 0 459 15,10-4-241-15,10-2-122 0,8-4-51 0,12 1 282 16,3-3-176-16,8-2-87 0,16-2 74 0,-2 1-81 16,5 2-32-16,4 2-8 0,1 1 95 0,3 3-169 15,-4 0 0-15,0 1 0 0,-15 4 0 16,18 2 0-16,-15 0 0 0,-13 0 0 0,4 0-168 0,-4 2 168 15,-8 0 168-15,0-2-632 16,-3 0 270-16,-1 0 95 0,-8 0-251 0,-3-5 158 16,-6-2 72-16,-2-2-100 0,-6 3 93 0,-6 1 48 15,-2 3 23-15,-4 0 0 0,0 1 15 0,-15 1 8 16,-7 0 0-16,-2 0-369 0,-3 8 184 0,-3 5 93 16,-4-2 38-16</inkml:trace>
  <inkml:trace contextRef="#ctx0" brushRef="#br0" timeOffset="-199229.79">4268 15151 1537 0,'-20'-11'0'16,"17"11"0"-16,3 0 0 0,0 4 0 0,0 7 0 0,6 4 0 0,-1 10 0 0,1 3 132 0,2 5-50 0,0 6-25 0,0 7 250 15,0 2-129-15,3 1-77 0,-3-1-34 16,-1-1 50-16,1-4-43 0,-4-9-20 0,1-1-2 16,-2-3-19-16,-2-8-1 0,-1-2 1 0,0-3-50 15,0-8 25-15,0-1 8 0,0-3 16 0,-9-5-86 16,-5 0 43-16,1 0 22 0,-4-2-212 0,1-7 112 16,-5-8 16-16,2-1-139 0,0-2 84 0,-3-2 53 15,3-3 4-15,0-1-32 0,3 3 39 0,0 8-1 16,3 1 33-16,4 6 116 0,1 1-58 0,-3 5-38 15,1 2 8-15,4 0 72 0,-2 17-50 16,-2 7-25-16,2 4 179 0,2 4-93 16,-2 2-17-16,2 0 25 0,0-2-24 0,2 1-23 15,3-4 12-15,1-7-292 0,0 1 125 0,0-4 65 16,0-5 35-16,8-2-561 0,6-7 259 0,2-5 131 16</inkml:trace>
  <inkml:trace contextRef="#ctx0" brushRef="#br0" timeOffset="-199050">4589 15426 1223 0,'0'5'0'0,"4"11"0"0,3 9 0 0,-1 0 0 0,-4 0 0 0,0 3 513 0,-2-1-241 0,0 1-119 0,0 5-60 16,0-7 266-16,-2 5-167 0,0-7-79 0,-2-2-250 15,4-1 86-15,0-3 41 0,0-7 30 0,0 2-613 16,0-8 311-16,0-2 155 0,0 0 77 0,0-3-367 15,0 0 204-15</inkml:trace>
  <inkml:trace contextRef="#ctx0" brushRef="#br0" timeOffset="-198772.35">4552 15465 1184 0,'0'-19'0'0,"1"4"0"0,5 3 0 0,4 2 0 0,1-1 0 0,2 1 0 0,2 2 0 0,1 3 126 0,5 2-47 15,1 0-15-15,-3 3 132 0,6 0-81 0,-6 13-41 16,-2 4-1-16,-4 3-65 0,-5-1 9 0,1 8 15 15,-8-3-119-15,-1 0 59 0,0 1 31 0,-3-2-55 16,-8-5 51-16,-8 7 12 16,3-9 0-16,-6 0 8 0,6-5 9 15,-5 0-38-15,2-3 4 0,4-2 178 0,0-3-78 16,4-1-50-16,3 0 328 0,2-2-169 0,3 0-78 16,1 0-49-16,2 0 164 0,0 2-103 0,2 4-52 15,7 0-27-15,7 1-23 0,2 1-2 0,4 3 0 16,3-2-1-16,2 0-110 0,0 1 56 0,-4-5 35 15,5 3-8-15,-6-5-424 16,2 2 214-16,-2-5 117 0,-1 1-656 0,-3-1 347 0,-3 0 186 16,1 0 89-16</inkml:trace>
  <inkml:trace contextRef="#ctx0" brushRef="#br0" timeOffset="-198501.72">4797 15239 1272 0,'0'-14'0'0,"0"2"0"0,0 3 0 0,2-3 0 0,11 2 0 0,5-1 88 0,-1 5-19 0,1-1 36 16,3 6-36-16,0-1 0 0,-2 2-37 0,-3 0 29 15,1 10 7-15,-1 2-35 0,-7 6 0 0,0-1-123 16,-8 2 62-16,1-3 30 0,-2 5 8 0,-2 0-13 16,-9-1 0-16,-6-1 35 0,4-4-1 0,-4 0 149 15,2-1-67-15,1-4 80 0,4-4-81 0,1-1-39 16,4 0-1-16,0-4 200 0,4-1-112 15,-2 0-68-15,3 0-29 0,0 0-32 16,0 0 2-16,12 0-1 0,6-4-255 0,5-5 123 0,0 0 66 16,2 0 34-16,-6 1-664 0,6 2 314 0,-4 1 176 15,0 3 27-15,-2-1-260 0</inkml:trace>
  <inkml:trace contextRef="#ctx0" brushRef="#br0" timeOffset="-198347.07">5004 15544 1351 0,'-10'7'0'0,"5"0"0"0,4-1 0 0,-2-2 0 0,2 0 0 0,0-2 125 0,1 0-50 0,0-2-21 16,0 1 0-16,2 1 347 0,12 1-184 0,1-3-11 15,3 0-91-15,1 0-41 0,5 0-21 0,-3 0-486 16,1-6 233-16,-1-2 124 0,-2 1 51 0,0 0-582 16,-4 3 316-16,0-2 157 0</inkml:trace>
  <inkml:trace contextRef="#ctx0" brushRef="#br0" timeOffset="-198141.54">5169 15399 993 0,'-7'-6'0'0,"5"5"0"0,2-2 0 0,0 2 0 0,4 1 0 0,7 0 66 0,5 0-33 0,0 0 32 16,1 0 1-16,3 0-33 0,-3 0 8 0,2 4 13 0,-3 5 1 16,-2 1-22-16,-3 3-68 0,-6 0 34 0,-4 2 8 0,-1 1 25 15,0 5-52-15,-9-2 26 0,-10 2 1 0,-2-2 25 16,-3-1-64-16,-1-1 25 0,-2-3-6 15,2-4 3-15,4-4-15 0,2-3 38 0,5-3-22 16,-2 0 17-16,7 0-225 16,5-6 105-16,4-12 43 0,0-4-332 0</inkml:trace>
  <inkml:trace contextRef="#ctx0" brushRef="#br0" timeOffset="-197973.99">5418 15266 844 0,'1'0'0'0,"1"2"0"0,-2 14 0 0,0 5 0 0,0 4 0 0,-6 5 506 0,-3 9-237 16,-1 0-118-16,5-2 516 0,-1 1-321 0,6 3-156 16,0-6-79-16,0-4 170 0,3 0-124 0,5-10-54 15,6 1-132-15,2-5 31 0,0-6-1 0,3-1-461 16,0-6 246-16,1-4 132 0,3 0 53 0,-1-12 31 16,-1-5-818-16,-5-3 411 0</inkml:trace>
  <inkml:trace contextRef="#ctx0" brushRef="#br0" timeOffset="-197717">5477 15144 513 0,'0'-10'93'0,"3"7"-46"0,5 1 499 16,3-2-484-16,1 0-30 0,1 2 1 0,2-1 134 0,1 3-71 16,-1 0-31-16,0 3-1 0,1 9 108 0,-2 1-70 0,-3 1-26 0,-3 4-66 15,-3 1-1-15,-2 1 24 0,-3 1 0 0,0-3 42 16,-8 1-43-16,-5 1 1 15,-4-8 0-15,1-1 165 0,1-1-82 16,0-2-34-16,4-5-28 0,1 1 173 0,2-2-97 0,-1-2-49 16,6 0-24-16,3 0 46 0,-2 0-40 15,2 0 1-15,0 0-31 0,2 0-183 16,11 0 91-16,4-2 55 0,2 0 14 16,1 0-417-16,3 1 220 0,-2-1 82 0,1 2-733 0,-2 0 394 15,1 0 210-15</inkml:trace>
  <inkml:trace contextRef="#ctx0" brushRef="#br0" timeOffset="-197564.85">5654 15546 1341 0,'-12'9'0'0,"4"-3"0"0,3-1 0 0,0-1 0 0,3-2 346 15,-2-2-157-15,4 0-78 0,0 0-39 16,0 0 159-16,11 0-103 0,2-2-48 0,12-5-24 0,0-5 125 16,1 1-74-16,-4 0-479 15,8-2 199-15,-9 4 103 0,3-1 51 0,-7 2 26 16,2 3 0-16,-6 2-689 0</inkml:trace>
  <inkml:trace contextRef="#ctx0" brushRef="#br0" timeOffset="-197398.36">5842 15302 1778 0,'-5'-2'0'0,"5"2"0"0,0 0 0 15,0 0 0-15,0 9 0 0,0 4 0 0,1 2 330 0,7 4-153 0,-1 2-72 0,3 1-36 0,-1-2 186 0,0 0-112 0,-2 2-24 16,4-2-186-16,-3-4 49 15,-2-4 26-15,1-5 0 0,-3 2-585 16,4-5 313-16,2-2-516 0,-2-2 383 16,4-2 191-16</inkml:trace>
  <inkml:trace contextRef="#ctx0" brushRef="#br0" timeOffset="-197230.22">6094 15078 1162 0,'0'-2'0'0,"0"2"0"0,0 11 0 0,0 13 0 0,-11 9 485 16,-6 14-231-16,-2 13-111 0,4 2-55 15,-3 3 532-15,3 4-294 16,1-8-139-16,-5 15-81 0,3-6 127 0,3 0-100 16,-4-3-50-16,6-2-26 0,4-14-64 0,4 5 16 15,0-17 0-15,1-3 23 0,2-14-618 0,0-7 310 0,0-6-697 16,0-3 494-16,0-1 185 0,8-5 140 0,-2-15-386 16</inkml:trace>
  <inkml:trace contextRef="#ctx0" brushRef="#br0" timeOffset="-196978.77">6124 15037 750 0,'21'-16'0'16,"0"6"0"-16,9 0 0 0,-5 2 0 0,0 1 0 0,-5 3 344 0,-3 2-160 0,-1 2 125 0,-3 0-138 0,-5 13-69 16,-2 8-35-16,-4-1 107 0,-2 11-75 15,-2 1-33-15,-11-2 0 0,-4 0-33 16,-1-4 40-16,3-5 9 0,-2 0-49 0,1-7 0 0,5-2 148 15,4-5-73-15,2-1-39 0,0-4 41 16,4 0-43-16,1-2 0 0,0 0-33 0,6 0-1 0,12 0 0 16,3 0 54-16,7-6-32 15,-2-2 1-15,4 1-24 0,1-1-425 0,-1 1 221 0,-1 1 98 0,-1 0-876 16,0 5 459-16,2 1 229 0</inkml:trace>
  <inkml:trace contextRef="#ctx0" brushRef="#br0" timeOffset="-196857.09">6831 15700 3078 0,'0'0'0'0,"0"4"0"0,4 11 0 0,16 2 0 0,-13-10 0 0,-2-6 0 0,2 2-1047 16,-5-3 534-16</inkml:trace>
  <inkml:trace contextRef="#ctx0" brushRef="#br0" timeOffset="-194411.26">17901 12746 1321 0,'0'0'0'0,"0"0"0"0,0 0 0 0,0 0 0 0,0 0 0 0,0 0 0 0,7 0 0 0,5 0 0 0,3 0 196 0,2 0-82 0,2 0-40 0,3 0 109 16,-1 0-67-16,4 0-45 0,-3 0 128 0,0 0-83 15,1 0-41-15,0 0-22 0,-5 0-38 0,0 0 17 16,-2 0 1-16,-2 0 0 0,-2 0-227 0,-3 0 114 15,0 2 64-15,-2 0-559 0,-3 1 292 0,-1 3 84 16,-1 4-216-16</inkml:trace>
  <inkml:trace contextRef="#ctx0" brushRef="#br0" timeOffset="-194245.72">17999 13119 1381 0,'-19'8'0'0,"6"-1"0"0,6-3 0 0,1-1 0 0,2-3 0 0,1 3 0 0,3-3 167 0,0 0-68 0,0 0-33 15,2 0 481-15,10 0-261 0,6 0-126 0,3 0 230 16,6 0-178-16,-1 0-90 16,-3-3-37-16,7 2-273 0,-5-3 110 0,-5 2 56 15,4 2-696-15,-3 0 376 0,-1 0 195 0,-2 6 86 16</inkml:trace>
  <inkml:trace contextRef="#ctx0" brushRef="#br0" timeOffset="-188825.31">20163 11874 277 0,'2'-9'0'0,"-2"1"0"0,0 3 0 0,0 2 0 0,0 0 0 0,0 1 0 0,0 1 239 0,0-1-103 0,0 2-52 0,0 0 161 16,0 0-110-16,-2 0-51 0,2 0-26 0,0 8 100 15,0 8-62-15,0 3-24 16,0 6 71-16,0 0-54 0,0 5-29 0,0 2 0 15,0 2 90-15,-3 0-50 0,-4 3-38 0,2 1 0 16,-3 5 18-16,-1-3-23 0,-3-1 0 0,5-3-48 16,-4 2-9-16,1-3 33 0,1-3-1 0,4-8-122 15,-3 0 61-15,2-10 39 0,0-1-90 0,3-5 34 16,1-5 35-16,0-1-17 0,-2-2-304 0,1 0 127 16,-1-7 95-16,2-10 0 0,2-10-273 0,0-1 175 15,0-11 88-15,0 2-233 0,0-12 164 0</inkml:trace>
  <inkml:trace contextRef="#ctx0" brushRef="#br0" timeOffset="-188511.38">20027 12038 559 0,'0'-33'0'0,"0"4"0"0,0 2 0 0,0 8 0 0,2 3 0 0,2 1 0 0,2 2 0 0,3-2 299 0,6 1-134 15,6 3-66-15,3 2 235 0,3-2-154 0,3 7-74 16,0 0-37-16,0 2 179 0,0 2-108 0,-8 0-45 16,8 7 18-16,-7 9-41 15,-4 0 1-15,-3 3-40 0,-2 0-15 0,-3 2-8 0,-6 1 23 0,-1 3 0 16,-2 1-105-16,-2-3 53 15,-2-1 34-15,-11 3-146 0,-6-3 81 0,1-3 19 16,-5-1 28-16,-1-2-90 0,1-7 49 0,-4 0-9 16,2-3 23-16,4-2 136 0,0-4-58 0,3 0-33 15,2 0 290-15,4 0-141 0,2 0-75 0,4 0-19 16,2 0 150-16,3 0-94 0,1 0-38 0,0 0-32 16,0 0 165-16,7 0-94 0,12 2-47 0,6 5-85 15,1 2 46-15,2 1 135 0,2 0-176 0,0 4 0 16,2 2 0-16,0-4 0 0,-2 3-303 0,-1-1 211 15,-2 1 63-15,1-2 23 16,-3-1-270-16,-4-4 94 0,0 4 27 0,-3-3-510 16,-1 1 317-16,-4-3 157 0,-4 2 79 0,-1-1-488 15</inkml:trace>
  <inkml:trace contextRef="#ctx0" brushRef="#br0" timeOffset="-187942.68">19275 12596 663 0,'-8'0'0'0,"4"0"0"0,2 0 0 0,2 0 0 0,-2 0 0 0,2 0 0 0,0 0 195 0,0 0-81 0,0 0-41 0,7 0 8 15,3-3 169-15,1 1-108 0,1-1-55 0,1 1-28 16,2-2 216-16,0 2-113 0,4 1-68 0,1-1 192 16,7 2-126-16,1 0-64 0,4 0-31 0,7 0 89 15,8 0-65-15,0 0-27 0,6 0 113 0,10-2-71 16,-2 0-36-16,-3 0 9 0,19 0 22 0,-4 0-33 16,0 0 0-16,3-1-33 0,0 3 16 0,2 0-8 15,-3 0-8-15,2 0-103 0,3 0 51 0,0 7 26 16,-2-1 0-16,1-2-51 0,-1-1 34 15,-2-1 21-15,2-2-166 0,0 0 84 16,3 0 15-16,-2-2 30 0,-6-5-92 0,-3-3 52 16,-16 5 3-16,0-2 21 0,-7 1-12 0,-11 2 20 15,-4 2-12-15,-9 0 57 0,-4 2-41 0,-6 0 1 16,-4 0-136-16,-6 0 57 0,-1 0 42 0,0 0 1 16,-2 0-115-16,0 0 73 0,-11 0 37 0,-3 0-7 15,-9 5-306-15,0 1 175 16,-4 4 88-16,-3-1 43 0,-11-1-460 0</inkml:trace>
  <inkml:trace contextRef="#ctx0" brushRef="#br0" timeOffset="-187431.92">19676 12886 805 0,'-1'-1'0'0,"-5"-5"0"0,3 4 0 0,-2 0 0 0,1 0 0 0,2 1 0 0,1-2 146 0,-1 1-49 0,2 2-36 0,0-1 140 16,0 1-84-16,0 0-42 0,5-2-22 0,13 0 185 15,4-2-108-15,6 3-48 0,5-4 204 0,2 4-127 16,10 0-63-16,4-2 126 0,3-1-99 0,10 2-45 16,-2 0-22-16,4 1 86 0,4-2-54 15,5 2-20-15,0-1-8 0,4 0 13 0,16 1-41 16,-7-1 1-16,-11 0 0 0,10 2-25 0,-2 0-8 15,-3 0 32-15,-3 0 1 0,0 0-76 16,0 0 38-16,-11-2-87 0,9 0 48 0,-12-1 36 16,-8 2-8-16,0-1-106 0,-2-2 51 0,-12 2 36 15,0-1-4-15,-6 1-63 0,-3 0 35 0,-7-3 24 16,-4 4-21-16,-9-2 3 0,-2 0 12 0,-4 2 0 16,-4-1-84-16,-2 0 50 0,0-1 17 0,-13-3-176 15,-10 2 105-15,-3 1 52 0,-4 2 26 0,-10-1-395 16,5 2 203-16,-14 0 113 15,-1 6 53-15</inkml:trace>
  <inkml:trace contextRef="#ctx0" brushRef="#br0" timeOffset="-186981.72">19654 12834 1044 0,'0'-13'0'0,"0"6"0"0,0 2 0 0,0 4 0 16,0-1 0-16,0 2 0 0,0 0 0 0,-2 3 0 0,2 17 88 0,-2 3-19 0,2 8 173 0,0 0-105 0,0 6-52 16,0 5-26-16,0-2 104 0,0-2-57 0,0 10-41 15,0-5 0-15,0-2 49 0,0 3-40 0,0-5 8 16,0-3-42-16,-4 3 25 15,1-3-1-15,-4 0-31 0,0-4 3 0,0-2-3 16,0-7 8-16,-1-3-39 0,0-3 0 0,3-6 31 16,-1-3-1-16,-1-3 1 0,0-2 8 0,-5-3-8 15,1 0 0-15,-3-3-130 0,1-11 62 0,1-5 1 16,-4-4 33-16,1-3-373 0,0-2 179 0,0-3 70 16,0 3-17-16,0 2 52 0,2 7 20 0,-2 2 62 15,3 3-1-15,-1 7-24 0,3 6 1 16,-2 1 180-16,-1 0-98 0,1 6-34 15,3 10-24-15,-2 5 177 0,1 1-90 0,4-1-20 16,1 7-31-16,0-3 52 0,3-5-32 0,-2 5 8 16,2-2-205-16,2-1 95 0,0-3 34 0,0-2-159 15,0-2 94-15,0-6 31 0,0 2 29 0,0-5-428 16,4-1 214-16,3-1 103 0,4-4 52 0,3 0-266 16</inkml:trace>
  <inkml:trace contextRef="#ctx0" brushRef="#br0" timeOffset="-186739.13">19992 13157 1086 0,'0'0'0'0,"0"4"0"0,0 3 0 0,-2 4 0 0,-7 0 0 0,-5 7 223 0,0 3-100 0,0 1-44 15,3 2-24-15,2 1 296 0,2 1-159 0,2-5-72 16,0 7-47-16,5-2 31 15,0-1-36-15,0 0-208 0,0-1 86 0,0-4 51 16,0 3 14-16,0-5-356 0,0-3 189 0,0 0 94 16,0-6 38-16,0-1-221 0,0-2 58 0,0-2 84 15,0-2-14-15,-2-2-190 0,-4 0 137 0,3-4 60 16,1-13 43-16,-2-4-144 0</inkml:trace>
  <inkml:trace contextRef="#ctx0" brushRef="#br0" timeOffset="-186431.75">19871 13275 734 0,'0'-24'0'0,"0"2"0"0,2 5 0 0,7 3 0 0,0 1 0 0,2 4 0 0,4-2 0 0,5 0 0 0,5 3 297 0,-1 2-133 0,1 4 146 0,-3 2-139 16,1 0-61-16,-2 2-42 0,1 13 29 15,-7 4-32-15,-4 2 0 0,-3-2-24 0,-2 8-83 16,-5-3 37-16,1-3 0 0,-2 5 38 0,-2-1-64 16,-9-7 41-16,-4 6-9 0,-3-6 31 0,-3-3-85 15,0-1 30-15,-4-7 26 0,7-2-17 0,-7 1-2 16,3-4-13-16,2-2 208 15,0 0-86-15,3 0-41 0,6 0-15 0,2 0 251 16,4 0-126-16,0 0-64 0,5 0-33 0,0 0 92 16,0 0-54-16,2 0-39 0,13 7 0 0,6 2-40 15,1 4 9-15,3-3-1 0,1 5-10 0,2-5 11 16,1 1-1-16,-3 1-234 0,-1-1 117 16,-2 0 59-16,-2-1 38 0,0-1-451 0,-1-1 193 15,-2-3 120-15,-4 1 7 0,2-3-178 0,-5-1 124 0,1-2 75 16,-2 0-360-16,0 0 213 15,0 0 106-15,-5-9-253 0</inkml:trace>
  <inkml:trace contextRef="#ctx0" brushRef="#br0" timeOffset="-186149.6">20183 13090 1396 0,'0'-15'0'0,"0"5"0"0,0 3 0 0,0 3 0 0,0-2 0 0,2-2 0 0,12 3 0 0,2-1 0 0,3 5 298 0,2-2-133 0,-1 3-65 0,1 0-35 15,-3 4-41-15,-2 7 17 0,-2 4-8 0,-3 2-1 16,-6 2-87-16,-1-2 44 0,-4 2 22 0,0 0-148 16,0-3 81-16,-11 4 44 0,-5-6-23 15,2 2 30-15,-6-4-33 0,4-2 25 0,-1-1 209 16,2-1-95-16,1-5-60 0,5 1-1 0,0 0 314 16,6-2-165-16,-2-2-76 0,3 0-41 0,2 0 77 15,0 0-59-15,2 1-20 0,12-1-87 16,7 3 26-16,1-3-1 0,2 0-136 15,4 0 80-15,-5 0 49 0,9-3-8 0,-12 2-517 16,5-3 268-16,-4 2 83 0,-3 2 84 0,-3 0-571 16,-4 0 318-16</inkml:trace>
  <inkml:trace contextRef="#ctx0" brushRef="#br0" timeOffset="-185991.03">20376 13433 419 0,'-20'2'0'0,"6"-2"0"0,4 2 0 0,1-2 0 0,1 0 0 0,2 0 520 15,2 0-244-15,2 0 97 0,2 0-174 0,0-2-83 16,11-3-41-16,5 1 149 0,5-4-95 0,-1 2-40 16,1-1-32-16,7-1-165 0,-3 0 71 0,-1 3 35 15,-4 1 0-15,3-1-503 0,-2 1 265 0,-3 1 137 16,0 0-523-16,-4-2 263 0</inkml:trace>
  <inkml:trace contextRef="#ctx0" brushRef="#br0" timeOffset="-185773.16">20610 13265 339 0,'0'-11'0'0,"0"7"0"0,0-3 0 0,0 4 0 0,0-5 0 0,5 3 395 0,7-3-181 0,3 3-83 16,4 0 217-16,5 4-157 0,-5-1-79 0,7 2 60 15,-7 0-69-15,1 12-27 0,3 2-8 0,-6 5 9 16,-6-2-23-16,-2 4 1 0,-2-1-22 0,-5 3-35 16,-2-1 14-16,0 3-1 0,-7-3 22 0,-7-1-92 15,-6-3 46-15,0-3 32 0,-6 5-173 0,1-8 79 16,-5 1 49-16,2-3-136 15,-2-1 51-15,2-5 52 0,5-2-7 0,3-2-237 16,3 0 135-16,7-2 68 0,7-13 25 0,3-6-232 0,0-1 136 16,14-3 70-16</inkml:trace>
  <inkml:trace contextRef="#ctx0" brushRef="#br0" timeOffset="-185598.11">20845 13162 471 0,'7'-3'0'0,"0"1"0"0,-3 2 0 0,-1 0 0 0,-3 12 0 0,0 6 0 0,-14 4 549 0,3-1-250 15,-3 7-138-15,4 0 440 0,2-2-284 16,3 3-143-16,2-2-70 0,3-7 198 0,0 6-138 0,6-5-66 16,9-1-33-16,2-3 1 0,3-4-33 0,1-1 8 15,8-3-43-15,-3-3 0 16,2-6-883-16,-1 0 459 0,-2 0 230 0,-4 0 40 0,0-6-472 16,-3-3 298-16,0-3 149 0</inkml:trace>
  <inkml:trace contextRef="#ctx0" brushRef="#br0" timeOffset="-185316.73">21034 13007 507 0,'-3'-14'0'0,"1"4"0"0,2 6 0 0,0-4 0 0,2 2 359 0,7 3-163 0,5 1-81 0,0 0-34 16,2 2 142-16,0 0-95 0,0 0 92 0,-2 7-93 15,-3 7-47-15,-3 0-16 0,-2 5-91 0,-5-1 30 16,-1 4 0-16,0-2 30 0,-5-1-108 0,-11 0 62 15,-2 1 19-15,-1-2 0 0,3-7-7 0,-5-1 33 16,3 0 1-16,2-4-10 0,-1-1 34 0,8-2-64 16,0-1 212-16,0-1-96 0,7-1-38 15,1 0-24-15,1 0 114 0,0 0-64 0,0 0-32 16,12 0 0-16,6 0-99 0,6 0 30 16,3 0-1-16,-1 0 38 0,3 0-340 0,-4 0 169 0,-2 0 94 15,1 0 23-15,-1 0-311 16,-3 0 131-16,-4 0 97 0,-4 6-557 0</inkml:trace>
  <inkml:trace contextRef="#ctx0" brushRef="#br0" timeOffset="-185155.16">21114 13369 1804 0,'-18'6'0'0,"4"-1"0"0,6-1 0 0,0 1 0 0,3-3 0 0,1 0 0 0,4-2 0 0,0 0 0 0,0 3 0 0,9-2 141 0,12-1-54 16,4 0 97-16,-2 0-75 0,6 0-39 0,-5 0 9 15,10 0-402-15,-6-4 178 0,-1-3 89 0,-1 1 44 16,-6 1-269-16,1-1 165 0,-3 1 70 0</inkml:trace>
  <inkml:trace contextRef="#ctx0" brushRef="#br0" timeOffset="-185000.57">21392 13221 655 0,'0'0'0'0,"0"0"0"0,0 0 0 0,0 0 0 0,0 0 0 0,0 0 414 15,0 2-195-15,1 2-93 0,7-1-47 0,3 2 321 16,1 1-183-16,-3 3-84 0,3-2-212 0,0 0 55 16,1-2 29-16,-1 4-545 0,1-7 286 0,-4 3 152 0,4 0 63 15,-2-3 36-15</inkml:trace>
  <inkml:trace contextRef="#ctx0" brushRef="#br0" timeOffset="-184814.05">21668 13066 899 0,'0'0'0'0,"-3"0"0"0,1 0 0 0,-1 6 0 0,-1 13 0 0,-3 4 0 0,-1 7 470 0,-2 5-210 0,-2 10-118 0,1-1 341 15,-3 2-225-15,1 0-112 0,-2 1-57 0,4-4 83 16,-5 7-73-16,3-3-34 0,3-5-306 16,-2-5 137-16,3-3 68 15,1-8 43-15,0 1-253 0,4-10 139 0,3-7 70 16,-1-2 35-16,0-5-730 0,2-3 297 0</inkml:trace>
  <inkml:trace contextRef="#ctx0" brushRef="#br0" timeOffset="-184553.22">21757 13078 1214 0,'17'-6'0'0,"4"5"0"0,-1 1 0 0,0 0 0 0,-1 0 0 0,-5 0 0 0,2 1 0 0,-4 9 128 0,-2-1-47 0,-5 0 0 0,1 5-8 15,-4-1-40-15,-2 1 0 0,0 2-29 0,-15 1 0 0,0-4 37 16,-8 3-8-16,-1-1 69 0,-1-1-34 0,2-3-1 16,-2 0-34-16,8-3 218 0,-2-2-113 15,9-1-53-15,1-3 177 0,4 1-114 0,1-2-58 0,4-1-21 16,0 0-79-16,0 0 21 16,11 0 0-16,10 0 21 0,4 0-74 0,0-4 45 0,3-3-8 15,2-1-374-15,0 0 205 0,1 1 96 16,-7-1 61-16,10 0-711 0,-8 0 347 0,3 2 175 15,-10-3 86-15</inkml:trace>
  <inkml:trace contextRef="#ctx0" brushRef="#br0" timeOffset="-184096.92">22631 12507 602 0,'-15'-22'0'0,"2"4"0"0,-1 5 0 0,0 3 0 0,-1 4 0 16,-2 0 332-16,-6 3-142 0,3 3-82 0,-1 0 139 15,0 9-107-15,3 12-54 0,2 3-26 0,2 8 153 16,-2 7-94-16,9 0-44 0,0 3-20 0,5 0 63 16,2-7-43-16,0 3-13 15,0-5 21-15,2-2-26 0,8-6 1 0,1-7-158 16,3-2 67-16,1-6 40 0,0-4-7 0,0-6-239 15,2 0 136-15,1-6 68 0,0-13 1 0,-1-7-236 16,-3-4 105-16,2-9 73 0,-1 0-10 0,-5-6-7 16,4-1 38-16,-3-3-9 0,-2-6-10 0,3-9 28 15,-1 1 1-15,-1-3 1 0,1-2 0 0,-2 10 19 16,3-14 8-16,-7 24 38 0,3-1 1 0,-7 17-39 16,1 8 0-16,0 7 444 0,-2 5-213 15,0 7-85-15,0 1 241 0,0 4-137 16,0 17-97-16,0 11 249 0,-5 15-172 0,-1 4-83 15,-4 15-40-15,3 0 270 0,0 3-156 0,-1-6-70 16,3 15-46-16,0-9-65 0,2-3 26 0,3-9-1 16,0 1 9-16,0-5-336 0,0-12 164 0,1-2 81 15,4-11 42-15,4-4-647 0,-2-6 329 0,4-5-248 16,3-7 271-16,1-2 135 0,4-2 68 0,-5-19-473 16,0-5 262-16</inkml:trace>
  <inkml:trace contextRef="#ctx0" brushRef="#br0" timeOffset="-183885.82">22854 12429 1203 0,'0'-12'0'0,"0"6"0"0,0 3 0 0,0 0 0 0,2 3 0 0,4 0 0 0,5 0 0 0,4 6 365 15,6 9-167-15,-3 3-82 0,3 2-34 0,-2 3 57 16,0 2-53-16,-4 2-27 0,-2 1-59 0,-3 1 0 16,-7-3 41-16,-1 4-57 0,-2-2 24 0,0-2 0 15,-17-2 24-15,-1 1-123 16,-5-3 69-16,-5-2 24 0,-1 0-1 0,1-5-197 15,-2-2 102-15,4-4 13 0,6-5 36 0,-1-3-246 16,3-1 130-16,7 0 62 0,6-5 33 0,5-10-187 16,0-3 102-16,9-7 64 0,14-5-220 0,5-1 137 15</inkml:trace>
  <inkml:trace contextRef="#ctx0" brushRef="#br0" timeOffset="-183694.33">23162 12418 960 0,'11'-14'0'0,"-6"3"0"0,-2 1 0 0,-1 4 0 0,-2 1 0 0,0 1 0 0,-10 4 221 0,-4 0-86 0,-7 2-55 0,1 13-24 16,-3 8 329-16,-2 7-176 0,2 3-88 0,5 1-36 16,-3 11 219-16,7-2-136 0,6-1-67 0,4 0 78 15,4-7-65-15,0 3-44 16,5-5-1-16,11-1-395 0,5-4 179 0,2-5 90 0,8-6-284 16,-1-4 183-16,3-8 95 0,4-2 49 15,0-3-700-15,-1 0 340 0,-3-8 163 16,-1-5 93-16,-5-3-247 0</inkml:trace>
  <inkml:trace contextRef="#ctx0" brushRef="#br0" timeOffset="-183306.31">23497 12612 583 0,'2'-28'0'0,"-1"6"0"0,-1 3 0 0,0 2 0 0,-1 0 0 0,-10 4 0 0,-1 2 0 0,-1 3 147 16,-1 2-57-16,0 4-29 0,-4 2 1 0,-2 0 180 16,-1 6-108-16,1 9-51 0,1 6 131 0,4 1-90 15,2 5-46-15,6-5 203 16,-1 10-129-16,6-3-59 0,2-3-31 0,0-2 63 15,0-3-46-15,8-3-15 0,3 0-8 0,0-7-44 16,3-3 21-16,-2-1 0 0,2-4-1 0,0-3-165 16,2 0 79-16,2-7 43 0,-2-12-328 0,0-4 181 15,0-3 50-15,-2-1-273 0,0-7 164 0,0-8 92 16,-1 3 46-16,1-7-41 0,0-3 43 0,2-3 15 16,0-10 7-16,0 2-100 0,0-4 62 15,2-1 29-15,1-1-90 0,-5 11 53 16,0 1 38-16,-7 16 169 0,-5 12-69 0,0 2-35 15,-2 12-1-15,0 3 498 0,0 7-238 0,-2 2-140 16,-10 21-31-16,1 6 364 0,0 15-211 0,1 2-97 16,-2 21-60-16,1 1 159 0,1 2-106 0,2 3-53 15,1 0-27-15,5-9 231 0,-1 13-133 0,3-21-195 16,0 3 35-16,0-10 0 0,3-11 36 0,4-6-360 16,3-4 176-16,0-7 91 0,1-9 47 0,-1-5-607 15,2-5 271-15,1 0 163 16,4-13 34-16,-4-8-137 0,3-5 128 0,-4-4 65 15,2-6-283-15,-3-9 178 0</inkml:trace>
  <inkml:trace contextRef="#ctx0" brushRef="#br0" timeOffset="-183189.86">23798 12385 1242 0,'1'-23'0'0,"1"7"0"0,0 8 0 0,-2 2 0 0,0 4 0 16,2 2 0-16,-2 0 0 0,2 10 382 0,1 5-175 0,5 7-87 0,3-3-36 0,2 8 88 16,3-3-70-16,-2 0-35 15,4-1-172-15,0-2 69 0,-1-7 43 0,4 5-534 16,1-7 279-16,1-3 141 0,0-5 70 0</inkml:trace>
  <inkml:trace contextRef="#ctx0" brushRef="#br0" timeOffset="-183030.26">24278 12164 1795 0,'-13'1'0'0,"-8"20"0"0,-4 15 0 0,-8 13 0 0,-6 7 0 0,-8 22 0 0,7-6 0 0,-17 22 187 16,2-4-77-16,-5 4 406 0,-12 17-242 0,2 0-120 15,3-4-52-15,-16 28-223 0,8-13 78 0,12-5 37 16,10-3 1-16,14-22-703 0,9-9 379 0</inkml:trace>
  <inkml:trace contextRef="#ctx0" brushRef="#br0" timeOffset="-182865.5">24323 13361 2947 0,'-10'-9'0'0,"7"9"0"0,4 17 0 0,11 0 0 0,-10-17 0 0,-4-6 0 0</inkml:trace>
  <inkml:trace contextRef="#ctx0" brushRef="#br0" timeOffset="-172127.93">9260 14153 543 0,'0'3'0'0,"0"-3"0"0,0 3 0 0,0 2 0 0,0-1 0 0,0-1 0 0,0-3 0 0,0 2 158 0,0-2-62 16,0 1-32-16,0-1 233 0,2 0-124 0,7 0-74 16,4 0-33-16,4 0 261 0,3 0-147 0,0 0-74 15,2-1 124-15,7-3-103 0,-5-1-47 0,3-1-23 16,-4 0 34-16,0 5-30 0,0-4 9 0,2 4-37 15,-4-1-24-15,2 2 1 16,-2 0 23-16,-1 0-91 0,-1 0 41 0,-3 0 25 16,-5 0 0-16,0 0-184 0,-6 0 105 0,2 0 16 15,-6 0-290-15,2 0 145 0,-2 0 90 0,-1 0 8 16,0 0-62-16,-4-4 57 0,-8-3 41 0,0 3 1 16,-4-2-45-16,0 2 39 0,-1 2 0 0,-2 1 16 15,0 1 33-15,0 0-10 0,3 0-1 0,-2 0 81 16,4 0-41-16,0 0-8 15,3 1 188-15,2 3-110 0,0 0-55 0,3 0 4 16,2 1 259-16,2 3-118 0,2 2-78 0,0 3-4 16,0 3 47-16,2 5-48 0,8 2-26 0,-1 1 115 15,0 4-74-15,2 1-33 0,-1 5 0 0,-1 0 15 16,0 11-24-16,0-11 8 0,-4 14-71 0,-1-5 1 16,-3 1 38-16,1 2-1 0,-2-2-158 0,0-2 87 15,0 9 32-15,-3-7-1 0,-5-11-165 0,-2 3 78 16,1-4 53-1,0-11-55-15,-1-1 18 0,1-7 32 0,-2-2 39 0,6-5-19 0,-5 0 1 16,4-5-38-16,1-1 242 0,1 0-100 16,2 0-43-16,0 0-27 0,2 0 280 0,0 0-138 15,0 0-46-15,0 0-42 0,0 0 81 0,4 0-54 16,9-1-29-16,2-4 67 0,2-2-52 0,2-2-20 16,2 0-1-16,-1 1 65 0,4 0-43 15,-1 3-14-15,0 1 10 0,-1 3 103 0,-1-1-175 0,0-1 0 16,-2 3-253-16,-3 0 194 0,-1 0 41 0,-3 0 26 15,-1 0-461-15,-2 0 228 0,-1 0 79 16,-3 3 66-16,1-3-256 0,-1 0 151 16,-1 0 76-16,1 0-368 0,-1 0 214 0,2 0 119 15,-2-3-282-15,2-8 197 0,-3-5 98 0</inkml:trace>
  <inkml:trace contextRef="#ctx0" brushRef="#br0" timeOffset="-171962.19">9831 14441 876 0,'5'-7'0'0,"-3"5"0"0,1 1 0 0,2-2 0 0,-1 3 0 0,3 0 0 0,-1 0 383 0,4 0-175 0,1 0-80 0,3 0 242 15,2 0-169-15,3 0-84 0,1 0-42 16,1 0-16-16,0 0 8 0,-1 0-34 0,-1 0-296 0,-1 0 148 16,0 0 74-16,-6 0 36 0,0 0-529 0,-1 4 279 15</inkml:trace>
  <inkml:trace contextRef="#ctx0" brushRef="#br0" timeOffset="-171732.83">9937 14748 1491 0,'-2'6'0'0,"-3"-2"0"0,2 4 0 0,1-4 0 0,0-2 0 0,2-1 0 0,0 3 0 0,0 1 0 0,4-1 572 0,11-4-262 0,1 3-142 15,5-1 121-15,4-2-128 0,2 0-64 0,-4 0-32 16,0 0 125-16,2 0-82 0,-1 0-38 0,-1 0 0 15,-3-2-239-15,-1-1 101 0,-2 0 59 0,-4 2-322 16,-2-2 182-16,-4 1 91 16,0 1-263-16,-5 1 121 0,-1 0 93 0,1 0-14 15,-2 0 16-15,0 0 36 0,0-3 0 0,-2 2 36 16,-3-1-113-16,-1 0 61 0,2-1 26 0</inkml:trace>
  <inkml:trace contextRef="#ctx0" brushRef="#br0" timeOffset="-170420.92">10916 14282 390 0,'0'0'0'15,"0"0"0"-15,0 0 0 0,0 0 0 0,0 0 0 0,0 0 0 0,0 0 240 0,0 0-104 0,5-7 89 0,-1 0-88 0,1-6-57 16,0 1-23-16,-1-1 27 0,0-1-25 0,-1-1-1 16,2 0-17-16,-3 0-8 0,0 0-30 0,-2-2 30 0,0 2-39 15,0-2 39-15,0 0 8 0,0 0-9 16,0 2-49-16,-4-2 25 0,-4 2 0 0,0 1 24 15,-1 0-2-15,-3 3-52 16,3-1 9-16,-2 3 20 0,-2 2 5 0,0 1 5 16,2 3-5-16,-3 0 2 0,2 2 54 0,-2 1-25 15,1 0 8-15,1 0 0 0,0 7-18 0,3 3-11 16,-2 1 34-16,2 3-1 0,4 2-18 0,-1 5-8 0,3 1 70 16,-2 7-37-16,3 2 0 0,2 3-29 15,0 7 80-15,0 1-39 0,0-3 7 0,2 12-1 16,8-5-23-16,-1 4-1 0,2 0-23 15,1-1-29-15,1 1 8 0,1 4 21 0,-2-4-34 0,2 3 1 16,-3-3 33-16,0-1-1 16,-3-6-67-16,-1 10 30 0,-3-10 14 0,-2 0 0 0,-2-9-70 15,0 3 39-15,0-4 7 0,-11-5-3 0,-1-2-10 16,-3-5 0-16,2-5 16 0,-2-2-51 16,-2-5 28-16,2-4-1 0,0-2-64 0,-2-3 45 15,4 0 19-15,-2 0-4 0,3-4-300 0,3-8 153 0,2-3 77 16,3-3-318-16,4-1 198 15,0-5 90-15,2-5 58 0,11 2-273 0,4-2 161 0</inkml:trace>
  <inkml:trace contextRef="#ctx0" brushRef="#br0" timeOffset="-170067.78">11219 14404 559 0,'15'-32'0'0,"-2"4"0"0,-3 3 0 0,-4-7 0 0,-3 2 0 0,1-1 0 0,-2-1 146 0,-2 2-57 0,0 5-19 0,0-5 0 15,0 10 0-15,-4-3-37 16,-3 4-1-16,-1 6-1 0,-2 4 10 0,1 0-8 16,-3 5 45-16,0 1-22 0,1 3-1 0,-5 0-22 15,2 6 83-15,-4 5-46 0,4 3 1 0,-3 4-38 16,0 3 130-16,2-2-65 0,2 3-24 0,-1 9-9 16,3-5 50-16,-1 4-41 0,5-1-21 0,0 4 155 15,3-1-79-15,1-1-53 0,3 5-21 16,0-3 109-16,0 2-66 0,0 0-32 0,0-1 51 15,1 0-47-15,5 0 1 0,3 0-38 16,1 1 1-16,1 0-2 0,0 2 9 0,-1-1-31 16,3 0 23-16,-4 1 0 0,1-4 0 0,-1 0-53 15,-4 2 35-15,1-5-9 0,-3 2 27 0,-1-2-94 16,-2-2 28-16,0 1 28 0,0-5-245 16,0 4 125-16,-5-3 46 0,-1-5 38 0,-3 2-466 0,2-1 238 15,-1-2 109-15,-1 0 68 0,3-4-470 0,-1 0 264 16,-3-1 133-16</inkml:trace>
  <inkml:trace contextRef="#ctx0" brushRef="#br0" timeOffset="-169491.92">10791 15486 707 0,'0'0'0'0,"-2"0"0"0,2 0 0 0,0 0 0 0,0 0 0 0,0 0 0 0,0 2 0 0,0 3 266 0,0 6-108 0,3 4-67 0,6 4-29 16,-2 4 217-16,0 0-123 0,0 5-62 0,2-7 113 15,0 10-91-15,-4-6-42 0,2 1-21 0,2-2 9 16,-6 0-1-16,1-3-20 0,-2 1-74 0,0-3 32 15,-1 0 1-15,-1-4 33 16,0-2-217-16,0-7 116 0,0 0 47 0,0-3 21 16,0-1-389-16,0-2 193 0,-3 0 47 0,-1 0-213 15,-1-8 169-15,1-8 81 0,-2-6 39 0,0-5-91 16,3-5 66-16,-5-3 24 0,1-10-114 0,-1 1 94 16,-1 3 94-16,1 6 0 0,3 1 0 0,-3 7 0 15,0 1 0-15,3 5 0 0,0 8 47 16,1 2-26-16,2 2-27 0,2 3 467 0,0 0-234 0,0-1-66 15,9-3 241-15,12 1-184 16,3-3-85-16,6 3-54 0,2 2 94 0,3-1-71 16,2 7-34-16,-2-2 0 0,-3 3 35 0,2 3-40 15,-6 9 1-15,-3 6-31 0,-5 0-63 0,-3 4 32 16,-6 1 8-16,-4 7-9 0,-2 1 0 0,-5-2 32 16,0 3 0-16,-2-2 34 0,-12 0 9 0,0-1-44 15,-5-3 40-15,-2-4-61 0,3-1 17 0,-5-5-18 16,5-3 51-16,-2-1-23 15,-1-3-7-15,0-2-134 0,3-4 65 0,1-3 36 16,1 0 8-16,2 0-326 0,5 0 162 0,0 0 63 16,2-2-336-16,2-3 199 0,3-1 91 0,2 0 58 15,0-1-143-15,0-3 97 0,2 1 48 0,8 0 24 16</inkml:trace>
  <inkml:trace contextRef="#ctx0" brushRef="#br0" timeOffset="-169240.59">11153 15645 1099 0,'6'2'0'0,"4"2"0"0,-1-1 0 0,-2-3 0 0,0 0 0 0,3 0 0 0,1 0 0 0,3 0 392 15,1 2-179-15,0 2-90 0,2 2 44 0,-2 0-66 16,-2 3-27-16,0 3-7 0,0-1-105 0,-5 1 35 16,-3 1 1-16,-1 2 35 0,-4 3-53 0,0-2 23 15,0 4-1-15,-13-2 31 0,-3 0-63 0,-2 2 31 16,-1-7 9-16,-6 1-33 0,4-2 21 0,0-4-21 15,-2-2-35-15,3-1 23 16,1-2 0-16,4-3 27 0,3 0-168 0,5 0 81 16,1 0 44-16,6-6 18 0,0-9-162 0,6-3 88 15,10-2 43-15,5-3-3 0,4-4-335 16,1 1 184-16</inkml:trace>
  <inkml:trace contextRef="#ctx0" brushRef="#br0" timeOffset="-169068.05">11429 15542 676 0,'6'-9'0'0,"-3"5"0"0,-1 2 0 0,-2 0 0 0,0 2 0 0,0 0 136 0,-7 8-43 16,-2 7-35-16,-2 5 351 0,1 4-189 0,1 3-93 16,0 1 306-16,2 4-192 0,2 0-108 0,3 0-51 15,2-3 160-15,0 3-104 0,2-7-53 0,6-2-18 16,7 1-68-16,2-3 1 0,1-4 33 0,3-2-142 16,-4-6 72-16,2 1 43 0,0-4-9 0,-3-4-432 15,2-2 211-15,-4 0 124 0,0 0-603 0,-3 0 326 16,-2 0 176-16</inkml:trace>
  <inkml:trace contextRef="#ctx0" brushRef="#br0" timeOffset="-168883.54">11578 15673 1767 0,'0'0'0'0,"0"2"0"0,0 0 0 0,0 0 0 0,0-2 0 0,0 3 0 0,0 2 0 0,0-3 264 0,4 7-107 0,5 0-66 0,1 0 110 0,-1 3-85 0,2 1-41 15,-1 0-63-15,-1 1 8 16,0-2 13-16,-2-1 0 0,2-1-422 0,-4-2 211 16,2 1 106-16,-1-3 60 0,0-1-600 0,0-1 310 15</inkml:trace>
  <inkml:trace contextRef="#ctx0" brushRef="#br0" timeOffset="-168593.32">11810 15519 1594 0,'0'-3'0'0,"0"3"0"0,0 0 0 0,0 0 0 0,0 0 0 0,0 18 0 0,0 9 0 0,-2 11 301 0,-3 4-133 0,-4 18-68 15,-2 2 429-15,-5 8-247 0,2 9-117 0,-5 14-70 16,1-3 281-16,0 5-171 0,1-1 75 0,-1-3-280 16,2-11 0-16,2 5 0 0,0-7 0 0,3-9 0 15,6-18 0-15,1-9 0 0,2-11 0 0,2-2 0 16,0-7 0-16,0-9 0 0,0-3-178 15,0-5 121-15,0-3 3 0,0 0-49 16,0-2 116-16,0 0-58 0,0 2 0 0,0 0 264 16,-5-1 31-16,2 1-250 0,-3 1 0 0,3-2 0 15,-1 0 0-15,0 2 0 0,3-3 0 0,-1 0 0 16,2 0 0-16,0 0 0 0,-2 0-216 0,2 0 122 16,0 0 58-16,0 0 1 0,0 0-998 0</inkml:trace>
  <inkml:trace contextRef="#ctx0" brushRef="#br0" timeOffset="-166634">12098 14161 412 0,'0'0'0'0,"0"0"0"0,-1 0 0 0,1 0 0 0,-4 0 0 0,2 0 0 0,0 0 0 0,2 0 116 0,0 0-42 0,-3 0-20 16,3 0 0-16,0 0 64 0,0 0-47 15,0 0 0-15,0 0-12 0,0 0 0 0,0 0-26 16,3 0 80-16,1 0-44 0,1 0 0 0,1 0-37 16,-1 0 75-16,1 0-37 0,2 3 8 0,1-3-45 15,2 0 63-15,3 0-32 0,0 0 1 0,4 0-32 16,2 0 61-16,2 0-35 0,3-3 0 0,1 1-2 16,4-1 1-16,1-1-26 0,0 3 9 0,5 1 26 15,5 0-34-15,1 0-1 16,-1 0 9-16,4 0-8 0,2 5 8 0,4 3-8 15,-1-1 24-15,3 1-25 0,0-1 1 0,11 1 0 16,-14-2-17-16,16-4-8 0,-2 3 25 0,-2-5-31 16,6 0-4-16,-1 0 34 0,-7 0-1 0,13 0-51 15,-5-5 16-15,0 0 1 0,-4-1 8 0,-8 5 20 16,2-3-13-16,-4 0 7 0,-1 2-43 0,-4 2-1 16,-11 0 35-16,-1 0 7 0,-3 0-35 15,-10 0-1-15,-1 0 26 0,-5 4-21 0,-4-1-1 16,-5 1 24-16,-2-1-33 0,-5 0 0 15,0-3 19-15,0 3 8 0,-2-3-107 0,0 0 48 16,0 0 19-16,0 0 1 0,-9 0-94 0,-4 0 57 16,-3 0 18-16,-2 0-5 0,-3 0-514 0,-5 0 271 15</inkml:trace>
  <inkml:trace contextRef="#ctx0" brushRef="#br0" timeOffset="-166121.25">12155 14202 755 0,'-10'-8'0'0,"4"5"0"0,4 2 0 0,1-2 0 0,-3 3 0 0,2 0 144 15,0 7-56-15,1 7-28 0,1 11 38 0,0 3-24 16,0 6-8-16,0 7-34 0,3 2 134 0,3 3-67 16,-1 2-25-16,1 1-8 15,0 3 19-15,-2 3-26 0,-3 2 0 0,1-1 3 0,0 2-21 16,-2 0-8-16,0-3-21 0,0-5 20 15,0-1 1-15,0-11 0 0,-2 1-12 0,-3-7 12 16,-2-3 0-16,4-9-1 0,-3-7-37 0,3-1 37 16,-1-7 9-16,-1-3-20 0,-6-2-67 0,2 0 29 15,-1-7 0-15,-4-12-94 0,3-6 66 0,-2-3 19 16,-1-9 0-16,2-1-146 0,-4-3 82 0,3-1 28 16,2 7-42-16,-2-3 34 0,2 10 22 0,1 9-6 15,1 8 43-15,1 0-6 16,1 7-24-16,-1 1 8 0,1 3 141 0,1 9-69 15,-1 13-34-15,2 2 64 0,0 2-48 0,1 5 3 16,1 0-82-16,3-1 13 0,0-1 39 0,0-7 20 16,0 1-295-16,1-4 132 0,7-6 64 0,4-1 22 15,0-10-153-15,6-2 92 0,0 0 37 0</inkml:trace>
  <inkml:trace contextRef="#ctx0" brushRef="#br0" timeOffset="-165925.79">12297 14605 779 0,'17'-18'0'0,"-8"11"0"0,5 1 0 0,-5 5 0 0,0 1 0 0,-5 4 0 0,0 12 205 0,-3 11-91 0,2 1 239 0,-1 5-160 15,-2 7-80-15,0 2-41 0,0-3 83 0,0 11-66 16,-5-6-28-16,5-9 0 16,0 3-163-16,0-3 67 0,0-12 42 0,0 2-157 0,0-6 91 15,3-8 46-15,-1-2 23 0,0-3-436 0,0-4 163 16,-1-2 129-16,-1 0-260 0,0-16 180 15,0-6 91-15,0-6 37 0</inkml:trace>
  <inkml:trace contextRef="#ctx0" brushRef="#br0" timeOffset="-165615.81">12305 14719 724 0,'-6'-36'0'0,"2"5"0"0,4 5 0 0,0 4 0 0,0 2 0 0,0 5 0 0,2 2 0 0,10 3 129 0,1 1-48 0,4 4-16 16,3 1 181-16,1 1-107 0,2 3-52 0,-1 0-28 15,2 5 107-15,-5 6-58 16,2 4-42-16,-6 2 0 0,-2 2-72 0,-3 2 0 15,-3 5 39-15,-5-4-37 0,-2 7 15 0,0-3 0 16,-4 2-87-16,-10-4 55 0,-2 1 27 0,-1-8 8 16,-5 4-75-16,-1-7 41 0,4-3-10 0,-1-3-1 15,-1-1 80-15,2-2-23 0,4-5-18 0,4 1 182 16,1-1-87-16,3 0-45 16,3 0-13-16,2 0 107 0,2 0-48 0,0 0-37 15,0 0 37-15,4 0-35 0,11 2 0 0,2 5-28 16,2-1 22-16,1 2 0 0,5 3-30 0,-2 0 0 15,-2 3-28-15,-1-4 8 0,4 6 20 0,-7-6-231 16,4 4 115-16,-2 0 58 0,-3-3 11 0,1-2-193 16,-2-2 77-16,1-3 65 0,-4-1-7 0,0-3-422 15,1 0 231-15,-2 0 106 0,2-3-264 0,-3-12 194 16,-5-1 97-16</inkml:trace>
  <inkml:trace contextRef="#ctx0" brushRef="#br0" timeOffset="-165337.75">12530 14397 1182 0,'-3'-16'0'0,"3"7"0"0,0-3 0 0,0 3 0 0,3-2 0 0,10 2 0 0,4 3 0 0,3 2 172 0,1 2-70 15,0 2-26-15,0 0 46 0,-1 12-45 0,-2 2-22 16,-4 4-40-16,0-2 17 0,-7 3 9 0,-1 1-8 16,-5-2-76-16,-1 1 38 0,0-1 0 15,-3-1 38-15,-8-2-43 0,-5-2 18 16,2 1-1-16,-2-5 20 0,2-2-19 0,0 1 17 15,5-5-43-15,0 2 157 0,2-4-59 0,2-1-28 16,3 0 54-16,2 0-39 0,0 0 0 0,0 0 3 16,0 0-69-16,7 0 32 0,7 0 0 0,3 0 0 15,2 0-100-15,0 0 45 0,-1 0 28 0,3 0 0 16,-2 0-289-16,-2 0 130 0,0 0 83 16,-3 0-472-16,0 0 255 0,-1 0 128 15,-4 8-306-15</inkml:trace>
  <inkml:trace contextRef="#ctx0" brushRef="#br0" timeOffset="-165150.25">12741 14763 1004 0,'-12'3'0'0,"5"3"0"0,-1-2 0 0,3-1 0 0,-2 1 0 0,4-1 0 0,-1-3 0 0,4 0 0 0,0 0 409 0,0 3-192 0,6-3 35 0,9 0-109 15,0 0-56-15,4 0-27 0,0 0-185 16,1-3 75-16,-1-1 42 0,-1-5 20 0,0 2-395 15,1-1 208-15,-3 1 112 0,0 1 43 0,-3 1-225 16,2-1 68-16,-4 1-228 0,-4-1 186 0,-1-1 85 0</inkml:trace>
  <inkml:trace contextRef="#ctx0" brushRef="#br0" timeOffset="-164953.84">12945 14618 713 0,'-4'-7'0'0,"2"1"0"0,1 2 0 0,1 3 0 0,0-2 0 0,0 1 89 0,0 0-28 0,5 1 79 0,9 1-57 0,4 0-25 16,-1 0 167-16,4 0-96 0,-3 9-48 0,3 4-16 15,-1 6-8-15,-4 2 38 0,-5 1-32 16,-1 6 1-16,-6 0-23 0,-3 5 0 0,-1-1-8 16,-1 2 0-16,-15-1-45 0,0-1 22 0,-3-4 0 15,-4-1 31-15,1-3-41 0,-1-6 0 0,0-4 33 16,5-5-1-16,-3 1-165 0,4-5 60 16,2-5-242-16,6 0 141 0,1 0 82 0,4-5 18 15,4-16-330-15,0-4 178 0,14-3 101 0</inkml:trace>
  <inkml:trace contextRef="#ctx0" brushRef="#br0" timeOffset="-164758.25">13184 14548 1215 0,'0'-2'0'0,"0"2"0"0,-9 12 0 0,-9 9 0 0,4 1 0 0,-4 4 0 0,4 6 0 16,-4 10 489-16,6-3-228 0,0 0-114 15,5 2 127-15,5-6-120 0,2-1-53 0,0 1-38 0,2-5 116 0,7-4-72 16,6-2-38-16,4-4-215 15,-2-7 98-15,7 2 36 0,-1-6 22 0,-3-4-408 16,3 0 215-16,0-5 108 0,-3 0 62 0,3 0-605 16,-6-5 293-16,-1-7 146 0,0-4-107 0</inkml:trace>
  <inkml:trace contextRef="#ctx0" brushRef="#br0" timeOffset="-164488.68">13268 14381 751 0,'-3'-8'0'0,"1"3"0"0,2 3 0 0,0 1 0 0,0-1 0 0,2 2 0 0,9-3 143 0,4 3-56 0,0 0-27 16,4 3 81-16,-3 10-55 0,0 4-18 0,0 4-8 15,-4 1-63-15,-3 2 1 0,-3-3 35 0,-4 1-105 16,-1 0 62-16,-1 1 16 0,0-2-20 16,-9-3 23-16,-3 2 0 0,-4-6 23 15,0 1 10-15,2-3-19 0,-3-1-38 0,4-4 31 16,0 2 138-16,5-8-67 0,2 4-30 0,3-5-4 15,-1 1 130-15,4-1-75 0,0 0-38 0,0 0-90 16,9 0 34-16,9-1-8 0,2-10-7 0,2 2 1 16,1 0 33-16,2-1-1 15,-7 4-243-15,3-1 116 0,0 4 43 0,-5-2 37 0,2 4-520 0,-2 1 256 16,-8 0 94-16</inkml:trace>
  <inkml:trace contextRef="#ctx0" brushRef="#br0" timeOffset="-164324.12">13419 14871 711 0,'-10'6'0'0,"3"3"0"0,3-6 0 0,0 2 0 0,1-3 0 0,1-2 0 0,0 0 473 0,2 0-224 15,0 0-109-15,0 0 112 0,9 0-110 16,4 0-55-16,2 0 23 0,3 0-42 0,2 0-1 16,1-2-34-16,0-4-303 0,2 1 152 15,-4-1 83-15,2 2 30 0,-4 0-567 0,0 1 289 16</inkml:trace>
  <inkml:trace contextRef="#ctx0" brushRef="#br0" timeOffset="-164150.39">13702 14665 936 0,'-5'-6'0'0,"1"5"0"0,1-2 0 0,0 3 0 0,1 0 0 0,0 0 0 0,2 0 358 0,0 0-162 0,4 10-74 0,6 1 111 0,-1 0-100 15,2 4-50-15,1-1-26 16,-1 4 26-16,2 2-16 0,0-4-10 0,2 3-24 15,-2-4-361-15,2 0 180 0,0-2 90 0,0-2-448 16,-1-3 261-16,0-1 65 0,-2-3 88 0</inkml:trace>
  <inkml:trace contextRef="#ctx0" brushRef="#br0" timeOffset="-163967.45">13965 14640 1231 0,'0'-11'0'0,"0"2"0"0,0 5 0 0,0 2 0 0,0 2 0 0,0 0 0 0,-2 19 0 0,-7 11 0 0,0 9 182 15,-3 9-75-15,-1 2-38 0,-1 14 109 0,-2-13-65 16,1 6-44-16,0 2 0 0,2-3 70 0,-1-1-53 16,4 0-27-16,-4-5-101 0,5 3 34 0,-2-3 20 15,1-1-303-15,1-4 163 16,3-11 80-16,3-8 48 0,1-3-513 0,0-10 220 16,2-2 138-16,0-5 19 0</inkml:trace>
  <inkml:trace contextRef="#ctx0" brushRef="#br0" timeOffset="-163692.96">14031 14590 977 0,'13'-16'0'0,"8"6"0"0,-1 2 0 0,5 3 0 0,-6 0 0 0,1 4 0 0,-1 1 0 0,-2 0 185 0,0 0-80 15,0 7 6-15,-4 6-39 0,0 2-1 0,-5 5-38 16,-5 0-88-16,-1 4 39 0,-2 1 25 0,-2-1-1 15,-11-1-44-15,-2-1 34 0,-2-3 9 0,-5 3-15 16,1-3 0-16,0-2 33 0,5-4-41 0,-2-2 192 16,6-3-88-16,0 0-37 0,3-2 259 0,5-5-138 15,2 1-70-15,0 0-35 0,2-2 90 0,0 2-67 16,2-2-28-16,11 0-1 0,4 0-78 0,6 0 25 16,-5 0 9-16,9 0-119 15,-3-2 67-15,3-2 34 0,-1-2 0 0,-2 2-549 16,-1 3 239-16,5-2 155 0</inkml:trace>
  <inkml:trace contextRef="#ctx0" brushRef="#br0" timeOffset="-163496.97">14801 14881 1454 0,'-10'0'0'0,"8"5"0"0,1-3 0 0,1-1 0 0,0-1 0 0,0 0 656 0,0 0-311 0,0 0-157 0,0 0-77 16,0 0 244-16,0 0-165 0,0 0-78 0,0 0-40 15,0 0-479-15,0 0 220 0,1-1 118 0</inkml:trace>
  <inkml:trace contextRef="#ctx0" brushRef="#br0" timeOffset="-162194.58">15727 13690 527 0,'2'-1'0'0,"-2"-2"0"0,2 2 0 0,0 1 0 0,0 0 0 0,3 0 0 0,-1 0 238 0,1 5-103 0,3 6-51 0,0 6-18 15,1 5 190-15,-2 3-112 0,-1 5-56 0,0 4 82 16,-2 8-68-16,-3-8-27 0,1 14-8 0,-2-4-13 16,0 0 0-16,0-1-21 0,0 3-52 0,0-7 35 15,0 10-9-15,-2-8 25 0,-1-7-118 0,-1-1 59 16,2-6 30-16,0-7 9 16,1-6-271-16,1-4 138 0,-3-7 29 0,3-3-286 15,0 0 158-15,0-11 85 0,0-19-31 0,3-8 67 16,-2-6 33-16</inkml:trace>
  <inkml:trace contextRef="#ctx0" brushRef="#br0" timeOffset="-161899.72">15765 13645 1140 0,'0'-26'0'0,"0"5"0"0,0 8 0 0,0 2 0 0,1 0 0 0,7 1 0 0,5 1 0 0,6 3 0 0,7 2 86 0,-1 3-27 16,3 1 0-16,0 0 143 0,0 11-85 15,-4 8-34-15,-1 3-39 0,-2 7-11 0,-7 0-1 16,0 1 1-16,-7 2-138 0,-3-5 77 0,-4 6 26 15,0-4 0-15,-4-3-98 0,-11-2 66 0,-3 0 7 16,-7-6-9-16,-1-3-9 0,-3-3 25 0,1-2-38 16,-2-4 129-16,5-2-56 0,0-4-3 0,2 0-41 15,4 0 285-15,8 0-113 0,2 0-66 0,4 0 266 16,0 0-147-16,5 0-86 16,0 0-38-16,12 3-25 0,11 7-14 0,2-1 0 15,5 1 75-15,4 2-41 0,8 4-1 0,-5-1-33 16,1 2-62-16,-1-2 31 0,-2-1 8 0,-2 3 23 15,-3 2-279-15,-1-2 127 0,-6 0 73 0,-4-2-544 16,-1-1 276-16,-4 4 127 0,-5-5-343 0,0 3 249 16</inkml:trace>
  <inkml:trace contextRef="#ctx0" brushRef="#br0" timeOffset="-161540.1">15113 14448 1363 0,'-8'-1'0'0,"8"1"0"0,0 0 0 0,0 0 0 0,4 0 0 0,7 0 0 0,7 0 0 0,5 0 262 0,9 0-115 15,10-7 242-15,16-5-178 0,4-1-89 16,8-2-37-16,4 2 58 0,6 3-55 0,17 3-27 0,-5 3-1 16,2 3-40-16,-5 1 21 0,24 0-9 0,-14 0-24 15,4 1 25-15,-2 9 0 0,-4 1 0 0,-14 0-97 16,20 3 44-16,-18-5 26 0,2-2-204 0,-1-3 108 16,-13-2 23-16,-3-2 39 15,8 0-156-15,-12 0 84 0,-13-2 22 0,0-8 27 16,-9 2-82-16,-14 2 42 0,-3-2 33 0,-6 1 1 15,-10 1-44-15,-4 2 35 0,-7 0-1 0,0 1-296 16,-11 0 170-16</inkml:trace>
  <inkml:trace contextRef="#ctx0" brushRef="#br0" timeOffset="-161071.35">15333 14714 1465 0,'-6'-10'0'0,"4"7"0"0,2 0 0 0,9 2 0 0,14 1 0 0,6-2 0 0,10 0 0 0,9 2 0 0,17 0 0 0,2 0 402 0,22 0-188 0,-4 0-91 0,7 0 176 15,7 0-133-15,-2 0-66 0,-10 0-26 0,23 0-2 16,-12 4-40-16,-8 0 1 0,-2 2-34 0,-15-3 0 16,-3 3 42-16,9-1-9 0,-14 1-205 0,-3-2 102 15,-11-3 52-15,0 1 26 0,-12-2-312 16,-4 0 106-16,-8 0 97 0,-6 0-219 0,-8-2 143 16,-6 1 73-16,-5-1 28 0,-2-6-145 15,-9 3 95-15,-18 3 47 0,-3-1-147 0,-13 2 97 16</inkml:trace>
  <inkml:trace contextRef="#ctx0" brushRef="#br0" timeOffset="-160705.75">15490 14673 846 0,'-15'-8'0'0,"6"8"0"0,3 4 0 0,-1 22 0 0,2 8 0 0,-6 9 387 0,2 16-182 0,2 2-86 16,-1 6 106-16,-1 0-96 0,3 0-48 0,1-9-16 16,-1 16 129-16,3-12-81 0,0-8-40 0,1 0-29 15,0-5-11-15,2-11 8 0,0-1-9 0,-2-12-108 16,2-3 55-16,-1-6 26 0,-3-7-171 16,0-3 108-16,-3-6 41 0,-3 0 6 15,-1 0-77-15,0-13 7 0,-4-8 41 0,2-4-37 16,-1-4-119-16,0-7 65 0,-2-3 49 0,0 3-5 15,0-4 27-15,5 8-8 0,-1 1 35 0,2 11 24 16,0 1-1-16,5 12-22 0,0-1 152 0,-2 5-84 16,2 3-30-16,1 1 0 0,-1 21 101 0,-1 4-52 15,1 2-34-15,0 6 4 16,0 3 32-16,-1 1-5 0,4 1-23 0,0-3-91 16,2-2 37-16,0-9 24 0,0 1 16 0,2-6-397 15,6-5 186-15,5-5 78 0,-2-6-327 0</inkml:trace>
  <inkml:trace contextRef="#ctx0" brushRef="#br0" timeOffset="-160516.28">15625 15087 1514 0,'0'0'0'0,"0"10"0"0,0 4 0 0,0 6 0 0,-3 3 0 0,-3 2 0 0,1 6 0 0,-1-2 0 0,3 7 216 0,-4 0-84 16,3-3 33-16,1 3-66 0,-1-2-34 0,4-4 1 15,0-6-258-15,0-1 120 0,0-5 48 0,0-5 29 16,0-6-448-16,0-2 232 0,0-3 122 0,2-2 53 16,0 0-468-16,0-9 236 0</inkml:trace>
  <inkml:trace contextRef="#ctx0" brushRef="#br0" timeOffset="-160205.06">15584 15109 1236 0,'0'-22'0'0,"0"3"0"0,0 6 0 0,7 2 0 0,4 1 0 0,-1 3 0 0,3 1 0 0,4 5 0 0,0-1 125 0,2 2-50 0,0 0-22 0,-1 3 148 16,2 10-84-16,-6 3-43 0,2 0-37 0,-5 5-5 16,-4 0 1-16,-3 5 0 0,-4-2-181 0,0 1 91 15,-1-4 53-15,-15 7 14 0,-5-4-155 0,-3-1 89 16,-6 0-1-16,0-5-3 16,-2-1 7-16,1-2 24 0,-1-4-25 0,0-2 114 15,5-6-56-15,4-1-1 0,2-1 125 0,9-1 128 16,3 0-111-16,0 0-70 0,8 0 376 0,-1 0-209 15,2 0-97-15,2 0-60 0,13 8 41 0,7-1-47 16,1 4-23-16,3-1 0 0,-3 0 32 0,9 3-32 16,-2-3 0-16,2 2-62 0,-2 1 1 0,0-4 37 15,-5-1-294-15,2 4 143 0,-6-5 76 16,2 1 38-16,-5-2-631 0,1-3 307 16,-2 1 113-16,-4-4 96 0,0 0-378 0,-1 0 233 15,-3 0 116-15,-2-4-247 0</inkml:trace>
  <inkml:trace contextRef="#ctx0" brushRef="#br0" timeOffset="-159932.08">15774 14881 1233 0,'2'-23'0'0,"1"6"0"0,7 4 0 0,1 1 0 0,2 2 0 0,2 2 0 0,3 7 0 0,0 1 107 0,1 0-37 0,-1 5-1 15,5 9 43-15,-7 4-31 0,2 4-9 0,-4 1-39 16,-5 3-61-16,-4 3 31 0,-3-1 0 0,-2-1-79 15,0 2 50-15,-11-3 30 0,-6-2-1 0,-2-3 5 16,4-6-2-16,-3-3-2 0,0 3 44 0,3-6-39 16,6-4 2-16,-2 0-39 0,5-1 293 0,0-4-112 15,4 1-67-15,2-1-12 0,0 0 131 16,0 0-86-16,5 0-44 0,7 0-81 16,5 0 15-16,4 0 1 0,3 0 22 0,-3-1-227 15,1-2 113-15,3-3 66 0,-2 5-210 0,-2-1 99 16,-3 0 73-16,-1 2-23 0,-2 0-561 0,-3 2 295 15</inkml:trace>
  <inkml:trace contextRef="#ctx0" brushRef="#br0" timeOffset="-159773.45">15931 15311 1333 0,'-16'0'0'0,"2"5"0"0,5-1 0 0,0-1 0 0,4 0 0 0,0-1 0 0,3 0 0 0,2 0 221 16,0 3-94-16,2-1-47 0,12-1 146 0,2 2-97 0,3-4-40 15,2 3-184-15,1-4 63 0,1 2 33 0,3-2 0 16,-1 0-219-16,-5 0 134 0,3 0 54 0,0-2 32 16</inkml:trace>
  <inkml:trace contextRef="#ctx0" brushRef="#br0" timeOffset="-159555.98">16170 15174 1455 0,'-5'-6'0'0,"1"4"0"0,4 2 0 0,0 0 0 0,0 0 0 0,0 0 0 0,11 5 0 0,3 3 0 0,6 5 0 0,-3 1 244 0,8 5-110 0,-5-1 99 0,1 3-100 16,0 2-50-16,-7 1-25 0,-3-1 1 0,1 5-26 15,-8-2 0-15,-3 2-1 0,-1-1-29 0,-1-2 0 16,-13-2 38-16,-6 2-89 16,-1-3 40-16,-4-3 0 0,0-2 40 0,0-4-200 15,4-3 105-15,-3-2-3 0,4-3-324 0,-1-5 165 16,3 0 101-16,6 0 20 0,2-15-311 0,7-10 195 15,3-5 94-15</inkml:trace>
  <inkml:trace contextRef="#ctx0" brushRef="#br0" timeOffset="-159359.99">16395 15066 2141 0,'2'0'0'0,"-2"0"0"0,0 7 0 0,-4 7 0 0,-7 3 0 0,-4 6 0 0,2 1 0 0,2 7 0 0,1 0 0 0,5 3 289 0,5 1-121 0,0-1-71 15,0 0 156-15,5-2-111 0,11 0-54 0,0-3-28 16,5-6-145-16,2 0 55 0,3-4 32 0,-4-4-1 16,3-4-408-16,-4-3 220 0,2-2 118 0,-5 0-227 15,-1-5 90-15,-2-1 106 0,-5 0-76 16,1 0-368-16,-6-1 248 0</inkml:trace>
  <inkml:trace contextRef="#ctx0" brushRef="#br0" timeOffset="-159089.87">16427 14954 1062 0,'0'-13'0'0,"0"6"0"0,0 1 0 0,2 0 0 0,8-1 0 0,3 1 0 0,2 1 0 0,0 3 0 0,6 0 235 0,0 2-92 0,2 0-60 0,-3 2-18 16,-1 9 1-16,-3 0-34 0,-2 6-86 0,-5 0 51 15,-4 4 14-15,-3 0 0 0,-2-1-76 0,0 0 49 16,-11-1 25-16,-4 0 7 0,-2-2 56 0,0-3-40 15,1-2-32-15,0-2 0 0,0-3 162 0,6-3-65 16,1-2-47-16,3-1 151 0,4-1-85 16,1 0-41-16,1 0 7 0,0 0-16 0,1 0-9 0,12-5-24 15,8-6-126-15,-3 1 62 16,5-1 33-16,-2 4 7 0,2-3-327 0,-1 2 174 16,-1 3 61-16,0 3 52 0,-3 2-616 0,-3 0 299 15</inkml:trace>
  <inkml:trace contextRef="#ctx0" brushRef="#br0" timeOffset="-158932.29">16660 15295 1134 0,'-12'5'0'0,"2"0"0"0,1-1 0 0,1-4 0 0,3 0 0 0,2 0 0 0,-1 0 264 0,4 0-120 0,0 0-55 16,9 0 186-16,5 0-120 0,4 0-62 0,-2-2-22 15,5 0-64-15,0-1-1 0,-1-4 27 0,3 1 0 16,-2 4-494-16,-3-3 255 0,1 2 116 0,-1 1-591 15</inkml:trace>
  <inkml:trace contextRef="#ctx0" brushRef="#br0" timeOffset="-158766.75">16887 15102 1071 0,'-11'0'0'0,"2"0"0"0,4 0 0 0,-2 2 0 0,2-2 0 0,5 5 241 15,0 2-104-15,0 2-52 0,0 3 156 0,9-1-104 16,3 4-44-16,1-1-34 0,0 1 108 0,2 3-67 15,1-3-34-15,0-1 1 16,-1 1-340-16,1-5 148 0,0-3 80 0,-2-1-515 0,2-2 289 0,-2-3 145 16,-5 1 77-16</inkml:trace>
  <inkml:trace contextRef="#ctx0" brushRef="#br0" timeOffset="-158599.18">17117 15040 1498 0,'0'-6'0'0,"0"5"0"0,0 1 0 0,0 1 0 0,-6 19 0 0,-4 4 0 0,1 7 0 0,-4 14 0 0,-1-2 228 0,0 7-89 0,-2 5-57 16,2 6 64-16,-2-2-56 0,2 1-28 0,0-9-1 16,2 5-20-16,-2-4-9 15,1-5 1-15,4-9 42 0,1-1-22 0,1-6 1 16,3-9-668-16,2-1 320 0,2-8 163 0,0-6 35 16,0-3-523-16,0-4 293 0</inkml:trace>
  <inkml:trace contextRef="#ctx0" brushRef="#br0" timeOffset="-158348.1">17214 14992 772 0,'34'-15'0'0,"-8"7"0"0,-1 7 0 0,-5-2 0 0,-1 3 0 0,-2 0 129 0,-4 12-52 0,-4 0-22 0,-2 6 134 16,-4 1-78-16,-3 5-39 0,0-3 8 0,-6 7-30 15,-9-4-17-15,-2 1-1 0,-1-3 23 0,-1-3-14 16,-6 2-8-16,5-5 0 0,1-3 177 0,0 2-89 15,4-1-44-15,6-3-14 0,-1-2 113 0,4 0-72 16,5-1-35-16,1 0 157 16,0-2-97-16,1-2-40 0,13 1-2 0,3-3-27 15,2-2-1-15,7 0-26 0,-2 0-260 0,4-7 138 16,0-3 56-16,1-3 34 0,-1 1-706 0,0-1 354 16,0 4 119-16,2-1 102 0</inkml:trace>
  <inkml:trace contextRef="#ctx0" brushRef="#br0" timeOffset="-157899.04">18328 14490 1035 0,'-17'-26'0'0,"5"7"0"0,2 8 0 0,-4-1 0 0,1 5 0 0,-4 2 0 0,-1 3 0 0,-3 2 241 16,0 2-105-16,-1 13-51 0,1 7 187 0,0 8-112 16,3 9-59-16,4 1-38 0,5 5 131 0,3 0-81 15,5 0-40-15,1-9 9 0,0 3 47 16,1-3-49-16,10-6-23 0,5-6-26 16,-2-7 1-16,4-3 9 0,0-5-8 0,3-8-133 15,-2-1 66-15,3-1 34 0,-1-19-236 0,0-8 142 16,1-5 21-16,-5-6 46 0,-1-3-328 0,-2-1 167 15,-1-6 41-15,-1 0 62 0,-3-3-104 0,-2-5 78 16,-2-6 39-16,2 1-31 0,-5 4 27 0,1-17 8 16,1 7 59-16,0 13-24 0,-3 2 1 15,-1 18-1-15,0 11 178 0,0 7-84 16,0 3-47-16,-7 11-24 0,0 3 465 0,-5 13-231 16,3 15-69-16,0 14-12 0,1 2 120 0,2 9-115 15,1 4-58-15,3 10 120 0,0-14-80 0,0 9-53 16,2-4-22-16,0-2 4 0,0-3-1 0,2-6-25 15,4-8-219-15,3 1 106 0,1-7 56 0,-1-4 28 16,-2-9-692-16,3-3 348 0,-3-8 112 0,1-3-493 16</inkml:trace>
  <inkml:trace contextRef="#ctx0" brushRef="#br0" timeOffset="-157690.6">18452 14434 1294 0,'5'-8'0'0,"7"7"0"0,4 1 0 0,4 0 0 0,-4 0 0 0,1 0 0 0,2 6 0 0,0 6 183 0,3 8-79 16,-1 1 52-16,-6 4-62 0,0 2-31 0,-5 2 1 0,-7 6 89 0,-1-2-65 16,-2 3-27-16,0-3 0 0,-11 2-41 0,-4-6 12 15,-2-2 9-15,-4-5-41 16,-2-1-40-16,-1-9 36 0,2 1 1 0,1-8-252 16,0-5 151-16,5 0 22 0,0 0-305 0,9-11 162 15,3-10 99-15,4-1 33 0,4-4-134 0,13-3 102 16,7 1 46-16,6-6 23 0</inkml:trace>
  <inkml:trace contextRef="#ctx0" brushRef="#br0" timeOffset="-157510.3">18940 14370 429 0,'17'-19'0'0,"-4"4"0"0,-6 4 0 0,-3 0 0 0,-2 2 0 0,-2 5 0 0,-11 1 382 0,-10 3-166 16,-9 10-96-16,-2 14 334 0,-2 4-210 0,1 6-106 15,1 6-52-15,2 2 332 0,7 2-197 0,6 1-94 16,8-2 171-16,8 1-132 0,1-1-67 0,1-7-25 15,16 6-187-15,4-11 73 16,5-3 36-16,2-2 1 0,3-5-172 0,0-6 112 16,1-5 44-16,0-5-674 0,2-5 356 0,-2 0 89 15,0 0 119-15</inkml:trace>
  <inkml:trace contextRef="#ctx0" brushRef="#br0" timeOffset="-157146.28">19248 14574 837 0,'-11'-21'0'0,"-1"7"0"0,1 3 0 0,-4-1 0 0,-1 5 0 0,-4 5 0 0,2 2 180 16,-5 0-73-16,4 8-29 0,-1 13 302 0,3 2-173 16,4 8-88-16,1 0-43 0,7 3 165 15,3 2-97-15,2-2-59 0,0-4-18 16,4-2 0-16,9-5-34 0,0-9-1 0,6 2-106 16,-2-5 48-16,4-7 30 0,-3-4 0 0,3 0-222 15,2-8 126-15,-5-10 70 0,3-9-337 0,-2-3 176 16,-1-9 34-16,-2 1 62 0,-2-1-124 0,-2 0 81 15,1-12 52-15,-4 4 23 0,1-5-31 0,-3-3 27 16,2-9 0-16,0 10-45 0,-2-15 40 0,-2 21 0 16,-1-3 27-16,-2 16 41 15,0 8 0-15,-2 10-45 0,0 3 440 0,0 6-215 16,-6 8-79-16,-1 4-63 0,-5 21 407 0,3 12-212 16,2 6-98-16,-1 7-54 0,2 13 105 0,2-4-79 15,2-4-31-15,1 13 218 0,1-16-133 0,0 7-65 16,0-8-42-16,0 1 1 0,0-10-18 0,0-2-8 15,1-1-401-15,3-2 200 0,-2-6 100 0,2-8 51 16,0-5-732-16,2-8 371 0,1-3 122 0,2-7 112 16,-1-3 55-16</inkml:trace>
  <inkml:trace contextRef="#ctx0" brushRef="#br0" timeOffset="-157023.06">19402 14658 302 0,'0'-24'0'0,"0"10"0"0,-3 5 0 0,1 3 0 0,-2 2 0 0,2 3 598 0,2-2-286 0,0 3-140 0,0 0 332 16,2 4-235-16,9 8-118 0,6 1-51 0,5 3 142 15,1 1-104-15,2-1-52 0,1 0-42 0,2 0-200 16,2-7 103-16,-1 4 38 0,3-4-693 0,-2-2 370 16</inkml:trace>
  <inkml:trace contextRef="#ctx0" brushRef="#br0" timeOffset="-156869.43">19995 14325 1889 0,'-12'0'0'0,"-2"11"0"0,-4 18 0 0,-5 12 0 0,-11 9 0 0,-10 28 0 0,0-5 0 0,-16 28 686 0,-4 14-327 0,2-2-163 16,-4 6 77-16,-1 8-120 0,-3 10-52 0,-3 7-38 15,2 3-535-15,3-1 253 16,0 4 125-16</inkml:trace>
  <inkml:trace contextRef="#ctx0" brushRef="#br0" timeOffset="-156296.97">15798 14704 982 0,'-3'-22'0'0,"3"15"0"0,0 7 0 0,11 12 0 0,15 22 0 0,8 18 357 0,13 23-162 0,10 20-73 0,14 27-48 15,-6-1 206-15,3 15-123 0,9 28-63 0,-2-11 206 16,-8-17-125-16,18 29-76 0,-14-38-33 0,10 0-448 15,1-17 208-15,1-10 103 0</inkml:trace>
  <inkml:trace contextRef="#ctx0" brushRef="#br0" timeOffset="-155678.97">12560 13844 1027 0,'0'-18'0'0,"0"15"0"0,9 6 0 0,14 24 0 0,11 13 0 0,7 14 0 0,6 15 455 0,17 40-211 15,-4 12-105-15,2 12 386 0,2 13-246 16,2 11-114-16,5 30-45 0,-7-14-43 0,4-3-22 0,1-4-1 15,2 0-702-15</inkml:trace>
  <inkml:trace contextRef="#ctx0" brushRef="#br0" timeOffset="-154445.02">20555 14452 559 0,'-5'0'0'0,"-3"0"0"0,6 0 0 0,1 0 0 0,-1 0 0 0,2 0 0 0,-2 0 0 0,2 0 161 0,0 0-68 16,4 0-30-16,10 0 153 0,5 0-92 0,0 0-45 15,3 0 123-15,5 0-88 0,-3 0-41 0,-3 0 0 16,3 0-3-16,1 0 0 0,-3 0-29 0,-1 0-8 16,1 3-58-16,-3 0 29 0,-1 2-1 0,-4 0 30 15,-3 0-297-15,1 1 145 0,-5 2 76 0,-3 1-571 16</inkml:trace>
  <inkml:trace contextRef="#ctx0" brushRef="#br0" timeOffset="-154286.45">20539 14886 1360 0,'-11'1'0'0,"6"12"0"0,5 3 0 16,0 2 0-16,0-8 0 0,0 0 0 0,5-1 244 0,7-1-105 0,8-2-53 0,0-3 204 0,8 3-133 0,2-5-62 15,4 1-31-15,-2 2-296 0,-1 3 133 0,1 2 74 16</inkml:trace>
  <inkml:trace contextRef="#ctx0" brushRef="#br0" timeOffset="-151693.48">21280 14401 740 0,'0'0'0'0,"0"0"0"0,0 0 0 0,0 0 0 0,2 7 0 0,2 6 252 0,1 2-102 0,-3 5-62 0,5 3-28 16,-4 3 242-16,3 5-135 0,-3 2-67 0,1 3 10 15,0 1-42-15,-1 7-1 0,-1-3-72 0,1-2 0 16,-3-3 38-16,0 3 8 0,0-3-189 0,0 0 91 16,0-6 45-16,-5-2 22 0,3-10-366 0,-1-2 191 15,-1-3 42-15,2-7 62 0,-1-6-376 16,1 0 202-16</inkml:trace>
  <inkml:trace contextRef="#ctx0" brushRef="#br0" timeOffset="-151384.84">21295 14432 1067 0,'5'-31'0'0,"-4"9"0"0,1 6 0 0,4 4 0 0,1 1 0 0,5 0 0 0,1 3 176 0,8 3-71 16,4 0-37-16,3 4 105 0,2 1-70 0,2 0-27 15,-2 4 132-15,0 7-88 0,-3 6-43 0,-1 4-23 16,-5 2-53-16,-3 5 40 0,-4-1-8 0,-5 3 0 15,-3 2-183-15,-6 1 92 16,0 0 45-16,-4 2-175 0,-10-5 100 0,-7 1 58 16,-2-5-76-16,-4-3 54 0,-1-6-19 0,-2-4 25 15,1-6 33-15,1-1-14 0,-2-6-29 0,7 0 23 16,-2 0 273-16,6 0-136 0,8 0-49 0,0 0-36 16,6 0 410-16,0 0-204 0,3 0-68 0,2 0 78 15,0 0-105-15,12 0-49 0,8 8-11 0,3 3-1 16,5 4-36-16,0 0 8 0,4 4-42 15,0-1 1-15,0 0 32 0,2 0 1 16,-2-3-278-16,0 0 135 0,0-2 71 0,-4-4 31 16,2 1-637-16,-2-5 313 0,-5-3 102 0,3 1-380 15,-4-3 288-15</inkml:trace>
  <inkml:trace contextRef="#ctx0" brushRef="#br0" timeOffset="-151040.68">22266 14268 724 0,'0'-35'0'0,"0"7"0"0,0 3 0 0,0-2 0 0,0 2 0 0,0-5 0 16,-1 3 267-16,-5 3-117 0,-1 6-50 0,-3-2 34 0,1 8-51 0,-5 2-24 16,1 3 36-16,-3 6-30 0,-3 1 7 0,-2 4-39 15,1 13 83-15,-1 4-41 0,0 3-22 0,6 4 1 16,2 2 68-16,4 4-48 0,5 2-1 15,2-1-40-15,2 9 153 0,0-5-76 16,6-5-31-16,6 9 57 0,2-1-51 0,0-4-27 16,0 4-30-16,-1 0 4 0,-4-3 9 0,5 10-8 15,-7-3-63-15,0 2 31 0,-2-2 0 0,-3-2 32 16,0-7-51-16,-2 3 21 0,0-6 1 0,-7-6-149 16,0-8 83-16,-6-1 13 0,1-4 32 0,-2-5-297 15,-2-3 147-15,3-5 49 0,-1-2-221 0,0 0 153 16,5 0 68-16,0-7 47 0,3-15-316 15,4-2 177-15,2-11 89 0,5-6 44 16</inkml:trace>
  <inkml:trace contextRef="#ctx0" brushRef="#br0" timeOffset="-150787.09">22435 14215 991 0,'12'-38'0'0,"-1"7"0"0,-4 3 0 0,1-3 0 16,-2 4 0-16,-4 7 0 0,-2-1 0 0,0 6 228 0,0 4-89 0,0 4-58 0,-9 0 268 0,-2 5-158 0,-1 2-79 15,-4 0 99-15,0 14-82 16,-5 10-52-16,5 2-22 0,0 4 112 0,3 6-68 16,6 2-32-16,1-1 7 0,6 8 50 0,0-3-46 15,0-3-23-15,6 1 1 16,5-1 6-16,-2-4-21 0,5 3-8 0,-3-1 29 0,0 0-29 0,-1-5 0 16,-1 2-66-16,-4-3 42 0,-1 1-9 0,-2 0 32 15,-2-2-172-15,0 0 85 0,0-2 23 0,-9-4 32 16,-6 5-414-16,-1-4 200 0,-1-3 72 15,-1 0 60-15,-1 1-466 0,2-3 249 16,-5 3 138-16,4-1-219 0</inkml:trace>
  <inkml:trace contextRef="#ctx0" brushRef="#br0" timeOffset="-150595.62">22019 15134 1566 0,'-2'0'0'0,"-2"3"0"0,4-2 0 0,-2 5 0 0,2 1 0 0,0 7 0 0,0 0 0 0,0 7 0 0,2 5 514 0,7 2-240 0,-1-1-121 0,0 5-60 16,-1 2 144-16,0-1-94 0,-1 1-59 0,1-4-84 15,1-1 1-15,-4-11 32 0,1 0-428 0,1-8 222 16,-3 0 99-16,-1-6 54 0,3-3-655 0,-3-1 342 16,0 0 69-16,-2-7 122 0</inkml:trace>
  <inkml:trace contextRef="#ctx0" brushRef="#br0" timeOffset="-150368.83">21989 15108 419 0,'0'-22'0'0,"0"7"0"0,0 5 0 0,0 3 0 0,0 1 0 0,7 2 408 0,8 0-187 15,5 2-95-15,7 2 245 0,1 0-160 16,2 0-94-16,2 10-42 0,0 3 121 0,-2 7-81 0,0-2-42 16,-4 4-4-16,-3 2-36 0,-5 2 0 0,-4 5-1 15,-8 0-65-15,-5 2 33 0,-1 3 8 16,-7 1 25-16,-12-1-36 0,-4-4 0 0,3-5 36 15,-8 2 0-15,0-4 11 0,-2-4-12 16,0-3-26-16,-1-5-148 0,5-3 67 0,3-5 44 16,3-3-165-16,3-2 90 0,6 0 52 0,2 0 25 15,6-2-468-15,3-9 232 0,0-2 108 0,16-6 66 16</inkml:trace>
  <inkml:trace contextRef="#ctx0" brushRef="#br0" timeOffset="-150176.36">22287 15330 385 0,'20'-14'0'0,"7"2"0"0,-2 3 0 0,-3 2 0 0,-2 6 234 0,1-2-100 0,0 3-43 0,-3 0-33 16,0 4 369-16,-2 10-197 0,-2 3-98 0,-1 5-50 16,-8-1 233-16,2 9-146 0,-6 0-67 0,-1 2 49 15,0-2-59-15,-5-1-29 0,-7-4 7 0,-3 5-60 16,-2-7-1-16,1-4 24 0,-5-4-37 0,0-1 1 16,1-2 44-16,-5-3-9 0,6-1-247 0,-1-4 123 15,4-4 63-15,4 0-493 0,3 0 248 16,6-10 87-16,3-7 77 0,0-3-260 15,14-5 169-15,6-1 75 0,2 0-221 0</inkml:trace>
  <inkml:trace contextRef="#ctx0" brushRef="#br0" timeOffset="-150009.29">22575 15323 22 0,'17'-18'0'0,"-3"0"0"0,-3 4 0 0,-2 7 0 0,-6 2 0 0,1 0 551 0,-4 3-260 0,0 2-121 16,0 0 382-16,-14 17-260 0,1 7-129 0,-1 7-65 15,-3 6 389-15,4-5-218 0,1 7-123 0,5-1-56 16,5-3 93-16,2-2-75 0,0-5-38 0,2-5-29 15,12 1-8-15,5-7 0 16,2-4-1-16,1-2-370 0,3-5 185 0,-4-4 101 16,7-2-649-16,-3 0 322 0,-7 0 194 0,1-8-1 15,-1-3-486-15</inkml:trace>
  <inkml:trace contextRef="#ctx0" brushRef="#br0" timeOffset="-149851.22">22796 15350 709 0,'-9'-7'0'0,"5"3"0"0,2 2 0 0,-1 1 0 0,3-1 296 0,0 2-132 0,0 0-65 0,0 3 365 16,3 9-220-16,8 2-105 0,-2 1-53 0,3 0 68 15,-3 4-61-15,2-2-22 0,3 1-498 0,-1-2 229 16,0-3 116-16,2-3 57 0,4-5-712 0,-2-3 357 16</inkml:trace>
  <inkml:trace contextRef="#ctx0" brushRef="#br0" timeOffset="-149691.65">23099 15233 653 0,'0'-10'0'0,"0"3"0"0,0 6 0 0,-4 1 0 0,-10 8 0 0,-2 14 567 0,-7 14-267 15,-2 5-126-15,-3 15 159 0,1 0-151 0,0 7-74 16,1-2-38-16,1 4 230 0,4-9-125 0,0 15-76 16,1-6-144-16,4-2 39 0,-1-1 0 0,6-13 39 15,1-5-538-15,1 0 265 0,3-8 137 16,4-15 67-16,1 1-779 0</inkml:trace>
  <inkml:trace contextRef="#ctx0" brushRef="#br0" timeOffset="-149240.12">23456 14640 1335 0,'-12'-43'0'0,"1"5"0"0,0 11 0 0,-1 4 0 0,-2 4 0 0,-4 5 0 0,2 2 0 0,-3 4 0 0,0 4 168 0,-1 4-68 0,-1 0-33 0,0 14 63 15,2 9-40-15,0 10-33 0,7 4 84 0,0 5-54 16,8 1-27-16,2 0 0 0,2-5 37 0,0 0-36 16,6-3 0-16,7-5-28 0,4-6-41 0,0-5 20 15,1-4 8-15,1-7 13 16,2-5-170-16,-2-3 84 0,3 0 43 0,-2-11-242 15,-2-13 115-15,1-4 70 0,0-9-118 0,-3-2 85 16,0-3 8-16,-1-1 33 0,-3-4-151 0,0-5 93 16,-3-2 42-16,2-8 21 0,-3 1-19 0,0-5-1 15,-3 4 34-15,4-13 58 0,-2 20-24 0,-2 0-1 16,-3 19-26-16,0 13 297 0,-2 6-157 0,0 4-65 16,0 9 242-16,-6 4-146 0,-7 13-32 0,2 17 11 15,-7 15 187-15,6 12-136 0,-1 7-67 0,1 6-35 16,1 5 250-16,-1 2-133 0,1 1-80 0,2-5 154 15,2-2-113-15,2-4-55 16,3-13-29-16,2 1-243 0,0-6 104 0,0-11 55 16,7-2 29-16,0-7-278 0,0-8 152 0,1-7 86 15,5-5-831-15,2-9 389 0,4 0 222 0,-2-21 111 16,-2-9-491-16</inkml:trace>
  <inkml:trace contextRef="#ctx0" brushRef="#br0" timeOffset="-149030.68">23615 14571 1489 0,'2'-18'0'0,"2"11"0"0,5 0 0 0,1 2 0 0,1 1 0 0,3 2 0 0,2 2 0 0,0 0 0 0,2 2 0 0,1 9 351 0,1 7-160 0,-7 3-79 0,2 6 30 15,-5 0-59-15,-3 4-25 0,-5 1 8 0,-2 2-65 16,0 0-1-16,0-2 41 0,-14-1-99 0,-2-1 46 16,-3-1 22-16,-3-3 0 15,-2-5-108-15,3-7 74 0,-8 1 24 0,11-7-363 0,-1-4 179 16,5-4 52-16,3 0 56 0,7-7-257 15,4-17 154-15,0-2 73 0,18-9-274 0,4-3 173 16,1-3 88-16,-4 7 34 0,9-13-30 0</inkml:trace>
  <inkml:trace contextRef="#ctx0" brushRef="#br0" timeOffset="-148368.87">24005 14389 834 0,'19'-24'0'0,"-9"7"0"0,-4 9 0 0,-2 2 0 0,-4 4 0 0,0 2 260 0,-16 8-114 0,-4 12-48 15,-8 14 340-15,3 3-203 0,1 3-101 0,1 5-50 16,5 3 179-16,2 2-119 15,5-1-56-15,8-1 286 0,3-1-171 0,0-3-85 16,7-10-34-16,16 6-28 0,-3-16 0 0,10 0-23 16,3-9-293-16,4-3 146 0,0-9 82 0,8-3 28 15,-1 0-360-15,0-13 198 0,0-6 100 0,-1-3-21 16,-6 1-229-16,7-10 146 0,-10 6 68 0,-2-5-104 16,-4 0 87-16,-6-4 43 0,-7 3 13 0,0-4 8 15,-5-1 22-15,-7-1 0 0,-3 0 86 0,0 4-42 16,-1 2-31-16,-15 5 9 15,-2 3 198-15,-5 5-109 0,-1 10-39 0,-6 4-33 16,1 4 212-16,-1 0-108 0,2 11 0 0,1 9 147 16,4 7-112-16,2 2-56 0,3 4-20 0,8 1 22 15,6 2-29-15,4-2 0 0,0 1-51 0,1-3-1 16,14-4 31-16,3-3-8 0,3-7-144 0,-1-4 73 16,-1-3 34-16,4-6 1 0,1-5-231 0,0 0 121 15,-1-4 33-15,-1-12-94 0,-2-8 52 16,1-3 50-16,0-3-25 0,-2-10-100 0,-4 0 82 15,0-2 42-15,-2-5-102 0,-3-6 72 16,4-5 27-16,-2-13 7 0,-1 1-54 0,1 1 46 16,-3-1 21-16,-4 19 1 0,-3 9 35 0,-2 13 7 15,0 1-19-15,0 14 183 0,-5 5-92 0,-6 9-45 16,-3 6-32-16,-1 24 428 0,-2 13-171 0,4 5-119 16,-2 13 313-16,4 4-200 0,4-6-92 0,-2 16-59 15,4-8 168-15,3-2-109 0,2-13-54 0,0 6-27 16,0-11-42-16,7 4 15 15,5-17 0-15,1 0-401 0,1-14 201 0,2-3 100 16,3-7 58-16,-1-10-235 0,7 0 93 0,-4-8 85 16,-2-15-475-16,-1-5 246 0,0-4 135 0,-2-10 64 15,-2 1-163-15,-5-2 114 0,-2 8 56 0,-3-1 19 16,-2 3 84-16,-1 10-24 0,-1 2 0 0,0 10 458 16,0 2-241-16,-3 3-128 0,1 5-52 0,-2-2 284 15,3 3-95-15,1 11-110 0,0 6 397 16,1 4-227-16,8 4-126 0,7-1-59 15,0 2 77-15,5 0-68 0,0-1-34 0,-3-8 9 16,9 5-432-16,-2-9 196 0,1 0 96 0,0-3 49 16,3-2-608-16,-8-5 333 0,8 3 57 0,-8-5-220 15,0-1 210-15,-3 0 106 0,1-7-275 0,-3-15 202 16</inkml:trace>
  <inkml:trace contextRef="#ctx0" brushRef="#br0" timeOffset="-148233.89">25253 14336 1688 0,'4'-28'0'0,"-4"7"0"0,0 9 0 0,0 5 0 0,0 2 0 0,0 5 0 0,-13 12 0 0,-10 29 0 0,-9 16 206 16,-12 20-91-16,-2 9-41 0,-16 24 680 0,-4 12-360 16,-20 38-181-16,3-15-82 0,-27 55 146 0,0 0-34 15,0 4-243-15,-14 26-526 0,11-11 297 0,19-23 139 16,-9 47-1254-16,15-60 679 0</inkml:trace>
  <inkml:trace contextRef="#ctx0" brushRef="#br0" timeOffset="-145723.42">25584 14528 703 0,'0'0'0'0,"0"0"0"0,0 0 0 0,5 0 0 0,8 0 0 0,2 0 0 0,2 0 302 0,2 0-134 0,4 0-68 0,0 0 177 16,2 0-123-16,0 0-52 0,3 0-38 0,-7 0-31 15,-1 0-1-15,0 0 1 0,-2 0-251 0,-7 0 134 16,2 0 54-16,-6 0 31 0,1 0-204 16,-6 0 117-16,0 4 57 0</inkml:trace>
  <inkml:trace contextRef="#ctx0" brushRef="#br0" timeOffset="-145561.97">25605 14815 1566 0,'-1'4'0'0,"1"2"0"0,0 0 0 0,0-3 0 0,0 1 0 0,1-3 0 0,10 3 0 0,0-2 224 0,8 0-95 0,3-1-48 16,-1-1 104-16,9 0-80 0,-3 0-36 0,2 0 0 15,-1-1-377-15,2-7 170 16,1 1 94-16,-1 0 34 0,2-3-282 0</inkml:trace>
  <inkml:trace contextRef="#ctx0" brushRef="#br0" timeOffset="-145357.42">26234 14360 1417 0,'1'-12'0'0,"7"9"0"0,6 3 0 0,5 0 0 0,4 0 0 0,2 0 0 0,5 0 428 0,2-1-198 0,5-1-90 0,11 0 73 16,-3 1-90-16,4-2-45 0,-1-1-23 0,-1 1 15 16,-11 0-29-16,3 0-8 0,-7-1-311 0,-2 3 155 15,-11-3 78-15,-3 0 39 0,-4 2-434 0,-5-1 232 16,-5 3 35-16,-2 0 88 0,0 0-492 16</inkml:trace>
  <inkml:trace contextRef="#ctx0" brushRef="#br0" timeOffset="-145193.45">26478 14325 1150 0,'-19'11'0'0,"10"4"0"0,0 4 0 0,4 0 0 0,1 4 0 0,1-1 0 0,3 4 0 0,0 1 253 0,0-3-102 0,0 8-63 16,0-6 187-16,0 2-121 0,0 1-60 0,0-3-31 16,0-3-187-16,0-1 74 15,0-3 41-15,1-1 21 0,3-4-465 0,3-5 251 16,3-3 113-16,5-6-493 0</inkml:trace>
  <inkml:trace contextRef="#ctx0" brushRef="#br0" timeOffset="-145018.86">26595 14448 1253 0,'0'-1'0'0,"0"-1"0"0,0 2 0 0,0 0 0 0,-1 7 0 0,1 7 0 0,0 3 0 16,0 3 529-16,0 7-253 0,0 1-121 15,0 1 79-15,0 4-101 0,0 1-50 0,0 2-17 16,0-3-6-16,0-1-27 0,0-1 0 0,0-10-1 15,0 4-451-15,1-5 234 0,4-3 104 0,2 0-579 16,-1-6 335-16,2-4 86 16,3-7 108-16</inkml:trace>
  <inkml:trace contextRef="#ctx0" brushRef="#br0" timeOffset="-144840.08">26964 14376 1933 0,'4'1'0'0,"1"11"0"0,-1 3 0 0,-3 6 0 0,-1 2 0 0,0 8 0 0,0 6 0 0,0 5 0 0,-6 0 0 0,-4 0 488 0,4-3-219 16,-1 7-123-16,1-5-32 0,1-5-40 0,1 1-1 15,-2-2-40-15,2-7-358 0,1-2 174 0,-2-4 93 16,2-3-532-16,3-8 311 0,0-4 156 0,0-1-6 16,0-4-259-16,0-2 169 15</inkml:trace>
  <inkml:trace contextRef="#ctx0" brushRef="#br0" timeOffset="-144516.75">26938 14365 1371 0,'5'-26'0'0,"1"6"0"0,7 5 0 0,3-2 0 0,6 3 0 0,2 0 0 0,6 3 0 0,3 2 0 0,2 3 207 0,8 0-88 0,-8 6-34 0,2 0 68 16,2 0-60-16,-5 9-30 15,-4 8-85-15,-8 5 27 0,-7-2 9 0,-2 10 19 16,-8 0-161-16,-5 2 80 0,0 0 41 0,-12 1 0 15,-6 2-15-15,-9 2 24 0,-1-5-1 0,-1-2-28 16,-2-2-32-16,4-8-8 0,-5 0 29 0,2-5 124 16,4-3-47-16,5-3-11 0,-1-4-37 0,5-2 298 15,8 1-134-15,0-2-50 0,4-2 278 0,3 4-175 16,2 4-87-16,0 5-45 0,10 0 46 0,8 5-49 16,1 4 0-16,3 0 154 15,3 0-98-15,0 3-48 0,0-3 107 0,2 1-188 16,-2-3 0-16,-4 0 0 0,3-5-524 0,-7-3 346 15,3 0 113-15,-3-3 45 0,0-4-644 0,-5 1 281 16,0-1 178-16,-3-1 75 0,0-3-200 0,0-1 152 16,2 0 73-16,-3-1-173 0</inkml:trace>
  <inkml:trace contextRef="#ctx0" brushRef="#br0" timeOffset="-144150.29">27487 13951 1171 0,'14'-30'0'0,"4"7"0"0,7 7 0 0,1 2 0 0,5-3 0 0,-3 6 0 0,-1 4 213 0,0 3-89 0,2 2-46 0,-3 2-23 15,-6 0 33-15,3 9-32 0,-4 3 0 0,-4 3-56 16,-7 4-1-16,-1 3 42 0,-5 4-8 0,-2-1-115 16,-9 0 57-16,-7 1 29 15,-3-2-59-15,-4-4 52 0,1 1-15 0,0-2 20 16,5-6 34-16,-2-1-25 0,2-3-31 0,8-3 26 15,1-3 133-15,3 0-63 0,2-2-27 0,3 1 42 16,0 0-26-16,12 0 6 0,11 1-17 0,-2 2 10 16,8 3-1-16,-1 2-30 0,1 5-41 15,-1 1 28-15,-2 2-8 0,-3 0 21 0,-3 1-113 0,-6 1 57 16,-3-2 18-16,-4 3 7 16,-2-3-10-16,-5 0-1 0,0-2 2 0,-10 1 194 0,-10-2-87 15,-5-1-36-15,-3-4-5 0,-4-1 69 16,-2-4-47-16,-1-1-26 0,3-3-13 0,-3 1-1 15,1-2-9-15,4 0 1 0,1 0-487 0,12 0 240 16,3 0 116-16,2 0 66 0,9 0-768 0,2 0 383 16</inkml:trace>
  <inkml:trace contextRef="#ctx0" brushRef="#br0" timeOffset="-143989.72">28165 15081 2771 0,'9'-20'0'0,"5"17"0"0,0 0 0 0,-9 3 0 0,-3 0 0 0,-2 0 0 0,0 0 0 0,-4 0 237 0,-7 0-102 0,-2 0-52 0,-1 0-1116 16,2 0 500-16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20T07:16:51.95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3121 8249 571 0,'0'-3'0'0,"0"-1"0"0,0 1 0 0,0-1 0 0,0 0 0 0,0-2 0 0,0 1 0 0,0-1 0 0,0 0 98 0,0 5-25 0,0-3-8 16,0 2-4-16,0 1 1 0,0-2 1 0,0 1-9 15,0 2-13-15,-3 0-8 0,3 0 0 0,-2 0 25 16,0 0-26-16,-3 0 1 15,-1 0 8-15,1 2-41 0,-4 9 1 0,-1 1 32 16,-1 4-1-16,-3 5-36 0,1-1 7 0,-2 7 25 16,0 3-43-16,-5 6 16 0,-2 1 1 0,-1 5 10 15,1 3-25-15,-5 3 21 0,-5 5 10 0,2 0-36 16,-2 3-1-16,-4 0 24 0,2-3 10 0,-8 13 11 16,2-6-16-16,0-4-1 0,2-1 1 15,2-5 64-15,5-8-27 0,0 1-2 16,1-6 16-16,4-1-18 0,2-7-1 0,2-2-13 15,0 2 24-15,4-5 7 0,-2-1-34 0,5-5-4 16,1-1 7-16,3-3 11 0,4-3-1 0,0-4-66 16,4-1 28-16,1-2-2 0,0-3 29 0,2-1-91 15,0 0 46-15,0 0 9 0,0 0 0 0,0 0-85 16,0 0 51-16,0 0-71 0,0 0 55 0,0 0 19 16,0 0 0-16,0 0-27 0,0 0 26 0,0 0-5 15,0 0 5-15,0 0-119 16,0 0 64-16,0 0 28 0,0 0 0 0,0 0-125 15,0-3 83-15,2-5 38 0,3-1-156 0,4-4 97 0</inkml:trace>
  <inkml:trace contextRef="#ctx0" brushRef="#br0" timeOffset="305.18">2324 9021 456 0,'-3'0'0'0,"-4"-3"0"0,6 1 0 0,-3 0 0 0,3 1 0 0,1-2 0 0,-3 3 240 0,1 0-108 0,2 0-49 16,0 0 45-16,0 4-48 0,0 13-23 0,0 4 32 15,0 10-32-15,0 8 0 0,-5 3-24 0,-2 7-37 16,-6 0-1-16,0 3 46 0,-5-1-8 0,0 0-35 16,0-4 35-16,-1-2-1 0,0-4 1 15,1-7 32-15,-2 0-32 0,2-4 0 0,-1-5 55 16,6-3-28-16,1-5 0 0,4-4 73 0,0-5-54 15,6-5-23-15,1 1 0 0,1-4-43 16,0 0 19-16,13 0 9 0,9-15-8 0,11-8-9 16,2-3 9-16,5-7 0 0,10-7 0 0,-2 6-130 15,11-9 61-15,-5 5 35 0,3 5-500 0,0 0 250 16,0 5 94-16,-4 6-431 0</inkml:trace>
  <inkml:trace contextRef="#ctx0" brushRef="#br0" timeOffset="1367.62">3065 8212 98 0,'0'0'0'0,"0"0"0"0,0-2 0 0,-4 0 0 0,4 1 97 0,-5-2-34 16,3 2 8-16,-1-2 22 0,1 0-30 0,-1 1 0 16,0 0-31-16,1 1 91 0,1-1-37 0,1 0-31 15,-2 0 0-15,2 0 69 0,0 2-46 0,0 0-22 16,0 0 8-16,0 0 26 15,0 0-29-15,0 0 0 0,0 0-12 0,0 0-16 16,0 0 8-16,0 0 39 0,2 0-24 0,1 0 0 16,2 0-23-16,-1 0 47 0,3 0-7 0,-1 0-40 15,-3 2-1-15,4-2 1 0,-1 2 0 0,2-2 8 16,0 0 24-16,-2 0-32 0,2 2 0 0,-1-2 0 16,3 0 30-16,-3 0-22 0,1 0-9 15,0 0-14-15,-1 0 15 0,0 0 0 16,1 0 0-16,-1 0-29 0,3 0 29 0,-3 2 0 15,2-2 0-15,4 0-25 0,-5 1 0 0,2-1 23 16,4 0-2-16,-2 0-42 0,1 0 39 0,0 0-6 16,3 0-10-16,-2 0 18 0,4 0-5 0,-4 0-25 15,4 0 24-15,-1 0-2 0,-3 0 1 0,3 0-18 16,1 0-5-16,-2 0 19 0,3 0 2 16,-1 0-10-16,4 0 9 0,-2 0 0 0,3 0-1 0,-1 0 21 15,0 0-21-15,1 0-1 0,-3-1 24 16,4-1 6-16,-4-2-28 0,0 0 2 15,1 3-1-15,-2-2 5 0,1 0-4 0,2 2-22 16,-2-2 23-16,0 1 3 0,2 0-3 0,-2 0-32 16,3 2 31-16,-3-2 2 0,1 0-3 0,3 2-38 15,-2-2 35-15,2 0-3 0,1-1-20 0,-4 1 23 16,8-4-2-16,-4 3-29 0,3-1 27 0,1 0-1 16,1-2 1-16,-6 3-24 0,8-1 23 15,-7 1-2-15,3 1 1 0,-3 0-27 16,-2 0 1-16,1 0 21 0,5 0-3 0,-4 0-27 15,3-1 30-15,2 3-5 0,1-5 3 0,-2 0 24 16,4-1-3-16,-2 1 8 0,-1-2 0 0,-2 1-27 16,2-1 1-16,-6 1 16 0,6 0-10 0,-6 4-4 15,-2-2 10-15,-4 2-36 0,1 1 28 0,-2 1 7 16,0 0 0-16,-2 0-34 0,-1 0-1 16,0 0 27-16,-1 0-36 0,0 0 34 15,1 0-8-15,-1 0-15 0,2 0 17 0,0 0 1 16,2 0-3-16,1 0 35 0,1 0-33 0,-6 0 0 15,5-3 1-15,-1 2 19 0,-3-1-15 0,-1-1-3 16,-3 2 5-16,2 1-43 0,-4 0 40 0,0 0-1 16,-2 0-77-16,-2 0 36 0,-3 0-4 0,2 0-52 15,-2 0 38-15,-1 0 22 16,0 0-16-16,0 0-52 0,0 0 33 0,0 0 22 0,0 0-19 0,0 0-24 16,-1 0 20-16,-9 0 9 15,1-2 27-15,-1-2-304 0,1-1 153 0,-1-3 75 16,6 1-416-16,-3-4 251 0,1-3 120 0,6 1-309 15,-5-6 216-15</inkml:trace>
  <inkml:trace contextRef="#ctx0" brushRef="#br0" timeOffset="1556.12">5045 7788 1064 0,'0'0'0'0,"3"0"0"0,4 0 0 0,0 2 0 0,6-2 0 0,-2 4 0 0,7 3 0 0,7 0 418 0,2 5-193 0,3-1-96 15,6 2-48-15,6 2 117 0,-9-3-75 0,12 2-49 16,-4 0-20-16,-9-1 158 15,0 2-90-15,1-2-44 0,-9 0 20 0,1 0-36 16,-4 2-1-16,-5-1-60 0,-5-2 0 0,-3 0 32 16,-7-1 8-16,-1 4-113 0,-1 3 52 0,-18 0 27 15,-9 5 0-15,-3 2-284 0,-9 5 132 0,-15 8 78 16,0 4 5-16,-5 6-328 0</inkml:trace>
  <inkml:trace contextRef="#ctx0" brushRef="#br0" timeOffset="3071.02">3123 6026 772 0,'0'0'0'0,"0"0"0"0,0-1 0 0,-1-2 0 0,0 2 0 0,-2-2 0 0,1 2 0 0,0-1 0 0,1 0 69 0,1 0 0 16,0 2 71-16,0 0-57 0,0-2-26 0,0 2 1 16,0 0 16-16,0 0-21 0,0 0 9 0,0 0-29 0,0 6 39 15,0 5-39 1,0 4 0-16,0 0 0 0,0 4 47 0,0 0-47 16,0 3 34-16,0 5-1 0,0-3-33 0,0 2 0 15,0-3 34-15,0 8-8 0,-2-2-26 0,2 3 0 16,0 0 37-16,0-1-37 0,0 4 8 0,0 0-9 15,0-1-3-15,0 4 4 0,0-1 0 0,0 1-25 16,0-1 33-16,0-1-8 0,0 2-28 16,0-3 18-16,0-1 9 0,0 1 1 0,2-3-10 15,-1 3 8-15,1-2-9 0,3-1 7 0,-3 4 32 16,2-3-33-16,-1 3 6 0,-1 0-6 0,1 2 7 16,0-1-6-16,-1 1 4 0,-1-3-27 15,3 1 9-15,-3 0 14 0,1-3 3 16,1 1-15-16,-1 0 11 0,-1-2 8 0,1 3-30 15,0-4 21-15,0 1-5 0,0-1 4 0,1 1-4 16,-3 2 9-16,0 0-10 0,2 2 3 0,-2-1-22 16,3 1 22-16,-3-2-1 0,1 0-21 0,1 0-4 15,0-2 23-15,-1 0 1 0,1-3-34 0,3 0 29 16,-2-7 8-16,1 6-55 0,0-7 22 16,-1 2-7-16,0-2 29 0,0-3-51 0,-1 3 25 15,-1-3-12-15,1 2 30 0,0-4-36 16,-2 3 32-16,0 0-7 0,0 0 1 0,0-1 1 15,0 0 3-15,0-2-1 0,0-2-1 0,0-3-1 16,0-2 1-16,0-2-26 0,0-1 0 0,0-2 26 16,0-3-1-16,0-1-94 0,0 0 43 0,0 0 19 15,-4 0 1-15,1 0-234 0,-3-4 120 0,1-13 47 16,-1-12-451-16,-2-7 263 0,5-5 129 16,1-8 63-16,0-4-455 0</inkml:trace>
  <inkml:trace contextRef="#ctx0" brushRef="#br0" timeOffset="3361.25">3128 6099 924 0,'0'-5'0'0,"0"1"0"0,0 2 0 0,0 2 0 0,0-4 0 0,0 4 0 0,0 0 0 0,-5 0 0 0,3 0 0 0,-6 0 185 15,3 10-77-15,-5 5-33 0,-4 5-21 0,3 5 8 16,-1 1-29-16,-1 1-51 0,0 1 26 0,-1-2-1 16,1 1 26-16,4-9-30 15,-1 3-9-15,2-5 39 0,1 0 0 0,2-5-236 16,3-2 85-16,-3 0 71 0,5-8-396 0</inkml:trace>
  <inkml:trace contextRef="#ctx0" brushRef="#br0" timeOffset="3512.84">3065 6056 980 0,'3'0'0'0,"4"4"0"0,1 0 0 0,0 0 0 0,-1-1 0 0,4 3 458 0,2 1-213 0,3 1-106 16,4 3-53-16,-3 1 148 0,8 4-105 0,-1 2-48 15,-2 0-24-15,4 3 42 0,-1-2-32 0,-1 1 7 16,-1 3-507-16,0 0 234 0,1 0 115 0</inkml:trace>
  <inkml:trace contextRef="#ctx0" brushRef="#br0" timeOffset="5166.91">3130 6653 328 0,'0'0'0'0,"0"0"-164"0,0 0 82 0,0 0 41 0,0 0 41 0,0 0 142 0,0 0-39 0,0 0-35 16,0 0 0-16,0 0 0 0,0 0-35 0,0 0 37 16,0 0-8-16,0 0-29 0,0 0 0 0,0 0 21 15,0-1 1-15,0 1-14 0,0 0-8 0,0 0 45 16,0-2-22-16,0 2-1 0,-2 0-22 16,2 0-9-16,0 0 9 0,0 0 0 15,0 0-40-15,0 0-1 0,-1 0 41 0,-3 0-41 16,3 0 15-16,0 0-1 0,-4 0 12 0,3 3 7 15,-1 2-14-15,0-2 19 0,-2 3-32 0,2-3 43 16,-3 3-9-16,3 0-13 0,-2 0-6 16,0 1 3-16,2-2 5 0,-2 3-1 0,0 1-18 0,-2 1 18 15,2-1 3-15,1 1-15 0,0 1 12 0,-3-2-1 16,2 2-1-16,1 0 7 0,1-3-12 16,-4 3 10-16,4-1-14 0,0-1 27 15,-2 3-20-15,2-1 1 0,-1-1 3 0,-1-1-6 16,3 2 6-16,-3 0-2 0,2 0-7 0,0 1 7 15,-2-1 0-15,2 1-18 0,-1 3 17 0,-1-3 0 16,0 3-1-16,1-2-26 0,0 3 1 0,-3-2 23 16,4 1-3-16,-5 1-18 0,2-1 16 0,1 2 3 15,-1 0-2-15,1-3-16 0,0 4 12 0,1-4 3 16,-3 1-6-16,4 2 5 0,-2-1-1 0,0-4 19 16,2 5-19-16,0-3 1 15,-2 1 1-15,1 2 17 0,-1-2-14 0,1 3-3 16,-2 1 3-16,1 0 8 0,1 1-8 0,-1 1-1 15,-1 0 5-15,2 0-30 0,-2-1 26 0,3 0-2 16,-1-2-31-16,0-1 30 0,2-1 2 0,-2 1-14 16,2 0 10-16,-1 1 1 15,1-2-3-15,-1 1 12 0,0 0-9 0,1-1-2 0,-3 2-1 0,1 1 23 16,-1-1-22-16,0 1 1 0,0 0 4 0,-1 1-10 16,3-1 10-16,-2 2-3 15,-1-3 4-15,1 3-22 0,0-2 21 0,2 2-3 16,-2-3-28-16,0 1 27 0,1 0-1 0,-2 0-9 15,2 0 9-15,-1-1 0 0,1 1-5 0,2 0-11 16,-5 2 13-16,2-3 1 0,0 2-1 0,2-2-8 16,-2 1 8-16,0-3 0 0,2 3-15 0,-1 0 14 15,0 0 0-15,-2 0-16 0,2-1 15 16,1 0 0-16,0-1-1 0,-2-1-11 16,2 2 10-16,0-2 0 0,-3-1 0 0,1 2 2 15,2-1-2-15,-1 2 0 0,-2-1 2 0,3 0-2 16,-1-1 0-16,-1 4-1 0,0-2 6 0,0 1-5 15,0-1 1-15,0 2-15 0,0-2 14 0,-1-1 1 16,2 2-1-16,-1-2-4 0,0-1 3 0,0 0 1 16,-2 1-1-16,2-2 6 0,0 2-5 0,2-3-2 15,-1 2 2-15,1-1 10 0,-2-2-10 16,2 2 3-16,0 0-3 0,-2 0 1 0,1-2-1 16,0 2 5-16,3-2-4 0,-2 2 1 15,-2 0-1-15,3 0-6 0,-3 2 6 0,1-2 0 16,-1-1 0-16,0 4-7 0,0-1 7 0,1-2-1 15,-1 2 0-15,1-2 4 0,-1 0-4 0,0-2 1 16,1 2 0-16,3-4-1 0,-2 3 0 0,-2-1 4 16,3-3-4-16,-1 2 1 0,1-1 0 0,1-1-2 15,-2 1 2-15,1-1 0 0,1 1 0 0,-2 0-27 16,1-1 26-16,0-1-1 0,-1 2 1 0,1-1-5 16,1 1 4-16,-2-3-21 15,1 1 20-15,2 0-1 0,-3-1 1 0,3-3-21 16,-2 1 20-16,2 0-2 0,0-3 2 0,-1-3-26 15,1 2 24-15,0-2-1 0,0 2 0 0,0-2-55 16,0 0 26-16,0 0-8 0,0 0 33 0,0 0-136 16,0-5 63-16,0-9 25 0,0 3-296 0,1-4 153 15,4 0 89-15,0 0-151 0</inkml:trace>
  <inkml:trace contextRef="#ctx0" brushRef="#br0" timeOffset="6388.96">2406 9236 381 0,'0'0'0'0,"0"0"0"0,-1 0 0 0,-1 0 0 0,-1 0 0 0,0 0 0 0,1 0 57 0,-1 0-1 0,1 0-15 15,1 0 31-15,-5 0-39 0,6 0-1 0,-2 0 1 0,2 0 28 16,-3-2 7-16,3 2-35 0,-2 0 35 0,2 0 0 16,0-2-35-16,0 2 0 0,0 0 60 0,0 0-33 15,0 0-1-15,0 0 55 0,0 0-40 0,0 0-1 16,0 0-32-16,0 0 89 16,0 0-49-16,0 0-24 0,0 0 0 0,0 0 6 15,0-2 7-15,5 2-37 0,0-2-1 0,4 0 67 16,1 0-34-16,-1 0 1 15,4-1 2-15,-2-3-9 0,3 0-26 0,-1 1 22 0,0-3 1 0,1 3-23 16,-6-1 8-16,6-1-1 0,-4 2-7 0,1-2 0 16,-4 1-1-16,5 1 2 0,-4 1 7 0,3-2-8 15,0 1 0-15,-5 1-22 16,7-1 22-16,-7 1-33 0,4-2 41 0,0 2-8 16,2 1-4-16,-5-1-24 0,1 1-5 0,4-3 29 15,-4 2 1-15,0 1-33 0,4-2-4 0,-3 1 31 16,0-2-5-16,1 3-19 0,4-3 21 0,-6 1 0 15,4 2-27-15,0-3 25 0,-1 0-5 0,-2 0 3 16,1 3-18-16,0-3 17 0,0 2-4 0,0-1-6 16,-2 0 8-16,4 2 3 0,-3 0-2 0,2-3-15 15,0 2 14-15,0 0-1 0,-1-2 0 0,2 1-38 16,1-1 37-16,0 0-2 0,-2 1 1 0,2-1-30 16,1 1 29-16,-5 1-2 15,6-4-24-15,-4 4-3 0,2-3 25 16,1 2-32-16,-3-1 30 0,3 0-5 0,-1-1 4 0,1 1-2 15,-1-1 0-15,3-1-2 0,-2 1 2 0,-1 1 7 16,1-2-7-16,0 1 0 0,2 1 0 0,-2 1 3 16,2-3-2-16,-3 2 2 0,3 1-10 0,-4-1 9 15,2 0-2-15,1 1-3 0,-2-1 4 0,1-1 0 16,1 1-1-16,2-2 41 0,-4 1-40 0,4-2 1 16,-2-1-1-16,0 0 38 15,3 0-36-15,-1-2 2 0,-1 0-1 0,1 0-10 16,2 1 11-16,-1-3 5 0,1 5-20 0,-1-2 17 15,-1 2-1-15,-2-1-31 0,2 3 30 0,-3-1-1 16,2 1 0-16,-3 1-24 0,1 0 1 0,-1 0 16 16,1 1 3-16,0-1-16 0,0 1 15 0,1-1-4 15,-1 0-14-15,0-1 16 0,1-1 0 0,2-1-2 16,0 0 6-16,-1-1-6 16,2 1 2-16,-2-2 11 0,3 1-12 0,-3 1 0 15,-2-3 0-15,4 2 13 0,-4 4-12 0,2-3 1 16,-2-1 0-16,-1 2 7 0,4 1-7 0,-4-1 2 15,1 3 16-15,-1-3-16 0,1 1-1 0,0-1 30 16,-1 1-28-16,3-1 0 0,-2 1-1 0,2-3 5 16,0 3-4-16,1-3 3 0,0 3-2 0,0-2 6 15,0-1-5-15,-1 3 2 0,3-3-1 0,-6 2 5 16,3-1-5-16,-2 2 1 16,2-1-2-16,-3 1 1 0,0-1 1 0,-1 2-3 15,1-1-14-15,-2 2 14 0,2-3 1 0,-2 2-7 16,0 1 8-16,2-1-1 0,1-1 0 0,-1 1-19 15,-1-2 18-15,-2 3-2 0,-1-1 1 0,3 0-33 16,0 1 32-16,-6-1-3 0,2 2 2 0,0 0-6 16,-3 1 5-1,1 1-1-15,-2 0 34 0,-1 0-33 0,2 0 1 0,-4 1 29 16,1-1-29-16,0 2 1 0,0 0 0 0,-2 0 28 16,0 0 0-16,0 0-21 0,0 0-2 0,0 0 22 15,0 0 0-15,0 0-13 0,0 0-40 0,0 0 3 16,0 0 32-16,0 0 2 0,0 0-153 0,0 0 68 15,0 0 37-15,0 0-85 0,0 0 43 0,0 0 34 16,0 0 0-16,0 0-432 0,0 0 222 0</inkml:trace>
  <inkml:trace contextRef="#ctx0" brushRef="#br0" timeOffset="8015.08">3059 6746 201 0,'-3'0'-63'0,"1"0"32"0,-1 0-1 15,1 0 32-15,-1 0 121 0,0 0-44 0,1-3 4 16,1 1-9-16,-1-3-39 0,2 2 0 0,0-1 0 15,0 0 38-15,0 0 9 0,0 3 20 0,0-4-33 16,0 4-1-16,0-2-33 0,0 3 0 0,0-1 111 16,0 1-60-16,0 0-25 0,0 0 73 0,0 0-50 0,0 0-24 15,0 0 7-15,0 0 12 16,0 0-22-16,0 0 0 0,0 0-22 16,3 0 37-16,4 0 9 0,-3 1-47 0,3 5 26 15,-1-2-1-15,-1 0-24 0,-2 0 0 0,3 1 45 16,-2-1-45-16,-1 1 0 0,3 0-1 15,-1 0 38-15,-2 1-29 0,2-1-8 0,-1 2-2 0,0-1 1 16,1 0 1-16,-1 0 0 0,2 0 8 16,1-1-33-16,-4 1 25 0,2-1-31 0,0 2 1 0,1-2 30 15,-2 0 8-15,3 2-19 0,-2-3-20 0,-2 2-9 16,2 0 11-16,0-1 17 16,1 1 8-16,-1 0-14 0,1-2 7 0,-3 1-18 15,2-1 17-15,2 1-40 0,0-1 42 0,-2 2-4 16,1-3-1-16,1 4 0 0,-1-2-31 0,2-2 29 15,-3 3-30-15,3 1-6 0,-3-2 33 0,4-1-4 16,-4 3-37-16,1 1 35 0,1-3 5 0,-1 0-11 16,1 1 7-16,0 2-5 0,-2-3 3 0,1 1 22 15,1-1-21-15,0 3-2 0,0-3 1 0,-1 1 16 16,1 2-16-16,-2-2 3 0,4 1-1 16,-4-2 31-16,3 3-30 0,-3 1 3 15,4-1 19-15,-3 2-18 0,0-3 1 0,-1 1 0 16,3 2-1-16,-2 0 1 0,1 1-2 0,-1-1-12 15,1-3 16-15,1 2-4 0,-2-1 1 0,2 2-10 16,-3-3 10-16,3 0-2 0,-2 1 4 0,2 2-24 16,-2-3 20-16,1 2-3 0,2-1-17 0,-1 1 17 15,-2-1 3-15,3 3-5 0,0-2 3 16,-3 1-1-16,4 1 0 0,-2-1 2 16,-2-1 0-16,2 3-3 0,0-1 1 0,0 0-5 15,-1-3 5-15,0 3 0 0,1-2 2 0,2 2 18 16,-3-3-20-16,3 1 1 0,-4-2-1 0,1 1 24 15,2 0 2-15,-2-1-27 0,1-1 4 0,0 1 2 16,-1-2-2-16,0 3 6 0,-1-2-25 0,1 0 20 0,-2 1 1 16,4-1-1-16,-3 1-23 0,0-1 2 0,3 1 17 15,-4 1-16-15,2 0 13 0,1-3 2 16,2 4-31-16,-4-3 30 0,2 2-5 16,0-3 4-16,0 2-2 0,-1 1 1 0,2 0-2 15,-1-3 1-15,0 1 14 0,1 0-14 0,-1 1 1 16,-2 0 1-16,2-2-1 15,0 2 1-15,0-1 0 0,-2 1 4 0,1-1-3 0,0 1-2 16,0-1 3-16,-1 1 27 0,1-1-28 0,1 2 0 0,-2-3 19 16,2 1-18-16,-2 0 1 15,2-1 16-15,0 1-15 0,-1-1-1 0,-1 0 3 0,4 1-2 16,-3 0 0-16,0 2 3 16,1 0-1-16,0-1-1 0,-1 2-12 0,0 1 12 15,1-1-2-15,0 0 0 0,1 2 163 0,-2-1-171 16,2 0 0-16,1-1 0 0,-2-2 0 0,0 1 0 15,0-1 0-15,1-1 0 0,-1-1 0 0,0 1 0 16,-1-2 0-16,1 0 0 0,-1 0 0 0,-1-1 0 16,-1 1 0-16,2-2 0 0,-4 2 0 0,3 0 0 15,-1-1 0-15,0 0 0 16,-2 0 0-16,2 0 0 0,0 0 0 0,-2 3 0 16,3-1 0-16,-1-1 0 0,-1-1 0 0,1 2 0 15,2 1 0-15,-4 0 0 0,3 0 0 0,-1-1 0 16,1 3 0-16,-1-2 0 0,3-1 0 0,-2 3 0 15,-1-3 0-15,3 1 0 0,-3 1 0 0,3-1 0 16,-2 0 0-16,2 0 0 0,-3 0 0 0,3-1 0 16,-2 0 0-16,2 1 0 0,-3-1 0 0,0-1 0 15,3 0 0-15,-3-1 0 0,4 3 0 16,-5-2 0-16,1 2 0 0,3-1 0 0,-2-1 0 16,1 2 0-16,-2 0 0 0,0-2 0 15,1 1 0-15,0 1 0 0,-1-1 0 0,0 1 0 16,3-3 0-16,-3 2 0 0,1 2 0 0,0-3 0 15,-1 1 0-15,-1 1 0 0,1-3 0 0,-1 3 0 16,2-2 0-16,-2 0 0 0,0-1 0 0,-1 1 0 16,-1 0 0-16,2-1 0 0,-2-1 0 0,1 2 0 15,-1-2 0-15,1 0 0 16,-1 0 0-16,-1-2 0 0,-1 2 0 0,0-2 0 16,0 0 0-16,0 0 0 0,0 0 0 0,0 0 0 15,0 0 0-15,0 0 0 0,0 0 0 0,0 0 0 16,0 0 0-16,0 0 0 0,0 0 0 0,0 0 0 15,0 0 0-15,0 0 0 0,-3-6 0 0,-7-3 0 16,1-1-701-16,-2 0 380 0,-2 1 144 0</inkml:trace>
  <inkml:trace contextRef="#ctx0" brushRef="#br0" timeOffset="11685.72">1519 10235 791 0,'-10'0'0'0,"10"0"0"0,0 0 0 0,0-2 0 0,4-2 0 0,9-2 0 0,2-1 0 0,4-1 391 16,2 1-184-16,6-1-87 0,1 1-44 0,1 2 74 16,1 5-59-16,-3 0-21 0,3 0-58 0,-6 5-1 15,-3 8 22-15,-1 4-69 0,-8 4 35 0,-2-2 8 16,-2 8 26-16,-6 0-28 0,-2-1 27 0,0 2 1 15,-15-2 0-15,-2 1-23 0,-3-2-20 0,-4-5 0 16,-2-2-10-16,3-4-73 0,2-7 42 16,-2-1 31-16,6-6-278 0,3 0 142 15,3-6 62-15,8-16-121 0,3-4-56 0,1-6 112 16,18-8 66-16,1 2-79 0,8-2 70 0,-4 0 34 0</inkml:trace>
  <inkml:trace contextRef="#ctx0" brushRef="#br0" timeOffset="11827.08">1852 10090 1215 0,'17'-27'0'0,"-5"11"0"0,-4 5 0 0,1 3 0 0,-6 3 0 0,-1 5 0 0,-2 0 0 0,0 14 252 0,-8 12-101 0,-8 10-63 0,2 2 203 16,-2 1-128-16,1 3-66 0,5-6-32 0,3 0 345 16,4 0-194-16,3-4-91 15,0-5-46-15,3-4 57 0,14 1-52 0,8-7-17 16,0-3-309-16,10-4 137 0,9-3 69 0,6-4-233 16,2-3-191-16,8 0 254 0,12-3 60 0</inkml:trace>
  <inkml:trace contextRef="#ctx0" brushRef="#br0" timeOffset="12363.66">5265 8342 1607 0,'-11'-4'0'0,"7"4"0"0,1-1 0 0,3 1 0 0,0 0 0 0,-3 0 0 0,3 1 0 0,0 8 0 0,0 2 313 0,4 3-141 16,6 0-69-16,1-2-35 0,3 4 51 0,-1-4-35 16,1 1-30-16,2-1-43 0,-2 1-1 15,2-2 23-15,-6 1-308 0,4-2 162 0,-1 0 69 16,-4-4 39-16,1 0-620 0,4-5 311 15,-6-1 77-15</inkml:trace>
  <inkml:trace contextRef="#ctx0" brushRef="#br0" timeOffset="12536.34">5560 8208 1115 0,'2'-5'0'0,"2"3"0"0,0 1 0 0,-2 1 0 0,-2 0 0 0,0 12 0 0,0 12 0 0,-10 11 631 0,-2 9-303 0,-4 15-148 16,-5 1 361-16,-2 9-254 0,-5 7-127 15,0 5 15-15,-5 13-76 0,2 1-32 0,0 0-1 16,2 3-189-16,2-6 78 0,5-14 47 0,1 0-8 16,5-5-642-16,7-17 340 0,6-3 170 15,3-17 85-15</inkml:trace>
  <inkml:trace contextRef="#ctx0" brushRef="#br0" timeOffset="13395.8">2330 5931 500 0,'-19'-14'0'0,"4"7"0"0,5 2 0 0,0 4 0 0,0-1 0 0,3 0 0 0,0 0 291 0,2 0-130 0,4 2-63 16,-2 0-33-16,3 0 79 0,0 0-47 0,0 0-36 0,6 0 0 15,10 0 9-15,-2 0 0 16,7 0-38-16,0-1 37 0,9-1-8 0,-10-2-28 0,4 3-12 16,0-3 11-16,-3 2 1 0,1 0 8 15,-2 2-42-15,-5 0 1 0,0 0 32 0,-2 2 1 16,-1 5-41-16,-5-1 28 0,0 4-11 0,-4 5 23 16,-2 1 7-16,-1 5-17 0,0-1-6 0,-6 10 47 0,-6 1-47 15,-3 4 6 1,-7 2 13-16,4-1-11 0,-1-4 11 0,-6 8-10 0,7-11-20 15,-2 2 0-15,-2-1 25 0,6-5-4 16,2-5 34-16,1-2-8 0,5-1-23 0,2-7-1 16,-1-2 74-16,6-3-35 0,1-1 8 0,0-1-33 15,0 0-9-15,8 0-1 0,6-1 1 16,8 0 0-16,-4 1 8 0,8-3-8 0,3 1 33 16,-2-1 0-16,3 2-33 0,0-2 0 0,-3 0-45 15,5 0 19-15,-4 0 0 0,-8 0 25 0,4 0-179 16,-7 0 84-16,-3 0 39 0,-2 0-350 15,0 0 173-15,-7 1 96 0,0-1-208 16,-4 3 141-16,1-3 61 0,0 0 43 0,-2 1-421 16,0-1 228-16</inkml:trace>
  <inkml:trace contextRef="#ctx0" brushRef="#br0" timeOffset="13560.71">2327 6214 2019 0,'-16'0'0'0,"6"0"0"0,5 0 0 0,0 0 0 0,3 0 0 0,2 0 0 0,0 0 0 0,9 0 0 0,14 0 288 16,4 0-128-16,1 0 107 0,2 0-117 0,2 2-50 15,3 2-38-15,0-1-106 0,1 3 39 0,7 0-1 16,-9-1 39-16,5 1-603 0,4 0 298 0</inkml:trace>
  <inkml:trace contextRef="#ctx0" brushRef="#br0" timeOffset="20658.16">8689 6670 680 0,'0'0'0'0,"0"0"0"0,2 0 0 0,0 0 0 0,-1 0 0 0,1 0 104 16,0 0-35-16,1 0-1 0,-1 0-27 0,0 0 23 16,1 0 0-16,-1 4-31 0,0 8 0 0,-2 1-25 15,0 3 33-15,-2 7-8 0,-10-2-50 0,-1 2 25 16,2-5-1-16,-6 5-42 15,4-8 42-15,-4 1-8 0,1-2 21 0,0-3-19 16,3-4-13-16,-4-1 33 0,4-4-28 0,-2 1 91 16,6-1-34-16,-2-2 0 0,3 0-37 0,2 0 78 15,1 2-25-15,1-2-15 0,2 2 127 0,0 2-72 16,2 5-37-16,0 4-9 0,0 5 9 0,0 6-36 16,0 2 0-16,0 2 55 15,0 6-27-15,2 2 0 0,0 2-20 0,0-3-56 16,0 3 25-16,1-3-1 0,-1-1-43 0,2-1 33 15,-2-6 9-15,1 3-206 0,-1-9 108 0,3 0 36 16,-4-6 32-16,1-5-313 0,1-4 152 0,-2 0 58 16,1-4 47-16,-2-2-295 0,0 0 170 0,0-14 77 0</inkml:trace>
  <inkml:trace contextRef="#ctx0" brushRef="#br0" timeOffset="20979.94">8464 6960 1173 0,'0'-4'0'0,"0"0"0"0,0 0 0 0,0 1 0 0,7-1 0 0,6-2 0 0,8-1 0 0,5-1 375 0,6 1-175 16,2 0-17-16,13-2-75 0,-6 6-38 0,0 1 1 0,-2 0-56 15,7 2-8-15,-12 0 26 0,3 0 0 0,-2 0-124 16,-1 6 63-16,-4-1 38 0,-2 3-8 16,-7-3-49-16,-3 3 39 0,-2-1 1 0,-4 3 40 15,-3-4-64-15,-2 3 20 0,-4-2-21 16,-2 0 78-16,1 5-22 0,-2-1-25 0,0 1 271 15,0 1-128-15,-5 0-48 0,1 2-35 0,0 5 157 16,1-2-92-16,1 4-37 0,2 7-31 0,0-5-60 16,0 4 37-16,0-2 0 0,2 2 0 0,3-5-159 15,4 6 76-15,0-3-206 16,-4-7 144-16,1 5 53 0,-1-3 40 0,-3 0-156 0,0-5 86 0,-2-2-3 16,0 0 36-16,0-4-221 0,-2-2 123 15,-5-4 52-15,-6 0 39 0,-1-4-244 0,0 0 138 16,-7-1 68-16,0-18-337 0</inkml:trace>
  <inkml:trace contextRef="#ctx0" brushRef="#br0" timeOffset="21291.1">8689 7080 637 0,'-15'2'0'0,"6"1"0"0,3 3 0 0,-1-2 0 0,3 2 0 0,0 1 415 0,4 2-191 15,0 3-87-15,0-1 0 0,0 2-52 0,0 0-26 16,2 0 0-16,5-2-108 0,-1 1 50 0,1-3-9 15,0-2 41-15,-4-1-231 0,1-4 115 0,-2 0 58 16,0-2 37-16,-1 0-238 0,-1-2 116 0,0-7 47 16,0-4 2-16,2-1 1 0,0 3-22 0,3-2 275 15,4 3-113-15,-2 0-52 0,5 4-23 0,-1 2 121 16,2 2-52-16,-1 2-38 0,4 0 22 0,-4 0 203 16,2 7-101-16,-3 8-63 0,0-3 111 0,-3 3-92 15,0 0-42-15,-5 2 29 16,-1 0-36-16,-2 0 1 0,0-2-27 0,0-4-62 15,-7 0 27-15,-4-1 0 0,-5-5 27 0,2 1-67 16,-5-5 41-16,-1-1-7 0,2 0 33 0,-3 0-310 16,0-5 121-16,5-10 84 0,1 1-6 0,7-7-455 15,4 0 249-15</inkml:trace>
  <inkml:trace contextRef="#ctx0" brushRef="#br0" timeOffset="21521.49">9238 6873 1011 0,'8'0'0'0,"6"0"0"0,3 0 0 0,-2 0 0 0,0 0 0 0,0 0 388 0,0 0-170 0,4 0-96 15,-1 0-45-15,3 0 96 0,4 6-69 0,-2 3-36 16,-1 2 8-16,2 8 30 0,-3-1-36 0,-5 6-79 16,-1 2 21-16,-9 2 0 0,-2 2 29 15,-4 0-150-15,0 2 71 0,-5-2 35 16,-11-2 1-16,-2-6-115 0,-5 1 54 0,-1-4 43 15,-5-4-30-15,-1-4-64 0,-2-1 16 0,10-6 40 16,-6-2-240-16,7-2 133 0,5 0 66 0,6-8-214 16,6-7 141-16,4-6 61 0</inkml:trace>
  <inkml:trace contextRef="#ctx0" brushRef="#br0" timeOffset="21716.97">9636 6800 1034 0,'2'0'0'0,"0"0"0"0,-2 7 0 0,0 4 0 0,-10 5 0 0,-7 4 0 0,1 3 0 0,-3 6 549 16,-2 6-262-16,2-1-128 0,2 5-62 0,2 0 337 16,7-6-201-16,3 6-92 0,3-5-58 0,2-3 62 15,0-3-57-15,7-1-125 0,9-7 35 0,-2-2 8 16,12-2 27-16,-2-4-368 0,0-5 184 0,3-1 92 16,-6-4 46-16,2-2-628 0,0 0 320 0,-3 0 76 15,-1-6 106-15,2-11-439 0</inkml:trace>
  <inkml:trace contextRef="#ctx0" brushRef="#br0" timeOffset="22023.15">9843 6851 1394 0,'0'0'0'0,"0"5"0"0,0 11 0 0,-8 6 0 0,0 2 0 0,3 9 0 0,-3 6 0 0,2-2 188 15,4 12-82-15,2-4-36 0,0-2 349 0,0-7-193 16,10-1-97-16,7-5 65 0,2-5-85 0,2-4-39 15,1-6 1-15,2-6-162 0,5-8 62 0,-5-1 39 16,8 0-8-16,-5-10-47 0,-1-9 39 0,-1-3 1 16,-4-5-58-16,0-1 44 0,-4-4 26 0,-4-2-283 15,-5-3 136-15,-5-5 27 0,-3 8 41 0,0-14-130 16,-5 5 84-16,-12-3 43 0,-3 5 21 0,-3 3-70 16,-2 13 38-16,-5 3 30 0,-2 7 79 0,-5 12-28 15,1 3-1-15,-6 0-26 16,12 13 72-16,0 8-33 0,7-1 1 0,2 5 204 15,10-6-117-15,1 3-34 0,6 1-41 0,4-1 57 16,0 3-35-16,4-5 16 0,13 3 0 0,1-2-438 16,9-3 195-16,1-2 98 0</inkml:trace>
  <inkml:trace contextRef="#ctx0" brushRef="#br0" timeOffset="22197.69">10305 6826 1157 0,'0'0'0'0,"0"0"0"0,0 0 0 0,0 0 0 0,2 0 0 0,3 0 311 0,1 2-139 0,3 5-69 16,-1 1-28-16,3 3 252 0,0 3-147 0,-1 1-74 15,3 1-37-15,-3 3-230 0,1-1 105 0,-1 3 41 16,3-3-540-16,1-2 294 0,0-3 147 0,0-3-531 16</inkml:trace>
  <inkml:trace contextRef="#ctx0" brushRef="#br0" timeOffset="22362.79">10675 6668 779 0,'0'0'0'15,"0"0"0"-15,-2 16 0 0,-8 4 0 0,-5 14 659 0,-4 5-313 0,-2 18-157 0,-1-5-69 0,-8 22 220 16,2-1-153-16,0 4-78 0,-2-1-37 0,0 3 258 16,0 1-152-16,1-3-73 0,3-3-200 15,1-2 64-15,5-7 32 0,7-13-619 16,5-15 321-16,6-8 165 0,2-11 83 0,0-3-764 15,0-11 355-15</inkml:trace>
  <inkml:trace contextRef="#ctx0" brushRef="#br0" timeOffset="22972.16">10769 6627 1654 0,'5'-18'0'0,"13"12"0"0,3-1 0 0,-2-5 0 0,1 0 0 0,3 3 0 0,4 2 0 0,1 0 0 0,2-1 215 16,0 5-91-16,4 0-59 0,0 2-32 0,-3 1 8 16,-2 0-8-16,-3 5-291 0,-8 2 145 0,0 4 73 15,-6 0 37-15,-2-2-178 0,-6 0 98 0,-2 1 51 16,-2-3-324-16,0-1 170 0,-9-1 39 0,-7-2 49 16,0-2 26-16,-1-1 40 0,-1 0-1 15,0 0 179-15,-3 2-90 0,3-1-52 16,-1 1-14-16,-2 6 315 0,3 1-151 0,-3 4-88 15,1 4 0-15,2 4 167 0,1 5-57 0,4 5-75 16,-2 9 271-16,6-4-170 0,1 5-84 0,5-3 227 16,-1 13-160-16,4-6-76 0,0-2-38 0,0-7 14 15,0 1-26-15,5-3 9 0,3-4-36 16,-3-9-232-16,2 0 116 0,0-4 58 0,-2-8 30 0,-1-2-408 16,-2-3 214-16,0-2 111 15,-1-2-281-15,1 0 174 0,-2-11 22 0,0-10 57 16,0-5-194-16,-5-2 133 0,-2-6 68 0,-4-2-98 15,1-1 74-15,-1-1 50 0,-1 2 21 0,1 6 50 16,2 8 1-16,-1-1-31 0,4 8-8 0,3 0 332 16,-1 4-162-16,4 2-81 0,0 0 152 0,11 1-116 15,10 0-15-15,11 0 283 0,5 1-160 0,2 0-79 16,5 1-41-16,-1 2 40 0,-5 0-31 0,10 3-9 16,-5-1-39-16,-8 1 40 15,0-2 0-15,-3 1-40 0,-5 0 8 0,-2 2 38 16,-2 0-24-16,-4 0 1 0,-6 0-23 0,-1 2 24 15,-3 4 9-15,-4 1 64 0,-1 5-48 0,-2-1-25 16,0 6 0-16,-2 2 191 0,0 1-99 0,0 6-63 16,0 3-26-16,0-2 171 0,0 4-231 0,0 1 0 15,1-2 0-15,4 1-213 0,-1 2 139 0,-1-3 54 16,1-3-464-16,-2 2 236 0,0-6 135 0,-2 1-300 16,0-3 192-16,0-5 81 15,0-1 53-15,-2 0-491 0,-9-3 264 0,-3-2 145 16</inkml:trace>
  <inkml:trace contextRef="#ctx0" brushRef="#br0" timeOffset="23155.67">11052 6817 1847 0,'0'-6'0'0,"0"5"0"0,0 1 0 0,2 0 0 0,-2 3 0 0,2 12 0 0,-2 8 0 0,2 5 332 0,-1 6-141 0,1 10 98 16,0-2-128-16,0 3-64 0,0 0-33 0,-1-1 9 15,1-9 7-15,1 4-47 0,-1-3 0 0,2-1-412 16,-3-12 206-16,1 0 111 0,0-11 44 0,0 0-583 16,0-6 316-16,-1-6 62 0,1 0-429 0</inkml:trace>
  <inkml:trace contextRef="#ctx0" brushRef="#br0" timeOffset="23322.22">11127 6831 1696 0,'8'-10'0'0,"-4"6"0"0,3 4 0 0,0 0 0 0,-1 6 0 0,2 12 0 0,-1 5 0 0,2 5 324 0,0 4-145 16,1 7-73-16,-4-3 168 0,1 11-125 0,-3-4-58 16,-1 1-29-16,2-11 63 0,1 3-47 0,-3-8-14 15,1 4-8-15,-1-11-411 0,-1-1 195 0,2-6 95 16,-2-5-587-16,0-2 350 16,-2-4 100-16,0-3 106 0</inkml:trace>
  <inkml:trace contextRef="#ctx0" brushRef="#br0" timeOffset="23455">11088 7040 1406 0,'-8'-5'0'0,"5"3"0"0,1 0 0 0,-3 0 0 0,5 0 0 0,-2 2 0 0,2 0 0 0,0 0 183 0,12 0-74 0,3 0-39 0,2 0 202 16,0 0-120-16,2 2-51 16,0 4-38-16,-1 1-228 0,1 2 99 0,-2-1 49 15,-2 0 25-15</inkml:trace>
  <inkml:trace contextRef="#ctx0" brushRef="#br0" timeOffset="23581.1">11155 7186 942 0,'-7'0'0'0,"5"0"0"0,0 3 0 0,0-3 0 0,2 0 0 0,0 0 207 0,0 0-88 0,2 0-35 0,7 0 8 0,0 0-29 0,1 0-1 16,3 0-29-16,-4 6-493 15,-1 1 243-15</inkml:trace>
  <inkml:trace contextRef="#ctx0" brushRef="#br0" timeOffset="23719.15">11006 7390 866 0,'-12'7'0'0,"4"-2"0"0,5-3 0 0,-2 1 0 0,3-3 0 0,2 0 296 0,0 0-132 0,10 0-65 16,15-3 501-16,2-4-288 0,8 1-140 0,1 1 98 16,6 0-118-16,-1 1-60 15,-2-1-22-15,5 4-587 0,-3-3 274 0,3 2 139 0</inkml:trace>
  <inkml:trace contextRef="#ctx0" brushRef="#br0" timeOffset="24197.82">11516 6785 1614 0,'-9'-8'0'0,"4"6"0"0,5 2 0 0,0 0 0 0,5 0 0 0,4-2 0 0,6 2 0 0,2-2 205 0,2 1-86 0,3-3 13 16,2 0-50-16,7 1-16 0,-1 0-8 0,2-2-142 15,-4 3 58-15,0 1 29 0,-7 1 1 0,-1 0-379 16,-3 0 198-16,-4 0 102 16,-3 0 52-16,-4 5-585 0</inkml:trace>
  <inkml:trace contextRef="#ctx0" brushRef="#br0" timeOffset="24465.12">11557 6552 849 0,'0'-2'0'0,"2"2"0"0,1 0 0 0,4 7 0 16,2 14 0-16,0 4 206 0,5 10-90 0,-2 5 155 16,2 3-119-16,1 2-59 0,-1 4-31 0,0 1 206 15,-3 3-122-15,1 1-57 0,-5 1-28 0,0 2-130 16,-3-5 51-16,-2-6 34 0,0 4-227 0,-2-14 121 15,0-1 62-15,0-12-153 0,-8-1 107 0,-1-7 45 16,-3-7-36-16,1-4 7 0,-1-4-30 0,-4 0 31 16,2-4-22-16,0-10 116 0,1 0-35 0,4-5 0 15,-1-2-35-15,3 1 176 0,5-1-72 0,2-2-42 16,0-3 112-16,0-1-69 0,9 2-11 16,7-3-205-16,0-1 85 0,7 1 34 0,0-2 12 15,1 2-203-15,2 0 101 0,0-1 56 0</inkml:trace>
  <inkml:trace contextRef="#ctx0" brushRef="#br0" timeOffset="24756.35">11932 6563 442 0,'0'-11'0'0,"0"4"0"0,0 1 0 0,0 1 0 0,0 0 0 0,0 4 0 0,0-1 390 0,7-1-170 0,0 3-98 15,2 0 36-15,-2 11-63 0,2 1-31 0,-4 7-133 16,1 0 59-16,-3 1 17 0,-1 1 1 0,0-1-205 15,-2-4 114-15,0-1 56 0,0-5 37 0,0-3-111 16,0-1 59-16,0-5 29 0,0-1-55 0,-4 0-56 16,4-9 0-16,0-12 50 15,0-2 81-15,0-4 0 0,0-2-40 0,2 0 127 16,4 6-66-16,2-1-24 0,1 0-1 0,0 5 203 0,3 3-92 16,-3 7-56-16,0 1-4 0,3 4 143 15,-1 3-72-15,0 1-48 0,1 0-16 0,-3 7 7 16,2 5 9-16,1 1-81 0,-3 4-1 0,0 0 38 15,1 6-1-15,-3 0-353 0,-1-1 179 0,-1 6 83 16,-3-3 27-16,-2 1-498 0</inkml:trace>
  <inkml:trace contextRef="#ctx0" brushRef="#br0" timeOffset="25077.5">12038 6835 1288 0,'-9'0'0'0,"3"3"0"0,2-2 0 0,2-1 0 0,2 0 0 0,0 0 0 0,0 0 0 0,4 0 0 0,11 0 313 0,8 0-140 0,-5 0-70 15,5 10-36-15,-5 0 58 0,7 4-50 0,-8 5-21 16,-4 2-64-16,-1 2 21 0,-5 4 1 0,-5 0-118 16,0 4 65-16,-2 0 37 0,0-1 0 0,-13-2-95 15,-4-2 66-15,-1-5 13 16,-3 1 19-16,-2-6-253 0,2-7 122 0,-1-4 22 16,-1-3 44-16,0-2-192 0,1 0 116 0,3-15 55 15,0-7-44-15,5-5 50 0,0 0 23 0,7 3-51 16,-1-1 42-16,5 0 0 0,1 4 34 0,2 5 257 15,0 8-129-15,0-2-72 0,5 3-23 0,8 6 516 16,4 1-263-16,5 0-86 0,5 0-80 0,1 8 391 16,4 8-226-16,2-2-110 0,6 7 60 0,-5 1-84 15,1 0-43-15,-4 0-166 16,9 3 58-16,-9-11 33 0,2 5 0 0,0-3-518 0,0-3 276 16,-2-6 145-16,-2-2 61 0</inkml:trace>
  <inkml:trace contextRef="#ctx0" brushRef="#br0" timeOffset="25252.19">12543 6496 1525 0,'-5'-6'0'0,"5"6"0"0,0 0 0 0,0 0 0 0,0 4 0 0,-2 8 143 0,2-2-55 15,0 6-27-15,0-3 242 0,0 2-127 0,0 2-75 16,0 2-35-16,2-1-318 0,1-1 142 0,3-6 71 15,0-3 44-15,0 0-569 0,-1-5 298 0,0-3 148 0</inkml:trace>
  <inkml:trace contextRef="#ctx0" brushRef="#br0" timeOffset="25500.43">12470 6327 1328 0,'-9'-19'0'0,"3"4"0"0,4 4 0 0,2 2 0 0,0-1 0 0,2 4 0 0,17 1 0 0,5 0 0 0,5 3 176 0,4-1-72 0,3 1-35 0,1 1 34 15,2-2-27-15,0 3-8 0,-4 0-35 0,-1 0-25 16,-2 0 0-16,-2 0 25 0,-7 0 8 0,-3 0-24 16,-1 0 16-16,-5 9 0 0,-3-1 34 0,-4 2 0 15,-5 3-26-15,-1 4-8 0,-1 0 176 0,0 4-88 16,0-2-44-16,-7 2 87 16,0 3-58-16,-1-2-40 0,2-1-1 0,3 0-18 15,-3 1-14-15,1-3 0 0,1 2 8 0,-1-4-299 16,4-3 145-16,-3-1 73 0,2-1-545 0,-2-3 293 15,1 1 101-15,-1-3 90 0,-3-1-506 0,-3-1 287 0</inkml:trace>
  <inkml:trace contextRef="#ctx0" brushRef="#br0" timeOffset="25656.74">12543 6516 668 0,'-18'2'0'0,"4"2"0"0,7 0 0 0,1-1 0 0,5 0 417 0,1-1-184 0,0-1-104 16,12 2-48-16,13-2 169 0,3-1-109 0,2 0-54 15,4 0-19-15,0 0 168 0,-1 0-101 0,-1 0-325 16,0 0 111-16,-7 0 64 0,-1 0 20 0,-4 0-576 16,0 0 301-16,-7 0 150 0,-7 2 75 0</inkml:trace>
  <inkml:trace contextRef="#ctx0" brushRef="#br0" timeOffset="25808.38">12663 6625 542 0,'-2'4'0'0,"2"-2"0"0,0 0 0 16,0-2 0-16,2 0 156 0,12 0-62 0,-1 0-22 0,4 0 299 0,1-2-170 16,1 0-83-16,0-2-43 0,-2 2 44 0,2-1-35 15,-2 1-29-15,-2 1-332 0,-2-2 154 0,-2 1 79 16,-1 2 38-16,-3 0-537 0</inkml:trace>
  <inkml:trace contextRef="#ctx0" brushRef="#br0" timeOffset="26010.9">12729 6686 761 0,'0'2'0'0,"2"-1"0"0,-2 1 0 0,0-2 0 0,0 0 0 0,0 0 0 0,0 0 243 0,0 0-105 0,0 0-53 15,0 2-26-15,2 4 6 0,-1-1-32 0,2 1-1 16,-1-1 1-16,2 3-22 0,-1-2 0 0,3-1 30 15,-3 1-8-15,3-3-81 0,-3 2 41 0,2-4-1 16,-1 1-308-16,-2-2 138 0</inkml:trace>
  <inkml:trace contextRef="#ctx0" brushRef="#br0" timeOffset="26191.42">12637 6768 381 0,'-13'5'0'0,"6"1"0"0,-3 0 0 0,3-2 0 0,3-3 0 0,0 1 398 15,2-2-183-15,2 0-91 0,0 3-46 0,4-3 193 16,11 0-112-16,7 0-67 0,3 0-29 0,1 0 113 16,5-6-72-16,0-4-68 0,1 2 5 0,-2 1-8 15,1 0 0-15,-5-1-265 16,-1 2 133-16,-5 3 66 0,1-3 41 0,-5 5-515 16,-1-3 259-16,-4 2 62 0</inkml:trace>
  <inkml:trace contextRef="#ctx0" brushRef="#br0" timeOffset="26698.06">12725 6885 1222 0,'-7'7'0'0,"3"2"0"0,3 1 0 0,-1-3 0 0,2 2 0 0,0-2 0 0,0 2 0 0,0 0 197 0,2 2-87 16,7 1-38-16,-2-1 27 0,3 0-33 0,-3 1 0 15,1-3-25-15,-1 0-51 0,-1-1 21 0,0-1 0 16,-4-1 22-16,-1-2-139 0,1-3 78 0,0-1 27 15,0 3-114-15,-2-3 74 0,0 0 37 0,0 0-43 16,0 0 20-16,0 0-1 0,0 0-17 0,0 0 99 16,0 0-30-16,0 0-25 0,0 0-19 0,0 0 144 15,0 0-53-15,0 0-33 0,0 0-1 0,0 0 62 16,0 0-18-16,0 0-31 16,0 2 34-16,0 1-25 0,0 3-1 0,0 1 20 15,0 3-23-15,0 1 1 0,0 6-24 0,-2 2 78 16,2 6-38-16,0-6 7 0,0 10-46 0,0-5 32 15,0-3 0-15,0 1-32 0,0-2 0 0,2 0-9 16,0-5 9-16,-1-5 0 0,1-1 0 0,-2-2-76 16,2-5 38-16,-2 0-98 0,0-1 57 0,0-1 36 15,0 0 4-15,-5 0-20 16,-4 0 2-16,1-3 4 0,-5-6 1 0,2 0-155 16,-3 1 63-16,1-3 47 0,-2 0 3 0,0-5-104 15,-2 1 67-15,0-3 32 0,0-1-71 0,4 5 52 16,-2-6 26-16,2 5-8 0,4 3 6 0,-1 5 1 15,3 1 28-15,1 1 109 0,3 3-55 0,-1 1-35 16,2 1 7-16,0 0 54 0,-1 0-40 0,3 5-1 16,0 4-35-16,0 3 134 0,0 1-36 15,0-1-40-15,0 2 9 0,5-1-164 16,2 0 79-16,6-2-447 16,1-1 234-16,2-4 117 0</inkml:trace>
  <inkml:trace contextRef="#ctx0" brushRef="#br0" timeOffset="26848.17">12994 7084 1120 0,'17'9'0'0,"0"8"0"0,-6 0 0 0,-5-1 0 15,-2 3 0-15,-1 2 663 0,-1-2-314 0,2 3-159 16,0-7-78-16,-1-1 218 0,1 1-153 0,-1-5-72 16,2-3-44-16,-1-4-28 0,-1 0-1 0,1-3-540 15,1 0 265-15,1 0 139 0,-2-8 68 0,0-4-710 16,0-5 388-16</inkml:trace>
  <inkml:trace contextRef="#ctx0" brushRef="#br0" timeOffset="27024.2">13265 6327 1174 0,'0'-4'0'0,"0"2"0"0,0 2 0 0,0 0 0 0,0 0 0 0,0 12 155 16,0 4-53-16,-8 5-39 0,-3 6 543 0,-4 2-286 15,-2 9-144-15,2-2-67 0,3-2-29 0,0 0-9 16,2 2-38-16,0 0-452 0,3-2 227 0,5-2 112 16,2-9 64-16</inkml:trace>
  <inkml:trace contextRef="#ctx0" brushRef="#br0" timeOffset="27169.77">13313 6638 1930 0,'0'8'0'0,"0"11"0"0,0-2 0 0,0 1 0 0,-4 2 0 0,-5 0 0 0,-6 4 0 0,4 0 0 0,-2-1 218 0,-1 1-92 0,4 1-47 16,2-4 104-16,0-1-79 0,4-3-35 15,3 0-560-15,1-4 262 0,0 0 131 0</inkml:trace>
  <inkml:trace contextRef="#ctx0" brushRef="#br0" timeOffset="27306.32">13494 6773 2458 0,'7'9'0'0,"3"12"0"0,-6 7 0 16,-4-5 0-16,0 8 0 0,-14 8 0 0,-3 4 0 0,-4 6 0 0,-10 9 426 0,1-5-189 0,-11 15-106 0,-3-3 103 0,-12 10-100 15,0-2-51-15,1-5-309 16,-16 23 125-16,1-5 67 0,-3-3 34 0</inkml:trace>
  <inkml:trace contextRef="#ctx0" brushRef="#br0" timeOffset="40064.87">14899 6415 1286 0,'-10'-2'0'0,"4"0"0"0,3 2 0 0,3 0 0 0,-2 0 0 0,2 0 0 0,0 0 0 0,0 0 0 0,5 0 121 16,9 2-48-16,4 0 192 0,5 0-116 0,3-1-58 16,6-1-29-16,2 0 57 0,2 0-47 0,1 0 0 15,1 0-39-15,-2 3-43 0,-2-2 21 0,-8 1 8 16,8 2 14-16,-6 0-128 0,-3-2 65 0,-5-1 30 16,1 2-88-16,-7-3 53 15,0 1 27-15,-5 1-56 0,-4-2 37 0,-1 2-12 16,-2-2 0-16,1 0 9 0,-3 2 20 0,0 2-21 15,0 3 17-15,-10 3 157 0,-1 3-75 0,-5 2-33 16,-4 7 2-16,-1 1 59 0,-2 3-43 0,-3 8-5 16,-1 0-45-16,-2 3 31 0,-3 3-13 0,1 1-36 15,-1 3 0-15,-3-4 48 0,1 0-9 0,11-8-70 16,-4 0 30-16,6-4 10 0,7-7 0 0,0-2 38 16,8-8 0-16,1-2-44 0,3-1 2 0,2-5 155 15,0 1-66-15,2-2-29 16,9 2 85-16,8-4-42 0,5 0-23 0,2 3 55 15,2-3-47-15,2 1-22 0,2-1 0 0,0 0-19 16,-2 0-5-16,-1 0 1 0,-5 1 0 0,1 2-86 16,-2 2 43-16,-3-1 29 0,-5 3-8 0,-2-1-355 15,-4 0 162-15,1-1 96 0,-6 1-516 0,-1-2 271 16,-1-1 153-16,0-1-360 0,0-2 253 0,-2 0 126 16</inkml:trace>
  <inkml:trace contextRef="#ctx0" brushRef="#br0" timeOffset="40248.37">14931 6738 872 0,'-14'-7'0'0,"9"5"0"0,3 0 0 0,2 0 0 0,0 2 0 0,0 0 0 0,7 0 582 0,14 0-274 0,4 0-138 16,1 4 332-16,4 3-239 0,4 3-115 15,0 1-76-15,-3 0-39 0,1 3 0 16,2 0 8-16,-4 0-464 0,-2-1 229 0,-1-1 113 15,-1 2 57-15,-2-3-292 0,-1-3 183 0,0-3 78 0</inkml:trace>
  <inkml:trace contextRef="#ctx0" brushRef="#br0" timeOffset="40414.94">15657 6541 1717 0,'0'-7'0'0,"0"5"0"0,6-1 0 0,5 2 0 0,-2-1 0 0,5-1 0 0,-1 2 0 0,2-3 453 16,4 1-211-16,2-1-104 0,0 0-53 0,-3 0-45 16,1 1 1-16,-1 3-9 0,-1 0 1 0,-4 0-464 15,-1 0 232-15,-3 11 116 0</inkml:trace>
  <inkml:trace contextRef="#ctx0" brushRef="#br0" timeOffset="40566.56">15708 6783 1773 0,'-19'7'0'0,"4"6"0"0,4-3 0 0,5-5 0 0,1 1 0 0,5-2 0 0,0-1 0 0,1 0 0 0,24-2 539 0,1-1-253 0,5 0-126 15,2 0-64-15,3 0-81 0,-3-1-7 0,1-2 24 16,-2-4 1-16,0 1-317 0,-4 3 158 0</inkml:trace>
  <inkml:trace contextRef="#ctx0" brushRef="#br0" timeOffset="41147.71">16294 6263 970 0,'0'-16'0'0,"-2"5"0"0,0 8 0 0,1 1 0 16,-1 2 0-16,0 0 0 0,0 2 0 0,-1 18 355 0,-2 11-162 0,3 8-80 0,0-2-31 0,-1 14 331 16,3-2-191-16,0 2-94 0,0 0-47 15,0-3 176-15,0-5-104 0,1 10-92 16,1-8 1-16,2-8-29 0,2-1 0 0,0-1-310 15,-1-8 163-15,1 0 69 0,-1-5 39 0,2-1-197 16,-4-9 117-16,1-2 60 0,0-2-50 0,-3-4-589 16,3-4 316-16,1 0 159 0</inkml:trace>
  <inkml:trace contextRef="#ctx0" brushRef="#br0" timeOffset="41304.33">16373 6638 1691 0,'2'-3'0'0,"0"1"0"0,2 0 0 0,1 2 0 0,4 0 0 0,1 0 0 0,5 0 0 0,6 0 0 0,2 0 306 16,2 0-137-16,2 0 207 0,-3 0-163 0,6 2-95 16,-2-2-42-16,1 2-105 0,-1-2 30 0,-2 0 1 15,-4 0 39-15,1 0-501 0,0 0 246 16,-5 0 123-16,-1 0-626 0</inkml:trace>
  <inkml:trace contextRef="#ctx0" brushRef="#br0" timeOffset="41541.68">16814 6410 1608 0,'0'-13'0'0,"0"1"0"0,10 0 0 0,5 2 0 0,5 0 0 0,3 5 0 0,7-1 307 0,0 6-137 0,1 0-69 0,-2 0 271 16,-1 14-169-16,-2 3-77 0,-3 7-51 0,-5 1 12 16,2 6-26-16,-6 0-1 0,-4 3-116 0,-4 2 53 15,-5 0 13-15,-1-1 1 16,-1 3-141-16,-15-5 82 0,-2 2 40 0,-3-7-202 15,-2-4 115-15,-3-1 63 0,-3-6-46 0,-1-2-238 16,2-4 117-16,-2-4 75 0,1-3 49 0,7-4-89 16,1 0 66-16,8 0 32 0,6-7 1 0,7-11-245 15,0-4 143-15</inkml:trace>
  <inkml:trace contextRef="#ctx0" brushRef="#br0" timeOffset="41721.21">17368 6214 1447 0,'4'-3'0'0,"-4"3"0"16,0 3 0-16,-11 18 0 0,-8 1 0 0,-4 9 0 0,-5 8 315 0,2 4-142 0,-2 2-70 0,3 4 429 0,4-2-250 0,10-8-116 15,2 2-71-15,9-3 151 0,0-4-107 0,2-2-53 16,13-4-27-16,6-3-57 0,5-5-9 0,2 0-346 16,1-8 193-16,1-1 96 0,1-5 48 15,-7-5-709-15,10-1 369 0,-6 0 81 16,-1 0 127-16</inkml:trace>
  <inkml:trace contextRef="#ctx0" brushRef="#br0" timeOffset="41880.78">17475 6554 1782 0,'-11'-5'0'0,"5"2"0"0,3 2 0 0,-1-1 0 0,4 0 0 0,0-1 0 0,11-6 0 0,12 2 0 0,5 0 591 0,2 1-278 0,2-3-141 16,0 6 19-16,2 0-80 0,-1 0-30 0,-1 3-343 15,-2 0 147-15,0 0 74 0,-3 0 37 0,-3 9-717 16,-2 0 384-16</inkml:trace>
  <inkml:trace contextRef="#ctx0" brushRef="#br0" timeOffset="42030.39">17933 6422 1140 0,'-4'-5'0'0,"3"1"0"0,-1-2 0 0,2 3 0 0,0-1 0 0,0 2 0 0,2 1 536 0,11-1-251 15,4 2-127-15,0 0-15 0,-1 0-56 16,5 5-18-16,4 6-249 0,-1 2 106 0,0 1 54 16,-1 1 26-16,2-2-598 0,-9-2 321 0</inkml:trace>
  <inkml:trace contextRef="#ctx0" brushRef="#br0" timeOffset="42224.87">18433 6180 2540 0,'2'-17'0'0,"0"8"0"0,0 4 0 0,-2 1 0 0,0 2 0 0,0 1 0 0,0 1 0 0,0 8 0 0,-12 26 0 0,-6 7 352 0,-10 20-151 0,-10 19 156 15,-2 3-162-15,-3 9-81 0,-4 5-41 0,-1 5 190 16,-7 5-263-16,-5 14 0 0,7-5 0 16,-1-5 0-16,9-21 0 0,5-10 0 15,5-1 0-15,5-9-740 0,11-16 433 0,2-5-233 16,4-10-125-16,3-9 309 0</inkml:trace>
  <inkml:trace contextRef="#ctx0" brushRef="#br0" timeOffset="42395.41">18574 6980 3286 0,'0'-2'0'0,"13"2"0"0,0 12 0 0,-9-11 0 0,-2-1 0 0,-2 0 0 0,0 2 363 0,0-2-158 16,-2 0 36-16,-7 0-728 0,-3 0 323 0,1 0 98 16,-4 0 49-16</inkml:trace>
  <inkml:trace contextRef="#ctx0" brushRef="#br0" timeOffset="51617.98">8988 8139 1157 0,'-7'-7'0'0,"2"2"0"0,3 4 0 0,2 1 0 0,0 0 0 0,-1 0 0 0,1 0 0 0,0 0 0 0,0 3 0 0,0 13 248 0,0 2-108 0,0 7-54 15,3 1-26-15,2 6 143 0,2 2-89 0,-2 0-41 16,1 1 18-16,-1 2-30 0,4-4 1 0,-4-7-124 16,2 6 43-16,-1-6 26 0,-3-5 0 0,4 0-95 15,-4-5 59-15,-1-2 40 0,0-3-9 0,0-5-393 16,0-3 163-16,-2-1 109 0,0-2-6 0,0 0-279 15,0-13 190-15</inkml:trace>
  <inkml:trace contextRef="#ctx0" brushRef="#br0" timeOffset="51878.92">8930 8090 2060 0,'-13'-14'0'0,"5"4"0"0,2 2 0 0,3 1 0 0,1-2 0 0,2 0 0 16,0-2 0-16,9 0 0 0,15-2 273 0,6 1-120 0,10-2-60 0,0 2 124 0,-2 6-85 0,8 1-53 15,-11 5-23-15,5 0 83 0,-2 0-53 0,-5 15-26 16,-3 6 7-16,-5 3-87 16,-2 6 26-16,-9 10 0 0,-6-2-92 0,-7 6 59 15,-1 3 38-15,0 2-80 0,-14 2 51 0,-5-1 25 16,-1-2-23-16,-7-3-31 0,3-9 9 0,-6 3 0 16,5-13 3-16,-5-2-1 0,0-5 15 0,0-2 11 15,0-2-10-15,3-3-160 0,7-7 77 16,1 1-269-16,6-4 169 0,3-2 86 0,3 0 34 0,5 0-317 15,2-2 184-15,4-8 92 0,15-5 45 0,1-2-387 16</inkml:trace>
  <inkml:trace contextRef="#ctx0" brushRef="#br0" timeOffset="52110.3">9341 8398 1212 0,'11'-3'0'0,"0"1"0"0,-2-1 0 0,0 2 0 0,-2-2 0 0,0-2 0 0,1 3 0 0,2-2 341 16,1 3-154-16,0-1-85 0,4 2-23 0,-4 0 304 15,3 0-176-15,-3 5-86 0,-1 5 5 0,0 5-47 16,-6 2-14-16,-2 0-128 16,0 5 48-16,-2 2 24 0,0 1 0 0,-6-3-115 15,-6-3 77-15,2 0 27 0,-5-4-1 0,-2-2-142 16,-1-1 54-16,0-5 53 0,-3-1-30 0,3-4-60 16,1 1 15-16,-1-3 44 0,9 0-184 0,-2 0 110 15,8-3 47-15,1-7-246 0,2-5 154 0,2-3 78 16,12-3 39-16,7 1-274 0,2-7 148 0</inkml:trace>
  <inkml:trace contextRef="#ctx0" brushRef="#br0" timeOffset="52285.33">9585 8312 823 0,'10'-16'0'0,"-5"7"0"0,-1 4 0 0,-2-1 0 0,0 4 0 0,-2 0 0 0,0 2 0 0,-8 0 501 0,-2 8-239 0,-2 8-115 16,-1 6-56-16,2 0 324 0,-1 2-192 0,7-2-86 15,-4 7 92-15,7-2-98 0,2-3-49 0,0-2-25 16,7 1 2-16,6-7-18 0,6 3-8 0,-1-4-157 15,5-4 79-15,0 1 38 0,-5-6 1 0,5-1-355 16,-2-1 193-16,-3-2 90 16,1-2 53-16,-3 0-676 0,2 0 334 0,-4-8 159 15,-2-4 92-15</inkml:trace>
  <inkml:trace contextRef="#ctx0" brushRef="#br0" timeOffset="52439.94">9788 8306 1007 0,'0'0'0'0,"0"0"0"0,0 0 0 0,0 0 0 0,2 0 0 0,-2 2 0 0,2 4 488 16,0 1-228-16,3 3-113 0,0-1-58 0,2 0 94 15,2 5-79-15,-2-2-36 0,1 2 0 0,3-1-391 16,-1-1 178-16,-3-4 97 0,3 6 36 0,-1-5-594 0</inkml:trace>
  <inkml:trace contextRef="#ctx0" brushRef="#br0" timeOffset="52637.02">10000 8152 890 0,'3'-4'0'0,"-2"2"0"0,3 1 0 0,-2 1 0 0,-2 5 0 0,0 14 0 0,0 5 455 0,-6 7-216 0,-3 12-102 16,-3 2-53-16,-2 6 369 0,-4 3-203 0,0 10-112 15,-1-3-53-15,0-4 170 0,2 4-111 0,-2-3-56 16,6-6-171-16,0 4 54 0,2-3 31 0,4-6-193 15,0-12 113-15,5-1 55 0,2-13 36 16,0-4-580-16,0-6 213 0,0-3 176 0</inkml:trace>
  <inkml:trace contextRef="#ctx0" brushRef="#br0" timeOffset="52796.43">10291 8045 1132 0,'2'-9'0'0,"0"5"0"0,3 2 0 0,-2 0 0 0,-1 2 442 0,0 0-205 16,-1 0-102-16,1 0-43 0,2 0-63 0,0 10 4 15,-3 5 0-15,3 6 0 0,-2 1-569 0</inkml:trace>
  <inkml:trace contextRef="#ctx0" brushRef="#br0" timeOffset="52920.55">10325 8443 3037 0,'0'11'0'0,"0"4"0"0,0-7 0 0,-4 0 0 0,1-3 0 0,-1-1 0 0,0-2 0 0,1-2 0 0,-1 0 0 0,1 0 238 15,3 0-103-15,0 0-565 0,0 0 232 0,0 0 115 0</inkml:trace>
  <inkml:trace contextRef="#ctx0" brushRef="#br0" timeOffset="54582.39">6230 8981 339 0,'-5'0'0'0,"-1"0"0"0,3 1 0 0,-1-1 0 0,-1 0 197 0,2 3-83 0,0-3-32 0,0 0-9 16,1 0 53-16,2 0-47 0,0 1-23 0,0-1 183 15,0 0-95-15,0 0-60 0,0 0 108 16,0 0-81-16,0 0-38 0,0 0-1 0,0 0 72 16,0 0-60-16,0 0-26 0,0 2 0 0,5 0 70 15,2 0-47-15,2-1-17 0,2 1-7 0,-1 0 47 16,2-2-36-16,1 2 1 0,-2-2 7 0,2 0-8 15,0 0-35-15,0 2 54 16,2-2-26-16,-1 0-1 0,0 2-19 0,1-2 13 16,0 2-21-16,1 0 0 0,2-2 0 0,1 0-11 15,0 1 18-15,3-1-7 0,3 0 0 0,1 0-33 16,1 0 0-16,3 0 33 0,2-1-5 0,-2-1 5 16,1-2 0-16,3 2-37 0,-2 0 1 0,0 2 20 15,0 0 14-15,1 0-42 0,-1 0 34 0,2 4-6 16,0 0 5-16,0-1 24 0,3 2-20 15,-2-2-6-15,2-1 161 0,7-2-181 16,-3 0 0-16,1 0 0 0,-1 0 0 0,7-2 0 16,-3 0 0-16,2-5 0 0,0 1 0 0,1 0 0 15,-5 1 0-15,8 0 0 0,-3 1 0 0,-4-1 0 16,2 1 0-16,0 3 0 0,-8-1 0 0,9 0 0 16,-11 2 0-16,3-2 0 0,-1 2 0 0,-6-2 0 15,0 2 0-15,-4-2 0 0,1 2 0 0,-8-1 0 16,4 1 0-16,-3-2 0 0,-5 0 0 15,1 0 0-15,-8 2 0 0,2 0 0 16,-3 0 0-16,-1 0 0 0,-5 0 0 0,1 0 0 16,-1 0 0-16,-1 0 0 0,-2 0 0 0,0 0 0 15,0 0 0-15,0 0-165 0,0 0 137 0,0 0-101 16,0 0 57-16,0 0 22 0,0 0-5 0,-5 0-465 16,-2 0 243-16,1 0 123 0,0 0 60 0,-2 0-708 15</inkml:trace>
  <inkml:trace contextRef="#ctx0" brushRef="#br0" timeOffset="54805.1">8092 8660 2333 0,'6'0'0'0,"7"0"0"0,0 0 0 0,0 0 0 0,5 0 0 15,1 0 0-15,6 0 0 0,3 0 0 0,5 7 290 0,-2 2-120 0,2 2-73 0,8 5 69 0,-11-1-67 16,3 4-33-16,-3 1 0 0,-4 1 60 0,-5-1-51 0,-4 3-21 15,-8-5 0-15,-3 9-58 16,-6-3 37-16,0 4 8 0,-17 0-65 0,-9 2 29 16,-5 1 0-16,-7-1-212 0,-4 0 120 0,-3 0 68 15,-10 5-11-15,3-3-302 0,-5 1 129 0,3 2 94 16,-8-3-3-16,11-6-618 0</inkml:trace>
  <inkml:trace contextRef="#ctx0" brushRef="#br0" timeOffset="55703.02">6692 7235 522 0,'0'-5'0'0,"-2"-1"0"0,2 0 0 0,-3 3 0 0,1-3 0 0,0 3 0 0,-1-3 234 0,1 2-92 16,2 3-59-16,-1-1-25 0,1-1 213 0,0 3-119 16,0 0-60-16,0 0-21 0,0 0 107 0,0 0-72 15,0 0-37-15,0 12 54 0,0 3-46 16,0 6-13-16,0 3-9 0,0 0 40 0,0 3-31 16,0 1 0-16,0-2 35 0,1 4-24 0,1 2-9 15,1 0-33-15,4 9 43 0,-5-2-21 0,0 3 8 16,3 13-30-16,-3-2 38 15,-1 4 1-15,-1 9-39 0,0-6 0 0,0-3 50 16,0 13-30-16,0-5 1 0,0 4-10 0,0 4-12 16,0 4 1-16,0 4 72 0,0 0-40 0,0 1 0 15,0 11-33-15,-1-7 18 0,1 2-17 0,0-9 8 16,0 4 135-16,0-1-176 0,0-3 0 0,0-4 0 16,0 0 0-16,0-7 0 0,0 8 0 0,0-6 0 15,0-4 0-15,0-10-165 16,0-1 156-16,0 0 5 0,0-5-26 0,0-3 9 15,0-2 0-15,0-1-56 0,0-3 38 0,0-4 7 16,-5 3 1-16,-1-4-48 0,1-3 32 0,-2-3 7 16,1-2 0-16,0-7-149 0,0-2 83 0,1-4-205 15,1-4 140-15,1-4 68 0,1-1 36 0,0-3-133 16,0-3 88-16,2 0 40 0,-2 0-1 0,2-6-337 16,0-17 188-16,0-9 87 0,0-11 55 0</inkml:trace>
  <inkml:trace contextRef="#ctx0" brushRef="#br0" timeOffset="55946.6">6683 7207 1454 0,'-11'-12'0'0,"8"10"0"0,0 2 0 0,0 0 0 0,-3 0 0 0,0 0 0 0,-1 0 0 0,-4 9 0 0,1 4 0 0,-3 6 106 16,-4 5-28-16,2 6-71 0,-4 6 26 0,0 1-1 15,3 1 1-15,2-6-63 0,3 2 39 0,0-3-7 16,2-2 30-16,4-11-327 0,2 1 161 0,1-7 81 16,2-5 7-16</inkml:trace>
  <inkml:trace contextRef="#ctx0" brushRef="#br0" timeOffset="56105.75">6623 7198 1101 0,'7'-2'0'0,"5"1"0"0,-1-1 0 0,2 2 0 0,1 0 0 0,2 0 0 0,3 0 487 16,6 7-227-16,-3 4-114 0,3 4-56 0,2 2 219 16,0 2-129-16,3 4-78 0,2 3-35 0,1-1-84 15,-2 4 25-15,0-1 0 0,-1-3-486 16,5 7 251-16,-4-2 130 0,1-1 65 0</inkml:trace>
  <inkml:trace contextRef="#ctx0" brushRef="#br0" timeOffset="57386.32">6782 7784 359 0,'0'0'0'0,"0"0"0"0,0-2 0 0,0 1 0 0,0-3 0 0,0 1 0 0,0-4 0 0,-3 3 159 15,3 0-63-15,0 1-23 0,0 1-9 0,0-1 79 16,0 0-55-16,0 1 38 0,0 1-47 0,0-1-15 16,0 2-9-16,0-1 77 0,0 1-50 0,0 0-25 15,0 0 1-15,0 0 37 0,0 0-35 0,0 0 0 16,0 0-27-16,0 0-8 0,0 0 7 15,0 0 9-15,0 0-45 0,0 0 37 16,0 0 0-16,0 0-25 0,0 0-1 0,0 0 34 16,0 0-8-16,0 0-67 0,0 0 32 0,0 0 3 15,0 0 0-15,0 0-42 0,0 0 27 0,0 0 6 16,0 0-1-16,0 0-13 0,0 0 30 0,0 0-8 16,0 0 7-16,0 0 68 0,0 0-33 0,0 0-1 15,0 0 57-15,0 0-39 0,3 0-22 0,-3 0 26 16,2 0 0-16,1 1-24 15,0 1-6-15,3-1 33 0,0 1 1 0,-3 1-34 16,3 0-1-16,1 0 3 0,-1 1 6 0,2 0-8 16,-1 2 38-16,0 0-38 0,2 1 0 0,0 1-1 15,-2-3 36-15,2 5-9 0,-1-1-26 0,1-1 7 16,0-1-7-16,3 2 0 0,-4 0 8 16,4 1-12-16,-2 0 3 0,1-2 1 0,1 1 0 0,-3 2-19 15,2-2 27-15,0 3-8 16,2-3-5-16,-3 3 5 0,1-2-1 0,1 0 1 15,-1 1-25-15,1-1-9 0,-1-1 26 0,-1 0-30 16,4 0-3-16,-3 1 33 0,0-1 3 0,1-2-14 16,0 3 6-16,0-2 2 0,1 1-6 0,-2-1 31 15,3 0-24-15,-2-1-2 0,0 2 146 0,1-2-167 16,-2 3 0-16,3 0 0 0,-2 0 0 0,2 0 0 16,-1 1 0-16,1 0 0 0,-2 2 0 0,0-3 0 15,2 3 0-15,-4 0 0 0,2 2 0 0,-1 2 0 16,0-3 0-16,0 1 0 15,0-3 0-15,1 4 0 0,-1-1 0 0,0 0 0 16,0-1 0-16,1 0 0 0,0 1 0 0,-1 0 0 16,0 0 0-16,-2 0 0 0,1 0 0 0,-1 0 0 15,0 0 0-15,-2 0 0 0,3-2 0 0,-1 1 0 16,-1 1 0-16,-1-1 0 0,1-1 0 0,-1 1 0 16,3-2 0-16,-2 2 0 0,-1-3 0 0,0 0 0 15,1-1 0-15,-1 1 0 0,1-3 0 16,-1-1 0-16,2 3 0 0,0-3 0 15,-1 1 0-15,0 0 0 0,-1 0 0 0,3 2 0 16,-2-2 0-16,-1 1 0 0,2 0 0 0,1 1 0 16,-3-1 0-16,3 0 0 0,0 0 0 0,-3-1 0 15,5 2 0-15,-4-3 0 0,2 3 0 0,-1-1 0 16,0-1 0-16,-1 1 0 0,3 0 0 0,-3 1 0 16,2-2 0-16,-1 3 0 0,0-2 0 0,-2 0 0 15,3 3 0-15,-3-4 0 0,2 4 0 16,0-2 0-16,-2-3 0 0,-1 1 0 15,2-1 0-15,-3 0 0 0,1-1 0 0,1 0 0 16,-3-3 0-16,1 1 0 0,-1 0 0 0,0 2 0 16,2-5 0-16,-3 4 0 0,2-1 0 0,-4-1 0 15,4 1 0-15,-1 1 0 0,0-1 0 0,-1 0 0 16,-1 1 0-16,3-1 0 0,-4 0 0 0,1-3 0 16,0 1 0-16,0 1 0 15,0-1 0-15,-2-2 0 0,0 0 0 0,0 0 0 0,0 0 0 16,0 0 0-16,0 0 0 0,0 0 0 15,0 0 0-15,0 0 0 0,-9-7-468 0,0 1 292 16,0-4 78-16,3 4-936 0,-2 4 505 0</inkml:trace>
  <inkml:trace contextRef="#ctx0" brushRef="#br0" timeOffset="58191.52">7942 9239 1665 0,'0'-3'0'16,"0"1"0"-16,-2 0 0 0,2 0 0 0,0 2 0 0,-2 0 0 0,0 0 0 0,0 0 0 0,1 0 224 0,1 4-96 0,0 5-47 0,0 5 117 0,0 1-87 0,0 7-39 15,3 4 0-15,1 2 175 0,1 5-107 16,-1 4-46-16,0 6-34 0,0-1 107 15,-3-2-67-15,4-5-34 0,-2 4 14 0,-3-5-16 16,2-3-8-16,0 0-70 0,0-11 23 0,0-1 0 16,-1-6 24-16,1-2-60 0,-2-5 26 0,0-2 0 15,0-2 34-15,0-2-76 0,0 0 22 0,0 0 30 16,0-2-29-16,-2-8-412 0,1-5 182 0,-3-2 116 16</inkml:trace>
  <inkml:trace contextRef="#ctx0" brushRef="#br0" timeOffset="58960.78">6253 7414 602 0,'2'-4'0'0,"1"1"0"0,-3 0 0 0,2 3 0 0,1 0 0 0,-2 0 0 0,1 0 0 0,2 0 0 0,0 8 211 0,2 5-93 16,-1 0-43-16,0 3-21 0,1 1 140 0,-2 3-81 15,0 3-32-15,0 4 105 0,0 2-77 16,-3 1-38-16,1 2 75 0,-2 2-57 0,0-3-19 16,2 1-9-16,-2-2-8 0,3-7-20 0,-3 3 0 15,5-5 0-15,0-1-45 0,1-4 19 0,1-1-1 16,0-3 27-16,-1-3-218 0,0-2 108 16,2-1 64-16,-1-2-423 0,-2-1 214 0,5 0 107 0,0-3-422 15</inkml:trace>
  <inkml:trace contextRef="#ctx0" brushRef="#br0" timeOffset="60097.97">6850 8017 546 0,'5'-4'0'0,"-4"2"0"0,5-2 0 0,-2 1 0 0,-1-3 0 0,3 1 0 0,-2-2 72 0,2 1-1 0,-1-2-38 0,1 0 141 0,-1 3-71 0,3-3-27 15,-5 3-8-15,3 1 64 16,-4 2-49-16,2 1-26 0,-2-2 1 0,0 1 43 15,-1 2-39-15,-1 0 9 0,0 12 26 0,0 8-33 16,-6 4 1-16,-11 7 55 0,-1 6-48 0,-1 2 0 16,-4 3-39-16,1 1 30 0,3-5 8 0,-4 9-38 15,2-4-1-15,2-4-29 16,2-5 30-16,0 0-1 0,3-6 9 0,3-2-180 0,2-5 86 16,5-9 43-16,3 1-395 0,1-6 204 0,0-5 69 15,11-2-374-15,11-2 236 0,7-19 119 16,-2-3 59-16</inkml:trace>
  <inkml:trace contextRef="#ctx0" brushRef="#br0" timeOffset="60281.48">7183 8053 624 0,'4'-6'0'0,"-3"4"0"0,-1 2 0 0,0 0 0 0,0 0 0 0,-5 6 0 0,-9 9 311 0,-3 5-139 0,-1 7-70 0,-4 5-26 15,-10 11 292-15,2 2-167 0,-8 7 29 0,4 0-33 0,3-2-83 16,2-7-32-16,-3 8-90 15,2-3 20-15,0-1 1 0,6-5 19 0,4-10-321 16,12-8 169-16,3-6 73 0,2-4 39 0,3-5-184 16,3-4 88-16,16-5 63 0,7-2-65 0,4-16 53 0</inkml:trace>
  <inkml:trace contextRef="#ctx0" brushRef="#br0" timeOffset="60449.68">7310 8321 1069 0,'2'8'0'0,"-2"6"0"0,0 3 0 0,-6 6 0 0,-14 1 0 0,-8 8 0 0,-4 6 236 0,0 2-102 16,-1 3-51-16,-2 0 136 0,3 0-86 0,2 3-53 15,0-4-25-15,5 2-33 0,2-5 11 0,5-10 7 16,9-4-271-16,6-9 131 0,3-3 67 0,0-13 33 16,16 0-486-16,12-12 248 0</inkml:trace>
  <inkml:trace contextRef="#ctx0" brushRef="#br0" timeOffset="60616.78">7477 8464 971 0,'8'2'0'16,"-1"4"0"-16,-1 7 0 0,-6-1 0 0,0 6 0 0,-13 5 0 0,-8 2 463 0,-1 13-220 0,-6 0-105 0,-1 5-52 0,-1 0 207 0,-2 2-130 16,2 0-56-16,3-2-42 15,-2-1 0-15,3-3 1 0,3-3-33 0,5-10-251 16,2-1 133-16,5-4 55 0,7-11-504 15,1 0 284-15,3-9 122 0</inkml:trace>
  <inkml:trace contextRef="#ctx0" brushRef="#br0" timeOffset="61775.67">2892 8715 575 0,'-3'0'0'0,"1"0"0"0,2 0 0 0,0 0 0 0,0 0 0 0,0 0 0 0,-1 0 0 0,1 0 151 0,0 0-59 0,0 0-29 15,0 0-1-15,0 0 45 0,0 0-42 0,1 0 1 16,6 5 12-16,1 0-23 0,4 2 0 0,-1 3 66 16,4-1-49-16,1 0 1 0,1 1-40 0,-1-1 67 15,1 1-34-15,-1-3 8 0,2 1-41 0,-2-1 43 16,1 1-22-16,-6-3 0 0,2-1-13 16,-2 2 2-16,-3-2-10 0,-1 0 0 15,0-3-20-15,1 1 20 0,-5-1 8 0,1 4-83 16,-3-5 38-16,1 2-1 0,1-1 38 0,-3-1-267 15,0 0 128-15,0 0 39 0,0 3 38 0,0-3-318 16,0 0 162-16,-3 0 54 0,0 0 42 0,-2 0-267 16,0 0 161-16,-3-6 82 0</inkml:trace>
  <inkml:trace contextRef="#ctx0" brushRef="#br0" timeOffset="62015.78">2984 8490 925 0,'-6'-3'0'0,"2"1"0"0,3 2 0 0,1 0 0 0,-4 0 0 0,4 0 0 0,0 0 0 0,0 0 0 0,7 0 229 0,6 5-99 0,0 6-48 0,4 1-16 15,4 1 130-15,0 3-81 16,1-4-42-16,0 3 17 0,1 0-29 0,0-2 9 0,2 4-72 16,1-2 35-16,-1-2-1 0,-9 1 1 0,3-1-101 15,-5 0 58-15,2 0 18 16,-6-2-1-16,0 1-196 0,-3-5 108 0,-2 0 20 15,-2-1 43-15,-1-2-350 0,-1-4 174 0,1 2 50 16,-2-2-116-16,0 0 113 0,0-7 49 0,0-10-83 0</inkml:trace>
  <inkml:trace contextRef="#ctx0" brushRef="#br0" timeOffset="62214.75">3262 8331 679 0,'3'0'0'0,"2"0"0"0,2 0 0 0,2 1 0 0,0 1 0 0,1 1 0 0,4 0 0 0,1 4 351 16,7 3-159-16,-4 1-72 0,7 4-47 0,-5 0 185 16,4 1-113-16,-5-2-56 0,3 1 9 0,-1-1-24 15,2 0-9-15,-1-3-172 0,-1 3 70 16,-7-6 35-16,4 5-1 0,-5-3-87 16,-2 1 57-16,-3-4 33 0,-1 0 0 0,-1-1-351 15,-2-1 130-15,0-3 105 0,-1 0-22 0,-3-2-257 0</inkml:trace>
  <inkml:trace contextRef="#ctx0" brushRef="#br0" timeOffset="62399.25">3651 8201 1107 0,'0'0'0'0,"1"0"0"0,11 0 0 0,-4 0 0 0,6 0 0 0,-1 7 0 0,2 3 0 0,1 1 360 0,5 4-168 0,0 0-80 16,-1 2-39-16,1 0 51 0,1 2-45 0,-6-4-15 15,3 1-8-15,-3 1-58 0,0-2 1 0,-4 0 34 16,0 1-283-16,-1-3 150 0,-3-2 62 0,0-2-443 16,-1 3 215-16,0-3 138 0</inkml:trace>
  <inkml:trace contextRef="#ctx0" brushRef="#br0" timeOffset="63107.93">7393 7465 967 0,'0'-11'0'0,"0"5"0"0,0 2 0 0,0 3 0 0,0-2 0 0,0 3 0 0,0 0 106 0,0 0-29 16,0 0-7-16,0 14 127 0,0 0-81 0,2 9-42 16,2 3-21-16,1 3 164 0,0 3-96 0,-2-1-45 15,3 3-21-15,-4-2-2 0,1 2-20 0,-1 0 8 16,2-3-155-16,-3-4 74 16,3-4 36-16,1 2-115 0,-2-7 75 0,-1-3 47 15,1-2 1-15,-2-6-404 0,-1-1 159 0,2-5 111 16,-2-1 55-16,0 0-301 0,0-1 176 0,0-21 84 0</inkml:trace>
  <inkml:trace contextRef="#ctx0" brushRef="#br0" timeOffset="63340.31">7341 7427 774 0,'0'-24'0'0,"-3"11"0"0,3 1 0 0,0 1 0 0,0 4 0 0,0-1 0 0,4 3 0 0,13 1 313 0,4 0-140 0,1 1-62 15,10 3 191-15,-2 0-135 0,-2 12-67 0,2 3 70 16,0 8-68-16,-7 1-27 0,3 4-8 0,-9 5-13 15,-1 0-21-15,-6 3-1 0,-5 9 1 0,-4-9-23 16,-1 11-8-16,-1-4 31 0,-14-1 0 0,-3-3-40 16,-2-2 1-16,1-7 47 0,-5 0-8 0,-3-4-81 15,-1-1 22-15,2-5-272 0,-2-3 140 16,7-5 79-16,0-5 21 0,5-2-186 0,7-5 89 16,-1 0 64-16,6 0 13 0,4-8-289 15,0-11 171-15,14-2 82 0,4-1 41 0,3-3-235 0</inkml:trace>
  <inkml:trace contextRef="#ctx0" brushRef="#br0" timeOffset="63686.18">7547 7795 212 0,'23'-17'0'0,"-5"4"0"0,3 4 0 0,-2 1 0 0,-2 3 316 0,0 4-141 0,-3-2-72 16,0 3-26-16,2 0 125 0,-2 0-84 0,1 7-43 15,0 4-21-15,-2 3 225 0,-2 1-115 0,1 2-70 16,-5 0 81-16,0 1-72 16,-3 0-35-16,-2 0 0 0,-2 1-64 0,0 0 29 15,-6 0-1-15,-4-3-97 0,-6-1 49 0,1-2 24 16,-3-2 8-16,1-1-75 0,-4 0 46 0,3-5 23 15,0-1-341-15,3-2 168 0,4-2 41 0,2 0 57 16,3-2-316-16,6-11 173 0,0-8 88 16,4 0-157-16,10-3 114 0,2-3 69 15,3 1 31-15,-2-1-62 0,1 0 48 0,1 1 77 0,-5 5 0 16,0-2 0-16,-1 6 0 0,-1 1 0 0,-7 7 0 16,2 1 39-16,-5 3-39 0,1 4-12 15,-2 1 360-15,1 0-184 0,-2 11-41 0,0 11 371 16,0-1-220-16,-7 8-124 0,1-1-59 0,3-2 243 15,3-5-150-15,0 3-76 0,0-1-29 0,0-4-13 16,8-4 0-16,6-3-34 0,-1 0 1 0,4-4-70 16,2-5 43-16,0 0-336 0,2-3 181 0,0 0 91 15,-3-3 46-15,5-10-532 0,-9 2 263 16,4-3 77-16,-4-1 86 0,-5-3-265 0</inkml:trace>
  <inkml:trace contextRef="#ctx0" brushRef="#br0" timeOffset="63816.34">8009 7746 774 0,'-2'-4'0'0,"0"1"0"0,1 0 0 0,1 3 0 0,0 0 0 0,-2 0 0 0,2 0 306 0,0 0-137 0,0 0-60 16,0 0-42-16,3 0 97 0,6 3-66 0,-5 3-32 0,6 2-1 15,-2 0-57-15,1 5-9 16,-2-5-308-16,4 5 171 0,-5-1 85 16,3-1 43-16</inkml:trace>
  <inkml:trace contextRef="#ctx0" brushRef="#br0" timeOffset="63949.49">8209 7679 1118 0,'0'-5'0'0,"0"1"0"0,0 0 0 0,-5 2 0 0,0 2 0 0,-3 0 0 0,1 17 0 0,-3 9 0 0,-3 10 430 0,-4 5-198 0,-1 8-92 0,-5 13-57 16,0 0 119-16,0 9-84 0,-4 14-43 0,1 3-21 16,-1 10-424-16,-5 5 198 0,-3 5 102 0</inkml:trace>
  <inkml:trace contextRef="#ctx0" brushRef="#br0" timeOffset="64412.2">6450 9210 424 0,'-15'-3'0'0,"0"3"0"0,4 5 0 0,1 7 0 0,-5 7 0 0,4 6 0 0,0 4 304 0,4 6-136 0,2 8 101 16,5-10-118-16,0 1-60 0,0-5-20 0,0 0 26 16,11-10-32-16,3-4 0 0,3-4-33 15,3-5 12-15,0-6-3 0,4 0-9 0,-1-11 1 16,-1-14-38-16,0-3 38 0,-3-3 0 16,-3-6-67-16,-8 2 29 0,0-1 0 0,-5 5 38 15,-3-1-92-15,-3 4 41 0,-12-1 9 0,-2 7-53 16,-5 1 28-16,-1 7 1 0,0 6 22 0,-7 5-17 15,3 3 13-15,-2 4 13 0,2 15-19 0,2 4-15 16,2 1-6-16,6 3 34 0,11-4-132 0,-3 10 64 16,9-6 25-16,0 2-325 0,13-3 171 0,15 3 87 15</inkml:trace>
  <inkml:trace contextRef="#ctx0" brushRef="#br0" timeOffset="64860.17">8439 9344 1163 0,'-2'-11'0'0,"2"7"0"0,0-1 0 0,0 1 0 0,0 1 0 0,0 0 0 0,0 0 0 0,0-1 179 0,4 3-72 0,7-2-38 0,3 3 72 15,-2 0-58-15,4 0-25 0,-1 3 0 0,-2 5-46 16,0 2 0-16,-4 3 28 0,-1 0-32 0,-4 4-1 16,-2 0 25-16,-2 2 1 0,0-3-48 0,-9 4 33 15,-7-2-9-15,-3-1-18 16,1-2 0-16,-5-1 3 0,-1-4 28 0,5-1-117 16,-4-3 51-16,2-3 19 0,6-2-1 0,4-1-202 15,2 0 110-15,3 0 40 0,5-1-112 0,1-11 67 16,5-7 46-16,12 1-107 0,5-4-65 0</inkml:trace>
  <inkml:trace contextRef="#ctx0" brushRef="#br0" timeOffset="65016.75">8689 9193 1607 0,'7'-4'0'0,"0"0"0"0,-2 2 0 0,-5 2 0 0,0 0 0 0,0 4 0 0,-5 6 0 0,-4 5 0 0,0 3 297 0,3 1-133 15,-2 7-65-15,5-4 345 0,1 10-210 0,2-1-100 16,0 1-51-16,8-3 26 0,7 0-38 0,4-1 8 15,3-3-46-15,4-6-365 0,2-3 183 0,-1-3 91 16,0-6-272-16,3-2 178 0,0-5 92 0,-2 0-844 16</inkml:trace>
  <inkml:trace contextRef="#ctx0" brushRef="#br0" timeOffset="65424.8">6366 6456 565 0,'-4'-2'0'0,"4"1"0"0,0 1 0 0,4 1 0 0,9 11 0 0,-1 1 0 0,1 2 198 0,0 2-83 0,-2 1 14 0,2-1-41 16,2 8-31-16,-2-3 0 0,0-1-56 0,-1 3 0 16,-1-4 40-16,0 8-8 15,-2-4-216-15,2-3 104 0,-5-1 52 0,5-3 27 16</inkml:trace>
  <inkml:trace contextRef="#ctx0" brushRef="#br0" timeOffset="65569.42">6817 6268 962 0,'0'-15'0'0,"0"12"0"0,0 0 0 0,0 3 0 0,0 0 0 0,0 10 0 0,-12 19 0 0,-14 21 355 0,-17 27-162 0,-19 28-79 0,-10 8 38 16,-6 13-59-16,-2 13-23 0,-8 33-7 0,19-6-147 16,10-1 59-16,7 0 28 0</inkml:trace>
  <inkml:trace contextRef="#ctx0" brushRef="#br0" timeOffset="70151.42">11805 8250 701 0,'-2'-8'0'16,"-2"1"0"-16,1-1 0 0,-1-3 0 0,2-2 0 0,0-2 0 0,1 1 237 0,1-3-103 0,0 5-50 0,0-1-17 0,5 1 71 0,10 1-52 15,2 3-27-15,6 1 1 0,-1 5 55 0,0 0-33 16,8 2 7-16,-3 0-18 0,-1 7-38 16,1 7 0-16,-5 2-57 15,-3 3 37-15,4 6-9 0,-9-1 29 0,-4 5-97 16,-2 1 49-16,-7-1 24 0,-1 3 8 0,0 0-58 16,-1 0 31-16,-13 0-12 0,-1-4-15 0,-4-3 9 15,3-7 0-15,-7 3-2 0,6-9 68 0,-5-1 1 16,1-4-46-16,2-1-20 0,2-3-1 0,2-2 32 15,4-1-4-15,4 0-227 0,1 0 107 16,4 0 54-16,2-5 19 0,2-6-304 0,13-5 159 16,6-1 80-16,3-2-89 0</inkml:trace>
  <inkml:trace contextRef="#ctx0" brushRef="#br0" timeOffset="70337.28">12213 8178 909 0,'11'-21'0'0,"0"6"0"0,-6 0 0 0,2 1 0 0,-5 2 0 0,-2 5 0 0,0 1 0 0,0 4 122 0,0 1-37 0,-4 1 317 15,-4 0-184-15,-1 0-93 0,-2 16-46 0,-3 7 194 16,1 5-112-16,1 4-68 0,5 4-30 0,2-2 91 16,5-1-61-16,0 0-30 15,2-10 9-15,8 9-144 0,8-9 52 0,-1-2 26 16,3-4-118-16,3-4 73 0,-4-2 44 0,1-1-156 16,1-3-135-16,-5-3 100 0,2 0 95 0,-7-4-455 15,1 0 249-15,-3 0 135 0</inkml:trace>
  <inkml:trace contextRef="#ctx0" brushRef="#br0" timeOffset="70704.45">11766 8148 790 0,'0'-6'0'0,"0"3"0"0,0 0 0 0,0 2 0 0,0 1 0 0,-4 0 0 0,-1 0 124 15,-6 0-50-15,2 11-49 0,0 0 8 0,-3 6 0 16,2-1-1-16,-3 1-21 0,-1-3-9 0,1 4 30 16,-2-7 1-16,0 1-68 0,0-5 34 0,0 0 8 15,0-1 26-15,2-5-3 0,4 1 3 0,-1 0-38 16,4-2 158-16,1 0-65 0,3 0-34 0,0 0-9 15,2 0 139-15,0 0-76 0,0 5-38 16,6-2-65-16,5 2 28 0,6 1 0 16,-1 0 0-16,3 2 64 0,2-1-32 0,-1 0 8 15,7 2-41-15,-6-1-45 0,0-1 23 0,-3 3-1 16,1-3-228-16,-2 4 130 0,-2-4 32 0,-2 2-399 16,-1-2 204-16,-3-1 116 0,-2 1 26 0,-1-1-155 0</inkml:trace>
  <inkml:trace contextRef="#ctx0" brushRef="#br0" timeOffset="70901.42">11371 8517 1018 0,'-5'0'0'0,"-1"3"0"0,4-1 0 0,2-2 0 0,0 0 0 0,4 0 0 0,12 2 249 15,7 0-108-15,0 1 193 0,2 3-151 0,-5 1-75 16,4 2-29-16,3 0-106 0,-3 0 30 0,-6 1 0 15,2-1 30-15,-1 2-149 0,-5-2 83 0,2 1 28 16,-5-3 1-16,-2-1-382 16,-1 2 207-16,-2-3 106 0,-5-1-492 0</inkml:trace>
  <inkml:trace contextRef="#ctx0" brushRef="#br0" timeOffset="71229.98">11095 8188 822 0,'-22'0'0'0,"5"0"0"0,-1 12 0 0,4 4 0 0,1 7 0 0,-2 7 0 0,4 3 0 0,1 12 129 0,8-2-48 0,2-9 100 16,0 4-74-16,2-4-37 0,8-10 8 0,6 4-78 15,0-13 32-15,2-2 1 0,5-5 0 0,1-4-106 16,-3-4 61-16,5 0 18 0,-4-7 0 0,-1-11-65 15,-4-2 46-15,-2-4 22 16,-6-1-255-16,-1-5 126 0,-5 4 24 0,-3-3-80 16,0 3 56-16,-5-3 45 0,-10 4 4 0,-6-2 70 15,-1 1 0-15,-4 0-32 0,0 3 0 0,-1 6 120 16,6 7-69-16,-2 0-21 0,2 6 0 0,0 4 96 16,3 0-41-16,2 0-35 0,5 14 139 0,1 0-53 15,4 5-46-15,6 2-181 0,0 5 78 0,8-4 45 16,13 0-5-16</inkml:trace>
  <inkml:trace contextRef="#ctx0" brushRef="#br0" timeOffset="71537.34">13007 7960 764 0,'0'0'0'0,"-4"0"0"0,-1 4 0 0,-2 4 0 0,-5 0 0 0,-1 1 252 0,-2 3-114 0,-2-2-53 15,0 1-26-15,-2 0 103 0,0 1-64 0,-1 0-25 16,-1-3-6-16,0 1-1 0,1-1-33 0,-2 2-27 16,4-3 27-16,0 5 8 0,1-6-8 0,4 1 24 15,3-4 0-15,4 2-24 0,1-3 0 0,3-2 71 16,2 3-39-16,0 2 0 0,0 1-33 0,7 1-46 15,7-1 24-15,2 1 7 16,4 1-118-16,4 3 64 0,-2-1 34 0,1 0-189 16,0 2 104-16,-5 1 45 0,6 1 27 0,-4 1-600 15,-8-3 291-15</inkml:trace>
  <inkml:trace contextRef="#ctx0" brushRef="#br0" timeOffset="71713.02">12744 8442 1011 0,'-21'0'0'0,"3"3"0"0,3-1 0 0,2-2 0 0,1 0 0 0,5 0 0 0,3 0 0 0,4 0 540 16,0-2-246-16,13 0-134 0,10 1 124 0,5-2-125 15,4 2-64-15,2 1-107 0,-1 0 30 0,1 4-8 16,2 7 23-16,-2 2-193 0,-2 3 96 0,-2 1 48 16,-2 3 33-16,-2-1-539 0,-3 3 239 0,-2-1 150 15,-5-7 76-15</inkml:trace>
  <inkml:trace contextRef="#ctx0" brushRef="#br0" timeOffset="71900.5">13347 7810 1287 0,'0'-7'0'16,"0"5"0"-16,2 2 0 0,2 0 0 0,-2 9 0 0,0 6 0 0,0 9 0 0,0 1 0 0,-2 5 523 0,0 13-245 0,0-4-123 0,0 7-61 0,0 1 123 15,0 3-84-15,0 3-54 16,-2 0-239-16,0 4 97 0,0 0 47 0,-3 1-519 16,4 1 291-16,1-1 135 0,-2-3 71 0</inkml:trace>
  <inkml:trace contextRef="#ctx0" brushRef="#br0" timeOffset="72045.13">13803 8430 1283 0,'2'0'0'0,"2"0"0"0,4 4 0 0,-6 5 0 0,-2 5 0 0,0 4 0 0,0 3 335 0,-8 0-152 15,-1 1-75-15,1 0-308 0,-3 5 112 0,3-1 61 0</inkml:trace>
  <inkml:trace contextRef="#ctx0" brushRef="#br0" timeOffset="73130.2">14705 7990 274 0,'0'-7'0'0,"-2"5"0"0,-2 1 0 0,2 1 0 0,-1 0 0 0,-3 3 204 0,3 15-78 0,-3 7-51 0,3 7 104 16,-2 9-73-16,1 3-37 0,3 3 1 0,1-8 13 15,0 9-29-15,0-13 0 0,1-1-21 0,9-6 26 16,7-7 1-16,4-9-19 0,3 0-9 0,2-9-29 15,0-3-1-15,4 0 31 16,-3-7-55-16,1-12 36 0,-3-5-9 0,-3-5-69 16,-3-2 37-16,-4-4 26 0,-6 2-5 0,-3 1-67 15,-4-2 31-15,-2 4 25 0,0 1-22 0,-8 0 31 16,-7 3-7-16,-5 4 11 0,-1 1 22 0,-4 6 0 16,-3 4-31-16,1 2 7 0,-3 8 66 0,-1 1-32 15,3 0 6-15,0 5-13 0,2 9-13 0,3 3-3 16,6-5 12-16,4 6-163 0,4-3 75 15,5 0 36-15,4 1-3 0,0 0-124 0,13-2 66 16,6-5 40-16</inkml:trace>
  <inkml:trace contextRef="#ctx0" brushRef="#br0" timeOffset="73396.08">15453 7859 770 0,'2'-3'0'0,"-2"1"0"0,0 0 0 0,0 0 0 0,-16 2 0 0,0 0 0 0,-1 0 141 0,-5 7-59 0,-3 7-24 16,-1-2-1-16,-1 2 8 0,-1 3-32 0,0-2 8 15,1-1-9-15,1 0 11 0,2-1-11 0,5-2 1 16,0-2 30-16,8-3-8 0,2 0-23 0,3-2 86 16,5-3-43-16,1 3-21 0,0 2 8 0,5-1 4 15,10 3-33-15,6 0 0 0,1-1 0 0,2 1 22 16,1-1-14-16,5 3-9 0,-2-3 1 15,0 2-43-15,-1 2 21 0,-3 1 0 0,-4-2-286 16,-1 3 130-16,-2 0 81 0,-2-1-469 16,-4 0 252-16,-2 1 116 0</inkml:trace>
  <inkml:trace contextRef="#ctx0" brushRef="#br0" timeOffset="73554.2">15212 8236 1058 0,'-22'3'0'0,"7"2"0"0,1 0 0 0,2-3 0 0,2 1 0 0,4-1 0 0,2-2 0 0,3 0 412 16,1 3-182-16,1 1-102 0,17 0 81 0,5 0-88 16,0-1-45-16,4 5-21 0,1 0-42 0,4 1-9 15,0 0 28-15,1 3-441 0,-1-1 220 0,-2 1 111 16,2-1 64-16</inkml:trace>
  <inkml:trace contextRef="#ctx0" brushRef="#br0" timeOffset="73727.34">15697 7964 1461 0,'-5'-13'0'0,"2"9"0"0,3 3 0 0,0-3 0 0,0 2 0 0,0 1 0 0,0-2 183 0,6 3-79 0,5 0-36 0,2 0 108 16,3 7-72-16,-2 3-28 0,2 5-7 0,-2 0-304 15,4 3 133-15,-4-2 68 0,3-1 34 0,1 0-585 16,-2-4 292-16</inkml:trace>
  <inkml:trace contextRef="#ctx0" brushRef="#br0" timeOffset="73902.39">16065 7877 912 0,'0'-8'0'0,"0"6"0"0,0 0 0 0,0 2 0 0,-6 0 0 0,-7 9 0 0,-1 12 0 0,-6 11 408 0,-2 3-187 15,-7 9-95-15,1 3 76 0,-7 9-85 0,6-8-34 16,-6 19-29-16,1-6 49 0,0 0-35 0,-1-3 0 15,-1-2-36-15,8-9-165 0,-2 0 79 16,5-4 43-16,10-13-430 0,4-5 237 16,7-6 118-16,4-10 49 0,0-4-541 0</inkml:trace>
  <inkml:trace contextRef="#ctx0" brushRef="#br0" timeOffset="74164.89">16457 7867 963 0,'18'-17'0'0,"-2"9"0"0,-4 4 0 0,-5 2 0 0,-5 2 0 0,-2 0 0 0,-6 0 0 0,-16 16 281 0,0 3-128 0,-6 2-61 0,-3-4-29 15,0 6 110-15,-1-4-71 0,3 2-26 0,3-4 41 16,7-4-43-16,4-2-20 0,5-2 56 0,3-3-39 16,5-1 9-16,2 1-48 0,0 0 4 0,7 0-3 15,13 0 0-15,2-3-1 0,0 1 36 0,6 2-9 16,-1-2-26-16,-1-1-56 15,1 1 29-15,-6 0 7 0,1 1 20 16,-3 1-319-16,-3-1 154 0,-2 3 57 0,-1-2-505 16,-3 1 254-16,-3 3 150 0,-3 0 72 0,-4 2-141 15,0-1 106-15</inkml:trace>
  <inkml:trace contextRef="#ctx0" brushRef="#br0" timeOffset="74310.52">16266 8246 1008 0,'-20'0'0'0,"6"4"0"0,1-3 0 0,1 2 0 0,5-1 0 0,4-2 0 0,-1 0 260 0,4 0-113 0,0 1-57 16,7 4 284-16,11-4-170 0,3 3-78 0,8-2-50 16,3 1 138-16,1 1-91 0,1 0-45 15,1-1-340-15,-3 4 155 0,-2-1 66 0,0 4 36 0,-3-2-686 16,1 2 361-16</inkml:trace>
  <inkml:trace contextRef="#ctx0" brushRef="#br0" timeOffset="74513.97">16859 7801 1275 0,'0'-7'0'0,"3"5"0"0,-1 2 0 0,0 0 0 0,1 12 0 0,-1 11 0 0,0 7 514 16,-2 6-232-16,0 11-129 0,0-6-60 0,0 4 215 15,0 0-137-15,0-1-70 0,2-5-25 0,1 8-146 16,1-12 52-16,1 1 26 0,2-6-191 0,-4-8 109 15,1-9 61-15,2-1-539 0,1-7 292 0,3-5 99 16,-1 0 88-16,2-3-557 0</inkml:trace>
  <inkml:trace contextRef="#ctx0" brushRef="#br0" timeOffset="74654.6">16993 8066 893 0,'1'-3'0'0,"5"3"0"0,-1-3 0 0,3 1 0 0,2 1 0 0,1-2 0 0,6-2 419 0,3-2-193 0,1 1-89 15,5-2-56-15,-1 2 145 0,0 1-96 0,-4 1-49 16,2 2-379-16,0 0 174 0,-1 0 74 0,-3 2-245 16,2 0 163-16</inkml:trace>
  <inkml:trace contextRef="#ctx0" brushRef="#br0" timeOffset="74877">17361 7854 531 0,'3'-2'0'0,"7"-1"0"0,0-2 0 0,1 1 0 0,1 2 0 0,4 0 421 16,4 2-194-16,-1 2-89 0,7 14-56 0,-3 4 274 16,-1 5-161-16,-3 1-81 0,-2 6 96 0,-4 0-80 15,-4 1-52-15,-7 2-19 16,-2 0 1-16,0 2-27 0,-11 3 0 0,-6-9-47 16,-5 0 20-16,-4-5-1 0,-3-1 28 0,-1-5-181 15,-2-2 91-15,-1-4 53 0,1-5 14 0,4-3-318 16,8-6 158-16,2 0 30 0,4 0-251 0,5-12 162 15,9-7 92-15,0-6-341 0,6-1 213 0</inkml:trace>
  <inkml:trace contextRef="#ctx0" brushRef="#br0" timeOffset="75083.45">17745 7827 878 0,'2'-13'0'0,"0"7"0"0,-2 2 0 0,0 3 0 0,-13-1 0 0,-6 2 0 0,-6 3 0 0,4 15 417 0,0 2-183 0,-2 5-105 15,3 5-49-15,-1 9 425 0,10-7-236 0,1 6-118 16,6-1 175-16,4 1-151 0,0 5-71 0,10-6-35 16,9 2-38-16,3-6 2 0,1-1 8 15,11 2-140-15,-8-9 66 0,6-3 33 16,4-4-1-16,-1-7-448 0,3-7 249 0,-3-4 113 16,1 0-28-16,-3 0-584 0,-4 0 333 0,-3-4 167 15</inkml:trace>
  <inkml:trace contextRef="#ctx0" brushRef="#br0" timeOffset="75204.67">18221 8327 1711 0,'6'0'0'0,"1"2"0"0,10 6 0 0,-8-7 0 0,0-1 0 0,-5 0 0 0,-2 0 0 0,0 0 295 0,0 0-131 0,0 0-57 0,-2 0 110 16,2 0-92-16,-2 0-46 0,0 0-24 0,0 0-355 15</inkml:trace>
  <inkml:trace contextRef="#ctx0" brushRef="#br0" timeOffset="81864.53">10629 9168 441 0,'-2'-11'0'0,"2"-3"0"0,-1 3 0 0,1-3 0 0,0 1 0 0,0-5 0 0,0 2 110 0,0 1-39 0,0 1 123 16,0 3-81-16,0 1-32 0,0 5-8 0,0-1 102 15,0 3-70-15,0 1-37 0,0 0 1 0,0 2 33 16,0 0-38-16,0 0 0 0,0 7-32 0,3 14 6 16,4 9 3-16,2 12-9 0,-4 8 138 0,1 14-68 15,-5-1-35-15,3 7 0 0,0-7-20 0,-1 17-14 16,4-15 0-16,0-10-47 0,0 3 24 0,2-5-1 15,2-12 32-15,1 6-57 0,-1-11 24 16,1-1 1-16,-1-3 24 0,-1-4-31 16,-3-4 11-16,1-2-8 0,-3-5-56 0,1-4 34 15,-5-4 2-15,2-3-57 0,-1-4 36 0,0-1 19 16,-2-1-7-16,0 0 25 0,-2-1-5 0,-8-12 3 16,-1-4-9-16,0-6-160 0,-1-2 78 0,-1-2 39 15,0-1 12-15,2-3-50 0,0 7 18 0,-5-6 12 16,4 11 9-16,-4-1 19 0,2 4 1 0,-2 7 106 15,0 3-63-15,-3 4-19 0,-4 2 1 16,3 6 163-16,-3 13-83 0,0 5-46 16,3 5-14-16,1 3 186 0,2 2-94 0,6 4-24 15,2 1-31-15,5-4 90 0,4-1-41 0,0-4-37 16,0-10-14-16,9 2-15 0,6-4 0 0,4-7-146 16,2-2 80-16,4-5 30 0,2-4-1 0,3 0-326 15,2-6 170-15,6-10 63 0,-6-4 51 0,9-7-486 16,-2 1 249-16,3-3 126 0,1 1 61 0</inkml:trace>
  <inkml:trace contextRef="#ctx0" brushRef="#br0" timeOffset="82172.7">11330 9461 763 0,'2'-32'0'0,"-2"2"0"0,0 9 0 0,0-5 0 0,-11 6 0 0,-5 2 0 0,0 5 96 15,-3 6-31-15,-2 3 185 0,-1 4-101 0,-4 0-61 16,-1 13-29-16,-1 8 162 0,-2 7-94 0,7-1-39 15,0 2-31-15,3 5 160 0,7-2-92 16,2-1-46-16,7-5-23 0,4-4 135 16,0 1-83-16,5-3-37 0,15-1 15 0,0-3-27 15,6 0 1-15,4-3-9 0,2 2-18 0,0-2 0 16,0 2 0-16,-2 0-51 0,-2 2 26 0,-9 0 8 16,1 4 17-16,-6-2-85 0,-7 3 43 0,-3-1 20 15,-2 1 1-15,-2-1-63 16,-6 0 33-16,-10-1-1 0,-5-5 54 0,-4-2-9 15,-3-5-16-15,0-1-37 0,-4-5-2 0,0-2 30 0,2 0 4 16,0 0-283-16,2-9 135 0,8-4 59 16,-5-6 38-16,9 1-425 0,9-7 219 0,4-1 109 15,3-3 56-15,1-3-383 0,20-3 223 0</inkml:trace>
  <inkml:trace contextRef="#ctx0" brushRef="#br0" timeOffset="82324.31">11518 9476 1733 0,'13'0'0'0,"2"0"0"0,-4 0 0 0,1 0 0 0,-1 0 0 0,1 0 0 0,0 0 0 0,1 0 255 0,4-2-112 0,-2-1-55 0,4 0 37 15,-2 0-47-15,0 1-14 0,0 0-8 0,0 1-239 16,-2 1 108-16,0 0 54 0,-4 0 26 0,-1 0-543 16,1 11 279-16</inkml:trace>
  <inkml:trace contextRef="#ctx0" brushRef="#br0" timeOffset="82488.87">11608 9737 1354 0,'-9'9'0'0,"2"-1"0"0,4-1 0 0,1-3 0 0,0-2 0 0,0 0 318 0,2-2-142 16,0 0-72-16,2 0 135 0,14 0-94 0,2-2-61 16,1-2-25-16,4 1 149 0,2-2-88 0,0 2-43 15,-2 1-14-15,5 0-432 0,-2 0 202 0,3 2 99 16,-1 0-703-16,4 0 390 15</inkml:trace>
  <inkml:trace contextRef="#ctx0" brushRef="#br0" timeOffset="82900.6">12517 9132 1318 0,'-6'-7'0'0,"6"4"0"0,0 2 0 0,0-1 0 0,0-2 0 0,2 3 229 0,3-3-98 0,7 0-49 0,1 1 263 15,6-1-148-15,6 0-86 0,1-2-39 0,6 0 149 16,2 3-94-16,1-1-47 0,3 0-16 0,-1 0 45 16,0 3-37-16,2-1-1 0,0 0-6 0,-2 0 1 15,2 2-25-15,7-1-13 0,-7-2 5 0,3 2-1 16,1 1 1-16,2-2-1 0,2 0 9 15,2-2-8-15,1 3 0 0,3-4-38 0,0 2 1 16,1 1 37-16,2 0 8 0,1 0-43 16,1 2 7-16,-1 0 0 0,10 0-138 0,-3 0 75 15,-8 0 29-15,12 0-120 0,-6 0 73 0,0 0 37 16,-9 0 3-16,5 0-40 0,-4 0 31 0,-3-2-1 16,-2-2 0-16,-3-2 7 0,0 3 11 0,-12-1-19 15,-1 3 16-15,-6-2-7 0,-5 1 7 0,-5 1 5 16,-6-1-35-16,-1 0-4 0,-6 0 34 15,-2 2-111-15,-2 0 54 0,0 0 28 16,-6 0-1-16,-9 0-229 0,-5 0 132 0,-3 0 63 16,-2 6 31-16,-1 3-482 0</inkml:trace>
  <inkml:trace contextRef="#ctx0" brushRef="#br0" timeOffset="83360.39">12332 9176 839 0,'-9'-10'0'0,"4"8"0"0,-1 2 0 0,5 0 0 0,-1 0 0 0,0 8 0 0,0 5 311 0,2 8-143 0,0 7-68 15,0 9-34-15,0 3 247 0,4 5-140 16,3 3-62-16,4 2-43 0,-1 4 111 16,1-1-74-16,-2 1-36 0,1-1-6 0,-1-1 8 15,-1-1-38-15,-3-3-34 0,-1 1 1 0,-3-4 32 16,-1-9 1-16,0 2-74 0,0-4 33 0,-3-6 20 16,-4-6 0-16,-6-3-64 0,-1-6 41 0,-4-5-6 15,1-4 17-15,-4-4-120 0,-1 0 63 0,3-14-68 16,-2-5-10-16,2-5 53 0,-2-6 32 15,0-5-51-15,3-3 38 0,1 1 8 16,4 4-8-16,-2 0-33 0,6 10 32 0,-2 1 0 16,5 10 31-16,-2 1 115 0,4 6-66 0,1 2-20 15,1 3 0-15,0 0 198 0,-2 16-109 0,3 6 112 16,1 1-100-16,-2 7-31 0,2-4-30 0,0 2 10 16,0 0 1-16,0 1 22 0,0-7-33 0,2 1-198 15,3 0 95-15,2-6 55 0,1-2 20 0,4-1-556 16,0-5 233-16,6-4 149 0</inkml:trace>
  <inkml:trace contextRef="#ctx0" brushRef="#br0" timeOffset="83551.89">12667 9450 1272 0,'2'0'0'0,"-2"0"0"0,2 7 0 0,-2 10 0 0,0 6 0 0,0 2 0 0,0 6 349 0,-2 3-158 15,-2 1-79-15,2 3-39 0,0-3 290 0,2 3-157 0,0-4-91 16,0 0-41-16,0-2-121 16,0-2 39-16,4 0 0 0,3-8-460 0,2 1 246 15,-2-4 128-15,0-6-593 0,0-4 337 0,0-5 167 16</inkml:trace>
  <inkml:trace contextRef="#ctx0" brushRef="#br0" timeOffset="83708.42">12705 9779 1055 0,'-3'-10'0'0,"3"2"0"0,0 2 0 0,0 1 0 0,0 1 0 0,0-2 0 0,11 3 442 0,5-2-205 0,9-3-102 16,-1 2-51-16,4-1 146 0,1-1-103 0,1 3-47 15,0-1 43-15,0 2-45 0,-4-2-23 0,-2 3 9 16,2-1-387-16,-3 0 178 0,-2 1 88 0,-3 0-495 16,0 1 290-16,-9 2 154 0,0 0-11 0,-5 0-406 15</inkml:trace>
  <inkml:trace contextRef="#ctx0" brushRef="#br0" timeOffset="83866.75">12939 9457 768 0,'-10'-7'0'0,"2"5"0"0,2 0 0 0,0 2 0 0,1 0 0 0,1 8 0 0,2 9 227 16,2 7-101-16,0 3-47 0,0 2-23 0,0 5 353 16,0 0-188-16,0 2-86 0,0-1 103 0,0-1-102 15,0 0-52-15,2-4-272 0,2-4 110 0,1-3 63 16,1-3 20-16,2-1-542 0,-1-6 285 15,1-3 142-15</inkml:trace>
  <inkml:trace contextRef="#ctx0" brushRef="#br0" timeOffset="84217.15">13125 9399 1559 0,'8'-13'0'0,"2"2"0"0,4 3 0 0,4-3 0 0,-2 1 0 0,9 1 0 0,-1 1 0 0,3 1 0 0,-3 3 0 0,-2 3 182 0,1-2-66 16,0 3-46-16,-5 0-2 0,1 0 0 0,-2 8-35 16,-2 3-1-16,-4 0-31 0,-1 5-8 0,-5-1 40 15,-1 2-7-15,-4 4 7 0,0 5 0 0,-4 0 8 16,-11 2 14-16,-3 1 0 0,-7 7-22 0,2-4 53 16,3-1-18-16,-10 6-8 0,4-3-27 0,-3 2 22 15,3-3-1-15,5-5-21 0,7-3 8 0,-6 4 55 16,11-9-32-16,2-1 1 0,1-2 49 15,6-4-40-15,0-4 7 0,0 1-48 16,2-3 16-16,11-3-16 0,0-1 0 0,6-3-25 16,0 0 9-16,5 0 16 0,-1 0-1 0,1-7-94 15,-5 1 47-15,1-3 24 0,0-1 8 0,-4 3-295 16,-4 2 145-16,-1-1 47 0,-4 0-390 0,-1 4 213 16,-2 0 106-16,-2 0 67 0,0 1-194 0,-2-1 125 15,0 0 64-15,0-4-394 0</inkml:trace>
  <inkml:trace contextRef="#ctx0" brushRef="#br0" timeOffset="84381.93">13131 9566 1062 0,'-20'8'0'0,"4"1"0"0,9-2 0 0,2-1 0 0,1-2 0 0,4 1 0 0,0-3 494 0,9 1-231 0,10-3-115 15,5 0 293-15,2 0-204 0,4 0-95 0,2 0-58 16,2 0-263-16,0 0 106 15,-4 0 52-15,0 0-292 0,-6 0 181 0,1 0 78 16,-4 0 43-16</inkml:trace>
  <inkml:trace contextRef="#ctx0" brushRef="#br0" timeOffset="84592.35">13451 9679 1351 0,'3'2'0'0,"3"-2"0"0,1 1 0 0,1 2 0 0,3-1 0 0,-2 1 0 0,0 2 0 0,2 3 0 0,-1 2 0 0,1 1 205 0,-2 4-90 0,-4 0-41 16,-1 4 89-16,-2 1-65 0,-2 1-33 0,0 0-9 16,0 0-23-16,-11 3-1 0,-3-3 1 0,-1-4-63 15,-4 1 31-15,5-5 9 0,-9 2 22 0,4-4-145 16,0-3 72-16,0-2 38 0,5-5 9 0,4-1-317 16,1 0 117-16,3 0 93 0,4-7-292 0,2-8 181 15,0-6 89-15,8 5-260 0</inkml:trace>
  <inkml:trace contextRef="#ctx0" brushRef="#br0" timeOffset="84783.84">13619 9640 1244 0,'4'-9'0'0,"-2"8"0"0,0-1 0 0,-2 2 0 0,0 0 0 0,-10 0 0 0,-2 2 0 0,0 10 306 0,-3 4-136 0,6 4-61 16,-4 5-42-16,3 1 350 0,5 0-193 0,1 3-95 15,4-2 110-15,0-5-95 16,2 5-60-16,9-5-25 0,4-3-169 0,4-2 71 15,-2-4 36-15,3-2-397 0,1-2 212 0,-2-2 110 16,-2-3 56-16,0-2-551 0,-2-2 232 0,-4 0 148 16,4 0 75-16,-4-9-149 0,1-4 117 0,-1 0 59 15</inkml:trace>
  <inkml:trace contextRef="#ctx0" brushRef="#br0" timeOffset="85089.58">13651 9213 1014 0,'-3'-11'0'0,"3"3"0"0,0 3 0 0,0-3 0 0,0 3 0 0,0 1 340 15,9 0-146-15,3 2-84 0,0 2-39 0,2 0 46 16,-1 0-42-16,-2 6-21 0,1 5-48 0,-5 3-9 16,0 2 36-16,-5 1-1 0,0 0-215 0,-2 0 108 15,0-1 62-15,-4-1-97 0,-7 0 72 0,-4-3 35 16,0-2-28-16,1-3 82 0,-2-3-43 15,0-1-45-15,4-1 0 0,3-2 311 16,1 0-136-16,0 0-67 0,4 0 136 0,4 0-68 16,0 0-55-16,0 0-15 0,2 0 46 0,10 0-42 15,6 0-11-15,2 0-96 0,1 2 33 16,-1 2 1-16,1-2 33 0,1 2-305 0,-2 1 161 0,1 1 67 16,-3 1 39-16,2-3-657 0,-1 4 317 0,-1-1 146 15,3-1-152-15</inkml:trace>
  <inkml:trace contextRef="#ctx0" brushRef="#br0" timeOffset="85397.57">13858 9630 1623 0,'-9'0'0'0,"4"1"0"0,2-1 0 0,1 3 0 16,2-3 0-16,0 0 0 0,0 0 0 0,5 0 0 0,9-4 416 0,11-4-192 0,-2-1-96 0,4 2 81 0,1 1-80 15,2 0-53-15,0 1 9 0,-2 1-26 0,1 0 0 16,-1 1-26-16,-3 1-318 15,5-4 155-15,-2 2 82 0,-8 2 40 0,1 1-479 16,-4-4 261-16,-4 4 66 0,-2 1-496 0,-5 0 311 16</inkml:trace>
  <inkml:trace contextRef="#ctx0" brushRef="#br0" timeOffset="85584.43">14055 9328 1325 0,'0'-6'0'0,"0"4"0"0,0 2 0 0,0 0 0 0,0 6 0 0,0 8 0 0,0 9 0 0,0 4 267 0,0 4-121 16,0 11-57-16,0-2 318 0,0 2-186 0,0 2-95 0,0-5-52 15,0 12-9-15,0-10-32 0,0-6-377 16,0 3 188-16,0-3 94 0,0-9 56 16,2 0 15-16,1-3-278 0,0-8 151 0,1-5 75 15,1-6-662-15</inkml:trace>
  <inkml:trace contextRef="#ctx0" brushRef="#br0" timeOffset="85939.47">14217 9311 1536 0,'2'-11'0'0,"3"3"0"15,8 4 0-15,1-4 0 0,-1 3 0 0,4-1 0 0,1 1 222 0,3-1-87 0,9 3-54 0,-2-1 156 16,1 2-101-16,-1 0-52 0,-3 2-18 0,4 0-11 15,-8 0 0-15,0 8-22 0,-5 1 0 0,0-1-21 16,-6 7 8-16,-4-2 13 0,-4 1-33 0,-2 5 1 16,0 4 31-16,-8 0 1 0,-8 2-12 0,-5 4 12 15,-2-1-1-15,-7 6 1 0,0 0-29 0,0 0 24 16,2-3-20-16,-6 6-19 0,6-3-5 0,8-4 37 16,-3 1-3-16,9-3 40 0,2-7 10 15,4 1-46-15,3-3 96 0,5-2-45 0,0-4-17 16,0 1 0-16,2-6 55 0,10 2-43 15,4-5 0-15,0-1-43 0,4-4 8 0,0 0-1 16,0 0 9-16,1 0-168 0,0 0 79 0,-1-5 41 16,0-1-1-16,-4-2-135 0,0 1 73 0,-6 0 42 15,1 3-556-15,-2-2 278 0,-4 2 124 0,-3 1-400 16,0 1 267-16,0-4 145 0,-2 1 69 0</inkml:trace>
  <inkml:trace contextRef="#ctx0" brushRef="#br0" timeOffset="86102.83">14301 9463 1327 0,'-11'-2'0'0,"6"1"0"0,1-2 0 0,0 3 0 0,3 0 0 0,1 0 0 0,0 0 0 0,3 0 355 16,10 8-153-16,4-1-89 0,1 2 305 0,3-3-193 16,4 4-96-16,-3-1-48 0,-1-3-111 15,2 4 28-15,-2-3 0 0,-1 2-551 0,-1-2 293 0,-3 3 147 16</inkml:trace>
  <inkml:trace contextRef="#ctx0" brushRef="#br0" timeOffset="86257.42">14523 9647 1214 0,'0'0'0'0,"4"4"0"0,1 3 0 0,1-2 0 0,-2 1 0 0,1 3 0 0,3-5 133 16,-2 1-50-16,1 0 222 0,0-2-140 0,3 3-66 15,-2-1-33-15,-1-4-312 0,0 3 140 0,1 0 77 16,-2-1 27-16</inkml:trace>
  <inkml:trace contextRef="#ctx0" brushRef="#br0" timeOffset="86451.53">14745 9570 1625 0,'2'0'0'0,"-1"6"0"0,-1 5 0 0,0 2 0 0,0 4 0 0,-9 8 0 0,-3 2 338 0,0 15-153 0,2-5-68 16,-5 12 235-16,2-2-160 0,0 4-80 0,-2 1 261 16,0 1-170-16,2-2-77 0,-1-4-51 0,3-2-184 15,4-13 71-15,-1 0 35 0,2-10 1 0,3-5-507 16,-1-5 267-16,2-3 137 0,2-5-664 0,-2-4 316 16,1 0 215-16,1-7-147 0</inkml:trace>
  <inkml:trace contextRef="#ctx0" brushRef="#br0" timeOffset="86740.08">14705 9115 2071 0,'4'-16'0'0,"5"6"0"0,4 1 0 0,-1 1 0 0,-3 1 0 0,2 3 0 0,3 0 0 0,-3 4 0 0,4 0 0 0,0 0 205 16,-2 4-79-16,-3 7-26 0,-3 6-34 0,-2 0 0 15,-3 6-33-15,-2-3-42 0,0 3 30 0,-2-1-9 16,-7-1 21-16,-2-2-144 0,-2-2 71 0,0 0 37 16,-1-6 8-16,1-2-71 0,4-3 13 0,1 0 36 15,3-5 73-15,-1 1-26 0,4-2-34 0,2 0 286 16,0 0-132-16,0 0-66 0,0 0-22 0,11 0 77 16,5 0-43-16,0 0-36 0,3 0 1 15,2 0 111-15,-3 0-69 0,3 0-35 16,-1 0 7-16,-2 0-276 0,-3 3 117 0,0 4 58 15,-1 0-1002-15</inkml:trace>
  <inkml:trace contextRef="#ctx0" brushRef="#br0" timeOffset="88061.42">15372 8879 902 0,'0'-13'0'0,"0"8"0"0,0 1 0 0,0 1 0 0,0 2 0 0,0 1 0 0,0 0 0 0,0 0 0 0,0 0 0 0,0 13 62 0,3 6-29 0,3 6 224 16,2 4-111-16,-2 7-49 0,3 8-36 0,0 4 24 16,1 0-26-16,-3 5 0 0,0 1-26 15,2 2 39-15,-2-2-8 0,0-2-31 16,-1-1-24-16,-1-4 17 0,2-11 7 0,-4 1 8 15,1-5-33-15,-1-9 1 0,-1-2 24 0,0-7-27 16,0-4 0-16,0-5 35 0,-2-2-16 0,0-3 32 16,0 0-36-16,0 0 6 0,-6-10-9 0,-3-9 20 15,-3-5-16-15,1-3 3 0,1-1-95 0,-6-5-24 16,3 4 51-16,-4-1 34 0,1 6-165 0,-4 4 88 16,3 9 31-16,-1 2 9 0,-3 7 24 15,3 2 5-15,-7 11-21 0,6 14 169 16,-2 9-77-16,5 2-35 0,5-5-14 0,2 7 113 15,6-3-53-15,3 1-35 0,0-4 198 0,2-1-103 16,11-8-24-16,4-4-27 0,5 0-68 0,1-5 0 16,1-6 27-16,4-4-264 0,0-4 132 0,2 0 74 15,1-1 18-15,-1-12-525 0,0-6 242 16,-2-4 136-16,-2-3 24 0,1-4-162 0</inkml:trace>
  <inkml:trace contextRef="#ctx0" brushRef="#br0" timeOffset="88278.35">15646 9172 832 0,'-2'-8'0'0,"2"7"0"0,0-2 0 0,0 3 0 0,6 0 0 0,7 0 120 0,6 8-43 0,-2 3-15 15,8 6 277-15,-4 4-153 0,2 1-76 0,-2 5 97 16,-3 1-86-16,0 4-37 0,-4 2-29 0,-4-1-34 16,-4 2 12-16,-4 0 0 0,-2-1 7 15,0 0-103-15,-8-1 47 0,-9-1 25 16,-4-4 0-16,-1-3-34 0,-4-5 37 0,-2-4-8 15,-1-7-201-15,1-5 71 0,2-4 65 16,7 0-243-16,-2 0 133 0,6-11 56 0,6-7 41 0,5-6-238 16,4 0 139-16,2-7 71 0</inkml:trace>
  <inkml:trace contextRef="#ctx0" brushRef="#br0" timeOffset="88461.37">16000 9155 1603 0,'3'-2'0'0,"-1"2"0"0,-2 0 0 0,-5 4 0 0,-11 3 0 0,-7 5 0 0,5 2 0 0,-1 6 272 16,-2 2-112-16,3 4-67 0,-1 4 138 0,4 2-99 16,1 0-50-16,7 2 142 0,4-2-87 0,3 2-56 15,0-3-25-15,3-1-46 0,15-1 22 0,2-5 1 16,4-1 8-16,6-5-360 0,2-1 176 0,4-1 88 16,-1-7-632-16,4-1 300 0,0-3 187 15,-2-4 24-15</inkml:trace>
  <inkml:trace contextRef="#ctx0" brushRef="#br0" timeOffset="88868.32">16437 9354 983 0,'-8'-26'0'0,"1"5"0"0,-6-6 0 0,1 9 0 0,-3 3 0 0,3 4 0 0,-4 3 0 0,2 6 0 0,-4 2 247 0,-1 12-107 0,1 12-53 16,-5 11 114-16,9 1-76 0,-6 13-50 0,8-3 107 15,3 0-74-15,6-1-38 0,3-9 0 0,0-1 6 16,0-1-8-16,9-7-35 0,3-9-1 0,4 0-57 16,5-7 29-16,-2-6 8 0,3-5 20 0,-1 0-151 15,2-3 76-15,0-18 38 0,-3-5 0 0,1-8-202 16,0-7 76-16,-7-5 67 0,4-3-237 0,-4-1 136 16,-1-2 59-16,-1-3-26 0,-3-3 55 0,-2-6 21 15,0 0 1-15,-4-2-10 16,3 0 1-16,-3 8 23 0,-1-4 8 0,0 12 44 15,0 14-22-15,-2 12 0 0,0 9 236 0,0 3-137 16,0 6-52-16,-2 6-33 0,-5 13 370 0,-2 16-180 16,-5 12-52-16,5 6 185 0,0 4-151 0,0 15-71 15,4-6-35-15,3 0 46 0,2 2-41 0,0-12-12 16,0 6-9-16,0 0 85 0,0-4-53 0,4 0-26 16,-1-3-83-16,3-6 37 15,-1 8-9-15,0-10-456 0,0-5 242 0,5-2 122 16,0-8 52-16,1-7-394 0,1-6 157 0,4-10 126 15,2-3 18-15</inkml:trace>
  <inkml:trace contextRef="#ctx0" brushRef="#br0" timeOffset="89020.08">16708 9344 524 0,'0'-12'99'0,"0"2"-50"0,0 5-24 0,-3 2 205 16,3 2-99-16,0 1-49 0,0 4 369 15,0 11-213-15,0 3-103 0,5 4-51 0,4-1 176 16,0 2-114-16,3-4-48 0,1 7-37 0,-3-6-297 15,4-2 135-15,-1 1 66 0,1-3 35 0,0-5-591 16,5-1 306-16,-1-4 158 0</inkml:trace>
  <inkml:trace contextRef="#ctx0" brushRef="#br0" timeOffset="89212.42">17065 9095 1454 0,'0'-3'0'0,"0"0"0"0,0 3 0 0,0 6 0 0,-7 14 0 0,-4 5 0 0,-2 9 0 0,-7 13 325 16,-3 11-146-16,-3 6-73 0,-6 18 391 0,-2-1-232 16,4-4-108-16,-7 22 169 0,2-6-147 0,1-3-73 15,3 0-37-15,0-3-192 0,8-14 86 0,-4 0 31 16,6-7 0-16,4-14-204 0,1 0 121 0,2-6 61 16,5-10-547-16,2-5 204 0,3-10 184 15,4-2-551-15</inkml:trace>
  <inkml:trace contextRef="#ctx0" brushRef="#br0" timeOffset="89490.53">17355 9395 2268 0,'0'-5'0'0,"13"5"0"0,6 0 0 0,-2 0 0 0,-2 2 0 0,1 1 0 0,4 3 197 0,-2-3-83 0,1 3-32 0,2 0-28 15,-1-1 32-15,1 2-26 0,2-2 0 0,-3 2-28 0,1-1-435 16,-2 0 214-16,-5-1 111 0,0 1-747 0,-8 2 404 15</inkml:trace>
  <inkml:trace contextRef="#ctx0" brushRef="#br0" timeOffset="89641.13">17359 9835 1681 0,'0'0'0'0,"0"2"0"0,5 4 0 0,12-3 0 0,0 1 0 0,4-2 0 0,3 2 0 0,2-3 0 0,8-1 0 0,1 3 369 0,4-2-172 0,-4 3-82 16,-1 2-41-16,-4 1-487 0</inkml:trace>
  <inkml:trace contextRef="#ctx0" brushRef="#br0" timeOffset="94148.58">18360 9044 856 0,'-6'0'0'0,"2"0"0"0,3 0 0 0,-3-2 0 0,2 0 0 0,0-3 0 0,0-3 200 15,2 0-84-15,0 3-42 0,0-2 219 0,0 1-134 16,0 0-63-16,0 1 25 0,10 0-44 0,2 1-22 16,6-1 8-16,5 1 79 0,0 1-55 0,7-1-27 15,2 0 0-15,2 3 77 16,1-1-44-16,-2 0-34 0,3 2 16 0,-1 0-22 16,-1 0 1-16,0 0-21 0,-8 0-56 0,8 0 25 15,-8 2-1-15,-5 1-34 0,-1 3 33 0,0 2 0 16,-8-4 41-16,2 2-256 0,-5-3 93 0,-4-1 67 15,-1 0-9-15,-2-1-321 0,0-1 155 0,-2 0 102 16,0 0-294-16,0 0 195 0,0 0 97 0,-9 0-59 16</inkml:trace>
  <inkml:trace contextRef="#ctx0" brushRef="#br0" timeOffset="94532.95">18418 9013 511 0,'-13'0'0'16,"1"1"0"-16,5-1 0 0,0 2 0 0,1 0 132 0,3-2-50 0,2 3-24 0,1 5 0 0,0 3 258 16,0 6-134-16,0 3-78 15,4 6 221-15,2 2-146 0,-1 4-74 0,1 2 175 0,-3 3-116 16,-1 1-70-16,0 7-30 0,0-6 35 16,-2 2-32-16,0-1-1 0,0-3-25 0,0 1-21 15,0-3 13-15,0-4 0 0,0-9-1 0,-4-1-90 16,2-8 54-16,0-2 14 0,1-5-122 0,-5 0 72 15,1-5 31-15,-7-1-104 0,1 0 44 0,-2 0 37 16,0-3-10-16,0-9-140 0,-3-1 70 0,0-4 45 16,2 0-1-16,1-1-53 0,3-2 44 0,-2 5 22 15,4 1 0-15,3 7 47 16,-2-2 9-16,6 4-34 0,-1 3 162 0,2 1-80 16,0-1-42-16,0 2 129 0,-2 2-68 0,0 15-41 15,-1 4-2-15,-3 6 59 0,2-3-25 0,1 1 0 16,-3 3-3-16,4-6-127 0,-2-1 53 0,2 0 1 15,2-6 51-15,-2-4-161 16,2-4 67-16,0-1 16 0,0-2-368 0,0-3 194 0,0-1 65 16,6 0-278-16,7-11 202 0,0-9 99 0</inkml:trace>
  <inkml:trace contextRef="#ctx0" brushRef="#br0" timeOffset="94896.99">18524 9143 1476 0,'9'-6'0'0,"-2"1"0"16,2 4 0-16,-1-1 0 0,1 0 0 0,1 2 0 0,-1 0 0 0,3 0 0 0,0 4 178 0,0 5-77 0,1 0-34 0,-4 2 3 0,3 3 0 15,-3 1-37-15,-2 0-99 0,-1 0 46 16,-2 0 26-16,-2 0 0 0,-2-2-173 16,0 0 99-16,0 0 59 0,-12-1 17 0,1-2-113 15,-6-2 61-15,1 0-19 0,-2-1 147 0,0-3-64 16,-1-2 3-16,4-1-68 0,3 2 166 0,2-3-66 15,4 0-31-15,0 0 300 0,4 0-153 0,0 0-44 16,2 0-47-16,0 0-7 0,8 0-1 0,7 3-31 16,4 1-8-16,5 4-40 0,-3-1-1 0,3 6 41 15,-1-1 0-15,-5 2-85 16,5 6 39-16,-6-2 23 0,-4 0-129 0,-2 0 56 16,-1 1 42-16,-6-1-53 0,-2-2 38 0,-2-2-6 15,0-1 0-15,-6-1-6 0,-8-1-4 0,0-3 29 16,-5-3 7-16,-2 1-47 0,3-4 22 0,-2-2-17 15,2 0 29-15,1 0-206 0,2-2 102 0,3-8 50 16,5-1-271-16,5-4 160 0,2 0 73 0,2-2-118 16</inkml:trace>
  <inkml:trace contextRef="#ctx0" brushRef="#br0" timeOffset="95351.86">19254 9307 1043 0,'1'-10'0'0,"1"1"0"0,-2 1 0 0,0-3 0 0,0-1 0 0,-5-2 0 0,-2 1 0 0,-3 0 157 0,0 0-63 0,1 2-30 0,0-1 91 0,-1 3-61 15,1 1-22-15,-4 1-7 16,3 3 0-16,-1 2-32 0,0 0 0 0,-2 2-8 16,-2 4 16-16,-2 14-8 0,2 1 0 0,-2 8 30 15,2 5 0-15,0 1-31 0,4 2 9 0,1-2 81 16,6 1-45-16,4-5-22 0,0-2 56 0,0-6-39 15,2 0 9-15,8-4-101 0,5-6 27 0,-2-2-1 16,4-6 27-16,2-3-64 0,-1 0 40 0,7-4-8 16,-4-17 32-16,1-4-205 0,2-10 81 15,-3 1 55-15,-4 0-4 0,3-9-241 16,-2-1 104-16,-2 1 77 0,-2-3-103 0,-1-5 85 16,-3-4 35-16,-3-8 29 0,-2 0-33 0,-1-1 27 15,1 5 0-15,-3 8 38 0,0 9-19 0,-2 3 8 16,0 13 0-16,0 11 172 0,0 2-87 0,0 5-50 15,0 6-13-15,-5 2 380 0,-4 18-155 0,1 9-107 16,-2 13 177-16,3 5-118 0,1 4-70 16,3 5 118-16,1 3-90 0,0-1-46 0,2-2-23 15,-2 1 46-15,2-3-38 0,-1-4-1 16,-2 2-29-16,3-5-16 0,0-1 16 0,0-11 7 16,0 5-130-16,3-8-168 0,2-2 146 0,2-8 72 15,2 0-691-15,3-7 349 0,-1-6 149 0,4-4-401 16</inkml:trace>
  <inkml:trace contextRef="#ctx0" brushRef="#br0" timeOffset="95568.28">19447 9190 821 0,'3'-11'0'0,"0"4"0"0,3 3 0 0,-1 0 0 0,1 0 0 0,4 2 326 16,1 2-151-16,1 0-71 0,4 5-36 0,-2 6 93 15,2 5-64-15,-2 4-24 0,0 4-8 0,-3 0 49 16,-4 6-41-16,-1-1 0 0,-3 0-85 0,-3 3 31 15,0-3-9-15,-5 1-68 0,-8-4 46 0,-4-2 22 16,1-3 0-16,-2-7-43 0,-5 2 29 0,0-5-1 16,0-5 8-16,2-3-178 0,-1 0 73 0,1-3 31 15,2 0-97-15,4-3 59 16,6-4 45-16,3-4 21 0,6-4-287 0,0-4 140 16,15-4 83-16</inkml:trace>
  <inkml:trace contextRef="#ctx0" brushRef="#br0" timeOffset="95759.77">19827 9054 578 0,'2'-10'0'15,"-2"8"0"-15,0 0 0 0,-6 2 0 0,-7 0 0 0,-7 7 439 0,0 11-203 0,-2 12-101 16,-1 4-52-16,1 3 352 0,5 1-193 0,-2 9-109 16,7-6 105-16,5-7-102 0,5 5-52 0,2-5-25 15,0-2 92-15,2-3-63 0,16-6-28 0,-2-1-285 16,7-5 129-16,1-7 65 0,0-4 40 0,8-2-548 15,-4-4 286-15,4 0 102 16,0 0 84-16,3-8-654 0</inkml:trace>
  <inkml:trace contextRef="#ctx0" brushRef="#br0" timeOffset="96151.34">20176 9232 719 0,'0'-22'0'0,"0"2"0"0,-9 6 0 0,-3 2 0 0,-1 3 0 0,-1 5 0 0,-4 4 210 0,-3 0-92 15,1 13-43-15,-1 8 262 0,0 9-152 0,1 6-76 16,7-5-30-16,-2 11 161 0,7-8-103 0,4 3-53 16,4-3-25-16,0-3 61 0,2-9-35 0,12 1-30 15,2-6-124-15,1-5 51 16,3-6 25-16,0-4 1 0,2-2-189 0,1-4 103 16,-3-12 55-16,1-9-121 0,-2-4 84 0,-2-4-7 15,-2-1 40-15,0-9-285 0,-3 3 140 0,-3-3 66 16,0-2 37-16,-2-4-42 0,1-3 31 0,-2-10 8 15,-1 2 27-15,1-3 13 0,-1 4-1 0,-1 8 0 16,0 6 127-16,-2 1-59 0,0 17-34 0,-2 2 128 16,0 12-80-16,0 2-33 15,0 7-31-15,0 4 407 0,-2 9-191 0,-4 17-54 16,0 14-63-16,1 5 122 0,-1 8-78 0,3 11-44 16,1-3 89-16,0 2-71 0,0-2-34 0,2-6 8 15,0 3 19-15,0-3-31 0,0-7 0 0,0-5-102 16,6-7 36-16,3-6 8 0,0-3 27 0,1-6-391 15,-1-10 195-15,2-6 98 0,3-5 12 0,0 0-647 16,4-16 335-16,-2-7 167 0,0-7-258 0,-2-10 212 16,0-1 106-16</inkml:trace>
  <inkml:trace contextRef="#ctx0" brushRef="#br0" timeOffset="96273.01">20461 9092 424 0,'2'-24'0'0,"-2"3"0"0,0 9 0 0,0 3 0 0,0 4 0 0,0 3 0 0,0 1 521 15,0 1-249-15,5 3-119 0,0 11 244 0,4 1-183 16,0 2-90-16,3 3-38 0,-1 5 113 0,0 0-83 15,1 1-42-15,-1-2-320 0,-1 1 139 0,1-7 78 16,1 1 27-16,4-4-284 0,0-1 159 0,2-5 80 16</inkml:trace>
  <inkml:trace contextRef="#ctx0" brushRef="#br0" timeOffset="96460.51">20845 8846 729 0,'0'-8'0'0,"0"6"0"0,0 2 0 0,-6 3 0 0,-7 20 0 0,-6 12 559 0,-5 16-263 0,-3 8-131 0,-4 6 448 16,-5 5-291-16,-1 9-136 15,-13 20-80-15,1 0 137 0,-8 19-105 0,11-25-53 16,-5 10-26-16,5-1-57 0,0-5-8 0,7-4 39 16,3-11-489-16,10-14 244 0,0-3 123 0,7-15 69 15,2 2-838-15</inkml:trace>
  <inkml:trace contextRef="#ctx0" brushRef="#br0" timeOffset="96626.07">20873 9983 1880 0,'0'-9'0'0,"2"9"0"0,3 0 0 0,1 0 0 0,-4 0 0 0,-1 1 0 0,1 5 474 0,-2 0-220 0,0 1-111 0,0 3-789 0</inkml:trace>
  <inkml:trace contextRef="#ctx0" brushRef="#br0" timeOffset="100426.54">9181 10644 562 0,'-4'0'0'0,"-1"0"0"0,0 0 0 0,-2 2 0 0,2 0 0 0,-1-2 205 0,3 0-77 16,-1 2-52-16,2-2-22 0,2 0 117 0,0 0-69 16,0 0-35-16,0 0 9 0,0 2-13 0,2-2 0 0,5 0-31 15,4 0 1-15,3 0 125 0,-1 0-55 16,4 0 7-16,-3 0-38 0,6 0-1 15,-4 0-38-15,3 0 0 0,0 0-19 0,-2 0-8 0,2 0 27 16,-1 0-87 0,-1 0 44-16,-1 0 21 0,-2 2 8 0,1-1-186 0,-1-1 98 15,-3 0 35-15,-1 0-99 0,-1 0 55 0,-4 0 40 0,1-1-178 16,-3-3 96-16,-1 0 32 16,1-1 28-16,-3 1-15 0,0 0 13 0,0-1 8 0,-6 2 21 15,-4 2 0-15,0-1 37 0,-2-1 0 16,1 3-45-16,-5 0 9 0,5 0 126 0,-1 0-63 0,0 0-32 15,3 5 95-15,-1 0-68 16,2-1 1-16,1 2 196 0,1-1-93 0,3 1-61 16,-1-1 83-16,2 3-54 0,1 0-30 0,1 2 0 15,0 2-10-15,0 3 1 0,0 0-27 16,0 4 9-16,1 7-8 0,3 2 44 0,0 4-22 16,-3 8 0-16,1 0-22 0,0 1 23 0,-2 11-23 0,0-4-43 15,0 4 22-15,0-6-1 0,0-4-56 16,0 7 34-16,0-16 22 0,0 5 0 0,0-4-102 0,0-5 56 15,0-4 23 1,-5-2-3-16,-1-2 4 0,1-5-69 0,-5-1 29 0,1-4 18 16,1-2-7-16,-3-5 21 0,0 3 5 0,1-6 0 15,0 1-14-15,3-2 63 0,0 0-31 0,1 0 196 16,3 0-101-16,1 0-41 0,2 0-28 0,0 0 0 0,0 0 229 16,0 0-102-16,0 0-28 0,4 0-49 15,10 0-23-15,3 3 0 0,2-3 83 0,2 1-58 0,0 1-24 16,0 0-1-16,6 1-56 0,-3 1 32 15,-3-2 8-15,3 1-143 0,-1 0 68 16,-2-2 33-16,-3 1 0 0,1 0-406 0,0-2 211 16,-2 0 73-16,-2 0-471 0,0 0 280 15,-1 0 141-15,-4 0 70 0,1-5-430 0,1-5 255 16,-1-3 122-16</inkml:trace>
  <inkml:trace contextRef="#ctx0" brushRef="#br0" timeOffset="100623.01">9705 10911 1724 0,'3'-3'0'0,"1"2"0"0,12 1 0 0,0-2 0 0,-2 1 0 0,1-2 0 0,0 2 0 0,-2-2 0 0,2 2 448 0,-2 1-208 0,4-2-104 0,2 2-57 15,-4 0-24-15,2 0 9 0,0 0-31 0,-1 0-158 16,0 0 79-16,-2 3 40 0,0 0-1 0,-3 1-564 15,3-1 298-15</inkml:trace>
  <inkml:trace contextRef="#ctx0" brushRef="#br0" timeOffset="100789.1">9763 11161 935 0,'-1'4'0'0,"1"3"0"0,0-3 0 0,0-2 0 0,0-2 506 0,1 1-229 0,10-1-126 15,5 0-59-15,8 0 364 0,-3 0-212 0,3-1-106 16,-1-3-44-16,5-2-19 16,-8 3-21-16,1 0-1 0,2 2-475 0,-5 1 228 15,0 0 121-15</inkml:trace>
  <inkml:trace contextRef="#ctx0" brushRef="#br0" timeOffset="105058.43">10939 10607 399 0,'4'0'0'0,"-2"0"0"0,2 0 0 0,0 0 0 0,-1 0 70 0,1 0 1 0,-2 0-30 15,2 0 51-15,-3 0-29 0,3 0-1 0,-2 0-29 0,1 0 36 16,-1 0-28-16,1 0-9 0,-1 0 20 16,0 0-19-16,-1 0 0 0,3 0-1 0,-2-6-3 15,2-3 4-15,-3-3 0 0,1 5-47 16,0-6 23-16,-2 2 1 0,0-1 31 0,0-2-58 15,0 2 24-15,0-1-8 0,-5 1-40 16,-1 1 51-16,1-1 16 0,-5 3-12 0,2-2-39 16,-1 4 35-16,0-3 4 0,-1 7-4 0,-1-3 16 15,-1 2-20-15,1 2 4 0,0-1 28 16,-4 3 1-16,2 0-26 0,-1 0-2 0,0 0 64 16,0 5-30-16,1 1 3 0,1-2-31 0,0 1 66 0,1 3-33 15,0-2 6-15,3-2 4 0,1 3-29 16,1-2-1-16,-1 3 15 0,0 1-1 0,4 2-11 15,1 4 0-15,0 4 0 0,0 4 28 0,2 3 9 16,0 2-38-16,0 4 64 16,0 2-32-16,4 1 0 0,6 6-31 0,-1-6 88 15,0 8-48-15,0-4 0 0,3 1-40 0,-5-7 41 0,3 3-42 0,0 0 9 16,-1-2-28-16,-2-1 20 0,0 0-1 0,0-4 1 16,-2-1-58-16,-3-3 37 0,2-1-8 0,-3-1 29 15,-1-2 0-15,0-4-70 0,0-2 34 0,-1-4 10 0,-9 0-67 16,-1-2 29-1,-2-3 23-15,-3 0-23 0,0-3-83 0,-3-1 50 0,1-2 32 16,-2 0 5-16,1 0-254 0,1 0 121 0,1 0 67 16,2-2 11-16,0-3-107 0,6 1 78 0,-1-1 39 15,5-3-250-15,2-3 145 0,3 0 64 0,0-3 44 16,12-4-318-16</inkml:trace>
  <inkml:trace contextRef="#ctx0" brushRef="#br0" timeOffset="105423.26">11192 10644 909 0,'0'-25'0'0,"0"5"0"0,-1 1 0 0,-5 1 0 0,-1 0 0 0,0 2 0 0,-5-4 0 0,1 6 0 0,2-1 0 0,0 2 94 0,0 1-30 0,0 1 0 0,4 4 32 0,-5-1-35 16,2 3-1-16,1 1-27 0,2 0 68 15,-5 2-34-15,4 2 8 0,-1 0-42 0,-2 0 85 16,1 2-42-16,-2 9-22 0,1 3 36 0,-3 3-20 16,2 5-9-16,-1 0-28 0,1 5 123 0,1 1-62 15,-2 2-30-15,2-1 94 0,4 6-67 0,1-4-28 16,2 3-1-16,2 0 20 0,0-3-24 0,0 3 7 16,2-2-32-16,6-3-28 0,2 0-1 15,-1-2 29-15,2 2-33 0,-1-1 7 0,-1 0 26 0,0 0 0 16,-1 4-105-16,-2 0 48 15,-3 4 27-15,-1-1-168 0,0 0 87 0,0-1 21 16,-1 3 30-16,-1-4-184 0,0-1 96 0,0-6 24 16,0 7 36-16,0-5-322 0,0-3 172 0,0-4 86 15,0 2-162-15,-3-5 117 0,-6 2 69 0</inkml:trace>
  <inkml:trace contextRef="#ctx0" brushRef="#br0" timeOffset="105641.23">10829 11673 1493 0,'-8'0'0'0,"2"0"0"0,1 0 0 0,1 0 0 0,0 0 0 16,1 0 0-16,3 3 0 0,0 10 0 0,0 1 342 0,0 3-154 0,0 6-78 0,2 1 54 0,1 1-58 16,3 9-40-16,-1-5-21 0,-1 2-12 0,-1-3 0 15,-1-5 0-15,5 1-161 0,-4-3 77 16,1-5 42-16,-2-6 20 0,1-1-355 0,-1-3 197 15,0-3 27-15,-2-3 67 0,0 0-482 16,0 0 250-16,0-9 127 0,0-10-199 0</inkml:trace>
  <inkml:trace contextRef="#ctx0" brushRef="#br0" timeOffset="105881.33">10769 11623 500 0,'-7'-24'0'0,"5"8"0"0,2 3 0 0,0 0 0 0,0 0 0 0,0 1 400 0,5 1-187 0,6 2-91 16,5 1 210-16,5 3-149 0,4 2-76 15,-4 3-28-15,6 0 51 0,-2 0-48 0,1 14-24 16,-1 2-1-16,-2 5 30 0,-7-1-19 0,5 6-8 16,-6 0-27-16,-4 4-34 0,-3 0 33 0,-5 1 1 15,-3 3-26-15,0 0-8 0,0-2 33 0,-11 1-37 16,-4-4 37-16,-1-5 1 0,0-3 8 0,-9-1-33 16,4-4-4-16,-4-5-1 15,0-1-2-15,1-6-100 0,4 0 53 0,-3-3 29 16,2-1 7-16,3 0-324 0,2 0 146 0,7 0 87 15,4 0-319-15,1-1 198 0,4-5 95 0,0-4 47 16,7 1-320-16</inkml:trace>
  <inkml:trace contextRef="#ctx0" brushRef="#br0" timeOffset="106138.9">11132 11810 979 0,'9'0'0'0,"0"2"0"0,-4-2 0 0,1 0 0 0,0 0 0 0,1 0 67 0,0 0 208 15,3 0-112-15,1 4 148 0,2 0-139 16,3 2-70-16,-2 5-34 0,0 1 8 0,-1 4-21 16,-1 1-22-16,0 5-99 0,-4 0 49 0,-5 3 25 0,-1-4 9 15,-2 3 15-15,0-1-105 0,-2-2 53 16,-9-2 26-16,-2-3-20 0,-4-3 32 0,-2-2-33 16,-1-3 0-16,-3-4-82 0,-3 0 48 0,5-4 2 15,-1 0-133-15,-1 0 75 16,8-1 42-16,0-6-197 0,6-2 114 0,6-4 57 15,3-5 19-15,0-2-217 0,12-2 127 0,9-1 63 16,1-1-347-16,8-7 400 0,-5 5 44 0</inkml:trace>
  <inkml:trace contextRef="#ctx0" brushRef="#br0" timeOffset="106297.48">11383 11728 1070 0,'4'-8'0'0,"-1"5"0"15,-1 1 0-15,-2 2 0 0,0 0 0 0,-4 13 0 0,-6 7 0 0,-1 3 475 0,2-1-213 0,-3 8-118 16,3-1 138-16,2-1-125 0,2 1-62 0,1-4-31 15,4-2 8-15,0-2 174 0,0-1-106 0,5-1-135 16,8-4 0-16,4-3 28 0,2 1 8 0,5-3-8 0,-5-4-413 16,3-2 206-16,1 1 103 0,0-4-580 15,-2-1 286-15,-1 0 177 0,-1 0 35 0</inkml:trace>
  <inkml:trace contextRef="#ctx0" brushRef="#br0" timeOffset="106474.02">11574 11782 861 0,'0'-7'0'0,"0"5"0"0,0 0 0 0,0 0 0 0,0 2 35 0,0 0 523 0,0 0-262 15,0 0-124-15,2 6 212 0,7 3-175 0,3 3-88 16,1 1-44-16,-2 1-169 0,4 2 59 0,-2 0 32 0,3-4 1 16,-2 5-546-16,0-7 289 0,0-1 154 0,2-2-327 15,-3-3 216 1</inkml:trace>
  <inkml:trace contextRef="#ctx0" brushRef="#br0" timeOffset="106634.59">11870 11629 1173 0,'0'-6'0'0,"0"2"0"0,0 2 0 0,0 2 0 0,0 0 0 0,0 6 0 0,0 9 0 0,-3 8 567 0,-6 12-267 0,-2 6-134 15,-7 12 313-15,-4 14-227 0,-4 5-110 0,-7 1-54 16,-4 15-10-16,1-9-23 0,3-8 9 0,-8 21-31 15,2-10-506-15,12-13 253 0,-1 2 126 0,1-5-363 16,10-14 253-16</inkml:trace>
  <inkml:trace contextRef="#ctx0" brushRef="#br0" timeOffset="107928.93">12056 10986 337 0,'-11'0'0'0,"4"0"0"0,0 0 0 0,0-2 0 0,0-2 0 0,2-1 233 0,-1-1-99 0,1-1-43 16,1 1 125-16,1 0-91 0,3-1-47 0,0 1 80 15,0-2-63-15,3-3-23 0,6 1-8 0,4-1 4 16,8 0 0-16,2 1-35 0,-5 5 0 0,3 0 63 16,2 3-35-16,0 2-1 0,-2 0-27 0,4 0-32 15,-6 7 32-15,-1 6 8 0,0 8-41 0,-4-1 1 16,-2 5 31-16,-3 4 1 0,-5 2-30 16,-2 5 38-16,-2-1-9 0,0 3-36 0,-4 0 35 15,-10-2-19-15,2-4 15 0,-3-3-20 16,-4-2-12-16,-2-4 26 0,1-5 0 0,-3-5-47 15,-2-1 22-15,4-5 2 0,-6-1 17 0,6-4-118 16,-2-2 56-16,2 0 24 0,5 0-242 0,5 0 116 16,1-2 55-16,3-6-90 0,3-1 66 0,4-3 43 15,0-2 21-15,11-4-251 0,12 0 140 0,2-1 66 16</inkml:trace>
  <inkml:trace contextRef="#ctx0" brushRef="#br0" timeOffset="108178.95">12575 10853 924 0,'0'-21'0'0,"0"4"0"0,0 0 0 0,-2 2 0 0,-9-1 0 0,-3 2 0 0,2 3 148 0,-6 3-49 16,2 6-37-16,-3 2 149 0,-3 0-89 0,-3 7-45 0,3 12-22 0,-1 6 62 16,-4 9-46-16,6 2 0 15,0 2-38-15,4 0 188 0,9-3-90 0,1 4-53 0,5-3 179 0,2-1-113 16,0 1-55-16,7-2-28 15,10-2 102-15,3-4-69 0,3 0-31 0,4-6-123 16,1-1 46-16,2-2 24 0,2-6 8 0,0-2-365 16,0-3 190-16,0-5 95 0,0-3 47 0,-1 0-313 15,-1 0 114-15,1 0 104 0,-1-7-553 0,-2-1 315 16</inkml:trace>
  <inkml:trace contextRef="#ctx0" brushRef="#br0" timeOffset="108393.36">13013 11037 1892 0,'-4'0'0'0,"4"0"0"0,0 4 0 0,0-3 0 0,0-1 0 0,0 2 0 0,0-2 0 0,0 2 0 0,0 0 629 0,0-2-303 0,0 0-146 16,0 1 126-16,0-1-136 0,0 0-69 15,0 0-26-15,0 0-393 0,0 0 176 0,0 0 87 16,0 3 44-16,0 0-833 0,0 9 441 0</inkml:trace>
  <inkml:trace contextRef="#ctx0" brushRef="#br0" timeOffset="109692.62">13503 10624 595 0,'-2'-2'0'0,"-2"-1"0"0,1 2 0 0,1-2 0 0,0 2 0 0,2-1 0 0,-2 2 141 0,2-2-54 0,0 0-28 0,0 1 192 16,2-1-110-16,9 0-46 15,4-2-35-15,5 2 199 0,0-1-114 0,6 3-56 16,-1 0 60-16,-3 0-49 0,7 0-39 0,-2 3 1 15,-1 3 76-15,1-2-52 0,-1 1-27 0,-3-3 19 16,5 2-45-16,-2-3 0 0,-7-1-1 0,4 0-138 16,-7 0 69-16,-2 0 43 0,-3 0-8 0,-4 0-301 15,-1 0 163-15,-4-1 42 0,0 1-201 0,-2-3 95 16,0 3 92-16,0 0-388 0,-10 0 234 16</inkml:trace>
  <inkml:trace contextRef="#ctx0" brushRef="#br0" timeOffset="110063.98">13522 10635 308 0,'-19'0'0'0,"6"0"0"0,4 0 0 0,-1 0 0 0,2 0 0 0,1 0 424 0,2 6-187 16,1 7-106-16,4 4-49 0,0 9 314 0,0 0-182 0,0 6-90 16,6 4 210-16,3 7-154 15,-2-1-74-15,3 5 49 0,-3-3-62 0,1 1-30 16,-1-3 9-16,1 7 27 0,-1-8-32 0,-1-7-1 15,-3 2-33-15,1-3-36 0,0-5 8 0,-1-2 28 16,-3-3 0-16,0-6-103 0,0-6 52 0,0 1 25 16,-7-5-150-16,-6 1 68 0,0-7 50 0,-2 1-167 15,-2-2 94-15,-1 0 28 0,-3-2 26 0,-2-7-52 16,1-4 35-16,1-2-4 0,2-2-1 16,2 2 3-16,0 0 22 0,4 0 8 0,1 7 0 15,3 1 76-15,4 1-38 0,-1 4 0 16,5 1 137-16,-3 1-74 0,2 3-45 0,0 13-8 15,0 6 61-15,0 2-30 0,0-3-6 0,2 1-11 16,0 3 6-16,0-3-1 0,0-1-21 0,0-2-108 16,0-6 62-16,0 0 22 0,0-2-6 0,0-6-363 15,2 2 164-15,6-5 98 0,3-2-372 0,2 0 232 16,2-4 113-16,4-15 56 0</inkml:trace>
  <inkml:trace contextRef="#ctx0" brushRef="#br0" timeOffset="110442.75">13635 10897 1511 0,'3'-8'0'0,"5"3"0"0,-1 4 0 0,-2-3 0 0,4-2 0 0,2 1 0 0,2 1 0 0,4 0 280 0,0 2-127 0,1 2-61 16,3 0-29-16,-2 0 160 0,0 8-96 0,0 5-38 16,-3 2-97-16,-2 2 1 15,-3 1 39-15,-4 3 1 0,-3 5-229 0,-2-5 123 16,-2 7 49-16,-2-5-141 0,-11-1 98 0,-2-1 50 15,-2-1-43-15,0-5 23 0,-5 3-40 0,3-9 30 16,-2 3-46-16,3-5 294 0,0-1-124 0,9-3-56 16,0-1 371-16,4-2-192 0,0 0-68 0,5 0 175 15,0 0-137-15,2 0-60 0,13 0-43 0,10 0-23 16,0 0-12-16,2 0 1 0,3 0 0 16,0 0-29-16,-2 10-8 0,-1 7 37 15,-3 1 0-15,-5 5-143 0,-6 1 71 0,-4-3 44 16,-5 3-150-16,-2 0 84 0,-2-1 0 0,-2 2 92 15,-13-7-27-15,-4-2-10 0,-4 1-30 0,-6-6 164 16,1-3-65-16,0-2-32 0,-2-3 1 0,5-3-102 16,-5 0 43-16,5 0 0 0,5-3 60 0,1-4-201 15,4-2 96-15,7 0 40 0,5-6-562 0,3-1 281 16,3-4 140-16,20-1-495 16,7-3 318-16</inkml:trace>
  <inkml:trace contextRef="#ctx0" brushRef="#br0" timeOffset="111145.93">14442 11054 600 0,'0'0'0'0,"0"0"0"0,0 0 0 0,0 0 0 0,-5 0 0 0,-1 0 0 0,2-6 373 0,-2-3-174 16,1-2-84-16,-1-1 123 0,1 1-103 0,-3-1-51 15,0 1-17-15,-1 2 42 0,0 0-39 0,-5 1 1 16,2 2-38-16,-6 5 31 0,2 1 8 0,-7 0-39 16,0 9 27-16,-1 12-1 0,0 8-26 0,3 5 69 15,4 0-27-15,-1 11-8 0,6-4-34 0,6-7 94 16,6 2-48-16,0-4-22 0,0-10 7 0,4 1-14 16,10-4-18-16,2-6 1 15,3-4 0-15,2-5-170 0,-1-4 93 0,5 0 34 16,-2-7-108-16,-1-12 59 0,-2-5 43 0,3-11-307 15,-4 1 155-15,3-8 46 0,-3-4 51 0,1 0-196 16,-4-3 118-16,-1-4 57 0,-2-3 22 0,0-12-101 16,-3 0 70-16,-5-3 34 0,1-4-1 0,-1-2 36 15,-1 16-9-15,-2-4 8 0,1 12-31 16,-3 18 0-16,0 8 32 0,0 10 316 0,0 4-167 16,-7 8-70-16,0 5-41 0,-2 11 427 15,-1 17-213-15,2 13-58 0,3 9-62 0,0 13 235 16,1 3-152-16,2 6-74 0,2 2-39 0,0 2 234 15,0-11-128-15,0 14-75 0,0-11-1 0,0-14-34 16,0 5 0-16,6-7-33 0,1-11-132 0,2 0 62 16,1-8 35-16,-1-13-529 0,0-1 281 0,-1-10 142 15,1-5 79-15,2-4-766 0,-1-2 381 16,1-15 190-16,-2-11 96 0,-1-4-302 16,0-1 190-16,-1-10 108 0,-3 1-52 0,0 7 89 15,-1-5 95-15,-1 3 0 0,0 3 0 0,2 2 0 16,0 2 0-16,2 9 178 0,-1 0-91 0,4 6-68 15,1 2-22-15,1 2 549 0,5 4-280 0,2 3-46 16,5 2-103-16,-2 2 376 0,6 0-235 0,-1 0-112 16,1 6 132-16,-3 5-122 0,1 6-62 15,-9-1-8-15,5 8-31 0,-8-1 0 0,-3 4-22 0,-4-3-53 16,-5-1 27-16,-1 0 8 0,0 4 18 16,-9-4-114-16,-6-2 57 0,-3-2 28 15,0-7-82-15,-3 0 70 0,-5-1-30 0,6-6 28 16,-3 2-215-16,-2-6 108 0,5-1 28 0,3 0-281 15,2 0 173-15,4-5 81 0,5-7 43 0,6-3-173 16,0-5 106-16,9-3 46 0,12 0 35 0</inkml:trace>
  <inkml:trace contextRef="#ctx0" brushRef="#br0" timeOffset="111714.28">15108 10680 1029 0,'7'-9'0'0,"-2"3"0"0,-1 2 0 0,-4 1 0 0,0 2 0 0,-4 1 0 0,-7 0 0 0,-6 1 0 0,-4 17 474 15,1 3-224-15,-6 7-109 0,3 5 256 0,0 3-182 16,5 2-92-16,4-4 179 0,5 1-139 0,4-1-65 16,5 0-33-16,0-4 13 0,3-1-22 0,12-2 7 15,4-2-30-15,4-2-70 0,3-3 35 16,2-3 0-16,3-2 35 0,0-4-268 0,3-5 129 16,2-4 70-16,-1-2-379 0,-3 0 207 15,0-8 44-15,-2-5-74 0,-4-4 107 0,-1 0 49 16,-3 1 24-16,-3-4-17 0,-6 5 22 0,-1-4-9 15,-3-1 29-15,-4-1 35 0,-3 1-1 0,-2-4-33 16,0-1 103-16,0 3-59 0,-9-4-19 0,-2 1 0 16,-4 5 93-16,2 2-57 0,-5 4-3 0,2 1 154 15,-1 6-76-15,-1 4-51 0,0 3 2 0,-1 0 141 16,1 9-64-16,-3 12-54 16,5 4-20-16,-2 2 12 0,5 4-1 0,2 0-36 15,5 1 8-15,4 0 33 0,2-2-20 0,0-2-1 16,2 1 13-16,9-7 0 0,1-4-25 0,1 0-99 15,2-4 45-15,0-4 23 0,0-4 0 0,2-4-186 16,0-2 96-16,-3 0 32 0,6-14 33 0,-6-4-264 16,4-7 133-16,-4-3 68 0,2-5-3 0,0-7-86 15,0 1 67-15,-4-5 34 16,0-2-77-16,-1-5 56 0,0-8 18 0,-1-10-71 16,-3-2 54-16,2-6 26 0,1 0 1 0,0 0-43 15,-3 16 26-15,-2-1 9 0,2 12 34 0,-5 14 188 16,-1 12-94-16,1 1-46 0,-2 11 165 0,0 5-100 15,0 6-56-15,-2 1 8 0,-6 18 447 0,-3 16-190 16,2 7-120-16,-1 10 158 0,1 13-146 0,2-2-75 16,3 5-36-16,0 3 195 0,4-4-108 0,0 12-66 15,0-6-30-15,0-6-31 0,0-12 2 0,2 2 1 16,5-12-198-16,4 5 94 0,1-18 53 16,1 0 25-16,1-13-732 0,2-3 314 15,1-8 205-15,0-7-643 0</inkml:trace>
  <inkml:trace contextRef="#ctx0" brushRef="#br0" timeOffset="111867.96">15724 10760 1863 0,'-3'-5'0'0,"1"3"0"0,0 0 0 0,0 2 0 0,1 0 0 0,-1 0 0 0,2 0 0 0,0 6 339 0,2 5-157 16,8 4-75-16,4 3 372 0,4 2-223 0,-4-3-103 15,11 5-297-15,-4-2 88 0,2-3 45 0,0 1 22 16,-2-2-297-16,-3-3 168 0,3 1 71 0,-2-1-740 15,0-4 409-15</inkml:trace>
  <inkml:trace contextRef="#ctx0" brushRef="#br0" timeOffset="112009.46">16146 10579 343 0,'0'-26'0'0,"0"16"0"0,0 0 0 0,0 8 0 0,-2 2 0 15,-11 18 636-15,-6 30-306 0,-6 12-149 0,-9 25-74 0,-3 3 661 16,-6 13-367-16,-8 16-177 0,-20 56 308 0,-3-2-250 15,-11 19 9-15,-19 46-291 0,6-10-601 0,10-17 350 16,-17 58 138-16</inkml:trace>
  <inkml:trace contextRef="#ctx0" brushRef="#br0" timeOffset="115587.02">16554 10734 735 0,'0'0'0'0,"0"0"0"0,-3 0 0 0,3 0 0 0,-2 0 0 0,2 0 0 0,0 0 345 0,0 0-161 0,9-2-75 16,5 2 255-16,7 0-165 0,2-2-83 16,-1 1 103-16,0 1-98 0,3 0-43 0,-2 0-23 15,-1 0-58-15,1 0 8 0,-4 0 28 16,-1 0-1-16,1 0-111 0,-3 1 55 0,0 3 29 16,-3-2-349-16,-1 0 184 0,-2 2 75 0,-2-3 56 15,-3 3-654-15</inkml:trace>
  <inkml:trace contextRef="#ctx0" brushRef="#br0" timeOffset="115759.57">16577 11029 1168 0,'-14'8'0'0,"7"-4"0"0,2 1 0 0,5-2 0 0,-2-3 0 0,2 0 0 0,0 0 530 16,2 0-240-16,12 0-133 0,10 3-62 0,3-3 228 15,0 0-145-15,5 0-73 0,-2 0 297 0,2 0-188 16,-2 0-91-16,0 2-45 0,0-2-242 15,-2 0 98-15,3 1 58 0,-1-1-742 0,-2 3 391 0,0 4 196 16</inkml:trace>
  <inkml:trace contextRef="#ctx0" brushRef="#br0" timeOffset="118791.23">17603 10558 1075 0,'-10'-17'0'0,"5"11"0"0,5 4 0 0,0 2 0 0,0 0 0 0,0 0 0 0,0 0 212 16,2 0-94-16,15 0-42 0,3 0 287 0,6 6-164 15,6-1-84-15,4 0-33 0,8-1 164 0,-5 3-108 16,-4-4-52-16,5 3-13 0,-2-1-41 0,-3 0 9 15,-3-2-8-15,-4 1-196 0,-5-3 98 16,-1 2 49-16,-5-1 24 0,-6-1-161 16,-2-1 88-16,-6 0 50 0,-1 0 17 0,0 0-595 15,-2 0 242-15,-4 0 151 0</inkml:trace>
  <inkml:trace contextRef="#ctx0" brushRef="#br0" timeOffset="119118.27">17579 10544 619 0,'-14'8'0'0,"1"2"0"0,6-1 0 0,-1 2 0 0,2 0 0 0,4 4 327 0,2 8-151 0,0 1-71 16,2 8 279-16,8 6-175 0,-1 2-88 15,0-1-36-15,1 13 194 0,-2-1-122 0,-3 0-63 16,-1-2-30-16,0 1 6 0,-3-8 9 0,1 6-47 16,-2-14-106-16,0-1 53 0,0-5 27 0,0-6-206 15,0-7 124-15,0-2 51 0,-3-4 29 0,-5-3-262 16,-3-4 133-16,-2-2 67 0,-2 0-31 0,-4-10-77 15,0-8 66-15,1-3 34 0,-2-7-7 16,2 1 0-16,1 0 32 0,2 2 8 16,3 8 31-16,3 0-1 0,2 9-29 0,1 1 212 15,2 4-114-15,0 1-36 0,1 2-29 0,-3 7 204 16,4 16-103-16,-3 1-28 0,3 4-31 0,-2 5 66 16,2-1-42-16,0-2-1 0,0 3-1 0,2-4-80 15,0-5 31-15,0-2-7 0,0-1-308 0,0-6 149 16,0-6 84-16,4-1-502 0,8-4 259 0,2-4 141 15</inkml:trace>
  <inkml:trace contextRef="#ctx0" brushRef="#br0" timeOffset="119441.3">17729 10864 963 0,'15'-10'0'0,"2"5"0"0,-1 2 0 0,0-1 0 0,0 2 0 0,0 0 0 0,-2 2 353 0,4 0-161 0,-2 2-79 16,1 7-40-16,-2 4 8 0,-3 1-15 0,-1 4-9 15,-4 2-80-15,-2-1 28 0,-4 2 0 0,-1 0-167 16,0 0 105-16,-4-3 41 16,-7 1 24-16,-2-4-87 0,-1-2 54 0,0-1-13 15,4-7 25-15,1-2 43 0,3 2 0 0,3-4-81 16,1-1 304-16,0 0-123 0,2 0-63 0,2 0-18 16,10 2 37-16,8 2-17 0,4 2 0 0,-4-1 13 15,7 9-49-15,-5-1 0 0,-2 9-1 16,0 1-33-16,-3 3-1 0,-6 2 43 0,-4 0-9 15,-3 3-49-15,-2-3 24 0,-2-1 1 16,-4-2 23-16,-9-4-7 0,-6-1 3 0,1-4-21 16,-7-5 5-16,1-4 11 0,-3-3 1 0,3-3-81 15,-4-1 36-15,2 0 15 0,1-3 1 0,2-10-380 16,2-4 189-16,9-2 79 0,1-9 55 0,7 0-502 16</inkml:trace>
  <inkml:trace contextRef="#ctx0" brushRef="#br0" timeOffset="120008.57">18772 10539 823 0,'0'-16'0'0,"0"0"0"0,0 1 0 0,-3-2 0 0,-3 0 0 0,1-1 0 0,-1-3 0 0,1 2 0 0,-3 2 181 0,0-2-74 0,1 2-29 0,-2 2 48 15,-1 2-47-15,-1 2-23 0,0 0 0 0,-1 3-1 16,3 4 8-16,-6-1-30 0,2 3-1 0,-2 0 64 15,0 2-31-15,0 0-1 0,-4 0 59 0,2 9-49 16,-1 3-21-16,-3 3 0 16,4-2 108-16,2 2-65 0,0 2-23 0,1 0 139 15,4 2-90-15,-2 3-45 0,6 1-21 0,3 2 136 16,1 6-71-16,2-1-48 0,0 6 0 0,0 5-17 16,2 1 0-16,3 1-24 0,3-4 75 0,3 12-42 15,-4-2 1-15,4 1-34 0,-4 3 176 0,-2 1-208 16,1 1 0-16,-3 1 0 0,1 0 0 0,0-3 0 15,-2-1 0-15,0-1 0 0,0-8 0 16,0 8 0-16,-2-13 0 0,0-1 0 16,0-1 0-16,0-2 0 0,-4-2 0 0,-6-4 0 15,-1-2 0-15,-1-3 0 0,-6 0-174 0,-1-1 88 16,-3-2 27-16,-4-1-121 0,-1-2 69 0,-1-4 45 16,2-2 2-16,-3-5-106 0,8-2 61 0,-4-4 42 15,2 0 0-15,4 0-14 16,1-6 23-16,4-5 1 0,3-4-230 0,8 0 131 0,1-3 62 15,2 4 30-15,0-3-362 0,5 4 196 0,10 0 91 16,2 0-351-16</inkml:trace>
  <inkml:trace contextRef="#ctx0" brushRef="#br0" timeOffset="120396.42">18773 11441 1358 0,'0'0'0'0,"0"3"0"0,-1 5 0 0,-2-1 0 0,-1 6 0 0,-1 2 0 0,-1 4 0 0,1 4 159 15,1 1-63-15,0 2 143 0,4-1 31 0,0-4-111 16,0 1-67-16,0-1 80 0,10-4-70 0,0-1-34 15,4-3 0-15,1-7-62 0,0 0-7 0,0-6 33 16,0 0 1-16,0 0-78 16,-1-6 38-16,-2-9 9 0,-1-8-97 0,-1 2 64 15,-2-2 32-15,-5-1-2 0,-1-4-73 0,0 7 12 16,-2-10 34-16,0 6-85 0,-6-1 52 0,-3 2 6 16,-1 6 1-16,-2 0 60 0,-4 4-28 0,0 2-9 15,-2 5 7-15,0 1 90 0,-1 4-43 0,0 2-22 16,1 0 16-16,2 0-25 0,3 8-3 0,4-2 15 15,1-2-82-15,3 5 38 16,3-4 3-16,2 3-416 0,0-1 211 0,2-1 104 16</inkml:trace>
  <inkml:trace contextRef="#ctx0" brushRef="#br0" timeOffset="120746.48">18976 10205 1379 0,'-8'-4'0'0,"-1"-1"0"0,3 2 0 0,4 3 0 0,0 0 0 0,0 0 238 0,1 0-106 16,1 14-50-16,0 7 216 0,0 5-132 0,0 1-67 16,0 5-25-16,3 2 283 0,3 0-162 0,0 2-81 15,0 0-41-15,-1 1 8 0,-1 2-16 0,-1-3-8 16,-1 2-413-16,2 0 194 0,0-3 98 0,0-1-305 15,0-1-267-15</inkml:trace>
  <inkml:trace contextRef="#ctx0" brushRef="#br0" timeOffset="121842.02">19687 10973 518 0,'-3'0'0'0,"-3"0"0"0,1-2 0 0,1 0 0 0,-2-2 76 0,0 1-21 16,1-3 0-16,-1 0 141 0,-1-1-74 0,4-1-48 16,-2 2 0-16,1 0 41 0,1-2-40 0,-1 1-22 15,0 3 9-15,1 1-17 0,-1-1-13 0,-1 3 1 16,-4 1 2-16,-2 0-2 0,1 11 8 0,-4 11-27 16,-3 5 19-16,2 7 0 0,-1 5 0 0,0 5 85 15,5-6-34-15,-4 16-30 0,5-8 0 16,3-3 107-16,5-8-64 0,1-2-32 15,1-8 8-15,0-3 14 0,3-5-28 0,8-4 1 16,5-5-92-16,-2-5 32 0,1-3 9 0,8 0-141 16,-2-13 83-16,1-12 41 0,2-9 20 0,-1-5-130 15,0-7 51-15,-2-5 40 0,-3-2-22 0,3-9-275 16,-7 4 152-16,0-2 39 0,-5 5 42 0,0-19-80 16,-5 4 69-16,-1-3 35 0,-2 0-11 0,-1-1 23 15,0 20-9-15,0 0 150 0,0 19-60 0,0 11-29 16,-8 9 0-16,1 4 109 0,0 7-77 15,-5 4-27-15,1 17 1 0,0 17 315 0,-1 8-121 16,3 8-91-16,3 16 9 0,3 0 177 16,3 2-130-16,0-2-65 0,0 0 112 0,0-10-80 15,0 14-52-15,0-8-32 0,2-10-13 0,3 6 1 16,2-3 0-16,2-11-139 0,0-1 65 0,2-7 37 16,2-7 0-16,-2-12-553 15,4-2 248-15,-1-8 158 0,2-7-3 0</inkml:trace>
  <inkml:trace contextRef="#ctx0" brushRef="#br0" timeOffset="122066.6">19862 10929 1292 0,'0'-12'0'0,"0"9"0"0,0 0 0 0,2 0 0 0,7 3 0 0,5 0 0 0,1 0 0 0,4 10 229 0,5 5-102 0,-4 2 244 16,1 2-170-16,0 4-84 0,-4 3-42 0,0 4 100 15,-6 0-76-15,-2 2-32 0,-3 0-1 0,-4 0-64 16,-2-1 0-16,0 2 39 15,-10-5-8-15,-4-2-86 0,-4-3 44 0,-2-3 20 16,-2-5-114-16,-1-3 76 0,-6 1 26 0,3-8-293 16,6 1 125-16,-1-6 86 0,5 0 1 0,6 0-319 15,0 0 189-15,5-10 89 0,5-8 46 0,2-5-290 16,16-8 168-16,5-2 75 0,7-8 49 0</inkml:trace>
  <inkml:trace contextRef="#ctx0" brushRef="#br0" timeOffset="122226.17">20170 10834 1189 0,'10'-19'0'0,"-5"9"0"0,0 5 0 0,-5 3 0 0,0 2 0 0,-7 2 0 0,-9 17 0 0,0 4 283 16,0 3-125-16,-1 3-62 0,0 2 427 0,2 1-237 15,0 0-130-15,3 1 185 0,5-1-154 0,3-2-77 16,4-6-30-16,0 7-100 0,2-7 26 0,11-1 1 16,6-5 26-16,2 1-513 0,1-5 265 0,8-3 119 15,-4-2 65-15,4-3-366 0,-1-4 206 0,1-2-35 16</inkml:trace>
  <inkml:trace contextRef="#ctx0" brushRef="#br0" timeOffset="122627.12">20992 10671 863 0,'-11'-19'0'0,"6"2"0"0,0 1 0 0,1-2 0 0,-2-1 0 0,3-5 0 0,-2 3 135 0,2-1-52 0,-1-1-16 0,0 2 75 15,1 0-54-15,-5 0-28 0,2 5 0 0,-1 1-32 16,-2 4 13-16,-2 2-8 0,-5 5-1 0,0 2 40 16,-2 2 0-16,-3 0-39 0,3 4 47 0,-6 8-8 15,4 4-40-15,2 3 71 0,1 4 55 16,1 0-63-16,0 6-23 0,3 4 213 0,0 7-126 15,4 3-64-15,3 1-31 0,2 8 267 16,4 0-141-16,0 3-82 0,0 1-38 0,0 2 132 16,6 7-32-16,3-6-170 0,-2-4 0 0,3 16 0 15,-2-6 0-15,-3-2 0 0,1-1 0 0,-5-10 0 16,1 5 0-16,0-7 0 0,-2-4 0 0,0-3 0 16,-7-8 0-16,-6 2 0 0,-3-6 0 0,-4-3-172 15,-4-5-74-15,-3-3 96 0,-3-4 65 0,0-7-4 16,-2-1-395-16,2-5 226 0,0 0 112 15,2-3-267-15,1 0 190 0,6-3 87 0</inkml:trace>
  <inkml:trace contextRef="#ctx0" brushRef="#br0" timeOffset="123568.27">21217 11454 215 0,'0'0'0'0,"-2"0"0"0,0 0 0 0,-2 0 0 0,3 0 0 0,-4 0 138 0,1 0-45 0,-1 0-34 16,1 0 125-16,-1 11-75 15,-1 4-39-15,3 1 143 0,-4 5-82 0,4 6-54 16,1-6-21-16,2 0 149 0,0 3-86 0,0-4-43 16,0-1-14-16,3-4 91 0,9-3-61 0,1-2-29 15,1-2-27-15,2-4 5 0,1-3-8 0,0-1-1 16,0 0-38-16,1-1-1 0,0-11 40 0,-6-3-146 16,2-2 68-16,-3-3 40 0,-4 0-1 0,-3-1-142 15,-1-5 81-15,-3 3 9 0,0 2 29 16,-7-3-52-16,-5 1 33 0,-4 4-5 0,3 5 98 15,-6-1-44-15,1 1 6 0,-3 7-35 16,3 0 92-16,-1 4-35 0,1 2-23 0,2 1 125 16,0 0-66-16,7 0-14 0,2 1-22 0,3 2-70 15,3 2 27-15,1-1 23 0,0 1 8 0,1-1-426 16,10-4 200-16,5 0 89 0,2 0-355 0,-1-2 213 16</inkml:trace>
  <inkml:trace contextRef="#ctx0" brushRef="#br0" timeOffset="123834.82">21231 10176 1211 0,'-5'-1'0'0,"1"1"0"0,2 0 0 0,0 9 0 0,1 6 0 0,-1 5 0 0,0 7 144 0,0 5-55 16,0 3-28-16,1 7 257 0,-1-1-142 0,2-3-63 16,-3 7-45-16,3-4 47 0,0-5-41 0,0 2-20 15,0-1-141-15,0-3 68 0,0-2 21 0,0-3 1 16,0-6-304-16,0 0 167 0,3-4 84 0,-1-6-227 16,1-2 79-16,1-4 96 0,-1-1-46 0,1-6-270 15</inkml:trace>
  <inkml:trace contextRef="#ctx0" brushRef="#br0" timeOffset="123985.99">21280 10544 1458 0,'2'-3'0'0,"0"1"0"16,0 0 0-16,2 0 0 0,-1 0 0 0,4 0 0 0,0 0 0 0,2 1 0 0,5-1 229 0,-2 2-98 0,1 0-49 0,3 0-29 0,0 0 1 15,0 0-14-15,1 0-173 0,-3 0 83 16,1 0 41-16,-1 0 21 0,-2 0-523 15</inkml:trace>
  <inkml:trace contextRef="#ctx0" brushRef="#br0" timeOffset="124218.47">21516 10340 1216 0,'0'-6'0'0,"1"4"0"0,7 0 0 0,1 2 0 0,3 0 0 0,0 0 0 0,6 4 0 0,-2 8 0 0,3 4 222 0,-1 1-95 16,-2 4 175-16,0 2-134 0,-2 0-68 15,-3-1-25-15,1 4 44 0,-5-2-43 0,-3-3-21 16,-2 2-1-16,-2 2-54 0,0-4 9 0,-11 2 23 16,-5-2 1-16,-3-2-48 0,-1-4 24 0,-3 0 0 15,2-6-211-15,-1-1 113 0,-4 0 51 0,5-4-355 16,0 0 166-16,3-2 105 0,2-2 2 0,5 0-180 16,4 0 134-16,3 0 66 0,4-10 34 0,0-4-186 15,10-2 102-15,9-9 62 0</inkml:trace>
  <inkml:trace contextRef="#ctx0" brushRef="#br0" timeOffset="124408.96">21790 10347 911 0,'11'-17'0'0,"-4"6"0"0,-1 2 0 0,-5 2 0 0,-1 3 0 0,0 2 0 0,-1 1 0 0,-12 1 264 16,-1 0-116-16,0 7-50 0,-2 3 327 0,-2 7-197 16,2 2-97-16,0 2 188 0,2 3-143 0,7-3-63 15,2 2-44-15,1 1 63 0,4 0-49 0,0 1-26 16,4-3 1-16,6-2-138 15,11 3 53-15,-1-5 29 0,1 2 1 0,4-5-328 16,0-1 179-16,-3-5 98 0,7 2-272 0,-11-3 106 16,5-3 102-16,-1 2-37 0,-2-1-401 0</inkml:trace>
  <inkml:trace contextRef="#ctx0" brushRef="#br0" timeOffset="125408.09">21969 10969 842 0,'-1'0'0'0,"-5"-4"0"0,1 3 0 0,1-1 0 0,-1-2 0 0,-2 0 0 0,3 0 0 0,1 0 127 0,3 2-48 16,0-1 222-16,0-1-138 0,0-2-65 15,7 0-33-15,7 4 144 0,2-3-89 0,2 4-35 16,1 1-30-16,-1 0 105 0,1 0-64 0,-1 7-32 16,1 8 1-16,-3 0 1 0,0 7-8 0,-5-1-18 15,-1 3-7-15,-2 3-1 0,-7-1 1 0,1-1-31 16,-2 7 31-16,0-1 0 0,-13 0 0 0,-2-1 25 16,-5 0-26-16,-3-2 9 0,-1-2-8 0,-5 0 23 15,-1-1-23-15,0-4-1 16,0-3 1-16,0-3-29 0,2-4-9 0,1-3-212 15,9-2 118-15,-1-4 58 0,8-2 22 0,4 0-389 16,0 0 198-16,7-6 71 0,0-13 57 0,14-2-407 16,12-5 229-16,-2 2 105 0,11-10 65 0</inkml:trace>
  <inkml:trace contextRef="#ctx0" brushRef="#br0" timeOffset="125618.52">22360 10901 1572 0,'0'-10'0'0,"0"3"0"0,-7 3 0 0,-7 3 0 0,-2-2 0 0,-3 2 0 0,-6 1 0 0,3 1 0 0,0 17 168 16,-5 5-58-16,3 3 328 0,-5 7-203 0,9 1-101 15,1 5-50-15,5 5 286 0,5-7-160 0,4 12-93 16,5-5-42-16,0-5 69 0,3-5-55 0,15-1-29 16,3 0 9-16,2-7-311 0,6-4 137 15,1-3-232-15,2-4 185 0,1-5 93 0,4-7 53 16,-2-1-837-16,1-2 406 0,-4 0 198 15,-2 0 103-15</inkml:trace>
  <inkml:trace contextRef="#ctx0" brushRef="#br0" timeOffset="126077.32">22881 10993 883 0,'-13'-14'0'0,"-1"0"0"0,5 5 0 0,-3-1 0 0,1 1 0 0,-1-3 164 0,-4 4-57 0,2 2 43 16,-2 0-58-16,2 5-30 0,-2 1 1 0,-2 0 75 16,0 4-43-16,-1 16-36 0,-1 2 0 0,1 7 72 15,1 6-50-15,-1 3-23 0,8-4 7 0,-3 10 127 16,7-9-79-16,1 2-40 0,5-4 127 0,1 0-83 16,0-11-34-16,1-1-26 15,9-3-24-15,0-4-1 0,4-5 1 0,1-5-116 0,2-4 66 16,1 0 21-16,3-4-1 0,-2-15-178 15,1-5 103-15,1-4 51 0,0-6-16 0,1-8-266 16,-3-1 108-16,2-4 87 0,-4-1-107 0,0-7 83 16,1-11 54-16,0 3 22 0,-6-9-24 0,2-5 23 15,-1-13 1-15,-1 15-64 0,-3-8 48 0,-4 10 0 16,-1 15 39-16,-2 4 49 0,-2 16-24 0,0 10-9 16,0 1-15-16,-9 11 316 0,1 8-144 15,-4 5-85-15,1 3 351 0,1 11-190 16,-2 25-63-16,4 4-62 0,5 21 228 0,-1 3-143 15,4 6-72-15,0 8 124 0,0 3-102 0,0 0-47 16,2-1-22-16,2-5 228 0,1-2-33 0,2-14-252 16,3 3 0-16,1-4 0 0,-2-10 0 0,3-8-420 15,-3-4 243-15,2-13 113 0,-1-5 44 0,1-7-718 16,-3-3 328-16,3-8 192 0,-2 0 73 0,2-2-216 16,-1-11 169-16,0-12 79 0</inkml:trace>
  <inkml:trace contextRef="#ctx0" brushRef="#br0" timeOffset="126225.33">23108 10817 1570 0,'1'-3'0'0,"4"0"0"0,1 3 0 0,-3 0 0 0,3 0 0 0,-1 10 0 0,1 1 0 16,4 3 241-16,-1-2-104 0,3 3 94 0,2 3-99 0,1-2-42 16,0 1-32-16,2-4-420 0,0 0 197 0,-1-1 99 15,0-1 50-15,-2-4-615 16,0 1 323-16</inkml:trace>
  <inkml:trace contextRef="#ctx0" brushRef="#br0" timeOffset="126418.4">23502 10612 1823 0,'0'-20'0'0,"0"2"0"0,0 6 0 0,0 0 0 0,0 6 0 0,0 3 0 0,0 1 0 0,0 2 0 0,0 19 307 0,-9 17-141 16,-8 20-67-16,-5 9 428 0,-10 20-246 0,-6 7-125 15,-5 9-53-15,-14 31 230 0,1 7-33 0,-17 32-300 16,-1-7 0-16,-4 10 0 0,9-18 0 0,-9 26-164 16,23-49 162-16,4 5-351 0,5-15 192 0,10-25-888 15,3-8 465-15</inkml:trace>
  <inkml:trace contextRef="#ctx0" brushRef="#br0" timeOffset="131405.65">23911 10729 1261 0,'0'-3'0'0,"0"3"0"0,0 0 0 0,0 0 0 0,0 0 0 0,5 0 0 0,2 0 0 0,2 0 298 0,5 0-125 0,1 0-74 16,2 0 37-16,3 0-52 0,-1-1-26 0,2-3-47 15,-3 1 8-15,2-3 14 0,-2 0 0 0,-1 3-247 16,-2 1 124-16,-2-1 61 0,-4 2 39 0,2 1-491 16,-4 0 205-16</inkml:trace>
  <inkml:trace contextRef="#ctx0" brushRef="#br0" timeOffset="131577.37">23901 10943 1561 0,'-10'7'0'0,"7"-1"0"16,1 3 0-16,2-1 0 0,0-2 0 0,0-3 0 0,0 1 0 0,2 0 259 0,8-2-118 0,8 2-53 0,-2-3 126 0,5 1-90 0,1-2-46 15,1 0-14-15,2 0 0 16,1 0 1-16,-1-2-32 0,-2-2 0 0,0-3-425 16,0 3 221-16,3-3 97 0,-1 1-648 0</inkml:trace>
  <inkml:trace contextRef="#ctx0" brushRef="#br0" timeOffset="131809.76">24577 10368 1665 0,'2'-13'0'0,"5"5"0"0,7 8 0 0,5 0 0 0,4 0 0 0,2 0 0 0,1-1 0 0,4-2 483 0,2 2-225 15,6-1-113-15,-1 0 207 0,10-2-164 0,-2 2-78 0,-1 0-38 0,-1 2-69 16,-6 0 30-16,0 0 8 0,2 0-8 0,-9 0-118 16,-7 0 59-16,0 0 30 0,-5 6-400 0,-9-2 223 15,-2 2 99-15,-5-1 53 16,-2 1-767-16,0-1 378 0,-6 1 188 0</inkml:trace>
  <inkml:trace contextRef="#ctx0" brushRef="#br0" timeOffset="132151.7">24662 10362 1461 0,'-21'6'0'0,"1"5"0"0,8 0 0 0,4 3 0 0,1-3 0 0,5 3 0 0,2 7 0 0,0 8 0 0,0 5 633 0,9 5-300 16,4 3-150-16,-1 5 164 0,-1-1-149 16,0 3-87-16,1 0-39 0,-5-2 223 0,0-3-131 15,0 0-66-15,-2-8 102 0,-3 1-200 0,2-5 0 16,-3-2 0-16,-1-9-282 0,0-1 174 0,0-8 78 15,0-2 28-15,-1-3-353 0,-5-3 194 0,-6-4 16 16,3 0 74-16,-5-3-166 0,0-12 106 0,-2-5 49 16,2-3-63-16,-1-4 55 0,2-2 30 0,0-1-26 15,3 10 30-15,-1-1 1 16,2 4 22-16,-1 10 168 0,2-2-84 0,1 6-50 16,0 3-13-16,-3 0 268 0,2 10-139 0,-1 8-33 15,-1 5 139-15,3 0-79 0,-4 6-63 0,4 2-1 16,-3-3-25-16,3 1-23 0,-1-4 1 0,3-4-185 15,1 2 88-15,0-5 49 16,2-3 24-16,2-6-530 0,0 1 264 0,0-4 90 16,2-4 79-16,13-2-578 0,0 0 317 0</inkml:trace>
  <inkml:trace contextRef="#ctx0" brushRef="#br0" timeOffset="132503.43">24860 10696 1214 0,'11'-15'0'0,"-1"7"0"0,5 0 0 0,0 1 0 0,1 3 0 0,0 0 209 16,0 0-88-16,4 2-36 0,-1 2 423 0,1 0-238 0,-1 0-118 16,0 4-60-16,-3 6 54 0,0 3-49 0,-5 2-36 15,0 0 0-15,-5 2-231 0,-5 1 102 16,2-1 50-16,-3 2-182 0,-3 0 112 16,-10 0 61-16,-3 1 29 0,0-4-77 0,-2-4 11 15,1 1-31-15,-2-1 132 0,6-3-25 0,6-5-81 16,-2 0 40-16,4-3 365 0,3 2-164 0,2-3-88 15,0 0-45-15,7 0 251 0,15 0-129 0,4 1-62 16,0 2 85-16,4 4-79 0,1 2-37 0,-3 2 1 16,-2 4-80-16,-2 4 22 0,-7 0 8 0,-1 7-21 15,-4-1 1-15,-6 3 34 0,-4-2-1 0,-2 0-42 16,-2-3 29-16,-16 3-8 16,-3-5 7-16,-4-3 187 0,-5-4-205 0,-2-3 0 15,-3-3 0-15,-1-6 0 0,-2-2 0 0,0 0 0 16,1-2-254-16,2-12 140 0,3-2 66 0,5-5-326 15,6-3 168-15,10-5 96 0,8 3 17 0,3-3-695 16</inkml:trace>
  <inkml:trace contextRef="#ctx0" brushRef="#br0" timeOffset="133577.26">26069 10485 806 0,'0'-5'0'0,"-2"0"0"0,2 1 0 0,0-5 0 0,0-3 0 0,-1-4 0 0,1-3 0 0,0-2 125 0,0-3-50 0,-2 0-21 0,0-1 43 16,0 0-32-16,-1 0 0 0,-3 4-24 0,-1-6-34 15,-3 3 26-15,-1 0 0 0,-2 1-1 0,-2-1-13 16,-1 7 21-16,0-2-7 0,-1 5 30 0,2 2 0 15,-3 3-31-15,2 5 9 0,1 2 21 0,0 2-1 16,-2 0-28-16,2 0 63 0,0 11-32 0,4 5 9 16,0 5-41-16,2 3 89 0,6 3-45 15,3 4-21-15,0 11 0 0,0-4 110 16,8 11-69-16,5-2-32 0,2 3 93 0,0 3-61 16,1 7-32-16,-2-7 8 0,1 11-6 0,-5-5-1 15,-3-8-32-15,-3 6-22 0,-1-1 22 0,-3 1 8 16,0-3-9-16,0-1-29 0,-9-3 0 0,-2 1 29 15,-2 0 1-15,0-10-15 0,-4 6-9 0,0-15 24 16,-2 1-76-16,0-4 34 0,-1-7 6 0,3-5 6 16,-6-4-172-16,5-5 89 0,-3-4 34 15,4-4-122-15,0 0 70 0,2 0 41 16,2-10 5-16,11-5-420 0,0-6 219 0,2-3 110 16,9 1 56-16,12-1-486 0,10-5 274 0</inkml:trace>
  <inkml:trace contextRef="#ctx0" brushRef="#br0" timeOffset="133844.29">26173 10980 1081 0,'8'4'0'0,"-1"9"0"0,-3 4 0 0,-2 6 0 0,-2-5 0 0,0 3 0 0,0 2 0 0,-4-1 479 0,-2 1-223 0,6-5-111 0,-3-1 92 16,3-5-103-16,0-3-42 0,3 1-34 0,5-6 27 15,7-4-26-15,4 0-1 0,3-3-25 0,3-12-137 16,-2-5 64-16,1-5 37 0,-6-1-219 0,0 0 127 15,-6 1 64-15,-6 5 40 0,-3-1-193 0,-3 2 92 16,0 2-13-16,-2 2 96 0,-11 4-42 0,-3 4 10 16,-3 1 9-16,-5 4 62 0,-1 2-31 0,-2 0 0 15,6 0-40-15,-7 13 204 16,3 0-68-16,7-3-52 0,1 1-17 0,7-4-1 16,0 1 16-16,7-5-30 0,0 0-348 0,3 1 166 15,3-4 77-15,16 0-465 0,-6-8 255 0</inkml:trace>
  <inkml:trace contextRef="#ctx0" brushRef="#br0" timeOffset="134024.71">26511 9878 1496 0,'2'-28'0'0,"0"11"0"0,-1 6 0 0,4 3 0 0,-4 2 0 0,1 5 0 0,2 1 0 0,2 0 0 0,-2 15 387 0,0 9-177 0,-3 4-89 0,-1 10-4 15,0 7-34-15,0 5-30 0,-5 5 1 0,-2 1-479 16,4 2 229-16,1 3 114 16,0-1-298-16,2 7 195 0</inkml:trace>
  <inkml:trace contextRef="#ctx0" brushRef="#br0" timeOffset="134610.41">26816 10625 468 0,'-5'-15'0'0,"0"2"0"0,3 3 0 0,0 3 0 0,2-2 117 0,0 0-42 0,0 0-21 0,0 0 170 16,0 2-99-16,8 1-47 0,5 1-22 0,1 2 106 15,6 0-65-15,-1 3-24 0,7 0-8 0,-7 0 27 16,7 11-30-16,-5 4 0 0,-1 4-43 0,-3 0 22 15,-1 7-8-15,-2-1-24 0,-6 3 23 0,-3 0 1 16,-5 2 0-16,0 2-30 0,0-2 30 0,-11-2 0 16,-5 1 0-16,-1-3-41 15,-6-3 41-15,0-1-8 0,-2-4-19 0,-5-3-24 16,3-3 21-16,-1-4-10 0,1-3-103 0,5-5 61 16,-3 0 25-16,5 0-1 0,1-4-93 0,6-7 59 15,7-6 30-15,6 0-286 0,0-6 128 0,6 2 77 16,12 1 39-16,4 0-249 0,4-1 136 0</inkml:trace>
  <inkml:trace contextRef="#ctx0" brushRef="#br0" timeOffset="135073.07">27335 10535 673 0,'-1'-12'0'0,"-4"2"0"0,0 1 0 0,0-3 0 0,-1 0 0 0,-3 0 0 0,-3 1 276 0,1 1-125 16,-3 3-60-16,0 1 175 0,-5 4-116 0,-4 2-59 15,3 0-21-15,-6 11 122 0,1 8-80 0,1 5-39 16,0 13 0-16,5 0 53 0,6 2-38 0,-1 12-32 15,11-4 261-15,3-1-142 0,0-2-71 0,2-1-36 16,10-9 152-16,6 3-97 0,3-5-46 16,5-1-90-16,2-7 22 0,6 0 9 15,3-3 15-15,-5-8-423 0,4-1 212 0,-2-2 105 16,-1-4 53-16,-6-4-347 0,6-2 185 0,-4 0 93 16,-4-2-631-16,1-7 344 0</inkml:trace>
  <inkml:trace contextRef="#ctx0" brushRef="#br0" timeOffset="135440.97">27097 10244 1115 0,'-15'-7'0'0,"-1"5"0"0,-4 0 0 0,-5 2 0 0,2 0 0 0,-5 11 0 0,-6 12 0 0,1 7 194 0,2 7-72 15,-5 14-49-15,8 4 296 0,4 3-169 0,5 4-83 16,6 0-42-16,9-8 232 0,4 6-141 0,0-3-67 15,4-3-33-15,11-4 67 0,9-4-51 0,-4-9-16 16,15 4-71-16,-3-7-1 0,2-3 39 16,1-6-301-16,-1 0 151 0,-2-6 83 15,1-2 29-15,1-6-463 0,-4-3 237 0,2-6 53 16,-2-2 80-16,-3 0-397 0,5 0 235 0,-6-10 113 16</inkml:trace>
  <inkml:trace contextRef="#ctx0" brushRef="#br0" timeOffset="135633.97">27445 10770 1256 0,'2'0'0'0,"-1"0"0"0,3 4 0 0,1 0 0 0,4-3 0 0,-2 0 0 0,2 2 0 0,5-3 514 16,2 0-241-16,3 2-120 0,4-2-52 0,4 0 171 15,-4 0-119-15,2 0-61 0,1 0-29 0,-5-2-254 16,2-1 120-16,2 1 48 0,-4-2-567 0,-1 0 312 15,0 1 155-15,-3-2-278 0,-4 0 110 0,-1-5 138 16</inkml:trace>
  <inkml:trace contextRef="#ctx0" brushRef="#br0" timeOffset="135880.15">27807 10546 1430 0,'0'-3'0'0,"0"1"0"0,0 0 0 0,11 0 0 0,5 0 0 0,2 0 0 0,7 0 0 0,-1 2 0 0,3 0 211 0,-4 2-81 0,7 9-53 16,-7 3 44-16,0 1-45 0,-2 4-21 0,-5-1-46 16,-7 1 8-16,3 7 16 15,-8-1 0-15,-4 1-90 0,0 2 46 0,-7 3 21 16,-12-2 9-16,-7 5-57 0,2-4 35 0,-3-8 1 16,-1 5-81-16,-4-6 49 0,3-3-3 0,-2-2 21 15,2-3-166-15,1-6 86 0,5-1 33 0,2-4-229 16,11-2 130-16,0 0 65 0,5 0 32 0,5-10-104 15,3-5 69-15,19-6 25 0,3-6 8 0</inkml:trace>
  <inkml:trace contextRef="#ctx0" brushRef="#br0" timeOffset="136094.57">28253 10505 969 0,'4'-15'0'15,"-2"5"0"-15,-2 5 0 0,0-2 0 0,0 2 0 0,-6 2 0 0,0 1 0 0,-4 2 337 0,0 2-152 0,-7 16-76 0,4 5 198 0,-6 9-142 0,2 4-65 16,3 5-34-16,2 3 140 0,2-1-87 16,3-6-35-16,6 3-29 0,1-3 30 15,0-2-26-15,9-5 0 0,8-2-88 0,1-4 39 16,4-6-8-16,-1 0 31 0,-3-7-321 0,3-4 161 16,2-3 80-16,0-4 47 0,-2 0-589 0,0 0 286 15,-1-2 96-15,1-7-301 0,4-8 238 0</inkml:trace>
  <inkml:trace contextRef="#ctx0" brushRef="#br0" timeOffset="136404.56">28438 10285 1522 0,'-2'-14'0'0,"2"7"0"0,2 4 0 0,14-1 0 0,-1-1 0 0,5 1 0 0,1 0 0 0,0 3 0 0,6-2 192 0,-6 3-80 0,2 0-39 0,-3 3-11 15,-3 6 0-15,-4 3-21 0,-3 5-9 0,-5 3-134 16,-2 0 67-16,-3 5 34 16,0-4-45-16,-17 6 35 0,1-4 22 0,-4 2 0 15,-4-5-75-15,5 1 13 0,0-8 38 0,-1 2 64 16,1-2-24-16,1-4-37 0,3-1 4 0,5-5 252 16,0 2-114-16,3-4-48 0,6-1-33 0,0 0 173 15,1 0-96-15,0 0-47 0,10 0-17 0,12 0-7 16,4-4-24-16,0-1 0 0,3-3-75 0,-3 3 38 15,-2 1 7-15,2-2-307 0,-2 5 168 0,1-3 68 16,-7 2 47-16,1 2-591 0,-4 0 282 0,0 0 150 16,-2 0 74-16</inkml:trace>
  <inkml:trace contextRef="#ctx0" brushRef="#br0" timeOffset="136639.47">28887 10218 1804 0,'0'-6'0'0,"0"2"0"0,1 3 0 0,7-1 0 0,3 0 0 0,3 2 0 0,2 0 0 0,7 9 0 0,2 7 569 0,-1 2-261 0,4 4-141 16,1 9-67-16,-4-1 197 0,-1 5-132 0,0 1-66 16,-7 0 41-16,3 11-58 0,-6-4-25 0,-5 2 1 15,-5 3-32-15,-4 4 7 0,0-2 157 0,-17 5-442 16,-8 3 217-16,-4-6 34 0,-9 1-1 15,-4-2-364-15,-1-4 207 0,-13 12 28 16,2-8 72-16</inkml:trace>
  <inkml:trace contextRef="#ctx0" brushRef="#br0" timeOffset="139345.67">29652 9995 438 0,'0'-10'0'0,"0"0"0"0,0 3 0 0,0 1 0 0,0 2 0 0,0 3 0 0,0-3 0 0,0 2 128 0,1 2-48 16,4 0-16-16,0 13 23 0,0 12-27 0,2 9 0 15,-4 5-27-15,-1 10 125 0,0 3-54 0,-1 13-40 16,-1-6 65-16,0 1-48 0,0-7-24 15,2 7 0-15,1 0 15 0,-3-1-39 0,3-3 0 16,-3-4-1-16,2-3-20 0,-2-9 0 16,0-1 29-16,0-5-28 0,0-4 20 0,0-9 0 15,0-4 0-15,0-6-23 0,0-6 23 0,0-1 0 16,0-4-31-16,0 0-12 0,-2 0 23 0,-4-6 18 16,-2-8-6-16,-3-3 0 0,1-4 0 0,-1-2 0 15,-3-1-139-15,1 3 69 0,-4-5 25 16,2 11-82-16,-2 0 48 0,1 7 29 0,-3 4 2 15,0 4 60-15,2 0-60 0,-2 10 17 16,2 9 138-16,2 3-67 0,4 1-40 0,6-4-1 16,0 1 157-16,2-1-85 0,3 0-20 0,0-2-28 15,8-3 28-15,3-2-14 0,6-3-8 0,1-1-164 16,1-4 71-16,6-4 36 0,0 0 0 0,2 0-138 16,1-2 79-16,4-10 15 0,-2-1-476 0,0 0 251 15,-3 2 94-15,-3 1 65 0,-1-1-305 0</inkml:trace>
  <inkml:trace contextRef="#ctx0" brushRef="#br0" timeOffset="139576.06">29872 10511 1271 0,'13'-23'0'0,"1"8"0"0,4 4 0 0,4 2 0 0,-1 2 0 15,-2 1 0-15,3 4 0 0,-1 2 199 0,5 0-83 0,-6 8-41 0,-3 4 143 0,5 9-97 0,-9 4-44 16,-2 0 24-16,-3 8-34 0,-7-1-1 0,-1 5-25 15,0 0-30-15,-9-1-1 16,-7-1 23-16,-3 0 0 0,0-5-62 0,-5-2 39 16,-1-4-8-16,1-4-135 0,-1-2 83 0,2-4 24 15,1-4 27-15,0-3-328 0,4-1 161 0,1-4 47 16,3-2 50-16,5 0-150 0,4-4 93 0,5-10 39 16,1-12-231-16,18-7 143 0</inkml:trace>
  <inkml:trace contextRef="#ctx0" brushRef="#br0" timeOffset="139742.12">30342 10273 1800 0,'4'-10'0'0,"-1"4"0"0,-3 5 0 0,0 1 0 0,-13 7 0 0,-7 11 0 0,-11 13 0 0,5 4 0 0,-4 6 0 0,0 5 276 0,2 3-122 0,4 3-53 0,5 3 237 16,6-2-153-16,10-3-76 0,3-4 58 0,0-2-67 15,15-10-26-15,15 3-8 0,3-11-171 0,11-5 69 16,4-5 34-16,6-5 1 0,6-6-569 0,9-3 297 15</inkml:trace>
  <inkml:trace contextRef="#ctx0" brushRef="#br0" timeOffset="152084.79">30822 10390 445 0,'-2'0'0'0,"0"0"0"0,1 0 0 0,1 0 0 0,-2-2 0 0,2 2 0 0,0-1 250 0,0 1-113 0,0 0-52 15,0 0 121-15,0 0-87 0,0 0-43 0,0 0-13 16,5 0 46-16,6 0-37 0,3 0-1 0,-1 0 69 15,6 1-54-15,-3 1-18 0,3 1-9 0,-3-3 7 16,2 1 0-16,-2-1-34 0,2 2 9 0,-3-2 7 16,2 0-15-16,0 0-1 0,-2 0-173 15,-2 0 87-15,-2 0 51 0,-2 0 15 16,-2 0-383-16,-4 0 191 0,1 0 62 0,-2 0 58 16,-2 4-380-16,0 4 208 0,-11 7 100 0,-5 2-44 15</inkml:trace>
  <inkml:trace contextRef="#ctx0" brushRef="#br0" timeOffset="152267.07">30783 10687 844 0,'-9'2'0'0,"6"2"0"0,-2-1 0 0,5-3 0 0,0 0 0 0,0 0 88 0,0 0-31 0,7 0 0 16,8 0 339-16,3 0-182 16,4 0-82-16,3 0-54 0,1 0 189 0,-7 0-117 15,3 0-58-15,4 0 37 0,-7 0-27 0,3 0-39 16,-3 0 1-16,-1 0-226 0,-3 0 97 0,0 0 49 15,-1 0 33-15,-1 1-191 0,-3 3 103 0,-2-2 52 16,2-1-590-16,-3 1 301 0,2-2 64 0</inkml:trace>
  <inkml:trace contextRef="#ctx0" brushRef="#br0" timeOffset="152493.37">31346 10498 1258 0,'11'-18'0'0,"4"11"0"0,3 3 0 0,9 3 0 0,0-4 0 0,0 0 0 0,2 1 0 0,1-1 473 16,6 2-220-16,1-1-110 0,0 0 111 0,2 2-103 15,-4 0-63-15,1 2-27 0,-2 0 79 0,-4 0-53 16,-8 0-27-16,5 0-160 16,-8 0 62-16,2 0 36 0,-5 0-1 0,1 0-318 15,-5 0 177-15,-2 0 97 0,0 0 35 0,-5 0-568 16,-2 0 277-16,0 0 117 0,-3 0-76 0,0 0 106 15,0-2 66-15</inkml:trace>
  <inkml:trace contextRef="#ctx0" brushRef="#br0" timeOffset="152814.29">31822 10407 1418 0,'-10'0'0'0,"-1"1"0"0,0 4 0 0,5-1 0 0,-5 2 0 0,-2-1 0 0,-1 5 0 0,-5 2 0 0,1 7 0 0,-6 6 214 0,-1 7-91 16,-2 4-45-16,-3 5 185 0,-5 13-115 0,8-5-50 15,-8 13-36-15,8-5 94 0,9-9-62 0,1 4-30 16,7-4-57-16,9-9 34 0,1 3-8 0,0-7-1 16,3-5-25-16,12-3-1 0,3-7 27 15,-1-5-90-15,3-5 41 0,7-5 25 16,-2-5-1-16,2 0-130 0,-3-7 72 0,2-10 9 16,-1-4 25-16,-3-4-122 0,-2 2 66 0,-2-6 12 15,-5-1-57-15,-2 0 34 0,-3 2 32 0,-8 2 1 16,0 5-26-16,0 0 20 0,-5 3 0 0,-9 4 48 15,-4 4-25-15,-2 7 1 0,-7 1-1 0,0 2 46 16,3 0-23-16,3 5-8 0,-2 5-14 0,5 0 30 16,1-1 0-16,7-3-17 0,1 0-132 15,7-3 56-15,-1 1 35 0,3-3 9 16,0-1-108-16,3 0 62 0,10 0 33 0,1 0-271 0</inkml:trace>
  <inkml:trace contextRef="#ctx0" brushRef="#br0" timeOffset="153067.34">31506 9553 1073 0,'0'-35'0'0,"0"16"0"0,5 9 0 0,7 4 0 0,-2-1 0 0,5-1 0 0,5 5 0 0,0 1 237 0,7 0-94 0,-1 2-60 15,17 0-25-15,-5 4 219 0,5 3-122 0,0 4-61 16,-10-1 46-16,2 0-58 0,-2 0-25 0,-4-1 1 16,-9 0-89-16,1-2 31 0,0 0 10 0,-10 1-76 15,1-3 49-15,-5 1 26 16,-1-2-1-16,-1-2-367 0,-5 0 148 0,0 0 109 16,0-2-19-16</inkml:trace>
  <inkml:trace contextRef="#ctx0" brushRef="#br0" timeOffset="153405.87">31561 9495 913 0,'2'2'0'0,"1"16"0"0,4 12 0 0,-1 3 0 0,2 0 0 0,-7-2 351 0,1-2-158 0,0 3-81 0,-2 2 100 15,0 0-81-15,0 3-54 0,0 7-21 0,-7-6 131 16,-4 3-78-16,3-2-37 0,-3-5-80 0,0-1 17 15,0-2-1-15,3-9 25 0,-4 1-117 0,3-8 66 16,3-4 22-16,-1-4-176 0,0-3 103 0,-1-4 50 16,0 0-25-16,1-4-145 0,-2-10 64 0,1-10 54 15,2 1-10-15,-5-7-32 16,4-2 40-16,1-2-8 0,-4 3 10 0,1 9 1 16,3 1 37-16,-1 5 0 0,-1 6 116 0,-1 3-66 15,1 3-20-15,-3 4-1 0,-2 0 165 0,2 9-93 16,-2 12-28-16,1-4 107 0,0 1-73 0,0 3-11 15,5 2-27-15,1-3 0 0,6-1-15 0,0 2 57 16,0-5-373-16,0 2 154 16,0-7 76-16,10-2 23 0,8-4-456 0</inkml:trace>
  <inkml:trace contextRef="#ctx0" brushRef="#br0" timeOffset="153730.97">31638 9752 1262 0,'27'-17'0'0,"3"8"0"0,2 1 0 0,0 0 0 0,-2-1 0 0,-5 3 0 0,-5 3 0 0,-5 3 343 0,2 0-159 0,-4 0-75 0,-5 6-38 0,-2 6-14 16,-4 4-24-16,-2 2 8 15,-2 5-61-15,-15-1 26 0,2 1 1 0,-7 0 26 16,0-1-133-16,-3-3 75 0,4-2 24 0,-4-2-83 16,7-4 58-16,2-1-9 0,4-7 27 0,4 1-57 15,1-2 31-15,6 0-13 0,1-2-1 0,0 0 155 16,13 0-57-16,7 0-25 0,9 0 64 0,-1 0-33 15,1 0-25-15,-1 2 8 0,-2 5 116 0,-7 5-43 16,8 2-46-16,-13 1 7 0,-1 3-40 16,-5 4 0-16,-3-1-1 0,-4-1-30 0,-1 3-9 15,-3 0 40-15,-11-3 0 0,-5-1 19 16,-2-6-11-16,-5 4-8 0,-1-6-31 0,-1-1 5 16,1-5 0-16,0-1-4 0,5-2-146 0,-1-2 70 15,0 0 44-15,2 0 11 0,3 0-427 0,3 0 195 16,4-2 107-16,-2-4-408 0</inkml:trace>
  <inkml:trace contextRef="#ctx0" brushRef="#br0" timeOffset="153897.54">32219 10612 2447 0,'8'-20'0'0,"1"18"0"0,4 2 0 16,-5 0 0-16,-4 0 0 0,-2 0 0 0,-2 0 0 0,0 0 0 0,0 0 473 0,2-3-220 0,-2 0-110 0,1-2-56 0,-1 0-1007 16</inkml:trace>
  <inkml:trace contextRef="#ctx0" brushRef="#br0" timeOffset="175560.54">7609 12490 1014 0,'-8'0'0'15,"0"2"0"-15,2 0 0 0,2 0 0 0,-2 0 0 0,3 0 0 0,1-1 0 0,-2-1 0 0,4 3 0 0,0-3 256 0,-2 0-111 0,2 0-57 0,0 0 32 0,4 0-47 16,7 0-1-16,4 0 18 0,-2-3-29 0,3 2 0 16,0-1-20-16,1 0 0 0,4-2-8 0,-2 2 0 15,1-1-1-15,0-1-9 0,3 0 18 0,-2 0-8 16,3 0-1-16,0-1-62 0,-3-1 31 15,2 3 1-15,-2-3-103 0,-3-1 59 0,0 4 23 0,-2 1-176 16,-3-1 89-16,-5 1 52 0,1 0 7 16,-1 0-98-16,-5 1 45 0,2 1 38 15,-3 0-10-15,-2 0-176 0,0 0 99 0,0 0 62 16,-2 0 28-16,-10 1-190 0</inkml:trace>
  <inkml:trace contextRef="#ctx0" brushRef="#br0" timeOffset="176048.8">7687 12526 977 0,'-18'7'0'0,"4"4"0"0,0-2 0 0,3-2 0 0,1-2 0 0,4 3 0 0,-3-4 407 16,6 1-187-16,2-3-93 0,1 4-48 0,0-3 105 16,0 4-80-16,0-3-35 0,4 3-1 0,6-2 66 15,1-1-50-15,2 1-18 0,3-1-14 0,-2 0-19 16,4-2 0-16,-4 0-83 0,2 1 41 0,-2 0 29 15,2 0-8-15,-4 3-93 0,1-1 57 0,-1 3 28 16,-3 4-13-16,-2 1-62 16,-3 1 22-16,1 4 28 0,-2 2-9 0,-3 0-9 15,0 3 7-15,0 0 22 0,-12 3 30 0,3-2 0 16,-2 1-35-16,-1-1 33 0,-4-1 2 0,2-2-20 16,-4 5-5-16,1-6 44 0,-1 3-16 0,-1-5 0 15,-2 1-12-15,4-1 125 0,-6-2-63 0,6-3-25 16,1 1 1-16,0-4 59 0,5 0-34 0,5-4-6 15,-2 0 174-15,2-1-104 0,3-3-53 16,2 0 90-16,1 0-71 0,0 2-27 16,1 0-9-16,13 3-2 0,3-1 116 0,5-3-182 15,4 1 0-15,1-4 0 0,3 0 0 0,5 0 0 16,-2 0 0-16,2 0 0 0,8-4 0 0,-13 1 0 16,7-3 0-16,-5 2 0 0,-2 1 0 0,-3 2-260 15,-4-1 161-15,-2 1 36 0,-3-2 32 0,-3 3-188 16,-6 0 99-16,-3 0 22 0,0 0 33 0,-4 0-50 15,1 0 46-15,-2 0-1 0,-1 0 38 0,0 0 20 16,0 0 1-16,-6-1-30 16,0-1-109-16,0 0 58 0,3 0 30 0,1 1-409 15,2-2 219-15,0 2 102 0,0-5 62 0,8 0-483 16</inkml:trace>
  <inkml:trace contextRef="#ctx0" brushRef="#br0" timeOffset="177009.37">8576 12400 658 0,'-4'-2'0'0,"1"2"0"0,-1 0 0 0,0 0 0 0,1 10 0 0,-1 3 336 16,1 4-151-16,-4 2-76 0,5 1-31 0,0 3 79 15,2-1-63-15,0 0-30 0,0-1 93 0,0 0-62 16,0 0-23-16,0-3-62 0,0 1 1 0,2-1 21 16,0 0 1-16,1-1-111 0,-1 0 63 0,0-3 20 15,-1 2 1-15,1-3-205 0,-2-2 114 0,0-2 17 16,0 1 45-16,0-4-192 0,0-3 102 0,0-2-1 15,0-1-189-15,0 0 135 16,-2-10 60-16,-3-16 41 0</inkml:trace>
  <inkml:trace contextRef="#ctx0" brushRef="#br0" timeOffset="177338.21">8449 12224 1115 0,'-10'-19'0'0,"3"2"0"0,3 7 0 0,1 1 0 0,0 2 0 16,3-1 0-16,0 2 0 0,3 1 0 0,11-2 336 0,7 0-143 0,6 2-85 0,0-1-37 0,3 2 144 15,0-3-91-15,2 4-45 0,3-2-15 0,-5 4-32 16,-3-1 0-16,0 0 1 16,-5 0-35-16,-1 2 1 0,-1 0 42 0,-4 0-85 15,-5 0 39-15,1 0-1 0,-5 0 39 0,-3 0-31 16,-1 2 8-16,-1 2-20 0,0 2 34 0,-2-1 142 16,0 1-71-16,0 3-44 0,0 0 178 0,0 2-102 15,-4 2-47-15,1 5-23 0,1-2 25 0,0 4-25 16,2 2 9-16,0 4-25 0,0 2-8 15,0 2 0-15,0 3 0 0,2-1-98 0,1 3 57 16,3 1 16-16,1-1 0 0,0-1-205 16,-2 3 114-16,0-5 25 0,-1 1-313 0,0-4 157 15,-1 0 97-15,-1-1 11 0,0-8-63 0,1 3 60 16,-3-4 42-16,0-4-184 0,0-2 109 0,0-4 54 16,0-1 28-16,-7-2-241 0,0-4 138 0,0-2 65 15,-2 0 33-15</inkml:trace>
  <inkml:trace contextRef="#ctx0" brushRef="#br0" timeOffset="177501.05">8622 12522 1836 0,'-11'-6'0'0,"3"1"0"0,2 1 0 15,2 1 0-15,1-3 0 0,1 0 0 0,0 2 0 0,2-4 0 0,0 1 0 0,4 0 144 0,7 0 3 0,5-1-56 0,-1 1-30 0,3 4-197 16,0 0 85-16,1 1 49 0,2 0 14 15,-4 2-511-15,2 0 266 0,-5 0 132 0,2 7-516 0</inkml:trace>
  <inkml:trace contextRef="#ctx0" brushRef="#br0" timeOffset="177647.16">8705 12620 1182 0,'-11'2'0'0,"6"1"0"0,1 0 0 0,1-3 0 0,0 0 0 0,0 0 0 0,1 0 280 0,2 0-127 0,0 0-60 0,2 0 70 15,7-3-65-15,2 2-32 16,1-1-83-16,3 0 21 0,-2 2 0 0,0 0 28 0,1 0-476 16,-3 0 237-16</inkml:trace>
  <inkml:trace contextRef="#ctx0" brushRef="#br0" timeOffset="177801.66">8714 12706 855 0,'-11'4'0'0,"2"-2"0"0,4 1 0 0,1-1 0 0,1-2 0 0,1 0 0 0,2 0 379 0,0 0-166 0,0 0-94 0,2 0-13 32,9-2-36-32,2 1-1 0,0-1-36 0,4 0-351 0,-6 0 171 0,2 2 90 0,1 0-235 15,-3 2 157-15,-1 5 78 0</inkml:trace>
  <inkml:trace contextRef="#ctx0" brushRef="#br0" timeOffset="178002.42">8432 12932 1802 0,'-28'7'0'0,"7"1"0"0,4-2 0 0,6-4 0 0,3 1 0 0,3-3 0 0,5 0 0 0,0 0 0 0,15 0 261 0,13 0-114 0,9 0-49 0,10-7 201 16,1-5-134-16,3 3-65 0,1-3-81 16,-4 1 14-16,-4 2 8 15,7 0-297-15,-8 0 145 0,-10 4 72 0,4-1 35 0,-8 4-365 16,-4 1 208-16,-3-1 52 0,-3 0-378 0,-8 2 231 15,-1 0 101-15,-3 0 60 0,-4 0-306 16</inkml:trace>
  <inkml:trace contextRef="#ctx0" brushRef="#br0" timeOffset="178163.41">8674 13016 930 0,'-11'6'0'0,"1"1"0"0,3 1 0 0,2 1 0 0,-2-1 267 0,3-1-117 0,-4 1-59 15,6 2-29-15,0 1 323 0,1 2-181 0,1 2-85 16,0 0-205-16,0 2 60 0,1-2 29 16,4-1 8-16,4-3 22 0,3 1-539 0,1-5 269 15,3-2 136-15</inkml:trace>
  <inkml:trace contextRef="#ctx0" brushRef="#br0" timeOffset="178301.3">8822 13048 1738 0,'0'2'0'0,"0"2"0"0,3-1 0 0,-3 1 0 0,2-3 0 0,-1 3 0 0,5 1 272 0,1-1-119 0,4-1-61 16,1 1-3-16,0 1-32 0,2-1 0 0,3-2-447 15,1 0 211-15,1-2 106 0,2 0-685 16,6-5 369-16</inkml:trace>
  <inkml:trace contextRef="#ctx0" brushRef="#br0" timeOffset="178474.84">9200 12398 1765 0,'0'-15'0'0,"0"4"0"0,2 5 0 0,4 1 0 0,3-1 0 0,-1 1 0 0,1 3 0 0,3-3 194 0,-1 4-81 16,5-1-25-16,3 0-27 0,-1 2-1 16,2 0-432-16,2 0 198 0,0 0 104 0,-1 4-1091 15,-2 2 1143-15,0-1 27 0,-2 1 2 0</inkml:trace>
  <inkml:trace contextRef="#ctx0" brushRef="#br0" timeOffset="178655.36">9374 12115 1127 0,'-3'-1'0'0,"1"-2"0"0,0 3 0 0,0 0 0 0,0 3 0 0,-1 9 255 0,-5 10-112 0,-2 3 164 15,-2 13-138-15,-6 3-59 0,-3 13-43 0,-2 1 218 16,-2 5-126-16,-1 2-63 0,-1-1-185 15,5-5 69-15,-6 9 23 0,7-16-446 16,-2 3 239-16,6-4 118 0,2-11-924 16,6-8 911-16,4-4 52 0,5-12-19 0,0-5 22 0</inkml:trace>
  <inkml:trace contextRef="#ctx0" brushRef="#br0" timeOffset="178802.15">9217 12682 1033 0,'5'2'0'0,"2"5"0"0,-2 8 0 0,-3 1 0 0,-2 8 0 0,0-2 266 0,-2 6 8 0,-5 3-121 16,0 0-60-16,2 1-30 0,1-2 0 0,2-3-71 16,1 6 17-16,1-4-370 0,0-5 197 15,0-7 98-15,0-5 50 0,3-3 32 0,4-8-568 0,2-1 267 16</inkml:trace>
  <inkml:trace contextRef="#ctx0" brushRef="#br0" timeOffset="179120.3">9233 12584 387 0,'5'-15'30'16,"3"6"0"-16,3-1 416 0,-2 3-392 0,4-1 0 0,0 1-13 0,4 1 252 16,-2 0-249-16,3 2-11 0,2 1 34 15,-3 1-34-15,-1 0 8 0,2 1-9 0,-4 1-45 16,0 0 23-16,-5 0 0 0,0 0 30 16,-2 0-36-16,-2 0 0 0,-1 0 28 15,-1 0 1-15,-1 0 78 0,0 1-31 0,-2 6-8 0,0 3-39 0,0 3 156 16,0 5-78-16,0 0-39 15,0 7 8-15,0 4-7 0,0 3-1 0,0 2-39 16,2 0-22-16,3 3 22 0,1 3 8 0,2 5-8 0,-1-3-1 16,0-1-115-1,1 0 58-15,0-8-135 0,0 6 104 0,-2-5 35 16,1-7 25-16,-4-4-111 0,-2-2 57 0,1-4 8 0,-2-6-2 0,0-2 4 0,0-1 25 16,-2-5-38-1,-9-1 67-15,-3-2-10 0,-2 0-37 0,-3 0 9 0,-3-5 0 0,-2-6-231 16,1-5 111-16,-3-6 57 0,2-4-369 15,-3-10 216-15</inkml:trace>
  <inkml:trace contextRef="#ctx0" brushRef="#br0" timeOffset="179244.33">9185 12704 1224 0,'2'-4'0'0,"-1"-2"0"0,3 5 0 0,2-1 0 0,2 1 0 0,-1-2 0 0,5 1 185 15,2 1-77-15,1-3-37 0,6 2-56 0,4 1-8 0,-1 1 26 16,1 0-212-16,-2 0 101 15,-2 0 56-15,2 1 35 0,-3 6-631 0</inkml:trace>
  <inkml:trace contextRef="#ctx0" brushRef="#br0" timeOffset="179375.98">9341 12862 1504 0,'-24'10'0'0,"5"-3"0"0,0 3 0 0,2-5 0 0,5-3 0 0,3 2 0 0,4-4 285 0,2 0-118 0,0 0-72 0,3 0 32 16,4 0-48-16,12 0-22 0,7-2-1 0,-2 0-443 15,7-2 205-15,2-2 108 0,-1 3 53 0,1 0-703 16</inkml:trace>
  <inkml:trace contextRef="#ctx0" brushRef="#br0" timeOffset="179592.4">9820 12451 1955 0,'-14'-10'0'0,"12"8"0"0,2 2 0 0,0 0 0 0,0 0 0 0,7 0 0 0,6 0 0 0,4 0 0 0,3 0 131 0,5-1-49 16,-1-1-16-16,6-2-51 0,-2 2 18 0,-4 2-1 16,4 0 1-16,-1 0-405 0,-6 0 208 0,2 0 93 15,-5 0 51-15,-1 0-591 0</inkml:trace>
  <inkml:trace contextRef="#ctx0" brushRef="#br0" timeOffset="179920.01">9951 12156 1055 0,'0'4'0'0,"0"3"0"0,4 4 0 0,-1 1 0 0,1 3 0 0,2 6 0 0,-4 5 0 0,2 4 343 0,-2 5-146 0,-2 9-87 0,0-3-38 15,0 1-16-15,-4 2-23 0,-6-3 0 16,1-8-140-16,-6 5 66 0,0-6 37 0,-1-5 0 16,-4-4-28-16,-1-4 41 0,-2-5-9 0,0-1 47 15,2-6 0-15,-2 2-24 0,5-5-39 0,3-1 108 16,2-1-59-16,4-2 0 0,2 0-23 0,5 0 301 16,1 0-135-16,1 0-64 0,0 0 41 0,10 0-60 15,10 0-30-15,6-2 0 0,1 1 9 0,4-3 9 16,0 2-48-16,2 0-119 0,-1 0 60 15,0 0 29-15,-2-1 0 0,-5 3-102 16,1 0 62-16,-3 0 35 0,-5 0 13 0,-2 0-549 16,-2 3 218-16,-5 3 142 0,1-2-369 0,-2-1 257 15,-5 3 128-15,1-4-264 0</inkml:trace>
  <inkml:trace contextRef="#ctx0" brushRef="#br0" timeOffset="180075.59">10034 12544 1163 0,'-5'-1'0'0,"1"-1"0"0,1 2 0 0,1 0 0 0,1 3 0 0,1 13 0 0,0 6 267 0,0 5-118 16,0 3-57-16,1 3 240 0,4 5-154 0,1 0-72 15,1 7-37-15,-2-6-5 0,1 2-32 0,-1-5 9 16,3 9-327-16,-2-6 159 0,-3-4 80 0,3-2-227 16,-4-1-168-16,0-7 230 0</inkml:trace>
  <inkml:trace contextRef="#ctx0" brushRef="#br0" timeOffset="180218.23">9905 13057 693 0,'-16'-12'0'0,"5"2"0"0,6 3 0 0,0 1 0 0,2 0 0 0,3 2 443 15,0-1-206-15,0-1-101 0,6 1-52 0,9-1 261 16,2 2-161-16,1 0-75 0,3 2-38 0,6 1 35 16,-7-1-29-16,8 2-8 15,-4 0-397-15,1-2 181 0,0 0 89 0,-2-4-666 0</inkml:trace>
  <inkml:trace contextRef="#ctx0" brushRef="#br0" timeOffset="180534.15">10333 12286 1670 0,'4'-6'0'0,"-1"4"0"0,1 2 0 0,-2 0 0 0,-2 8 0 0,0 10 0 0,-13 8 0 0,-4 8 275 0,-1 0-114 0,-3 12-67 16,-2-3 46-16,0-2-54 0,3 2-26 0,-1-2-138 15,4-7 64-15,1 2 19 16,0-6 0-16,7-14-396 0,1-6 212 0,3-4 106 16,2-6 61-16,3 0-479 0,0-22 242 0,0-6 47 15,7-1 85-15,3-3-211 0,0 6 139 0,1-1 86 16,0 6 103-16,0 1 0 0,1 7 0 0,-1 2 4 16,3 5-7-16,0 1 7 0,4 2-37 0,-2 2 396 15,5 1-197-15,5 0-100 0,-4 0-58 0,7 0 591 16,-1 0-284-16,2 0-141 15,-2-2 179-15,2 0-160 0,-3 0-72 0,-1 0-48 16,-1 2-150-16,-5 0 56 0,1 0 26 0,-4 0-248 16,-4 0 146-16,1 0 61 0,-5 0 34 0,0 0-635 15</inkml:trace>
  <inkml:trace contextRef="#ctx0" brushRef="#br0" timeOffset="180807.93">10449 12520 1667 0,'-13'17'0'0,"6"8"0"0,-1 3 0 0,0 2 0 0,-1 3 0 0,0 11 0 0,3-1 0 0,2 6 0 0,-1 1 0 0,1 1 268 16,4 0-121-16,0-2-58 0,0-6 202 0,4-10-130 15,6 1-64-15,2-13-134 0,1-2 31 0,1-8 0 16,0-5 38-16,4-6-108 0,-6 0 55 0,4-3 35 16,-3-18-9-16,-4-2-261 0,-1-3 145 0,-4-3 72 15,-3-1-27-15,1 6-233 0,-2-6 93 16,0 10 87-16,-2-1 28 0,-8 7 29 15,-1 5 0-15,-1 6 159 0,-4 0-61 0,0 3-34 16,-2 4 0-16,4 11 46 0,-2-1-40 0,4 5-9 16,2-1-22-16,1-1 141 0,5-1-35 0,4 0-42 15,0-3 20-15,0-3-282 0,5-3 123 0,9-3 51 16,1-4-514-16</inkml:trace>
  <inkml:trace contextRef="#ctx0" brushRef="#br0" timeOffset="180955.05">10627 12652 993 0,'6'-2'0'0,"6"-5"0"0,2-3 0 0,2-1 0 0,0-2 0 0,5 1 0 0,6-1 67 0,1 2 107 0,2 0-71 0,-3 8-187 0,1-2 58 0,-3 4 37 16,0-2-7-16,-2 3-492 0,-7 0 237 15</inkml:trace>
  <inkml:trace contextRef="#ctx0" brushRef="#br0" timeOffset="181244.28">10847 12325 1514 0,'-15'-6'0'16,"5"4"0"-16,3 2 0 0,3 0 0 0,1 4 0 0,3 13 0 0,0 7 0 0,0 8 0 0,2 6 146 0,3 10-61 0,2 1 139 0,3 6-96 15,-2 1-48-15,-1 4-23 0,0-3 162 0,2 1-97 0,-6-4-44 16,-1-3-23-16,0-2-113 0,-2-6 45 15,0-5 31-15,-2-1-173 0,-7-3 93 0,-5-5 48 16,3-11 23-16,-2-1-152 0,-2-6 84 16,0-7 40-16,0-4-92 0,-1 0 54 0,4-10-5 15,-4-11 16-15,3-2-16 16,3-5-4-16,1 0 121 0,2-4-43 0,3 7-20 0,1-1 1 0,3 5-15 16,0-3 187-16,0 3-87 0,2 0-28 15,7-1-85-15,4 1 36 0,-2 2 16 0,8-4-404 16,0 5 188-16,2-2 91 0,1 0 48 15,0-2 24-15,3-3-325 0</inkml:trace>
  <inkml:trace contextRef="#ctx0" brushRef="#br0" timeOffset="181876.19">11155 12257 1025 0,'2'-13'0'0,"0"8"0"0,0 3 0 16,-2 0 0-16,-2 2 0 0,-13 0 0 0,-2 11 0 0,-1 12 0 0,-5 8 178 0,0-1-73 0,-2 6-36 0,7-6 0 0,-5 3-45 15,11-11 17-15,-2 0-8 0,7-12 26 16,1-1 0-16,4-3-27 0,2-4-13 16,0-2 22-16,8-2-9 0,11-17 25 0,3 0 0 0,-1-2-24 0,1 0 0 15,-3 5 8 1,7-4-55-16,-3 4 24 0,-4 5-1 0,-1 2 24 0,-4 5-115 16,-1 2 51-16,-2 0 25 0,-3 2-175 15,-3 2 88-15,-3 9 50 0,-2 6-74 0,0 6 55 16,-9-3 15-16,-7 1 27 0,0 1-13 0,-1 1 11 0,1-2-40 15,-6 3 33-15,5-3-29 0,-1-2 269 16,2-1-116-16,4 2-57 0,0-4 336 0,3-3-183 16,5-2-62-16,2-1 137 0,2-1-117 0,0-2-58 0,0 4-138 15,0-4 36-15,6-1 22 0,3 1-130 16,-1-3 77-16,1 1 37 0,0-3 8 0,-3 2 30 16,2-2-406-16,-4-1 197 0,-3 1 51 0,1-2-250 15,0 0 156-15,-2 0 98 16,0 0 63-16,0 0 0 0,-4 0 25 0,-6-2 0 15,3-5 66-15,-4-1-29 0,2-1-1 0,1 0-35 0,2-1-1 16,1 0 290-16,1 3-153 0,4-2-48 0,0 2 165 16,0-3-69-16,0 1-72 0,9 0 150 15,9-1-91-15,3-1-57 0,2 3-30 0,4 1-19 16,-1 1 0-16,-1-1 0 0,-5 7 7 0,3-2-142 16,-6 2 67-16,-1 0 34 15,-4 2-242-15,-1 7 121 0,-5-1 78 0,-3 4-116 0,-3 4 78 16,0 1 1-16,-7 3 32 0,-10-2-130 0,-3 4 66 15,-5-3 44-15,0-1 0 0,-1-4 36 0,-1 2 38 16,0-2 1-16,-1-2-47 0,-2 0 151 16,2-4-72-16,-1 3-35 0,5-2 334 0,5-3-160 15,8-2-94-15,2-2 195 0,3-2-129 0,1 1-29 0,5-1-44 16,2 0 14-16,12 0-20 0,11-1-9 16,-2-5-28-16,4-2-31 0,3-1-1 0,2-1 32 15,-2 1-256-15,2-1 124 0,-2 2 66 16,-2 0-460-16,0 2 251 0,-7 2 92 15,0 1 72-15,-3 1-429 0,-7 0 237 0,3 0 119 16</inkml:trace>
  <inkml:trace contextRef="#ctx0" brushRef="#br0" timeOffset="182047.6">11172 12590 880 0,'-11'-8'0'0,"3"5"0"0,3 1 0 0,1 2 0 0,1 0 0 0,-1 0 82 0,-3 7-24 0,4 12 425 16,-1 6-225-16,-1 2-112 0,-1 8-49 15,1 0-36-15,-2 8 297 0,2-2-163 0,-2 0-81 0,-1 1-141 16,-2-6 37-16,-1 9-7 0,0-6-409 16,0-5 220-16,0-1 109 0,0-4 55 0,2-12 35 0,4-8-632 15,1-3 268-15,1-6 172 0</inkml:trace>
  <inkml:trace contextRef="#ctx0" brushRef="#br0" timeOffset="182174.69">11080 12829 1603 0,'9'-2'0'0,"5"2"0"0,1 2 0 0,-1 10 0 0,2 5 0 0,1 4 0 0,1 4 228 0,5 1-90 0,4 2 593 0,4 4-350 0,0-5-173 16,4 2-88-16,2-4 27 0,1-5-49 15,11 1-36-15,-4-5-1 0,0-4-28 0,2-4-793 16</inkml:trace>
  <inkml:trace contextRef="#ctx0" brushRef="#br0" timeOffset="184913.03">11629 12511 949 0,'2'-2'0'0,"5"0"0"0,4 2 0 0,3 0 0 0,2-2 0 0,0-2 0 0,2 3 231 15,-1-1-99-15,1 0-50 0,1 2-24 0,4 0 106 16,-5 0-58-16,3 9-41 0,-3 4-10 0,-4 4-1 16,0 4-21-16,-5 2-33 0,-5 1 9 0,-2 8 24 15,-2-2-1-15,0 2-29 16,-4-1 30-16,-9 2 0 0,-2-1 8 0,-3-2 7 15,0-3-15-15,-3-4 0 0,1-2 0 0,1-6-30 16,-2-2 27-16,1-5-11 0,-1-5-79 0,2-3 40 16,3 0 22-16,2-9-49 0,1-11 31 0,4-4-5 15,7 6 39-15,-1-6-161 0,3 1 73 16,0 4 22-16,0 5 23 0,7 0 62 0,2 5-23 16,4 1-26-16,0 7 260 0,2-1-123 15,2 2-62-15,0 3-25 0,2 14 243 0,-2 2-114 16,1 3-67-16,0 4 35 0,-2 3-55 0,0 1-24 15,-2-2 0-15,2-2-60 0,-4-7 37 0,2 0 7 16,-1-2-7-16,-2-6-404 0,-1-5 201 0,-1-2 102 16,0-4 50-16,-1 0-757 0,1-4 376 0,-1-16 173 15</inkml:trace>
  <inkml:trace contextRef="#ctx0" brushRef="#br0" timeOffset="185058.95">11976 12616 1980 0,'7'-7'0'0,"7"5"0"0,1-1 0 0,2-1 0 0,3-3 0 0,5 2 0 0,3-1 0 0,0 1 0 0,4-1 241 0,-2 0-105 0,-2 1-51 0,3-1-2 16,-5 2-25-16,-2 2 8 0,-2-2-33 0,-1 3-382 15,-2-1 190-15,-4 2 96 0,-4-2 48 0,1 2-578 16,-5-2 302-16</inkml:trace>
  <inkml:trace contextRef="#ctx0" brushRef="#br0" timeOffset="185337.21">12209 12205 1313 0,'-8'-2'0'0,"3"2"0"0,1 0 0 0,4 9 0 0,0 7 0 0,0 9 0 0,0 4 239 0,11 10-102 15,3 2-53-15,0 8 327 0,2 7-182 0,0 10-101 16,0-3-48-16,-4-2 70 0,-1-8-58 0,1 2-30 16,-6-9 9-16,3 7-111 15,-6-8 37-15,0-9 0 0,-3 1-150 0,0-3 93 16,0-7 55-16,-10-5 14 0,-1-5-177 0,-4-8 101 15,-3-5 13-15,-3-4-49 0,0 0 16 0,-5-13 39 16,2-7-31-16,-3-4 43 0,4-2-12 0,2 0 16 16,7 2-9-16,-4-5 68 0,8 10-22 0,2 1 0 15,5 5 145-15,-1 2-81 0,4 3-29 0,0 1 95 16,0 1-54-16,9 0-36 0,6 0 0 0,4 2-396 16,2 1 177-16,7-2 87 0,0-1 42 15,4-1-331-15</inkml:trace>
  <inkml:trace contextRef="#ctx0" brushRef="#br0" timeOffset="185487.8">12833 12154 1468 0,'0'-15'0'0,"-4"8"0"0,0 4 0 0,-2 2 0 0,-1-1 0 0,-2 2 0 0,-5 0 247 0,-2 0-107 0,-3 17-53 0,-4 5-259 16,-1 4 111-16,-2 11 42 0,1-3 27 0,6 5-674 15</inkml:trace>
  <inkml:trace contextRef="#ctx0" brushRef="#br0" timeOffset="185646.39">12447 12616 1051 0,'-9'8'0'0,"4"0"0"0,3-5 0 0,0-1 0 0,2 0 0 0,0-2 0 0,2 0 478 0,14 0-223 0,7-7-103 16,5-5 200-16,10-1-160 15,1-3-80-15,7 0-39 0,0 0 343 0,-6 0-183 16,7 1-104-16,-14 3-73 0,3 1 0 0,-4 2-23 15,-6 3 0-15,-3 1-565 0,-2 0 278 0,-7 4 144 16,-2 1 71-16,-4 0-777 0,-3 0 404 0,-3 0 124 16</inkml:trace>
  <inkml:trace contextRef="#ctx0" brushRef="#br0" timeOffset="185830.89">12757 12325 1233 0,'-7'-8'0'0,"0"6"0"0,3 1 0 0,-1 1 0 0,4 0 0 0,1 3 0 0,0 15 0 0,0 4 353 0,1 8-152 0,9 8-88 0,-2 3-41 16,-1 2 548-16,1 4-294 0,-2 0-146 0,-3-4 249 16,1 12-202-16,-2-8-97 0,0-2 81 0,-1 0-418 15,-1-3 185-15,0-6 35 0,0 3-7 0,0-3-547 16,-1-7 287-16,-3-11 144 0,2-8-326 16,-1-3 180-16,1-7 133 0,0 0-688 15</inkml:trace>
  <inkml:trace contextRef="#ctx0" brushRef="#br0" timeOffset="185966.57">12702 12637 872 0,'0'-13'0'0,"0"7"0"0,0 4 0 0,0 2 0 0,-1 2 0 0,-8 13 261 0,-2 7-114 0,-3 5-57 15,1 3-29-15,-4 2 403 0,1 3-219 0,0 0-107 16,1-2-52-16,4-5-120 0,1-7 34 0,5-3 7 16,1-4-554-16,3-8 290 15,1-1 144-15,0-5 74 0</inkml:trace>
  <inkml:trace contextRef="#ctx0" brushRef="#br0" timeOffset="186087.24">12739 12703 1408 0,'16'-3'0'0,"4"0"0"0,-2 3 0 0,-3 0 0 0,0 4 0 0,-1 7 0 0,0-2 0 0,-2 0 634 0,-1 3-304 0,-2-3-149 16,3 2-118-16,-3-1 0 0,0-3-30 0,-1-1 8 0,3-2-299 16,0-3 145-16,3-1 74 0,0 0 35 0,6-13-747 15</inkml:trace>
  <inkml:trace contextRef="#ctx0" brushRef="#br0" timeOffset="186562.73">13184 12141 1636 0,'5'-30'0'0,"1"13"0"0,-2 5 0 0,0 3 0 0,-2 5 0 0,-2 2 0 0,0 2 0 0,0 0 321 16,-12 18-143-16,-1 2-73 0,-4 4 257 0,0 4-168 16,-2 5-81-16,3 1-105 15,-3-1 0-15,4 0 25 0,1-11 8 0,5 1-132 16,6-12 63-16,3-2 29 0,0 0 1 0,0-7-198 15,12-2 122-15,11 0 50 0,2-11-229 0,3-2 129 16,-2 0-10-16,4-1 56 0,-8 3-30 0,10-2 42 16,-5 4 0-16,-6 4 116 0,-3 0-41 0,-1 4-21 15,-8 1-8-15,-1 0 161 0,-4 0-74 0,-2 11-46 16,-2 1-2-16,-8 8 84 0,-5-5-30 16,-4 7-37-16,0-3 166 0,4-2-89 0,-2 4-20 15,2 0-32-15,1 1 124 0,3 4-81 16,4 1-35-16,1-2-1 0,4 5 111 0,0-3-73 15,0 3-29-15,9 0 43 0,2 1-43 0,5-2-23 16,-3-1 1-16,0-1-58 0,-2-5 44 0,0 6-8 16,-3-9 0-16,-4 2-102 0,0 0 52 0,-4-4 32 15,0-5-114-15,0 1 65 0,-4-3 18 0,-8-4-160 16,-2-2 75-16,-4-4 52 0,0 0-4 16,-3 0-242-16,-5-1 118 0,3-8 73 15,-1-10 35-15,0-3-114 0,-1-3 80 0,4-3 35 16,3 2-202-16,4 7 119 0,3-1 59 0,2 8 21 15,1-1 69-15,2 5-1 0,4 4-30 0,-1 3 295 16,-1 1-147-16,2 5-83 0,-1 13-28 0,-1 4 208 16,-2 2-93-16,2 3-69 0,2-3 22 0,2-2-161 15,0-1 52-15,0-2 49 0,10-4-367 0,8-5 185 16,9-5 109-16</inkml:trace>
  <inkml:trace contextRef="#ctx0" brushRef="#br0" timeOffset="186691.49">13394 12671 2784 0,'9'-2'0'0,"3"-1"0"0,-1 3 0 0,-5 0 0 0,-1 0 0 0,-1 0 0 0,-3 3 0 0,4 5 0 0,-3 2 0 0,0 3 367 0,0-3-158 15,-1 2-93-15,1 4-283 0,0-4 100 0,2-3 50 16,1 1 24-16,1-2-817 0,4-2 417 0</inkml:trace>
  <inkml:trace contextRef="#ctx0" brushRef="#br0" timeOffset="186851.08">13649 12459 1471 0,'0'-2'0'0,"0"2"0"0,0 0 0 0,0 0 0 0,-1 5 0 0,-1 8 197 0,2 4-82 0,0 0-41 0,0 3 665 16,0 7-354-16,0-6-167 0,-2 6-97 0,2-6-22 16,0 2-33-16,0-5 0 15,0-2-25-15,0-5-738 0,2 0 366 0,3-5 181 16,2-4-829-16</inkml:trace>
  <inkml:trace contextRef="#ctx0" brushRef="#br0" timeOffset="187047.48">13800 11843 1611 0,'2'-4'0'0,"1"4"0"0,4 2 0 0,2 18 0 0,-2 6 0 0,0 16 0 0,-3 5 0 0,2 17 894 16,-4 0-431-16,-2 3-215 0,0 6-100 0,0 8 234 15,0 11-33-15,-6-4-349 0,0 3 0 0,-1 3 0 16,2-15 0-16,-1 21 0 0,4-24-222 0,-1-1 144 16,3-18 55-16,0-4-463 0,0-18 268 0,3-13 121 15,1-9 65-15,7-7-1084 0</inkml:trace>
  <inkml:trace contextRef="#ctx0" brushRef="#br0" timeOffset="187196.6">13875 12673 1269 0,'0'-20'0'0,"2"10"0"0,0 0 0 0,0 6 0 0,0 3 0 0,1-2 0 0,3 3 0 0,1 0 754 0,1 10-361 0,0 3-180 16,-3 4 457-16,2 0-319 0,-1 4-150 0,-2-2 43 15,-2 3-578-15,2-4 250 0,-2-1 58 0,1-6-417 16,-1 1 246-16,2-3 111 16,1-3 59-16</inkml:trace>
  <inkml:trace contextRef="#ctx0" brushRef="#br0" timeOffset="187470.86">14125 12104 2398 0,'7'0'0'0,"3"5"0"0,-5 12 0 0,-3 7 0 0,-2 3 0 0,0 10 0 0,-7-2 0 0,-6 13 0 0,-1-3 0 0,1 0 663 0,0-2-315 0,2-2-158 0,3-5-517 15,1 0 175-15,1-6 93 0,4-7 45 0,2-5-389 16,0-8 218-16,0-5 117 0,0-5 47 0,0 0-925 15,2-11 457-15,1-14 228 0,0 7-92 0,1-4 172 16,-1-2 95-16,1 4 99 0,-2 1-22 0,0 4-1 16,3 2-22-16,-1 4 514 0,4-1-265 0,1 3-126 15,2 1-61-15,3 1 452 0,2 3-181 0,3 0-144 16,6-1-1-16,1 2 67 16,2-1-95-16,2 1-47 0,-2-3 55 0,-3-1-44 15,6 2-33-15,-4 1-1 0,-2 0-636 0,-3 0 305 16</inkml:trace>
  <inkml:trace contextRef="#ctx0" brushRef="#br0" timeOffset="187651.37">14193 12682 1417 0,'-21'8'0'0,"4"2"0"0,11-6 0 0,0 0 0 0,5-2 0 0,1-2 0 0,0 0 0 0,13-6 701 0,9-5-334 0,3 0-159 15,3-2-92-15,2-1 199 0,0 3-142 0,-2-1-70 16,1 2 13-16,-8 0-34 0,0-1-29 0,-1 3-526 15,-6 1 253-15,-4 1 126 0,-3 5 64 0,-3-1-625 16,-2 0 340-16,-2 0 85 0,0-2 114 0,0 0-472 16,-6-7 269-16</inkml:trace>
  <inkml:trace contextRef="#ctx0" brushRef="#br0" timeOffset="187929.64">14363 11866 1588 0,'0'0'0'0,"0"16"0"0,0 11 0 0,2 0 0 0,1 11 0 0,-3 7 0 0,0 7 193 16,0 13-80-16,0-3 257 0,-9 5 53 0,2 3-195 16,-2-7-90-16,-3 16 29 0,1-8-67 0,0-3-33 15,-4-6-1-15,2-12-310 0,-1-6 146 0,-2-1 62 16,-1-7 34-16,-2-8-296 16,4-9 165-16,-2-5 83 0,4-4-31 0,-2-4-42 15,7-2 62-15,1-3 82 0,3-1-26 0,0 0-1 16,3 0-35-16,1 0 533 0,0 0-255 0,9 0-103 15,10 1-73-15,5 4 393 0,4-2-223 0,4 2-41 16,4 1-190-16,3-5 0 0,0 0 0 0,7 2 0 16,-10-3 0-16,10 0 0 0,-12 0 0 0,8 0 0 15,-5 0-367-15,-1 0 216 0,-3 2 100 0,-3 3-1159 16</inkml:trace>
  <inkml:trace contextRef="#ctx0" brushRef="#br0" timeOffset="188072.26">14964 13055 3239 0,'0'0'0'0,"0"0"0"0,0 0 0 0,0 0 0 0,2 0 0 0,0 0 0 0,0 0 0 0,-2 0 0 0,2 0 423 0,0-3-195 0,-1-4-23 16,1-5-481-16,2 3 206 0</inkml:trace>
  <inkml:trace contextRef="#ctx0" brushRef="#br0" timeOffset="206164.9">10123 13493 493 0,'-9'-9'0'0,"4"0"0"0,-1 3 0 0,3 5 0 0,-1-5 0 0,0 5 0 0,1-2 116 0,1 3-41 0,-1 0-22 0,3 0 145 16,0 0-83-16,0 0-33 0,0 0-29 0,0 0 75 15,3 0-47-15,4 0-25 0,6 0 86 0,3 0-46 16,2 0-36-16,5 0 0 0,1 0 118 0,3 0-72 16,-1 0-37-16,-6-1 8 0,5-3-8 0,-3 2-36 15,0-1 0-15,-3 1-104 0,-1 0 52 0,-7 2 34 16,0 0-9-16,1 0-206 0,-7 0 116 16,-3 0 41-16,0 0-157 0,-1 0 67 15,1 0 65-15,-2 0-25 0,0 0-173 0,0 0 117 16,-11 0 58-16,-2 0-44 0,0 0 55 0,-4 2 24 15,2 2 0-15,-2 1 66 0,2-2-21 0,1 1-9 16,2 3-13-16,-4-4 198 0,7 1-98 0,0 0-51 16,2 0 116-16,0-1-42 0,4 1-53 0,1 2 24 15,0 1 276-15,2 7-128 16,0 1-80-16,0 7 74 0,0 5-85 0,5 0-42 0,2 5-22 16,2 4 81-16,-4 3-43 0,3 9-34 15,-3-5 1-15,1 3-65 0,-5 2 38 0,-1-2 1 16,0-2-146-16,0 8 69 0,0-6 39 0,-1-3-1 15,-9-10-42-15,3 3 33 0,-2-4 30 0,0-4-170 16,-3-5 80-16,1-5 7 0,-1-2 31 0,3-8 23 16,0 0-8-16,2-3-25 0,-1-2 23 0,2-1 226 15,3-2-107-15,-1 0-43 0,4 0 265 0,-2 0-137 16,2 0-80-16,0 0-10 16,0 0 32-16,2 0-45 0,12 0-13 0,7-2 65 15,4-4-47-15,0 1-25 0,0-1 0 0,3 2 17 16,-5 2-13-16,4 1-7 0,1-1-21 0,-9 2-177 15,3 0 88-15,-1 0 45 0,-2 0 30 0,-3 0-461 16,0 0 228-16,-2 0 71 0,-1 0-501 0,-1 0 305 16,-1 0 146-16,1-2-147 0,-1-11 154 0,0-8 76 15</inkml:trace>
  <inkml:trace contextRef="#ctx0" brushRef="#br0" timeOffset="206318.49">10606 13701 1717 0,'2'0'0'0,"1"2"0"0,2 0 0 0,1-2 0 0,-1 0 0 0,4 0 0 0,2 0 0 0,1 0 268 0,4 0-118 0,-2 0-85 15,2 0-1-15,0 0-23 0,2 0-8 0,-4 4-212 16,2 0 106-16,-2-1 52 0,0 3 28 0</inkml:trace>
  <inkml:trace contextRef="#ctx0" brushRef="#br0" timeOffset="206462.1">10680 14064 864 0,'-13'12'0'0,"5"-8"0"0,3 3 0 0,-1-4 0 0,5-3 0 0,-1 0 0 0,2 0 568 0,0 0-267 0,3 0-135 16,12-1-93-16,6-9 8 0,4-1-48 0,1 0-508 15,1-3 248-15,8 3 125 0</inkml:trace>
  <inkml:trace contextRef="#ctx0" brushRef="#br0" timeOffset="206859.51">11512 13504 418 0,'0'-28'0'0,"0"2"0"0,0 2 0 0,0-2 0 0,0-1 219 0,-1 2-93 0,-10-1-47 15,1 4-23-15,0 1 103 0,-3 2-68 0,0 4-28 16,-3 2-1-16,4 5 14 0,-3 3-22 0,1 4 9 16,0 1 64-16,0 0-47 0,0 1-24 0,-2 12 103 15,2 6-63-15,2-1-24 0,-1 9-8 0,2 3 141 16,-1 2-87-16,1 7-42 0,4 2-22 0,1-1 164 16,0 11-98-16,2-3-43 15,4 4-22-15,0-4 60 0,0-3-33 0,0 10-28 16,4-9 84-16,6 0-53 0,-1-2-26 0,2-4 0 15,-2-5-19-15,3 3-7 0,-1-1 0 0,-1-4-79 16,-1-1 39-16,-3-2 0 0,-3-4 48 0,-1 6-151 16,0-5 72-16,-2-1 17 0,0-2 23 0,-13-3-82 15,0-4 21-15,-7 2-4 0,-1-4-129 16,-6-4 66-16,1-4 51 0,-4-1-174 16,6-6 100-16,-8 0 62 0,7 0 27 0,8-6-284 15,3-7 156-15,5-2 78 0,6-1 30 0,3-9-344 16,8 1 195-16,17-9 98 0,4 2 50 0</inkml:trace>
  <inkml:trace contextRef="#ctx0" brushRef="#br0" timeOffset="207117.84">11675 13444 1159 0,'0'-21'0'0,"0"3"0"0,0 2 0 0,-1 4 0 0,-8 3 0 0,-3 1 0 0,3 3 257 0,-6 2-116 16,7 3-54-16,-3 0 244 0,2 0-149 0,-1 12-75 15,1 8-28-15,1 8 116 0,1 4-81 0,2 8-41 16,5-1 1-16,0 3 88 0,0-5-56 0,0 11-40 16,3-6 33-16,-1-8-33 0,3 5 0 0,1-2-34 15,-2 0 57-15,-1-3-32 0,-1-2 0 0,0-1-59 16,-2-1 1-16,0-1 34 16,0-3 8-16,0 1-193 0,0-5 93 0,-6-1 46 15,-3 1 23-15,2-2-574 0,-3 0 276 0,-1 4 97 16,0 0-457-16,-3 4 308 0,2 0 153 0,-2 2-165 15,-1 1 163-15</inkml:trace>
  <inkml:trace contextRef="#ctx0" brushRef="#br0" timeOffset="207295.27">11284 14487 979 0,'-14'0'0'0,"5"0"0"0,2 0 0 0,2 0 0 0,1 0 0 0,4 0 0 0,0-3 470 15,0-4-219-15,12-2-101 0,8-4-62 0,5 1 412 16,1 0-234-16,6-1-116 0,4-1-59 0,1 3 256 15,-1-1-162-15,0 4-75 0,-2 1-150 0,-4 1 36 16,-2 1 0-16,-6 1-153 0,1 1 90 0,-2 0 50 16,-9 3 25-16,-1 0-570 0,-2 0 298 0,-6 0 114 15,-1 8-46-15,-2 5-544 0</inkml:trace>
  <inkml:trace contextRef="#ctx0" brushRef="#br0" timeOffset="207646.31">11309 14503 2119 0,'-11'0'0'0,"4"0"0"0,2 0 0 0,3 0 0 0,2 0 0 0,0 0 0 0,2 0 0 0,10 0 0 0,3 0 303 0,6 0-136 0,3 2-67 0,-1 4 92 16,3-1-79-16,-2 3-33 16,6 4-7-16,-5-3-46 0,-6-1 6 0,1 4 0 15,-3-3 0-15,-2 3-175 0,-5 2 84 0,-3-1 45 16,-3 1-177-16,-4 1 112 0,0 4 55 0,-7 2-130 15,-11-1 41-15,0 1 54 0,-5-2-34 0,-3-1 107 16,-1-1-19-16,-1 0-37 0,2-4 9 0,-1 0 102 16,11-2-48-16,-3-3-26 0,8-4-2 0,0 1 370 15,5-2-153-15,2-2-101 0,2-1 277 16,2 3-177-16,0-2-81 0,6 4-52 16,11-2 156-16,4 1-233 0,2-1 0 0,6 2 0 15,1-2 0-15,2 4 0 0,0-5 0 0,0-1 0 16,-1 2 0-16,-1-1 0 0,-5-2 0 0,7 0-177 15,-4 0 175-15,-1 0 0 0,-3 0-739 0,-4-2 355 16,3-1 161-16,-2 0-538 0,2-7 364 0,-1-2 184 16</inkml:trace>
  <inkml:trace contextRef="#ctx0" brushRef="#br0" timeOffset="207946.52">11989 13897 1831 0,'-22'-20'0'0,"16"19"0"0,6 0 0 0,0 1 0 0,3 0 0 0,11 0 0 0,2 0 246 0,7 0-107 0,4 1-53 0,1 7 168 16,2 1-102-16,11 6-64 16,-11 0-28-16,4 4-75 0,-1-1 23 0,-4 2 1 15,-7-3 32-15,3 5-68 0,-14-3 31 0,-1 1-1 16,-8 5 4-16,-2 1 0 0,-2 2 34 0,-23 4 19 15,-3-1-28-15,-4-4-28 0,-7-1 22 0,-5-2-32 16,0-3 30-16,-5-3-16 0,0-5 9 0,5-2-248 16,11-7 119-16,6-3 64 0,5-1-157 0,9 0 94 15,7-6 51-15,6-14 1 16,6-1-375-16,18-8 201 0,1 3 92 0,14-12-304 16,2 2 206-16,3 0 103 0</inkml:trace>
  <inkml:trace contextRef="#ctx0" brushRef="#br0" timeOffset="208120.83">12453 13780 1098 0,'12'-16'0'0,"-9"4"0"0,1 0 0 0,-4 4 0 0,0 0 0 0,-7 3 0 0,-9 4 0 0,0 1 562 0,-5 6-268 0,-2 15-131 15,-5 11-65-15,2 6 440 0,0 6-252 0,3 5-119 16,6-2-71-16,4 2 225 16,6-5-143-16,5 3-74 0,2-12 86 0,2 3-190 15,12-4 0-15,14 0-312 0,-1-13 190 0,10 2 77 16,1-10 39-16,-5-5-697 0,13-4 364 0,-11-4 112 15,3 0 118-15,2 0-736 0</inkml:trace>
  <inkml:trace contextRef="#ctx0" brushRef="#br0" timeOffset="208522.44">12938 13966 1203 0,'0'-16'0'0,"0"0"0"0,0-3 0 0,0 1 0 0,-11 1 0 0,-1 0 0 0,-1 2 386 0,-1 3-169 0,2-2-96 0,-1 7 59 15,-1 1-73-15,2 6-37 0,-4 0-1 0,3 7 65 16,-4 16-55-16,4 7-23 0,-1 6 0 0,5 5 37 16,4-1-30-16,1-5 9 0,4 12-40 0,0-12 126 15,0 1-62-15,8-4-32 16,2-3 13-16,2-11-13 0,3 0-9 0,2-6-23 16,0-3-39-16,-2-7 0 0,4-2 40 0,-1-2-198 15,2-15 95-15,-2-10 51 0,3-12 26 0,-4-2-377 16,-2-5 185-16,0-5 54 0,-4-2 4 0,0-12-168 15,-3 2 131-15,0-6 65 0,-3-8-108 0,-1-13 91 16,-1 15 42-16,1-7 20 0,0 11-35 0,0 17 28 16,-2 11-8-16,0 0 147 0,0 16-55 15,-2 12-28-15,0 2 0 0,0 7 359 16,0 5-190-16,0 1-93 0,0 20 11 0,0 14 352 16,0 6-188-16,0 9-107 0,0 7 265 0,0 18-190 15,0 0-90-15,0 5 97 0,1-2-94 0,1 0 82 16,0-13-209-16,0 11 0 15,3-23 0-15,3 3 0 0,2-6 0 0,1-8-379 16,0-7 230-16,0-5 87 0,0-10 48 0,5-1-866 0,0-10 383 0,3-8 233 16</inkml:trace>
  <inkml:trace contextRef="#ctx0" brushRef="#br0" timeOffset="208826.63">13610 13536 854 0,'2'-32'0'0,"-2"8"0"0,0-1 0 0,0 3 0 0,-9 3 429 16,-5 7-199-16,-2 6-98 0,-7 3-50 0,0 3 153 16,-1 7-93-16,-2 9-58 0,0 8-26 0,-3 11 213 15,7-4-120-15,5-1-58 0,2 4 148 0,6-2-108 16,5-4-50-16,4 0 159 16,0-1-104-16,7-3-53 0,8-3-18 0,6 2 15 15,2-3-24-15,-2 1 147 0,4 0-205 0,0 0 0 16,-1 2 0-16,1 2 0 0,-5 1 0 0,-1 3 0 15,-4 0 0-15,-5 0 0 0,-7-4-249 0,-1 10 204 16,-2-9 4-16,-5 0 6 0,-13-2 3 0,-2-4 1 16,-6 0-15-16,-4-7 129 0,-4-4-49 15,-6-4 0-15,-1-5-46 0,6 0-39 0,-13-3 7 16,11-10 39-16,8-6 25 0,3-3-414 16,8-6 187-16,6 0 88 0,10-2-776 0</inkml:trace>
  <inkml:trace contextRef="#ctx0" brushRef="#br0" timeOffset="209455.98">14152 13711 1300 0,'0'0'0'16,"0"0"0"-16,0 0 0 0,0 0 0 0,3 0 0 0,8 4 0 0,0 0 0 0,5 1 0 0,-2-3 380 0,5-1-174 0,2 2-87 0,1-3-43 0,5 0 76 15,-8 0-52-15,1 0-38 0,1 0-169 0,-2 0 70 16,-1 0 35-16,-2 0-185 16,-6 0 118-16,6 0 47 0,-7 0 28 0,-2 3-661 15</inkml:trace>
  <inkml:trace contextRef="#ctx0" brushRef="#br0" timeOffset="209603.29">14183 14001 1584 0,'-8'7'0'0,"6"4"0"0,2-1 0 0,0-3 0 0,0-2 0 0,2-1 0 0,8-1 0 0,5 1 0 0,8 2 254 16,-5-4-103-16,12 2-63 0,-2-4-23 0,2 0 0 15,2 0-32-15,4 0-193 0,0 0 104 0,9-1 41 16,-13-2 24-16</inkml:trace>
  <inkml:trace contextRef="#ctx0" brushRef="#br0" timeOffset="209970.49">15225 13212 796 0,'-4'-29'0'0,"-1"14"0"0,0 2 0 0,-3-1 0 16,-4 1 0-16,3 3 143 0,-3 4-55 0,0 2-19 0,1 2-9 0,-3 2 147 16,-2 0-86-16,-4 13-45 0,2 9 102 0,-1 5-64 15,2 3-45-15,2 4 1 16,3-1 123-16,0 3-81 0,3 0-39 0,1 0 175 16,2 0-113-16,2-1-50 0,4-1-27 0,0 0 123 15,0-2-74-15,0-6-29 0,0 6-8 0,8-2 0 16,0 0-37-16,1-2-1 0,0 1-64 0,-3-3 41 15,2 4-9-15,-3-4-145 0,-3-1 90 0,0-1 43 16,-2-1 23-16,0-1-156 0,0-2 57 0,-6-1 50 16,-5 0-14-16,-2-4-133 0,-4 0 63 15,0-1 42-15,-6-3 6 0,1 0-52 16,-1-4 47-16,3-1 23 0,-3-2-199 0,3-2 103 16,2-2 64-16,7 0 27 0,2 0-279 0,3 0 154 15,4-4 76-15,2-11-244 0,7-6 164 0</inkml:trace>
  <inkml:trace contextRef="#ctx0" brushRef="#br0" timeOffset="210214.83">15458 13144 1486 0,'2'-14'0'0,"-2"7"0"0,0 5 0 0,0 0 0 0,-12 1 0 0,-6 1 0 0,1 0 0 0,-1 7 0 0,-5 9 125 0,2 5-46 0,3 6-23 16,-3 2 214-16,6 3-118 0,1 3-52 0,5 0 110 15,2 3-89-15,5 0-43 0,2-1-24 0,0 2 70 16,0 1-38-16,6 1-30 0,1-1-1 0,0-7-58 16,1 3 0-16,-2 0 36 0,-1-2-54 15,-3-2 23-15,2-1 0 0,-4-3 31 16,0 0-192-16,0-4 81 0,0-4 60 0,-7 0-442 16,-3-2 222-16,-1-5 74 0,-2 0 67 0,-3-2-399 15,2-1 224-15,-5 3 123 0</inkml:trace>
  <inkml:trace contextRef="#ctx0" brushRef="#br0" timeOffset="210410.31">14927 14165 1520 0,'-17'9'0'0,"4"1"0"0,5 0 0 0,2-4 0 0,3-4 0 0,1 1 0 0,2 0 0 0,0 2 259 16,15-3-112-16,9-2-58 0,2 0 221 0,8 0-139 15,5-4-61-15,9-6 310 0,-4 0-194 0,-2-1-97 16,-6 2-48-16,3-1-9 0,-5 0 8 0,0 0-47 15,-3 1-1-15,-6-1-303 0,-4 3 151 0,-4-1 77 16,-6 2-555-16,-2 3 311 0,-5 0 160 0,-2-1-12 16,-2 4-320-16,0 0 209 0,-11 0 100 0</inkml:trace>
  <inkml:trace contextRef="#ctx0" brushRef="#br0" timeOffset="210728.69">14970 14230 1504 0,'-16'0'0'0,"5"0"0"0,6 0 0 0,1-1 0 0,1-1 0 0,3 1 0 0,0-1 0 0,0 2 0 0,9 0 0 0,8 0 445 0,0 0-206 0,4 9-95 0,3 6 162 0,0 2-137 15,0 2-68-15,1 2-34 16,-4 0-146-16,-5 1 64 0,2 2 20 0,-7-5-99 16,-2 4 64-16,-3-1 32 0,-4-2-1 0,-2 3-178 15,-4-1 101-15,-11-1 54 0,-3-4-38 0,-7 0-97 16,-1-4 19-16,-1-3 50 0,-1-2 7 0,0 0 178 15,1 1-65-15,7-6-32 0,-3 1 341 0,6-2-177 16,6-1-59-16,4 1 129 0,1-2-72 0,2 0-67 16,4 0-17-16,0 2 158 0,4 0-105 15,11 2-49-15,10-1-25 0,1 1 36 16,4-2 129-16,6-1-222 0,6-1-260 0,-1 0 190 16,-8 0 52-16,6 0 25 0,1-1-525 0,-3-5 273 15,1-1 79-15,-2 0-573 0,-2-2 353 0,1 0 177 16,-3 0 88-16</inkml:trace>
  <inkml:trace contextRef="#ctx0" brushRef="#br0" timeOffset="210916.19">15747 13593 1885 0,'-11'-11'0'0,"10"8"0"0,1 3 0 0,1 0 0 0,7 0 0 0,2 4 0 0,1 0 185 0,0 0-76 0,4 1-30 0,1-1 36 16,2 0-41-16,0 1-21 0,3 2-227 0,-4 3 103 16,0-1 60-16,-2 3 18 0,0 1-611 0,-3-2 319 15</inkml:trace>
  <inkml:trace contextRef="#ctx0" brushRef="#br0" timeOffset="211092.23">16009 13377 1644 0,'0'-4'0'0,"-2"2"0"0,0 0 0 0,-3 2 0 0,-2 10 0 0,0 12 0 0,0 4 0 0,-5 9 0 0,-3 15 470 0,-4 8-218 0,-1 1-110 15,-1 2-54-15,0 5 102 16,1-12-70-16,-4 16-48 0,1-10-25 0,6-12-14 16,-4 5-1-16,4-4-383 0,3-7 199 0,0-3 89 15,5-3 48-15,3-13-663 0,6 0 345 0</inkml:trace>
  <inkml:trace contextRef="#ctx0" brushRef="#br0" timeOffset="211555.23">16459 13698 905 0,'0'-25'0'0,"-5"6"0"0,-3 0 0 0,1-1 0 0,-5 1 0 0,1 0 0 0,-2 3 219 16,-2 2-92-16,-1 1-48 0,-2 4-23 0,-1 5 163 16,3 2-98-16,-3 2-43 0,-1 11 62 15,2 16-45-15,-1 12-36 0,3 5 9 16,5 5 68-16,1 1-52 0,4-1-26 0,6-4 21 16,0-9-24-16,0-1 9 0,11-6-32 0,6-5-58 15,3-7 29-15,0-4 1 0,-1-5 28 0,5-6-155 16,0-2 73-16,-1-4 42 0,0-17-229 0,1-9 104 15,-2-7 69-15,-3-4-97 0,-1-7 74 0,-2-4 4 16,0-14 28-16,-6 3-125 0,1-4 73 16,-2 5 29-16,-2-18 9 0,-2 2-70 15,1-2 53-15,-3-3 26 0,4 4 1 0,-2 13 15 16,-1 3 12-16,0 12-1 0,-3 19 265 0,1 11-132 16,-2 10-67-16,0 1 174 0,0 9-87 0,0 2-69 15,0 30-33-15,0 12 306 0,-2 6-148 0,-3 9-47 16,0 15-52-16,-2-1 192 0,3 1-118 15,-1 2-59-15,1 0-29 0,-1 0 98 0,3 0-68 0,0 0-31 16,2-6-79-16,0-4 25 0,0-12 0 0,0-7-157 16,2 7 87-16,5-15 48 0,2-5 23 15,3-7-638-15,-1-6 270 0,5-9 170 16,0-8 12-16</inkml:trace>
  <inkml:trace contextRef="#ctx0" brushRef="#br0" timeOffset="211841.64">17034 13369 1474 0,'-11'-18'0'0,"-1"4"0"0,3 3 0 0,-6 1 0 0,-2 3 0 0,-4 5 0 0,0 0 188 0,-8 2-77 0,-1 4-39 0,0 11 108 16,0 4-64-16,4 6-47 0,3-2 1 0,6 2 135 15,6 2-86-15,5-1-44 0,6-4-12 0,0 6 110 16,9-6-70-16,12 2-35 0,2-2 67 0,5-1-51 15,2 0-18-15,0 0-84 0,0 0 26 0,-1 0-1 16,-6 2 26-16,-4 1-59 0,-4 2 38 16,-7 3-9-16,-5-3 30 0,-3 2-67 15,-1 0 30-15,-17 0 0 0,-6-3 4 0,-3-3 22 16,-6-5-35-16,-1-5 26 0,-1-1-37 0,1-5 0 16,-1-6 23-16,1 0-436 0,4 0 206 0,1-9 108 15,8-7 46-15,5-5-715 0</inkml:trace>
  <inkml:trace contextRef="#ctx0" brushRef="#br0" timeOffset="212415.56">17435 13482 1182 0,'-7'0'0'0,"7"0"0"0,0 0 0 0,0 0 0 0,2 0 0 0,5 3 0 0,2 3 117 0,5-2-46 0,1 1 0 16,4-1 317-16,7-2-177 0,-1 0-90 0,-3-2 75 15,8 0-86-15,-2 0-38 0,0 0-1 0,-1 0-226 16,-1-2 94-16,-7 0 55 0,1-5 15 0,0 3-430 16,-6 1 227-16,-6 0 113 15,1 3-272-15,-7 0 106 0</inkml:trace>
  <inkml:trace contextRef="#ctx0" brushRef="#br0" timeOffset="212578.12">17554 13700 766 0,'-13'5'0'0,"7"3"0"0,0-3 0 0,3-1 0 16,1-2 201-16,0-2-84 0,0 0-34 0,2 2 371 16,2-1-211-16,9 2-105 0,5 0-53 0,0-1 289 15,3 2-163-15,4 2-93 0,-3-3-42 0,6 1-181 16,-1 0 69-16,0 0 35 0,-3-3-482 0,6 2 255 16,-2 1 130-16,0-1-252 0,1 1 191 0</inkml:trace>
  <inkml:trace contextRef="#ctx0" brushRef="#br0" timeOffset="213187.1">18311 13046 376 0,'0'-8'0'0,"9"8"0"0,8 0 0 0,0-1 0 0,-2-1 0 0,0 0 0 0,0 2-11 0,0 0 1 0,-2 0-31 0,3 0 139 15,-2 0-60-15,3 0-28 0,-6 0 0 0,1 0 177 16,-4 0-88-16,-5 0-46 0,1 0-23 16,-2 2 207-16,-1-2-105 0,-1 2-51 15,0-2 263-15,0 0-159 0,0 0-76 0,-3 0 169 16,-4 0-122-16,-3-7-62 0,0 1-23 0,-1-4 36 16,2 0-37-16,-3-1 0 0,2 1-37 0,-2 0-32 15,1-1 9-15,2 3 23 0,0 1-85 0,-2 1 42 16,4-2 22-16,0 5 0 0,-1-3-81 0,2 2 47 15,1 2 19-15,1 0-60 0,0 0 20 0,1 0 26 16,-1 1-10-16,0 1-5 0,2 0 3 0,0 0 22 16,2 0-18-16,0 0 48 15,-2 0-3-15,2 0-27 0,0 0 48 0,0 0-22 16,0 0 10-16,0 0-29 0,0 0 22 0,0 0-19 16,0 0 8-16,0 0 24 0,0 0 3 0,0 0-29 15,0 0 2-15,0 0 32 0,0 0 4 0,-2 0-36 16,-1 0 5-16,-1 0 40 0,0 0-38 0,-1 0-3 15,0 3 7-15,-2 3-28 0,0 4 4 0,0 1 22 16,-3 2 25-16,2 2-1 0,-1 6-22 0,0 3-3 16,1 2 116-16,0 5-48 15,1 2-32-15,2 3 133 0,1 7-78 0,4-2-38 16,0 4-1-16,0 2 43 0,0 2 50 0,7 0-164 16,4 2 0-16,1-1 0 0,1 0 0 0,0-9 0 15,2 7 0-15,-6-12 0 0,3 1 0 0,-3 0-195 16,-1-4 146-16,-5-4 22 0,-1 0 20 0,-2-4-124 15,0-3 47-15,-2-1 40 0,-9-4-15 0,-6-2-59 16,-5 0 49-16,-1-6 5 0,-3-1-103 16,-2-2 67-16,-1-4 34 0,3-2-8 15,-4 0-261-15,6-2 152 0,3-16 74 0,6-2-396 16,6-5 236-16,7-4 110 0,2-11 67 0</inkml:trace>
  <inkml:trace contextRef="#ctx0" brushRef="#br0" timeOffset="213486.34">18728 13078 955 0,'2'-28'0'0,"-2"0"0"0,0-1 0 0,0 1 0 0,-4 0 0 16,-7 9 0-16,-4 1 0 0,-2 4 66 0,0 7-34 0,-2 3 1 0,0 4 561 0,-5 0-281 0,7 14-132 15,-5 9-78-15,4 7 178 0,4 11-124 0,4 4-62 16,2 4-23-16,7 1 188 0,1 2-114 0,0 1-57 15,0 0 40-15,3-4-48 0,3-3-16 0,4 9-9 16,-3-8 32-16,0 0-27 0,2-2-1 16,-4-3-78-16,-1-4 34 0,-3 3-9 15,1-4 166-15,-2-1-415 0,0-2 207 0,0-3 34 16,-3-7 9-16,-6 1-223 0,-2-5 114 0,1-3 22 16,-1-2-360-16,1-3 192 0,-1-3 99 0,1 1 61 15,2-1-201-15,1-3 128 0,3 7 63 0,3-5-538 16,1 6 293-16</inkml:trace>
  <inkml:trace contextRef="#ctx0" brushRef="#br0" timeOffset="213805.16">18153 14236 1144 0,'-11'-3'0'0,"4"0"0"0,-1 2 0 0,2-1 0 0,0 1 0 0,3 1 0 0,-1-2 0 0,2 2 532 0,2-3-250 16,0 3-125-16,15-1 78 0,6-1-93 0,9-1-58 15,4 1-26-15,1-3 224 0,1 2-125 0,4-1-62 16,-1 3-23-16,-4-4-44 0,1 1 5 0,-4 3 0 15,-2-2-149-15,-4 0 83 0,3 1 28 16,-8 0-287-16,-1-1 162 0,-5-1 81 0,-4 2 10 16,-1 0-229-16,-6 1 76 0,-1-2 85 15,-1 2-5-15,-2 1-349 0,-2 0 215 0,-8 5 98 16,-11 6 62-16</inkml:trace>
  <inkml:trace contextRef="#ctx0" brushRef="#br0" timeOffset="214128.04">18147 14239 1154 0,'-16'0'0'0,"4"0"0"0,3 0 0 0,2-3 0 0,3 3 0 0,0-3 0 0,3 0 265 0,1 3-120 0,1 0-56 15,12 0 248-15,8 10-152 0,1 2-76 0,4 4 166 16,3 2-125-16,-3 1-58 0,0 2-30 0,1 1-57 16,-5-2 27-16,-3-2 9 0,2 2-8 0,-3-1-153 15,-6-3 76-15,-3 3 38 0,-5-2-220 0,-3 2 138 16,-1-2 56-16,-3 0 33 0,-15 1-241 15,0-1 116-15,-4-2 4 0,-5 0 119 16,-1-2-40-16,-2 0 9 0,1-3-1 0,2-1 118 16,1-1-59-16,5-2-38 0,4-2 9 0,6-3 410 15,1 1-173-15,5-2-114 0,3 0 293 0,0 0-181 16,2 0-105-16,6 0-46 0,14 0-6 0,6 0-21 16,6 0 0-16,4 0-88 0,7 0 30 0,-3 0-1 15,3 0 38-15,-2-2-416 0,0 1 208 0,-5-3 112 16,10-2 35-16,-13 2-322 0,5-1 111 0,-1-1 111 15,-1 0-528-15,2 0 303 0,-5-2 164 0</inkml:trace>
  <inkml:trace contextRef="#ctx0" brushRef="#br0" timeOffset="214535.27">19089 13280 1595 0,'-19'-22'0'0,"15"15"0"0,4 6 0 0,0 1 0 0,5 0 0 0,9 0 0 0,1 0 0 0,2 0 0 0,5 0 0 0,2 0 305 0,6 0-136 0,2 4-59 0,0 6 2 16,0-2-40-16,-2 3 1 0,-2-2-41 0,-7 0-65 16,0 1 40-16,-4-1-7 0,-2-2 32 0,-4 0-20 15,-5 2 21-15,-1-1 0 0,-3-1 17 0,-2 4-17 16,0 0 0-16,-2 5-1 0,-14 4 88 0,-3 2-49 15,-6 8 9-15,-7 2-50 0,0 4 3 0,-2 2 0 16,1 2 0-16,-1 0-65 0,0 1 41 16,4-3-9-16,6-6 33 0,1-2-59 15,10-7 28-15,0-1-11 0,5-5 69 0,5-3-52 16,1-5 16-16,2-2 42 0,0-3-21 0,0 0-18 16,7-2-5-16,8-2 104 0,0 0-51 0,6 0-13 15,2 0 0-15,1 0 11 0,0-2-32 0,6-2-8 16,-2-1 0-16,-1 1-179 0,1-1 89 0,-7 3 45 15,1 0-193-15,-1 0 95 0,-4 0 63 16,-2 1-294-16,-4-3-130 0,1 3 220 0,-5-1 100 0,-2 0-400 16,-1 0 259-16,-2-4 129 15</inkml:trace>
  <inkml:trace contextRef="#ctx0" brushRef="#br0" timeOffset="214688.37">19156 13500 1188 0,'-30'-10'0'0,"11"4"0"0,6 2 0 0,2 2 0 16,3 0 0-16,3 1 0 0,3-2 0 0,2 2 400 0,3 1-184 0,16 0-83 16,8 0 120-16,1 0-109 0,4 4-56 0,2 3-28 15,9 4-87-15,-10 0 38 0,11 4-8 0,-10 0-511 16,1 2 271-16,-3 2 135 0</inkml:trace>
  <inkml:trace contextRef="#ctx0" brushRef="#br0" timeOffset="-214373.4">19889 13662 648 0,'-10'-19'0'0,"4"5"0"0,-1-3 0 0,0-2 0 0,-2-4 0 0,-3-3 0 0,1 7 0 16,-1-2 0-16,-1 4 367 0,1 2-167 0,-4 4-76 16,1 3-49-16,0 6 387 0,0 2-214 0,-2 0-108 15,-4 18-54-15,3 8 26 0,-3 9-43 0,5 5-1 16,2 2-35-16,3 0 85 0,5-4-42 0,2 2-14 15,4-4 20-15,0-3-25 0,0-5 1 0,6-2-26 16,3-8-32-16,2 0 8 0,5-7 25 0,-2-1-62 16,4-4 31-16,-2-6 1 15,3 0 29-15,2-3-230 0,3-15 90 0,-3-6 62 16,2-5-3-16,-1-8-173 0,-2-1 76 0,-4-1 57 16,2-14-130-16,-4 0 93 0,0-10 47 0,0 2 23 15,-3-9-104-15,3-2 55 0,-2-7 41 0,5-11-32 16,-3 20 32-16,-2-3 0 0,0 18 31 0,-5 11 18 15,1 1-17-15,-5 16-1 16,-1 9 0-16,0 6 360 0,0 4-187 0,1 7-83 0,-3 1 420 16,0 5-231-16,-9 24-67 0,-3 8-74 15,1 7 88-15,-1 15-84 0,1 1-38 0,-1 8 104 16,3 4-72-16,2-1-34 0,1-9 7 0,3 15-16 16,3-9-28-16,0-1 1 0,0-3 0 15,1-2-239-15,7-10 127 0,1 2 52 16,0-4-574-16,3-14 303 0,-1-3 108 0,2-11-496 0,4-2 319 0,0-10 171 15,-1-5 82-15</inkml:trace>
  <inkml:trace contextRef="#ctx0" brushRef="#br0" timeOffset="-214080.19">20519 13410 873 0,'6'-33'0'0,"0"-1"0"0,-2 0 0 0,-2 3 0 0,-2-4 0 0,0 7 484 0,-4 2-226 0,-10 3-112 16,0 5-57-16,-7 3 128 0,3 7-83 0,-11 2-55 15,1 6 114-15,0 2-80 0,-2 15-40 0,2 6 69 16,3 1-46-16,4 3-36 16,6-2 1-16,8 3 162 0,5-3-95 0,2 1-48 15,2 1-15-15,11 1 136 0,4-2-84 0,3 0-51 16,1 1 131-16,2 3-197 0,2 0 0 0,-5 0 0 16,1 4 0-16,0 0 0 0,-5-1 0 0,0 1 0 15,-6 0 0-15,0-4 0 0,-5-8 0 0,-2 1 0 16,-1-5 0-16,-2-2 0 0,-2-5 0 0,-16-1 0 15,-3-5 0-15,-5-3 0 0,-4-2 0 16,-6 0 0-16,-1 0 0 0,-8-3 0 16,3-11 0-16,3 0 0 0,2-6 0 0,11 0 0 15,1-8-736-15,7-10 367 0</inkml:trace>
  <inkml:trace contextRef="#ctx0" brushRef="#br0" timeOffset="-211875.3">20829 13245 985 0,'-2'0'0'0,"1"0"0"0,-1 0 0 0,2 0 0 0,0 0 0 0,0-2 0 0,0 2 264 0,0-2-116 0,5 1-58 15,7-2-20-15,3 1 157 0,-2 1-97 0,4-1-48 16,0 2 23-16,0 0-36 0,2 0 8 0,2 0-44 16,-1 0 10-16,1 0-10 0,0 0 0 0,-1-2-109 15,1 1 63-15,-2-1 18 0,-3-2 1 0,-2-1-278 16,-5-1 151-16,-2 2 35 15,-1-1 56-15,-5 4-539 0,-1-1 268 0</inkml:trace>
  <inkml:trace contextRef="#ctx0" brushRef="#br0" timeOffset="-211691.92">20901 13515 1586 0,'-6'6'0'0,"0"2"0"0,5-1 0 0,1-3 0 0,0-3 0 0,0 2 0 0,0-1 0 0,10-1 0 0,6-1 550 16,3 0-259-16,1 0-129 0,1 0-56 0,0 0 81 16,-1 0-76-16,1 0-40 0,0-1-372 0,-1-4 166 15,1 0 92-15,2 2 34 0,-3-1-308 0,1 1 175 16,-2 2 87-16</inkml:trace>
  <inkml:trace contextRef="#ctx0" brushRef="#br0" timeOffset="-211456.7">21484 13318 1912 0,'-5'0'0'0,"5"0"0"0,5 0 0 0,11 0 0 0,3 0 0 0,-1 0 0 0,5 0 0 0,5-4 179 0,3-1-74 0,4-4-36 0,6-2 173 16,1 0-104-16,-5 2-45 0,3 2-34 15,-2 2-81-15,-4 0 28 0,-3 4 0 16,-2 0-208-16,-7 1 125 0,0 0 52 0,-2 0 28 16,-6 4-433-16,-2 6 186 0,-3 1 127 0,-3-1-325 15,-1 5 208-15</inkml:trace>
  <inkml:trace contextRef="#ctx0" brushRef="#br0" timeOffset="-211071.35">21721 13508 975 0,'-33'10'0'0,"5"-2"0"0,8 0 0 0,-1-2 0 0,10-2 0 0,-1-4 0 0,4 0 0 0,7 0 389 16,1 0-178-16,9-3-89 0,14-4 174 0,5-4-124 15,11-2-73-15,-2 3-34 0,5 1 3 0,-10 5-36 16,6 1 1-16,-5 3-192 0,-3 0 92 0,-7 0 49 16,-3 6 26-16,-3 6-101 0,-9 5 62 0,-5 4 41 15,-3 5-9-15,0-1-210 0,-11-1 47 0,-6 1 75 16,-3-3 78-16,-3-1-8 15,-1-4-24-15,-1-2 9 0,5-6 253 0,-3-1-122 16,4-3-50-16,8-2 267 0,0-3-137 0,3 3-81 16,4-3-5-16,4 0 60 0,0 0-60 0,4 0-22 15,17 0-9-15,2-3-2 0,3 3-27 0,3 0 8 16,1 0-8-16,-7 0-58 0,7 5 25 0,-5 6 0 16,-2 4-124-16,-7 2 78 0,-6 0 48 0,-1 8-152 15,-3-2 63-15,-6 4 47 0,0-2-10 0,-2 3 61 16,-9-6-68-16,-10 3 42 0,0-1-31 15,-3-3 229-15,-2-3-96 0,-2-4-48 16,-2-1 97-16,-2-6-65 0,-2-5-14 0,2-2-22 16,-2 0-249-16,2-6 112 0,2-10 74 0,2-15-502 15,5-4 248-15,4-14 130 0,6-16 37 0,8-3-477 16</inkml:trace>
  <inkml:trace contextRef="#ctx0" brushRef="#br0" timeOffset="-210904.36">21776 12669 1818 0,'4'-16'0'0,"-2"11"0"0,-1 1 0 0,1 4 0 0,0 0 0 0,1 0 0 0,-3 6 0 0,2 9 0 0,0 5 299 15,1 5-133-15,-1 0-67 0,2 8 301 0,-3 3-184 16,1 3-83-16,4 8-146 0,-3-5 24 0,4-1-1 16,-2 0 22-16,1 0-519 0,-3-3 268 0,1 2 122 15,0-4 65-15,-3 1-767 0</inkml:trace>
  <inkml:trace contextRef="#ctx0" brushRef="#br0" timeOffset="-210471.12">22798 12962 1372 0,'-9'-28'0'0,"9"12"0"0,0-1 0 0,0-7 0 0,-4-1 0 0,-1 2 0 0,-2 0 0 0,0 2 89 0,-2-2-29 0,0 5 1 0,-1-4 41 16,-5 6-39-16,0 1 0 0,-2 8-30 0,-4 3-66 16,-2 2 32-16,2 2 9 0,-8 6 1 0,5 7 24 15,-3 5 0-15,3 2 0 0,0 4 37 16,1 0 9-16,0 4-47 0,4 2 185 15,3 4-92-15,2 2-46 0,3 6-23 0,8-7 261 16,1 10-147-16,2-1-68 0,0-2 55 0,13 1-15 16,4 3-54-16,4-3-20 0,2 0-79 0,0 0 21 15,0 0 1-15,-5-1 22 0,1 1-98 0,-6-6 57 16,-1 11 17-16,-5-7-143 0,-5 0 83 0,-2-8 42 16,0 5 21-16,-5-4-160 0,-11-3 76 15,0-5-7-15,-7-5 34 0,-2-6-72 0,0 1 46 16,0-9-6-16,-7 1-146 0,6-8 96 15,5 0 46-15,1 0-116 0,1-8 82 0,5-9 33 16,5-10 29-16,9-2-368 0,0-4 194 0,4-9 98 16,15 2 47-16,4-2-323 0</inkml:trace>
  <inkml:trace contextRef="#ctx0" brushRef="#br0" timeOffset="-210194.07">22934 13004 1157 0,'20'-31'0'0,"-3"-1"0"0,-4 2 0 0,-3-2 0 0,-5 3 0 0,-5-3 0 0,0 7 0 0,0 8 0 0,-10 0 0 0,-4 4 181 0,-6 7-74 0,-5 4 102 16,4 2 27-16,-7 4-106 0,1 13-49 0,3 3 89 15,0 7-68-15,5 1-35 0,3 2 8 0,5 0 128 16,6 4-85-16,3 0-43 0,2 8 64 0,0-1 18 16,2-4-54-16,11 9-39 0,2-2 123 0,2-1-78 15,0 0-37-15,-3 0-6 0,2-5 9 16,-1 7-42-16,-2-2 146 0,-2-1-179 15,-4-1 0-15,0-5 0 0,-5 3 0 0,0-3 0 16,-2-3-195-16,0-2 194 0,0-3 1 0,-9-9-269 16,0 1 111-16,-2-4 81 0,-1-4-470 0,0-3 257 15,-1 0 128-15,-3 0 65 0,2-3-601 0,-3 1 336 16</inkml:trace>
  <inkml:trace contextRef="#ctx0" brushRef="#br0" timeOffset="-210007.55">22537 13880 1605 0,'-2'0'0'0,"-1"2"0"0,3 0 0 0,-2-2 0 0,2 0 0 0,0 0 0 0,0 0 0 0,13 0 381 0,13 0-173 0,4 0-88 15,9-2-44-15,2-3 524 0,-2 4-276 0,9-2-149 16,-3 1 127-16,-9 0 2 0,3 1-304 0,-1-3 0 16,0 3-183-16,-6-1 124 0,-4-2 46 0,-10 2-565 15,1 0 305-15,-10 0 153 0,-1 2 85 16,-5-1-371-16,-3 1 89 0,0 0 148 15,-7 0-500-15</inkml:trace>
  <inkml:trace contextRef="#ctx0" brushRef="#br0" timeOffset="-209728.89">22649 13846 1171 0,'-20'2'0'0,"3"1"0"0,8-1 0 0,3 2 0 15,3-2 0-15,1-2 0 0,2 4 0 0,2 1 241 0,9 2-104 0,6 2-44 0,5 4 343 0,1 0-201 16,1 3-102-16,-1 4 51 15,-1 0-76-15,-5 1-30 0,1 6-7 0,-6-1-216 16,-6 0 88-16,-4 3 46 0,-2-2 21 0,-2 2-76 16,-16-3 46-16,0-1 26 0,-5-1-71 0,-1-6 38 15,-5-1 28-15,8-3-71 0,-8-3 255 0,8-4-123 16,-1-2-33-16,5-1 425 0,5-2-213 16,5-2-86-16,2 1-66 0,3-1 146 0,2 0-33 0,0 0-202 15,9 0 0-15,12 0 0 0,9 0 0 16,2-1 0-16,2-1 0 0,5 1 0 0,6-3 0 15,-11 2 0-15,5-2 0 0,0 0 0 16,2 1 0-16,-6 1-759 0,1 0 376 0,-10 2 113 16</inkml:trace>
  <inkml:trace contextRef="#ctx0" brushRef="#br0" timeOffset="-209025.91">23529 13087 378 0,'-11'-10'0'0,"-1"5"0"0,1 2 0 0,0 3 0 0,-3 0 143 15,-2 0-46-15,-1 6-37 0,-1 10 1 0,4 5 181 16,-2 5-105-16,3 4-43 0,3 4 152 0,0 9-107 16,4-3-52-16,6-7-28 0,0 3 113 0,0-1-62 15,2-2-42-15,10-4-56 0,2-2 21 0,4-3 0 16,0-3 0-16,-3-4-197 0,5-2 94 0,0-4 52 16,1-2 25-16,-1-2-173 0,1-6 83 0,-1-1 63 15,0 0-588-15,-1-6 289 0</inkml:trace>
  <inkml:trace contextRef="#ctx0" brushRef="#br0" timeOffset="-208814.48">23543 13272 1454 0,'-7'-10'0'0,"3"6"0"0,4 0 0 0,0 1 0 0,6-3 0 0,13 1 0 0,11 0 0 0,0 5 0 0,2 0 210 0,2 0-89 0,-2 10-44 15,-3 3 68-15,2 4-60 0,-5 2-26 0,-3 1 0 0,-5 3-32 16,-6 0 6-16,-6-3 8 15,-5 9-77-15,-1-3 35 0,-3-3 0 0,-16 4 33 16,-4-4-102-16,-4-2 59 0,0-4 18 0,-3-4-248 16,0-4 126-16,2-5 30 0,5-2 42 0,-4-2-299 15,6 0 159-15,5-9 75 0,5-9 38 0,6-8-251 16,5-2 144-16</inkml:trace>
  <inkml:trace contextRef="#ctx0" brushRef="#br0" timeOffset="-208651.39">23888 13079 1133 0,'9'-1'0'0,"-8"1"0"0,-1 0 0 0,0 13 0 0,-7 6 0 0,-10 5 0 0,3 4 154 16,0 5-61-16,1 2-30 0,4 0 462 0,1 3-238 15,6-2-131-15,2-2 186 0,0-2-154 0,10-2-78 16,8-3-31-16,5 1-183 0,5-6 68 0,4-4 34 16,0-2 1-16,2-5-512 0,-2-2 281 0,-3-5 128 15,0-4-251-15,-3 0 104 0</inkml:trace>
  <inkml:trace contextRef="#ctx0" brushRef="#br0" timeOffset="-208486.83">24090 13290 1128 0,'-9'0'0'0,"5"0"0"0,3 0 0 0,1 0 0 0,0 0 0 0,10-1 0 0,15-3 255 0,5 2-111 0,4-1-48 0,3 1 280 15,1-1-171-15,0 1-87 16,-1 2-42-16,-2 0-140 0,-1 0 56 0,-3 0 16 15,-3 0-451-15,-9 0 238 0,-1 0 119 0,-7 0 59 16,-1 0-267-16,-7 0 153 0</inkml:trace>
  <inkml:trace contextRef="#ctx0" brushRef="#br0" timeOffset="-208315.1">24263 13045 847 0,'-9'-12'0'0,"3"7"0"0,2 2 0 0,1 3 0 0,3 0 0 0,0 5 0 0,0 17 436 15,3 3-201-15,9 4-102 0,-1 13-49 0,-4-1 461 16,-3-1-248-16,1 14-136 0,0-7 103 0,-3 2-115 16,1-5-59-16,3 1-28 0,-3-11-397 0,3 4 180 15,2-6 93-15,-2-4-275 0,1-7 185 0,0-2 92 16,0-9 55-16</inkml:trace>
  <inkml:trace contextRef="#ctx0" brushRef="#br0" timeOffset="-208160.52">24456 13162 1776 0,'2'-5'0'0,"4"3"0"0,4 2 0 0,-1 0 0 0,2 0 0 0,2 2 0 0,0 6 0 0,3 3 272 0,0 0-119 0,1 4-53 16,0 1-39-16,0-2-1 0,1 5-27 0,-4-5-537 16,2 1 269-16,-2 1 142 0,-1-3 59 0,1-2-338 15</inkml:trace>
  <inkml:trace contextRef="#ctx0" brushRef="#br0" timeOffset="-207970.95">24876 12901 1412 0,'1'0'0'0,"3"0"0"0,-2 23 0 0,-2 7 0 0,0 12 0 0,-12 5 0 0,-4 7 0 0,-5 14 583 0,-4-3-275 0,1 3-138 0,-2 2 246 0,-2-1-192 16,0 2-87-16,3-2-56 0,1-1 31 15,0-4-39-15,3-13-1 0,1 2-39 0,10-13-266 16,0-3 129-16,9-12 68 0,1-4-635 0,0-6 352 16,1-7 176-16</inkml:trace>
  <inkml:trace contextRef="#ctx0" brushRef="#br0" timeOffset="-207803.27">24908 13237 1032 0,'14'-18'0'0,"7"5"0"0,4 7 0 0,3 1 0 0,1-1 0 0,0 2 431 0,0 1-199 0,4 0-100 16,1 2-41-16,2-1 62 0,-3 0-60 0,-1 0-30 15,0 2-206-15,-4 0 88 0,-3 0 52 0,-1 0 14 16,-3 0-508-16,-6 0 249 0,-6 0 124 0,-3 0-372 16</inkml:trace>
  <inkml:trace contextRef="#ctx0" brushRef="#br0" timeOffset="-207627.44">25208 12904 1121 0,'-13'-14'0'0,"5"7"0"0,3 3 0 0,2 4 0 0,3 0 0 0,0 4 0 0,0 13 0 0,3 7 0 0,1 6 382 0,1 4-175 0,-1 8-87 16,-3 0 85-16,-1 1-86 0,0-3-35 0,0 8-30 0,0-4-19 0,-5-8-3 15,0 1 1-15,1-2-278 16,-3-1 147-16,6-5 61 0,-1-7 35 0,2-5-510 15,0-5 267-15,0-6 70 0</inkml:trace>
  <inkml:trace contextRef="#ctx0" brushRef="#br0" timeOffset="-207281.57">25432 12858 1099 0,'14'-7'0'0,"5"3"0"0,8 2 0 0,-1 2 0 0,-1 0 0 0,-3 0 0 0,11 0 0 0,-4 2 380 0,-1 2-174 15,1 2-86-15,0-5 152 0,-6 0-111 0,2 2-68 16,-2-1-31-16,-2 0 1 0,-2-1-1 0,-5 1-29 16,-2 1 8-16,-2 2-42 0,-6 1-1 0,-3 5 35 15,-1 6 25-15,-3 4 7 0,-18 9-32 0,-4 1 0 16,-2 5 22-16,-1 4-22 0,0 1 0 0,1 3 4 16,0-3-4-16,1-1-1 0,5 0 1 0,5-10-39 15,0-1 39-15,7-5 8 16,2-3-8-16,5-7 21 0,2-2 1 0,0-3-22 15,0-3 25-15,0-3 9 0,9-3-35 0,4 0 1 16,2 0 28-16,0 0 0 0,2 0-28 0,2 0 54 16,0-1-31-16,0-5 0 0,-1 2-23 0,-3-1-153 15,2-1 77-15,-3 2 46 0,-2 0-8 0,-2 0-444 16,-1 1 205-16,-1-1 120 0,-5 2-510 0,1 1 292 16,-2-3 159-16,0 2 75 0,-2-3-189 0,0-2 133 15,0-2 65-15</inkml:trace>
  <inkml:trace contextRef="#ctx0" brushRef="#br0" timeOffset="-207136.95">25492 13095 1045 0,'-25'-5'0'0,"6"2"0"0,6 1 0 0,2 1 0 0,5 1 0 0,-1 0 136 0,7 0-52 0,0 0-25 0,9 0 335 16,13 1-176-16,7 7-85 0,1-1-54 0,4 1 160 0,-1 2-103 0,3-1-51 15,1 2-444-15,-2-1 204 0,-1-1 90 16,-3-1 49-16,0-1-730 0</inkml:trace>
  <inkml:trace contextRef="#ctx0" brushRef="#br0" timeOffset="-206953.42">26030 12922 1480 0,'8'-6'0'0,"5"4"0"0,0 2 0 0,3 0 0 0,-2 10 0 0,3 8 0 0,-2 5 0 0,-1 5 0 0,-3 3 0 0,-1 2 356 0,-3 3-161 0,-2-1-81 15,-3 3-35-15,-2-2-8 0,0-1-39 0,-2 0 1 16,-10-4-186-16,-3-1 92 0,-1-3 56 0,-4-1-324 16,-3-3 181-16,-2-5 90 0,1 1 23 0,0-7-236 15,2 1 58-15,4-6 99 0</inkml:trace>
  <inkml:trace contextRef="#ctx0" brushRef="#br0" timeOffset="-206536.09">26664 12405 1224 0,'0'-29'0'0,"0"21"0"0,5 8 0 0,2 0 0 0,-1 2 0 0,-1 11 0 0,-2 8 203 16,-1 9-85-16,-2 9-43 0,0 10 298 0,0 17-170 15,-2-6-77-15,-8 19 163 0,0-6-128 0,4 2-64 16,-2 1-32-16,2-3 106 0,4-12-60 0,2 13-44 16,0-24 1-16,0 5 0 0,0-16 1 0,0-1-36 15,2-10-63-15,2-8 27 0,-2-7 0 0,-1-5 36 16,2-4-192-16,-1-4 96 0,-2 0 56 0,0-9-178 16,-2-12 98-16,-8-2 49 0,-3-1-14 15,-3-4-186-15,-1-2 77 0,-4-2 63 16,-4-3 33-16,5 10-48 0,-5-1 39 0,-1 5-7 15,1 8 18-15,-1 4 0 0,0 6 31 0,-2 3-1 16,3 6 260-16,-1 13-139 0,0 6-56 0,5 0 304 16,4 4-172-16,6-1-58 0,3 0-51 0,6-3 118 15,2 7-74-15,0-9-33 0,8 2 0 0,11-4-407 16,7-2 186-16,6-6 103 0,9-2-318 0,1-5 172 16,3-5 104-16,4-1-9 15,1 0-675-15,0-11 364 0</inkml:trace>
  <inkml:trace contextRef="#ctx0" brushRef="#br0" timeOffset="-206284.48">27227 12818 760 0,'0'-33'0'0,"-9"14"0"0,-7 3 0 0,-5 0 0 0,-2 9 0 0,-6 5 509 0,1 2-243 0,-4 0-116 16,2 13-59-16,2 6 299 15,7 3-178-15,4 5-82 0,6 2 47 0,7 8-73 16,4 5-35-16,2-2 0 0,13 2 144 0,5-3-83 15,6 5-52-15,3-2 100 0,-1-4-73 0,-1-1-36 16,0-3 0-16,-3-6 21 0,-5 4-33 0,-1-6 122 16,-7 1-179-16,-4-6 0 0,-7-1 0 0,0-3 0 15,-7 2 0-15,-16-4 0 0,-4-4 0 16,-8-2 0-16,-7-2 0 0,4-4 0 0,-13 1 0 0,6-4-574 16,0 0 291-16,4 0 105 15,7-1 81-15,-7-16-1015 0</inkml:trace>
  <inkml:trace contextRef="#ctx0" brushRef="#br0" timeOffset="-198917.7">27686 13000 829 0,'-8'-3'0'15,"3"2"0"-15,1 1 0 0,4 0 0 0,0 0 0 0,0 0 108 0,0 5-41 0,4-2-1 0,3 2 149 0,4 0-92 16,3-2-45-16,4 0 141 0,2-3-97 0,5 0-44 16,-7 0-23-16,3 0 47 15,-1 0-35-15,-2 0 9 0,-4 0-43 0,0 0-105 16,-4 0 52-16,3 0 26 0,-7 0-128 0,2 0 85 16,-3 4 31-16,2 0 0 0,-3 3-539 0</inkml:trace>
  <inkml:trace contextRef="#ctx0" brushRef="#br0" timeOffset="-198748.79">27680 13345 1351 0,'-11'3'0'0,"8"7"0"0,3 0 0 0,0-7 0 0,0 1 0 0,0 0 0 0,2-3 0 0,10 1 458 0,4-2-212 0,9 0-107 15,-1 0 45-15,1 0-67 0,5-2-46 0,-3 1 0 16,-1-3-173-16,1 0 67 0,0 1 34 0,-3-1 9 15,4 1-488-15,-6 2 256 0</inkml:trace>
  <inkml:trace contextRef="#ctx0" brushRef="#br0" timeOffset="-198548.46">28243 13162 1525 0,'7'-12'0'0,"10"8"0"0,5 2 0 0,-1-1 0 0,4 0 0 0,2-2 0 0,1-1 0 0,2 0 474 0,5 3-221 0,-1 0-102 0,2-2-3 0,-5 3-57 0,1 0-30 16,-3 0 1-16,-3 1-199 0,-3 1 93 15,-4 0 34-15,1 0 21 0,-4 0-425 16,-5 0 223-16,-4 3 112 0,0 6-574 0,-6 3 319 16,-1-3 125-16,-1 1 88 0</inkml:trace>
  <inkml:trace contextRef="#ctx0" brushRef="#br0" timeOffset="-198186.56">28297 13423 1290 0,'-20'3'0'0,"9"-2"0"0,2 1 0 0,2-2 0 0,7 0 0 0,0-6 0 0,14-7 206 0,11 3-86 16,7-4-44-16,6 1 98 0,0 4-63 0,8-3-42 16,-9 8-1-16,1 1 6 0,-3 1-20 0,-5 2 0 15,-9 0-162-15,-3 8 66 0,-4 5 37 0,-10 3 1 16,-1 4-149-16,-3 3 93 0,-3 0 54 0,-10 3-54 15,-6-1 10-15,-2-3 29 0,-1-1-34 16,1-2 107-16,2-6-57 0,2 0-12 0,2-3-45 16,5-5 321-16,2 1-121 0,6-4-68 15,-2-2 184-15,4 1-114 0,4-1-42 0,9 3-33 16,11-1-57-16,-4 0 8 0,10 5 17 0,-3 2-65 16,-4 2 32-16,3 3 0 0,-3 0 33 0,-10 1-66 15,4 4 29-15,-8 2-1 0,-5 1 15 0,-1 5-126 16,-3-5 40-16,-3-1 44 0,-14 5 87 0,-1-6-28 15,-2 0-21-15,-7-6-10 0,-1-2 217 16,-3-3-98-16,0-5-47 0,-3-2-82 16,-1-2 13-16,0 0 24 0,3-6 34 0,2-11-459 15,3-8 205-15,-1-9 103 0,8-8 50 0,2-16-307 16,9-10 140-16,4-11 53 0,1-24-502 0</inkml:trace>
  <inkml:trace contextRef="#ctx0" brushRef="#br0" timeOffset="-198016.02">28443 12314 2648 0,'0'-24'0'0,"5"14"0"0,-2 4 0 0,0 4 0 0,-2 1 0 0,0-1 0 0,2 2 0 0,1 0 0 0,1 11 0 0,0 15 334 0,-3 3-151 16,3 12-75-16,-3 4 178 0,-1 5-132 0,-1 5-60 16,0-1-30-16,2 1-102 0,-1-3 36 0,2-7 8 15,1 13-685-15,-2-7 356 0,-1 4 178 0,-1 7 88 16</inkml:trace>
  <inkml:trace contextRef="#ctx0" brushRef="#br0" timeOffset="-196843.98">29358 13017 518 0,'0'0'0'0,"0"0"0"0,0-1 0 0,0-1 0 0,0 0 0 0,0-1 0 0,2-3 0 0,-1 0 72 16,1 0-31-16,2 1-8 0,-2-1 40 0,1 1 0 15,0-1-40-15,-1-1 8 0,1 3 12 0,2 0 0 16,-3 1-20-16,-1-1 83 16,1-1-41-16,0 4-13 0,-1-1-8 0,3 0 79 15,-4-1-50-15,0 1-25 0,0 0 64 0,0-2-36 16,0 0-31-16,0 2 0 0,2-2-46 0,-2 2 0 16,0 0 23-16,0 1-55 0,0-1 24 0,0 0 0 15,0 2 32-15,0-2-25 0,0 2 1 0,0 0 32 16,0 0-13-16,0 0-64 0,0 0 13 0,0-1 21 15,0-2-16-15,0 2 51 16,0-3-34-16,0 0 12 0,0-2 2 0,0 3-2 0,0-1 3 0,0 2 0 16,0-2 22-16,0 3 1 15,0-2-18-15,0 1 12 0,0 2-14 0,0 0 4 16,0 0-1-16,0 0-28 0,0 0 25 0,0 0 0 16,0 0-24-16,0 0 4 0,0 0 17 0,0 0 1 15,0 0-34-15,0 0 0 0,0 0 27 0,0 0 7 16,0 0-37-16,0 0 31 0,0 0-9 0,0 0 48 15,0 0-2-15,0 0-36 0,0 0-4 0,0 0 33 16,0 0-27-16,0 0-2 0,0 0 21 0,0 0-15 16,0 0 3-16,0 0-5 15,0 0-26-15,0 0 1 0,0 0 29 0,0 0 0 16,0-1-40-16,0-1 1 0,0 0 27 0,0 2-32 16,0-3-7-16,0 2 41 0,0 0-13 0,0-2 2 15,0 1-2-15,0 1 6 0,0 0 18 0,-2-2-18 16,-2 1-4-16,3 0 3 0,-1 0 16 0,0-1-15 15,2-1 1-15,-1-1-23 0,-1 1-1 0,0-4 23 16,-1 0 1-16,3 1-70 0,-1-1 31 0,-1-1-4 16,-1-2 36-16,-1 2-53 0,1-3 23 0,-3 3 0 15,2 0 7-15,-3 2-5 16,2 0 15-16,-3 3-17 0,1 1 81 0,0 1-34 16,-2 0-5-16,2 2-27 0,-4 0 102 0,3 0-40 15,0 5-26-15,0 2 103 0,1 5-57 0,0 4-18 16,5 0 0-16,-2 5 78 0,0 6-50 15,1 0-13-15,3 9 6 0,0 11 31 0,0 2-32 0,0 6 0 16,0 10 111-16,0-4-71 16,0-9-28-16,7 15-8 0,2-16 2 0,2 4-1 15,4-1-36-15,-1-5-76 0,0-6 46 0,2 7-8 16,-2-6 38-16,-4-9-166 0,-4 1 84 0,-4-4 40 16,2-6 29-16,-4 1-142 0,-4-7 68 0,-11 0-13 15,-5-5-134-15,-1-2 62 0,-6-3 51 0,-1-4 5 16,-4-1-12-16,-2-5 31 15,1 0 0-15,-2 0-73 0,1-11 44 0,5-3 35 0,6-5-1 0,4-3-244 16,8 1 136-16,2-5 67 0,9 1-356 0,0-6 216 16,11 0 103-16</inkml:trace>
  <inkml:trace contextRef="#ctx0" brushRef="#br0" timeOffset="-196552.76">29723 12977 880 0,'7'-44'0'0,"0"11"0"0,-4-3 0 0,-1 1 0 0,-2 0 0 0,0 9 0 0,-11 2 0 0,-2 5 0 0,0 4 333 15,-4 5-150-15,-5 4-75 0,4 5-29 0,-4 1 198 16,2 0-123-16,0 15-60 0,3 4 199 0,1 5-123 16,7 4-72-16,4 7 76 0,0 8-70 0,5 1-36 15,0 8 0-15,0 2 163 0,5 10-103 0,3-5-48 16,1-6-23-16,1 5 90 0,1-1-57 0,0-1-20 15,-3-3 139-15,2-3-209 0,-3-1 0 0,-4-2 0 16,-1-2 0-16,0-9 0 0,-2 1 0 16,0-5 0-16,-2-9 0 0,-7-1 0 15,-1-5 0-15,-1-3-355 0,-3-7 199 0,0-2 80 16,-2-1 39-16,1-1-537 0,-2 0 270 0,1-2 127 16,-1-1-598-16</inkml:trace>
  <inkml:trace contextRef="#ctx0" brushRef="#br0" timeOffset="-196110.94">29288 14008 1244 0,'-6'-2'0'0,"4"0"0"0,2 2 0 0,0 0 0 0,0 0 0 0,0-3 0 0,8 0 0 0,14-4 291 0,3-1-121 0,3-3-73 16,11-4 288-16,-1 0-176 0,1-1-88 0,-1 2-44 15,-2 0 31-15,2 3-41 0,-3 1 0 0,-4 4-309 16,-6 3 137-16,0-1 69 0,-7 4 43 0,-3 0-506 15,-6 0 266-15,-5 12 132 0,-2-1 7 0,-2 4-318 16</inkml:trace>
  <inkml:trace contextRef="#ctx0" brushRef="#br0" timeOffset="-195816.98">29377 13936 1384 0,'-5'0'0'0,"3"0"0"0,2 3 0 0,0-2 0 0,2 1 0 0,6 0 0 0,4 0 0 0,3 3 0 0,0 1 222 0,3 3-95 0,-3 0-39 0,2 3 34 16,-4-1-45-16,0 3-22 0,-4-1 0 0,-2 2-125 15,-4-1 60-15,1 2 17 0,-4 1-62 0,-4-3 44 16,-10 5 22-16,-5-3 0 0,1-4-46 0,-7 4 30 16,1-6 0-16,-1-2 84 0,7 0-32 0,-3-3-49 15,5 0 8-15,2-4 245 0,3 0-115 0,6 2-43 16,-1-3-35-16,3 0 200 0,3 2-105 0,0-1-64 15,7 4-24-15,9-2 1 0,7 1-34 0,3-3 9 16,3 4 36-16,8-4-22 0,-1-1-1 16,7 0-247-16,2 0 113 0,-4 0 65 15,10 0 19-15,-7-1-626 0,0-1 310 0,-10-1 108 16,2 2 93-16</inkml:trace>
  <inkml:trace contextRef="#ctx0" brushRef="#br0" timeOffset="-195214.25">30321 13448 736 0,'-10'-15'0'0,"3"4"0"0,2 3 0 0,2-1 0 0,0-7 0 0,-5 2 0 0,4 0 0 0,-3-2 97 0,1 1-32 0,1-1 0 16,-4 2 124-16,2 0-77 0,-3 7-32 15,-2-4-8-15,-1 7 59 0,0 2-48 16,-4 2-26-16,-2 2 0 0,0 14 51 0,0 9-43 15,-1 3 1-15,0 4 96 0,5 3-65 0,3 2-32 16,2 1 8-16,1-3 137 0,6-1-88 0,3-1-45 16,0-2-22-16,0-5 22 0,2-8-14 0,7 3-8 15,0-8-48-15,3-1 0 0,2-5 26 0,-1-5 8 16,4-2-112-16,-1 0 52 0,3-7 25 0,1-13-151 16,0-2 88-16,3-6 21 15,3-9 25-15,-3-1-263 0,-1-7 132 0,1-3 33 16,-1-2-39-16,-1-8 44 0,5-10 40 0,-6 0 0 15,2-9-74-15,-2-10 53 0,-2 0 26 0,-1 12-8 16,1-8-72-16,-3 8 53 0,-3 21 27 0,-7 13 74 16,-5 11-23-16,3 11-9 0,-3 2-16 0,0 9 344 15,0 5-172-15,0 3-77 0,-9 28 307 0,-4 7-157 16,5 17-100-16,-3 9-6 16,0 3 157-16,3 9-115 0,0 5-58 0,0 2-20 0,-1 2 227 15,2-2-132-15,-1-2-66 0,2-3 106 16,-3-3 29-16,4-12-234 0,-2 11 0 0,7-16 0 15,-5-3 0-15,4-10 0 0,1-5-344 0,0-13 225 16,0-1 72-16,0-12 40 0,0-1-276 0,3-5 92 16,7-5 99-16,4 0-45 0,4-9-668 0</inkml:trace>
  <inkml:trace contextRef="#ctx0" brushRef="#br0" timeOffset="-194873.42">31017 13301 404 0,'19'-26'0'0,"-3"2"0"0,0 0 0 0,-2-7 0 0,-3 1 0 0,-5-2 356 0,1 2-161 0,-7 3-82 16,0 4-39-16,0-1 230 0,0 8-140 0,-13 3-65 15,-11 3 85-15,-1 9-75 0,-13 1-38 0,4 7 8 16,-15 16-3-16,5 2-21 16,0 2-1-16,5 4 117 0,9-7-70 0,3 4-25 15,4 0-9-15,11-2 87 0,6-5-60 0,3 1-31 16,3 4 99-16,1-3-69 0,14-2-31 0,5-2 1 15,4 0 40-15,4 0-36 0,-2-2 9 0,4 1-44 16,-1-2 13-16,0 2-12 0,-3 2-1 0,-3-3-116 16,-9 0 66-16,0 2 21 0,-6 0 1 0,-8 2-209 15,0-3 92-15,0 3 65 0,-20-2-124 0,-1-3 83 16,-8 1 10-16,-4-4 29 0,-1-1 73 16,-3-4-26-16,3-3-27 0,1-5-3 15,3 0 29-15,0 0 0 0,10 0-21 0,1-4-156 16,2-7 71-16,9 0 43 0,3-3 30 0,5-2-474 15,0 3 240-15,19-2 119 0</inkml:trace>
  <inkml:trace contextRef="#ctx0" brushRef="#br0" timeOffset="-194725.82">31417 13833 1928 0,'-3'-3'0'0,"3"3"0"0,0 0 0 0,0-1 0 0,0-5 0 0,0-1 224 0,0-2-87 0,-2-1-57 16,-4-1-23-16,1-2 339 0,-2-2-182 0,2 0-91 16</inkml:trace>
  <inkml:trace contextRef="#ctx0" brushRef="#br0" timeOffset="-166234.59">3486 8930 481 0,'-2'-6'0'0,"-1"2"0"0,1 2 0 0,1 1 0 0,-2-1 0 0,3 2 0 0,-2-2 200 0,2 2-84 0,0 0-42 0,0 0-20 16,0 0 122-16,0 0-63 0,0 0-44 0,8-2 0 15,5 1 115-15,4-6-75 0,2-1-39 0,1 3 60 0,6-4-53 16,0 0-22-16,-1 3-1 16,-6-2 63-16,3 3-42 0,1 1-13 0,-1 0-9 15,-1 2 1-15,-1 1-21 0,0 1-1 0,-2 0-52 16,3 0 34-16,-8 0-8 0,1 0 27 0,-5 0-112 16,0 0 56-16,0 0 27 0,-6 0-74 0,2 0 21 15,-5 0 33-15,0 0-245 0,0 0 126 0,0 0 40 16,0 0 36-16,0 0-224 0,0 0 126 0,-8 0 62 15,-5 0 31-15,2 0-287 0,-6 3 151 16,1 1 88-16,-7 1 39 0</inkml:trace>
  <inkml:trace contextRef="#ctx0" brushRef="#br0" timeOffset="-165867.65">3608 8903 284 0,'-16'4'0'0,"-1"2"0"0,2-1 0 0,0 1 0 0,5-3 0 0,-1 2 320 0,1 0-136 0,6 1-80 15,-1-3-35-15,2 1 218 0,1 0-126 0,2 2-65 16,0-1 161-16,0 5-116 0,0 0-55 0,5-2 56 15,3 4-54-15,2-1-28 0,-1 2 8 16,0 2 28-16,0 2-32 0,1 2-8 16,0 0-23-16,0 4-18 0,-1-2 26 0,-4 7-8 15,1-5 0-15,-3 4-44 0,0-6 22 0,-1 3 0 16,0-2-34-16,-2 1 23 0,0-2 1 0,0-3-10 16,0-1 0-16,0-2 1 0,0-4 34 0,-4-1-69 15,-2-1 26-15,0-3-15 0,-3 0 40 0,0-5-82 16,0-1 37-16,-2 0 11 15,-2 0 1-15,0 0-85 0,-3-7 50 0,2-3 14 16,0-1-106-16,1 2 57 0,-1 0 35 0,-2 1 68 16,4 2-40-16,2 2-11 0,0 3 11 0,-1 1 48 15,2 0-24-15,1 0 0 0,1 3-25 0,0 6 166 16,2 3-75-16,1 1-30 0,1 0-24 0,2 2 136 16,-1 0-70-16,2 2-11 0,0-2-16 0,0 0-1 15,0-2-1-15,0 0-179 0,0 2 77 0,0-5 43 16,0-1-8-16,0 1-127 0,0-3 79 0,2 1 24 15,1-2 25-15,5-3-478 0,1-3 239 0,4 0 116 16</inkml:trace>
  <inkml:trace contextRef="#ctx0" brushRef="#br0" timeOffset="-165486.68">3640 9127 808 0,'-2'-2'0'0,"1"-1"0"0,1 2 0 0,0-5 0 0,0 1 277 0,1 1-122 0,7-2-61 0,2 3-31 16,1 1 96-16,3 0-67 0,2 1 33 0,1 1-47 15,1 0-22-15,1 0 0 0,0 5-15 16,-2 6-52-16,1 0 23 0,-4 2-1 0,-1 0-62 16,-2 5 43-16,-5-2 28 0,-2 2-80 15,-3 4 47-15,-1 2 22 0,0 1-29 16,-1-1 5-16,-9-2 4 0,-4 4-15 0,-2-3 35 0,2-5-7 0,-2 0 0 15,-3-5-16-15,3-1 12 0,-2-3 84 16,4-3-39-16,0-5-16 0,3 1 140 16,4 0-66-16,0-2-44 0,2 0 135 15,3 0-79-15,2 0-41 0,0 0-9 0,0 0-18 0,12-2-12 0,3-3-1 16,4-1 34-16,3 0 1 0,2-1-35 16,0 2 9-16,3 0 5 0,-2 4-13 15,-2-2 0-15,-1 2 0 0,0 1-1 0,-1 0-119 0,-1 0 55 16,1 0 32-16,-5 0-392 0,-2 0 186 15,1 0 105-15,-3 0 25 0,1 4-568 0,1-4 306 0,0 1 152 0</inkml:trace>
  <inkml:trace contextRef="#ctx0" brushRef="#br0" timeOffset="-165326.1">4318 9403 2897 0,'-5'0'0'0,"5"0"0"0,-2 0 0 0,2 0 0 0,0 0 0 0,0 0 0 0,0 0 0 0,0 0 0 0,0 0 265 0,0 0-116 0,0 0-58 15,0 0-29-15,0 0-765 0,0 0 376 0</inkml:trace>
  <inkml:trace contextRef="#ctx0" brushRef="#br0" timeOffset="-161672.22">2797 10822 553 0,'-2'0'0'0,"-3"0"0"0,4 0 0 0,-2 0 0 0,1 0 0 0,1 0 0 0,-1 0 209 16,-3 0-92-16,5 0-42 0,-1 0-21 0,-1 0 0 15,2 0 101-15,-2 0-65 0,2 0-29 0,-1 0 74 16,-2 0-52-16,1 0-24 0,2 0 12 16,-3 0-7-16,1 0-31 0,-1 0 0 0,-1 0 26 0,2 3 0 15,-3 2-18-15,2 3-8 16,-2 0 20-16,0-1-20 0,-1 4 0 0,-3 0 31 0,2 3 9 15,-1 2-40-15,-4 2 0 0,0 2 3 16,-1 2-3-16,-1 1 0 0,5-3-31 0,-5 7 31 16,1-4 0-16,0 2-1 0,-1 3-23 0,3 1-1 15,-3 3 33-15,4 0-8 0,-2 2-39 0,-1-1 29 16,0 3 6-16,-1 1-35 0,1-1 6 16,-1 6 13-16,-2-5 9 0,2 0 2 15,-1 1-4-15,-1 2-2 0,5-4-2 0,-9 8 3 0,7 0 1 16,-3 1 0-16,0-2-5 0,-1 3 5 15,4-7 5-15,-4 9-10 0,2-5 30 0,-2-1-22 16,1 1-3-16,0 0-39 0,0-5 44 0,-3 9-7 16,1-6 1-16,1 2-35 0,-3 0-1 0,2 1 32 15,4-3-29-15,-7 8-6 0,4-2 33 0,0-2-8 16,0-2-20-16,0 2-5 0,4-6 29 0,-7 7-11 16,7-3-7-16,-3-2 7 0,3 1 6 0,-1-3 12 15,0-1-13-15,-1 6-1 0,-2-2 1 0,2 1 21 16,-2 1 1-1,1-3-21-15,0-5 8 0,-1 8-6 0,2-12 0 0,0 3 3 16,2-2 17-16,0-4-17 0,1-1 0 0,-1 1 1 16,5-4-5-16,-3-5 6 0,4 2-3 0,-1-2-23 15,3-4 25-15,0-3-4 16,-2-1 2-16,4-1 6 0,0-1-7 0,-4-3-1 0,4 0-7 16,0-1 8-16,-3 0-1 0,3-2 1 15,-1 1-19-15,3-3 19 0,-3 2-2 0,3-4 0 16,1 1-48-16,-3-1 23 0,3 0-1 0,0 0-42 15,0 0 27-15,0 0 1 0,0 0 20 0,0 0-121 16,0 0 51-16,0 0 28 0,0 0-31 16,0 0 30-16,0 0 4 0,0 0-1 0,0 0 65 0,0 0-30 15,0 0 8-15,0 0-21 0,0 0 125 0,0 0-61 16,0 0-23-16,0 0 62 0,0 0-28 16,0 0-28-16,0 0 9 0,0 0 124 0,0 0-54 0,0 0-38 15,0 0 72-15,0 0-51 0,0 0-9 0,0 0 0 16,0 0-58-16,0 0 32 15,0 0-8-15,4 0 0 0,5-1-12 0,3-5 11 16,1 1 1-16,2-3 16 0,0 0-17 0,2 1 1 16,1 0-18-16,4-1 17 0,-4-2-6 0,4 1 13 15,3 0 17-15,-3 2 1 0,1-3-26 0,1 2 151 16,1 1-182-16,-5 0 0 0,9 0 0 0,-6 2 0 16,5-1 0-16,-3 3 0 0,2-1 0 0,-1 0 0 15,4-2 0-15,-2 3 0 0,1 1 0 16,-2-2 0-16,-1 2 0 0,1 0 0 15,6 1 0-15,-1-1 0 0,-1 2 0 0,0-2 0 16,2 2 0-16,0-3 0 0,-1 2 0 0,-1 0 0 16,1-2 0-16,2-1 0 0,-3 0 0 0,1 1 0 15,0 1 0-15,0-2 0 0,1 1 0 0,-4 1 0 16,1-2 0-16,0 2 0 0,0 1 0 0,2-2 0 16,0 2 0-16,1-2 0 0,-1 2 0 0,-2-1 0 15,0-1 0-15,-1 2 0 16,1-2 0-16,3 0 0 0,-1 0 0 0,0-1 0 15,1-3 0-15,2 3 0 0,7-4 0 0,-3 0 0 16,-4 1 0-16,1 0 0 0,8-3 0 0,-2 5 0 16,-2-2 0-16,1 2 0 0,-3 1 0 0,0 0 0 15,1 1 0-15,0-1 0 0,5 0 0 0,-10 2 0 16,6 0 0-16,4-5 0 0,-4 4 0 0,1-3 0 16,0 1 0-16,1-1 0 0,-3-2 0 0,14-1 0 15,-8-1 0-15,2 1 0 16,0-2 0-16,-1 1 0 0,-6 3 0 0,8-1 0 15,-15 3 0-15,4 0 0 0,-2 4 0 0,-2-1 0 16,-6 2 0-16,5 0-207 0,-9 0 168 0,0 0-7 16,0 2 34-16,-3-1-111 0,-3 4 45 0,-1-3 22 15,-7-2-87-15,-2 0 52 0,-1 0 28 0,-4 0 1 16,-1 0-365-16,-1 0 200 0,-1 0 98 0,-12-12 48 16</inkml:trace>
  <inkml:trace contextRef="#ctx0" brushRef="#br0" timeOffset="-160757.79">2795 10780 611 0,'-6'-4'0'0,"3"0"0"0,1 2 0 0,1 0 0 0,-1 1 0 0,-1-1 0 0,3-1 0 0,0 1 165 0,0 2-65 0,0 0-34 16,0 0 152-16,0 0-96 15,0 0-45-15,0 5 72 0,3 2-58 0,5 1-29 0,-2 5 8 16,2-2 59-16,2 2-49 0,-1 0-23 0,2 0-1 16,1 0 13-16,0 0 9 0,-1 2-46 0,3-2 1 15,-1 4 42-15,3-3-21 0,-2-1 31 0,1 2-18 16,2 0-8-16,4 2-26 0,-2 0 46 0,0-2-24 16,0 4 1-16,-2-4-15 15,4 5 25-15,0-1 1 0,-2 3-35 0,3-1 1 16,-3 4 34-16,3 0 8 0,2 0-42 0,0 4 21 15,0-3-21-15,0 2 0 0,3-2 0 0,1 2 1 16,1-1-1-16,2 1 0 0,-1-2-23 0,2 0 1 16,0 2 22-16,0-2 8 0,8 2-64 0,-4 2 27 15,-1-3-9-15,0 2 34 0,-3 1-101 0,-4-4 51 16,4 5 8-16,-2 0-21 0,-3-1 14 0,-3-4 0 16,0 3 9-16,1-1-9 0,-1-2-13 15,-3 0 33-15,-1-2 69 0,1 1-34 16,-2-1-5-16,-2 1-30 0,2 0 82 0,-1 0-37 15,1 0-12-15,-1 1 0 0,-1 1 26 0,2-2-42 16,-2 2 18-16,4 0-15 0,-2-1-24 0,2-2 26 16,-2 1 21-16,2-2-82 0,-3-2 29 0,1 2 0 15,1-2-24-15,-1 1 24 0,-2 3-12 0,0-2 32 16,2 2 0-16,-2 0-3 0,3-3-9 16,-5 3 7-16,2-6 35 0,2 5-2 15,-2-1-31-15,0-2 5 0,0-1-1 0,0 1-2 16,-1-3 8-16,4 5-33 0,-3-5 31 0,0 4-4 15,2-3-69-15,-3 1 33 0,-1-3-2 0,2 0-37 16,0-1 28-16,-2 2 0 0,0-3 14 16,0-1 15-16,-1 0-10 0,-2-3-51 15,0 0 26-15,-1-1-1 0,-3-3 23 0,-2 1-47 0,1-2 15 16,-2-4 6-16,-1 3 18 0,1-3 6 0,-5 1-196 16,3-1 93-16,-3-2 38 0,0 0 31 0,0 0-212 15,0 2 118-15,-3-2 59 16,-6 0-355-16,-1 0 199 0,-1 0 111 0,1 0-507 15</inkml:trace>
  <inkml:trace contextRef="#ctx0" brushRef="#br0" timeOffset="-159597.98">2792 10840 453 0,'0'0'0'0,"0"-6"0"0,-2 4 0 0,2 0 0 0,-1 0 0 0,1 0 33 16,-3 1 154-16,3-2-77 0,-2 2-39 0,2 1 9 0,0 0 11 16,0 0-29-16,0 0 0 0,0 0-29 15,0 0 40-15,0 0-32 0,-1 0-8 16,1 0-44-16,0 9 21 0,0-1 1 15,0 1 22-15,0 0-26 0,0-1-8 0,0 1 33 16,0-2 1-16,0 2-21 0,0-2 20 0,0 1-22 0,0 2 16 16,0 0 11-16,0 1-16 0,0 3-11 0,0 1 74 15,0 0-20-15,1 2-6 0,-1 3 27 0,2-1-26 16,-2 3 0-16,3 1-26 0,-2 0 17 16,1 4-17-16,1 0 0 0,-3-1-1 15,5 2-25-15,-2 3 26 0,0-2 8 0,-1 4-9 16,3-4-21-16,-2 2 0 0,1-2 22 0,-2 1-28 15,1-4 27-15,2 8-1 0,-3-5-7 0,1-1 4 16,-1 0-8-16,1-2 6 0,0-1 12 0,-1 5-12 16,1-4-1-16,-1 0 0 0,0-1 21 0,0 2-19 15,1-4 8-15,-1 7-20 0,1-3 14 0,-2 1-2 16,1 0 3-16,1-2-8 0,-1-1 14 0,0 3-8 16,1-2-20-16,0-1 19 15,0-1-2-15,0 2 1 0,-1-5-26 0,1 3 25 16,0-2-3-16,0-1 3 0,0 0-27 0,1-1 1 15,1 1 25-15,-1 0-2 0,-3 0-29 0,3 2 0 16,-1-1 22-16,-1-1-33 0,1 2 35 0,-2-1-2 16,1 0-4-16,0-1 3 0,1 0-5 0,0 0 4 15,0-1 14-15,-1-1-14 0,2 1-2 0,-2 1 2 16,1 1 8-16,-1-4-8 0,1 2 5 16,0 3-5-16,-1 0-14 0,-1-4 15 0,3 4-4 15,0 2-12-15,1-3 15 0,-2-1 0 16,0 2-30-16,2-2 29 0,0 0-4 0,-2 0 6 15,4-1-39-15,-4 1 0 0,3-1 29 0,-3 0 3 16,3-1-30-16,-2 2-3 0,1-2 28 0,-1-1-12 16,2-1 8-16,-2 2 2 0,-1-2-5 0,3-2 6 15,-3-1-3-15,1 2-1 0,-1-3-4 0,-1-2 5 16,2-2 0-16,-3 3 1 0,1-2-42 16,0-3 0-16,1 1 40 0,-3-4-1 15,0 3-8-15,0-4 1 0,0 3 4 0,0-4-6 16,0 0 10-16,0-1-8 0,0-1 3 0,0 0-7 15,0 0-90-15,0 0 43 0,0 0-258 0,0 0 141 16,0 0 73-16,0 0 29 0,0-7-210 16,0-4 127-16,0 0 64 0</inkml:trace>
  <inkml:trace contextRef="#ctx0" brushRef="#br0" timeOffset="-158680.6">1295 11750 588 0,'0'-11'0'0,"0"1"0"0,2 3 0 0,1 2 0 0,8-2 0 0,0 4 205 0,2-5-78 15,11 3-52-15,2 2 224 0,0-2-134 16,4 1-66-16,-2 1 102 0,-1 0-77 0,5 2-49 15,-3-1-21-15,-5 2 0 0,-4 0-60 0,2 0 1 16,-2 0 46-16,2 0-154 0,-5 0 73 0,-2 0 36 0,-7 0 0 16,2 0-93-16,-3 0 73 0,-4 0 25 15,-1 0-346-15,-2 0 143 0,0-2 98 0,-2-1-4 16,-9-4-229-16,-5 5 156 0,-2-3 74 0,-2 2 38 16</inkml:trace>
  <inkml:trace contextRef="#ctx0" brushRef="#br0" timeOffset="-158368.25">1335 11671 786 0,'-16'5'0'0,"5"1"0"0,3 1 0 0,5-2 0 0,-1 2 0 0,1 1 0 0,3 1 0 0,0 5 142 0,0 1-47 0,0 3 239 15,5 7-151-15,5-1-75 0,2 3-37 0,-1-1 94 16,3 6-57-16,-2-2-42 0,-1-2 0 16,0 4 87-16,-3-2-59 0,-2-6-23 15,1 8-8-15,-1-3-90 0,-5-9 30 0,1 3-128 16,-2-5 79-16,0 1 48 0,0-5-9 0,0 0 40 0,-9-7-143 15,-3 2 70-15,1-5-38 0,-4-4 46 16,0 0-19-16,-2 0 8 0,-2-3-7 0,1-8-1 0,-2-2 10 16,5 1 14-1,1 1 37-15,4 6-1 0,2-3-28 0,2 4 108 16,0 3-46-16,3-1-30 0,0 2 19 0,1 0-40 16,0 15 59-16,1 5-25 0,1 5 12 0,-2 0-28 15,2 2 1-15,0 1-3 0,0-8-74 0,0 4 37 16,0-6 6-16,0-6 34 0,3-1 1 0,2-4-365 15,2-5 155-15,3-2 89 0,2 0-307 0,2-5 183 0,0-16 105 16</inkml:trace>
  <inkml:trace contextRef="#ctx0" brushRef="#br0" timeOffset="-158084.98">1503 11841 1291 0,'5'-9'0'0,"1"6"0"0,-1 0 0 0,-3 3 0 0,2 0 0 0,-3 0 0 0,1 0 275 0,0 0-125 0,4 0-59 15,1 0-29-15,1 7 140 0,2-1-85 0,0-1-53 16,0 5-32-16,1 1 1 0,-2 0 0 0,-2 2-178 16,1 1 90-16,-2 0 51 0,-3-1 15 0,-1 3-192 15,-2-1 107-15,0 2 53 0,0-1-67 0,-11 1 58 0,-5 1-20 16,-3-6 24-16,3 1-44 0,-3-1 283 16,4-3-127-16,3-1-56 0,1-3 182 15,3 1-108-15,3-4-37 0,2 0 316 16,0-2-175-16,3 0-79 0,0 0-52 0,3 0-22 0,13 0-46 15,4 0-1-15,3 0-19 0,2 0 18 16,2-2-1-16,1-2 27 0,3 0 0 0,-1 1-435 0,-3 0 225 16,3 0 76-16,-2 1-705 0,4 2 387 15,-5 0 193-15</inkml:trace>
  <inkml:trace contextRef="#ctx0" brushRef="#br0" timeOffset="-157526.4">2204 14060 2312 0,'-12'0'0'0,"7"0"0"0,4 0 0 0,-1 0 0 0,2 0 0 0,0 0 0 0,0 0 93 0,6 0-31 0,10 0 1 0,0 0 62 16,5 0-50-16,4 0-22 0,-2-2-4 15,2-2-76-15,0 0 29 0,-3 2 9 16,1-1-277-16,-3-1 150 0,1 3 74 0,-3-1 37 0,-4 0-474 16,-3 2 264-16,0 0 87 0,-5 0 71 15,-1 0-43-15,-2 0 43 0,-1 0-477 0</inkml:trace>
  <inkml:trace contextRef="#ctx0" brushRef="#br0" timeOffset="-157204.97">2247 14277 1544 0,'-6'0'0'0,"3"3"0"0,1-3 0 0,1 0 0 0,1 0 0 0,0 0 0 0,6 0 0 0,9 0 0 0,5 0 206 0,0 0-87 16,3 0-12-16,2 0-42 0,-1 10-355 0,-3 2 286 15,-7 2 37-15,2 2-1 0,-3 5-356 0,-7 3 340 16,-4 3 16-16,-2 0 1 0,0 2-70 0,-10 0 30 16,-7-3 5-16,-6-4 81 0,-4-1-39 0,2-5-42 15,-2-3-11-15,0 1 359 0,8-7-171 0,-3 3-86 0,3-4-43 16,3-1 323-16,7-1-168 16,0-3-76-16,6-1-50 0,2 0 83 0,1 0-63 15,0 0-31-15,4 0 0 0,14 0-57 0,3-1-9 16,4-8 35-16,3 1 0 0,1 0-80 0,3 1 40 15,-5 1 9-15,4-2-351 0,-5 3 190 16,-4 2 97-16,-3-2 15 0,0 2-535 0,-6 1 252 16,1-1 153-16,-3 2 72 0,-1 1-396 0,-5-1 234 15,1-4 117-15</inkml:trace>
  <inkml:trace contextRef="#ctx0" brushRef="#br0" timeOffset="-156978.58">2167 13604 1518 0,'-25'-27'0'0,"13"16"0"0,10 8 0 16,2 1 0-16,0 0 0 0,0 0 234 0,2-5-100 0,15 1 301 0,3-2-363 0,5 1-31 16,5-1-9-16,0 5-32 0,7-3 0 15,-5 4 32-15,5 2 1 0,-3 0-248 0,-4 0 120 16,-3 0 64-16,-8 2 32 0,0 5-419 0,-6 3 225 15,-2-3 121-15,-6 1-15 0,-4 1-421 16,-1 3 238-16,0-2 118 0,-11 4 60 0</inkml:trace>
  <inkml:trace contextRef="#ctx0" brushRef="#br0" timeOffset="-156702.33">2108 13547 1127 0,'0'0'0'0,"0"6"0"0,0 11 0 0,3 6 0 0,-2 3 0 0,4 5 267 15,0-1-121-15,0 5-56 0,3-2 121 0,-2 3-89 16,-1-2-45-16,0-1 107 0,1 2-79 16,-3-3-157-16,2-3 42 0,-3-6 22 15,-2 0-417-15,0-8 421 0,0-2-8 0,0-4 24 16,0-1 1-16,-10-6 0 0,-3-2 0 0,-3 0 8 0,-1 0-444 16,-7-11 159-16,4-4 109 0,-2-6 33 0,-3-4-16 15,2 1 35-15,2 1 29 0,8 7 1 0,-4 2 96 16,10 7-38-16,-2 0 0 0,0 5 97 15,4 0-64-15,2 2-35 0,1 0 0 0,2 9 56 16,0 6-40-16,0 1-9 0,0 1 3 0,0 3-155 16,2-4 67-16,6 1 44 0,1-2 0 0,4-4-150 15,1-4 86-15</inkml:trace>
  <inkml:trace contextRef="#ctx0" brushRef="#br0" timeOffset="-156443.98">2291 13695 1296 0,'10'-9'0'0,"2"3"0"0,2 5 0 0,-1-1 0 0,-1 0 0 0,1 2 0 0,0 0 179 0,-1 0-73 0,1 8-37 0,-2 4 8 15,0 2-91-15,-3 1 23 0,-1 4 0 0,-2-1 23 16,-5 3-77-16,0-1 46 16,0 1-7-16,0 4 39 0,-9-9-101 0,-3 4 50 0,-4-3 26 15,-2-5 8-15,1 1 18 0,-2 0-9 16,3-6-40-16,-1 0-1 0,9-3 286 0,0-2-128 15,3-1-65-15,3 2 146 0,0-3-96 16,2 0-46-16,0 0-25 0,12 0-113 0,8-3 41 16,4-2 24-16,2-4 0 0,2-1-122 0,4 0 82 15,0 2 29-15,0-2-1 0,1-1-536 16,-1 0 233-16,0-4 151 0</inkml:trace>
  <inkml:trace contextRef="#ctx0" brushRef="#br0" timeOffset="-155886.81">3024 13100 595 0,'0'6'0'0,"0"2"0"15,0 1 0-15,0 1 0 0,0 1 0 0,0 4 0 0,0 2 0 0,0 2 164 0,0 0-66 0,0-1-32 0,2 1 47 16,1-1-45 0,0 2 1-16,0-4-115 0,0 1 39 0,-1-5 0 15,-1-1-32-15,1-2 31 0,1-2-270 0,-3 0 147 0,0-6 74 16,0 1 38-16,0-2-283 0</inkml:trace>
  <inkml:trace contextRef="#ctx0" brushRef="#br1" timeOffset="-141259.02">3618 8558 581 0,'0'0'0'0,"0"0"0"0,-2 0 0 0,2 0 0 0,0 0 0 0,-1 0 0 0,-1 0 0 0,2 0 78 0,0 0-45 0,0 0 33 0,0 0-33 0,0 0-1 15,0 0 1-15,0 0 37 16,0 0-9-16,0 0-29 0,0 0 1 0,0 0 27 15,0 0 0-15,0 0-33 0,0 2 6 0,0 3 0 16,0 6-1-16,0-1 29 0,2 1-28 0,3 0 8 16,2 2-8-16,-5-3 0 0,4-1-15 0,-1 1 14 0,0-3 1 15,-2-1-33-15,1-2-8 0,-2-2 37 0,0 0-45 16,1-2 18-16,-3 0 0 0,0 0 20 0,0 0 11 16,0 0-15-16,0-4 3 0,0-11-8 0,-7 0-20 15,0-4 0-15,-3 0 24 0,2-5-3 16,-1 5-88-16,1-2 41 0,1 3 22 15,1 4-5-15,1 5-2 0,-2 0 19 0,6 5 35 16,0 0-5-16,-2 2-27 0,3-1-8 0,0 3 77 16,0 3-33-16,0 12 0 0,3 6-39 0,4 0 48 15,0-1-32-15,2 4 8 0,1-3-11 0,1 2 28 16,-3-3-15-16,2 1-8 0,-3-5 3 16,0-1 3-16,-1-4-3 0,-1-2-30 0,2-1-2 15,-6-3 29-15,3-3-4 0,-2 0-42 16,-2-2 1-16,2 0 37 0,-2 0 1 0,0 0-24 15,0-9 2-15,0-8 12 0,-8-6 5 0,2 3-79 16,1 0 37-16,-3-2-23 0,1 1 27 0,0 3-9 16,0-1 35-16,2 5 2 0,-1 6-7 0,3-1-7 15,1 4 3-15,0 3 107 0,2 0-50 0,0 2-25 16,0 0 0-16,0 9 63 0,0 10-39 0,4 4-12 16,4-1-1-16,-2 3 38 0,2-6-25 0,2 1-10 15,-2 0-11-15,-2-2 8 0,2-3-5 16,-2-5-25-16,-1-3 0 0,-3-3 30 15,1-1-5-15,-2 0-88 0,1-3 39 0,-2 0 12 16,0 0 0-16,0-3-23 0,0-9 19 0,0-4-9 16,-6-3-3-16,-1 1 23 0,-2-7 4 0,-1 6-42 15,1 1 39-15,1 1-4 0,2 6 2 0,1-1 26 16,1 6-26-16,3 3-3 0,-2 1 3 0,3 2 71 16,0 0-34-16,0 4 9 0,0 12-40 0,3 1-10 15,2 0 13-15,0 0 1 16,4 0-1-16,-6-7 26 0,2 1-1 0,1-4-67 15,-3-2 22-15,-1-2 2 0,3-1 21 0,-3-2-71 16,-1 0 34-16,-1-2-9 0,0-11 41 0,0 0-39 16,0-2 0-16,-3-2 16 0,-4 5 11 0,3 3 26 15,-4-2-27-15,3 3-12 0,0 2 9 0,4 5 124 16,-2-2-58-16,1 2-31 0,2 1 82 0,0 0-44 16,0 11-26-16,0 4-41 0,2 0 21 0,2 2 16 15,4-2-11-15,0-3-109 0,-3-3 53 0,6-2 28 16,0-3 0-16,0-4-637 15</inkml:trace>
  <inkml:trace contextRef="#ctx0" brushRef="#br1" timeOffset="-139098.58">3086 6771 82 0,'0'0'0'0,"0"-3"0"0,-2-1 0 0,1 1 0 0,-1-1 10 0,0 0 0 0,1 0 0 16,-2 3 48-16,1-4-42 0,2 3-1 0,0-1-21 16,0 1 20-16,0 0-1 0,0 1 5 0,-3-1 7 15,3 0-11-15,-2 0 1 0,0 0 21 0,2 2 1 16,-1 0-17-16,-3 0-4 0,4 0 30 0,-2 0-29 16,2 0 2-16,0 0-1 0,-3 0 44 0,3 0-5 15,0 0-31-15,0 0-4 0,0 0 10 16,0 0-7-16,0 0 12 0,0 2 22 15,0 2-29-15,0-1-2 0,3 1 34 0,-1-1-32 16,-2-1 9-16,4 3-9 0,-3-2 18 0,1 2-17 16,0-4 2-16,1 3-2 0,-3-3 35 0,2 3-33 15,-2 0 0-15,3-1 0 0,-2 3-16 0,1-2 16 16,0 1 8-16,-1-1-32 0,1 0-1 16,1 3 25-16,-1-4-25 15,-1 1-1-15,1-1 28 0,1 1-5 0,-2 2-7 0,1-3-7 16,1 2 7-16,-3-1 3 0,0 2 0 0,2-2-9 15,1 4 3-15,-2-2-34 0,1 0 35 0,0 1 1 16,-1 0 4-16,1 2-27 0,3-3-1 0,-4 3 22 16,0-1-2-16,3-1-12 0,-3 3 15 0,1-3-4 15,0 1-3-15,1 0 1 0,-3-3 0 0,3 2 4 16,-1-2-6-16,-1 4 5 0,1-3-4 16,0-1 1-16,-1 0 0 0,1 1 4 0,1-1-3 15,-1 3-25-15,-1 0 25 0,3-1-1 16,0 1 0-16,-1-1-29 0,-1 2 27 0,2-2 0 15,0 0-28-15,-3 0 26 0,3 1-1 0,0-2 4 16,-2 1-7-16,2 1-9 0,-2-3 8 0,0 1-9 16,-1 2 9-16,1-3 4 0,1 1-5 0,0-1 2 15,-1 0 0-15,-1 3 0 0,1-1-1 0,0-2 19 16,1 0-18-16,-1 1 0 0,-2-1 0 0,5 3 11 16,-3 0-9-16,0-3 1 0,1 4-3 0,-1-1-1 15,1 1 3-15,0 1-10 16,-1-1 10-16,1 1 2 0,0-1-2 0,-1 0-15 15,1 1 13-15,1-1 1 0,-2 0 0 0,1 0-9 16,-1 1 8-16,2-2-3 0,-2 1 3 0,1 1-10 16,-1-3 8-16,3 2 1 0,-3-2 0 0,2 3-18 15,-1 0 17-15,2-1-5 0,-5 1 4 0,5-3 1 16,-2 3-1-16,-1-2 1 0,1 0-1 0,0 2-1 16,-1-1 1-16,1-1-3 0,-1 1 2 15,2-1 0-15,-1 1 0 0,-3 0-14 16,2 1 13-16,1-1-10 0,0-1 10 0,-1 1 0 15,1-1 0-15,-1 2-5 0,1-4 5 0,0 2-1 16,0 0 0-16,0-1-7 0,-1 1 6 0,1-1-1 16,0 2 2-16,-1-1-3 0,-1 1 2 0,2-2-1 15,-1 3 1-15,3-2 7 0,-3 1-7 0,2-1 1 16,-1 1-2-16,2-1 1 16,-5 1 1-16,5-1-13 0,-2-1 12 0,0 1 1 0,1 0-1 0,-1 0 0 15,0 1-8-15,0-3 8 0,0 2-1 16,0-1 0-16,-1 4 1 0,1-4-2 0,-2 0 5 15,1 0-4-15,0 1 0 0,1-1-1 0,-1 1 13 16,2 1-12-16,-3 0 0 0,4-1 1 0,-1 2 3 16,-1 1-3-16,2 1 0 0,-2-4 2 15,0 4-3-15,2-1 3 0,-3 1-3 0,1-3 1 0,-1 2 0 16,0-2 0-16,3 2 19 0,-5-1-18 0,2 0 0 16,1-1-1-16,-2 0 38 0,1 0-36 0,0 1 1 15,-1-3-7 1,1 2 8-16,3 0 1 0,-4-2-2 0,1-2 3 0,2 4-24 15,-2-2 22-15,3 0 1 0,-5 1-18 0,3-1 17 16,0 0-2-16,-1 5-17 0,-1-3 15 0,3 3-2 16,-1-1 3-16,0 0-5 0,0 0 3 15,-2-1 1-15,3 1-3 0,-1-2 22 0,-1 0-19 16,2 1 0-16,-2-3 0 0,1 3 9 16,1-2-8-16,0-1-1 0,1 3 1 0,-2-1 2 0,0 0-2 15,2 0-5-15,-2 3 6 16,0-3 0-16,1 1-1 0,0 0-21 0,-3-2 20 0,4 3 0 15,-3-1 0-15,3-3-3 0,-5 3 3 16,3-3-2-16,0 3 4 0,-1-4-3 16,-1 1 0-16,3-1 2 0,-1-1-2 0,-1 1 0 0,1-1 0 15,-1 1 4-15,0 0-3 0,3-1-1 16,-5 1 3-16,5 2-2 0,-2-1 0 0,-1 2 1 0,1-1-1 16,2 0 0-16,-4-1 0 15,4 2 5-15,-4-3-5 0,1 2 0 0,0-3 1 16,1 2-1-16,0-1 0 0,0 0 0 0,-1 0 1 15,-1 0-2-15,1-3 1 0,0 3 1 0,3-1-1 16,-4 1-9-16,2-1 10 0,-2 1-1 0,1 0 0 0,0 1-1 16,1-1 1-16,-3 0-1 15,2-1 2-15,1 1-2 16,-2-3 1-16,1 1-1 0,0 0 6 0,-1 0-5 0,1-2 0 0,0 2 0 16,-2-3 0-16,3 3 0 15,-2-2 0-15,1 2 8 0,-2 0-8 0,3-1 1 16,-2 1 0-16,1 2-1 0,1-2 0 0,-1 1 1 15,-2-1 0-15,0-1 3 0,3 1-3 0,-3 1 15 0,1-4-15 16,-1 1 0-16,0-2 0 0,0 2-1 0,0-2 2 0,0 0 0 16,0 0 0-16,0 0-8 0,0 0 8 15,0 0 0-15,0 0 0 0,0 0 16 16,0 0-16-16,0 0 1 0,2 0 38 0,-2 0-37 16,0 0 1-16,0 0 32 0,0 0-32 15,0 0 1-15,0 0 0 0,0 0 3 0,0 0 14 16,0 0-13-16,0 0-2 0,0 0 4 0,0 0-1 15,0 0 2-15,0 0 0 0,0 0-30 0,0 0 27 16,0 0-2-16,0 0-40 0,0 0 38 0,0 0 4 16,0 0-5-16,0 0-40 0,0 0 38 0,0 0 2 15,0 0-6-15,0 0-28 0,0 0-3 0,0 0 32 16,0 0-5-16,0 0-19 0,0 0-7 0,0 0-16 16,0 0 2-16,0 0 31 0,0 0 5 15,0 0-39-15,0 0-5 0,0 0 28 16,0 0 9-16,0 0-31 0,0 0 0 0,0 0 20 15,0 0 6-15,0 0-69 0,0 0 35 0,0-2-6 16,0-4 33-16,-2-1-76 0,-2-3 36 0,-3 3-9 16,-3-4-272-16</inkml:trace>
  <inkml:trace contextRef="#ctx0" brushRef="#br1" timeOffset="-131755.46">3079 6849 76 0,'0'0'0'0,"0"-2"0"0,0 0 0 0,0 2 0 0,0 0 0 0,0-2 0 0,0 2 89 0,0 0-35 0,0 0 9 16,0-2-42-16,0 2 0 0,0 0-1 15,0-2-1-15,0 1 2 0,0 1 5 0,0-3-5 16,0 3 12-16,0-1-11 0,0-1-1 0,0 2 0 16,0 0 33-16,0-1-6 0,0 1-25 0,0 0 29 15,0 0 1-15,0 0-24 0,0 0 24 16,0 0-22-16,0 0-2 0,0 0 5 0,0 0-53 15,0 0 25-15,0 0 7 0,0 0 17 0,0 0-41 16,0 0 35-16,0 0 2 0,0 0-2 0,0 0-27 16,0 0-9-16,0 0 32 15,0 0 17-15,0 0-19 0,0 0-2 0,0 0 30 0,0 0-1 16,0 0-27-16,0 0 2 0,0 0 31 16,0 0-20-16,0 0-9 0,0 0 9 0,0 0-25 15,0 0 22-15,0 1-3 0,0 1 13 0,0-2-46 16,0 1 1-16,0 2 12 0,0-2 14 0,0 3 2 15,0 0-1-15,0 0 11 0,0 1-15 0,0-1 3 16,0-2-6-16,0 1 12 0,0 2-4 0,0-3 0 16,0 1-3-16,0-1-26 0,0 0 1 0,0 0 25 15,0 0 5-15,0 1-23 0,0-1 17 16,0 2-36-16,0 1 32 0,0-1 1 16,0 2-2-16,0 0 4 0,0-1-4 0,0 4 0 15,0-4-6-15,0 2 22 0,0 1-15 0,0-1-2 16,0 0 0-16,0 0-16 0,0 2 17 0,0-2 0 15,0 0 6-15,0 1-17 0,0-3 11 0,0 3-11 16,0 0 10-16,0-1 0 0,0-1 0 0,0 1-22 16,0 1-1-16,0-3 17 0,0 3 3 0,0-2-37 15,0 1 36-15,0 1-4 0,0-4 2 16,0 5-25-16,0-3 24 0,0 1-3 16,0 0-5-16,0 3 4 0,0-2 2 0,0-1-12 15,0 2 11-15,0 1-3 0,0-1 3 0,0 0 25 16,0 0-25-16,0 1 0 0,0 0 0 0,0 1 26 15,0-2-24-15,0 0 2 0,0-1-2 0,0 2 4 16,0-1-4-16,0-1 3 0,0 1-6 0,0-2 5 16,0 1-1-16,2-1-9 0,0 0 9 0,-2-1 1 15,1 2 0-15,-1 3-11 16,0-5 9-16,2 2-1 0,-2 1 1 0,0-2-7 16,3 2 7-16,-3 0-1 0,2 0 1 0,-2-2-12 15,0 0 11-15,1 3-2 0,-1 0 2 0,2-2-13 16,-2 0 12-16,0 2-5 0,3-3 4 0,-3 3 0 15,0-1 1-15,1 0-4 0,-1 2 3 0,0-1-1 16,0-1 0-16,0 3 2 0,0-1-2 16,2-2 1-16,-2 2-1 0,0-1 11 0,0 1-10 0,3-1 0 15,-3-1 4-15,0 1-4 0,0 1 1 16,0 0-2-16,0 0 1 0,0-1 1 16,0 5 0-16,0-2-2 0,0-1 2 0,0 1 0 15,0 2-1-15,0-2-2 0,0 0 2 0,0-1 0 16,0 2 1-16,0-1-3 0,0 0 2 0,0-2 0 15,0 3-6-15,0-5 6 0,0 2-1 16,0-1 2-16,0 1-1 0,0-2-1 0,0 2 1 0,0 1 0 16,0-1 0-16,0 1-1 0,0 1 1 15,0-2 1-15,0 1-1 0,0 0-1 16,0-1 1-16,0 1 7 0,0 1-8 0,0-4 2 16,0 4 3-16,0-1-3 0,0-3-1 0,0 4-1 15,0-3 2-15,0-1 0 0,0 2 0 0,0-2-2 16,0-2 1-16,0 4 1 0,0-4 0 0,0 3-19 15,0-3 18-15,0 2 0 0,0-1-1 0,-3 1-8 16,3 1 8-16,-2-1-2 0,2 0 0 0,0 1-2 16,0-1 2-16,0 0 5 0,0-1-3 15,0 2-2-15,0-3 0 0,0-2-5 16,0 1 6-16,0-1-1 0,0-2 1 0,0-1-16 16,0-2 16-16,0 2 0 0,0-2-2 0,0 0-25 15,0 0 24-15,0 0 1 0,0 0 14 0,0 0-14 16,0 0-2-16,0 0 24 0,0-2 0 0,0-2-21 15,0-3 0-15,0 0-11 0,0 0 12 0,0-4 0 16,0 1 2-16,0-1-28 0,0 2 28 0,0-2-1 16,0-3 2-16,0 3-29 15,0-2-3-15,0-3 27 0,0 4-7 0,0-5-18 16,0 0-6-16,0-2-7 0,0 1 25 0,0-2 6 16,0 2-5-16,0-2 1 0,0-1 1 0,0 0 0 15,0 0-4-15,0-2 2 0,0 3 1 0,0-6 1 16,0 5-2-16,0-5 24 0,0 4-24 0,0-7 2 15,0 3 4-15,0 0-3 0,0-2 1 0,0-1-29 16,0 3 24-16,0-4 4 0,0 2 1 0,0 7-16 16,0-3 14-16,0 1-1 15,0 3-4-15,0 0 32 0,0 0-29 0,0 1 1 16,0 1-3-16,0 1 49 0,0-2-24 0,0 0 3 16,0 2-17-16,2-1 39 0,1 0-14 0,-3 0 3 15,2-1 4-15,1 2-27 0,-2-2 9 0,3-1-43 16,-3 0 1-16,1 2 35 0,3-1 1 0,-4 3-38 15,0-2-2-15,3 4 35 0,-3-1-6 0,1 3-9 16,0 2 2-16,1-3 9 0,-3 0 28 0,0 2-30 16,0 0-5-16,0-1 29 15,0 4-2-15,0-5-21 0,0 1 2 0,0-2 24 16,0 4-20-16,0-2-3 0,0 1 7 0,0 0-24 16,0-3 21-16,0 5-1 0,0-2 3 0,0 2-26 15,0-1 22-15,0 1 0 0,0-1 0 0,0 3 0 16,0-1-5-16,0-1 0 0,0 2 1 0,0-3 2 15,3 2-2-15,-3 1 3 0,2-1-2 0,-2 1-1 16,1 1 3-16,-1 1 24 0,0 2-24 0,2-2 0 16,-2 3 1-16,0 1 28 0,0-1 3 15,0-1-30-15,0 3 42 0,0 0-40 16,0 0 4-16,0 0 27 0,0 0-1 0,0 0-25 16,0 0 7-16,0 0 12 0,0 0-13 0,0 0 5 15,0 0-6-15,0 0-23 0,0 0 24 0,0 0 1 16,0 0-2-16,0 5-36 0,0 0 35 0,0 1-4 15,0 1 14-15,0 0-15 0,0 3 3 0,0-1 33 16,0 2-33-16,0-3-1 0,0 2 1 0,0 1 18 16,0-2-17-16,0 1 5 0,0 3-5 0,-2-2-4 15,2 0 5-15,0 0 4 16,-1 1-3-16,1-1 17 0,0 4-16 0,-2-2 0 16,2 0-11-16,0 1 10 0,-3-1 0 0,3 2-9 15,0 2 8-15,0-2 0 0,0 2 1 0,0 2-7 16,0-1 7-16,0 1 1 0,0 0-2 15,0 0-14-15,0-1 14 0,0 1-2 0,0 0 1 0,0-3-10 16,0 1 10-16,0 1-13 0,0-1 11 0,0-2 1 16,0 1-1-16,0 1 1 0,0-2-2 15,0 3 0-15,0-4 1 0,0 2 2 16,-3 0-2-16,3-1 0 0,0 2-1 0,0-2 10 16,0 2-9-16,0-2 0 0,0 0 0 0,0 2 35 15,0-1-34-15,0-2 8 0,0 1-7 0,0 0 2 16,0 0-2-16,0 0 5 0,0 0-4 0,0 0 3 15,-2 0-3-15,2 2-16 0,-2 0 16 0,2 0 4 16,0 0-4-16,0 0-33 0,0 0 32 0,0-1-2 16,0 1 2-16,0-1-21 0,0-3 19 15,0 2-3-15,0-2 22 0,0 1-20 16,0-4 1-16,0 5-1 0,0-3 1 0,0 3-1 16,0-2 0-16,0 0-8 0,0 0 9 0,0 0 1 15,0 0-2-15,0 1-21 0,0 1 21 0,0-3 1 16,0 3 0-16,0 2-25 0,0-2 23 0,0 1-2 15,0-1-6-15,0-1-4 0,0 2 10 0,0-2-9 16,0 0 8-16,0-1-1 0,0-4 0 0,0 2 0 16,0-1 0-16,-1-3 0 15,1 1 1-15,0-2-2 0,0-1 1 0,-4 1 0 16,4-3 0-16,0 1 4 0,0 0-4 0,0 0 1 16,0-2 1-16,-1 2-2 0,1-1 1 0,0-3-12 15,0 0 11-15,0 2 1 0,0-2-1 0,0 0-13 16,0 0 12-16,0 0 1 0,0 0-2 0,0 0-13 15,0 0 14-15,0 0-2 0,0 0-2 0,0 0-12 16,0 0 12-16,0 0 18 0,0 0-16 0,0 0-1 16,-1 0-1-16,1 0 21 15,-3 0-18-15,3-2-1 0,-2 2 3 0,2-9-14 16,-2 1 12-16,1 1 0 0,1-3 1 0,-2 2-10 16,0-2 10-16,1-2-1 0,1 3 2 0,-3-4-35 15,3 0-1-15,0-1 32 0,0-2-39 0,0 0 0 16,0 0 27-16,0-1-20 0,0 0 22 0,0-2 2 15,0 0-7-15,0 0-12 16,0 1 10-16,0-3 5 0,0 1-3 0,0-3 6 0,0 0-6 16,0-1 2-16,0 1-5 0,0-5-12 0,0 4 17 15,0-3 0-15,0 1 10 0,0-3-10 16,3 6-5-16,-2-9 3 0,1 4 1 0,0 0 1 16,-1 2-1-16,1-1 28 0,0 2-31 0,-2 1 4 15,3 1 2-15,-3 3 20 0,0-1-19 0,1 1-6 16,-1-3 10-16,0 2 34 0,0-3 3 0,0-1-12 15,0 5 2-15,0-3-26 0,0-5 7 0,0 3 30 16,1 5-29-16,-1-3-2 0,4 1 5 0,-4 2 15 16,1-1-15-16,1 0-2 0,0 2 2 15,1 3 14-15,-3-2-13 0,3 1-2 16,-1 3 1-16,-1-2-1 0,1 0 2 0,0 1-1 16,1 0-7-16,0-1 8 0,0 1-1 0,1-2-27 15,-2 1 0-15,3 0 25 0,-3 2-1 0,1 1-30 16,-2 1-2-16,3 1 30 0,-3 3-5 0,1 1 10 15,0 2-10-15,-2 0 0 0,0 4-2 0,0 0 21 16,0-2-21-16,0 1 3 0,0 1 23 0,0-2 12 16,0 1 4-16,0 0-8 15,0 0 5-15,0 0-28 0,0-1 8 0,0 1-22 16,0 0 17-16,0 0 1 0,0 1 5 0,0 1-36 16,0 0 0-16,-2 0 29 0,2 0 0 0,-2 0-93 15,2 0 40-15,-1 0 24 0,1 0-55 0,0 5 25 16,0 2 3-16</inkml:trace>
  <inkml:trace contextRef="#ctx0" brushRef="#br1" timeOffset="-130386.95">3086 8227 160 0,'0'0'0'0,"0"0"0"0,0 0 0 0,-2 0 0 0,2 0 0 0,-1 0 0 0,-1 0 57 0,0 0 0 0,1 0-2 16,-2 0 1-16,3 0-23 0,-2 0 8 0,2 0-1 16,0 0-8-16,0 0 1 15,0 0 0-15,-3 0 37 0,3 0-37 0,0 0-1 16,0 0 1-16,0 0 26 0,0 0-1 0,0 0-17 16,-2 0 40-16,2 0-23 0,0 0-1 0,0 0 23 15,0 0-24-15,0 0 8 0,0 0-31 0,0 0 35 16,0 0-35-16,0 0 0 0,0 0 0 0,0 0-1 15,0 0 1-15,0 0 0 0,0-2 0 0,0 2-36 16,0 0 0-16,0-1 44 0,0 1-30 0,0 0 0 16,0 0 15-16,2 0-18 15,1 0 14-15,-3 0 12 0,0 0-20 0,2 0 10 16,-2 0-3-16,3 0 2 0,-2 0-3 0,-1 0 10 16,2 0-5-16,-2 0-2 0,2 0 6 0,-2 0-26 15,0 0 21-15,0 0 6 0,1 0-44 0,-1 0 36 16,0 0-3-16,2 0-25 0,-2 0 24 0,3 0 7 15,-1 0-10-15,-2 0 7 0,1 0-5 0,1 0 1 16,-2 0-3-16,3 0-1 0,-2 0 2 0,1 0 0 16,1 0 0-16,-3 0-33 15,2 0 32-15,1 0-23 0,-2 1-4 0,1-1 25 16,0 2-1-16,-1-2-23 0,1 2-2 0,0 0 25 16,1-2-7-16,-2 2 5 0,0 0-5 0,3-1 2 15,-3 2-5-15,1 0 35 0,0-3-31 0,1 4 0 16,-3-1 0-16,3-2 15 0,0 3-11 0,-1-2-18 15,0-1 18-15,1 1-2 0,0 1 4 0,0-2-41 16,-1 3 38-16,0-2 1 0,2 0-3 0,-1 1-4 16,-1-1 3-16,2 2 0 0,0-1-4 15,-3 4 41-15,3-4-38 0,2 3 1 16,-2-3 5-16,0 3-5 0,-1 0 1 0,2-2-13 16,-2 2 14-16,0-3-1 0,2 1 4 0,-3-1-38 15,3 1 37-15,2 0-3 0,-5 0 0 0,2-1-33 16,0-1 30-16,-1 1 1 0,3 1-4 0,-1 1-18 15,-2 0 19-15,0-1 0 0,3 1-5 0,-2 1 4 16,-1 0-2-16,2 0 23 0,-3-1-21 0,3 1 0 16,2-1 0-16,-4 1 21 15,2-2-18-15,0 1-1 0,1-1 0 0,0 2-3 16,1-3 3-16,-1 1 2 0,-1 2-1 0,3-2-16 16,-2 0 15-16,2 1 1 0,-3-1-1 0,3 1-31 15,-2-1 1-15,-1 2 25 0,3 0-14 0,-3-1 11 16,3 2 4-16,-2-2-7 0,0 2 4 0,0-1-3 15,1-1 3-15,0 0-12 0,2 1 11 0,-1 0-1 16,-2 0-1-16,4 0 4 0,-1-1-2 16,-1-1 0-16,2 3-1 0,-1-2-2 15,-1 2 2-15,-2 0 2 0,7 0 3 0,-5 1-4 16,-2-2 0-16,1-1 21 0,4 1-22 0,-5-2 2 16,0 3-1-16,3-3 22 0,-4 0-20 0,2-1 2 15,-2-1-3-15,1 2 16 0,-3-2-14 0,4 0 2 16,-4 0 5-16,1 2-5 0,0-3-1 0,-1 3-1 15,-1 0 2-15,2 0 0 0,-2-2 0 0,1 1 0 16,-1-1 0-16,0-1 0 0,1 2-1 0,-2-1 2 16,1-2-1-16,-2 0-1 15,0 0 1-15,0 0 7 0,0 0-7 0,0 0 0 16,0 0 31-16,0 0 0 0,0 0-29 0,0 0-29 16,0 0 0-16,0 0 31 0,0 0-2 0,0 1-89 15,0-1 42-15,-6 2 20 0,1-2 0 0,-3 0-433 16,1 0 214-16,0 0 94 0,-2 0 63 0</inkml:trace>
  <inkml:trace contextRef="#ctx0" brushRef="#br1" timeOffset="-129668.58">3059 8250 312 0,'0'-8'0'0,"-5"-1"0"0,3 1 0 0,1 3 0 0,-2-1 0 0,1 2 0 0,2 2 0 0,-3 1 91 0,3-2-33 0,0 2 0 15,0 1 41-15,0 0-32 0,0 0-1 0,0 0 34 16,0 0-38-16,0 0 0 0,0 0-29 0,0 0 36 16,0 0 0-16,5 0-28 15,-2 0-8-15,2 0 55 0,0 0-27 0,2 0-1 16,-2 0-27-16,1 4 43 0,-1-1-7 0,3 1-37 16,0 2 25-16,0-1-24 0,0 3 0 0,-1-2 38 15,5 4-38-15,-2-3 0 0,1 0-1 0,0 2 6 16,0 1-5-16,3 0 8 0,-3 0-8 0,1 0 1 15,0 2-1-15,1 1 0 0,1-3-27 0,-3 3 35 16,0 1-8-16,2-1-39 0,-2 0 37 16,1-2 2-16,-3 0-5 0,4 1-28 15,-1-3-10-15,-1-1 37 0,1-1-6 0,0 1-44 16,-2-2 25-16,1 3-5 0,0-3 16 0,0 1-16 16,1 0-8-16,0-1 26 0,-1 2-34 0,0 1-2 15,0-1 23-15,0 2-34 0,2-4 35 0,-4 4 2 16,4-3-5-16,-3 0-21 0,-1 2 21 0,4-2 2 15,-5 0-4-15,3-1-26 0,-4 0 27 0,2 1 1 16,0-1-2-16,-2 1-6 0,1-1 5 16,1 0 2-16,-3 1 3 0,-1-1-4 15,3-1-2-15,0 1 12 0,-3 0-10 0,3-1 0 16,-3-2-2-16,1 3 1 0,0-2 2 0,-1 1-1 16,0-4 1-16,-2 3-17 0,0-2 16 0,1-1 0 15,-1 2 1-15,0-2-21 0,0 1 18 0,-2 0 1 16,1-2-2-16,1 2 1 0,-1 0-2 0,-2-2-2 15,3 2 3-15,-3-2 0 16,0 0-2-16,0 0 12 0,0 0-11 0,0 0 2 16,0 0-1-16,0 0 19 0,0 0-18 0,0 0 0 15,0 0 2-15,0 0-40 0,0 0 39 0,0 0-1 16,0 0-84-16,-3 0 41 0,-2 0 17 0,-1 0-347 16,-2 0 165-16,0 0 90 0,0 0 36 0</inkml:trace>
  <inkml:trace contextRef="#ctx0" brushRef="#br1" timeOffset="-128434.7">3130 8320 17 0,'0'-5'0'0,"0"0"0"0,0 1 0 0,0-2 0 0,0 2 0 0,0 1 0 15,0 2 0-15,0-1 0 0,0-1 0 0,0-1 0 0,0 3 0 16,0-1 0-16,0-1 2 0,0 3-2 16,2-1 0-16,1 1 62 0,-3 0-28 15,0 0 0-15,0 0 62 0,0 0-39 0,0 0-23 16,0 0 0-16,0 0 78 0,0 0-39 0,0 0-25 15,0 0 25-15,3 0-11 0,-1 0-29 0,-1 0 0 16,1 0 0-16,0 0 33 16,1 0-33-16,2 0-1 0,0 1 40 0,-1 2-39 15,1 0 0-15,1 4 32 0,-1-4-8 0,1 0-24 16,0 3 0-16,4 2-6 0,-4 0 6 0,3-1 8 16,3 0-8-16,-2 3-18 0,1-1 17 0,0 3 1 15,2 0 0-15,1 2-36 0,0 1 14 0,5 3-27 16,-6-1 20-16,3 2-1 0,-2 0 15 0,0-2-65 15,-1 2 31-15,0-3-1 0,1 0 21 16,0-1-50-16,-1 0 23 0,-2-2-11 0,3 0 38 16,-3-2-50-16,1 2 17 0,2-1 0 15,-5-3 12-15,4 2-16 0,-3-1 1 0,1-1 43 16,1 0-25-16,-1-1 3 0,1 2-6 0,-5-5 30 16,3 2 2-16,-4 0-25 0,3 0 0 0,-4 1 25 15,2-3 2-15,-2 2-22 0,0-2-2 0,-2 5 27 16,2-2 0-16,-4-1-16 0,1-1-6 0,1 2 33 15,-2-3-1-15,1-1-24 0,0-2 15 16,-2 1-15-16,0 0-2 0,0-3-14 16,0 0 16-16,0 0 1 0,0 0-1 0,0 0-42 15,0 0 41-15,0 0 1 0,0 0-1 0,0-6-197 16,0 2 92-16,0 0 40 0,-4 1 25 0</inkml:trace>
  <inkml:trace contextRef="#ctx0" brushRef="#br1" timeOffset="-124942.46">5447 10628 419 0,'0'-3'0'0,"0"2"0"0,0 1 0 0,0-2 0 0,0 2 0 0,0-3 0 0,0 3 141 0,0 0-55 0,0 0-26 15,0 0 8-15,0 0-11 0,0 0 0 0,0 0-24 16,0 0 4-16,0 0-4 0,0 0 7 0,0 0 12 16,0 0-20-16,0 0 1 0,0 0 0 0,0 5 33 15,0-1 9-15,0-1-43 0,0 3 1 0,0 0 5 16,0-3-5-16,0 3-1 15,0 0 9-15,3 3-12 0,-2 0 4 0,-1 4-1 16,2-1-24-16,-2-1 25 0,0 0 8 0,0 4-34 16,0 0 25-16,0 0 1 0,0 0-2 0,0 0-36 15,0-2 1-15,0 1 24 0,0-1 7 0,0 0-35 16,2 0 1-16,-1 2 30 0,1-2-2 0,1 0-4 16,-2 2 3-16,1 2-6 0,1-2-21 15,-2 2 2-15,1-2 21 0,0 4-27 0,1-1 0 0,-3 2 19 16,1 1 4-16,-1 0-22 15,1 0 20-15,-1 0-3 0,3-2 3 0,-2-1-34 16,-1 1 32-16,2 0 0 0,0 0-1 0,1 0 36 16,-3 0-36-16,2-1 0 0,-2 3 21 0,3-2-17 15,-2 1-3-15,1 1 2 0,-2-1 40 0,3 3-36 16,-3 0-3-16,1-2-6 0,-1 1 7 0,0 0 4 16,0 1-4-16,2 3-6 0,-2-5 7 0,2 0 5 15,-2 0-5-15,3 0 3 0,-2 0-4 0,1 2 0 16,-1-2 7-16,1-1-4 0,0 3-3 15,0-3-1-15,-1 3 8 0,-1-1-7 16,2 1 1-16,-2 0 1 0,0-1-1 0,3-1 1 16,-3 1-1-16,0 0-12 0,0-1 12 0,0 2 3 15,0-2-4-15,0 0-21 0,0 0 20 0,0 0-1 16,0 2-5-16,0-1 7 0,0 1-2 0,0-1-32 16,0-1 31-16,0 2-2 0,0-2 2 0,0-1-4 15,0 0 3-15,0 2-3 0,0-2 3 0,0-1 19 16,0 3-19-16,0 1 1 15,0 4 9-15,0-4-7 0,0 2-3 0,0-1 1 16,-3 1-22-16,3-3 24 0,0 1-2 0,0 1 1 16,0-3-22-16,0 0 22 0,0 0-2 0,0 0-35 15,0-3-2-15,0 1 30 0,3-3 4 0,-2 5-40 16,-1 0-1-16,2 0 30 0,-2-1-7 0,0 1 6 16,0-1 4-16,0 1-7 0,0 0-12 0,0 0 13 15,0-4 3-15,0-1-21 0,0-3 19 0,0-1-1 16,0-3 1-16,0-1-35 15,0-2 3-15,0-4 30 0,0 1 0 0,0-3-94 16,0 2 39-16,0-2 21 0,0 0 0 0,0 0-100 16,-2 0 57-16,1 0 18 0,-2 0-241 0,1 0 143 15,1 0 67-15,1-2-113 0,0-2 90 0,0-2 45 16,0 0 14-16,0 3-229 0</inkml:trace>
  <inkml:trace contextRef="#ctx0" brushRef="#br1" timeOffset="-124126.8">5455 12898 733 0,'-2'0'0'0,"-1"2"0"0,-1-2 0 0,3 1 0 0,-4-1 0 0,3 3 0 0,1-3 0 0,-2 1 138 0,3-1-52 0,-2 0-27 0,2 0 83 16,0 0-96-1,0 0-14-15,0 0 1 0,0 0 26 0,0 0 0 0,0 0-26 0,2 0 87 16,1 0-48-16,0 0 0 0,3 0-39 16,-1 0 53-16,0 0-27 0,3 0 9 0,0 0 4 15,0 0-38-15,0-1-1 0,3 1 0 0,-2-3 23 16,1 2-24-16,1 1 1 16,-1 0 0-16,1 0 11 0,-1 0-11 0,2 0 8 0,-2 0 7 15,2 0-15-15,1 0 0 0,-4 0-1 16,6 0 11-16,-4 0-2 0,1 0-8 0,1 0-25 15,-2 0 0-15,3 0 25 0,-2 0-1 16,0 0 9-16,3 0-8 0,-1 0-36 0,0 1-3 0,2-1 9 0,-2 0-2 16,3 3 29-16,-2-3-4 0,1 1-1 15,-2 1-27-15,1 2 0 0,-1-3 15 0,0 5-28 16,1-2-3-16,0 2 28 0,1-1 4 0,-1 1-9 16,0 0 5-16,0 0-11 0,1-2 12 15,1 3-2-15,-1-4 2 0,0-1-5 0,0 0-27 0,1 0 31 16,-3 0-3-16,1 0 2 0,0 2-16 15,3-3 15-15,-5 2-1 0,1 2-32 16,2 0 30-16,-2-1-2 0,1 0 2 0,0-1-26 16,1 0 24-16,-1-1-3 0,0 0 2 0,0-2 0 15,0 0-1-15,-1 0-1 0,4 0 1 0,-3 0 24 16,1 0-23-16,-1 0 0 0,3 0 0 0,-2 0-2 16,-1 0 2-16,0 0 4 0,2 0-35 0,-2 0 1 15,0 0 29-15,3 0-29 0,-4 0-1 0,3 1 24 16,-2 1 2-16,2 0-19 0,0-2 17 0,0 1-5 15,-1 2 3-15,2-3-2 16,-4 0 2-16,4 0-4 0,-4 0-36 0,4 0 38 16,-3 0 0-16,0 0-1 0,0 0-12 0,-1 0 13 15,-1 0-1-15,-1 0-32 0,-2 0 0 0,0 0 23 16,0 0 6-16,0 0-27 0,-3 0 0 0,0 0 18 16,0 2 4-16,-4-2-34 0,3 0 5 0,-4 2 21 15,-1-2-99-15,1 0 47 0,-2 0 17 0,0 0-1 16,0 0-83-16,0 0 56 0,0 0 28 15,0 0-327-15,0-4 169 0</inkml:trace>
  <inkml:trace contextRef="#ctx0" brushRef="#br1" timeOffset="-122632.55">5461 10622 421 0,'0'-3'0'16,"0"-1"0"-16,0 3 0 0,-3-1 0 0,3 0 0 0,-2 0 0 0,1 1 0 0,-1-1 55 0,0 0 0 0,2 0-22 0,0 2 37 0,0 0 8 16,0 0-45-16,0 0 0 0,0 0 14 0,0 0-14 15,0 0-1-15,0 0-6 0,0 0 7 16,0 0 0-16,0 0 0 0,0 0-17 15,0 0 17-15,0 0 8 0,0 0-9 0,0 0-3 16,0 0 4-16,2 0 0 0,0 0-6 0,-1 0 19 16,1 0-20-16,1 0 5 0,-2 0-15 0,1 0 15 15,1 0-1-15,0 0-14 0,2 0 14 0,-3 2-1 16,2 0 2-16,0 0 7 0,-1-1-8 0,3 3 4 16,-1-2-5-16,0 2-1 0,-1 0 1 15,1-1 0-15,-1 1-20 0,2 0 25 0,-3 2-6 0,1-1 1 16,0 1-19-16,1-1 17 15,-1 3 0-15,0-3-17 0,-1 1 17 0,3 0-3 16,-2 0 2-16,2-1-20 0,0 2 17 0,-1-1 4 16,0 0-4-16,4-1-9 0,-1 1 9 0,-3 2-1 15,3-1 13-15,2 0-13 0,-2 3 1 0,1-3-10 16,0 3 9-16,1 0 0 0,-3 3 6 0,2-5-19 16,1 6 13-16,-2-3-1 0,4 1 1 15,-4 1-4-15,4 0 9 0,-2-1-7 0,1 3 1 16,-1-2-11-16,4 1 10 0,-3-1 0 15,0 0-3-15,0 1 1 0,2-1 2 0,-2 0-1 16,1 0-31-16,-3 0 30 0,2 2 5 0,1 1-40 16,-1-2 0-16,2 4 29 0,0-2 3 0,-3-1-28 15,2 2 3-15,-1-2 15 0,-1 0 6 0,4 0-10 16,-3 0 9-16,2 0-13 0,0-1 4 0,-2 1-1 16,1 0 6-16,-1-1-7 0,1 0 9 0,-3 3-3 15,2-3 1-15,0 4 2 0,-1-2-3 0,1 1 2 16,0 0-2-16,-1 2-13 15,1-2 14-15,-2 2-1 0,1-2 0 0,1 1-24 16,-4-1 23-16,3 1-2 0,0-4-6 0,-2 3 6 16,3 0 0-16,-2-2-1 0,0 0 1 0,0 0-2 15,2-1 3-15,-3 4-7 0,2-3 5 0,-1 0 0 16,0 2 0-16,0-2 0 0,0 2 0 16,0 1 1-16,0 0-1 0,-1-2 3 0,1 3-3 0,0 0 1 15,-2 0-1-15,4-1 0 16,-2 3 0-16,0-1 0 0,0 0 0 0,2 0 0 15,-3-1 1-15,2 2-7 0,-3-3 6 0,3 3 1 16,0 0-1-16,-1-2-6 0,-1-1 6 0,-2 1 0 16,3 0-1-16,1 0 10 0,-2-1-9 0,1-1-1 15,0 0 12-15,2 0-11 0,-3-2 0 0,1 0 1 16,4-1 5-16,-3-1-5 0,-1 0 0 16,4-1 32-16,-3 1-31 0,3 2 2 0,-3-2-1 0,0-1-8 15,2 1 8-15,-2 1 2 16,0 0-2-16,0 0-16 0,0 3 16 0,0 0 0 15,-1 0 22-15,0 0-1 0,-2 1-21 0,3-1 1 0,-3 0 28 16,3 0 2-16,-1-2-27 0,1 0 27 16,-2-2-24-16,2-2-2 0,-1 1 1 0,-1-3 2 0,3 2 5 15,-1-1-5-15,-1 1 8 0,0-1-39 0,0-1 0 16,2 3 35-16,-2-1-35 0,1 1 1 16,-2 2 21-16,3 1-12 0,-3 1 12 0,1-2 2 0,4 0-7 15,-5 4 14-15,1-2-13 16,1 1 3-16,1-2-3 0,-4 0-33 0,3 1 34 15,-2-2 1-15,1-1 2 0,-2-1-41 0,0-3-1 16,-1 1 37-16,-1-3-34 0,0-1 0 0,-1-1 25 16,0-1-25-16,-1 0 24 0,0-1 0 0,-2-3-6 15,1 2 32-15,0 0-28 0,-2-2 1 0,0 0-1 16,0 0 23-16,0 0-19 0,0 0-1 0,0 0 4 16,0 0 20-16,0 0-19 0,0 0-5 15,0 2-69-15,-4-2 35 16,-3 2 1-16,-1-2 33 0,-1 0-376 0,-5 0 169 15,1 0 97-15,-2-2-470 0</inkml:trace>
  <inkml:trace contextRef="#ctx0" brushRef="#br1" timeOffset="-121718.39">5076 11400 486 0,'0'0'0'0,"0"0"0"0,0 0 0 0,0-1 0 0,0-1 0 16,0 2 0-16,-1 0 0 0,1-1 172 0,0 1-74 0,0 0-32 0,0 0 100 0,0 0-67 16,0 0-33-16,0 0 31 0,0 0-37 0,0 0 1 15,0 0-29-15,0 0 50 16,0 0-25-16,0 0 8 0,0 0-32 0,0 0 7 15,0 0-7-15,0 4-1 0,0 6 1 0,0 0 34 16,0 3-34-16,0 0 0 0,0 0-16 0,1 2 15 16,0 3 1-16,5-1 8 0,-1 0 1 0,1 1-10 15,0 5 1-15,1-4 8 0,-1 2-8 0,-1 1 8 16,1-4-8-16,0 3 4 0,1 0-4 0,-5-3 0 16,2 3 0-16,-2-2 3 15,1-2-3-15,-1 1-1 0,1-1-29 0,-1 0 30 16,-1 0 0-16,-1-1-23 0,0 0 22 0,0-3-4 15,0-4 2-15,0 3-41 0,0-5-1 0,0 1 40 16,0-3-10-16,0 1-20 0,0-2-5 0,0 1 28 16,0-3 0-16,0 2-32 0,0 0-10 0,2-2 36 15,-2 1-38-15,2 1 0 0,-2 0 35 0,0 0-18 16,2-1 13-16,-2-1 1 0,0 0-3 0,0 0-14 16,2 0 16-16,-2-2-4 0,0 0-3 0,0 0-22 15,0 0 23-15,0 0 2 16,0 0-3-16,0 0-29 0,0 0-1 0,0 0 30 15,0 0-53-15,0 0 24 0,0 0-5 0,0 0-26 16,0 0-64-16,0 0 54 0,0 0 19 0,0 0-113 16,0 0 57-16,0 0 31 0,0-4 18 0</inkml:trace>
  <inkml:trace contextRef="#ctx0" brushRef="#br1" timeOffset="-118915.29">5917 13629 647 0,'-2'0'0'0,"-4"0"0"0,1 0 0 0,1 0 0 0,-2 0 0 0,2 0 0 0,2 0 148 0,-1 0-58 16,-1 0-29-16,4 0 0 0,-1 0 95 0,1 0-53 16,-2 0-40-16,2 0 1 0,0 0 84 0,0 0-57 15,0 0-30-15,0 0 33 0,0 0-34 16,0 0-1-16,0 0-26 0,0 0 49 16,0 0-25-16,2 0 9 0,3 0 49 0,4 0-42 15,5 0-19-15,-2-3-1 0,6 1 37 0,0-1-20 16,3-2-9-16,1 3-28 0,-1 0-28 0,1-1-1 15,2 2 29-15,-4 1-27 0,3 0-8 0,-1 0 34 16,0 0 1-16,-4 0-135 0,2 0 56 16,-4 0 45-16,0 1-226 0,-2-1 116 0,-3 3 32 0,-1-3 37 15,-2 0-253-15,-2 0 123 16,-1 0 72-16,-4 0 34 0,1 0-215 0,-1 0 125 16,-1 0 62-16,0 0-198 0,0 2 135 0,-3 3 61 15,-9 2-96-15</inkml:trace>
  <inkml:trace contextRef="#ctx0" brushRef="#br1" timeOffset="-118524.7">5986 13823 1046 0,'-11'6'0'0,"5"-2"0"0,-1-1 0 0,1 1 0 0,0-1 0 0,3-3 0 0,1 1 0 0,2-1 0 0,0 0 358 0,0 0-163 0,0 2-72 0,10 0 88 16,4 0-89-16,2-1-44 0,3 3-23 15,-3 0 16-15,6 0 8 0,-2 2-46 0,1 1-35 0,-3 1 34 16,1-1 1-16,-3 4 0 0,-2-1-76 0,-1 3 34 16,-5 1 21-16,-1 0 0 0,-5 5-115 0,0 0 68 15,-2 2 10-15,0 3-16 0,-11-2-69 0,-2-1 32 16,-5-2 35-16,2 1 19 0,-2-5 7 16,-4 3-11-16,4-8 72 0,-1 0-33 15,0-1 1-15,3-2-25 0,3 0 218 0,-1-1-90 16,4-4-55-16,5 3-5 0,-1-4 238 0,4-1-128 15,2 0-58-15,0 3 67 0,0-1-70 0,7 0-36 16,6-1 31-16,6 1-33 0,2 0 9 16,5-2-42-16,0 0 15 0,1 0-16 0,-1 0 1 0,2 0 0 15,-5 0-61-15,9 0 27 16,-5 0-1-16,-6 0 35 0,4 0-327 0,-4 0 131 16,0 0 95-16,-6-2-550 0,0 0 292 15,-4 1 147-15,-2-3-402 0,0 0 274 0,-2-3 129 16,-4-3 76-16</inkml:trace>
  <inkml:trace contextRef="#ctx0" brushRef="#br1" timeOffset="-118206.95">5880 13168 1339 0,'-10'-13'0'0,"8"8"0"0,0 1 0 16,0-2 0-16,2 2 0 0,0 2 0 0,0 1 0 0,2-4 0 0,12 4 188 0,2 1-78 0,5 0 139 16,2 0-99-16,6 0-63 0,-4 0-28 0,3 0 26 15,-2 0-27-15,0 0 1 0,-4 0-18 0,0 0-65 0,-1 0 28 16,-2-2 0-16,-5-2 29 0,-2 1-71 0,-3-1 43 15,-4 0-7-15,-1 2-210 0,-2 0 121 0,1 0 20 16,-3 1-243-16,0-2 120 0,-5-2 59 0,-8 3 51 16,0 0-257-16,-2 1 153 0,-1-2 79 15,-3 1 29-15</inkml:trace>
  <inkml:trace contextRef="#ctx0" brushRef="#br1" timeOffset="-117880.61">5838 13114 710 0,'-13'1'0'0,"4"3"0"0,1 2 0 0,1-1 0 0,2 1 0 0,0 2 0 0,2 2 348 0,0 1-149 0,3 3-88 0,0 5 88 16,0 4-84-16,0-1-41 0,3 4-20 0,-2 3 155 15,6 0-92-15,-1 2-42 0,0-1-42 16,2 0-1-16,-3-2 1 0,0-3 8 16,1 4-103-16,-1-10 48 0,-4 2 23 0,1-2 0 15,0-6-145-15,-2-2 92 0,0-1 22 0,0-3-64 16,0-1 14-16,-8-3 37 0,-1 0-75 0,-1-3 43 15,-4 0 3-15,1 0 0 0,-3-6 19 0,2-5 16 16,-4-2-12-16,4-1 1 0,-2 1 51 0,5 2-20 16,-2 1 6-16,5 6-25 0,1-1 123 0,1 3-54 15,-1 0-21-15,1 2 64 0,2 2-37 0,0 11-27 16,-1 6 72-16,1 3-44 16,3-3-9-16,-3 1 1 0,3 4-49 0,1-6 0 15,0-1 48-15,0-6-20 0,0 1-253 0,0-5 121 16,6-1 52-16,6-6 33 0,2 0-413 0,-3-2 209 15,9-11 97-15</inkml:trace>
  <inkml:trace contextRef="#ctx0" brushRef="#br1" timeOffset="-117554.61">5937 13322 1223 0,'1'0'0'0,"3"-2"0"0,-1 2 0 0,4-2 0 0,1 0 0 0,1 0 0 0,1 2 0 0,3-2 0 0,0 2 301 0,0 0-134 0,3 0-67 0,-3 0-34 16,1 8 14-16,-1 2-9 0,-3 1-38 0,0 0-125 16,-3 5 62-16,-4-2 32 0,2 4-71 15,-4-2 48-15,-1 1 26 0,0 0 1 0,-4 1-160 0,-5-4 90 16,-4 1-2-16,0-4-33 16,-2-1 46-16,1-2-50 0,-6-1 40 0,5-2 0 15,2-2 258-15,-2 0-106 0,8-1-55 0,-1-1 358 16,4-1-191-16,0 0-68 0,3 0 196 15,1 0-153-15,0 0-71 0,1 0-37 0,12 0 5 0,3 0-1 16,3 0-31-16,1 0-8 0,0-1 120 0,2-1-60 16,0-1-30-16,0 0 0 0,-1-1-89 0,-2 3 25 15,-1-6 1-15,2 6-341 0,-4-3 186 16,1-2 94-16,-1 3-742 0,0-1 376 16,0 2 196-16</inkml:trace>
  <inkml:trace contextRef="#ctx0" brushRef="#br1" timeOffset="-116334.23">6217 11574 730 0,'0'0'0'0,"0"0"0"0,0 0 0 0,0 0 0 0,0 0 0 0,0 0 0 0,0 0 120 15,0 0-44-15,2 0-21 0,-2 2-1 0,0-2 137 0,0 0-83 0,0 2-38 16,0-2 0-16,2 0-103 0,-2 0 33 16,2 0-150-16,0 0 87 15</inkml:trace>
  <inkml:trace contextRef="#ctx0" brushRef="#br1" timeOffset="-114769.6">6520 11379 475 0,'-5'0'0'0,"0"0"0"0,1 0 0 0,1 0 0 0,1 0 0 0,-2 0 0 0,1 0 181 15,1 0-67-15,2 0-44 0,0 0-1 0,0 0 145 16,0 0-91-16,0 0-45 0,4 0 29 0,10-3-41 15,1-1 1-15,5-3 128 0,3 0-81 0,2-1-40 16,-3 2 7-16,7-3 74 0,-3 3-61 0,3 1-30 16,-3 1-1-16,0 2-24 0,-3 1 1 0,5-1-7 15,-2 1 0-15,-8 1-102 16,5 0 51-16,-4 0 25 0,-6 0-73 0,1 0 46 16,-1 0 26-16,-5 0-322 0,-4 0 162 0,0 0 45 15,-1 0 51-15,-2 0-355 0,-1 0 190 0,0 1 95 16,-1 4 48-16</inkml:trace>
  <inkml:trace contextRef="#ctx0" brushRef="#br1" timeOffset="-114417.27">6639 11496 1086 0,'-6'5'0'0,"-2"-2"0"0,4 2 0 0,3-2 0 0,-1-3 0 0,2 2 0 0,0-1 173 0,0 1-71 0,3 2-34 16,12-1 107-16,0 2-62 0,4-2-45 0,1 1 119 15,0 2-77-15,-2 1-39 0,1-1 0 0,0 4-100 16,-3-1 26-16,-4 0 1 0,-1 2 35 0,-2 2-206 16,-5 0 102-16,-2 5 61 0,-2-2-219 15,0 3 100-15,-9 2 74 0,-6-1-22 16,-4-1-26-16,0-4-11 0,-5 4 47 0,0-6 81 16,-1-1-24-16,4-3 1 0,1-1-24 0,-1-5 259 15,5 1-124-15,7 0-51 0,-3-2-38 0,6-2 405 16,4 0-201-16,1 0-50 0,1 0 88 0,0 0-112 15,11 0-55-15,11 0 29 0,1-6-43 0,-1 0-12 16,8-1-8-16,-2 0-17 0,-1 3-4 0,2 0-1 16,-4 0 1-16,-2 2-66 0,1 0 29 0,-1 2 0 15,-2 0 37-15,-5 0-293 16,1 0 147-16,-4 0 41 0,-2 0-504 0,1 0 272 16,-5 0 132-16,0 0-365 0,-3 0 252 0,1 0 117 0</inkml:trace>
  <inkml:trace contextRef="#ctx0" brushRef="#br1" timeOffset="-114161.96">6479 10508 1371 0,'-5'-8'0'0,"5"6"0"0,0 2 0 0,0 0 0 0,12-2 0 0,3 0 0 16,8-4 0-16,3 3 238 0,4-4-106 0,6-2-50 0,1 2-24 0,2 2 179 16,0-2-95-16,-1 4-58 0,-5-1-42 15,0 3-9-15,-4-1-1 0,-5 2 1 16,-2 0-196-16,-3 0 93 0,-4 0 52 0,-3 0-360 16,-5 6 190-16,-3-2 106 0,-3 3-3 0,-1-1-226 15,0 0 101-15,-3 4 89 0</inkml:trace>
  <inkml:trace contextRef="#ctx0" brushRef="#br1" timeOffset="-113812.89">6469 10526 610 0,'-13'0'0'0,"4"0"0"0,3 3 0 0,0 5 0 0,3 1 0 0,2 3 423 0,1 4-199 15,0 7-95-15,0-1 294 0,4 3-195 0,5 5-98 16,0 0-40-16,0 4 50 0,0 0-53 0,-1 1-28 15,-1 1 1-15,1-3-61 0,-5-1 9 0,1 1 24 16,0-5-152-16,-3-5 76 0,-1-1 38 0,0-3-182 16,0-8 118-16,0 0 47 0,0-4 12 0,-5-2-197 15,-4-4 68-15,-3-1 63 16,-1 0-25-16,-1-1 24 0,-2-8 23 0,-3-5 0 16,1-1 22-16,0-2 23 0,5 4-8 0,-4-4-14 15,3 4 87-15,2 0-44 0,3 6-22 0,2 1 209 16,1 2-102-16,2 2-33 0,0 0-36 0,2 2 188 15,1 0-99-15,1 11-50 0,-3 3 7 0,3 2-15 16,0 4 0-16,0 0-26 0,0 1 1 16,0 0-179-16,0 1 98 0,0-1 36 0,0-3-170 0,0-1 89 15,3 0 56-15,-2-8-444 16,1 3 220-16,2-7 104 0,3-1 63 0,-1-2-263 0</inkml:trace>
  <inkml:trace contextRef="#ctx0" brushRef="#br1" timeOffset="-113459.15">6743 10586 897 0,'8'-19'0'0,"-4"8"0"0,-1 4 0 0,0-1 0 0,-3 2 0 0,0 4 114 16,0 2-40-16,-3 0 342 0,-6 8-196 0,2 14-94 15,-3 5-46-15,-2 11 113 0,2 5-79 0,2-4-33 16,-2 13-8-16,5-4-6 0,1-4 0 0,4-7-34 15,0 0-1-15,0-11-7 0,0 6 8 0,7-11 0 16,7-4-56-16,-1-2 28 0,4-6 0 0,-2-2-12 16,0-5 16-16,3-2 0 0,-4 0 23 15,1-2-152-15,0-9 69 0,-4-5 17 16,-2-2 21-16,1-2-122 0,-5-1 65 0,-2-2 18 16,-3 2 21-16,0 3-83 0,0 0 49 0,-8 0 8 15,-4 3 67-15,-1 5-8 0,-5 2-30 0,-1 2 59 16,0 4-25-16,-1 0 0 0,-1 2-32 0,0 0 159 15,2 6-72-15,2 6-26 0,0-4-20 0,7 4 30 16,2-5-20-16,2 3 6 0,4-2 0 0,2-3-290 16,0 3 130-16,6-4 65 15,9 2-512-15,8-2 271 0</inkml:trace>
  <inkml:trace contextRef="#ctx0" brushRef="#br1" timeOffset="-113293.11">7290 11161 2044 0,'0'-3'0'0,"0"2"0"0,0-1 0 0,0 2 0 0,-2 0 0 0,-6-2 0 0,1-4 319 0,1-3-135 16,1-3-559-16,1-3 202 0,2 3 102 0</inkml:trace>
  <inkml:trace contextRef="#ctx0" brushRef="#br0" timeOffset="-105857.39">14865 15600 1162 0,'-6'-1'0'0,"4"-1"0"0,0 2 0 0,2 0 0 0,0 0 0 16,0 0 0-16,0 0 0 0,4 0 353 0,8 0-164 0,2-2-79 0,2-1 207 0,2 0-142 16,-1-3-63-16,2 0-43 0,-2 3 46 0,0 1-41 0,-1 0-21 15,-2 0-96-15,-1 2 46 0,1-2-8 16,-5 2 37-16,2 0-117 0,-6 0 58 15,2-2 31-15,-4 2 7 0,-1-1-440 0,0-1 165 16,0-1 133-16,-2 2-18 0,0-1-383 0</inkml:trace>
  <inkml:trace contextRef="#ctx0" brushRef="#br0" timeOffset="-105675.05">14908 15778 1612 0,'-9'10'0'0,"5"-4"0"0,1 1 0 0,0-3 0 0,1-3 0 0,2 2 0 0,0-3 0 0,2 0 534 0,11 0-250 16,2 0-126-16,2 0-54 0,3 0 72 0,-2 0-71 0,3 0-36 0,2 0-1 15,-3 0-165-15,1 0 73 0,0 0 24 0,-2 0-469 16,1 2 250-16,-4 3 127 0,1 1 62 0,0 1-697 16</inkml:trace>
  <inkml:trace contextRef="#ctx0" brushRef="#br0" timeOffset="-105469.08">15509 15654 1935 0,'0'0'0'0,"8"0"0"0,10 0 0 0,1 0 0 0,4 0 0 0,2 0 0 0,0 0 0 0,7-5 0 0,1 1 451 16,4-2-214-16,0 3-101 0,1-1-39 0,-5 3-32 15,-4-1 9-15,6-1-41 0,-12 2-356 0,2 1 178 16,-4 0 89-16,-7 0 44 0,-3 0-230 0,-1 0 132 16,-3 0 70-16,-3 4-711 0</inkml:trace>
  <inkml:trace contextRef="#ctx0" brushRef="#br0" timeOffset="-105100.25">15652 15886 1208 0,'-27'5'0'0,"7"-2"0"0,6 2 0 0,2-3 0 0,0-2 0 0,6 0 0 0,3 0 0 0,3 0 510 0,2-8-239 0,17-1-111 0,9-7-68 16,7 2 100-16,1-2-79 0,-2 5-40 0,1 2-142 15,-1 2 59-15,-2 2 18 0,-8 4-1 0,-1 1-80 16,-5 0 53-16,-6 11 26 0,-4 4-195 0,-7 4 106 16,-1 5 58-16,0 1 29 0,-9-2-130 0,-6-1 59 15,-2-3-29-15,-5 2 38 0,-1-3 241 0,1-1-103 16,5-6-60-16,-1 0-22 15,4-3 351-15,5-3-171 0,1 0-53 0,4-4 68 16,4-1-77-16,0 0-41 0,8 0-60 0,14 0 18 16,4-1 0-16,4-2 0 0,2-1-113 0,0 3 57 15,2-1 36-15,-2 2-8 0,-4 0-174 0,-3 10 100 16,-8 3 18-16,-1 5 35 0,-6 3-157 0,-6 5 83 16,-2-1 1-16,-2 1 170 0,-6 1-64 0,-9-4-22 15,-6 1-29-15,-4-5 141 0,-4-1-57 0,-3-5-35 16,-1-3 134-16,-4-7-73 15,0-3-11-15,1 0-29 0,-7-2-258 0,7-14 116 16,4-5 74-16,2-9 23 0,5-11-616 0,2-17 303 16,9-4 131-16</inkml:trace>
  <inkml:trace contextRef="#ctx0" brushRef="#br0" timeOffset="-104933.7">15806 14845 1571 0,'7'-22'0'0,"-1"5"0"0,0 5 0 0,-3 4 0 0,-1-1 0 0,0 8 0 0,0-2 351 0,0 3-150 0,-1 3-89 0,1 18-39 16,0 8 275-16,0 13-158 0,1 3-78 0,-1 7-32 15,-1 3-12-15,3 1-35 0,3 1 0 0,-1 1-563 16,3 7 281-16,-3-8 150 0,3 10-841 0</inkml:trace>
  <inkml:trace contextRef="#ctx0" brushRef="#br0" timeOffset="-104675.39">16476 15654 2027 0,'-24'-5'0'0,"15"3"0"0,7 2 0 0,2 0 0 0,0 0 0 0,0 0 0 0,0 0 0 0,0 0 489 0,0 0-228 0,0 0-106 15,0 0-160-15,0 0 38 0,0 0 0 0,0 0 0 16,2 0-513-16,-1 0 253 16,3 7 130-16,0-1 64 0</inkml:trace>
  <inkml:trace contextRef="#ctx0" brushRef="#br0" timeOffset="-104340.08">16908 15629 1242 0,'-12'0'0'0,"5"0"0"0,7 0 0 0,0 0 0 0,0 2 0 0,0-1 0 0,2 0 547 0,10-1-249 15,6 0-136-15,8 0 305 0,6-1-217 0,6-6-109 16,1-3-54-16,-5 0 30 0,9 0-46 15,-9 4 0-15,2-1-39 0,-2 1-210 0,-4 2 105 16,-8 2 62-16,1 0-203 0,-4 2 124 0,-5 0 61 16,-4 0-668-16,-2 4 346 0,-5 7 85 0</inkml:trace>
  <inkml:trace contextRef="#ctx0" brushRef="#br0" timeOffset="-104008.98">16979 15897 1573 0,'-11'2'0'0,"6"-2"0"0,3 0 0 0,2 0 0 0,0 0 0 0,0 0 0 0,4 0 0 0,10-2 0 0,11-1 525 0,-3 0-238 0,10 1-131 0,-4 0-62 15,1 2 97-15,-1 0-79 0,-3 2-39 0,-5 10-90 16,-1 1 22-16,-5 2-1 0,-2 4 29 0,-6 7-265 16,-6 1 133-16,0 2 74 0,-9 3-168 15,-11 6 113-15,-4-9 16 0,-4-1 41 16,1-5-80-16,-5-2-3 0,0-4 41 0,-1-2 0 15,1-4 357-15,3-3-159 0,7-3-72 0,8 0 465 16,-2-4-253-16,7-1-124 0,4 0-40 0,3 0 104 16,2 0-90-16,5 0 112 0,20 0-235 0,3-1 0 15,3-2 0-15,10-4 0 0,-7 4 0 0,8-2 0 16,5 1 0-16,-6 2 0 0,-5 1 0 0,1-2 0 16,1 2 0-16,-6-1-692 0,-4 2 410 0,-7 0 75 15,-1 0 89-15,-8 0-224 0,0 0 155 0,-4 0 69 16,-5 0-463-16,0 0 274 15,-3 0 138-15</inkml:trace>
  <inkml:trace contextRef="#ctx0" brushRef="#br0" timeOffset="-103817.49">17227 14797 1954 0,'0'-34'0'0,"-4"15"0"0,4 17 0 0,0 2 0 0,0 0 0 0,0 0 0 0,0 6 256 0,0 12-103 0,2 7-64 16,2 10 175-16,0 5-115 0,2 7-58 0,-5 5-30 16,3 7 17-16,-2 6-8 0,0-12-38 0,1 15-469 15,-1-7 235-15,0 2 117 0,0-8 67 0,0 17-672 16</inkml:trace>
  <inkml:trace contextRef="#ctx0" brushRef="#br0" timeOffset="-103487.97">17837 15658 2241 0,'0'0'0'0,"-1"0"0"0,1 2 0 0,0 2 0 0,0-2 0 0,0 0 0 0,0-2 0 0,0 0 337 0,0 0-152 0,0 0-68 16,0 0 289-16,0 0-186 0,0 0-94 15,0 0-388-15,0-2 148 0,0-4 81 0,0 0 29 16</inkml:trace>
  <inkml:trace contextRef="#ctx0" brushRef="#br0" timeOffset="-101690.45">18412 15212 978 0,'-7'-8'0'0,"1"3"0"16,2 3 0-16,2 0 0 0,0-1 0 0,1 2 0 0,1-1 0 0,0-1 0 0,0 3 0 0,0 0 290 0,5 0-129 0,11 0-55 0,4 0 196 0,4 0-134 16,5 0-68-16,2-7 121 0,1 2-86 15,4-1-56-15,0-1-22 0,7 0 25 0,-4 1-25 16,1 0 1-16,-4 2-18 0,1-1-34 0,-3-1 27 15,-2 2 0-15,-4 2 0 0,-3 0-116 0,-5-1 67 16,-1 3 20-16,-8 0-242 0,-1 0 133 0,-3 0 27 16,-3 0 46-16,-2 3-378 0,-2 1 195 0,0 0 78 15,-9 3-90-15,-5-1 96 0,-1-1 50 0,-2 1 16 16</inkml:trace>
  <inkml:trace contextRef="#ctx0" brushRef="#br0" timeOffset="-101334.68">18448 15226 1225 0,'-15'6'0'0,"2"5"0"0,4 0 0 0,1 3 0 0,0 0 0 0,3 4 0 0,3 2 0 0,2 9 269 0,0-3-118 0,0 4 272 0,2 3-186 16,3 4-107-16,7 4-48 0,-3-2 94 16,2 1-71-16,-1-2-36 0,-3-3 7 15,2 2-72-15,-1 1 29 0,0-3 0 0,-3 2-63 0,1-2 32 16,-4 2 8-16,0-2 23 0,-1-3-138 15,-1-9 69-15,0-2 34 0,0-8-148 0,-1-2 61 16,-7-8 50-16,-3-3-18 0,-2 0-51 0,-4-8 30 16,0-8 30-16,-2-5-12 0,-1-5-8 0,-7-9 19 15,5 2 18-15,-3-1 47 0,5 7-24 0,-3 0-12 16,6 9-6-16,-3 1 110 0,2 8-53 0,6 5-18 16,-2 3 164-16,5 1-84 15,-2 3-33-15,4 13-29 0,2 2 32 0,1 8-24 16,4-4 0-16,0 1 10 0,0 7-113 0,0-3 42 15,0-7 10-15,0 5 35 0,4-7-138 0,1 0 63 16,4-6 22-16,-4-2-388 0,4-4 173 0,1-3 108 16,-1-3-339-16,6 0 225 0,-1-13 109 0,0-7 55 15</inkml:trace>
  <inkml:trace contextRef="#ctx0" brushRef="#br0" timeOffset="-101019.52">18505 15501 1095 0,'14'-19'0'0,"2"5"0"0,0 4 0 0,-1-2 0 0,0 3 0 0,2 1 0 0,6 1 0 0,-1 1 423 0,6 4-195 0,1 2-98 0,1 0 165 16,-6 0-122-16,8 5-75 0,-5 9-32 0,-5 0-11 15,0 5 0-15,-4 3-23 0,-6-2-72 0,0 8 31 16,-8 0 1-16,-4 3 41 0,0 3-192 0,-6 5 96 16,-9-7 56-16,-10 9 16 15,2-7-179-15,-6-3 93 0,5-6-8 0,-8-2 23 16,2-5-2-16,0-6 4 0,3-5-8 0,6-4 159 15,3 0-68-15,1-1-26 0,8-2 376 0,1 0-187 16,2 0-72-16,4 0-55 0,2 0 327 0,0 0-177 16,8-2-80-16,9-2-53 0,7 0 47 0,3 1-45 15,5 1-23-15,3-2-55 0,1 2 9 0,1 0 24 16,0 2-1-16,-2 0-112 0,-1 0 56 16,-2 0 28-16,-8 0-534 0,2 0 273 15,-2 0 82-15,-1 0 89 0,-4 5-673 0,-2 0 363 16</inkml:trace>
  <inkml:trace contextRef="#ctx0" brushRef="#br0" timeOffset="-100840.65">19282 15732 2582 0,'-4'0'0'0,"4"0"0"0,0 2 0 0,0 0 0 0,0-1 0 0,0-1 0 0,0 2 303 0,0 0-135 0,0-2-67 15,0 2 386-15,0-2-240 0,0 0-40 0,2 0-207 16,-2 0 0-16,0 0 0 0,0 0 0 0,0-2 0 16,0-2-743-16,2 1 404 0</inkml:trace>
  <inkml:trace contextRef="#ctx0" brushRef="#br0" timeOffset="-98888.66">19759 15488 848 0,'-10'0'0'0,"7"0"0"0,1 0 0 0,0 0 0 0,2 0 0 0,0 0 0 0,9-2 287 0,14-3-127 0,3-3-64 0,10-2 264 16,5 1-164-16,-3 1-73 0,12-4-49 0,-4 4 41 15,-3 1-41-15,-10 2-20 16,8 2 0-16,-6 1-13 0,-3 0-8 0,-2 0 0 0,-5 2-163 16,-3 0 82-16,-3 0 40 0,-7 0 9 15,-1 0-335-15,-4 2 183 0,-4 3 37 0,-3 5-469 16,0-1 262-16,-3 6 148 0</inkml:trace>
  <inkml:trace contextRef="#ctx0" brushRef="#br0" timeOffset="-98553.4">19885 15600 652 0,'-14'2'0'0,"9"-2"0"0,0 2 0 0,1-2 0 0,2 0 212 0,2 0-94 15,0 0-43-15,7 0-20 0,14 0 235 0,3 0-129 16,-1 0-56-16,7 6-40 0,-5-1 130 0,1 6-81 15,-4 1-40-15,-5 1-1 0,0 4-100 0,-4-1 26 16,-4 5 0-16,-5 0-133 0,-1 3 83 0,-3 1 42 16,-5 4-54-16,-11-4 44 0,-7 2 26 0,-2-2-31 15,-3-4-109-15,-4-1 68 0,0-8-16 16,0 0-15-16,2-4 173 0,4-3-61 16,6-1 0-16,-1 0 317 0,10-4-165 0,-1 1-67 15,7-1-46-15,1 0 345 0,2 0-183 0,2 0-92 16,2 0 24-16,19 2-62 0,5-2-27 0,6 0 0 15,11 0 54-15,0 0-40 0,-1 0-13 0,8 0-7 16,-4-2-62-16,-4 1 40 0,2-2 1 0,-8 2-264 16,-1-1 141-16,-3 0 57 0,-4-1 32 0,-5 2-520 15,-3 0 258-15,-2 1 78 0,-8 0-409 16,1 0 285-16,-8 0 138 0,1 0 69 16,-2 0-177-16</inkml:trace>
  <inkml:trace contextRef="#ctx0" brushRef="#br0" timeOffset="-98290.97">19802 14644 1490 0,'-5'-17'0'0,"5"14"0"0,0 0 0 16,7 3 0-16,10-1 0 0,5-1 0 0,5 0 0 0,3 0 0 0,12 1 198 0,1-1-83 0,-1-1-41 0,4 2 110 0,-1 1-75 0,-8-2-30 16,5 2-77-16,-7 0 0 0,-1 0 31 0,-9 0 0 15,-2 0-220-15,-5 0 118 16,-6 0 47-16,-3 2 27 0,-4 2-191 0,-3-1 99 16,-2 1 58-16,0 4-522 0,-5-3 263 0,-13 0 126 15</inkml:trace>
  <inkml:trace contextRef="#ctx0" brushRef="#br0" timeOffset="-97955.8">19857 14687 604 0,'-6'6'0'0,"2"8"0"0,4 6 0 0,0 7 0 0,0-2 0 0,0 6 432 0,0 2-192 0,0 3-107 0,0 1-51 15,3 3 256-15,0-4-153 0,-1-1-76 0,0-1 15 16,0-2-49-16,0-4-22 0,-2-4 1 0,0 1-84 15,0-4 31-15,0-5 9 0,0-3-136 0,-4-2 79 16,-2-4 40-16,-4-4 0 0,-1-3-150 0,1 0 103 16,-6-2-13-16,0-12 40 0,0-7-182 0,-3-4 94 15,3-4 13-15,-5-5 16 0,4 0 31 16,0 2-1-16,2 2 46 0,3 10-22 0,3 4-9 16,0 3 8-16,1 5 181 0,3 4-90 15,-1 3-38-15,1 1-26 0,-1 7 194 0,0 10-97 16,0 6-27-16,3 1-32 0,-1 2 55 0,2 1-35 15,-1-2 12-15,1 6-76 0,0-3 28 0,0-5 15 16,2 0-321-16,0-2 152 0,0 0 68 0,0-7 39 16,0-3-400-16,0-2 200 0,2-3 95 15,5-3 52-15,2-3-178 0</inkml:trace>
  <inkml:trace contextRef="#ctx0" brushRef="#br0" timeOffset="-97556.1">20213 14693 1030 0,'8'-12'0'0,"-4"4"0"0,0 4 0 0,-2 0 0 0,-2 2 0 0,0 0 0 0,-2 2 125 0,-12 0-38 0,1 2-31 16,-1 17 164-16,-2 1-94 0,-3 12-46 0,3 4-24 16,0 0 71-16,2 10-51 0,0-2-21 0,8-6-1 15,-1 0 16-15,5-1-1 0,2-4-28 0,0-2 18 16,0-5 0-16,6-6-26 0,3 1-34 0,5-4 33 15,-2-4 9-15,4-4-8 0,-2-2-57 0,2-2 29 16,-3-5 0-16,-3 0 27 16,1 0-86-16,0 0 26 0,-1-5 26 0,-3-5-1 0,-2-3-61 0,1-2 37 15,-3 0 7-15,-1-2-33 0,0 2 27 0,-2 0-1 16,0 0 67-16,0 2-21 16,-5 1-4-16,-4 0-21 0,-2 4 44 0,1 0-17 15,-5 1 0-15,1 1-22 0,3 2 66 0,-6 0-23 16,4 2 0-16,1 0-12 0,-2 1-31 0,3-2 30 15,-1 1-12-15,1 2-32 0,2 0 0 0,4-1 35 16,-2 1-4-16,4 0-39 0,-1 0-3 0,4 0 28 16,-2 0-30-16,2 0 26 0,0 0 7 0,0 0-11 15,0 0-142-15,0 0 64 16,0 0 38-16,0 0-344 0,0 0 179 0,0 0 81 0,0 0 52 16</inkml:trace>
  <inkml:trace contextRef="#ctx0" brushRef="#br0" timeOffset="-90833.39">20920 15101 943 0,'0'0'0'0,"0"0"0"0,0 0 0 0,0 1 0 0,0 1 0 0,1 2 0 0,6-4 0 0,2 1 146 0,0 1-57 15,5 3-28-15,2-5 214 0,0 5-120 0,-2-3-54 16,3 2-38-16,0-2 11 0,-2 2-21 0,0-3 1 15,0-1-133-15,-4 0 65 0,0 0 19 0,-1 0 0 16,-2 0-245-16,-3 0 136 16,0 0 68-16,-3 0 42 0,0 0-289 0,0 0 139 15,-2 0-4-15</inkml:trace>
  <inkml:trace contextRef="#ctx0" brushRef="#br0" timeOffset="-90634.05">20900 15344 1420 0,'-12'6'0'0,"4"2"0"0,3-1 0 0,1 0 0 0,1-1 0 0,3 0 0 0,0-1 0 0,0 4 0 0,1-3 245 0,10-1-110 0,9 0-51 15,1-1 304-15,6-3-177 0,3 2-90 0,0-3-35 16,2 0 114-16,0 0-83 0,0 0-43 0,-2 0-16 16,-2 0 0-16,-5 0-17 0,1 0-8 0,-5 0-170 15,-2 0 85-15,-6 0 42 0,1 2-408 0,-5 0 233 16,-3 1 79-16,-3 5 64 0,-1 1-737 0</inkml:trace>
  <inkml:trace contextRef="#ctx0" brushRef="#br0" timeOffset="-89320.66">21638 15279 808 0,'-9'-4'0'0,"6"0"0"0,1 2 0 0,2 1 0 0,0 1 0 0,-2-2 0 0,2 2 0 0,0 0 0 0,7-2 165 0,13 0-71 16,6-2-30-16,10-3 170 0,1-1-101 0,2 1-50 15,-2 2-17-15,2-3 65 0,-2 4-49 0,-1-2-24 16,-4 3 9-16,-1 0 0 0,-4 2-26 15,3-1-8-15,-7 2 5 0,-2 0-5 0,-3 0-1 16,-3 0 9-16,-2 0-126 0,-2 0 58 16,-1 0 30-16,-3 0-366 0,-1 0 169 0,-4 0 74 15,0 0 61-15,-1 0-438 0,-1 0 232 0,0 0 116 16</inkml:trace>
  <inkml:trace contextRef="#ctx0" brushRef="#br0" timeOffset="-88995.15">22019 15297 830 0,'-8'0'0'0,"0"0"0"0,1 0 0 0,-2 0 0 0,-2 0 0 0,-3 7 0 0,1 5 180 0,-2 6-73 0,0 2-37 0,-2 6 8 15,1 5 185-15,-4 5-115 0,3 3-58 0,1 2-29 16,-2 4 135-16,4-1-74 0,0 4-48 0,5-4 31 16,4 0-36-16,5-10 0 0,0 2-36 0,1-4-17 15,12-5-8-15,4-4 25 0,3-4-35 16,1-4 1-16,2-4 33 0,-2-5 9 0,4 0-110 15,-3-6 50-15,-3 0 26 0,2 0-157 0,-5-7 81 0,-2-7 21 16,-3-1 25-16,-4-3-52 16,-3 0 33-16,-2 2 1 0,-2-3 27 0,0 2-12 15,-8-1 9-15,-4 5-9 0,-6 1 54 0,2 4-22 16,-3 2 0-16,-2 3-22 0,-1 1 37 0,-5 2-10 16,5 0 0-16,2 5-2 0,2 3 19 0,-1 2 12 15,5-3-41-15,3-1-127 0,4-1 62 0,4-3 31 16,1-1-338-16,2 2 159 15,0-3 96-15,0 0 35 0,9 0-298 0,5-4 175 0</inkml:trace>
  <inkml:trace contextRef="#ctx0" brushRef="#br0" timeOffset="-88707.68">21660 14434 1301 0,'-15'-6'0'0,"8"3"0"0,5 0 0 0,2 2 0 0,-3 1 0 0,3 0 0 0,0 0 0 0,3 0 0 0,15 0 185 0,10-2-76 0,6 1-31 0,10-2 169 15,-3 2-108-15,2-3-53 0,0 2 17 0,-2-5-35 16,-3 6 7-16,2-2-42 0,-5-1-94 0,-3 2 47 15,-10 0 24-15,3 0-1 0,-10 2-84 0,-2 0 50 16,-4 0 28-16,-4 0-396 16,-3 0 159-16,-1 0 116 0,-1 0-13 0,-3 2-302 15,-13 3 200-15</inkml:trace>
  <inkml:trace contextRef="#ctx0" brushRef="#br0" timeOffset="-88374.73">21728 14365 493 0,'-14'5'0'0,"7"-2"0"0,0 7 0 0,0 1 0 0,4 5 0 0,-1-1 324 0,2 7-146 16,2 2-73-16,0 5-35 0,0 3 298 0,0 2-172 15,4 5-82-15,1-2 46 0,2 7-64 0,-4-11-31 16,1 6 7-16,0 0-28 0,-3-4-11 0,1 1 0 16,0-4-102-16,-2-4 51 0,0-4 34 0,0-1-9 15,0-6-154-15,0-5 89 0,-4-5 46 0,-1-2-151 16,-4-5 56-16,-3 0 55 0,-1 0-18 0,0-7 13 15,-2-13-11-15,1 2-7 16,-4-10 2-16,3 0 40 0,-2-4 0 0,2-3 1 16,0 6 31-16,3 10-7 0,3 1-25 0,2 8 1 15,0 3 166-15,0 5-79 0,-2 2-25 0,2 5 79 16,-2 24-48-16,-3 0-32 0,1 11-5 0,-1-1 44 16,3-7-16-16,2 6-19 0,3-4-39 0,2-3 24 15,2-10 19-15,0 1-15 0,0-4-322 0,2-8 153 16,9 0 67-16,1-10 41 0,2 0-408 0,7-2 208 15</inkml:trace>
  <inkml:trace contextRef="#ctx0" brushRef="#br0" timeOffset="-88009.07">21780 14573 968 0,'10'-11'0'0,"1"5"0"0,3 2 0 0,4 0 0 0,1 1 0 0,-1-1 183 0,5 0-75 16,-2 3 60-16,1-1-72 0,-1 2-32 0,0 0-1 15,-5 0 0-15,0 2-30 0,-7 5 8 0,2 3-9 16,-5 3-133-16,-4 1 66 0,-2 3 35 16,0 2-1-16,-7 1-82 0,-11 3 54 0,-1-1 31 15,-4-5-71-15,3 1 27 16,-4-5 26-16,4-5-23 0,2-1 1 0,1-1-6 0,6-5 0 16,2-1-1-16,2 0 347 0,4 0-140 0,1 0 99 15,2 0-106-15,0 0-63 0,16 0-23 16,7 0 1-16,4 0-73 0,3 0 13 0,0 6 1 15,3 3-44-15,-2 2 33 0,-1 5 8 0,-2 3 25 0,-4 1-33 16,-3 4-1-16,-6 1 34 0,-3-1-10 16,-5-1-99-16,-5 5 25 0,-2-4 32 0,0 0-13 15,-9-4 12-15,-10 0-15 0,-4-3 36 0,-4-2-6 16,-1-2 88-16,-4-5-42 0,0-3-1 0,-1-3-108 16,1-2 37-16,0 0 4 0,4-5-197 0,-1-8 105 15,9-5 55-15,5 4 22 0,4-6-164 0,6 4 78 16,5-1 50-16,0 3 8 0,9 6-299 0</inkml:trace>
  <inkml:trace contextRef="#ctx0" brushRef="#br0" timeOffset="-87811.6">22605 15791 2105 0,'0'3'0'0,"0"8"0"0,0 2 0 0,0-7 0 0,0-5 0 0,0-1 292 0,0 0-129 16,0 0-57-16,0 0 625 0,0 0-366 0,0 0-32 15,0 0-333-15,0 0 0 0,0 0 0 0,-4-9 0 16,-1-3-925-16,1-2 496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20T07:23:14.8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1106 8595 448 0,'-8'0'0'0,"6"0"0"0,-2 2 0 0,4-2 0 0,-3 0 0 0,3 0 141 15,0 0-45-15,-2 0-36 0,2 0 0 0,0 0 29 16,0 0-28-16,0 0 0 0,0 0 46 0,0 0-42 16,0 0 1-16,0 0-4 0,0 0 0 0,0 0-29 15,0 0 8-15,0 0 23 0,0 0 1 0,0 0-32 16,0 0-1-16,0 0 37 0,0 0-28 0,0 0-9 16,2 0 1-16,-2 0 21 0,3 0-1 0,1 0-20 15,1 0 8-15,2 0-3 0,-1 0-5 0,6 0 39 16,-2 0-39-16,3 0 0 15,-4 0 7-15,1 0 21 0,-2 0-28 0,4 0 0 16,-2 0 0-16,-3-2-9 0,1 0 17 0,1 1-8 16,-1-1-1-16,0 0-23 0,0 2 24 0,1-2 0 15,1 0 8-15,1 0-11 0,-2 1 2 0,3-1-21 16,-1-1-19-16,0 2 38 0,2-2 1 0,1 2-28 16,-1-1 24-16,0 2-5 0,0 0 4 0,2-2-12 15,1 2 17-15,-5 0-9 0,6 0 2 0,-2 0 3 16,-3 0-4-16,3 0 7 15,0-2-7-15,0 2 12 0,2-2-11 0,1 0 4 16,-4 1-19-16,2-1 21 0,1 0-6 0,-2 0 11 16,3 0-11-16,0 1 0 0,0-2 0 0,0 3-10 15,0-2 10-15,3 2 0 0,-1-1 1 0,-2 1 25 16,4-2-25-16,-2 1 6 0,-2 1-45 0,1-3 38 16,2 3 0-16,-2 0 25 0,0-1-25 0,0 1 6 15,-3 0-5-15,3 0-27 0,0 0 25 0,0 0-1 16,0 0 1-16,2 0 24 0,-1 0-24 0,1 0 0 15,-1 0 0-15,4 0 24 16,-4 0 152-16,2 0-199 0,0 0 0 0,1 0 0 16,-3 0 0-16,2 0 0 0,-2 0 0 0,0 0 0 15,3 0 0-15,-2 0 0 0,1 0 0 0,-1 0 0 16,-2 0 0-16,2 0 0 0,-2 0 0 0,-2 0 0 16,1 0 0-16,-1 0 0 0,1 0 0 0,-1 0 0 15,1-3 0-15,4 3 0 0,-3-2 0 0,2 2 0 16,1-1 0-16,0-2 0 15,1 1 0-15,0 1 0 0,-1-1 0 0,0 0 0 16,2 0 0-16,-3 1 0 0,3-1 0 0,-4 0 0 16,3 0 0-16,-3 0 0 0,2 2 0 0,3-1 0 15,1-2 0-15,-2 0 0 0,0 2 0 0,1-1 0 16,0 0 0-16,-5 0 0 0,7-1 0 0,-5 1 0 16,1 0 0-16,2 0 0 0,-2-1 0 0,-2 0 0 15,1 2 0-15,-1-1 0 0,2 0 0 16,0 0 0-16,-1-1 0 0,2 1 0 15,3-2 0-15,-3-2 0 0,4 3 0 0,-4-3 0 16,2 2 0-16,-4-1 0 0,8-3 0 0,-3 2 0 16,0 2 0-16,-2-1 0 0,-2 1 0 0,2-2 0 15,0 3 0-15,-4 1 0 0,3-2 0 0,-4 0 0 16,4 3 0-16,-2-4 0 0,1 2 0 16,-1 2 0-16,0-4 0 0,2 1 0 15,0 1 0-15,-2-1 0 0,0 2 0 0,-1-2 0 0,1 3 0 0,-1-2 0 16,0 1 0-16,-1 1 0 0,2-2 0 15,-4 2 0-15,2-1 0 0,4 0 0 16,-4 0 0-16,2 2 0 0,-1-1 0 0,0 1 0 16,2-3 0-16,-3 3 0 0,1-1 0 0,-1-1 0 15,1 2 0-15,1-2 0 0,-3 1 0 0,0-2 0 16,2 3 0-16,-3-2 0 0,2 1 0 0,-1 1 0 16,-3-2 0-16,1 2 0 0,-1 0 0 0,0-2 0 15,0 2 0-15,0 0 0 0,-2 0 0 16,4 0 0-16,-4-2 0 0,5 2 0 15,-4-1 0-15,5-2 0 0,-1 0 0 0,0-1 0 16,2 0 0-16,2 0 0 0,0 0 0 0,-1 1 0 16,0-1 0-16,-3 1 0 0,2 1 0 0,-4-1 0 15,1 1 0-15,1 0 0 0,-3 2 0 0,-1 0 0 16,2 0 0-16,-3 0 0 0,5 0 0 0,-2 0 0 16,0 0 0-16,3 0 0 0,-1 0 0 0,-2 0 0 15,2 0 0-15,0 0 0 0,1 0 0 16,-2 0 0-16,0 0 0 0,-2 0 0 15,0 0 0-15,-2 0-164 0,-1 0 152 0,-2 0 4 16,0 0 24-16,-1 0-24 0,1 0-3 0,-2 0 25 16,2 0 159-16,-1 0-339 0,1 0 160 0,0 0 178 15,0 0-172-15,-3 0 0 0,2-1 0 0,-1 1 0 16,0 0 0-16,-3 0 0 0,1-2 0 0,-2 2 0 16,0 0 0-16,-1 0 0 0,-3 0-173 0,2 0 144 15,-2 0 24-15,-1 0-21 0,0 0-2 16,0 0 16-16,0 0 5 0,0 0-15 0,0 0 11 15,0 0 2-15,0 0-4 0,0 0-31 16,0 0 3-16,0 0 26 0,0 0 2 0,0 0-150 16,-1 0 64-16,-7-3 24 0,0 2-463 0,0-1 253 15,3-3 126-15,0-2-403 0,1-6 264 0,0-5 125 16,3-6 74-16,-2-2-410 0</inkml:trace>
  <inkml:trace contextRef="#ctx0" brushRef="#br0" timeOffset="229.28">5267 7932 910 0,'-3'0'0'0,"3"0"0"0,0 0 0 0,0 2 0 0,0 0 0 0,3 1 0 0,8 1 388 0,7 4-183 0,4 1-85 0,0 3 120 15,4-1-104-15,1 2-51 0,-2-2 143 0,4 6-101 16,0-3-47-16,-5-1-24 0,0 0 86 0,-1 0-54 16,-4 0-20-16,0 1-8 15,-3 1 28-15,-2-2-27 0,0 1-1 0,-8 1-27 16,1 2 61-16,-7 2-35 0,0 4 1 0,0 1 15 15,-12 3-20-15,-8 1-1 0,-4 4-52 16,-10 5 31-16,-1 1 0 0,-14 5-1 0,-1 2-329 16,-7 0 165-16,-2 2 70 0,-3 4 41 0,-10 5-815 15,0 0 402-15</inkml:trace>
  <inkml:trace contextRef="#ctx0" brushRef="#br0" timeOffset="1451.87">3227 8529 406 0,'0'0'0'0,"0"0"0"0,0 0 0 0,0 0 0 0,2 0 0 0,1-2 0 0,-2 1 116 0,-1-1-45 0,2 0 103 16,0 0-70-16,-1 2-36 0,1-1 0 0,1 1 102 16,-3 0-72-16,2 0-33 0,-2-2 0 0,0 2 59 15,0 0-45-15,0 0-15 0,0 0-8 0,0 0 12 16,0 0 0-16,0 0-35 0,0 0 27 0,0 0 8 16,0 0-35-16,0 2 55 0,0 3-27 0,0 0-1 15,0 1-27-15,-2 4 32 16,-4-1-9-16,-2 2-23 0,3 0 0 0,-4 3-3 15,0-1 3-15,0 0 8 0,1 2-8 0,-3 0-20 16,3 0 19-16,-4 1 1 0,0 2 0 0,1-1-15 16,-3 2-9-16,-2 1 24 0,2-1-34 0,-4 4-12 15,-1-1 41-15,0 1-23 0,0 1-5 0,-6 2 16 16,-2 6 6-16,0-2-25 0,2-1 6 0,-5 6 13 16,2 1 2-16,-2 1-37 0,1 3 0 15,-1-3 31-15,5-4 6 0,-6 9-46 16,3-6 40-16,1 2-8 0,2 1-22 0,-1 1-6 15,2-4 32-15,-4 8-36 0,2-1 31 0,-1-1-5 16,4-3 5-16,-3 1-1 0,2-8 0 0,-4 7-4 16,4-6 3-16,-1 0 46 0,1 1-21 0,0-2 1 15,3-3 2-15,-2 4-20 0,2-2-3 0,0 1 25 16,-1-2-22-16,3 1 5 0,3-9-2 0,0 4 46 16,2-9-22-16,1 1 6 0,1-2-27 0,3-3 55 15,1-3-20-15,1 1 2 16,-1-4-30-16,1 1 26 0,1 0 0 0,1-3-17 15,-2 2-14-15,-2 1 20 0,5-2-8 0,-3 1-45 16,-2 1 22-16,4-1-1 0,-3 1 30 0,2-1-68 16,1-1 27-16,1 0-10 0,-1-1 36 0,3-2-51 15,-1 1 25-15,1-1-14 0,0-3 31 0,2 2-31 16,0-2-1-16,0 0 17 0,0 0-21 0,0 0-4 16,0 0 30-16,0 0-45 0,0 0 22 0,0 0-6 15,0 0 25-15,0 0-229 0,0 0 107 16,0 0 44-16,0 0 30 0,0 0-451 15,0 0 226-15,0-5 126 0,7-6 59 0,4-6-462 16,0-1 260-16</inkml:trace>
  <inkml:trace contextRef="#ctx0" brushRef="#br0" timeOffset="1737.92">2063 9850 1066 0,'0'-13'0'0,"0"4"0"0,0 0 0 0,0 2 0 0,0 0 0 0,0-1 210 0,0 4-80 15,0 0-53-15,-1 3 162 0,1-1-104 0,0 2-50 16,0 0-27-16,-2 2 149 0,-1 21-92 0,0 9-41 16,-2 5-20-16,-4 8 11 0,2 4-33 0,-1 2 9 15,-1 2-70-15,-2-5 31 0,1-3 0 0,2-8 39 16,-3 1-8-16,5-10 8 0,-1-1-8 0,-2-7 38 16,3-3 0-16,2-6-38 15,1-3-27-15,3-3 136 0,-2-3-59 0,2-2-25 0,0 0 0 16,0 0 49-16,12 0-38 0,7 0 9 15,4-3 63-15,4-7-54 0,7-1-27 0,5-4-1 16,0-2-1-16,-1 2 145 0,11-4-203 0,-2 3-176 16,1 1 169-16,3 1 1 0,-2 3 195 0,2-2-871 15,0 1 398-15,1 3 147 0,1-2 24 0</inkml:trace>
  <inkml:trace contextRef="#ctx0" brushRef="#br0" timeOffset="3073.13">3189 5789 308 0,'0'-1'0'0,"0"-1"0"0,0 0 0 0,0 0 0 0,0 0 0 0,0 0 231 16,0 2-99-16,0 0-42 0,0 0-32 0,0 0 115 15,0 0-70-15,0 0-35 0,0 0 69 0,0 2-44 16,0 6-34-16,0 1 83 0,0 3-55 0,0-3-27 16,0 4 0-16,0-2 22 0,0 4-29 0,0 1 1 15,0-1-22-15,0 1 64 0,0 0-31 0,0 2 7 16,0 1-39-16,0 0 53 0,0 3-26 0,0-2-1 16,0 7-26-16,0-6 52 15,0 9-30-15,0-4 24 0,0 2-23 0,0 0-1 16,0 3-22-16,0-1 29 0,0-1-7 0,0-1-23 15,0 3 1-15,0-2 6 0,0-2-6 0,0-3 8 16,0 7-8-16,0-5 17 0,1 0-17 0,3 0 0 16,-3 1-1-16,1-2 47 0,1 6-47 0,-1-1 15 15,-1-1-14-15,1 1 0 0,-1-1 0 0,-1 2-15 16,2-2-8-16,-2 4 22 0,2-4 1 0,-2 2-40 16,3-2 40-16,-3 1 8 15,2 2-9-15,-2 0-62 0,0-1 23 0,0 1 1 16,0-2 22-16,4 4-35 0,-4-5 12 0,0 4-7 15,0-4 24-15,1 1 3 0,-1 0-5 0,2 2 35 16,-2-2-32-16,2 0 1 0,-2 0 0 0,3 1 21 16,-3-5-14-16,0 8-6 0,0-6 161 0,2 1-174 15,-2 4 0-15,0-3 0 0,0 2 0 0,0 0 0 16,0-1 0-16,0 2 0 0,0-2 0 0,3 3 0 16,-3 0 0-16,1 2 0 15,1-1 0-15,0 2 0 0,-1-4 0 0,4 2 0 16,-2 1 0-16,-1-2 0 0,2 2 0 0,-2-3 0 15,1 2 0-15,-1-2 0 0,2-3 0 0,-2 0 0 16,1-2 0-16,-1-1 0 0,3-7-248 0,-4 3 187 16,0-2 17-16,3 0-52 0,-3-5 33 0,-1 3 22 15,0-2-19-15,0-1 5 0,0 3-18 0,0-1 42 16,0-4-9-16,0 1 3 0,-1-5 4 0,-3 1 0 16,2-1-8-16,-1-1-20 0,1-4 28 0,2-1-56 15,-2-2 28-15,2 0 0 16,0-2 20-16,-1 0-195 0,-1 0 102 0,0 0 51 15,2-13 24-15,0-12-458 0,0-6 234 0,0-13 129 16,0-12 61-16</inkml:trace>
  <inkml:trace contextRef="#ctx0" brushRef="#br0" timeOffset="3417.45">3208 5816 672 0,'0'-9'0'0,"0"5"0"0,0 1 0 0,-2 2 0 0,-1-1 0 0,-3 2 203 16,1 0-85-16,-1 0 70 0,0 0-77 0,-1 2-31 16,-1 10-9-16,-3 0 37 0,0 9-38 0,-2 3 0 15,-1 6-37-15,1 3-50 0,-1 2 20 0,0 1 1 16,0 0 29-16,1-1-152 0,0-3 76 0,0-9 46 16,2 1-9-16,2-4 39 15,-1-2 0-15,5-8-439 0,-3-1 199 0,5-6 51 16,0-1 70-16,3-2-188 0</inkml:trace>
  <inkml:trace contextRef="#ctx0" brushRef="#br0" timeOffset="3609.75">3109 5878 1129 0,'5'-8'0'0,"2"3"0"0,0 1 0 0,-3 0 0 0,2 2 0 0,-1 2 0 0,3 0 0 0,3 0 556 0,7 12-261 0,2 3-123 16,0 5-74-16,5 3 319 0,-2 2-192 0,3 4-96 15,-1-3-10-15,0 3-35 0,0-1-30 0,-3 0-112 16,0-3 45-16,-4-2 23 0,-1-7 0 0,-1 1-381 16,-1-2 198-16,-3-4 102 0,-3-1 53 0,-1-3-654 15,-5 0 328-15,0 1 104 0</inkml:trace>
  <inkml:trace contextRef="#ctx0" brushRef="#br0" timeOffset="10250.91">1673 8590 373 0,'-3'0'0'0,"3"0"0"0,-2 0 0 0,1 0 0 0,-1 0 0 0,0 0 0 0,1 0 0 0,1-2 0 0,0 0 65 0,-2 2-8 16,2 0 15-16,0 0-39 0,0-2 0 0,0 2-1 15,0 0 25-15,0 0-24 0,0 0 0 0,0 0-1 16,0 0-2-16,0 0 3 0,0 0 8 0,0 0-9 15,0 0-20-15,0 0 21 16,0 0-1-16,0 0 34 0,0 2-25 0,2 0-8 16,-1 0-4-16,1 0 4 0,1-1 0 0,2 1 0 0,-3 0-7 15,3-2 7-15,0 2 0 0,2 0-1 16,-2 0-36-16,-2-1 36 0,2 2 8 0,2 0-8 16,0-1-36-16,-1 4 30 0,-1-3 3 0,0 1-10 15,2 0 15-15,-2 0-11 0,2 0-16 16,-2-2 18-16,1 1 0 0,-1-1-1 0,1 2-26 15,2-2 26-15,-3 0 0 0,0 0-1 0,1 0-30 16,3 2 28-16,-4-3 7 0,1 3-10 0,1 0-28 16,0-1-5-16,0 1 6 0,-1 0 22 0,1-1 6 15,1 3-9-15,-1-2 7 16,2 0-5-16,-5-1 1 0,3 1-4 0,0 0 15 16,0 0-12-16,-1-1 0 0,1 0 2 0,1 0-9 15,-2 1 9-15,2 0 2 0,-2-1-1 0,1 2-17 16,2 0 15-16,-1-2 0 0,-2 3-19 0,3-3 21 15,-2 3-4-15,3-2-3 0,-4 2 2 0,7-2 1 16,-7 0-2-16,4-1 2 0,0-1-1 0,0 2 0 16,2-2-1-16,-1-1 20 0,0 3-18 15,-2-4 2-15,5 4-1 0,-4-2-31 16,-2 0 29-16,4 0 1 0,-3 1-27 0,2 1 27 16,0-2-3-16,-3 2-8 0,1-2 7 0,1 1 0 15,-1 1-2-15,1-2 44 0,0 0-42 0,0 0 1 16,-2 0-1-16,4 0 2 0,-1 0 2 15,1-1 0-15,1 2-1 0,-3-2-15 16,1 1 17-16,1-1-2 0,0 2-3 0,0-1 3 0,-1 1-1 0,-1 0-19 16,0-2 18-16,2 2 1 0,-1-2-2 15,-1 1-25-15,-1 0 24 0,1 1-2 16,0-1 2-16,0-1-18 0,0 2 17 0,0-1 0 16,-1 2 0-16,2-3-14 0,-1 2 13 0,-1-1 0 15,1 1-4-15,-2-1 1 0,4 0 1 0,-1-1 12 16,-2-1-11-16,1 2-2 0,2 1 2 0,-1-1 21 15,-4-1-21-15,6-1 2 0,-6 1-1 0,5 2 20 16,-2 0-18-16,-2-3 1 0,3 1-2 0,0 1 2 16,-3-2-1-16,4 2 3 0,-3-2-29 15,2 2 26-15,1-2 0 0,0 1-36 16,-1 1 34-16,0 0-1 0,0-2 2 0,0 4-43 16,0-3 39-16,-1 2-3 0,-1 0 2 0,4-1-9 15,-5 0 8-15,2 3-3 0,2-4 2 0,-2 0 16 16,1 1-16-16,-2-2 19 0,2 2-18 0,2-2 0 15,-3 0 0-15,4 0 7 0,0 0-6 0,-3 0 3 16,3 0-2-16,-1 0-1 0,-1 0 1 16,0 0 3-16,-1 0-3 0,3 0-16 0,-2 0 16 0,-1 0 0 15,3 0 0-15,-4 0-19 16,4 0 18-16,-3 0-3 0,-1 0 3 0,7 0-3 16,-6 0 1-16,5 0 14 0,-2 0-13 0,2 0-1 15,-2-2 0-15,2-1 15 0,-1-1-14 0,0 0 1 16,0 1 0-16,0-2 3 0,0 4-3 0,-2-3 3 15,1 2-3-15,0 0-1 0,-1 1 2 0,-2 1 0 16,3-2-4-16,-1 2 3 16,-2-2 1-16,2 0-2 0,0 1 1 0,1-2-1 0,-2 0 1 15,4 1 1-15,-1-3-1 0,0 2 0 16,1-3 0-16,5 0 10 0,-6 1-10 0,5-1 1 16,-5 3-1-16,2-3-1 0,-1 1 2 0,-1 1 0 15,0-3-3-15,1 4 2 0,-3-1 1 0,-1 1-2 16,3-1 2-16,0 0 0 0,-4 0-1 0,3 1-2 15,-1-1 2-15,0 0 0 0,0-2 0 0,3 3-1 16,-2-3 2-16,-1 2-2 0,4-1 1 0,-6-1 4 16,5 1-3-16,-2-1-1 0,2 0-1 0,-2 0 2 15,2-1-1-15,-1-1 0 0,0 1 0 16,0 0 1-16,0-2-1 0,-2 2-13 16,0 0 13-16,0-1-1 0,0 1 1 0,1-1-28 15,-1 0 26-15,0 2 0 0,0-2-2 0,2 2 5 16,1-1-5-16,-2-1 1 0,3 1 11 0,0-3-10 15,0 3-1-15,-2-3-4 0,2 1 5 0,0 0-1 16,-1-2 1-16,0-1 1 0,0 1 0 16,1 0-1-16,-4-1 3 0,4 1-22 15,-6 0 19-15,3-1 0 16,-2 3-2-16,1 0-30 0,-1-1 29 16,-2 1-1-16,4 1-38 0,-6-1 38 0,3 2-4 0,1-1-4 0,0-1 5 0,-2 2-2 15,2-1 0-15,-3-2 15 0,-2 4-16 0,1-1 3 16,0 1-3-16,0 1 7 0,-3 1-3 0,1-1-1 15,-1 0 2-15,1 0 39 0,-2 1-37 16,0 1-4-16,-1-1 30 0,0 2 0 0,1-1-22 0,-1 0-42 16,-2 1 0-16,1 1 39 0,-2 1 1 0,3 0-85 15,-3 0 39-15,0 0 20 0,0 0-9 0,0 1-387 16,-11 13 197-16</inkml:trace>
  <inkml:trace contextRef="#ctx0" brushRef="#br0" timeOffset="12184.71">1742 8621 127 0,'-1'0'0'0,"1"-1"0"0,-3-1 0 0,0 0 0 0,3 0 0 0,-3 0 108 0,3 0-41 0,-2 2 8 16,2 0-48-16,0-2 41 0,0 2 0 0,0 0-35 15,0 0 0-15,0 0-29 0,0 0 29 0,0 0 15 16,0 4-15-16,0 0 0 0,0 0 0 0,0-2 32 16,0 3-32-16,0 1 0 15,0 0-1-15,2 1 26 0,1 1-25 0,-3-1 8 16,3 4-8-16,1-1 9 0,1 1-9 0,0 0 0 15,0 0-4-15,0 1 12 0,0 1-8 0,1 0-31 16,-2 0 31-16,3 2 0 0,-2 0 0 0,0 0-20 16,1 0 19-16,0 1-4 0,-3 0 4 0,4-2-28 15,-3 2 0-15,3-1 26 0,-1-1-3 0,-1-1-30 16,-2 0 28-16,5 0-5 0,-3-2 4 0,0 1-16 16,2-1 15-16,-2 2-5 0,2-2-19 0,-1 2 20 15,-1 0 2-15,4 1 12 0,-4 0-12 16,3 0-2-16,0-1 2 0,-3 2-26 15,2-3 25-15,0 4 1 0,-1-3-2 0,1 0-29 16,0 2 28-16,-2-4-3 0,3 3 7 0,-1-1-26 16,-2-2 20-16,5 0 8 0,-2 1-9 0,-3-1 0 15,2-2 2-15,2 2-9 0,-1-1 7 0,-3-2-2 16,3 3 1-16,-1-2-6 0,-2-1 10 0,3 1-4 16,-1 0 1-16,1 1-24 15,1-1 23-15,-1 1-1 0,-1-3 3 0,3 4-38 16,0-1 32-16,-4 0-18 0,3 1 18 0,0 0-2 15,-1-2 1-15,0 3 4 0,0-1-5 0,1 0 0 16,-2-2-1-16,-1 3 1 0,5-3 1 0,-5 2-1 16,2 1-1-16,-1-1-2 0,4 2 4 0,-5-2-2 15,4 1 5-15,-2-1-8 0,3 0 5 0,-2 0-1 16,1 0 3-16,1 1-3 0,-2-3 2 0,3 3-10 16,0-4 8-16,-2 1-1 0,1 1 1 0,3 0-2 15,-4-1 3-15,2 0-1 16,-1-1 0-16,1 2-14 0,-1-3 13 0,0 1 0 15,-1-3 2-15,2 2 7 0,-1 1-10 0,2-2 17 16,-2 0-16-16,-1 0 0 0,0-3 3 0,3 2 11 16,-1-1-12-16,0 0-1 0,1 0 2 0,1 0-2 15,-1-1 5-15,2 1-4 0,-2 0 3 0,2-2-10 16,-1 2 8-16,-1-1 0 0,1 3 1 0,-1-2-2 16,4 0 1-16,-4 0-33 0,3-1 31 0,-2 1 0 15,2 0 1-15,0-2-37 16,1 2 33-16,-4-3 2 0,4 3-4 0,1-2-35 15,-4-1 35-15,4 2 0 0,-1-2-3 0,-2 3-8 16,3-2 6-16,0 0 3 0,-1 0-6 0,-1 1 2 16,-1-1 0-16,0 0-2 0,0 2 4 0,-1-2-1 15,-1 0 1-15,0 0 5 0,-1 0-5 0,1 0 0 16,1-2 0-16,-1 2 13 16,2-2-12-16,-2 1 0 0,2-1 0 0,0 0 16 0,0 2-15 0,1-2 0 15,-3 0 28-15,1 0-28 16,2 2 3-16,-2-2 4 0,-1 0-4 0,4 2 0 15,-6-2 2-15,3 1-11 0,-1-1 9 0,0 0 0 16,1 0 2-16,-4 0 2 0,4 0-4 0,-1 0 0 16,1 0-1-16,-2 0 14 0,2-1-14 0,1-3 2 15,-2 1 15-15,1-3-15 0,1-3 0 0,-1 4 3 16,0 0-13-16,2-1 12 0,-2 0 0 16,0 3-25-16,1-2 1 0,-5 1 22 0,5 0-1 0,-7 0-37 15,6 0 0-15,-4 0 34 0,0-1-6 16,2-2-33-16,-1-2-4 0,2 2 29 15,0-2 7-15,0-2-23 0,2 0 20 0,-2-1-9 16,1 1-6-16,0-1 5 0,0 1 7 0,-1 2-28 16,2 0 27-16,-1 2-2 0,-1-2 1 0,-4 3 14 15,4-1-14-15,0 1-2 0,-2 2 2 0,-2-5 32 16,4 3 0-16,-5 0-31 0,3-4 2 0,-1 3 37 16,1-3-36-16,0-1 45 0,1 2-1 0,0-3-34 15,0 1-4-15,1 0 43 16,-2-2-39-16,3 1 8 0,-1-1-6 0,0 0 3 15,1 0-1-15,-4 0 2 0,2-1-2 0,1 1-18 16,-2 1 18-16,2-2 0 0,-2-1 0 0,1 2-12 16,0-2 11-16,1 2-11 0,-1-2 4 0,-2 0 3 15,-1-1 2-15,4 4-19 0,-5-3 18 0,2 1-2 16,-1-1 2-16,0-1 0 0,-2 4 0 0,4-3-2 16,-3 0 1-16,0 0 4 0,0 0-4 0,1-2 0 15,1-2 15-15,-2 2-15 16,2-1 1-16,-1-1 3 0,0 1-3 0,1-2 1 15,1 2-1-15,-3-3-27 0,2 4 27 0,-1-2 0 16,-1 1 0-16,-2 0-65 0,2 0 31 0,0-1-5 16,-3-1 34-16,1 3-55 0,-1-2 21 0,0 0-6 15,1 0 65-15,-3 0-39 0,3-2 3 0,-2 3 31 16,-1-1-35-16,0-2-2 0,1 3 4 0,0-1 44 16,0 1-1-16,0 1-33 15,-1 1-7-15,-1-1 45 0,1 4 0 0,-2-2-25 16,1 6-10-16,0-2 30 0,-1 1 0 0,1 2-18 15,0-1 15-15,1 2-18 0,-2 0-1 0,4-2 6 16,-4 2-4-16,3 0 0 0,-1-4-1 0,-3 4 3 16,5 0-2-16,-4-1 1 0,1-2 0 0,0 4-8 15,-1-2 7-15,1-1-1 0,3-1 1 0,-2 3-27 16,-1-3 27-16,2 3-2 0,-1-2-19 0,-2 1 18 16,3 0 0-16,-3 4-57 0,1-3 27 15,0 2-2-15,-1 1 28 0,1 0-66 16,-2 1 32-16,0 0-10 0,0 1 36 0,0 2-301 15,0 0 141-15</inkml:trace>
  <inkml:trace contextRef="#ctx0" brushRef="#br0" timeOffset="14199.11">1738 8631 391 0,'0'2'0'0,"0"-2"0"0,0 0 0 0,0 2 0 0,0-2 0 0,0 0 0 0,0 0 0 0,0 0 0 0,0 0 62 0,0 0-21 0,0 0 30 16,0 0-38-16,0 0 0 0,0-2-1 0,0 0 25 16,0 0-16-16,0-2-8 0,0 0 0 15,0-1 12-15,0-1-13 0,0 0 1 16,0-1 8-16,3-2 11 0,-2 0-19 0,-1-1 0 15,2-3 0-15,-2 2 0 0,2-1 8 0,-1-2-30 16,-1-1 22-16,2 1 0 0,1-1-1 0,-1 2-37 16,-1-2 46-16,1 0-12 0,0 2 3 0,-1 0-25 15,1-3 0-15,1 1 17 0,-1 0 11 0,1-2-38 16,0 1 0-16,0-1 22 0,0-1-10 16,2-3 9-16,-2 1 9 0,0 0-24 15,4 1 17-15,-4 0-3 0,1 1 3 0,1 0-21 16,-3 4 24-16,3-2-7 0,-2 2 1 0,0 0-40 15,2 0 39-15,1 0-3 0,-3 0 7 0,0 0-27 16,4-1-1-16,-2 2 19 0,1 0-21 0,-1 0-2 16,1-1 25-16,-1-1-30 0,3 2 26 0,0 0-6 15,-1 0 4-15,0-2-35 0,3 2 33 0,-4-3-4 16,3 4 3-16,-2-1-29 0,2-1 27 0,-2 1-3 16,2 0 3-16,1 0-10 0,-4 0 9 15,1 1-3-15,2-3 12 0,-1 1-10 16,-3 1 0-16,3 0 14 0,-1-3-14 0,0 1 1 15,2 1-1-15,0-4 10 0,0 3-9 0,0 0 2 16,1 0-1-16,-1 0-6 0,2 2 6 0,-4 0 1 16,4 1-1-16,-3 0-25 0,0 0 24 0,0 2 0 15,-1-2-6-15,2 2 5 0,0-1 0 0,-2 2-2 16,5-2 1-16,-4-1-1 0,4 3 1 16,-2-3 3-16,2 1-3 0,-1 0 0 15,0-1 0-15,2 3 6 0,-1-2-6 0,1 2 1 16,-3-1 0-16,4 1 2 0,0 0-2 0,-3 1 1 15,2-2-1-15,-2 3 0 0,3 2 0 0,-4-1 0 16,2 1 0-16,-1-2 0 0,1 2 0 0,-3 1 0 16,2-3 0-16,1 2 0 0,-2-2 0 0,2 0 30 15,-1 0-30-15,3-1 2 0,-4-2-1 0,4 3 43 16,-1-1-42-16,-2-1 1 0,3 1 1 0,-4 3 2 16,4-1 2-16,-3 0-25 15,3 2 22-15,-6 1 1 0,3-1-1 0,2 0-11 16,-2 1 11-16,2-1 0 0,-2-2-4 0,2 1 19 15,0-3-16-15,0 0-3 0,2 1-3 0,1-2 32 16,-3-1-26-16,4 1 0 0,-1 2-2 0,0-3 4 16,1 1 1-16,-3 1-24 0,3 1 22 0,0 0 0 15,0 1 1-15,-3 2-13 0,2-2 11 0,-1 4 0 16,0-2-3-16,-2 3 16 0,-1-1-16 16,0 0 2-16,4-2-4 0,-2 2 53 15,-3-2-22-15,3 1-1 0,-1-1-18 0,-1 0 36 16,2 1 4-16,0-1-25 0,0 0-9 0,-3 2-2 15,2 1 8-15,-2-2-14 0,2 1 14 0,-2 1-5 16,0 1 6-16,0 0-34 0,0 0-2 0,0 0 32 16,3 0-11-16,-2 0-36 0,1 0 34 0,-1 0 5 15,1 0-29-15,1 0 29 0,1 0-7 0,-2 0 15 16,2 0-13-16,1 0 1 0,-3 0-1 16,0 0 0-16,1 0 0 0,-3 0 1 15,3 0 1-15,-3 1-1 0,0 1 0 0,2 1 2 16,-4 0 0-16,3 1 18 0,-1-3-18 0,0 4-1 15,1-2 31-15,0 1-30 0,1 0 2 0,-1-3-2 16,1 3 5-16,1-2-4 0,0 2 5 0,0-2-10 16,-1 1 7-16,0-1-1 0,0 2 1 0,-2-2-5 15,1 2 7-15,1 1-3 0,-1 0-1 0,-3 1-15 16,2-2 14-16,-1 4 1 0,-1-2-10 0,0 1 9 16,0 0-2-16,1 1-6 15,0-2 7-15,-2 1 0 0,2 0 2 0,1-2-11 16,0 0 9-16,1 1-1 0,0-3 0 0,-1 3-7 15,-2-2 9-15,2 0-2 0,1 1-1 0,-3-1 5 16,0 2-5-16,3 1 1 0,-5-1-6 0,3 2 5 16,-2-1 0-16,0-1 2 0,3 1-2 0,-5 1 1 15,1-1 0-15,4-1-27 0,-3 3 26 0,0-1-1 16,1-1 1-16,-1-1-30 0,-1 1 29 0,4 1-2 16,-3-1-1-16,1-2-6 15,-1 3 4-15,-1-1 9 0,3-2-7 0,-3 2-3 16,1 1 3-16,2-1 26 0,-3 1-26 0,0-1 0 15,1 1 1-15,1 1 0 0,-1 1 0 0,0-1 2 16,0 0-2-16,0 1-19 0,0-1 21 0,1 1-1 16,-2 0-11-16,3 1 9 0,-1 0 1 0,-1-1-21 15,-3-2 19-15,4 4-3 0,-4-3 3 0,1 0-10 16,-1-2 8-16,0 4-1 16,1-4 1-16,0 0-1 0,-1 0 1 0,0 1-1 15,-2 0 1-15,2-1 13 0,0 1-13 0,1-2 1 16,-3 1 13-16,2 1-13 0,-2-1 0 0,2 2 1 15,-2-1-1-15,2 1 2 0,-2 1-2 0,1 1-13 16,0-2 13-16,-1 3 1 0,2-1 1 0,-2 1-30 16,-1 1 0-16,1 2 25 0,2-1 2 0,-2-2-31 15,1 0 1-15,1 0 22 0,-3 0 3 0,1-3 13 16,0 2-14-16,0-2-6 0,1 1 22 0,0-3-19 16,2 2 2-16,-2 1 26 15,4 0 1-15,-5-1-24 0,5 0-1 0,-3 2 41 16,-1-1 0-16,3 3-30 0,-3-1-5 0,0 0 35 15,-1 2-31-15,2 0 5 0,-4 1-5 0,1 0-19 16,1 1 19-16,-2-1 5 0,1 2-30 0,3-2 26 16,-5 0-1-16,6 2-13 0,-2-3 13 0,2 2-3 15,0-2 2-15,-1 3-26 0,3-2 24 0,-3 0-4 16,0 1 3-16,1-1-23 0,0-1 1 16,-1 1 18-16,-2 0-26 0,0 1-1 15,0-3 26-15,-1 0-105 0,0 2 50 0,-2-3 22 16,0 0 0-16,0-1-65 0,0 0 42 0,0-1 6 15,0 3 5-15,-2 3-322 0,-3-2 168 0,-1 5 86 16</inkml:trace>
  <inkml:trace contextRef="#ctx0" brushRef="#br0" timeOffset="14654.97">1790 10686 1523 0,'-11'-13'0'0,"6"5"0"0,5 4 0 0,0 0 0 0,0-1 0 0,7-3 0 0,9-1 0 0,1 2 0 0,7 1 180 0,3-1-74 16,0 6-37-16,2 1 36 0,4 0-28 0,-4 11-8 15,1 7-36-15,0 2-21 0,-8 6 0 0,-2 3 21 16,-3 0 7-16,-2 3-39 0,-8 3 32 0,-4 0 0 16,-2 2 0-16,-1 0-30 0,0-4 9 0,-11-1-19 15,-6-2 17-15,1-4 0 0,-5-5-13 16,1-3-185-16,2-5 94 0,-4-3 51 16,7-5 15-16,5-1-409 0,3-4 195 0,6 0 106 15,1-12 34-15,8-17-165 0</inkml:trace>
  <inkml:trace contextRef="#ctx0" brushRef="#br0" timeOffset="14826.66">2298 10529 1379 0,'-2'-6'0'16,"-10"3"0"-16,-2 3 0 0,-10 0 0 0,0 17 0 0,1 6 0 0,-6 11 298 0,8 1-125 0,-3 12-74 16,4 2 355-16,7 0-211 0,2-1-105 0,5 1 185 15,6-12-138-15,0 11-79 0,10-16-37 0,10 0-64 16,12 0-1-16,-2-10 37 0,14 1-8 0,1-9-446 15,8-2 222-15,11-5 113 0,-4-6 55 0,-6 2-339 16,16-1 146-16</inkml:trace>
  <inkml:trace contextRef="#ctx0" brushRef="#br0" timeOffset="15331.39">6099 8272 1268 0,'0'-9'0'0,"0"5"0"0,0 2 0 0,0 1 0 0,0 1 0 0,0 0 0 0,0 0 0 0,5 0 345 16,7 0-156-16,-2 6-79 0,3 1-30 0,1 1 132 15,-1 2-90-15,1 2-117 0,2-3 0 0,-2 3 28 16,-1-1 8-16,-2-2-137 0,0 0 64 0,-5-4 32 15,1 4 1-15,-1-6-379 0,2 1 213 0,-2-4 60 16,-1 0 62-16,2 0-566 0</inkml:trace>
  <inkml:trace contextRef="#ctx0" brushRef="#br0" timeOffset="15506">6448 8004 1967 0,'2'-3'0'0,"1"0"0"0,-2 3 0 0,1 0 0 0,-2 0 0 0,0 17 0 0,0 4 0 0,0 7 0 0,0 9 468 0,-8 10-217 0,-6 9-101 0,-8 20 256 16,-6 7-187-16,0-3-93 0,2-10-47 0,-4 9-47 16,2-2 9-16,-2 1-8 0,0-3 0 0,2 0-261 15,2-3 131-15,4-8 65 0,9-14 40 16,5-11-672-16,8-3 334 0,0-13-688 16</inkml:trace>
  <inkml:trace contextRef="#ctx0" brushRef="#br0" timeOffset="16389.06">2229 5950 585 0,'-7'0'0'0,"6"0"0"0,1 0 0 0,0 0 0 0,0 0 0 0,0 0 0 0,0 0 180 0,1 0-66 0,12 0 44 16,-2 0-62-16,2-3-32 15,4 2 0-15,-2-2 111 0,7 2-62 0,3-1-45 0,0 0 1 0,1 0 43 16,-1 1-40-16,1 1 0 16,-1 0-31-16,4 0 11 0,-7 0-19 0,-1 1-1 15,2 5 1-15,-4 2-50 0,-1-1 32 0,-4 1-7 16,-3-2-18-16,-4 2 22 0,0 2 0 0,-5 3-1 15,-2 2 9-15,0 7-18 0,-11 1 24 16,-8 3 18-16,-5 8-1 0,-1-4-35 0,3-2 15 0,-3 3 33 16,0-2 0-16,1-2-30 0,4-3-3 0,4-7 94 15,3 0-35-15,4-6 75 16,4-4-62-16,0-1-31 0,5-5-1 0,0 2 4 16,0 0-26-16,0-2-8 0,6-1-1 0,7 0 22 15,6 0 0-15,5 0-21 0,-3 0 8 0,7 0 32 16,-2 0 0-16,4-1-40 0,-2-2 0 0,-1 0-57 15,-6 2 37-15,1 0-9 0,-3-1-209 0,0 2 107 16,-6 0 61-16,-3 0-419 0,-1 0 219 0,-6 0 97 16,2 0 60-16,-3 0-208 0,-1 0 128 0,-1 0 64 15,0 0 23-15,-3 0-274 0,-8 0 157 16,-5 0 79-16,-4-6 39 0,-3-3-298 16,-4-8 161-16</inkml:trace>
  <inkml:trace contextRef="#ctx0" brushRef="#br0" timeOffset="16523.98">2383 6135 782 0,'-25'-12'0'0,"8"5"0"0,3 4 0 0,1-1 0 0,4 0 0 0,4 2 0 0,1-1 0 0,4 3 424 0,0-1-200 0,2-1-95 16,21 1 285-16,4-1-190 0,3-2-96 0,5 2 298 15,1 2-201-15,2-4-96 0,-1 4-48 0,-1 0-70 16,8 0 22-16,-10 0 8 16,11 4-9-16,-4-2-598 0,0 4 299 0,2 1 150 15</inkml:trace>
  <inkml:trace contextRef="#ctx0" brushRef="#br0" timeOffset="26471.24">7919 6379 1027 0,'-6'-2'0'0,"5"2"0"0,1 0 0 0,-2 0 0 0,2 0 0 0,0 0 0 0,0 0 307 16,0 6-137-16,0 0-69 0,3 0-34 0,6-1 121 16,-3 1-69-16,4-1-48 0,-1 1 13 0,-2-1-25 15,2-1-1-15,-4 1-25 0,1-2 0 0,-1 1 0 16,-1-3-1-16,-2 1-99 15,0 0 50-15,-1 0 33 0,1 0-8 0,-2-2-254 16,0 0 137-16,0 2 33 0,0 2 46 0,0-1-535 16,0 5 270-16</inkml:trace>
  <inkml:trace contextRef="#ctx0" brushRef="#br0" timeOffset="26619.41">7891 6642 973 0,'0'4'0'0,"0"0"0"0,0-1 0 0,0 2 0 0,0-4 0 0,0 1 68 16,0 2 0-16,0-1 264 0,0 1-150 0,0 3-67 16,1 2-44-16,3-1-102 0,3 2 33 0,0 1-1 15,0 3 32-15,0 1-450 0,0 0 216 0,0 1 111 16</inkml:trace>
  <inkml:trace contextRef="#ctx0" brushRef="#br0" timeOffset="26768.58">7903 6997 1693 0,'-2'6'0'0,"-1"0"0"0,0-1 0 0,-1-1 0 0,0-2 0 0,2-1 0 0,0-1 0 0,2 0 0 0,0 0 121 0,0 0-45 0,6 0 138 15,8-3-91-15,2-11-37 0,5 0-31 0,-3-4-106 16,1 2 41-16,0-1 22 0,1 0 0 0,-2 4-449 16,5-6 231-16,-4 2 120 0</inkml:trace>
  <inkml:trace contextRef="#ctx0" brushRef="#br0" timeOffset="26968.8">8087 6522 1380 0,'0'-1'0'0,"0"-2"0"0,0 1 0 0,0 1 0 0,0-3 0 0,7-4 195 0,6-1-85 16,6-2-38-16,2 1 451 0,1-1-245 0,2 2-123 15,0 1-53-15,3-2 36 16,-6 6-54-16,1-3-25 0,1 4 0 0,-3 0-325 15,-1 2 158-15,-2-1-433 0,-2 2 284 0,-3 0 143 16,-3 0 71-16,0 0-303 0,-4 0 85 0,-1 0 119 16,-2 0 54-16</inkml:trace>
  <inkml:trace contextRef="#ctx0" brushRef="#br0" timeOffset="27503.62">8225 6204 1692 0,'-8'-1'0'0,"0"-2"0"0,3 2 0 0,1 1 0 0,3 0 0 0,1 0 0 0,0 0 0 0,1 0 0 0,11 5 0 0,-1 3 164 0,2 3-57 0,-1 5-36 16,-3 1 1-16,2 7-40 0,-5 2 1 0,-2 3-158 15,-2 2 87-15,-2 3 32 0,0 1-1 0,-4 2-48 16,-10-2 45-16,2 1 20 0,-6-5 10 0,0-1-142 16,-3-3 17-16,-2-2 54 0,2-7-31 0,-2-1 93 15,4-2-53-15,-1-1 266 0,0-1-118 16,8-5-58-16,0-1-19 0,6-2 275 0,3-2-121 15,-1-2-81-15,4 1-20 0,0 0-14 16,9-2-36-16,9 0 1 0,2 0 8 0,6 0-1 16,0-2-7-16,5-1-1 0,-3-5-111 0,-5 1 64 15,2 0 19-15,-1 2-171 0,-6 1 89 0,-3 0 54 16,-5 3-7-16,-1-2-139 0,-4 3 62 0,-3 0 48 16,1 0-8-16,-3 0 92 0,0 10-18 0,-5 1-44 15,-6 2-6-15,0 2 159 0,-4 1-77 16,-3 5-33-16,4-3 280 0,0-1-144 0,0 4-47 15,0-5 135-15,3 3-87 0,4-4-55 16,1-2-27-16,3-3 6 0,0-3-8 0,3-1-26 16,0 0 1-16,0-3-119 0,6-1 59 0,3-2 38 15,4 0-8-15,3 0-46 0,0-2 37 0,1-5 1 16,1-4-174-16,-2 3 70 0,1-2 55 0,1 1 29 16,-4 3-110-16,-1 2 59 0,-4 2 1 0,4 2 60 15,-3 0 9-15,-3 0-26 0,1 6-4 0,0 4 229 16,-5 4-103-16,1-2-48 15,0 3-27-15,-3-1 195 0,1 1-88 0,0-5-57 16,-2 1-1-16,2-1 11 0,-2-4-8 0,0-1-26 16,0-3-267-16,0 0 126 0,0-2 74 0,0 0-555 15,3 0 286-15,0 0 114 0,1 0 80 0,3 0-554 16,1 0 311-16</inkml:trace>
  <inkml:trace contextRef="#ctx0" brushRef="#br0" timeOffset="27736">8620 6658 2032 0,'-14'1'0'0,"5"7"0"0,3-1 0 0,3 1 0 0,3-6 0 0,0 0 0 0,0 0 0 0,0-1 0 0,2 1 626 0,9 0-297 0,11-2-148 16,-1 0-66-16,6 0 179 15,-4-2-131-15,5-3-98 0,-8-2 0 0,4 2-32 16,-4-2 159-16,0 1-621 0,-1 1 307 0,-3-1 77 16,0 1 39-16,-2 0-566 0,-3 3 310 0,3-3 75 15,-5 3 97-15,3 0-765 0</inkml:trace>
  <inkml:trace contextRef="#ctx0" brushRef="#br0" timeOffset="27900.05">9114 6406 1574 0,'0'-2'0'0,"0"0"0"0,0 2 0 0,0 0 0 0,0 0 0 0,0 0 0 0,0 0 616 15,0 0-291-15,2 0-146 0,-1 0-73 0,3 0 218 16,2 4-137-16,-3 1-82 0,3 1-35 0,0-1-409 16,-1 4 187-16,1 3 92 0,-3 4-871 0</inkml:trace>
  <inkml:trace contextRef="#ctx0" brushRef="#br0" timeOffset="28045.66">9160 6818 2352 0,'-7'5'0'0,"3"0"0"0,2 1 0 0,-1-2 0 0,1-1 0 0,2-3 0 0,-2 2 646 0,2-2-307 0,0 0-153 16,0 0-76-16,0 0 79 0,0 0 84 0,0 2-273 15,0 0 0-15,4 0-785 0,5 3 425 0</inkml:trace>
  <inkml:trace contextRef="#ctx0" brushRef="#br0" timeOffset="28920.33">9925 6121 943 0,'2'0'0'0,"-1"0"0"0,1 0 0 0,-2 0 0 0,0 0 0 0,0 0 0 0,0 0 0 0,0 0 310 16,0 0-138-16,-2 5-70 0,-7 8-34 0,-3 4 21 16,-4 4-20-16,-2 1-8 0,-5 0-62 0,0 3 1 15,-1-1 33-15,-3-1-117 0,2-2 66 0,-2-4 22 16,3-2-1-16,-1-4-43 0,7-3 36 0,-5-3 14 16,4-2 7-16,3-3 42 15,4 0-21-15,1 0-43 0,5 0 13 0,1 0 263 16,2 0-118-16,1 0-58 0,2 0-33 0,0 0 140 15,0 3-84-15,2 9-43 0,6 4-42 0,3 6 0 16,-2 5-1-16,3 4 130 0,-3 1-65 0,0 4-33 16,0 0 10-16,-2-1-39 0,-2 1-2 0,1-2-1 15,-3 0 1-15,4-2-122 0,-4-6 69 0,-2 6 23 16,0-6-296-16,-1-5 141 0,0-4 84 0,0-6-222 16,0-4 142-16,0-3 36 0,0-1 47 15,0-3-410-15,0-3 221 0,0-14 102 0,0-9 64 16,0-6-365-16</inkml:trace>
  <inkml:trace contextRef="#ctx0" brushRef="#br0" timeOffset="29283.9">9625 6462 654 0,'0'-17'0'0,"0"6"0"0,-3 1 0 0,3 3 0 16,0-3 0-16,0 3 0 0,3-1 522 0,10 1-245 0,1 1-122 0,11-2-61 0,1 2 315 16,4 1-192-16,2 2-93 0,2 2 106 0,8-2-99 15,-8 3-49-15,5 0-106 0,-2 0 24 16,1 0 1-16,-5 0 31 0,2 4-82 15,-8-1 42-15,-4 2 28 0,-2-2-8 0,-3 2-120 16,-6-1 70-16,-3 0 36 0,-3-2-23 0,-3 3-13 16,0-5-20-16,-1 1 26 0,-2-1 242 0,0 2-104 15,0-1-56-15,0 4 319 0,0 0-162 0,0-1-88 16,-5 3-43-16,2 2 71 0,1 3 87 0,0 1-234 16,0 2 0-16,2 2 0 0,0 4 0 15,0 1 0-15,0 2 0 0,0 1 0 16,2 3 0-16,5 0 0 0,0 1 0 0,-2-1 0 15,2-2 0-15,-1-2 0 0,-1 4 0 0,0-2 0 16,-1-7 0-16,-1 2 0 0,-1-2 0 0,0-2 0 16,0-6 0-16,-2 0-188 0,0-3 149 0,0-3 0 15,0 2 19-15,-6-4-174 0,-6-1 78 0,0-2 45 16,-1 0-92-16,-3 0-114 0,-3 0 122 0,3-5-486 16,-7-9 308-16,3-1 151 0,-1 0 74 0,-2-4-508 15,0-1 291-15</inkml:trace>
  <inkml:trace contextRef="#ctx0" brushRef="#br0" timeOffset="29601.09">9790 6607 892 0,'0'0'0'0,"0"0"0"0,0 0 0 0,0 0 0 0,0 0 0 0,0 2 0 0,0 3 245 16,0 2-106-16,0 3-53 0,0-1-18 0,0 3 184 16,0-1-109-16,0 2-55 0,0-5-72 0,0 1 17 15,0-3 8-15,0-3-170 16,0-1 82-16,0-2 39 0,0 0 0 0,0 0-48 15,0 0 53-15,0-5 13 0,0-8-5 0,2-1-63 16,3 0 7-16,4 1 28 0,1-1-24 0,5 3 78 16,3 1-34-16,-2 4 80 0,1 1 36 0,-1 3-56 15,2 2-16-15,-1 0 96 0,-2 0-48 0,-3 6-33 16,0 5 4-16,-3 4 48 0,-3 1-30 0,-3 2-7 16,-1-2-38-16,-2 5 29 0,0-1 0 0,-5-4-29 15,-8 1 8-15,-1-4-7 16,-2-2-2-16,-1 0-27 0,0-7-31 0,-4 0 29 15,3-2 9-15,1-2-242 0,-1 0 125 0,2 0 47 16,2-2 36-16,3-4-413 0,2-5 199 0,4-2 85 16,5-2 59-16,0-2-365 0,3-3 212 0</inkml:trace>
  <inkml:trace contextRef="#ctx0" brushRef="#br0" timeOffset="29864.4">10397 6526 1275 0,'0'0'0'0,"0"0"0"0,2 0 0 0,0-3 0 0,1 1 0 0,4-3 0 0,3 2 0 0,3-1 528 15,0 2-252-15,2 1-121 0,2 1-62 0,2 0 99 16,-3 0-84-16,2 7-29 0,-4 3-9 0,0 6-111 16,-3 1 37-16,-4 1-1 0,0 4-11 0,-4-1 33 15,-3 0-9-15,0 6-16 16,-2-4 20-16,-9-1 0 0,-4 1 21 0,-2-7-25 15,-5 5 21-15,-3-6-35 0,-1 0-1 0,-3-4-97 16,1-1 56-16,4-7 22 0,-6-1-1 0,10-2-267 16,-1 0 140-16,6-2 64 0,3-12-436 0,8-4 238 15,4-3 132-15,0-2-155 0</inkml:trace>
  <inkml:trace contextRef="#ctx0" brushRef="#br0" timeOffset="30070.85">10688 6371 1112 0,'1'-1'0'0,"1"-1"0"0,-2 2 0 0,0 0 0 0,-11 0 0 0,-2 9 0 0,-2 9 0 0,-2 0 504 0,2 7-236 0,-2 3-109 15,2 3-67-15,2 4 266 0,3-2-162 0,5 1-82 16,1-2 29-16,4-7-46 0,0 7-37 0,2-9-63 16,11 0 36-16,2-1 0 0,2-5-1 0,-2-1-192 15,5-2 92-15,-1-4 51 0,2-2 25 16,-2-5-403-16,0 1 148 0,2-4 126 15,2 0-529-15,0 0 309 0,0-4 154 0</inkml:trace>
  <inkml:trace contextRef="#ctx0" brushRef="#br0" timeOffset="30444.54">11006 6376 1250 0,'-3'-5'0'0,"-1"4"0"0,-1-1 0 0,-1 2 0 0,-1 0 0 0,-3 3 0 0,1 11 0 0,2 3 394 16,1 7-180-16,0 3-91 0,0 4 154 0,3 3-126 15,1 2-60-15,2 0 94 0,0-3-76 0,0 2-38 16,5-4 8-16,7-3-18 0,1-4 1 0,1-1-30 16,6-4 1-16,-5-6-32 0,5-2 40 15,1-3-8-15,2-6-1 0,-1-2-108 16,2 0 55-16,-1-4-139 0,2-13 94 0,-3-4 44 15,-1-5-8-15,0-2-145 0,-5-2 70 0,-1-3 48 16,-4-2-6-16,-2-2-132 0,-4-8 77 0,-3 1 43 16,-2 0 21-16,0-3-62 0,-10 7 33 0,-7-9 29 15,2 20-74-15,-7 0 48 0,-1 6 23 0,-3 10 0 16,-1 8 212-16,-6 3-89 0,3 2-50 0,1 7 211 16,3 10-122-16,4 2-67 0,5 0-10 15,-2 7 103-15,8-1-43 0,3-1-39 16,7 2 23-16,1 1-129 0,0-2 60 0,5 4 30 15,8-1-190-15,4 0-209 0,1-1 178 0,5-3-512 16</inkml:trace>
  <inkml:trace contextRef="#ctx0" brushRef="#br0" timeOffset="30631.07">11376 6509 1824 0,'0'-3'0'0,"-1"-3"0"0,-1 6 0 0,0-3 0 0,2 3 0 0,0 0 0 0,2 0 0 0,8 3 563 16,3 8-269-16,2 1-131 0,2 6-65 0,0 1 11 16,1-1-39-16,-2 0-276 0,2 4 115 0,-1-2 62 15,0-2 31-15,-4-4-533 0,0 4 280 0,1-6 146 16,-2 2 64-16,-3-8-748 0</inkml:trace>
  <inkml:trace contextRef="#ctx0" brushRef="#br0" timeOffset="30795.62">11715 6316 1830 0,'0'-10'0'0,"0"6"0"0,0 1 0 0,0 0 0 0,0 3 0 0,-2 10 0 0,-7 17 0 0,-4 10 722 0,-4 8-345 0,-3 12-164 16,-7 14 154-16,-6 13-168 0,1 3-83 0,-3 6 155 16,-4 11-271-16,-6 6 0 0,-6 22 0 15,4-11-251-15,4-2 158 0,0 0 63 16,8-20 32-16,5-7-1143 0</inkml:trace>
  <inkml:trace contextRef="#ctx0" brushRef="#br0" timeOffset="31385.33">12104 6229 1277 0,'-6'-9'0'0,"5"7"0"0,1 0 0 0,0 0 0 0,0 0 0 0,1 1 0 0,10-6 0 0,7 2 240 15,2-1-104-15,4-1-51 0,-3-1-18 0,7 1 203 16,-1 1-119-16,-3 1-59 0,-2 1-78 0,1 2 19 16,-2-2 8-16,-1 3-292 0,-3 1 142 0,-2 0 71 15,-3 0 36-15,-3 0-1 0,-2 0 44 0,-3 0-8 16,-2 0 0-16,-2 1-640 0,0 5 211 16</inkml:trace>
  <inkml:trace contextRef="#ctx0" brushRef="#br0" timeOffset="31684.5">12269 6163 806 0,'0'0'0'0,"0"2"0"0,0 0 0 0,0-2 0 0,0 4 0 0,0 2 0 0,0-1 0 0,0 5 172 0,0 1-70 0,0 2-34 15,0 0-1-15,0 4 101 0,-2 3-72 0,-7 3-91 16,-2-1 27-16,-5 2 1 0,0 0 0 0,-1-7-90 16,-6 5 41-16,1-5 24 0,-1-1 0 0,0-6-49 15,2-1 37-15,1-3 10 16,1-2-7-16,3 0-8 0,4-2 1 0,3-2-16 15,3 0 213-15,3 0-87 0,1 0-46 0,0 0 99 16,2 2-13-16,0 7-52 0,0 4-29 0,2 6 1 16,3 4-29-16,1 1-1 0,-1 3 1 0,-1 0 22 15,0 3-23-15,-3-5 9 0,2 5-8 0,-1-5-91 16,-2-5 46-16,0 2 22 0,0-2 0 0,0-7-106 16,0-1 57-16,0-4-386 0,0-5 208 0,0 2 80 15,0-5 59-15,-2 0-306 16,-2 0 180-16,0-8 85 0,0-12 43 0,1-4-259 15,-1-4 150-15</inkml:trace>
  <inkml:trace contextRef="#ctx0" brushRef="#br0" timeOffset="31994.37">11978 6516 1058 0,'-4'-19'0'0,"3"8"0"0,1 4 0 0,0 1 0 0,0 1 0 0,0 1 0 0,0 0 0 0,3 3 0 0,14-2 346 16,4 1-153-16,5 1-72 0,2-2-48 0,4 3 232 0,4 0-137 0,1 0-67 15,0 0-4-15,7 0-24 16,1 4-8-16,-3-2-104 0,-1 1 36 0,-6-2 0 15,4-1 44-15,-2 2-128 0,-7-2 59 0,0 0 31 16,-10 2 0-16,1-2-56 0,-8 2 51 0,1-2-19 16,-7 2 20-16,-4-2 39 0,-1 0-32 0,0 0-37 15,0 2 239-15,-2-2-99 0,0 0-49 0,0 0 96 16,0 0-66-16,0 0-13 0,0 3-16 0,0 5 76 16,0 2-52-16,0 2-26 15,0 3 0-15,2 1 60 0,2 0-34 0,2 5-31 16,-3-1 1-16,3 1-82 0,-1 2 30 0,1 1 0 15,-3-4-210-15,2 9 116 0,-3-6 61 0,1 2-179 16,-1-6 113-16,-2 2 23 0,0 0 40 0,0-4-470 16,0-2 235-16,-2-2 117 0,-3-2 60 0,-5-3-426 15,1-1 234-15,-4-1 130 0,-1-4 60 0</inkml:trace>
  <inkml:trace contextRef="#ctx0" brushRef="#br0" timeOffset="32186.85">12220 6450 1327 0,'0'-1'0'0,"0"-1"0"0,0 2 0 15,0 0 0-15,0 0 0 0,0 12 234 0,0 6-101 0,0 2-42 0,2 11 176 0,0 1-118 0,0-1-58 16,0 5-29-16,1-2 154 0,-1 0-83 0,0 0-54 16,0-4-24-16,0 0-166 0,-1-8 72 15,2 1 35-15,-1-1-358 0,0-5 193 16,0-2 100-16,0-7-545 0,-1-1 310 0,1-4 102 15,2-3 51-15,1 0-128 0</inkml:trace>
  <inkml:trace contextRef="#ctx0" brushRef="#br0" timeOffset="32355.51">12410 6460 1604 0,'5'-1'0'0,"1"-2"0"0,-2 3 0 0,0 0 0 0,-2 3 0 0,0 10 0 0,1 5 0 0,-1 7 0 0,2-1 0 0,-2 4 461 0,0 2-215 0,-1 0-98 15,-1 2 10-15,0-2-63 0,0-2-31 0,0 1-313 16,0-2 141-16,0-5 78 0,0 0 27 0,0-1-515 16,0-5 276-16,0 0 137 0,0-3 37 0,-1-6-309 15</inkml:trace>
  <inkml:trace contextRef="#ctx0" brushRef="#br0" timeOffset="32522.18">12231 6652 1526 0,'0'0'0'0,"0"0"0"0,0 0 0 0,0 0 0 0,0 0 0 0,0 0 0 0,0 0 0 0,4 0 289 16,8 0-128-16,1 0 183 0,4 0-156 0,-3 1-69 15,4 2-47-15,-2 0-216 0,2 3 88 0,-2-1 45 16,-1 1 22-16,-2 0-227 0,1 1 120 0,-5 0 65 16,-2 5 32-16,-1 0-601 0</inkml:trace>
  <inkml:trace contextRef="#ctx0" brushRef="#br0" timeOffset="32672.34">12291 6828 1227 0,'-9'0'0'0,"4"0"0"0,3 0 0 0,-1 0 0 0,2 0 0 0,1 0 0 0,0 0 0 0,0 0 233 0,0 0-100 0,11 0 148 16,4 0-116-16,0 0-70 0,2 0-31 0,-2 0-78 16,0 0 24-16,2 0-1 15,-2 0 32-15,-3 3-462 0,-1 4 227 0,-2 2 113 16,-3 4 57-16</inkml:trace>
  <inkml:trace contextRef="#ctx0" brushRef="#br0" timeOffset="32848.42">12157 7036 1482 0,'-12'0'0'0,"4"2"0"0,3-2 0 0,3 0 0 0,0 0 0 0,1 0 0 0,1 0 366 0,1 0-171 0,22 0-82 0,1 0 334 16,6 0-207-16,4 0-104 0,2-3-43 0,1-3 27 15,3 2-43-15,-1-1-22 0,-1-1-1 0,0 2-417 16,-3 1 205-16,1-3 92 0,-1 2-276 0,-1 0 187 16,-2 1 95-16,0 1-792 0</inkml:trace>
  <inkml:trace contextRef="#ctx0" brushRef="#br0" timeOffset="33044.89">12872 6491 2005 0,'-2'-5'0'0,"0"3"0"0,2 1 0 0,0-1 0 0,0 0 0 0,6 2 0 0,7-2 0 0,8 0 0 0,1 0 210 0,5 1-88 0,-4-1-55 16,0 2 8-16,7 0-42 0,-7 0 0 16,0 0-310-16,-3 0 155 0,-3 0 78 15,-4 3 46-15,1 1-503 0,-5 2 261 0,-4-3 130 16,1 1-439-16</inkml:trace>
  <inkml:trace contextRef="#ctx0" brushRef="#br0" timeOffset="33376.04">13009 6178 939 0,'-11'-11'0'0,"4"6"0"0,1 3 0 0,0-1 0 0,2 2 0 0,0 1 158 0,1 0-63 0,-1 15-31 0,4 2 303 16,0 9-167-16,0 2-75 0,0 4-51 0,2 11 171 15,3 0-107-15,1 3-52 0,0 2-27 0,0 4-84 16,-3-2 25-16,3 1 0 0,-4-2-219 0,-1-3 126 16,1 1 63-16,0-8-232 0,-2 1 144 0,0-4 39 15,0-3 48-15,-2-2-130 0,-3-11 71 0,-2-3-18 16,1-5 41-16,-4-5 71 0,-1-3-37 0,0-4 1 16,-3 0-1-16,2-4 127 15,-4-9-58-15,3-2-35 0,-2-5 130 0,4 2-65 16,0-3-45-16,1 5 234 0,3-1-109 0,3 2-66 15,1 5-4-15,1-1 91 0,2 0-68 0,0 1-24 16,0-1-9-16,5 0 91 0,8-1-63 0,4 3-30 16,0-2-132-16,4 1 59 0,0 1 17 0,-1 2-1 15,2 0-445-15,1 1 235 0,0 2 94 0,1-2-652 16,2-2 369-16</inkml:trace>
  <inkml:trace contextRef="#ctx0" brushRef="#br0" timeOffset="33699.97">13240 6308 1041 0,'-5'-6'0'15,"3"3"0"-15,0 0 0 0,0 2 0 0,-1 1 0 0,3 0 256 0,0 4-112 0,0 8-56 0,0 2 307 0,0 3-185 16,0 1-89-16,0 3-44 0,0 0-80 0,0-1 0 16,0 1 44-16,0-4-287 15,0-5 140-15,0-1 69 0,0-4 35 0,0-3-283 16,0-2 167-16,0-2 72 0,-1 0-26 0,-1 0-69 15,0-12-8-15,2-6 58 0,0-5 14 0,0-5-1 16,0-4 22-16,0-2 58 0,2 1 0 0,6-1-34 16,1 4-9-16,2 1 150 0,1 3-70 15,-1 9-36-15,0 0 0 0,1 6 279 0,-3 4-128 16,0 4-78-16,1 0-8 0,1 3 233 16,-2 0-132-16,-1 7-68 0,0 9 66 0,-3 0-71 15,-1 3-32-15,-1 5 0 0,-1 1 45 0,0-1-39 16,0-3 9-16,1 4-342 0,0-1 148 0,1-1 74 15,-1-3 36-15,3 1-602 0,-1-3 286 0,-1 1 163 16</inkml:trace>
  <inkml:trace contextRef="#ctx0" brushRef="#br0" timeOffset="34035.31">13278 6603 1529 0,'-13'7'0'0,"5"0"0"0,0-3 0 0,1-2 0 0,5 0 0 0,-1 0 0 0,3-2 0 0,0 0 0 0,3 2 257 0,10 0-112 0,2 2-56 15,2 1 107-15,0 5-82 0,-2-1-33 0,2 2-137 16,-4 5 45-16,-1 0 21 0,-5 5 1 0,-5 4-138 16,-2-3 88-16,0 8 32 0,-6 1 0 0,-9-3-57 15,-2-1 48-15,-5 0-23 0,-1-5 25 0,-1-3-146 16,0-5 75-16,3-4 11 0,-2-2-65 0,5-4 31 16,-2-4 42-16,4 0-161 15,1-7 98-15,2-15 47 0,1-3 25 0,6-2-114 16,3-1 73-16,1-2 32 0,2 0 1 0,0 1 99 15,0 8-34-15,5 1-7 0,3 3 396 0,2 6-210 16,1 2-106-16,0 5-53 0,2 2 278 0,2 2-108 16,4 0-93-16,2 7 431 0,1 9-248 0,1 2-124 15,-1 4-61-15,1 5 138 0,-1 1-104 0,-1 2-49 16,2 0-23-16,2-2-393 16,-2-3 184-16,4-4 100 0,-1-4-551 0,2-6 318 15,1-6 159-15,-1-2 22 0</inkml:trace>
  <inkml:trace contextRef="#ctx0" brushRef="#br0" timeOffset="34218.81">13704 6236 1497 0,'-4'-7'0'0,"1"5"0"0,3 0 0 0,0 2 0 0,0 0 0 0,0 0 0 0,0 0 540 0,0 0-253 0,0 0-119 16,0 8-72-16,0 4-32 0,2-1 0 0,3 1-31 15,1 0-425-15,-1 1 220 0,1-4 99 0,0 3-232 16,-2-8 169-16,-1 3 85 0,1-3 42 0,-1-4-602 16,-1 0 297-16</inkml:trace>
  <inkml:trace contextRef="#ctx0" brushRef="#br0" timeOffset="34469.04">13697 6064 838 0,'-10'-21'0'0,"4"4"0"0,3 6 0 0,1 1 0 0,2 3 0 0,0 0 0 0,0 0 0 0,14 2 0 0,6 2 274 15,1-2-113-15,9 4-68 0,-2-1-30 0,2 2 92 16,2 0-61-16,-2 0-31 0,0 0-57 0,0 0-7 16,-5 2 33-16,-2 1 61 0,0 0-30 0,-4 0-1 15,-2 2-21-15,-5-3 17 0,-3 3 0 0,-2 1-26 16,-2-3 1-16,-1 1 97 16,-2 3-41-16,0 0-32 0,-2 5 0 0,0 1 120 15,0 2-73-15,0 0-35 0,0 4 12 0,0-1-48 16,0 3 0-16,0 0-221 0,0-1 110 0,0 1 56 15,2 2 35-15,0-3-209 0,2 1 94 0,0-2 64 16,-3 0-12-16,1 0-559 0,0-4 281 0,-2 2 151 16,0-3 72-16</inkml:trace>
  <inkml:trace contextRef="#ctx0" brushRef="#br0" timeOffset="34661.03">13721 6256 1292 0,'-21'0'0'0,"11"0"0"0,-2 0 0 0,3 0 0 0,3 0 0 0,4 0 266 0,2 0-116 0,0 0-51 0,4 0 197 16,12 0-131-16,5 0-67 0,2 0-32 0,1 0 57 15,2 0-37-15,6 0-30 16,-2 0-1-16,0 0-191 0,-2 0 84 0,-7 0 42 16,2 0-392-16,-6 0 213 0,-4 0 110 0,-2 0-523 15,-5 1 251-15,-3 3 161 0,-3 2 60 0</inkml:trace>
  <inkml:trace contextRef="#ctx0" brushRef="#br0" timeOffset="34816.87">13803 6338 507 0,'-14'4'0'0,"2"0"0"0,3-1 0 0,3-2 0 0,1 2 0 0,3 0 357 0,2-3-162 0,0 3-81 16,4-2-41-16,9-1 171 16,2 3-110-16,3-3-51 0,3 0 12 0,0 0-32 15,1 0 1-15,-1 0-23 0,0 0-119 0,-3 0 55 16,0 0 28-16,-6 0-397 0,-2 2 212 0,-1-1 115 15,-3 3 45-15,-4 2-566 0</inkml:trace>
  <inkml:trace contextRef="#ctx0" brushRef="#br0" timeOffset="35099.64">13892 6371 543 0,'-7'-1'0'0,"-1"1"0"0,4 0 0 0,-2 0 0 0,3 1 0 0,1 7 0 0,0 2 73 0,2 1-8 0,0-1-32 16,0 2-22-16,0 1 0 0,0 2 22 0,-2-1 8 15,0 1-183-15,-1-3 86 0,-5 0 43 0,0 0-242 16,-3-4 128-16,0 1 62 0,-2-3 33 0,0-5-35 16,1 1 67-16,-1-2 0 0,2 0 0 0,-1 0 48 15,2 0-22-15,0 0-21 0,2-3-34 0,3-1 443 16,1 2-204-16,2-2-72 0,2 2 153 16,0-3-127-16,0 0-66 0,11 2 141 15,7-1-103-15,0 1-44 0,6 0-33 0,3 0 55 16,1 3-41-16,-2 0 1 0,3 0-42 0,-6 0-76 15,-2 0 35-15,0 0 20 0,-3 0-343 0,-2 0 182 16,-5 0 91-16,-1 3-251 0,-5 1 158 0,-1 2 21 16,-2-1 60-16</inkml:trace>
  <inkml:trace contextRef="#ctx0" brushRef="#br0" timeOffset="35582.58">13847 6557 604 0,'-6'10'0'0,"2"0"0"0,2 1 0 0,0-2 0 0,2 1 0 0,0 0 0 0,0-2 181 0,0 2-75 0,0-3-36 16,0-2 30-16,0 1-34 0,0-1 8 0,0-2-41 15,0-3-48-15,0 2 24 0,0-2 1 0,0 0-11 16,0 0 42-16,0 0-8 0,2 0-1 0,7-2-23 16,-2-6 1-16,2 2 22 15,-2 1 9-15,5-2-95 0,-1 1 41 0,-4 4-3 16,3-2-33-16,-2 2 24 0,-1 1 15 0,-2 1-6 15,-1 0-2-15,0 0 23 0,0 0 1 0,-2 3 29 16,0 3-5-16,-2 3-26 0,0-2-10 0,0 0 130 16,0 2-52-16,0 2-30 15,0-1-2-15,0 1 105 0,0 0-48 0,0 2-34 0,0 1-6 0,0-2 0 16,2 4-16-16,0-2-39 0,3 2 31 16,0-1-1-16,-1-1 1 0,1 2-16 15,-2-1 24-15,1-2-8 0,-2-2 0 0,0-1-33 16,-2-1-7-16,0-2 39 0,0 1-16 0,0-2 10 15,-2-3-10-15,-7 1 9 0,-1-2-16 0,1 0 15 16,-3-2 4-16,-3 0-104 0,2 0 45 0,-2 0 25 16,-2 0-4-16,0-2-153 0,-2-4 79 0,1 1 43 15,-1-3 12-15,-2-1-58 0,2 0 26 16,-2-3 23-16,3 4-18 0,-1 3-33 16,2-1 17-16,0 5 1 0,4 1 175 0,2 0-77 15,-2 0-26-15,3 1 172 0,3 10-92 0,-1 1-48 16,5 1-9-16,1 0 16 0,2 0-7 0,0 0-1 15,0 1 13-15,0-1-195 0,7-2 94 0,8-3 37 16,2-3 24-16,6-2-615 0</inkml:trace>
  <inkml:trace contextRef="#ctx0" brushRef="#br0" timeOffset="35722.61">13999 6773 1999 0,'17'0'0'0,"-2"0"0"0,0 0 0 0,-4 0 0 0,-1 0 0 0,1 0 0 0,0 4 0 0,-3 2 0 0,1 1 273 0,-2 3-120 0,2 0-60 0,-4-2-111 16,0 5 22-16,-1-5-1 0,2 2 30 0,-3 0-604 16,1-4 301-16,0 1 160 0</inkml:trace>
  <inkml:trace contextRef="#ctx0" brushRef="#br0" timeOffset="35907.11">14350 6186 1678 0,'0'0'0'0,"0"0"0"0,0 0 0 0,0 0 0 0,0 0 0 0,0 0 0 0,-5 4 0 0,-3 9 552 16,0 4-260-16,-1 2-121 0,-2 5-73 0,1-1-212 16,3-3 74-16,1 5 36 0,1-6-284 0,1 2 169 15,4-3 71-15,0-5-842 0</inkml:trace>
  <inkml:trace contextRef="#ctx0" brushRef="#br0" timeOffset="36046.75">14480 6291 1222 0,'1'9'0'0,"-1"8"0"0,0-1 0 0,0 0 0 0,-5 3 0 0,-6 4 0 0,-3-1 459 0,3-1-204 0,-4 7-116 15,4-6-53-15,4-3-148 0,-1 1 48 0,4 0 23 16,2-7-256-16,2 3 136 0</inkml:trace>
  <inkml:trace contextRef="#ctx0" brushRef="#br0" timeOffset="36193.61">14589 6456 1478 0,'5'10'0'0,"-1"5"0"0,-2 4 0 0,-2 3 0 0,0 5 0 0,-7 2 0 0,-9 13 203 0,2-6-77 0,-7 14 575 15,-4 0-334-15,-3-2-167 0,-6 10-84 0,-2-7 56 16,1-4-61-16,-12 13-44 0,-2-6 1 0,-4-1-533 15,-1 2 249-15,-8-5 125 0,0-1-936 16</inkml:trace>
  <inkml:trace contextRef="#ctx0" brushRef="#br0" timeOffset="44241.18">4978 9793 1017 0,'0'-1'0'0,"0"-2"0"0,0 2 0 0,0-1 0 0,0 0 0 0,0 0 0 0,0 1 0 0,0 1 120 0,0 0-44 0,0 0-22 0,0 0 7 0,0 0 7 0,0 0-35 16,0 0 0-16,0 0-5 16,0 0 5-16,0 0 0 0,0 0 8 0,0 0-32 15,0 0 24-15,0 0 0 0,0 0 12 0,0 0-13 16,0 5 9-16,0 2 18 0,0 3 0 0,0-1-26 16,0 3 0-16,0-1 1 0,0 2 7 0,0 2-9 15,0 0 1-15,0 0 16 0,0 2-16 0,0 4 0 16,0-3 8-16,0 7-45 0,0-1 37 15,0 1 0-15,0 1-27 0,0-6 8 0,0 9 13 16,0-6-33-16,0 0-4 0,0 4 37 16,0-2-1-16,0-2 3 0,0 6-10 0,0-1 4 15,0 2-9-15,0 0 46 0,0 1-4 0,0-2-27 16,0 3-4-16,0 0 37 0,0 2 4 0,0 0-38 16,0 1 42-16,0 1-31 0,0 0-1 0,0 2-36 15,0-3 31-15,0 0 0 0,0 1 0 0,0-1-11 16,0 0 11-16,0-1-1 0,0 0 1 0,0-2-26 15,0-1-5-15,0 3 35 16,2-2-16-16,1 0-21 0,-2 0-5 0,-1 0 30 16,1 0-34-16,2 1 5 0,-3 2 19 0,1-4-18 15,-1 3-2-15,0 0 21 0,0 0-2 0,0 0-6 16,0 0 5-16,0 1 1 0,0-1-5 0,0-2 7 16,0 3-6-16,0 1 5 0,0-4-6 0,0 3-4 15,0-3 7-15,0 1 0 16,0-2-37-16,0 0 39 0,0-1-3 0,0 2-25 0,2-2-2 0,0-1 25 15,-1 3-3-15,-1-2-54 16,2 1 23-16,-2 0 0 0,3-2 21 0,-3 2-21 16,2-4-8-16,-2-1 30 0,1 5-12 0,-1-1-20 15,0-1 18-15,0 4 9 0,0-2 34 0,0 3-38 16,0 0-2-16,0 0 33 0,0 0 0 0,0-1-27 16,0-1 2-16,0-6 31 0,0 5-26 0,0-10-3 15,0-1 9-15,0-1-53 0,0-3 23 0,0-5 0 16,2 1 24-16,-2-5-58 0,0-1 24 0,2-3-1 15,-2 0-63-15,0 0 37 16,0-3 16-16,0 1-63 0,0-1 34 0,0 0 23 16,0 0-16-16,0 0-76 0,0 0 59 0,0 0 27 15,0 0-1-15,0 0-352 0,0 0 180 0,0 0 104 16</inkml:trace>
  <inkml:trace contextRef="#ctx0" brushRef="#br0" timeOffset="45542.96">4206 11483 124 0,'-1'0'0'0,"-2"0"0"0,0 0 0 0,0-2 0 0,1 1 0 0,0 1 192 16,1 0-84-16,-1 0-37 0,2 0-1 0,0 0 74 15,0 0-55-15,0 0-20 0,0 0 118 0,0 0-77 16,0 0-38-16,0 0 126 15,0 0-83-15,0 0-33 0,0 0-28 0,0 0 36 16,0-2-29-16,0 2 1 0,0-2-30 0,2 2 71 16,-1-2-40-16,6 0 1 0,-1 2-31 0,-1-1 37 15,3-2 1-15,-2 3-30 0,4-1 20 0,1 1 1 16,-3 0-29-16,3-2 39 0,0 2-39 0,-2 0 8 16,1 0-8-16,3-3 16 0,-4 3-16 0,3 0-1 15,-3 0 1-15,4 0 20 0,-1 0-20 16,-1 0-1-16,4-1 1 0,-4 1 11 0,5 0-11 0,-2-2 8 15,2 2-9-15,-1-2-3 16,-1 0 4-16,3 2-27 0,-4-1 0 0,4 1 35 16,-4-2-9-16,4 2-27 0,-4 0-5 0,3 0 29 15,-2 0-6-15,5 0-22 0,-4 0-12 0,2 0 35 16,-1 0-12-16,0 0 36 0,1 0-33 0,2 0 10 16,-2 0 21-16,3 0-1 0,-1 0-24 0,2 0 34 15,-1 0 2-15,0 0-26 0,2 0 2 16,-2 0-4-16,2 0 3 0,-2 0-3 0,0 0 14 15,2 0-33-15,-2 0 178 0,0 0-188 0,3 0 0 16,-2 0 0-16,0 0 0 0,1 0 0 16,-3 0 0-16,2 0 0 0,-1 2 0 0,1-2 0 15,-3 1 0-15,3 1 0 0,0 0 0 0,-3 0 0 16,4 2 0-16,-2-2 0 0,0-1 0 0,2 2 0 16,0-3 0-16,0 1 0 0,4-1 0 0,-4 0 0 15,0 0 0-15,0 2 0 0,1-2 0 0,-1 0 0 16,0 0 0-16,-1 2 0 15,-1 0 0-15,1 0 0 0,0-1 0 0,1 1 0 16,0 1 0-16,-1-2 0 0,1 1 0 0,-1-2 0 16,-1 3 0-16,3-3 0 0,-2 0 0 0,-1 0 0 15,1 0 0-15,0 0 0 0,-3 0 0 0,3 0 0 16,-2 0 0-16,1 0 0 0,3 0 0 0,-1 0 0 16,1 0 0-16,-3 0 0 0,0 0 0 15,1 0 0-15,0 0 0 0,-1 0 0 0,1 0 0 0,-3 0 0 16,2 0 0-16,-5 0 0 0,5 0 0 0,-1 0 0 15,-1 0 0-15,2 0 0 16,-2 0 0-16,2 0 0 0,-1 0 0 0,-1 0 0 16,4 0 0-16,-3-3 0 0,-1 3 0 0,2-2 0 15,-2 1 0-15,0-2 0 0,0 3 0 0,-2 0 0 16,1 0 0-16,-2 0 0 0,2-2 0 0,-2 2 0 16,0 0-181-16,0 0 125 0,-1 0 22 0,0 0 6 15,2 0 4-15,-5 0-1 0,1 0 7 0,-2 0 59 16,0 0-28-16,-1 0-1 15,1 0-38-15,-2 0 74 0,-2 0-30 0,1 0 8 0,-1 0-35 16,0 0 30-16,0 0-24 0,-1 0 17 16,-1 0-51-16,-1 0 9 0,2 0 29 0,-2 0-108 15,0 0 51-15,-2 0 20 0,1 0-1 0,0 0-114 16,-2 0 64-16,0 0 13 0,0 0 7 0,0 0-112 16,0 0 72-16,0 0 38 0,0 0-448 0,-8-1 234 15,2-3 129-15,-1-1 61 0,-1-5-288 0</inkml:trace>
  <inkml:trace contextRef="#ctx0" brushRef="#br0" timeOffset="45800.28">6672 11214 1843 0,'0'0'0'0,"0"0"0"0,0 0 0 0,2 0 0 0,5 0 0 0,2 0 0 0,2 0 0 0,1 3 0 0,3 5 282 0,4-1-129 15,6 4-59-15,-3 0 129 0,4 1-94 16,0 1-49-16,2 0 7 0,-5 2-31 0,3 0-1 16,-5 0-22-16,-6-2-24 0,3 2 1 0,-7 0 31 15,-1 1-8-15,-6-2-31 0,1 4-1 0,-5-3 32 16,0 1 0-16,-5 1 27 0,-8-1-27 0,-8 2-1 16,0-4-121-16,-6 4 46 0,-11 2 34 0,0 3-194 15,-6-1 105-15,-4 5 41 0,-8 5 31 0,4-2-713 16,-1 2 354-16</inkml:trace>
  <inkml:trace contextRef="#ctx0" brushRef="#br0" timeOffset="46357.32">4978 9788 592 0,'0'-4'0'0,"0"2"0"15,-2 1 0-15,-2-1 0 0,1-1 0 0,-2 3 0 0,0 0 138 0,-1 0-52 0,-1 0-27 0,0 6 141 0,-5 7-76 16,-1 3-49-16,0 2 49 15,-4 5-46-15,0-1-23 0,0 3 1 0,2-3-64 16,-4 4 16-16,2-3 0 0,4-4 25 0,-1-1-77 16,2 1 39-16,0-2 7 0,4-3-285 0,5-5 155 15,0-2 38-15</inkml:trace>
  <inkml:trace contextRef="#ctx0" brushRef="#br0" timeOffset="46512.91">4993 9715 1194 0,'0'0'0'0,"0"0"0"0,1 0 0 0,1 2 0 0,1-1 0 0,-1 5 0 0,3-1 0 0,2 3 483 0,1-1-229 0,3 4-111 15,6 5-55-15,2 1 12 0,1 2-34 0,5 3 9 16,7 9-214-16,-2-2 85 0,2 5 44 0,1 1-694 16</inkml:trace>
  <inkml:trace contextRef="#ctx0" brushRef="#br0" timeOffset="47418.01">5002 12562 415 0,'2'0'0'0,"0"0"0"0,0-2 0 0,3 1 0 0,-4-2 0 0,0 1 0 0,2 1 0 0,-3-2 33 0,0 1-1 0,1 1 27 0,-1-2-1 0,0 0-25 15,0 1 8-15,0 0 103 16,0 0-56-16,0 0-28 0,0 1 1 0,0 1 113 16,0-3-63-16,0 3-43 0,0 0 85 0,0 0-60 15,0 0-30-15,0 0 5 0,0 0 7 0,0 0-42 16,0 0 0-16,0 0-37 0,0 4 1 0,0 4 44 16,0 4-9-16,0 0 2 0,0 2-1 15,0 0 0-15,0 4-1 0,0-1 50 0,-1 1-49 16,1 1-1-16,-3 0 23 0,3 1-1 15,0 1-21-15,0 0-23 0,0 1 22 0,0 4 1 16,0-3 0-16,0 3-34 0,0-2 1 0,0 3 41 16,0 3-8-16,0-3-32 0,0-1 24 0,0 0 6 15,0-5-14-15,0 1-9 0,0-2-17 0,3-2 32 16,-3-2-30-16,0-4 28 0,1-1-7 0,-1-4-23 16,0-1 26-16,0-1 0 0,0 0 0 0,0-3-33 15,0 1-2-15,0 0 37 0,0 0-7 16,0-1-24-16,0 1-3 0,0 1 26 15,0 2-5-15,0-2-19 0,0-1 15 0,0 1 5 16,0-2-56-16,0 0 25 0,-1 0-7 0,1-1-46 16,0-1 33-16,0 0 0 0,0 0 28 0,0 0-29 15,0 0-7-15,0 0 34 0,0 0-9 0,0 0 34 16,0 0-6-16,0 0-20 0,0 0-8 0,-3 0 4 16,3 0-2-16,0 0 4 0,0 0-194 0,-1 0 92 15,1 0 45-15,0-5-427 16,0-8 241-16</inkml:trace>
  <inkml:trace contextRef="#ctx0" brushRef="#br0" timeOffset="47887.3">7207 11629 1523 0,'-13'-6'0'0,"13"3"0"0,0 2 0 16,0-1 0-16,0-1 0 0,2 0 0 0,7-1 295 0,4 1-130 0,3 1-67 0,0-1-24 0,7 2 119 16,1 1-80-16,-3 0-40 0,3 1-69 0,-5 7 29 15,2 5 8-15,-4 3-8 0,-4-1-64 16,-2 2 32-16,-5 0 1 0,-2 1-38 15,-4 1 42-15,0 0-7 0,0-2 33 0,-15 3 65 16,-4-2-32-16,-1-4-47 0,-4 2 11 0,-3-1 46 16,-4-2-26-16,1-2-4 0,-1-4-299 0,0 1 135 15,8-6 71-15,-1-2 36 0,5 0-217 0,2 0 112 16,8-8 59-16,4-2-500 0,5-7 255 0,0-4 139 16</inkml:trace>
  <inkml:trace contextRef="#ctx0" brushRef="#br0" timeOffset="48065.93">7552 11428 1238 0,'1'0'0'0,"0"0"0"0,-1 0 0 0,0 1 0 0,-14 11 0 0,-11 6 0 0,5 6 550 0,-4 7-259 0,3-1-129 16,5 2 441-16,2 3-277 0,6-2-150 0,6 2 87 16,2 1-115-16,2-3-57 0,13-3-30 0,6-2-122 15,3-2 43-15,5-6 25 0,3-5 1 0,-1-4-473 16,3-5 249-16,0-4 133 15,-4-2 53-15,1 0-889 0,-4-2 387 0</inkml:trace>
  <inkml:trace contextRef="#ctx0" brushRef="#br0" timeOffset="48534.32">4672 9221 745 0,'0'-14'0'0,"0"4"0"0,0 7 0 0,0 2 0 0,0-2 0 0,0 2 0 0,0 1 147 0,0 0-58 16,0 0 113-16,3 4-84 0,3 9-43 0,1 3-13 0,3 7 33 15,-1-2-31-15,0 3 0 0,1 0-189 16,1 2 78-16,-5-5 49 0,4 8-9 0,-3-9-112 16,1 3 76-16,-1-4 38 0,0-4 0 0,1-6-428 15,1-3 169-15</inkml:trace>
  <inkml:trace contextRef="#ctx0" brushRef="#br0" timeOffset="48716.83">4921 9106 942 0,'5'-3'0'0,"0"0"0"16,-4 2 0-16,1 1 0 0,0 0 0 0,-2 0 228 0,0 0-97 0,0 1 237 0,-4 14-167 15,-10 8-85-15,-13 11-33 0,-8 13-29 0,-11 6 0 0,-10 15 51 16,0 0-36-16,3 2-24 0,4-11-4 0,-3 6-8 15,3-7-1-15,5-1-235 0,1-9 118 0,12-6 59 16,2-5 38-16,-1 2-602 0,14-9 302 16,-3 2 83-16</inkml:trace>
  <inkml:trace contextRef="#ctx0" brushRef="#br0" timeOffset="50872.4">5019 10541 553 0,'0'-2'0'0,"0"-2"0"0,-1 2 0 0,-2-2 0 0,2 1 0 0,0 1 0 0,1-2 0 0,-3 1 74 0,3-3-42 0,0 2 102 16,0-2-51-16,0 3-25 0,0-1 91 0,0 0-63 15,0 0-26-15,3 1 0 0,-1-1 45 0,2 0-35 16,3 0 7-16,-5 1-44 0,4 1 0 0,-2-2 38 0,3 2 1 16,-3 0-40-16,0 1 9 0,1-2 19 15,1 2-27-15,-2-2 0 0,3 2 34 0,-2-1-34 16,0 2 22-16,3-1-22 0,-3 1 0 0,4-3 0 15,-1 3 0-15,0 0-15 0,-1 0 23 16,2 0-8-16,0 0-9 0,1 0 9 0,0 0 0 16,-1 0-1-16,2 0-15 0,0 0 16 15,-1 0 0-15,2 0-1 0,-3 3-12 0,1-2 11 0,0 2 3 16,4 0 30-16,-4 1-34 0,2-3 1 16,-1 1 12-16,1 0-12 0,0 2 9 15,1-2-6-15,-2 1-2 0,0-1-34 0,-1 3 34 0,2-3 0 16,-2 3-14-16,0-2 13 0,0 1 0 15,0 0-18-15,-2 1 16 0,3-1 1 0,-2-1-23 16,1 6 19-16,2-3 1 0,0-3-4 0,-2 2 3 16,2 1 0-16,-3 0-2 0,4 0-1 0,0-2 2 15,-3 3 0-15,-1-2-1 0,4 1-21 0,-5-1 21 16,1 1-1-16,1 2 1 0,-1-4-2 0,1 5-18 16,-3-4 23-1,1 2-4-15,-1 2-3 0,0-2-13 0,1 1 11 16,1-1 2-16,-5 1-16 0,5 1 15 0,0-1-2 0,-1-3 2 15,-2 6-34-15,1-2 0 0,1-2 31 0,0 2 0 0,1 0-35 16,-4-4 1-16,6 5 8 16,-6-4 20-16,3 3-2 0,0-2 2 0,-2 2-10 0,2-2 17 15,-3-1-16-15,3 5 5 0,-3-6-5 0,3 4 28 16,1 1 0-16,-5-3-22 16,2 1 31-16,1 4-29 0,-2-5 7 0,3 0-6 15,-3 3-4-15,-2-3 5 0,2 0 4 0,1 2-40 0,-2-2 38 16,2 1-2-16,-2-4-1 0,1 5-26 0,0-3 23 15,-3-1 3-15,2 0-24 0,2 1-1 0,-2-1 17 16,0 3 25-16,1-2-25 16,-1 0 2-16,-1 1-2 0,1-2 198 0,2 3-200 0,-2 0 0 15,0-1 0-15,1 1 0 0,-1-1 0 0,-1-1 0 16,2 2 0-16,-2-1 0 0,1-1 0 0,0 1 0 0,0-1 0 16,-1 1 0-16,1-1 0 15,-1 0 0-15,-1-1 0 0,2 3 0 0,1-1 0 16,-2 3 0-16,2-2 0 0,-3 2 0 0,4 0 0 15,-1-1 0-15,-5 0 0 0,5 3 0 0,-2-3 0 16,-1 0 0-16,2-2 0 0,-2 3 0 0,0-2 0 16,2-1 0-16,-3 1 0 0,3-1 0 0,-1 1 0 15,-1 0 0-15,1-2 0 0,0 3 0 0,1 0 0 16,0 0 0-16,-1 2 0 0,-1-1 0 0,2-1 0 16,0 4 0-16,-1-3 0 0,-3-1 0 15,4 2 0-15,-2 1 0 0,1-3 0 16,-2 2 0-16,1-1 0 0,0-1 0 0,-2 1 0 15,3-1 0-15,-3-1 0 0,0-1 0 0,0 1 0 16,1-1 0-16,-1-1 0 0,0-1 0 0,2 1 0 16,-2 1 0-16,2 1 0 0,-1-1 0 0,-1 2 0 15,2 1 0-15,-2-1 0 0,2 2 0 0,-2 0 0 16,3 1 0-16,-3 0 0 0,0-3 0 0,0 0 0 16,0 3 0-16,0-4 0 15,0 3 0-15,0-4 0 0,0 1 0 0,0-3 0 16,0 3 0-16,0-3 0 0,0 1 0 0,0-1 0 15,0 2 0-15,0 1 0 0,0-2 0 0,0 4 0 16,0-3 0-16,0 2 0 0,0 0 0 0,-3 4 0 16,-1-1 0-16,1 1 0 0,1 1 0 0,-4-1 0 15,4-2 0-15,-4 4 0 0,2-4 0 0,1 0 0 16,-1 1 0-16,0-3 0 0,2 1 0 0,-3 0 0 16,3-2 0-16,-2 0 0 0,1 1 0 0,-2-2 0 15,2 3 0-15,-1-2 0 0,1 1 0 0,-5 0 0 16,2 1 0-16,0 1 0 15,1-2 0-15,-2 3 0 0,-1-1 0 0,1 0 0 16,-1 3 0-16,1-3 0 0,-3 1 0 0,2-1 0 16,1 2 0-16,0-3 0 0,-1 0 0 0,1 1 0 15,-1-1 0-15,1 1 0 0,-1-2 0 0,2 2 0 16,0-1 0-16,-1-1 0 0,3 0 0 0,-5 1 0 16,4 1 0-16,-3-1 0 15,3 0 0-15,-3 1 0 0,4-2 0 0,-2 1 0 16,0-3 0-16,1 1 0 0,2-4 0 0,-3 2 0 15,2 0 0-15,-2 0 0 0,2 0 0 0,-1-3 0 16,0 1 0-16,0 2 0 0,-3-3 0 0,2 3 0 16,-2-2 0-16,1 1 0 0,-2 2 0 0,0-2 0 15,-1 0 0-15,0 1 0 0,0 1 0 0,0-1 0 16,-2 2 0-16,2-3 0 0,-2 3 0 0,0-1 0 16,4-1 0-16,-5 1 0 0,0-1 0 0,4-2 0 15,-2 1 0-15,1-1 0 16,1 0 0-16,1-1 0 0,-3 2 0 0,3-1 0 15,-3-1 0-15,2-2 0 0,-1 4 0 0,1-2 0 16,-2 1 0-16,1 0 0 0,0 1 0 0,0-1 0 16,-2 3 0-16,1-3 0 0,2 1 0 0,-1 0 0 15,0 0 0-15,0 1 0 0,-2-1 0 0,5 0 0 16,-2-2 0-16,-1 1 0 0,1 0 0 0,2 0 0 16,-2-3 0-16,0 2 0 0,2-2 0 15,-1 1 0-15,-1 0 0 0,-1 0 0 16,4-1 0-16,-4 2 0 0,2-3 0 0,2 1 0 15,-5-1 0-15,4 0 0 0,0 0 0 0,-3 0 0 16,3 0 0-16,-1 0 0 0,1 0 0 0,-3 0 0 16,5 0 0-16,-3 0 0 0,1-1 0 0,-1-2 0 15,3 2 0-15,0-3 0 0,0 2 0 0,-1 1 0 16,3-2 0-16,-2 3 0 0,2-1 0 0,0 1 0 16,-1 0 0-16,0 0 0 0,2 0 0 0,-1 0 0 15,-2-2 0-15,4 2 0 16,-4 0 0-16,2-2 0 0,-1 2 0 0,0-2 0 15,1 0 0-15,-1 0 0 0,-2 0 0 0,2 1 0 16,-1-3 0-16,1 0-171 0,-2 0 142 0,-1 0-70 16,1-1 42-16,-1 1 12 0,3 2-344 0,1-1 182 15,0 0 87-15,3 0-568 0,0-5 328 16,3-1 164-16</inkml:trace>
  <inkml:trace contextRef="#ctx0" brushRef="#br0" timeOffset="51737.86">5464 10723 747 0,'0'-5'0'0,"0"0"0"0,0 4 0 0,0-1 0 15,0 0 0-15,0 0 0 0,0 0 0 0,0 2 115 0,0 0-42 0,0 0 120 0,0 0-81 16,-3 14-31-16,-3 4-8 0,-2 8 48 16,-2 8-44-16,-8 4-22 0,1 7-1 0,-5 4 20 15,-5 7-9-15,0 1-33 0,-2-1 39 0,1 0 0 16,-1 1-39-16,5-9 33 0,-4 3-9 0,2-2 1 15,3-7-24-15,-1-1-58 0,5-11 37 0,3 0-7 16,3-12 27-16,2-1-190 0,6-9 88 0,-1 1 50 16,6-5 11-16,0-4-204 0,3 0 108 0,16 0 54 15,2-4-466-15,11-12 243 0</inkml:trace>
  <inkml:trace contextRef="#ctx0" brushRef="#br0" timeOffset="51959.27">5667 10990 1181 0,'7'-11'0'15,"2"7"0"-15,-8 2 0 0,1 0 0 0,-2 2 0 0,0 0 0 0,-3 0 0 0,-9 9 0 0,-3 10 349 0,-4 6-158 0,-6 9-79 0,-1 7-31 0,-4 11 105 16,0 2-77-16,-2 5-38 0,0 3-7 16,-4 2 1-16,-1 1-24 0,-2 3-42 15,1-5-1-15,3 0 35 0,0-7 0 0,9-8-163 16,4-9 89-16,1-2 33 0,6-9 0 0,5-9-295 15,4-4 157-15,3-5 37 0,3-5 52 0,0-1-407 16,3-4 215-16,11 0 108 0,10-9-90 0</inkml:trace>
  <inkml:trace contextRef="#ctx0" brushRef="#br0" timeOffset="52155.75">5750 11379 532 0,'9'-7'0'0,"-2"6"0"0,-7-1 0 0,0 2 0 0,0 0 0 0,-12 13 309 0,-3 5-129 0,-6 10-78 16,-5 5-35-16,-2 2 155 0,-1 5-95 0,-1 3-39 16,0 4-32-16,0 2 80 0,-5 8-51 0,2-3-27 15,1 1-47-15,2-9 7 0,-2 3 15 0,3-6-91 16,9-14 45-16,8-7 23 16,4-5 0-16,4-4-247 0,4-6 131 0,2-5 33 15,20-2 48-15,3-8-557 0</inkml:trace>
  <inkml:trace contextRef="#ctx0" brushRef="#br0" timeOffset="52328.28">5888 11654 1200 0,'2'-3'0'16,"-2"3"0"-16,0 0 0 0,-10 13 0 0,-7 8 0 0,-4 3 0 0,-6 10 466 0,-3 3-216 0,0 5-101 0,-1 3-62 0,-1 2 103 15,2-4-78-15,-2 2-40 0,3 0 0 16,5-5-76-16,-3 5 14 0,1-10 0 0,9-5 23 0,-2-1-356 15,6-12 178-15,2-5 97 0,3-2 36 0,5-4-518 16,3-6 207-16</inkml:trace>
  <inkml:trace contextRef="#ctx0" brushRef="#br0" timeOffset="52603.55">6201 9958 1248 0,'-10'-18'0'0,"10"16"0"0,0 2 0 0,0 0 0 0,0 0 288 0,0 0-132 0,-3 0 25 15,-1 0-74-15,0 15-37 0,-2 7 0 0,0 7-29 16,-1 9-9-16,1 5 41 0,1 0 0 0,1 0-40 0,0 0 0 15,2-7-176-15,-2 1 84 0,4 1 46 0,-3-2-322 16,3-4 184-16,0 0 92 0,-2-10 12 16,2-1-461-16,0-9 221 0,0 0-18 15,-2-6 136-15</inkml:trace>
  <inkml:trace contextRef="#ctx0" brushRef="#br0" timeOffset="52839.24">6066 9958 1143 0,'1'-15'0'0,"1"6"0"0,3 4 0 0,-1-1 0 0,4 1 0 0,2 0 93 0,4 4-31 0,2-1 375 0,3 2-194 0,2 0-110 16,4 0-49-16,-1 8-26 0,-2 6 124 15,1 5-74-15,-2 4-66 0,-2 3-9 0,-4 2-1 0,-2 2 1 16,-5 4-91-16,-4 0 46 0,-4 3 30 16,0-1-8-16,-6 5-14 15,-11-3-1-15,-4-1 38 0,-3-3 0 0,0-5-79 16,-9 4-3-16,0-6 31 0,1-3-151 0,-2 0 83 15,9-6 41-15,0-4 1 0,1-1-329 0,6-3 169 16,6-5 87-16,5-1-327 0,2-2 205 0,5-2 96 16,0 0 58-16</inkml:trace>
  <inkml:trace contextRef="#ctx0" brushRef="#br0" timeOffset="53044.68">6300 10315 1149 0,'20'-9'0'0,"10"2"0"0,-9 4 0 0,2-4 0 0,-5 5 0 0,-2 0 0 0,0 2 413 0,-4 0-191 15,3 2-94-15,-1 8 75 0,-2 1-90 0,0 4-40 0,-3 0 0 0,-2 4 29 16,-3 2-35-16,-2 1 8 0,-2 4-42 0,0 1-50 16,-8-2 25-16,-6-2 0 0,-3 0 24 15,-4-1-111-15,-2 1 52 0,-1-5 29 16,-1 0 1-16,-1-5-286 16,5-3 150-16,1-5 30 0,1-3-126 0,8-2 64 0,-1 0 69 0,5 0 12 15,5-13-279-15,2-4 156 0,2-6 92 0</inkml:trace>
  <inkml:trace contextRef="#ctx0" brushRef="#br0" timeOffset="53210.61">6546 10287 1113 0,'7'-6'0'0,"-4"5"0"0,-1-1 0 0,-1 2 0 0,-1 0 0 0,0 2 0 0,-1 8 1034 0,-11 10-982 16,2 2-19-16,-1 1 8 0,2 5 294 0,2-3-151 15,3-4-75-15,4 4-39 0,0-1 20 0,0-6-53 0,1-1-5 16,9-1 1-16,3-1 0 0,0-3-92 0,4-1 46 15,1-2 31-15,-2-3-8 0,1-2-468 0,1-3 245 16,-2-1 123-16,-1 0 61 0,0 0-786 0,-2-5 395 0</inkml:trace>
  <inkml:trace contextRef="#ctx0" brushRef="#br0" timeOffset="53347.38">6685 10358 778 0,'0'-5'0'0,"0"1"0"0,0 2 0 0,0 1 0 0,0 1 0 0,0 0 0 0,2 0 562 0,3 0-264 0,2 0-125 15,1 0 207-15,0 3-173 0,-1 5-88 0,3 2-309 16,0 1 111-16,-1-1 64 0,1 4 20 0,-2-1-289 16,0 0 159-16,-1-1 79 0</inkml:trace>
  <inkml:trace contextRef="#ctx0" brushRef="#br0" timeOffset="53493.77">6899 10240 781 0,'2'-1'0'0,"0"-1"0"0,0 0 0 0,-2 2 0 0,0 0 0 0,0 19 0 16,-8 7 687-16,-3 7-318 0,-6 16-173 0,-4 14 389 0,-3 0-276 16,-4 9-138-16,-7 20-21 0,0-10-160 0,-8 30 17 15,-4 7 0-15,2 2-271 0,2 10 148 16</inkml:trace>
  <inkml:trace contextRef="#ctx0" brushRef="#br0" timeOffset="72204.38">15889 6353 620 0,'-10'0'0'0,"2"0"0"0,1 0 0 0,0 0 0 0,1 0 0 0,1 0 0 0,-2 3 221 0,5-2-98 0,-1-1-45 15,3 2 158-15,0-2-102 0,0 1-50 0,0 2 24 16,0-1-41-16,7-1 0 0,5 3-35 0,1-3 157 16,4 1-78-16,3 1-31 0,7-2-8 0,-1-1 95 15,0 0-67-15,3 0-33 0,-1 0-1 0,-3 0 34 16,-2 0-37-16,2 0-1 0,-2 0-80 16,-4 0 26-16,-3 0-1 0,-3-1-55 15,1-2 35-15,-5 0 24 0,1-1-1 0,-5 1-278 16,1-1 146-16,-5 1 41 0,1-3 45 0,-2 4-434 15,0-3 219-15,0 4 109 0,-5-1-112 0,-4 2-62 16,-5 0 146-16,3 0 68 0</inkml:trace>
  <inkml:trace contextRef="#ctx0" brushRef="#br0" timeOffset="72611.28">15901 6395 1411 0,'-12'-4'0'0,"2"1"0"0,0 0 0 0,5 1 0 0,-1 0 0 0,1 0 0 0,3 0 0 0,0 1 248 0,1 1-107 15,1 0-54-15,0 0 118 0,0 0-86 0,7 0-35 16,6 5-30-16,0 3 155 0,4 0-88 0,2-1-44 16,-1 2-22-16,1 0 3 0,2 1-25 0,-3-1-1 15,1 3-109-15,-4 1 54 0,1 0 28 0,-6 2-144 16,1 4 82-16,-6 0 45 16,-3 3 22-16,-2 2-97 0,0 1 15 0,-4 1 42 15,-10 1-31-15,0-1-61 0,-5-2 21 0,-1 1 36 16,-3-3-8-16,-2-2 62 0,1-3 1 0,-1 0 101 15,3-6-59-15,3-1-30 0,-2 0 6 0,5-5 214 16,0-1-106-16,7 0-59 0,4-2-10 0,-1-2 117 16,4 0-45-16,2 0-51 0,0 0 14 0,0 0 91 15,6 1-70-15,12-1-36 0,3 0 51 0,7 0-47 16,2 0 1-16,2 0-9 16,2 0 4-16,-2 0 0 0,0 0-26 0,0 0-56 15,-4 2 24-15,0 1 0 0,-7-2 24 0,-1 1-187 16,-1 0 102-16,-6-1 39 0,-1 4 17 0,-5-3-149 15,-1-1 63-15,-5 1 47 0,1-2-4 0,0 2-354 16,-2-2 158-16,0 2-51 0,0 2-27 0,-4-2 140 16,1-1 62-16,-1 1-423 0,2-2 250 0,2 2 126 15,0-2 63-15</inkml:trace>
  <inkml:trace contextRef="#ctx0" brushRef="#br0" timeOffset="72786.83">16296 6753 1170 0,'2'0'0'0,"0"3"0"0,-1-3 0 0,-1 1 0 0,2 3 0 0,0 1 0 0,3 4 358 0,-2 1-163 0,1 3-81 16,1 2 393-16,-1 0-242 0,-2 4-116 0,1-1-7 15,-1 2-55-15,0 2-27 0,-2-1 8 0,0 2-273 16,0-2 118-16,0 0 61 16,0-2 29-16,0-4-461 0,0-4 254 0,0 2 114 15,0-6 62-15,0-4-668 0,2-3 319 0</inkml:trace>
  <inkml:trace contextRef="#ctx0" brushRef="#br0" timeOffset="72947.39">16565 6398 1695 0,'0'-3'0'0,"2"0"0"0,-1 3 0 0,1 0 0 0,0 0 0 0,-2 0 0 0,0 0 0 0,2 0 282 16,0 0-128-16,-1 3-61 0,1 4-30 0,0 4-365 15,3 2 167-15,0 0 92 0,-1 4-415 0</inkml:trace>
  <inkml:trace contextRef="#ctx0" brushRef="#br0" timeOffset="73088.14">16619 6674 1407 0,'0'15'0'0,"0"-2"0"0,0-4 0 0,-1 1 0 0,-1 0 210 0,2-3-81 16,0-2-52-16,0 1 583 0,0 1-314 0,0-2-157 15,0-2-78-15,2 3-68 0,-1-3-10 0,5 1 0 16,-1 1-1-16,1-2-690 0,1 1 345 0,3-1 181 16</inkml:trace>
  <inkml:trace contextRef="#ctx0" brushRef="#br0" timeOffset="74170.95">17186 6353 747 0,'-13'-3'0'0,"1"3"0"0,5 0 0 0,0 0 0 0,1 0 0 0,2 0 0 0,0 0 302 0,2 0-134 0,0 0-68 16,2 0-34-16,0 0 86 0,8 0-64 0,7 3-28 16,4 0 142-16,5-2-85 0,-1 1-42 0,-2-2 68 15,9 1-59-15,-4-1-26 0,1 3 0 0,-2-1-28 16,2-1 2-16,-6 1 9 16,1 0-8-16,-2 1-68 0,-1 1 34 0,-2-2 0 15,-2 2 33-15,-6-2-64 0,1 1 28 0,-4-2-2 16,-2 1-5-16,-3-2-4 0,1 0 0 0,0 1 16 15,-2 2 9-15,0 2-18 0,-5 5 13 0,-7 2 121 16,1 1-56-16,-4 6-23 0,-2 6-3 0,0-1 5 16,-2 7 0-16,-2 6-12 0,0-1-12 0,3-1-66 15,-8 11 29-15,1-3 10 16,1-3 30-16,0 0-71 0,-3-6 34 0,7-6 14 16,-3 0-65-16,5-2 22 0,2-8 22 0,3-3 136 15,4-4-56-15,1-4-34 0,4-1-1 0,1-4 185 16,3-2-97-16,0 0-35 0,0 2-29 0,1-2 54 15,10 0-42-15,5 0 1 0,7 0 50 0,-1 0-41 16,-1 0 147-16,7 0-222 0,-2 0 0 0,1 0 0 16,-7 0 0-16,4 0 0 0,-1 0 0 0,-2 0 0 15,-3 0 0-15,0 2-223 0,-6 1 138 0,2 1 35 16,-7 0 40-16,1-1-441 16,-1 2 216-16,-4-2 74 0,0 1-128 0,-1-2-87 15,0-2 164-15,-2 2-113 0,0-2 146 0,0 0 73 16,-8 0 36-16,0-4-392 0</inkml:trace>
  <inkml:trace contextRef="#ctx0" brushRef="#br0" timeOffset="74345.95">17218 6638 1181 0,'-9'-9'0'0,"5"5"0"0,2 2 0 0,0 0 0 0,2 1 0 0,0-1 0 0,0 1 0 0,11 1 599 0,6 0-284 0,4 0-141 16,3 0 340-16,-1 0-242 0,-3 0-110 0,6 6-151 15,-1 6 1-15,-2-1 20 0,-1 2 1 0,2 0-210 16,-1 1 113-16,4 0 44 0,-3 0 26 0,0-1-688 16,-1-2 358-16,-4 2 178 0</inkml:trace>
  <inkml:trace contextRef="#ctx0" brushRef="#br0" timeOffset="76823.92">17680 6600 1328 0,'0'0'0'0,"0"0"0"0,0 0 0 0,0 0 0 0,0 0 0 0,3 0 0 0,5 0 0 0,5 0 0 0,2 0 0 0,6 0 270 16,2 0-118-16,1 0 31 0,-4 0-74 0,3 0-39 15,2 0 9-15,-3 0-163 0,-3 0 59 0,0 0 28 16,-3 0 1-16,-4 0-283 0,-1 0 164 0,-2-1 70 15,-3 1 39-15,-2-2-234 0,-2 2 84 0,0 0 80 16</inkml:trace>
  <inkml:trace contextRef="#ctx0" brushRef="#br0" timeOffset="76986.5">17766 6740 973 0,'-5'9'0'0,"1"3"0"0,1-3 0 0,0-4 0 0,3-1 0 0,-2-1 470 0,2-2-218 0,0 1-102 0,5-2 306 15,9 3-212-15,2-3-105 0,2 0-53 0,1 0 17 16,1 0-39-16,3 0-1 0,-2-5-30 0,-1-1-497 16,-1 0 248-16,4 1 133 15,-5 3-304-15,3-1 210 0</inkml:trace>
  <inkml:trace contextRef="#ctx0" brushRef="#br0" timeOffset="78030.64">18341 6242 311 0,'0'0'0'0,"0"0"0"0,0 0 0 0,0 0 0 0,0 0 0 0,0 0 296 16,0 0-124-16,-2 0-73 0,2 0 215 0,0 0-141 15,0 0-69-15,0 0 143 0,0 0-99 0,0 0-62 16,0 0-26-16,0 0 47 0,0 0-37 0,0 0-1 16,0 0-28-16,0 0 62 15,0 0-36-15,0 0 1 0,0 0-36 0,0 0 50 16,0 0-16-16,0 0-9 0,0 0 25 0,0 0-25 16,0 0 0-16,0 0 10 0,0 0 8 0,0 0-42 15,0-2 0-15,0 1 39 0,0 1-39 0,0 0-1 16,0 0 9-16,0 0-33 0,0 0 25 0,0 0-1 15,0 0 1-15,2 0-57 0,0 0 37 0,0 0-9 16,2 0-36-16,-3 0 30 16,1 0 5-16,2 0-35 0,-2 0 24 0,1 0-4 15,-1 0 10-15,0 0 7 0,0 0-8 0,0 0 11 16,-2 0-13-16,0 0 7 0,0 0 3 0,0 0 1 16,1 0 0-16,-1 0-23 0,0 0 25 0,0 0-3 15,0 0-24-15,0 0 23 0,0 0-2 0,3 0-28 16,1 0 28-16,-2 0 1 0,1 0-5 0,-1 0 50 15,2 0-23-15,-1 0-1 0,1 0-21 0,0 0 24 16,0 0-19-16,0 0-2 16,-2 0 6-16,1 0 24 0,1 0-21 0,0 0-6 15,-1 0 28-15,-1 0-25 0,2 0 4 0,0 0 8 16,0 0-6-16,2 0-5 0,-1 0 2 0,2 0 28 16,3 0-1-16,3 0-27 0,2 0 8 0,2 0 16 15,2-3 3-15,1 2-24 0,3-3 155 0,2 0-173 16,3 0 0-16,-2 1 0 0,4-1 0 0,2 0 0 15,2-1 0-15,1-2 0 0,1 2 0 0,7-2 0 16,-8 3 0-16,9-3 0 0,-1 2 0 0,-3 3 0 16,12-3 0-16,-3 2 0 15,0 1 0-15,3-2 0 0,3 2 0 0,0 0 0 16,-1 0 0-16,0 1 0 0,-3-2 0 0,-2 2-181 16,-2-1 139-16,-10 1-115 0,5 1 64 0,-6 0 37 15,-4 0 3-15,-2 0 10 0,-7 0 4 0,-2 0-2 16,2 0 8-16,-4 0 65 0,-2 0-33 0,0 0 0 15,-2 0-31-15,-4 0 54 0,-1 0-17 0,-1 0 0 16,-2 0 78-16,-2 0-49 0,-2 0-9 16,-1 0-2-16,0 0-4 0,-2 0 1 15,0 0 2-15,0 0-130 0,0 0 55 0,0 0 24 16,0 0 0-16,-2 0-366 0,-8 0 176 0,-1 0 96 16,-2 0 32-16,0 0-287 0,-4 0 178 0,-6 3 83 15,1 6-525-15</inkml:trace>
  <inkml:trace contextRef="#ctx0" brushRef="#br0" timeOffset="78635.25">18299 6314 692 0,'0'-8'0'0,"0"4"0"0,0 1 0 0,0-1 0 0,0 0 0 0,-1-1 0 0,1 1 0 0,-2 2 241 0,0 0-104 0,2 0-52 15,0 0-18-15,0 2 158 0,0 0-96 0,0 0-48 16,0 0 54-16,0 12-51 16,2 4-17-16,1 5 72 0,1 4-53 0,3 4-26 15,-2 4-1-15,0 7 76 0,1-4-42 0,-2 13-35 16,3-1 1-16,-3 0 29 0,4 0-27 0,-3 4-1 16,-1-10-19-16,3 11 15 0,-2-7-24 0,0-5 1 15,-1-3 10-15,-1-1-10 0,3-4 8 0,-4-1-1 16,-1-9-7-16,1 2-1 0,0-6 1 15,-2-6-5-15,0-3 13 0,0-2-8 0,0-2-1 0,0-2-43 16,-9-3 22-16,-2-1-6 0,-4 0 34 0,0 0-156 16,-2-1 69-16,-6-13 28 15,3-2-272-15,-3-5 137 0,-2-4 73 0,3-1-218 16,2-2 133-16,-1 0 67 0,1 3 34 0,4 1-4 16,1 6 29-16,0 2 8 0,2 3 0 0,1 3 103 15,3 3-51-15,2 3-26 0,1 3-8 0,2-1 214 16,-1 2-115-16,1 0-59 0,0 3 173 0,1 10-81 15,1 2-17-15,0 5 5 0,0-2-41 16,0 2 0-16,0 1-1 0,0 2-93 16,0-3 40-16,0 3-8 0,0-4 31 0,0-1-300 15,1 0 146-15,-1-1 58 0,0-2 1 0,2-5-452 16,0 0 233-16,0-2 124 0,0 0-381 0,2-4 245 16</inkml:trace>
  <inkml:trace contextRef="#ctx0" brushRef="#br0" timeOffset="79718.69">18666 6496 733 0,'-2'0'0'0,"-2"-2"0"0,4 2 0 0,-1 0 0 0,-1 0 0 0,0 0 0 0,-2 2 0 0,2 11 272 0,2 1-120 0,-2 6 197 15,2 2-161-15,0 3-78 0,0 2-39 0,0 1 144 16,0-1-91-16,0-3-37 0,0 11-32 0,0-7 27 16,0 1-25-16,0-2 0 0,0-1-24 0,0-2-26 15,2 7-7-15,-2-7 32 0,2-3-127 0,-2 1 64 16,0-2 32-16,0-7 8 0,0 0-224 0,0-6 120 15,2-2 23-15,-2-2-341 0,0-2 175 0,0-1 95 16,2 0 58-16,0-4-117 16,3-13 85-16,2-3 42 0</inkml:trace>
  <inkml:trace contextRef="#ctx0" brushRef="#br0" timeOffset="79875.38">18692 6731 823 0,'-5'0'0'0,"1"0"0"0,2 0 0 0,1 0 0 0,1 0 0 0,0 0 0 0,0 0 456 0,5 2-215 0,10-2-105 15,2 0-51-15,3 0 420 0,-1 0-236 0,2 1-110 16,-3-1 47-16,3 0-86 16,-2 0-44-16,0 0-348 0,0 0 148 0,-3 0 86 15,1 0 32-15,-2 0-649 0,-1 0 344 0,-2 0 171 16,-2 0 44-16</inkml:trace>
  <inkml:trace contextRef="#ctx0" brushRef="#br0" timeOffset="80107.7">18961 6578 1168 0,'7'-10'0'0,"2"4"0"0,3 0 0 0,-1 0 0 0,2-1 0 0,3 3 0 0,-2 0 0 0,5 3 542 0,0 1-255 0,0 0-127 0,0 0 177 16,-3 7-144-16,1 4-84 0,-4 4-38 0,-1 2-49 16,-3 2 11-16,-3-1 0 0,-5 6 8 0,-1-1-71 15,0 2 32-15,-3-1-1 0,-10 2 32 0,-4-1-145 16,-4-1 80-16,-3-1 29 0,-1 0-166 15,-1-5 98-15,1-2-17 0,-1-3-182 0,6-6 92 16,-3 0 64-16,2-3 41 0,7-1-223 16,2-3 131-16,3 0 67 0,9-9 24 0,0-5-320 15,1-9 180-15,13 1 91 0</inkml:trace>
  <inkml:trace contextRef="#ctx0" brushRef="#br0" timeOffset="80288.22">19225 6472 643 0,'6'-8'0'0,"-2"4"0"0,-2 3 0 0,0 1 0 0,-2 0 0 0,0 14 268 0,-8 10-110 0,-3 2-66 16,0 8 412-16,-5 6-235 16,6-2-119-16,0-5 298 0,4 5-199 0,2-3-112 15,4-1-53-15,0-5 84 0,2-5-68 0,12-1-34 16,-1-6 9-16,6 1-303 0,-3-7 131 0,5-1 65 16,-2-6 32-16,1-2-234 0,-1-2 130 0,1 0 68 15,-6-2-705-15,1-8 303 0,-3-3 202 0</inkml:trace>
  <inkml:trace contextRef="#ctx0" brushRef="#br0" timeOffset="80571.7">19278 6411 1149 0,'-7'-13'0'0,"3"4"0"0,4 1 0 0,0 0 0 0,0 1 0 0,9 1 0 0,6 2 0 0,2-2 429 15,2 5-198-15,0 0-99 0,-2 1 20 0,-1 0-58 16,0 0-35-16,-5 8 0 0,-2 2-101 0,-3 3 38 15,-2 3-1-15,-2 0-144 0,-2 1 87 0,0 2 47 16,-10 0 24-16,-3-1-85 0,-2-2 55 0,0 0 6 16,-1-3 16-16,0-1 42 15,5-4-20-15,3-3-64 0,1-2 313 0,3 0-131 16,2-3-67-16,0 2-18 0,2-2 156 0,0 0-90 16,0 0-45-16,6 0-19 0,7 0-26 0,2-2 1 15,1-2 0-15,-2 0-27 0,2 1 1 0,-4 0 34 16,3 2-8-16,-1-1-357 0,-5 2 179 0,0 0 79 15,-1 0 48-15,-1 6-764 0,-1 5 378 0</inkml:trace>
  <inkml:trace contextRef="#ctx0" brushRef="#br0" timeOffset="80731.3">19404 6762 1705 0,'-7'4'0'0,"3"0"0"0,2-3 0 0,0 1 0 0,1-2 0 0,-2 0 0 0,3 0 222 0,0 0-95 0,8 0-48 0,7 0 355 15,2-3-192-15,-1-3-109 0,3 3-50 0,1-2-90 16,-2-2 0-16,-1 4 40 16,0-2-564-16,0 4 278 0,-3-1 143 0,4 0-729 15,-5 0 413-15</inkml:trace>
  <inkml:trace contextRef="#ctx0" brushRef="#br0" timeOffset="80892.12">19643 6545 1273 0,'0'0'0'0,"2"1"0"0,-1 2 0 0,5-2 0 0,-3 3 0 0,3-2 359 0,4 2-155 0,-1 1-90 0,0 1-41 0,3 1 340 15,-3 1-186-15,0 2-97 0,1-2-41 0,-1 5-279 16,1-3 111-16,-3 1 56 0,-1-4-589 0,3 0 323 16,-1 0 169-16,2-5-634 0</inkml:trace>
  <inkml:trace contextRef="#ctx0" brushRef="#br0" timeOffset="81080.87">19873 6443 1013 0,'-5'-4'0'0,"1"3"0"0,1 1 0 0,1 0 0 0,-4 5 0 0,4 8 0 0,1 10 612 0,-4 1-282 0,3 7-153 16,-3 3-71-16,-3 10 196 0,1 0-134 0,-1 0-68 16,-1-1 251-16,-2 10-163 0,-1-4-78 0,1 0-154 15,-2 0 38-15,0-2 0 0,2-6 47 0,-1 0-483 16,1-5 237-16,4-6 119 0,1-7 60 0,0-7-639 15,4-4 273-15,-2-5 191 16,3-7 37-16,-1 0-156 0,2-7 143 0</inkml:trace>
  <inkml:trace contextRef="#ctx0" brushRef="#br0" timeOffset="81352.42">19912 6325 1931 0,'14'-19'0'0,"7"2"0"0,-1 6 0 0,-1 3 0 0,2 4 0 0,-3-3 0 0,2 5 0 0,-4 2 0 0,1 0 0 0,-6 0 202 0,1 2-85 0,-5 7-42 0,-1 5-76 16,-4 0 13-16,-2 7 0 0,0 4 20 0,-6-2-215 15,-6 0 108-15,-2-7 62 0,-1 4 19 0,0-3-73 16,0-2 49-16,0-3 26 0,7-7-103 0,-1 3-1 16,3-6 46-16,2-1 202 0,2-1-82 0,2 0-56 15,0 0 0-15,0 0 283 0,0 0-144 0,9 0-43 16,5-1-44-16,4-1 112 0,-2-2-73 0,1 0-28 15,0 1-75-15,2 1 0 0,-3 0 31 16,2 2-359-16,-2 0 180 0,-1 0 98 16,3 2 36-16,-4 7-721 0,-1 2 355 0,-1 7 151 15</inkml:trace>
  <inkml:trace contextRef="#ctx0" brushRef="#br0" timeOffset="81488.75">20337 6740 1460 0,'0'6'0'0,"0"1"0"0,0-4 0 0,0-2 0 0,0 1 0 0,0-2 0 0,0 0 722 0,0 0-345 0,0 0-164 0,0 0 290 0,0 0-236 16,0 0-116-16,0 0-60 15,0 0-214-15,0 0 86 0,0 2 31 0</inkml:trace>
  <inkml:trace contextRef="#ctx0" brushRef="#br0" timeOffset="82751.55">21434 6099 618 0,'0'0'0'0,"-1"-2"0"0,-3-1 0 0,0 1 0 0,-1-2 0 0,2 4 0 0,1-4 0 0,0 4 98 0,1 0-37 0,1 0 0 0,0 0 126 16,0 0-77-16,0 0-38 0,8 0 7 0,6 0 145 15,9 0-96-15,2 0-48 0,4 0 175 0,7 0-111 16,0 0-47-16,1 0 14 0,1 0-39 15,2-1 0-15,-5-1-39 0,1 2-35 16,-10 0 43-16,6 0-8 0,-10 0 0 0,1 0-164 16,-2 0 82-16,-5 0 41 0,-2 0 8 0,-3 0-331 15,-4 0 176-15,0 0 37 0,-6 2-402 0,-1-1 242 16,0 3 115-16,-3 0-246 0</inkml:trace>
  <inkml:trace contextRef="#ctx0" brushRef="#br0" timeOffset="83110">21457 6162 634 0,'-19'0'0'0,"6"3"0"0,3 2 0 0,5-4 0 0,3 0 0 0,0-1 0 0,2 0 443 0,0 0-205 0,7 0-95 16,11 0-59-16,6 2 281 0,0 1-166 0,1 0-84 16,1 3 134-16,-5 1-101 0,7 0-61 0,-9 4-33 15,0-1 0-15,-3 2-21 0,0 2-1 0,-5 6-28 16,-3-1-9-16,-5 5 38 0,-1-1 0 0,-2 3-175 15,-2 3 88-15,-11-2 52 16,-4 3 13-16,-2 2-270 0,-4-3 89 0,0 0 83 16,-4-1-113-16,1-3 76 0,-2-1 48 0,-1-5 78 15,3 0 0-15,-1-4-34 0,7-4-1 0,-1 1 221 16,6-4-106-16,4 0-58 0,0-2-15 0,6-2 166 16,0-3-67-16,3 1-58 0,2 2 21 0,0 0 217 15,7 0-125-15,7 0-65 0,9-1 79 16,0-1-64-16,7 0-45 0,-1-1 14 0,4 1-25 15,1-2 0-15,-3 0-24 0,1 0-180 16,-3 3 85-16,-1-3 48 0,-1 2 23 0,-2 1-221 16,-1 2 115-16,-1 0 71 0,-3 0-24 0,1 0-745 15,-2 1 382-15,-2-1 189 0</inkml:trace>
  <inkml:trace contextRef="#ctx0" brushRef="#br0" timeOffset="83403.77">21866 6612 1210 0,'0'-9'0'0,"0"3"0"0,2 0 0 0,5 1 0 0,5-3 0 0,3 1 0 0,0 1 522 0,4 1-244 0,0 2-123 15,-3 3-61-15,2 0 124 0,-4 0-84 0,0 14-55 16,-3-1-23-16,-3 6-60 0,-3-1 1 0,-3 3 36 16,-2 2-209-16,0 3 100 0,-2-2 55 0,-9-1-180 15,-2 1 116-15,-5-3 59 0,4-6 38 16,-5 0-170-16,1-2 73 0,-2-4-18 15,1-3 36-15,3 0 189 0,-2-6-99 0,6 0-24 16,5 0 1-16,-2 0 102 0,6 0-62 0,1 0-30 16,2 0 263-16,0 0-102 0,5 0-76 0,13-2-26 15,6 0 0-15,1 0-37 0,-2 0 9 0,9 1-199 16,-2 1 96-16,1 0 47 0,-3 0 24 0,0 0-542 16,-3 0 262-16,3 1 100 0,-2 1 76 0,-1 0-515 15</inkml:trace>
  <inkml:trace contextRef="#ctx0" brushRef="#br0" timeOffset="83566.95">22360 6300 1722 0,'-5'-22'0'0,"5"14"0"0,0 6 0 0,0 0 0 0,2-1 0 0,0-1 0 0,-1 2 0 0,3 1 0 0,0 1 300 0,4 0-125 0,-1 0-76 16,0 3-33-16,1 8-436 0,0 7 202 0,-1 2 100 15,-3 3-276-15</inkml:trace>
  <inkml:trace contextRef="#ctx0" brushRef="#br0" timeOffset="83701.47">22415 6638 599 0,'-9'8'135'0,"3"-2"-67"15,2 0 125-15,-2-5-80 0,3-1-41 0,1 0 9 0,0 0 351 16,2 0-200-16,0-1-99 15,2-4-268-15,9-1 84 0,4 1 50 0,2 1 13 0,0-3 0 16,3 3-676-16</inkml:trace>
  <inkml:trace contextRef="#ctx0" brushRef="#br0" timeOffset="84094">22757 6218 1315 0,'0'-21'0'0,"0"12"0"0,2 3 0 0,12-2 0 0,4-1 0 0,-1 0 0 0,3-1 0 0,1 3 411 16,2 2-194-16,5-1-92 0,-1 4-46 0,0-1 95 15,-1 3-71-15,-5 0-26 0,2 3-94 0,-1 5 25 16,-3 1 1-16,-3 0-53 0,0 1 39 0,-5 0 8 16,-3 2 30-16,-3-1-27 0,-1 1-1 0,-4 1 28 15,0 2 0-15,0 2-20 0,-9-1-32 0,-7 7 0 16,2 0 5-16,-7-1 124 0,0 5-49 15,-4 1-20-15,-2 3 31 0,-3 0-25 16,2 0 20-16,-2 0-75 0,1-1 43 0,6-7 4 16,1 2 1-16,7-6-41 0,0 0 38 0,6-4-4 15,3-5-2-15,2-1 36 0,4-2-16 0,0-1-20 16,0-2-17-16,4-2 45 0,9 2 6 0,2-3-34 16,2-1 96-16,2 2-46 0,2-2-25 0,-1 0 1 15,3 0-46-15,-1 0-7 0,-3 0 28 0,2 0-90 16,-4 0 44-16,-3 0 24 15,-3 0 8-15,1 0-421 0,-1-2 187 0,-4 1 110 16,0 1-556-16,-3-2 314 0,-1 0 150 0,-1 0 86 16,-2-1-392-16,0 0 236 0</inkml:trace>
  <inkml:trace contextRef="#ctx0" brushRef="#br0" timeOffset="84253.19">22833 6418 1316 0,'-14'-3'0'0,"3"1"0"0,3 0 0 0,2 2 0 0,3 0 0 0,3 0 0 0,0 0 0 0,3 0 513 16,14 0-240-16,0 0-120 0,4 2-52 0,0 3 136 16,4 3-102-16,0 0-51 0,0-1-26 0,-1 2-6 15,-4 1-11-15,1 0-9 0,0 1-521 0,-1-2 261 16,-3 1 130-16,1-1-772 0</inkml:trace>
  <inkml:trace contextRef="#ctx0" brushRef="#br0" timeOffset="84409.82">23352 6318 907 0,'0'-2'0'0,"4"-3"0"0,2 2 0 0,1-3 0 0,2 0 0 0,0-1 647 0,5 4-306 0,-1-1-155 16,2 2 115-16,0 0-135 0,0 2-58 0,0 0-41 16,1 0-175-16,-2 0 71 0,2 4 35 0,-5 2-590 15,-1 2 319-15,0 6 149 0</inkml:trace>
  <inkml:trace contextRef="#ctx0" brushRef="#br0" timeOffset="84569.34">23380 6577 848 0,'-14'6'0'0,"5"-1"0"0,4 0 0 0,1-2 0 0,1-2 0 0,3-1 537 16,0 0-251-16,0 0-128 0,11 0-62 0,4 0 376 15,0-1-224-15,4-2-108 0,0 1-74 0,-3 1-34 16,3-1 1-16,-2 0-536 0,0 0 264 0,1 2 136 15,0 0 68-15</inkml:trace>
  <inkml:trace contextRef="#ctx0" brushRef="#br0" timeOffset="84782.07">23787 6435 1533 0,'5'-11'0'0,"4"8"0"0,2 0 0 0,-2 0 0 0,3-2 0 0,1 1 0 0,1 2 246 16,2-2-107-16,1 2 476 0,3 1-295 0,0 1-144 16,2 0-71-16,-2 0 46 0,3 0-59 0,-2 0-22 15,-2 0-8-15,1 0-242 0,-2 0 106 0,-2 0 54 16,-1 0-414-16,-2 0 242 0,1 0 108 0,-5 0 58 16,0 0-542-16,-2 0 221 0,0-2 157 0,-2-1-115 15,-3 2 141-15</inkml:trace>
  <inkml:trace contextRef="#ctx0" brushRef="#br0" timeOffset="85123.16">24637 5977 1341 0,'-4'-12'0'0,"4"0"0"0,0 9 0 0,4 0 0 0,3-2 0 0,0 1 0 0,2 2 0 0,2-2 0 0,6 1 404 16,7 1-185-16,0 0-93 0,6 0 166 0,2 0-133 15,4 1-63-15,9 1-32 0,-4 0 19 0,1 0-25 16,-3 0 9-16,10 0-24 0,-4 0-10 0,0 0-1 16,4 0 1-16,-3 1-66 0,7 3 41 15,2-2-9-15,9 0 34 0,-4-2-149 16,-9 0 73-16,5 0 37 0,-3 0-209 0,-1 0 109 15,-7 0 28-15,-8 0 35 0,2 0-132 0,-6 0 74 16,-6 0 12-16,-3 2-29 0,-2 2 42 0,-4-1 22 16,-7 1 0-16,0 0-25 0,-5 0 15 0,-6-1 8 15,0 3 23-15,-6 0-205 0,-7-3 103 0,-2 0 51 16,-4 3-297-16</inkml:trace>
  <inkml:trace contextRef="#ctx0" brushRef="#br0" timeOffset="85556.96">24637 5874 1384 0,'-18'-9'0'0,"13"9"0"0,3 2 0 0,-1 9 0 0,-1-1 0 0,-1 4 0 0,-3 4 204 0,2 4-77 0,0 4-51 0,3 4 273 15,-1 5-158-15,0 7-80 0,3-2-38 0,-1-3 58 16,-1 14-53-16,2-8-22 0,1 4-1 0,-3-2-25 16,3-2 3-16,-1-3 8 0,1 9-51 0,-2-13 21 15,-2 1 0-15,0-3 22 0,1-4-96 0,-3-8 56 16,-4 1 15-16,3-7-78 0,-4-2 47 16,0-3 23-16,-3-5-21 0,2-5-98 0,-6-1 59 0,2 0 16 15,-1-1 1-15,-1-7-91 0,0-9 51 0,4-1 18 16,-4-9-45-16,3-3 32 15,2-7 24-15,4-2 0 0,2 6-63 0,2-1 35 16,1 10 28-16,-1-1 99 0,3 10-39 0,0 2 0 16,2 5-38-16,0 5 289 0,0 1-139 0,0 2-59 15,0 0-41-15,-1 15 207 0,-1 6-107 0,0-1-17 16,-3 11 46-16,3-1-51 0,-3 2-32 16,1-1 0-16,1 1-117 0,-1-6 51 0,0 8 14 0,3-7-380 15,-1-4 200-15,2 0 76 16,0-1 58-16,0-7-599 0,2-2 304 0,5-8 148 15,6-3 74-15</inkml:trace>
  <inkml:trace contextRef="#ctx0" brushRef="#br0" timeOffset="85733.28">24708 6180 807 0,'2'0'160'15,"1"2"-68"-15,1 11 82 0,1-1-70 0,-4 1-36 0,1 6 8 16,-2 3-43-16,0 5 419 0,0 3-210 0,0 2-105 15,-2 3-52-15,-1 1-11 16,-4-3-41-16,4 1-1 0,1 0 1 0,0-4 0 0,2-2-342 16,0-8 179-16,0 1 77 0,0-4-497 0,0-3 291 15,2-5 146-15</inkml:trace>
  <inkml:trace contextRef="#ctx0" brushRef="#br0" timeOffset="85875.9">24795 6464 1059 0,'-2'-14'0'0,"-2"7"0"0,4 3 0 0,0-3 0 0,0 1 0 0,0 4 0 0,0-1 0 0,2 0 441 0,5 2-204 0,7 1-102 16,-1 0-43-16,2 0 14 0,-2 0-36 0,0 0-9 15,0 0-28-15,0 5-408 0,1-3 212 0,-2 2 94 16,-3-4-584-16</inkml:trace>
  <inkml:trace contextRef="#ctx0" brushRef="#br0" timeOffset="86083.34">24975 6304 1038 0,'1'-13'0'0,"5"4"0"0,3 0 0 0,1-1 0 0,0 3 0 0,0 1 0 0,6 2 0 0,-2 3 438 0,6 1-206 0,-1 0-100 0,-1 1 79 15,-2 12-88-15,-4 4-46 0,-3 2-14 0,1 7 110 16,-8 1-70-16,-2 1-35 0,0 3-1 0,-2 0-10 16,-13 1-16-16,-1-2-8 0,-5-1-110 0,-1-4 56 15,-1-2 26-15,0-4 1 0,-1-8-260 16,2 0 139-16,1-4 38 0,0-3-160 15,1-4 74-15,8 0 75 0,3 0-31 0,3-9-252 16,6-8 168-16,0-6 86 0,6-5 42 0</inkml:trace>
  <inkml:trace contextRef="#ctx0" brushRef="#br0" timeOffset="86267.85">25228 6221 1403 0,'0'0'0'0,"0"0"0"0,0 0 0 0,-9 8 0 0,-4-1 0 0,0 4 0 0,-2 3 0 0,2 3 260 15,3 1-114-15,3 3-48 0,-1 4 353 0,4-2-209 16,4 1-105-16,0 0 80 0,0 1-92 0,0-4-38 16,6 4-31-16,4-2-80 0,-1-4 29 0,2 0-1 15,1-4 29-15,0-1-361 0,0-4 176 0,1-3 93 16,0-2-518-16,-1-5 295 0,-1 0 55 0,-2 0 99 16,1 0-395-16,-3-10 246 0</inkml:trace>
  <inkml:trace contextRef="#ctx0" brushRef="#br0" timeOffset="86514.7">25319 6088 996 0,'3'-11'0'0,"8"4"0"16,5 1 0-16,-1 0 0 0,0 1 0 0,2 1 0 0,-2 2 297 0,-1 2-131 0,2 0-67 0,-7 3-34 0,-1 9 67 16,-6 3-54-16,0 2-22 0,-2 5-1 0,-4 0-53 15,-12-3 31-15,-1 1 8 0,-3 0-110 0,-1-3 51 16,5-4 25-16,-2 0-15 15,4-3 20-15,4-4 8 0,3-3 13 0,3 1 71 16,0-4-44-16,4 3 0 0,0-3-76 0,0 0 125 16,8 0-45-16,6-5-13 0,5-4 79 0,0 2-48 15,4-3-25-15,-3 2 9 0,1 2-182 0,0 1 74 16,-4 0 38-16,-3 3-526 0,-4 2 264 0,1 0 113 16,-5 0 77-16</inkml:trace>
  <inkml:trace contextRef="#ctx0" brushRef="#br0" timeOffset="86667.29">25313 6466 1584 0,'-5'4'0'0,"5"-1"0"0,0-1 0 0,3-2 0 0,10 0 0 0,3-2 0 0,2-3 0 0,6-3 0 0,1 2 160 0,-7 1-56 0,5-1-39 16,-2 1-1-16,-4-1-1 0,0 5-30 0,-6-2-412 15,0 1 214-15,-3 2 95 16,-5 0 51-16</inkml:trace>
  <inkml:trace contextRef="#ctx0" brushRef="#br0" timeOffset="86829.29">25561 6280 1047 0,'4'-2'0'0,"7"2"0"0,-1 0 0 0,-4-2 0 0,4 2 0 0,-2 0 0 0,3 0 459 0,0 0-213 0,3 0-107 0,-2 8 209 15,2-1-158-15,-3 2-70 0,0 2-109 0,-1 1 22 0,-3 0 0 16,-3-1-1-16,-2 0-423 15,0-2 221-15,-2 1 96 0,0-3 54 0,3 1-606 16,1-4 322-16</inkml:trace>
  <inkml:trace contextRef="#ctx0" brushRef="#br0" timeOffset="87002.33">25837 6253 919 0,'0'-8'0'0,"0"-1"0"0,0 6 0 0,0 1 0 0,0 0 0 0,-2 2 0 0,-5 0 0 0,-1 13 0 0,-1 6 444 16,-2 8-205-16,-5 6-103 0,2 6 291 0,-5 5-189 15,0 2-106-15,-3 4 71 0,-1 2-85 0,2-1-43 16,-4-1-21-16,3-1 41 0,1-2-35 0,2-6 0 16,3-7-27-16,1-2-357 0,3-9 178 0,3-3 98 15,2-3 36-15,1-9-548 0,2 0 214 0,4-6 170 16,0-2 83-16,0 0-516 0</inkml:trace>
  <inkml:trace contextRef="#ctx0" brushRef="#br0" timeOffset="87258.65">25905 6204 1385 0,'21'-7'0'0,"-1"5"0"0,1 0 0 0,-4-1 0 0,-1 1 0 0,2 0 132 0,0 2-49 0,-1 0-26 16,-3 0 365-16,-1 7-194 0,-8 3-90 0,-1 3-56 0,-4 4-13 16,0 2-36-16,-15-1-1 15,-2 3-136-15,0-4 77 0,-7 4 25 0,0-4-66 0,2 0 50 0,4-7 26 16,1 0-1-16,9-2 0 15,-1-4 1-15,3-2 20 0,4-1-82 0,0-1 188 16,2 0-84-16,4 0-21 0,17 0-5 0,3-1 190 16,6-1-77-16,2-2-54 0,2 1-12 0,0 0-30 15,-5 1-8-15,0 2-418 0,-6 0 207 0,-3 6 105 16,-3 5 44-16,-6 4-758 0,-4 8 374 0</inkml:trace>
  <inkml:trace contextRef="#ctx0" brushRef="#br0" timeOffset="87399.98">26278 6815 2090 0,'0'0'0'0,"0"0"0"0,9 0 0 0,-2 0 0 0,-5 2 0 0,-1-2 0 0,-1 0 460 0,0 0-214 0,0 0-58 16,0 0-78-16,0 0-39 0,0 0 9 0</inkml:trace>
  <inkml:trace contextRef="#ctx0" brushRef="#br0" timeOffset="98932.96">11017 7704 883 0,'0'-7'0'0,"0"6"0"0,0-4 0 16,0 4 0-16,0-3 0 0,0 3 0 0,0-2 0 0,0 2 0 0,0 1 278 0,0 0-127 0,0 0-59 0,0 0-30 0,0 0 40 15,0 1-35-15,0 11 50 0,3 1-47 0,3 2 1 16,-3 2-38-16,3 0 21 0,-1 4 1 0,0 1-14 16,-2 4-8-16,1 1 18 15,-2 1-18-15,0 0 0 0,-2 3-1 0,2-8-32 16,-1 8 12-16,1-5 0 0,0-6-100 0,2 4 51 16,-1-4 38-16,0-2-242 0,1-2 112 0,-2-7 67 15,-1 0 32-15,1-2-161 0,0-4 87 0,0-2 8 16,-2 1 8-16,0-2-226 0,0 0 140 0,0-2 71 15</inkml:trace>
  <inkml:trace contextRef="#ctx0" brushRef="#br0" timeOffset="99235.23">10951 7702 1019 0,'-6'-14'0'0,"2"7"0"0,-2 1 0 0,3 1 0 0,-1-1 0 0,2 0 0 0,2 4 453 16,0-1-210-16,0 1-106 0,9-2-51 0,11 2 172 15,1 0-105-15,8 2-64 16,-1 0-28-16,2 2 30 0,0 9-29 0,-2 3 0 0,2 2-41 0,-3 2 12 16,-1 6 0-16,-1 1 0 15,-3 0-61-15,-5 4 31 0,-2 0 8 0,-3 6-46 16,-7 0 34-16,-3 1 0 0,-2 2 33 0,0-1-53 16,-4-1 14-16,-8-1-5 0,-4-1-12 0,-1-4 68 15,-2-4-53-15,-2-1 17 0,0-8-13 0,-4-1 50 16,2-2-35-16,-1-2-1 0,3-7-87 15,-3-1 42-15,3-3 23 0,2 1-273 0,4-2 133 16,3 0 70-16,3 0 23 0,2 0-293 16,3-2 151-16,4-3 89 0,0-3 40 0,2-1-387 15,14-2 213-15</inkml:trace>
  <inkml:trace contextRef="#ctx0" brushRef="#br0" timeOffset="99531.28">11362 8071 716 0,'-6'0'0'0,"5"0"0"0,-1 0 0 0,2 0 0 0,0-1 0 0,0-1 457 0,2-2-212 0,7 3-98 16,5-2-61-16,2 3 83 0,3 0-69 0,-1 0-33 15,1 8 111-15,0 3-64 0,-2 2-44 0,-4 4-1 16,0 1-75-16,-5 3 38 0,-1 5 1 0,-5-5-41 15,-2 8 17-15,0-3-1 0,-4 0 25 0,-9-2-13 16,-2 0 12-16,0-6 9 0,-8 3-8 0,2-7-24 16,0-2-1-16,-4-3-4 15,6-3-8-15,-3-3-7 0,-1-1 31 0,4-2-232 16,5 0 110-16,3 0 50 0,4-2 28 0,4-5-375 16,3-6 189-16,0-2 72 0,7-4 52 0,10-2-352 15,8-1 203-15</inkml:trace>
  <inkml:trace contextRef="#ctx0" brushRef="#br0" timeOffset="99733.34">11659 8030 1079 0,'4'-6'0'0,"-1"4"0"0,-3 1 0 0,0-1 0 0,-7 2 0 0,-7 0 264 16,2 0-116-16,-2 2 126 0,1 7-120 0,-1 4-53 16,2 4-38-16,1 6 273 0,1-2-151 0,4 7-76 15,4-3-39-15,2 0 104 0,0 7-74 0,2-4-34 16,7-3 0-16,7-2-117 0,3 1 43 0,-3-7 28 15,7 3-355-15,-3-3 185 0,-1-6 91 0,1 0 45 16,-2-3-533-16,-1-2 224 16,-2-4 155-16,0-2-170 0,-2 0 153 0,2-2 76 15,0-9 38-15,-3-7-318 0</inkml:trace>
  <inkml:trace contextRef="#ctx0" brushRef="#br0" timeOffset="99897.49">11828 8101 769 0,'-6'-2'0'0,"4"2"0"0,-1 0 0 0,1 0 0 0,0 0 0 0,2 0 0 0,0 0 530 16,0 8-240-16,0 0-133 16,7 1 169-16,1 2-147 0,1 0-73 0,3 0-37 15,-3 3-191-15,2 1 74 0,-1-1 40 0,-1-2-221 16,-2 0 131-16,0-3 66 0,3 0 40 0,1-2-649 16,1-7 317-16</inkml:trace>
  <inkml:trace contextRef="#ctx0" brushRef="#br0" timeOffset="100105.19">12074 7996 1085 0,'0'-10'0'0,"0"7"0"0,0 1 0 0,0 1 0 0,0 1 0 0,0 0 0 0,0 0 0 16,0 3 0-16,-2 15 533 0,-4 3-250 0,1 8-125 0,-5 3 336 0,1 11-234 16,-4 0-114-16,-2 6 154 0,0 4-133 0,-4 8-67 15,1-10-26-15,-2 13 8 0,1-7-25 0,3-5 0 16,-3 4-24-16,0-3-91 0,4-10 54 0,-2 6 14 15,4-13 0-15,2-1-299 16,-1-2 161-16,5-13-134 0,1-6-204 0,1-2 228 16,0-4 57-16,5-5-412 0,0-3 280 0,0 0 140 15,0-1 62-15</inkml:trace>
  <inkml:trace contextRef="#ctx0" brushRef="#br0" timeOffset="100448.42">12421 7797 1977 0,'-7'-5'0'0,"3"1"0"0,2 2 0 0,2 2 0 0,0 0 0 0,0 0 0 0,0 0 0 0,0-2 0 0,2 0 207 16,13-2-87-16,6 1 136 0,3-5-116 0,3 2-54 16,1 1-26-16,-2 2-78 0,3-2 26 0,-4 2 8 15,5 1 16-15,-9 1-314 0,2 1 157 0,-3 0 79 16,-3 0 39-16,-6 0-528 0,1 0 270 15,-5 3 57-15,-3 3-144 0,-2-1 160 0,-2 2 80 16</inkml:trace>
  <inkml:trace contextRef="#ctx0" brushRef="#br0" timeOffset="100656.58">12541 7416 1536 0,'-7'6'0'0,"1"7"0"0,3 2 0 0,1 0 0 0,-3 4 0 0,4 6 0 0,1 4 0 0,0 5 0 0,0 3 557 0,0 8-266 0,1-2-129 16,8 3 118-16,0 1-124 0,-4-4-53 0,5 10-40 15,-4-5-59-15,-1-1 29 0,-1 0 0 0,-1-1-309 16,-1-7 163-16,0 2 69 0,-2-3 38 0,0-5-538 16,0-2 289-16,0-10 66 0,0-5 99 0,-2-3-506 15,-1-9 281-15</inkml:trace>
  <inkml:trace contextRef="#ctx0" brushRef="#br0" timeOffset="100807.26">12547 7857 1542 0,'0'-5'0'0,"-2"3"0"0,-2 2 0 0,-1 0 0 0,-3 4 0 0,-3 11 0 0,-4 5 0 0,-1 5 177 0,0 4-73 16,-3 2-35-16,1 1 98 0,-1 1-58 0,4-2-43 15,3-4 1-15,5-5-325 0,1-2 145 0,3-3 73 16,3-8 45-16,0 0-558 15,0-8 293-15</inkml:trace>
  <inkml:trace contextRef="#ctx0" brushRef="#br0" timeOffset="100934">12564 7927 1445 0,'5'-6'0'0,"3"5"0"0,0-1 0 0,-4 2 0 0,1 0 0 0,1 0 0 0,-1 0 0 0,3 0 288 0,0 3-120 0,-1 3 37 15,2 1-86-15,-1 1-44 0,-1 1-20 0,2 0-166 16,-3-1 81-16,4 4 27 0,-5-7 0 0,5 0-616 15</inkml:trace>
  <inkml:trace contextRef="#ctx0" brushRef="#br0" timeOffset="101139.11">12780 7714 1748 0,'2'-5'0'0,"0"3"0"0,1-1 0 0,1 3 0 16,0 3 0-16,2 12 0 0,-1 8 0 0,1 3 361 0,-2 4-168 0,-1 2 339 0,-1 2-249 0,0 0-126 15,0 1-62-15,-1-1-19 16,2 0-8-16,-3 0-35 0,0-2 0 0,0-3-162 16,0-2 82-16,0-7 47 0,0 1-7 0,0-6-521 15,0-7 280-15,0-1 141 0,0-3 70 0,-4-4-739 16,-2 0 376-16,3-4 183 0,-3-12-205 0,1-9 195 16,-3-5 97-16</inkml:trace>
  <inkml:trace contextRef="#ctx0" brushRef="#br0" timeOffset="101413.92">12725 7704 720 0,'0'-34'0'0,"0"0"0"0,2 6 0 0,4 8 0 0,2 0 0 0,3 3 0 0,1 6 211 0,6 2-90 16,5 2-44-16,-3 0 155 0,11 4-103 0,0-2-49 15,0 4-23-15,2-1 99 0,1 0-61 0,-4 2-23 16,0 0-9-16,-3 0 13 0,-4 0-21 0,-2 0-1 16,-3 5 42-16,0 0-23 15,-7 1-8-15,-1-1-32 0,-3 1 93 0,-3 1-47 0,-1-2-23 16,-1 5 200-16,-2 1-116 0,0 3-53 15,0-2-27-15,0 2 246 0,0 4-136 0,0 3-61 0,0 6-42 16,0 0 107-16,2 5-174 0,2 2 0 16,2 2 0-16,0 3 0 0,-1 5 0 0,0-5-255 15,1-3 160-15,0 2 64 0,0 0 31 0,-1 0 9 16,-1-2 24-16,-2-1 0 0,-1-6-27 0,1-7-627 16,-2-1 262-16,0-8 154 0,0 2 91 0,0-7-568 15,-5-2 324-15,-6-6 163 0,-1 0-289 0</inkml:trace>
  <inkml:trace contextRef="#ctx0" brushRef="#br0" timeOffset="101585.31">12877 7897 1693 0,'-9'-5'0'0,"6"-1"0"0,-1 3 0 0,2 2 0 0,2-1 0 0,0-1 0 0,0-3 0 0,4 2 0 0,9-2 432 0,6 2-199 0,4-1-100 15,0 2-50-15,2-2 103 0,-4 3-69 0,3-2-46 16,-2 2 0-16,1 1-323 0,-4 1 143 0,-4 0 70 15,-2 0-216-15,0 3 140 16,-4 5 74-16,-3 3-697 0,-4 3 364 0</inkml:trace>
  <inkml:trace contextRef="#ctx0" brushRef="#br0" timeOffset="101726.67">12949 8028 1149 0,'-8'4'0'0,"5"-3"0"0,3 4 0 0,-2-5 0 0,0 0 0 0,2 0 0 0,0 0 0 0,0 0 459 0,9 0-205 0,5 0-114 0,0 0-54 0,2 0 93 16,0 0-72-16,2 0-38 16,-2 0-496-16,1 0 226 0,-4 1 117 0,1 7-339 15</inkml:trace>
  <inkml:trace contextRef="#ctx0" brushRef="#br0" timeOffset="101877.27">12959 8249 1084 0,'-12'0'0'0,"8"1"0"0,0-1 0 0,1 0 0 0,1 0 0 0,2 0 0 0,0 0 0 0,0 0 489 16,5 0-232-16,9 0-112 0,3 0-57 0,0 0 51 15,3 0-53-15,1 0-19 0,0 0-485 0,1 0 225 16,-1 0 112-16,0-1-294 0</inkml:trace>
  <inkml:trace contextRef="#ctx0" brushRef="#br0" timeOffset="102082.31">13458 7725 1411 0,'5'-5'0'0,"1"4"0"0,0 1 0 0,-2 0 0 0,0 0 0 0,-1 14 0 0,1 9 0 0,-2 3 736 0,0 6-352 0,-1 6-167 16,-1 7 218-16,0-3-202 0,0 0-99 0,0 3-224 15,0 3 62-15,0-11 38 0,0 2-8 16,0-1-220-16,-1-6 126 0,-1-8 62 0,2-5 31 15,0-8-638-15,-2-2 289 0,2-5 182 16,-4-4-91-16,2-2-349 0,-3-14 286 0</inkml:trace>
  <inkml:trace contextRef="#ctx0" brushRef="#br0" timeOffset="102441.89">13409 7443 1041 0,'10'-19'0'0,"1"7"0"0,8 7 0 0,-3 0 0 0,3 0 0 0,4 1 0 0,-1 2 109 0,6 1-29 0,2-1-9 0,12 0-1 0,-4-2 1 0,1 0-38 16,-4 1-1-16,3 0 100 16,-2 2-54-16,-4-2-22 0,-2 3 0 0,-8 0 7 15,1 0 1-15,-6 0-23 0,-2 4 79 0,-6 2-43 16,-1 2-23-16,-2-1 126 0,-5 2-66 0,1-3-45 16,0 4 1-16,-2-1 185 0,0 2-111 0,0 3-55 15,0 1-20-15,0 2 60 0,0 1-48 16,0 9-24-16,0 0 0 0,0 2 52 0,0 7-30 15,2 9-8-15,3 0-82 0,4 5 22 16,-2 5 1-16,2 11-55 0,-2-12 47 0,5 14-9 16,-3-6 38-16,2-2-181 0,-1-8 81 0,1 1 48 15,0-10-7-15,5 7-84 0,-6-17 26 0,2-1 41 16,-4-10-20-16,-3-3-43 0,-1-7 14 0,-2-5 35 16,-1-3-61-16,1-4 42 0,-2 0 22 0,-2-2-3 15,-9-10-9-15,-4-8 34 0,-1-3-1 0,-7-9-297 16,0-1 149-16,-5-6 75 15,-4-4 27-15,-6-9-472 0,-1 3 259 0,-2 2 130 0</inkml:trace>
  <inkml:trace contextRef="#ctx0" brushRef="#br0" timeOffset="102566.55">13569 7729 1090 0,'-4'-12'0'0,"2"-2"0"0,2 7 0 0,0-1 0 15,0-1 0-15,6 1 0 0,5 1 0 0,0 1 193 0,3 1-72 0,2 3-48 0,1-2 83 0,2 2-62 16,0 2-30-16,-2 0-266 0,0 0 126 0,-2 8 50 15,-2 3 29-15</inkml:trace>
  <inkml:trace contextRef="#ctx0" brushRef="#br0" timeOffset="102770.34">13702 7877 847 0,'-5'8'0'0,"5"-1"0"0,0-2 0 0,0-1 0 0,0-3 0 0,0-1 0 0,2 0 241 0,10 0-105 0,2 0-51 16,1 0-2-16,0 2-17 15,2 3-9-15,0 1-24 0,-3 3-33 0,0-2-1 0,-3 4 34 0,-6-2-30 16,3 4-9-16,-5-2 39 16,-3 4-1-16,0-1 113 0,-11 1-56 0,-5-4-20 15,-1-2-8-15,-2-1 105 0,-3-2-67 0,1-5-33 16,0-1 0-16,1 0-152 0,2-1 56 0,4-9 31 16,2-5-226-16,7-4 129 0</inkml:trace>
  <inkml:trace contextRef="#ctx0" brushRef="#br0" timeOffset="103305.33">14359 7769 1349 0,'-3'-6'0'0,"1"2"0"0,0 2 0 0,2 2 0 0,0 0 0 0,4 0 0 0,5 0 432 15,3 0-200-15,2-1-100 0,5-1-49 0,8 1 67 16,1-1-51-16,0-1-37 0,2 0 0 0,0 0-56 16,-2-3 27-16,0 3-1 0,-7 2-325 0,2-3 159 15,-3 1 83-15,-3-2 42 0,0 4-531 16,-7-1 274-16,-3-1 83 0,-2 2-367 0</inkml:trace>
  <inkml:trace contextRef="#ctx0" brushRef="#br0" timeOffset="103518.64">14542 7474 786 0,'0'-9'0'0,"0"3"0"0,5 3 0 0,5 3 0 0,1 0 0 0,2 15 0 0,0 10 0 0,0 17 185 0,-3 3-76 0,-2 5-38 16,-5 8 207-16,-1 8-127 15,-2-3-59-15,0-1-29 0,0-2 50 0,-4-9-40 16,1-5 8-16,-3 7-129 0,4-21 41 0,1-8-1 16,1-7 41-16,0-6-137 0,0-5 64 0,0-6 36 15,0 0 1-15,9-25-81 0,5-8 29 0,0-1-14 16,4-11 38-16,0-2-294 0,6-12 149 0,-4 0-234 16,7-3 189-16,-6 3 86 0</inkml:trace>
  <inkml:trace contextRef="#ctx0" brushRef="#br0" timeOffset="103993.37">14972 7388 1006 0,'3'-7'0'0,"1"3"0"0,-4 4 0 0,0 0 0 0,-7 18 0 0,-10 5 0 0,0 2 0 0,-2 3 0 0,-1 0 178 0,-1-2-77 0,0 2 91 15,3-6-80-15,4-4-39 0,-1-2-1 0,8-6-2 16,-1-3-38-16,4-3 1 0,2-1 0 0,2-3 39 16,0 0-39-16,2 0 8 0,10-1-8 0,8-10-35 15,3-1 0-15,2 3 35 0,1-2-58 0,-1 3 36 16,7-3-7-16,-5 1-136 0,3 1 75 0,0 4 23 15,-4-1 24-15,-1 2-103 16,-2 0 57-16,0 3 11 0,-5-1 1 16,-3 2 116-16,-6 0-41 0,1 0-18 0,-3 0-26 0,-3 7 197 15,-2 3-92-15,0 1-40 0,-2 0 117 0,0 6-57 16,0 0-49-16,0 2 252 0,-2 1-141 0,0 9-71 16,2-3-35-16,0 4 128 0,0 3-86 15,0 2-39-15,6 0 0 0,1 1-7 0,0 1-32 0,4 0 9 16,-2-2-8-16,-2-2-80 0,0 2 39 15,1-3-30-15,-4-2 35 0,0-2 9 16,-3 3 26-16,1-8-111 0,-2-1 54 0,0-3-5 16,0-4 24-16,0-7-138 0,0 1 71 0,-7-3 13 15,-5-2 25-15,-1-4-307 0,1 0 154 0,-6 0 70 16,-3-7 46-16,3-13-413 0,-3-4 225 0,-3-12-105 16,4-7 157-16,0-6 92 0,5-5 42 0,0 1-325 15,3 4 183-15,-4 4 92 0,5 12 38 16,-3-1 28-16,2 7 58 0,-2 10 0 15,1 2 0-15,1 5 275 0,0 2-157 0,3 2-72 16,1 3-39-16,2 2 474 0,4-1-255 0,0 2-33 16,0 0 127-16,2 0-148 0,0 0-69 0,9 2-152 15,3 8 41-15,5 1 20 0,-2 4 8 0,6 6-554 16</inkml:trace>
  <inkml:trace contextRef="#ctx0" brushRef="#br0" timeOffset="104125.23">14959 8148 797 0,'-21'8'0'0,"2"-3"0"0,2-1 0 0,0-4 0 0,1 0 0 0,4 0 0 0,5-2 541 16,1-5-246-16,6-6-135 0,0-1 211 0,2-6-169 15,17-1-84-15,5 1-434 0,4-5 183 0,10-1 79 16,0 4 43-16,3-3-317 0</inkml:trace>
  <inkml:trace contextRef="#ctx0" brushRef="#br0" timeOffset="104635.1">15561 7501 1876 0,'-1'-8'0'0,"-1"1"0"0,0 5 0 0,0-4 0 0,0 2 0 0,2 2 0 0,0 1 0 0,0-2 0 0,0 3 277 0,4 0-123 0,3 3-60 16,1 8-195-16,0 3 63 0,-1 5 35 0,-2 2-224 15,-1 0 129-15,1 1 66 0,-3 3 41 0,-2-3-648 16,0-1 313-16,0 0 155 15,-2-4 79-15,-8-3-259 0,-1 0 169 0,-1-5 90 16,-1-3 48-16,2-2 44 0,-3-3 0 0,5-1 0 16,-2 0 219-16,3 0-136 0,3 0-57 0,-1 0 388 15,4 0-192-15,2-1-123 0,0-3 25 0,2-2 126 16,7 1-103-16,11-1-57 0,2-2-28 0,0 2 76 16,10-3-56-16,2 2-25 0,8-3-48 0,-5 3 24 15,-3-1 0-15,1-1-23 0,-1 3-8 0,-4 3 30 16,-7 1 1-16,0-1-16 15,-2 3 15-15,-3 0 9 0,-4 0-8 0,-3 0 50 16,-2 3-26-16,-4 4-1 0,0-1-38 0,-2 3 94 16,1 3-43-16,-2-1-1 0,-2 2 163 0,2 2-99 15,-1 1-49-15,1 1 70 0,0 0 8 0,4 2-65 16,-1 2-31-16,1 2 13 0,0 1-22 0,-1-1 7 16,1 3-30-16,-3 0-50 0,1 0 25 0,-2 2 0 15,1 1 172-15,-3-3-180 0,0 7 0 0,0-8 0 16,0 4 0-16,-5-4 0 15,0-6 0-15,-5 2-166 0,3-2 153 0,-5-4 0 16,1-2-2-16,-4-3-122 0,-1 0 62 0,-4-8 30 16,-3 3 22-16,-2-5-399 0,0 0 187 0,-3 0 101 15,2-6 47-15,-2-11-216 0,-1-9 140 16,7-10 64-16,3-9-512 16,5-17 290-16</inkml:trace>
  <inkml:trace contextRef="#ctx0" brushRef="#br0" timeOffset="104775.72">15749 7326 1496 0,'7'-13'0'0,"3"8"0"0,1 5 0 0,-1 0 0 0,-2 3 0 0,-1 10 0 0,-3 4 0 0,1 5 0 0,-3 5 254 0,-2 5-111 0,0 7 148 15,-7-1 29-15,-8 12-148 0,-2-1-69 0,-1 0-107 16,-2 0 1-16,-1-2 35 0,5-9 9 0,-5 6-486 16,5-12 238-16,0 0 121 0,2-3-287 0,5-13 197 15</inkml:trace>
  <inkml:trace contextRef="#ctx0" brushRef="#br0" timeOffset="104901.39">15694 7810 1541 0,'9'2'0'0,"5"4"0"0,2 0 0 0,-2-3 0 0,-2-1 0 16,1 4 0-16,2-3 0 0,-2 1 357 0,0 0-161 0,1 0 412 0,-4 0-279 0,2-2-153 16,-3-1-71-16,2 1-549 0,-1 0 238 0</inkml:trace>
  <inkml:trace contextRef="#ctx0" brushRef="#br0" timeOffset="108235.05">17223 7909 803 0,'-11'-14'0'0,"4"2"0"0,1 3 0 0,2 0 0 0,0 0 55 0,4-3 263 0,0-1-142 16,0 0-72-16,0 2 66 0,12-1-60 0,8-1-43 0,3 5 0 0,3-1 63 16,1 5-49-16,1 2-24 0,-4 2 9 0,6 0-4 15,-6 12-30-15,-1 7 1 0,-2 3 0 0,-4 4-42 16,-4 5 30-16,-4 2-9 0,-7 5-23 0,-2 3 22 16,0-1 0-16,-11-1 21 0,-6-3-15 15,-4 4 1-15,-1-2 12 0,1-11 18 16,-3-1-24-16,-3-2-15 0,1-6 17 0,-3-4-14 15,6-4 9-15,-4-4 3 0,6-5-2 0,-1-1-171 16,3 0 85-16,4-1 37 0,4-15-172 0,7-2-133 16,4-5 158-16,6-12-173 0,15 6 148 0,12-7 88 15,1 1 39-15</inkml:trace>
  <inkml:trace contextRef="#ctx0" brushRef="#br0" timeOffset="108431.53">17635 7733 1030 0,'7'-19'0'0,"-5"4"0"0,0 6 0 0,-2 1 0 0,0 1 0 0,-9 6 0 0,-5 1 142 0,0 0-54 16,-4 11-19-16,0 13 326 0,-1 2-180 0,-4 10-92 16,7 0-44-16,2 1 247 0,5-4-138 0,5 2-82 15,4-4 48-15,0 0-61 0,9-1-30 0,12-4 0 16,4-2-151-16,5-2 56 0,4-4 33 0,0-3-128 16,1-2 79-16,-1-3 41 15,0-6 8-15,-4-1-404 0,-2-3 154 0,-5 0 123 16,-2 0 61-16,0-6-524 0,-1-5 270 0,-8-4 147 15</inkml:trace>
  <inkml:trace contextRef="#ctx0" brushRef="#br0" timeOffset="108726.27">17823 7456 1644 0,'0'-18'0'0,"0"9"0"0,0 4 0 0,3-3 0 0,7 2 0 0,5 0 0 0,1 4 0 0,4-1 0 0,-2 3 215 0,3 0-83 0,-2 0-54 0,-3 5-3 15,0 9-22-15,-5 3 1 0,-2 7-22 0,-7-3-115 16,-2 8 53-16,0-2 32 0,-4-1 0 0,-9 0-181 16,-2-3 106-16,0-6-41 0,-6 4 50 0,3-12 43 15,-3 1-36-15,2-4 92 0,-1-3-36 0,3-3-19 16,0 0-42-16,7 0 196 16,-1 0-78-16,4 0-36 0,0 0-1 0,6-2 354 15,-1 1-145-15,2-2-100 0,2 2 95 0,13-5-95 16,8 2-47-16,2-2-16 0,6 3-10 0,-1-1 0 15,3 2-22-15,-2-2-186 0,-2 2 93 0,-4 2 55 16,7 0 14-16,-6 0-544 0,-5 0 252 0,2 0 145 16,-3 6 23-16,-2 2-321 0,-6-1 206 0</inkml:trace>
  <inkml:trace contextRef="#ctx0" brushRef="#br0" timeOffset="108907.78">18021 7877 1448 0,'-14'5'0'0,"4"-1"0"0,3 3 0 0,1-5 0 0,4 0 0 0,2 0 0 0,0-2 248 0,11 2-108 0,12-1 300 16,3-1-203-16,6 0-103 0,2 0-42 0,2 0-34 15,-3 4 5-15,1-1-30 0,-4 2-1 0,-5-1-181 16,1-1 87-16,-1 3 47 0,-3-1 24 16,-5 2-476-16,-3-3 250 0,-2 2 132 15,-3-2 23-15,-3 0-628 0,-4-1 329 0</inkml:trace>
  <inkml:trace contextRef="#ctx0" brushRef="#br0" timeOffset="109087.81">18255 7670 1214 0,'-2'-12'0'0,"0"7"0"0,0 1 0 0,2 2 0 0,-1 0 0 0,1 2 0 0,0 0 0 0,0 9 461 0,1 14-215 0,5 4-106 16,-3 8-45-16,1 10 341 15,-2-2-202-15,-2 4-100 0,0-1 32 0,0-2-66 16,0-6-26-16,0 3-8 0,0-1-184 0,0-1 75 15,0-4 38-15,0-2-459 0,0-9 256 0,0-2 116 16,0-4 63-16,2-9-710 0,1-3 355 0,5-6 167 16</inkml:trace>
  <inkml:trace contextRef="#ctx0" brushRef="#br0" timeOffset="109246.1">18431 7714 1692 0,'4'-11'0'0,"5"5"0"0,0 5 0 0,-1-1 0 0,0 2 0 0,3 0 0 0,0 0 0 0,1 9 274 0,0 5-112 0,2-2 12 16,1 4-70-16,-2 0-36 0,2 1 0 0,0 2-206 16,-2-2 94-16,0-2 34 0,-1 0 22 0,1-3-467 15,0-1 243-15,0-6 123 0,3 0 69 0,-2-5-639 16</inkml:trace>
  <inkml:trace contextRef="#ctx0" brushRef="#br0" timeOffset="109428.61">18769 7602 593 0,'0'-21'0'0,"-2"12"0"0,2 1 0 0,-4 4 0 0,1 2 0 0,-1 2 449 16,-1 12-208-16,1 13-104 0,-2 10 452 0,-2 3-270 16,-1 14-148-16,-4 12-68 0,-2-2 381 0,-1 1-225 15,-4 3-113-15,1-3 74 0,-4 14-97 0,0-8-45 16,0 1 105-16,-2-4-183 0,2-5 0 0,5-10 0 16,-1-1 0-16,3-5-379 15,2-12 222-15,5-9 95 0,4-7 47 0,1-6-725 16,0-5 374-16,4-6 74 0,0-2-471 0</inkml:trace>
  <inkml:trace contextRef="#ctx0" brushRef="#br0" timeOffset="109700.88">18799 7399 1495 0,'14'-28'0'0,"4"11"0"0,5 8 0 0,-1 3 0 0,1 0 0 0,-5-1 0 0,1 5 0 0,-2 0 0 0,0 2 430 0,-2 0-199 0,-2 7-99 15,-2 7 9-15,-2 4-45 0,-6 7-36 0,-3-1 0 16,0 2-202-16,-3 3 87 0,-11-3 45 0,1-5-135 16,-6 5 85-16,2-6 46 0,2-4 23 0,-2-1-26 15,2-4-10-15,4-5 28 0,-1-1-84 0,5-1 132 16,2-2-57-16,3-2-8 0,0 0 321 16,2 0-151-16,0 0-63 0,0 0-41 15,9 0 162-15,12-8-90 0,1-1-45 0,4-1-146 16,3-1 47-16,-1 0 27 0,4 1 0 0,-2 3-200 15,2 2 114-15,0 0 65 0,0 4 20 0,-4 1-786 16,0 0 343-16</inkml:trace>
  <inkml:trace contextRef="#ctx0" brushRef="#br0" timeOffset="109943.23">19406 7602 1207 0,'3'0'0'0,"1"0"0"0,-2 0 0 0,0 0 0 0,-2 0 0 0,0 0 0 0,0 0 243 16,0 0-105-16,-8 2 299 0,-6 9-203 0,-5 4-100 15,-2 4-42-15,-3 2 42 0,-4 0-50 0,0 2-25 16,1-1-1-16,-1 1-92 0,0-1 42 0,1-6-8 16,5 1 33-16,7-7-27 0,4-3 0 0,-1 0 27 15,7-3 107-15,3-2-57 0,0-2-26 0,2 2 105 16,0-2-64-16,7 0-33 0,11 0 8 0,6 3 10 16,0-3-26-16,4 1 1 0,2 3-25 15,4-2-198-15,1-1 106 0,-4 3 43 16,-3 2 24-16,0 1-230 0,-3 2 118 0,-4 0 68 15,0 0-849-15,-5-1 430 0,-2 3 212 0</inkml:trace>
  <inkml:trace contextRef="#ctx0" brushRef="#br0" timeOffset="110115.77">19227 8028 1329 0,'-32'2'0'0,"10"-2"0"0,1 3 0 0,0 0 0 0,11-3 0 0,-2 0 0 0,6 0 681 16,3 0-324-16,3 0-162 0,1 0-81 0,15 6 390 15,4-1-227-15,8 2-126 0,2 3-59 0,2-3 2 16,2 3-30-16,2-1-1 0,-2 0-236 0,0 1 99 16,-4 0 53-16,-4 0-679 0,-6 0 366 0,1 1 192 15,-3 2 84-15,-4 0-903 0</inkml:trace>
  <inkml:trace contextRef="#ctx0" brushRef="#br0" timeOffset="110294.8">19797 7556 2570 0,'3'-22'0'0,"3"9"0"0,-1 6 0 0,-3 2 0 0,0 4 0 0,0 1 0 0,1 9 0 0,-2 14 0 0,-1 7 350 16,0 4-158-16,0 9 28 0,0 0-94 0,0-1-38 16,0 10-32-16,0-5-133 0,0 2 54 0,0-2 29 15,0-2-1-15,0-6-576 0,0 8 298 0,0-6 153 16,0-5 76-16,0 4-834 0</inkml:trace>
  <inkml:trace contextRef="#ctx0" brushRef="#br0" timeOffset="110470.88">20163 8032 1439 0,'6'0'0'0,"1"0"0"0,2 0 0 0,-3 1 0 0,-2 8 0 0,-2 0 0 0,0 3 0 0,-1 2 268 0,-1 5-118 0,0 4-58 0,-5-3 224 15,-7 8-145-15,-1-3-70 0,1-1-34 0,0-5-197 16,-1-3 82-16,3-4 48 0,-1-3-538 0,2-1 283 16,-1-6 142-16,3-2 71 0</inkml:trace>
  <inkml:trace contextRef="#ctx0" brushRef="#br0" timeOffset="110687.97">20385 7686 1345 0,'14'-16'0'0,"9"8"0"0,5 6 0 0,2-4 0 0,-1 5 0 0,-1-1 0 0,-2 2 461 0,2 0-215 0,1 7-106 16,-6 9-54-16,0 1 341 0,-5 6-189 0,-4 5-107 15,-5 1 25-15,-4 1-61 0,-3 2-31 0,-2 2-120 16,-7-4 52-16,-11 0 15 16,-5-3 0-16,-1 0-72 0,-5-4 47 0,-1-3 23 15,0-2 9-15,0-6-326 0,0-2 127 0,3-4 98 16,6-2-49-16,2-4-407 0,6 0 244 0,-1 0 136 15,9-14-316-15,5-8 222 0</inkml:trace>
  <inkml:trace contextRef="#ctx0" brushRef="#br0" timeOffset="110879.47">20788 7574 1249 0,'9'-16'0'0,"-5"9"0"0,1 3 0 0,-4 0 0 0,-1 2 0 0,0 2 0 0,-15 0 0 0,-3 10 520 16,-1 13-244-16,-2 5-122 0,2 3-52 0,-2 10 167 15,11-1-118-15,1-6-59 0,7 6-30 0,2-4 232 16,0-1-123-16,4-5-73 0,12 1-26 0,0-8 1 16,3 2-40-16,2-4-1 0,-3-6-303 0,9-2 148 15,-3-6 77-15,3-3-586 16,-3-4 295-16,2 0 176 0,-5 0-3 0,7-2-305 0</inkml:trace>
  <inkml:trace contextRef="#ctx0" brushRef="#br0" timeOffset="111126.84">20987 7585 1836 0,'3'-13'0'0,"8"9"0"0,17 4 0 0,7 0 0 0,1 0 0 0,-1 0 0 0,-1 0 0 0,-2 0 0 0,0 0 275 0,6 0-121 0,-6 6-61 16,-4 1 104-16,-8 1-82 0,1 3-33 15,-3-3-28-15,-7-1-82 0,-4 0 31 0,-2 1-1 16,-5 0 31-16,0 5-10 0,-10 0 9 0,-13 0 1 15,-4 4 96-15,-3 2-48 0,-7 3-25 0,3-4 9 16,-10 4 35-16,2-2-33 0,1 3-1 0,-2-3-209 16,10-2 88-16,-1 0 52 0,12-3 14 0,1 0-542 15,9-1 267-15,5-5 114 0,4 3 73 0,3-2-382 16,1-2 216-16</inkml:trace>
  <inkml:trace contextRef="#ctx0" brushRef="#br0" timeOffset="111294.39">21410 7892 1435 0,'7'1'0'0,"3"3"0"0,-6-2 0 0,-2 0 0 0,-2 1 0 0,-11 5 0 0,-8 4 0 0,-4 3 0 0,-4 3 436 16,-6 5-201-16,1-1-93 0,-9 8-59 0,0 1 25 16,1-2-37-16,0-1-1 0,12-5-37 0,7-3-322 15,3-1 157-15,6-1 83 0,8-10-198 0,4 2 139 16,0-7 71-16</inkml:trace>
  <inkml:trace contextRef="#ctx0" brushRef="#br0" timeOffset="111599.57">21718 7697 1825 0,'3'-6'0'16,"-1"5"0"-16,0-1 0 0,-2 2 0 0,-5 2 0 0,-14 15 0 0,-3 8 0 0,-1 6 0 0,3 5 260 0,3 1-114 0,1 4-56 0,12-4 260 0,3 0-163 15,1-2-77-15,3-2 53 0,15-7-64 0,6-3-34 0,6-6 12 16,9-5-44-16,2-8-1 0,3-4 1 16,1 0-122-16,-1-7 61 0,-9-10 38 0,10-9-7 0,-12-1 29 15,-6 1-271-15,-1-4 135 0,-7-4 53 0,-4-1-28 0,-8-3-220 16,-5-5 99-16,-2 2 84 16,-16-1-115-16,-11 4 100 0,-1 9 40 0,-13-3 9 15,-1 11 24-15,-1 10 0 0,-3 5 25 0,0 6 174 16,9 0-96-16,0 4 179 0,5 11-128 15,5 1-65-15,12 0-20 0,2 5 102 0,6-1-43 0,7 7-35 16,0-2 23-16,0 2-21 0,11 3-449 16,10 6 210-16,-1-6 117 0</inkml:trace>
  <inkml:trace contextRef="#ctx0" brushRef="#br0" timeOffset="111730.79">22486 8207 3472 0,'2'-17'0'0,"24"15"0"0,6 2 0 0,-11-4 0 0,-12-4-639 0,-3-1 303 0,-3-1 143 0,-1 1 85 0</inkml:trace>
  <inkml:trace contextRef="#ctx0" brushRef="#br0" timeOffset="115874.06">11413 9021 784 0,'-8'-11'0'0,"2"4"0"0,1 3 0 0,1 2 0 0,2 0 0 0,-1 0 0 0,-1 1 155 0,1-1-62 0,3 0-30 16,-2 2 148-16,2 0-82 0,0 0-52 16,0 15-22-16,0 8 40 0,0 1-32 0,0 6 1 15,5 4 42-15,2 10-41 0,1-2 0 0,-1 5-32 16,3 3 31-16,-1 13 0 0,-3-11-23 15,3 18 25-15,-3-7-33 0,0 3 0 0,-3 1 0 0,1-6-33 16,-2-8 41-16,-1 1-9 0,1-7 1 16,0-9 40-16,0-2-41 0,-2-8 1 15,0-6 84-15,2-3-46 0,-2-6 0 0,0-5-38 16,0-3 41-16,0-4-42 0,0-1 9 0,0 0 33 16,0 0-20-16,0 0-1 0,0 0-20 0,-4 0-32 15,-1 0 9-15,-3-5 22 0,1-2 1 0,-1-2-200 16,-1-3 100-16,0-3 37 0,-1-2-255 0,0-2 128 15,0-3 77-15,-1-1 10 0,1-1-171 0,-3-3 103 16,-1 1 44-16,0 2-11 0,-2-1 37 16,0 1-1-16,-2 7 36 0,2 2-37 15,-1 6 29-15,-1 3 8 0,0 4 1 0,-3 2 149 16,1 4-74-16,-1 12-39 0,0 10 198 0,3 0-96 16,-1 4-66-16,3 1 0 0,4 4 250 0,4-2-116 15,5-7-40-15,3 7 3 0,0-3-52 0,1-2-26 16,10-3 0-16,5-5 70 0,2-1-40 0,7 1-32 15,-2-5 0-15,5-2-46 0,0-3 22 0,-1-4-1 16,0-6-257-16,6 0 124 0,-4 0 67 16,-3 0 33-16,2 0-492 0,-1-6 221 15,3-6 85-15,-2 1-157 0,0-1 156 0,1 4 77 16,-1-3 39-16,0-2-410 0</inkml:trace>
  <inkml:trace contextRef="#ctx0" brushRef="#br0" timeOffset="116267.02">11935 9711 980 0,'4'-24'0'0,"-1"5"0"0,-1-2 0 0,0-5 0 0,-2 1 0 0,0 3 0 0,0-7 0 0,0 3 144 0,0 2-55 0,-5-3 45 16,-1 7-50-16,-2 0-18 0,-1 0-7 0,2 7 16 16,-5 2-21-16,1 6 0 0,-2 1-21 0,-2 4 38 15,-5 0-9-15,-1 6-29 0,-2 8 0 0,0 7 56 16,-2 2-29-16,4 5 9 0,-4-2 85 0,6 3-61 15,2-4-30-15,7-4-1 0,1 1 125 0,6-1-69 16,3-2-47-16,0 0 49 0,0-3-43 16,9 0-23-16,10 1 1 0,-5-4 2 15,13 2-24-15,-3-2 0 0,1 0 0 0,0 0-24 16,1 3 0-16,-2 0 32 0,-1 3-40 0,-2 4-18 16,-3-1 25-16,-5 0 0 0,0 5-45 0,-6-3 39 15,0 6-11-15,-5-1 34 0,-2-1-18 0,0 0 9 16,-2-4-16-16,-10-5 91 0,-1 2-41 0,-2-5 0 15,-7-2-31-15,3-5 34 0,-6-1-23 0,2-6-4 16,-6-2-68-16,1 0 32 0,2 0 11 0,-1-6 23 16,1-6-291-16,6 0 138 0,-1-7 58 15,9 4-348-15,1-5 180 0,4 0 103 16,5-1 51-16,2 1-394 0,2-4 227 0,12 5 109 16,9-2 56-16,5 0-234 0</inkml:trace>
  <inkml:trace contextRef="#ctx0" brushRef="#br0" timeOffset="116491.43">12224 9515 877 0,'0'-5'0'0,"0"3"0"0,0 0 0 0,0 1 0 0,0 1 0 0,0-2 660 15,0 2-314-15,7 0-156 0,11 0-79 0,2-3 342 16,2 2-202-16,7-1-113 0,-3 0 64 0,2 0-84 15,-1 2-43-15,-2 0-21 0,-4 0 32 0,4 0-30 16,-2 0-1-16,-1 0-291 0,-3 0 135 16,-2 0 66-16,-1 2 42 0,-2 3-576 0,-3 5 300 15,-2-1 71-15,-2 6 101 0,-2 0-720 16</inkml:trace>
  <inkml:trace contextRef="#ctx0" brushRef="#br0" timeOffset="116651.32">12243 9934 2072 0,'8'4'0'0,"2"1"0"0,6-5 0 0,-3 0 0 0,-1 0 0 0,6 0 0 0,3-3 0 0,1-5 0 0,6-3 568 0,2 0-268 0,0 2-134 16,-2-2-66-16,0 6-317 0,-3 3 133 0,5 2 54 15</inkml:trace>
  <inkml:trace contextRef="#ctx0" brushRef="#br0" timeOffset="119372.32">13071 9071 552 0,'-6'0'0'0,"3"0"0"0,1 0 0 0,2 0 0 15,-2 0 0-15,2 0 72 0,0 0-1 0,0 0-39 0,0 0 154 0,0 0-69 0,2 0-46 16,3 0 150-16,5 0-95 0,-1-3-46 0,0 2-24 0,1-1 111 15,1 0-71-15,-1-1-32 0,-1 0 0 0,4 0 47 16,-4 1-31-16,7 0-9 0,-5 0 14 0,2 1-26 16,0 1 0-16,0-3-3 0,1 3-15 0,0 0-9 15,0 0 1-15,1-2 35 0,-2 2 0 16,2 0-35-16,2-2 8 0,-2 1 20 0,2-1 1 0,-1 0-29 16,2-2 0-16,-2 0 12 0,3 1-4 0,2-2-8 15,-3 2-2-15,7 0 2 0,-4 0 0 0,6 0-30 16,-7 1 38-16,10 0-8 0,-4-2-1 0,2 0-21 15,2 1-1-15,0-3 19 0,2 2-2 16,2-2-25-16,2 1 1 0,1-3 16 0,-1 5 7 16,0-1-35-16,0 2 34 0,-3 0-3 15,1 0-5-15,0 0 2 0,-2 2 2 0,1 0-9 16,1 0 13-16,0 0-5 0,0 0-2 0,2 0 24 16,1 0-22-16,-1 0 2 0,1 0 5 0,7 0 1 15,-3 0-5-15,2 0-1 0,-1 0-1 0,2 0-22 16,-5-2 4-16,7-2 18 0,-5-1-27 0,1 3 25 15,-8 0 0-15,5 1-12 16,-2-1 13-16,2 2-3 0,-4 0 151 0,1 0-168 16,5 0 0-16,-2 0 0 0,1 0 0 0,6 0 0 15,-2 0 0-15,1-3 0 0,0 2 0 0,2-5 0 16,-6 1 0-16,10-3 0 0,-4 3 0 0,0-3 0 16,-3 1 0-16,-2 1 0 0,-2 2 0 0,9 2 0 15,-6 2 0-15,2 0 0 0,-2 0 0 0,1 0 0 16,-3 0 0-16,7 4 0 0,-2-2 0 0,-2 2 0 15,4-2 0-15,0-2 0 0,3 0 0 0,11 0 0 16,-2 0 0-16,0-2 0 16,0-4 0-16,-5-1 0 0,14 1 0 0,-9 1 0 15,1 1 0-15,-1-2 0 0,-7 1 0 0,4 4 0 16,0-1 0-16,-3 1 0 0,-3-2 0 0,-3 2 0 16,-2 1 0-16,-9 0 0 0,0 0 0 0,-1 0 0 15,-2 0 0-15,-4 0 0 0,-2 0 0 0,-3 0 0 16,3 0 0-16,-9 0 0 0,3 1 0 15,-3 2 0-15,0-2 0 16,-3-1 0-16,-2 2 0 0,-3-2 0 16,-4 0 0-16,1 0 0 0,-4 0-330 0,-2 0 215 0,0 0 43 0,-2 0 27 15,0 0-437-15,-2 0 225 0,-15 0 112 0,-2 0-674 16,-7 0 396-16</inkml:trace>
  <inkml:trace contextRef="#ctx0" brushRef="#br0" timeOffset="120071.86">13124 9142 997 0,'-11'-2'0'16,"3"-1"0"-16,4 0 0 0,2 1 0 0,0 1 0 0,0 1 0 0,-1 0 0 0,1 0 151 0,2 16-59 0,0 9-30 0,0 3 66 0,0 6-48 15,0 4-15-15,2 14 134 0,3-1-83 16,1 3-42-16,2 12-20 0,-3-4 102 16,-1-4-54-16,0 19-38 0,1-9-1 0,-3 1 30 15,1-1-30-15,0-3 0 0,-1-10-22 0,0 6 30 16,0-7-38-16,-2-5 0 0,0-12 19 0,0 1-19 16,0-13 8-16,0 0-38 0,0-6 30 0,0-6 0 15,-6-4 0-15,-4-5-62 0,-1-2 40 0,-6-2-9 16,1 0 31-16,-7-2-93 0,0-13 42 0,1-3 12 15,-1-7-164-15,-5-7 80 0,3-1 47 0,1-7 8 16,2-1-145-16,3 5 70 16,4 7 41-16,-2 0 0 0,8 12 0 0,-1 6 23 15,1-1 13-15,3 5 111 0,3 5-63 0,-3 2-20 16,4 0 0-16,-2 15 84 0,2 8-53 0,0 3-15 16,0 4 31-16,2 0-15 0,0 0 0 0,0 0-2 15,0-2-218-15,0-1 98 0,4-6 48 0,4 2-167 16,-1-4 89-16,4-2 51 0,1-6 26 0,1-2-386 15,1-5 204-15,6-4 99 0,4 0 49 16</inkml:trace>
  <inkml:trace contextRef="#ctx0" brushRef="#br0" timeOffset="120314.72">13616 9343 1400 0,'0'-6'0'0,"0"5"0"0,0 1 0 0,-2 0 0 0,0 0 0 0,-5 14 273 0,3 14-121 0,-1 6-59 0,4 4 183 16,-3 15-126-16,4-1-59 0,-2 3-29 0,2-2 274 15,0 2-152-15,0-2-68 0,0 1 26 0,0-1-55 16,0-2-27-16,0 1 0 0,0 1-159 0,2-1 74 16,0-1 25-16,-2-2-352 0,0-6 193 15,0-8 95-15,0 0 49 0,0-9-233 0,0-4 58 0,0-8 91 16,0-5-51-16,0-3-339 0,0-6 228 15,0 0 106-15,0-12-278 0</inkml:trace>
  <inkml:trace contextRef="#ctx0" brushRef="#br0" timeOffset="120484.27">13631 9848 968 0,'7'-19'0'0,"4"6"0"0,3 2 0 0,2-1 0 0,5 0 0 0,2 0 0 0,6 3 0 0,0-1 525 0,9 0-238 0,5 2-131 0,-4 2 253 16,-3 0-188-16,2 1-95 0,-3 3-46 0,1-1-42 15,-2 0-5-15,-3 2 0 0,-2-2-1 16,-3 3-160-16,-3 0 80 0,-1 0 49 16,-3 0-484-16,-2 0 258 0,-6 0 129 0,-4 0-575 15,-1 0 282-15,0 0 182 0</inkml:trace>
  <inkml:trace contextRef="#ctx0" brushRef="#br0" timeOffset="120647.83">14029 9264 1212 0,'-11'-11'0'0,"5"5"0"0,1 2 0 0,3 3 0 0,0-2 0 0,2 3 0 0,0 14 572 16,0 13-270-16,2 13-134 0,1 9-68 0,3 17 491 15,-4 9-271-15,0 17-147 0,-2 0 43 0,0 7-91 16,-8 7-47-16,-1 3-69 0,1 6-213 0,4-3 114 16,1 0 61-16,3 21-839 0,0-5 450 0</inkml:trace>
  <inkml:trace contextRef="#ctx0" brushRef="#br0" timeOffset="137826.53">14666 9825 567 0,'0'0'0'0,"-2"0"0"0,0 3 0 0,0-3 0 0,0 0 0 0,0 0 0 0,1 0 0 0,1 0 197 16,0 0-87-16,-2 0-38 0,2 0 139 0,0 0-89 16,0 0-45-16,0 0 98 0,0 0-75 0,0 0-34 15,0 0 1-15,0 0 74 0,0 0-54 0,0 0-19 16,0 0-8-16,0 0 19 0,0 0-23 0,0 0-1 15,0 0-22-15,2 0 99 0,7 0-54 0,3 0-23 16,0 0 115-16,1 0-69 16,1-3-34-16,-3 2 23 0,4-1-32 0,-4 2-1 15,5 0-24-15,-2 0 21 0,1 0 1 0,0 0-14 16,3 0-8-16,0 0 12 0,1 0-12 0,1 0 0 16,5 0-1-16,-4-3 45 0,7 0-44 0,0-2 0 15,2-1 32-15,2 0 1 0,2-1-33 0,1 3 19 16,3-2-19-16,7 3 160 0,-6 0-193 15,2 0 0-15,5 1 0 0,-7 0 0 0,12-2 0 0,-4 2 0 16,-2 0 0-16,-2 1 0 16,0-4 0-16,-5 4 0 0,3-3 0 0,-3 2 0 15,-5 0-215-15,-1 0 158 0,-4 1 19 0,-7-2-76 16,0 3 46-16,-6 0 29 0,-4 0-3 0,-3 0-58 16,-2 0 29-16,-5 0 16 0,1 0-15 0,-2 0 8 15,0 0 1-15,0 0 28 0,0-1 1 0,0-1-57 16,-7-2 33-16,-5 0-1 0,-1 3-385 0,1-1 205 15,-6 2 102-15,1 0-475 0,1 3 293 0,-4 7 143 16</inkml:trace>
  <inkml:trace contextRef="#ctx0" brushRef="#br0" timeOffset="138167.76">15000 10021 771 0,'-19'0'0'0,"1"2"0"0,2 1 0 0,2 5 0 0,3-5 0 0,1 2 0 0,4-1 336 0,1-1-143 0,5-1-84 16,0 2-39-16,0 1 205 0,5 3-121 0,12-1-60 16,5-1-23-16,8-1 221 0,11 1-130 0,0-4-64 15,3-2 36-15,7 0-50 0,2 0-18 0,1 0 64 16,4-4-48-16,-1-1-25 0,-3-2 0 15,-1 2-22-15,-8 1 6 0,6 1-8 0,-8 0-1 0,-8 2-87 16,4 1 44-16,-8 0 22 16,-5 0 8-16,-1 0-123 0,-3 0 68 0,-2 0 10 15,-10 0-67-15,1 0 29 0,-2 0 38 0,-8 0-182 16,1 0 97-16,0 0 23 0,-2 0 32 0,0 0-122 16,0-2 65-16,-12 0 44 0,-2 1 0 0,-4-1-303 15,-2 0 170-15,-4 2 85 0,1 0 34 0,-9 0-339 16</inkml:trace>
  <inkml:trace contextRef="#ctx0" brushRef="#br0" timeOffset="138558.68">14812 10144 1057 0,'-15'3'0'0,"4"6"0"0,2 2 0 0,1 1 0 0,2 1 0 0,1 2 0 0,-1 6 416 0,6 5-192 0,0 0-87 15,0 6-57-15,0-1 188 0,0 4-118 0,4 0-58 16,1 2 1-16,-1 3-22 16,0-2-8-16,-2-1-64 0,0-1 1 0,-2 0 33 15,0-5-1-15,0-3-70 0,0-5 31 0,0-4 0 16,0-6 40-16,-2-4-154 0,-1-1 78 0,-4-6 19 16,0-2 22-16,-2 0-170 0,-1-2 85 0,-1-9 12 15,-2-10-111-15,3-5 60 0,-1-4 43 0,-2-9-43 16,5 5 46-16,-1 0 24 0,4 4 0 15,-1 10 45-15,4 5-22 0,-2 3 0 0,2 2 0 0,2 7 188 16,-2 0-94-16,2 3-56 16,0 0-14-16,0 10 254 0,-2 11-129 0,0 3-40 15,1 3 166-15,-1-3-84 0,0 8-50 0,0-2-51 16,0-2-25-16,1 0 1 0,-1-7 0 0,0 1-66 16,0-2 28-16,2-7 1 0,0 0 37 0,0-2-347 15,0-5 145-15,0-1 97 0,0-3-1 0,0-2-471 16,2 0 256-16,3-2 128 0,8-12-214 15,-1-4 163-15</inkml:trace>
  <inkml:trace contextRef="#ctx0" brushRef="#br0" timeOffset="138713.29">14922 10362 1179 0,'7'-9'0'0,"0"2"0"0,0 4 0 15,-3 3 0-15,0 0 0 0,-1 4 0 0,-2 10 233 0,1 4-100 0,0 5-50 0,-2-2 268 0,0 6-163 0,0 1-78 16,0-1-38-16,0-1-15 0,0 3 0 0,2-7-16 15,0 3-269-15,1-1 130 0,1-3 65 0,1-5 34 16,1-1-490-16,2-1 258 16,-2-7 119-16</inkml:trace>
  <inkml:trace contextRef="#ctx0" brushRef="#br0" timeOffset="138874.76">15041 10501 927 0,'0'-5'0'0,"0"3"0"0,0 0 0 15,0 0 0-15,0 2 0 0,0 0 453 0,2 0-210 0,6 0-106 0,1 0-51 0,0 0 125 16,1 0-81-16,3 0-52 0,0 0-23 16,-1 0-72-16,-1 0 25 0,0 0 0 15,-1 2-460-15,0-2 239 0,1 0 122 0,-2 0-495 16,-4 0 298-16</inkml:trace>
  <inkml:trace contextRef="#ctx0" brushRef="#br0" timeOffset="139085.31">15167 10368 1236 0,'0'-10'0'0,"0"7"0"0,0-1 0 0,0 2 0 0,0 0 0 0,6 1 0 0,5-2 0 0,2 3 0 0,4 0 422 16,2 0-198-16,1 3-96 0,3 6-48 0,0 6 174 15,-7 0-102-15,5 5-64 0,-6 1-28 0,-1 6 4 16,-5-2 0-16,-4 2-31 0,-3-1-72 0,-2 8 32 16,0-5 0-16,-9 2-122 0,-6-2 81 0,-6-3 40 15,0-3 9 1,-1-5-228-16,-4-1 122 0,0-6 12 15,-1-2 46-15,1-2-277 0,5-5 137 0,1-2 82 0,1 0 35 0,6-2-85 16,3-8 60-16,8-6 32 0,2-4-233 0,0-3 136 16</inkml:trace>
  <inkml:trace contextRef="#ctx0" brushRef="#br0" timeOffset="139285.78">15400 10342 1263 0,'7'-8'0'0,"-1"6"0"0,-2 0 0 0,-2 2 0 0,-2 0 0 0,0 0 0 0,-2 0 0 0,-6 12 0 0,1 4 444 0,-2 5-206 0,0 4-103 16,0 3-50-16,4 2 221 0,3 0-141 0,0 2-66 16,2-3 46-16,0 2-57 0,2-5-27 0,5-1 7 15,9 1-61-15,-1-4 0 0,0-2 26 0,1-5-238 16,2-1 118-16,-2-3 69 0,1-1 21 0,-2-3-483 16,1-2 248-16,-4-5 58 0,2 0 84 0,-5 0-473 15,0-5 270-15,-1-8 130 0</inkml:trace>
  <inkml:trace contextRef="#ctx0" brushRef="#br0" timeOffset="139550.07">15515 10208 1388 0,'0'-3'0'0,"0"-1"0"0,0 2 0 15,0 0 0-15,5 1 0 0,4-2 0 0,2 3 0 0,-1 0 0 0,0 0 131 0,0 4-41 0,1 6-33 0,-4 2 63 0,0 2-43 0,0 1-23 16,-4 0 1-16,-1 2-103 0,-2 0 36 0,0-1 22 15,0 0-48-15,-4-3-2 0,-6 0 36 16,5-6-20-16,-4 1 24 0,1-2 0 16,2-3 33-16,1-1-2 0,3 0-13 0,0-2-32 15,0 0-13-15,2 0 212 0,0 0-85 0,0 0-37 16,2 0-24-16,5 0 65 0,7 0-36 0,0 0 1 16,2 0-104-16,-1 0 35 0,2 0-1 0,-1 0 42 15,2-2-415-15,-4 0 196 0,2 1 81 0,-4 1-264 16,-2 0 135-16,0 0 105 0</inkml:trace>
  <inkml:trace contextRef="#ctx0" brushRef="#br0" timeOffset="139706.66">15652 10541 767 0,'-13'3'0'0,"6"-1"0"0,-2 1 0 0,6-2 0 0,-1-1 211 16,2 0-90-16,2 0-43 0,0 0-15 0,0 0 457 15,6 0-244-15,7 0-121 0,4 0-61 0,2 0 162 16,-1 0-103-16,1 0-65 0,0 0-293 0,-2 0 119 15,0 0 59-15,0-1-540 0,-6-2 309 16,4 1 141-16,-1 1 74 0</inkml:trace>
  <inkml:trace contextRef="#ctx0" brushRef="#br0" timeOffset="139867.23">15806 10310 1361 0,'1'2'0'0,"1"1"0"0,0 0 0 0,3-2 0 0,0 3 0 0,-1-2 0 0,3 3 293 16,0-1-122-16,2 4-73 0,1-1 164 0,-2 2-115 16,1 1-57-16,1 1-334 0,-3 3 146 0,2-3 62 15,-2-2 34-15,2 1-624 0,-4-4 313 0,3 3 158 16</inkml:trace>
  <inkml:trace contextRef="#ctx0" brushRef="#br0" timeOffset="140052.31">15975 10268 1448 0,'0'-1'0'0,"0"-2"0"0,0 2 0 0,0 1 0 0,0 1 0 0,0 13 0 0,0 4 0 0,0 5 0 0,0 4 0 0,-3 6 504 0,-6 9-235 0,2-1-119 0,-2-3 133 16,-1 11-130-16,-1-5-60 0,2 2-30 0,2-5-195 16,-2-3 83-16,4-1 48 0,-1-3 13 0,1-4-466 15,1-9 243-15,4-3 122 0,-2-7-248 16,2-4 96-16,0-4 119 0,0-3-472 0</inkml:trace>
  <inkml:trace contextRef="#ctx0" brushRef="#br0" timeOffset="140311.04">16057 10313 1165 0,'17'-12'0'0,"3"0"0"0,-2 4 0 0,-1 3 0 0,-2 0 0 0,0 2 0 0,-2 2 0 0,1 1 327 0,-5 0-148 0,0 0-65 16,-2 9-44-16,-2 4-66 0,-3 3 29 15,-2 0 0-15,0 3 0 0,-2 2-55 0,-10-3 24 16,-1 3 0-16,-1-4-96 0,0 0 63 16,-2-1 32-16,2 0 8 0,0-4 90 0,3-2-46 15,4-4-30-15,3 0 268 0,1-5-130 0,1 2-60 16,2-3-40-16,0 1 127 0,0-1-77 0,5 0-40 16,8 0 1-16,1 0-35 0,0 0-5 0,2-1 1 15,0-5-119-15,2-2 60 0,-4 3 29 16,2-1-544-16,-2 2 281 0,-3 2 97 15,3 0 89-15</inkml:trace>
  <inkml:trace contextRef="#ctx0" brushRef="#br0" timeOffset="142643.79">14607 9168 222 0,'0'-2'0'0,"0"-1"0"0,-2-2 0 0,1 2 0 0,-1-1 0 0,-2 0 183 15,2 0-76-15,-1 1 10 0,1 1-42 0,0 1-13 16,0-2-8-16,0 3 53 0,-2 0-38 0,0 0 1 16,0 0-37-16,-1 0 62 0,-2 0-35 0,-3 8 0 15,1 1-27-15,-4 3 66 0,-3 2-33 0,2 2 8 16,-4 3 54-16,2 1-48 0,-1 3-23 0,0 4 110 16,0 4-67-16,2 4-26 0,-2 9-7 0,3 3 12 15,0 3-23-15,3 1 0 16,1 2-23-16,1 1 104 0,3 2-56 0,3 10-24 15,1-4-1-15,2 4 42 0,0-1-33 0,0-6 9 16,4 12-42-16,5-9-30 0,0-9 0 0,3 4 30 16,0-3-132-16,4-4 74 0,-3 1 25 0,2-7-126 15,-2 1 78-15,2-3 14 0,0-2 29 0,-1-8-420 16,0 1 206-16,4-1 64 0,-2-4 63 0,1-4-373 16,3-3 216-16,-2-7 101 0</inkml:trace>
  <inkml:trace contextRef="#ctx0" brushRef="#br0" timeOffset="143132.41">16414 9257 1249 0,'0'-10'0'0,"-7"2"0"0,5 7 0 0,0-1 0 0,2 0 0 0,0 2 0 0,0 0 104 0,0 0-35 0,0 0 202 15,8 0-119-15,8 0-60 0,5 8-21 0,2 3 218 16,2 2-128-16,0 3-64 0,0 3-32 0,1 4 41 16,-1 3-29-16,-1 3-8 0,3 8 84 0,-7 1-59 15,-1 5-32-15,-5 7 55 0,0 8-34 16,-5 9-29-16,-5 1 0 0,-2 4 33 15,-2 5-27-15,0 13-1 0,-13-11-18 0,-6 19-34 16,1-11 0-16,-2-17 25 0,-1 5 1 0,0-5-37 16,1-13 9-16,-1 2 28 0,0-5-176 0,-2-8 88 15,2-7 24-15,0-10-192 0,5-4-203 0,-4-5 207 16,2-6 64-16,3-4-638 0,2-6 380 0</inkml:trace>
  <inkml:trace contextRef="#ctx0" brushRef="#br0" timeOffset="144329.28">14902 9336 1273 0,'-10'0'0'0,"1"0"0"0,2 0 0 0,0 0 0 0,1 0 0 0,0 0 0 0,2 0 41 0,1 0-8 0,3 0 239 16,0 0-119-16,0 0-60 0,0 0-31 0,1 3 9 0,11 1 63 16,7-3-50-16,3 1-26 0,3-2 0 0,1 0 241 15,-4 0-125-15,10 0-74 0,-5 0 56 16,-1 0-61-16,-5 0-31 0,1 2-91 0,-3 0 38 0,-2 0-7 16,-2 0-184-16,-6 0 107 15,1 0 52-15,-5 0 28 0,-3-2-134 0,0 0 76 16,0 1 11-16,-2-1 31 0,0 0-1 0,0 0-394 15,0 0 169-15,0 0 105 0,0 0-313 0,-4 0 205 0,2 0 103 16,1-1 51-16,1-3-333 0</inkml:trace>
  <inkml:trace contextRef="#ctx0" brushRef="#br0" timeOffset="144612.25">15274 9134 1362 0,'0'0'0'0,"0"0"0"0,0 0 0 0,0 0 0 0,0 0 0 0,0 0 0 0,0 0 0 0,0 0 187 0,2 0-81 0,9 3 235 16,6 2-155-16,3 0-76 0,-2 3-39 0,3 1 132 15,0 1-89-15,-1 1-40 0,-1 4-1 0,-3-2-51 16,0 4 18-16,-7 0-7 0,0 4 0 0,-4 5-55 16,-5-2 28-16,0 2-1 0,0-3 3 0,-12 7-9 15,-3-6 34-15,0 1 0 16,-4-4-62-16,2-6 6 0,-2-2 30 0,-1-2-154 15,1-5 78-15,1-3 24 0,-2 0 23 0,5-3-313 16,4 0 152-16,2 0 66 0,2 0 45 0,0 0-308 16,5-3 174-16,2-4 87 0,0-2-292 0,9-5 193 15,9 0 93-15,-1-3 46 0</inkml:trace>
  <inkml:trace contextRef="#ctx0" brushRef="#br0" timeOffset="144799.46">15605 9132 773 0,'2'-7'0'0,"0"1"0"0,-2 2 0 0,0 1 0 0,0 1 0 0,-4 0 77 16,-4 2-14-16,-1 0 382 0,0 2-207 0,-5 9-102 16,1 8-51-16,-1 4 248 0,-2 3-141 0,3 2-84 15,2 2-38-15,1 1 146 0,5-3-91 0,3-1-47 16,2-4-7-16,0 3-8 0,6-1-30 0,6-4-199 16,4-3 99-16,2-3 50 0,1-2 33 15,6 0-210-15,0-1 114 0,2-5 56 0,1-1 28 16,4 0-722-16,-2-5 329 0</inkml:trace>
  <inkml:trace contextRef="#ctx0" brushRef="#br0" timeOffset="145321.37">16809 9245 1238 0,'-7'-9'0'0,"2"5"0"0,3 2 0 0,2 0 0 0,0-4 0 0,0 3 0 0,2-3 0 0,12 5 260 0,7-1-114 0,-1 2-48 15,6 0-37-15,1 0 61 0,-1 7-45 0,-4 6-22 0,0 2 0 0,-6-2-47 16,0 7 25-16,-2-1-1 15,-5 6 1-15,-7-1-78 0,-2 2 39 0,0 5 8 16,-6-3-85-16,-11 1 59 0,-1-6 27 0,-5 0-11 16,-1-7 3-16,4-4 25 0,-5-3-48 0,2-1 282 15,4-6-122-15,1-2-57 0,6 0-26 0,3 0 338 16,2 0-182-16,1 0-86 0,6-2-43 0,0-2 130 16,0-3-86-16,8 1-36 15,14 0 62-15,5 0 52 0,2 2-198 0,4-1 0 16,4 4 0-16,0-1 0 0,8 2 0 0,-9 0-688 15,7 0 408-15,-2 5 156 0,-7 2 67 0,6 2-1078 16</inkml:trace>
  <inkml:trace contextRef="#ctx0" brushRef="#br0" timeOffset="146313.26">17471 8871 189 0,'-2'-5'0'0,"-1"0"0"0,3 1 0 0,-2 0 0 0,0 0 0 0,-2 0 0 0,4 1 194 0,-2-1-85 0,1 2-38 16,-1 0 60-16,2 0-49 0,-2 2-25 0,2 0 79 16,0 0-56-16,0 0-23 0,0 0-1 0,0 0 10 15,0 0 0-15,0 0-26 0,0 0-7 0,0 0 56 16,0-2-28-16,0 0 0 0,0 2-28 16,2-2 111-16,1 2-59 0,3 0-27 0,-2 0 83 15,1 0-55-15,3 0-26 0,-2 0 110 16,3 0-73-16,2 2-32 0,2 4 0 0,2-2 14 15,6 1-24-15,2-3 9 0,9 2-31 0,1-2 93 16,3-2-47-16,11 0-22 0,-2 0 70 0,-2 0-39 16,11 0-32-16,-2 0 1 0,-4 2 16 0,5 2 0 15,1 0-40-15,5 1-21 0,4 1 21 0,-2 1 0 16,2-1 0-16,5-1-31 0,1-1 0 16,7-3 39-16,2-1-9 0,24 0-79 15,-2 0 39-15,2-3 0 0,10-12 7 0,-2 0-130 16,5-4 55-16,1 2 42 0,-7-2-88 0,-5 5 58 15,-18 0 10-15,14 3 3 0,-26 3 9 0,9 2 23 16,-8 3-17-16,-3 1 67 0,-10 2-34 0,7 0 6 16,-14 0-26-16,2 0 30 0,-6 0 6 0,-1 0-31 15,-9 0 16-15,6 0 45 0,-11 0-17 0,-1 0-1 16,-3 0-5-16,-7 0 1 0,-3 0-12 0,-5 0-70 16,-5 0 31-16,-5 0 1 0,-3 0 29 0,-3 0-274 15,1 0 118-15,-2 0 72 16,0 0 20-16,-12 0-186 0,-9 4 108 0,-4 6 55 15,0-1 19-15</inkml:trace>
  <inkml:trace contextRef="#ctx0" brushRef="#br0" timeOffset="146789.04">17567 9890 1179 0,'-4'0'0'0,"2"-1"0"0,2 1 0 0,4 0 0 0,15 0 0 0,4 0 0 0,9 0 272 0,5 0-111 0,14 0-68 0,-1 0 347 16,3 0-204-16,0 0-101 0,-1-4-52 0,-8 1 190 15,10-3-125-15,-7 2-58 0,-10 3-28 16,-1-3-94-16,-2 2 32 0,-10 0 9 0,1 0 24 0,-4 1-406 16,-9-2 203-16,0 2 101 15,-8 1-260-15,0 0 133 0,-3-2 105 0,-1 0-72 16</inkml:trace>
  <inkml:trace contextRef="#ctx0" brushRef="#br0" timeOffset="146943.97">17965 9375 1280 0,'-13'-8'0'0,"2"6"0"0,1 2 0 0,7 6 0 0,-3 18 0 0,1 5 0 0,1 15 0 0,2 7 660 0,-4 15-313 0,0-8-149 15,-1 21-87-15,-2-4 412 16,-1 15-245-16,1-2-122 0,3 0-289 0,6-11 91 15,0 5 34-15,0-5-420 0,9-4 230 0</inkml:trace>
  <inkml:trace contextRef="#ctx0" brushRef="#br0" timeOffset="147663.68">18839 9243 732 0,'0'-15'0'0,"0"2"0"0,-5 5 0 0,-2 3 0 0,0-1 0 0,0 0 0 0,-5 3 101 0,1 1-34 0,2 2 8 15,-7 0 119-15,3 0-81 0,-6 12-41 0,5 8 106 16,-5 6-73-16,0 10-28 0,-3 9-8 0,1 12 134 15,4 1-85-15,2 6-42 0,2-1-22 0,3-5 218 16,1 19-124-16,5-9-58 0,4-2 67 0,0 2-62 16,0-4-31-16,4-10 8 0,9 3 68 0,4-3-54 15,4-5-27-15,1-2-88 0,2-7 31 0,-1-7 8 16,5 4 23-16,-5-11-290 16,4 0 145-16,-4-5 72 0,2-3 36 0,-6-4-607 15,1-3 299-15,1-3 102 0,-2-4-182 0,-1-2 180 16</inkml:trace>
  <inkml:trace contextRef="#ctx0" brushRef="#br0" timeOffset="148546.15">18947 9835 717 0,'0'0'0'0,"-1"0"0"0,-1 0 0 0,0 0 0 0,0 0 0 0,0 0 0 0,0-2 0 0,1 0 113 0,-1 2-31 0,2 0 137 16,0 0-93-16,0 0-46 0,0 0-24 0,0 0 44 16,0 0-25-16,0 0-8 0,0 0-35 0,0 0 73 15,0 0-36-15,0 0 7 0,0 0-43 0,0 0 44 16,0 0-22-16,0 0 0 16,0 0-62-16,0 0 48 0,0 0-9 0,0 0-8 15,0 0 9-15,0 0 0 0,0 0-1 0,0 0 6 16,0 0-6-16,0 0 1 0,0 0 0 0,0 0 11 15,0 0-13-15,0 0 10 0,0 0-23 0,0 0-15 16,0 0 25-16,0-2 2 0,2 2 35 0,-1 0 7 16,1 0-38-16,2 0 27 0,1 0 0 0,3 0-28 15,2 0-1-15,1 0 68 0,4 0-38 0,5-1 0 16,5-2-29-16,5 2 34 0,11-4-1 0,4 0-25 16,4-2-8-16,17-3 65 15,0 2-33-15,3 1 1 0,4 1-11 0,3 1-14 16,0 3-8-16,4 0 0 0,1 0-84 0,13 2 42 15,-5 0 21-15,-12 0-201 0,8 0 94 0,-3 0 59 16,-1 0 10-16,-8-2-222 0,1-1 104 0,-1-5 63 16,-2-4 4-16,-5 0-1 0,-14 1 14 0,3-3 0 15,-8 3 0-15,-13 1 23 0,-2 0 8 0,-10 3 0 16,-8 4-76-16,-5-2 38 16,-6 3 0-16,-3-2-101 0,0 0 74 0,-16 2 32 15,-10 0 1-15,-5 2-339 0,-8 0 185 0,4 6 86 16,-16 8 53-16,0 5-146 0</inkml:trace>
  <inkml:trace contextRef="#ctx0" brushRef="#br0" timeOffset="148838.07">19222 10163 1432 0,'-23'-7'0'0,"12"5"0"0,7 2 0 0,4 0 0 0,0 0 0 0,0-2 0 0,2-3 0 0,21 1 424 16,11-6-195-16,10 1-98 0,13-2 127 0,14-3-117 16,-1 5-55-16,5 1-26 0,2-1 135 0,3 4-81 15,0 0-32-15,0 2-21 0,3 1-1 16,-2-1-27-16,-6 1 0 0,-3 2-125 0,-15 0 70 16,5 0 24-16,-7 0-1 0,-8 0-159 15,-2 0 96-15,-10 0 31 0,4 0-78 0,-7 0 13 16,-9 0 48-16,-2 0-191 0,-5 0 104 0,-7 0 44 15,-4 0 21-15,-3 0-130 0,-2 0 84 0,-5 0 41 16,-18 0 22-16,-7 0-282 16,-6 0 144-16,-15 0 83 0</inkml:trace>
  <inkml:trace contextRef="#ctx0" brushRef="#br0" timeOffset="149199.91">18967 10256 1089 0,'-4'0'0'0,"0"0"0"0,4 1 0 0,0 15 0 0,0-2 0 0,2 4 259 16,0-2-112-16,3 3-58 0,-1 2-28 0,1 3 285 15,1-2-153-15,2 7-84 0,-2-3-38 0,-1 2 58 16,-1 2-47-16,-2 0-25 16,-1 0-81-16,1 0 24 0,-2-3 0 0,0-6-50 15,0 1 41-15,0-4 21 16,-3-6 8-16,-3-3-238 0,2-2 125 0,-1-4 34 0,-3-3 42 0,0 0-319 15,1-3 159-15,0-13 45 0,-3-7 49 0,1-1-103 16,1-6 77-16,1-2 30 0,1 2 7 0,0 0 1 16,3 9 38-16,-1-1 160 0,2 3-80 0,-1 9-48 15,-1 3 8-15,0 3 119 0,0 3-79 0,-2 1-40 16,3 6 0-16,-5 14 323 0,3 5-126 16,-1 4-92-16,0 1-47 0,1 2 146 15,1 0-89-15,0 0-37 0,1-2-30 0,-1 0-80 16,2-7 29-16,0-1 0 0,2-3-307 0,0-2 176 15,0-2 76-15,0-6-243 16,6-1 113-16,5-6 90 0,2-2 45 0</inkml:trace>
  <inkml:trace contextRef="#ctx0" brushRef="#br0" timeOffset="149379.43">19261 10312 1640 0,'6'-7'0'0,"-4"5"0"0,0 0 0 0,0 2 0 0,-2 7 0 0,0 8 0 0,0 5 0 0,0 5 293 0,0 1-130 0,0 3-65 16,0-2 306-16,-2 3-178 0,0 1-100 0,2-1-123 16,0-2 30-16,0-3 0 0,0-1 0 0,0-1-198 15,2-3 95-15,2-5 51 0,3-2 26 0,0-4-594 16,1-3 309-16,1-2 164 0</inkml:trace>
  <inkml:trace contextRef="#ctx0" brushRef="#br0" timeOffset="149528.04">19344 10496 1038 0,'-4'-6'0'0,"1"4"0"0,1 0 0 0,0 1 0 0,0-1 0 0,2 2 0 0,0 0 474 0,0 0-225 0,7 0-109 0,4 0 179 16,5-3-143-16,-3 3-72 0,2-1-28 0,0 1-137 16,2-1 46-16,-2-2 24 0,0 3 1 0,0-2-543 15,2 0 291-15</inkml:trace>
  <inkml:trace contextRef="#ctx0" brushRef="#br0" timeOffset="149751.47">19533 10334 1468 0,'2'-8'0'0,"0"5"0"0,0-1 0 0,2 0 0 0,2 2 0 0,3-1 0 0,2 1 0 0,6 2 0 0,6 0 0 0,-5 0 468 0,7 5-222 16,-2 8-106-16,-2 4 84 0,-5 2-95 0,0 4-48 15,-6-4-17-15,0 9-80 0,-5-3 25 0,-3 1-1 16,-2-1 25-16,-2 4-98 0,-11-3 58 0,-6 1 15 15,-3-3-194-15,-2 1 109 0,-3-6 55 0,-1-1 28 16,0-3-324-16,-1-3 105 0,3-5 93 0,8-4-170 16,-3-3 128-16,8 0 65 0,5-1 24 15,2-10-194-15,6-7 117 0,2-4 59 16,16-4 29-16</inkml:trace>
  <inkml:trace contextRef="#ctx0" brushRef="#br0" timeOffset="149922.71">19877 10273 1505 0,'2'-2'0'0,"-2"2"0"16,0 0 0-16,-8 2 0 0,-6 8 0 0,-7 8 0 0,0 2 0 0,-1 6 198 0,-1 3-83 0,2 0 453 0,3 4-260 0,4-2-142 15,5 4-66-15,6-6 261 0,3 0-164 0,0-4-82 16,9-2-33-16,10 2-148 16,1-6 49-16,3-2 25 0,1-5 0 0,-3-2-469 15,8 0 243-15,-4-7 126 0,-4-3-276 0,2 0 161 16,0 0 113-16,-3-2-723 0</inkml:trace>
  <inkml:trace contextRef="#ctx0" brushRef="#br0" timeOffset="150197.16">20015 10176 735 0,'0'-7'0'0,"0"1"0"0,1 5 0 0,3-3 0 0,1 0 0 0,3 0 458 0,4 1-212 0,-1 2-107 16,2 1-53-16,2 0 210 0,-1 0-135 0,-4 10-65 15,1 1-129-15,-1 3 32 0,-4 1 1 0,-2 1-73 16,-3 1 49-16,-1 2 28 0,0 1 0 0,-11 2-127 16,-4-2 78-16,2-4 46 0,-4 0-7 0,2-5-20 15,0-2-1-15,6-3-18 0,0 0 0 0,2-4 305 16,3-2-131-16,3 0-70 16,1 0 229-16,0 0-117 0,1 0-71 0,17-6-31 15,5-6-8-15,-2 1-29 0,6 0 1 0,-2 0-102 16,-1 1 51-16,-4 3 33 0,3 0-7 0,-2 2-454 15,-3-1 237-15,1 5 86 0,-1-1-654 0,-4 2 363 16</inkml:trace>
  <inkml:trace contextRef="#ctx0" brushRef="#br0" timeOffset="150343.94">20169 10463 1555 0,'-20'12'0'0,"6"-2"0"0,4-3 0 0,1 1 0 0,3-4 0 0,3-4 0 0,1 1 0 0,0-1 248 16,2 0-107-16,2 0 264 0,11 0-190 0,4 0-91 15,1 0-46-15,5-4-14 0,-2-3 7 0,-1 1-38 16,4-2 0-16,-3 3-467 0,2-4 233 0,-3 3 117 16,1-1 66-16</inkml:trace>
  <inkml:trace contextRef="#ctx0" brushRef="#br0" timeOffset="150506.13">20431 10313 1344 0,'-5'0'0'0,"-1"2"0"0,2 1 0 0,3-2 0 0,-3-1 0 0,4 2 0 0,0-2 281 0,0 0-116 0,0 0 352 16,5 0-243-16,6 0-120 0,1 4-61 0,1 1 31 16,-2 1-37-16,1 1-31 0,-1 3-1 0,1-1-379 15,-3 1 178-15,0-1 89 0,0-2-654 16,3 3 366-16,-5-4 188 0</inkml:trace>
  <inkml:trace contextRef="#ctx0" brushRef="#br0" timeOffset="150669.69">20611 10280 948 0,'0'-6'0'0,"0"3"0"0,0 0 0 0,0 3 0 0,0 0 0 0,-3 0 0 0,-4 12 273 0,-1 9-113 0,-2 7 443 15,-1 10-285-15,-1 0-143 0,-4 7-71 0,0 3 177 0,-2 3-115 0,-1-1-71 16,1 3-32-16,1-1-47 16,-2-1 17-16,4-5 0 0,2-5-359 0,-1 0 176 15,5-4 91-15,4-11 46 0,1-5-662 0,3-8 353 16,1-7 72-16</inkml:trace>
  <inkml:trace contextRef="#ctx0" brushRef="#br0" timeOffset="150927.28">20693 10303 1354 0,'19'-16'0'0,"3"7"0"0,4 5 0 0,-7-2 0 0,3 1 0 0,-1 0 0 0,-2 4 0 0,-1 1 399 0,-2 0-183 0,-2 0-84 16,0 4 9-16,-3 6-55 0,-4 0-26 0,-5 6 0 15,0-1-78-15,-2 3 34 0,-2 5-8 0,-11 0-63 16,-4-1 43-16,-1-1 23 0,-1 0-1 0,4-7 139 16,-2 3-63-16,2-3-26 0,7-7 0 0,3-1 174 15,-1-3-100-15,4-3-43 16,2 3 39-16,0-2-49 0,9-1-24 0,9 0 0 16,5-1-53-16,-3-5 8 0,6-6 21 0,-1 4-375 15,-1-4 188-15,1 0 93 0,-5 4 47 0,1-2-703 16,-5 0 351-16,0 1 137 0,-5 0 99 0</inkml:trace>
  <inkml:trace contextRef="#ctx0" brushRef="#br0" timeOffset="151211.2">19347 9145 1565 0,'-16'-3'0'0,"12"-1"0"0,4 3 0 0,0 1 0 0,0 0 0 0,0 0 0 0,8 0 91 15,4 0-30-15,6 1 1 0,5 1 326 0,4 0-169 0,3-2-97 16,2 0-38-16,3 1-26 0,0-1 1 0,-1 0-26 15,-2 2-336-15,0-2 163 0,-6 2 87 0,-4 0-237 16,2 0 162-16,-3 0 80 0,2 0 30 0</inkml:trace>
  <inkml:trace contextRef="#ctx0" brushRef="#br0" timeOffset="151376.78">19851 8985 1769 0,'0'0'0'0,"0"0"0"0,0 0 0 0,0 3 0 0,0-1 0 0,0 1 0 0,2 1 0 0,7 4 0 16,2 0 337-16,3 0-152 0,-1 4-77 0,2-1 205 0,2 2-144 16,0 2-69-16,-2 2-124 0,0-1 28 0,-2 1 0 15,-1-1 37-15,-1 1-515 0,-4 0 253 0,2-2 127 16,-1 0 63-16</inkml:trace>
  <inkml:trace contextRef="#ctx0" brushRef="#br0" timeOffset="151563.28">20155 8935 1551 0,'3'-5'0'0,"-3"2"0"0,0 2 0 0,0 1 0 0,0 0 0 0,-9 13 0 0,-1 9 303 16,-6 10-139-16,-4 4 286 0,-3 7-209 0,-3 4-104 0,-4 11-52 16,5-11-18-16,-7 17 2 0,4-4-1 15,4 0-36-15,3-11-197 0,2 6 98 0,6-12 58 0,1 0-491 16,3-5 266-16,6-6 133 15,3-10 67-15,0-1 42 0</inkml:trace>
  <inkml:trace contextRef="#ctx0" brushRef="#br0" timeOffset="151952.24">20958 9239 1390 0,'-3'-15'0'0,"3"10"0"0,0 5 0 0,10 0 0 0,-1 7 0 0,0 3 0 0,1 3 0 0,1 6 813 0,2 7-395 0,4 9-192 16,3 3-97-16,0 5 181 15,-1 7-139-15,2 2-61 0,-3 12 129 0,-3-6 50 16,-6 2-289-16,-5 1 0 0,-2 2 0 0,-2-7 0 16,-4 15 0-16,-10-3 0 0,-7-3-208 0,-2-4 200 15,2-12 1-15,-1-8-320 0,-8 6 175 0,5-18 12 16,-3-5-111-16,-2-7 67 0,2-6 76 0,1-7 29 15,-1-4-331-15,10 0 189 0,-3-18 94 0,8-7-339 16,5-13 216-16</inkml:trace>
  <inkml:trace contextRef="#ctx0" brushRef="#br0" timeOffset="152211.54">21196 9190 1200 0,'7'-19'0'0,"7"5"0"0,2 4 0 0,3 1 0 0,-1 0 0 0,0 1 496 15,1 1-231-15,7-1-116 0,1 7-59 0,-2-1 328 16,-4 2-184-16,2 0-66 0,-3 11-67 0,-3 7-34 16,-6 5 0-16,-4 3-215 15,-5 5 98-15,-2-1 38 0,-7-1 22 0,-7 3-204 16,-7-2 114-16,-1-3 56 0,-1-3 36 0,0-1-73 16,0-6 44-16,7-4-61 0,-1-2 40 0,6-5 241 15,3 0-107-15,0-5-74 0,6 1 209 0,1-2-104 16,1 0-61-16,0 0 276 0,15 0-146 0,11 0 41 15,6-2-237-15,6-7 0 16,-1-3 0-16,4 1 0 0,-6 1 0 0,11-1-751 0,-7 4 408 0</inkml:trace>
  <inkml:trace contextRef="#ctx0" brushRef="#br0" timeOffset="152973.65">22231 9578 1040 0,'-12'-15'0'0,"3"1"0"0,2 2 0 0,-1-3 0 0,-3 3 0 0,1-3 0 0,1 1 0 0,-3 0 179 0,2 4-72 0,0 5-38 0,0 3 169 16,-1 0-107-16,1 2-49 0,-6 12-25 0,3 11 60 16,-4 13-42-16,4 0-13 15,-2 15-8-15,4-4 44 0,4 0-33 0,0-1 0 16,7-10 16-16,0 1-16 0,0-4-8 0,0-11-82 16,8 1 28-16,5-10 1 0,3-4 29 0,0-5-163 15,1-4 77-15,5-2 43 0,-1-14 22 0,4-13-385 16,-4-1 185-16,2-13 62 0,0-2 55 0,0-6-161 15,2-7 99-15,-5-2 50 0,-3 3-182 0,1-18 121 16,-2 4 55-16,-4-2 1 16,0-1 28-16,-1-1 0 0,-2 11 19 0,3-9 102 0,-5 25-47 15,-3 11-23-15,-2 10 0 0,0 12 277 16,0 2-159-16,-2 8-63 0,0 5-38 0,0 18 314 16,0 19-158-16,0 7-5 0,0 6 239 0,-6 18-186 15,2-3-90-15,1 5 252 0,-1 3-170 0,2 1-86 16,2-11-34-16,0 15 93 0,0-13-72 0,0-10-36 15,0-2 0-15,6-2-391 0,1-11 185 0,2-2 81 16,1-5 45-16,-1-5-642 0,0-8 338 16,1-7 104-16,0-6-318 0,-1-7 252 0</inkml:trace>
  <inkml:trace contextRef="#ctx0" brushRef="#br0" timeOffset="153182.09">22580 9456 1398 0,'7'-14'0'0,"3"7"0"0,5 3 0 16,-1 2 0-16,0 1 0 0,2 1 0 0,-2 0 0 0,5 9 0 0,1 8 450 0,1 1-208 0,-1 5-105 0,-2 1-52 0,-5 4 51 16,0 3-43-16,-6 1-34 0,-2 0-1 0,-3-2-160 15,-2 5 68-15,-5-3 33 16,-11 0-66-16,-5-6 45 0,-2 1 28 0,-1-5-201 16,-2-3 114-16,-4-6 28 0,5-4 43 0,-5-3-347 15,7-6 165-15,3 0 63 0,3-3 48 0,8-7-174 16,4-10 103-16,5-7 64 0,0-3 28 0,16-10-222 15</inkml:trace>
  <inkml:trace contextRef="#ctx0" brushRef="#br0" timeOffset="153347.65">22964 9272 1752 0,'2'-6'0'0,"-2"2"0"0,0 4 0 0,-6 0 0 0,-13 9 0 0,-4 10 0 0,-3 9 0 0,-1 2 314 15,0 4-141-15,-1 3 159 0,1 5-150 0,8-8-66 16,1 11-46-16,8-11 207 0,4 3-123 0,6-1-60 15,0-2-31-15,6-2-254 0,13-5 108 0,4 0 58 16,5-2 28-16,4-6-651 0,3-2 341 16,5-6 178-16,4-4-839 0</inkml:trace>
  <inkml:trace contextRef="#ctx0" brushRef="#br0" timeOffset="153741.47">23337 9531 1016 0,'0'-23'0'0,"-1"2"0"16,-11 2 0-16,-1-1 0 0,-4 3 0 0,2 2 0 0,-2 6 285 0,0 1-126 0,0 6-63 0,-1 2-32 16,0 0 313-16,-3 11-176 0,5 12-84 0,1 3 97 15,0 12-90-15,4-5-46 0,3 2-15 16,4 2 11-16,2-1-1 0,2-4-40 0,0-2-104 16,8-4 52-16,4-7 34 0,2-1-8 0,2-4-76 15,0-3 51-15,1-5 25 0,0-6 0 0,2 0-264 16,2-6 90-16,-3-13 84 0,1-5-14 0,-2-6-213 15,2-8 139-15,-7 5 61 0,8-19-46 0,-8 2 62 16,2-12 31-16,-1 0-92 0,-1-6 61 16,-1-5 23-16,-1-5 7 0,4-13-34 15,-5 18 32-15,0-2 0 0,-2 19 34 0,-5 11 39 16,-2 14-16-16,0 3 0 0,0 15-23 0,0 4 422 16,-7 7-200-16,-6 7-105 0,1 20 379 0,-2 20-220 15,-1 3-86-15,2 15 145 0,4-7-126 0,-2 21-77 16,1-6-33-16,2 3 128 0,3-1-81 0,0 2-41 15,3-11 9-15,0 15-61 0,2-12 12 0,0-12 0 16,0 0 0-16,0-9-302 0,4-10 159 0,5-6 67 16,0-11-577-16,6-6 312 15,2-9 101-15,4-4-445 0,0-8 302 0,0-16 162 16</inkml:trace>
  <inkml:trace contextRef="#ctx0" brushRef="#br0" timeOffset="153875.37">23570 9350 1174 0,'0'-30'0'0,"-2"11"0"0,2 10 0 0,-2 2 0 0,0 2 0 0,0 4 370 0,2 0-173 0,0 1-82 0,0 7 316 16,9 11-200-16,5 1-98 0,-1 5-43 0,4 5 63 16,-2 3-60-16,2 0-30 0,-2 0 0 0,0 2-239 15,0-5 112-15,2-2 45 16,0-3-664-16,1-3 357 0</inkml:trace>
  <inkml:trace contextRef="#ctx0" brushRef="#br0" timeOffset="154079.1">24038 9061 1476 0,'0'-11'0'0,"0"8"0"0,0 3 0 0,-6 0 0 0,-7 16 0 0,-4 13 0 0,-12 17 635 16,-3 6-301-16,-5 15-150 0,-9 16-76 0,0 5 279 16,-2 6-169-16,-3 8-97 0,-13 13 212 0,4-8-34 15,-2 0-299-15,13-13 0 0,-3 3 0 0,6-2 0 16,9-9 0-16,10-18-365 0,5-3 216 0,5-15 99 15,3 0 37-15,5-16-797 0,2-8 406 16,5-5 105-16</inkml:trace>
  <inkml:trace contextRef="#ctx0" brushRef="#br0" timeOffset="154232.69">23922 10015 2066 0,'0'-21'0'0,"3"20"0"0,8 1 0 0,-7 0 0 0,-3 0 0 0,-1 0 0 0,0 0 0 0,0 0 438 16,0 0-202-16,0 1-102 15,-1 0-50-15</inkml:trace>
  <inkml:trace contextRef="#ctx0" brushRef="#br0" timeOffset="167568.99">24594 9204 780 0,'-2'-2'0'15,"2"0"0"-15,-3-1 0 0,3 3 0 0,0-1 0 0,0 1 384 0,-1 0-168 0,1 0-95 0,0 0 48 0,4 0-68 0,9 0-34 16,3 0 0-16,4 0 45 16,1 0-44-16,0 0 1 0,4 0-37 0,-2 0-42 15,-2 0 21-15,-1-2 8 0,-1 1-78 0,-5-2-92 16,-2 2 92-16,-4-1 46 0,-1 0-451 0,-4 2 231 15,-1 0 63-15,-2 4-281 0,0 7 210 0</inkml:trace>
  <inkml:trace contextRef="#ctx0" brushRef="#br0" timeOffset="167719.76">24658 9452 992 0,'-12'4'0'0,"3"3"0"0,3-3 0 0,3 0 0 0,-1-4 0 0,4 1 0 0,-3-1 222 0,3 0-99 0,0 2-45 16,7 2-22-16,6-1 293 0,4-2-158 0,1 0-71 15,3-1 58-15,2 0-72 0,3 0-37 0,0 0 0 16,-2 0-355-16,-3 0 168 0,2 0 71 0,-1 0-564 16,1 2 318-16</inkml:trace>
  <inkml:trace contextRef="#ctx0" brushRef="#br0" timeOffset="168270.93">25358 9294 853 0,'-8'0'0'0,"3"0"0"0,3 0 0 0,0 0 0 0,-1-2 0 0,1 0 0 0,-1 0 0 0,3 2 323 0,0 0-149 0,0-1-70 16,0 1 169-16,0 0-121 0,0 0-59 15,0 0-22-15,0 0 0 0,10 0 0 0,7 0-38 16,2 0 0-16,4 0 89 0,-4 0-37 0,11 0-29 15,1 0-1-15,1 0 8 0,2-2-30 0,0-1 0 16,5 1 33-16,6 1-34 16,0-3 1-16,3-2 18 0,5 1-18 0,2-2-1 0,4-1 9 0,10 1 30 15,-7-1-38-15,5-2-1 0,1-1 1 0,4 0 3 16,4-1-3-16,16-4 0 16,-3 0-38-16,8 0-1 0,3 1 39 0,-12 2 8 15,21-2-46-15,-13 1-4 0,-6 6 39 0,-16 2-131 16,6 2 61-16,-19 2 23 0,1 0-4 0,-5 2-63 15,-9 0 43-15,-3 0 9 0,-12 0 0 0,-1 2-29 16,-4 4 27-16,-6-1-18 0,-4-1-1 0,-6 1 13 16,0-1 1-16,-3-1 3 0,-5-2-23 0,-3 1 13 15,3-2 0-15,-4 0-139 0,0 0 76 0,0 0 30 16,-4 0 9-16,-6 0-202 16,-3 0 120-16,-7 0 59 0,1 0 31 0,0 0-460 0</inkml:trace>
  <inkml:trace contextRef="#ctx0" brushRef="#br0" timeOffset="168663.13">25864 9513 1238 0,'-18'-3'0'0,"10"-2"0"0,5 3 0 0,3 2 0 0,0 0 0 0,0 0 0 0,0 0 0 0,0 0 105 0,0 0-28 0,6 0-7 0,15 0 180 15,4 0-109-15,12 0-54 0,2 0-27 0,8 0 149 16,3 0-92-16,14 0-42 16,-4 0 79-16,7 0-60 0,6 0-31 0,0 0 98 15,4 0-69-15,3-3-29 0,1 0 0 0,0-4 1 16,-2 2-23-16,-2-2-8 0,0-3 0 0,0 2 3 15,-4-6-3-15,2 3 0 0,-12 0 8 0,12-5-114 16,-22 7 53-16,3-2 26 0,-7 2-96 0,-11 2 59 16,-1 0 14-16,-7 2 17 0,-6 3-115 0,-5-2 60 15,-6 2 8-15,-7 0-56 0,0 0 34 0,-6 2 29 16,3 0-1-16,-3-2-103 16,-3 2 48-16,-13 0 33 0,-10 0 0 0,-1 0-304 15,-7 8 167-15,-7 5 83 0,-5 1-380 0,-2 0 231 16</inkml:trace>
  <inkml:trace contextRef="#ctx0" brushRef="#br0" timeOffset="169090.31">25824 9537 1295 0,'-17'-15'0'0,"8"15"0"0,5-3 0 0,4 3 0 0,0 0 0 0,0 0 0 0,0 0 0 0,0 0 224 0,0 13-88 0,0 6-56 16,1 4 212-16,9 5-130 0,-1 4-64 0,3 9 47 16,-5-5-48-16,3 11-36 0,-3-2-1 0,-1-2 14 15,-2 1-21-15,-2 2 1 16,-2-7-13-16,0 11-1 0,0-7-8 0,0-3 1 16,-2-5-40-16,-8 1 40 0,1-3 8 0,-2-2-43 15,-1-7 0-15,1-6 35 0,-5 0 0 0,2-6-70 16,-4-4 33-16,0-5 2 0,-1-3 0 0,-6 0-128 15,2-1 70-15,-2-14 26 0,-1-5 20 0,1-3-119 16,-5-9 63-16,4-2 14 0,2-2-207 0,3 6 100 16,2 1 69-16,1 4 30 0,2 7-5 0,4 2 0 15,0 9 37-15,3-1 149 0,3 4-71 0,-1 2-39 16,0 2 0-16,2 2 141 16,0 12-87-16,0 1-27 0,2 3-25 0,0 3 96 15,1 0-52-15,0 1 28 0,-2-1-28 0,2 0 18 16,0 1-8-16,0-3-302 0,0-2 129 0,2-2 58 15,0-6 35-15,0 2-460 0,0-4 230 0,0 1 86 16,2-4 64-16,10-4-324 0,2 0 195 0,4 0 88 16</inkml:trace>
  <inkml:trace contextRef="#ctx0" brushRef="#br0" timeOffset="169284.6">25900 9840 1013 0,'6'-1'0'0,"-4"1"0"0,0 0 0 0,0 4 0 0,-2 9 0 0,0 2 0 0,0 7 238 0,0 4-103 0,0 4-51 0,0 0 313 16,-2 4-186-16,0 2-89 0,2-4-45 0,0 0 40 15,0-2-41-15,0-6-14 0,0 2-8 16,0-3-266-16,2-4 123 0,3-4 61 16,2-7-425-16,-2 1 252 0,-1-5 112 0,0-4 34 15,4 0-280-15,-2 0 77 0,2-10 113 0</inkml:trace>
  <inkml:trace contextRef="#ctx0" brushRef="#br0" timeOffset="169428.99">25992 10034 1099 0,'-1'-9'0'0,"-1"3"0"0,2 2 0 0,-2 2 0 0,1 0 0 0,1-1 0 0,0 3 0 0,0 0 204 0,3-1-85 0,10 0-43 0,3 1 281 16,-4-2-154-16,4 2-89 0,-2-2-41 0,2 2-17 15,0 0-1-15,0-2-22 0,-3 0-413 0,-1 2 203 16,0-3 104-16,-1 3 54 0,-1 0-283 0</inkml:trace>
  <inkml:trace contextRef="#ctx0" brushRef="#br0" timeOffset="169646.92">26220 9874 613 0,'3'-7'0'0,"6"1"0"0,-4 1 0 0,4-1 0 0,1 2 244 0,1 2-105 0,2 2-54 15,3 0-26-15,0 0 349 0,1 6-179 0,0 7-102 16,-4 4-48-16,2 4 158 0,-5 1-102 0,-3 0-51 15,-3 1-42-15,-2 7-9 0,-2-3 0 0,0-1-127 0,-6-2 63 16,-8 2 32-16,-1-4 8 16,-3-1-82-16,-2-2 53 0,1-6 27 0,1 1-1 15,-2-5-305-15,3-1 100 0,1-5 96 0,0-3-21 16,6 0-195-16,2 0 142 0,2-5 73 0,4-7-182 16,2-5 131-16,0-3 61 0,10-1-156 0</inkml:trace>
  <inkml:trace contextRef="#ctx0" brushRef="#br0" timeOffset="169837.59">26503 9860 762 0,'8'-10'0'0,"-3"4"0"0,0 2 0 0,-4 3 0 0,-1 1 0 0,0 0 234 15,-11 1-101-15,0 15-42 0,-4 4 173 0,1 1-116 16,-4 5-57-16,5 2-30 0,0 2 370 0,4 0-191 16,2-1-108-16,7-1-50 0,0-2 188 0,0-2-120 15,7-5-49-15,5 0-106 0,4-2 1 16,0-2 37-16,2-4-368 0,-2-2 185 0,3-3 99 15,-3-4 38-15,4-2-584 0,-1 0 256 16,-3 0 168-16,0-8 2 0,-2-3-178 0,-2-5 163 16</inkml:trace>
  <inkml:trace contextRef="#ctx0" brushRef="#br0" timeOffset="170109.87">26656 9682 1802 0,'0'-4'0'0,"4"-2"0"0,1 5 0 0,5-5 0 0,-2 3 0 0,6-1 0 0,1 3 0 0,0 1 0 0,0 0 0 0,1 0 181 0,-4 1-66 0,0 9-46 16,-3 3-87-16,-1 1 24 0,-5 6 1 0,-1-2 26 15,-2 1-192-15,0 0 92 0,-4-1 50 0,-8 0 25 16,-1-1-58-16,0-4 41 0,-1-2 27 0,1-2-103 16,-3-3 46-16,7-2-34 0,-1-3 33 0,2 2 190 15,3-3-94-15,1 0-32 16,3 0 270-16,-1 0-130 0,2 0-75 0,0 0-7 15,12 0 4-15,8-6-30 0,5 1-1 0,-1-3-58 16,3 0 1-16,-7 4 35 0,6-1 7 0,-1 1-341 16,-4 2 167-16,-1 1 83 0,-4 1-608 0,1 0 291 15,-5 1 148-15,-4 9 98 0</inkml:trace>
  <inkml:trace contextRef="#ctx0" brushRef="#br0" timeOffset="170267.43">26823 10017 1146 0,'-12'2'0'0,"5"0"0"0,2 0 0 0,3-2 0 0,0 0 0 0,0 0 0 0,2 0 0 0,0 0 558 0,0 0-263 16,9 0-131-16,10 0 126 0,4 0-128 0,-3 0-57 15,5 0-40-15,-1-2-95 0,-1 0 31 0,-1 0 0 16,-2 0-453-16,2 0 250 0,-4 0 114 0,-1 2 60 16,-2-3-670-16</inkml:trace>
  <inkml:trace contextRef="#ctx0" brushRef="#br0" timeOffset="170433.4">27124 9816 1695 0,'-6'0'0'0,"0"0"0"0,4 0 0 0,-1 0 0 0,3 0 0 0,0 0 0 0,0 0 0 0,1 0 0 0,10 3 304 0,2 6-127 0,0 0-77 16,3 2 85-16,-2 1-76 0,2 0-38 0,-3 1-231 0,1 1 105 15,-1 0 40-15,-2 1 23 0,-2-5-547 0,1-1 285 16,-4-1 144-16,3-2 79 15</inkml:trace>
  <inkml:trace contextRef="#ctx0" brushRef="#br0" timeOffset="170603.94">27356 9752 1620 0,'2'-9'0'15,"0"3"0"-15,0 4 0 0,-2 0 0 0,0 1 0 0,0 1 0 0,0 0 0 0,0 18 0 0,-2 7 288 0,-10 7-120 0,-2 13-71 0,-4 2 391 0,-4 12-227 0,1-2-115 16,-4 1 36-16,1-8-66 15,-3 13-46-15,4-14 0 0,1 3-127 0,-3-1 45 16,5-4 22-16,3-11 9 0,0 0-489 0,8-13 252 16,-1-2 125-16,6-11-666 0,0-3 367 0,4-7 145 15,0 0 106-15</inkml:trace>
  <inkml:trace contextRef="#ctx0" brushRef="#br0" timeOffset="170880.91">27462 9735 1245 0,'21'-6'0'0,"3"3"0"0,-2-3 0 0,-2 1 0 0,-2 1 0 0,-1 3 294 0,0-2-131 0,0 3-56 0,-4 0-42 15,-1 0 205-15,-2 6-119 0,-4 7-58 0,-4 1-92 16,-1 1 8-16,-1 5 24 0,0-3 0 0,-12 5-102 16,-4-3 51-16,-2 0 25 0,1-3 37 0,-7 5-11 15,3-5 0-15,4-3-1 16,-1-2 42-16,1 0-30 0,11-6-11 0,-1 1-53 15,1-4 267-15,6 0-106 0,0 4-53 0,0-3-28 16,11 0 9-16,7-3-36 0,5 0 0 0,0 0 30 16,0 0 0-16,2 0-30 0,-2 0-360 0,-1-3 176 15,0 0 92-15,-2-1 46 0,-1 2-652 0,-5 0 297 16,-2 0 161-16,-3 2 85 0,-1 0-257 0</inkml:trace>
  <inkml:trace contextRef="#ctx0" brushRef="#br0" timeOffset="171479.39">26138 8145 850 0,'4'-13'0'0,"-1"3"0"0,1 5 0 0,-2 1 0 0,-2 2 0 0,3 0 0 0,-1 2 253 0,0 0-110 15,1 18-55-15,2 11-28 0,-1 7 137 0,-2 3-75 16,-2 13-48-16,0-1 0 0,0 1 3 0,0-2-22 16,0-1 1-16,0-10 3 0,-2 2-27 0,0-2 1 15,2-4 0-15,0-5 0 0,0-6-1 16,0-2 9-16,0-5-56 0,0-5 23 15,0-3 0-15,0-5 25 0,0-3-78 0,0-1 46 16,-4 0-9-16,-4 0-1 0,1-9-8 0,-2-6-1 16,-5-4 20-16,4 1-233 0,-4-8 107 0,-1 1 59 15,-3-1 17-15,2 1-122 0,-1 5 59 0,0 6 36 16,-2 1-90-16,1 10 66 0,-7 1 33 0,3 2 0 16,2 11 128-16,2 10-55 0,1 1-16 0,4 6 0 15,4 1 248-15,2-1-135 0,7 2-69 16,0-5 273-16,0 2-130 0,13-2-85 15,3-3 3-15,4-3 7 0,2-6-24 0,8 1-7 16,-3-7-193-16,4-3 78 0,-3-4 37 0,1 0 1 16,0-2-374-16,1-10 199 0,-5-3 75 0,1-3 60 15,-3-3-570-15</inkml:trace>
  <inkml:trace contextRef="#ctx0" brushRef="#br0" timeOffset="171696.08">26282 8529 1334 0,'0'-5'0'0,"5"1"0"0,2 3 0 0,2-3 0 0,1 0 0 0,4 3 0 0,3-2 0 0,1 3 0 0,4 0 206 0,-2 4-86 0,0 5-44 0,0 4 130 16,-5 5-79-16,0-2-51 0,-4 5-15 0,-2 3 0 15,-5 1-29-15,-2-1 1 0,-2 0-60 0,-4 6 26 16,-11-1-1-16,-7-3 35 0,1 0-161 0,-6-3 80 16,2-4 48-16,-4-4-269 0,-1-2 140 0,2-4 27 15,-1-5 49-15,2-2-240 16,7-2 122-16,0 0 74 0,5-2-55 15,6-11 59-15,5-4 31 0,4-6-1 0,0 4-158 0,6-9 98 16</inkml:trace>
  <inkml:trace contextRef="#ctx0" brushRef="#br0" timeOffset="171865.63">26562 8447 747 0,'10'-4'0'0,"-5"3"0"0,-4 1 0 0,-1 0 0 0,0 0 0 0,-14 11 0 0,-5 6 0 0,-2 3 375 0,0 3-171 0,1 3-78 0,1 2 235 16,3 0-163-16,2 2-83 15,4 1-42-15,5-4 117 0,5-2-70 0,0 5-48 16,4-2-117-16,11-4 39 0,4-1-1 0,5-2 40 16,5-2-143-16,8-3 68 0,0-4 37 0,4-5 0 15,-1-3-488-15,-5-4 192 0,5 0 152 0</inkml:trace>
  <inkml:trace contextRef="#ctx0" brushRef="#br0" timeOffset="172278.03">27103 8588 986 0,'-11'-17'0'0,"1"2"0"0,-3 2 0 0,1-1 0 0,-2 2 0 0,-3-2 0 0,2 5 0 0,-1 2 144 15,-1 1-55-15,3 4-20 0,-1 0 89 0,0 2-63 16,0 4-31-16,-2 12 0 0,4 6 9 0,0 4-32 16,3 4-8-16,1 2 21 0,2 1-13 0,3 1-8 15,4-2 0-15,0-6-8 16,0 5 8-16,2-13 0 0,7 3-56 0,0-4 28 15,3-6 0-15,-1-3 36 0,2-3-125 0,0-5 54 16,1 0 16-16,4-7-1 0,-1-12-38 0,2-5 24 16,-2-6 0-16,3-8-193 0,-3 0 105 0,0-3 36 15,-2-4-119-15,-1-2 71 0,2-4 52 0,-3-3 23 16,2-9-38-16,-2 1 30 0,1 1-1 0,-6 12 22 16,0 0 49-16,-6 13 0 0,0 11-41 0,-2 0 0 15,0 10 111-15,0 5-63 0,0 5-21 16,-4 3 413-16,-5 2-177 0,-2 19-115 15,3 5-56-15,-2 10 270 0,2 11-152 0,2 4-72 16,2 2-36-16,2 4 213 0,2-2-124 0,0-8-55 16,0 12 32-16,0-12-52 0,2-2-24 0,3-7-1 15,2 1-200-15,-1-3 96 0,0-4 35 0,0-7-153 16,0-1 98-16,0-5 50 0,-3-4 32 0,3-3-560 16,-2-5 214-16,1-3 153 0,5-2-378 0,-1-2 261 15</inkml:trace>
  <inkml:trace contextRef="#ctx0" brushRef="#br0" timeOffset="172427.63">27313 8390 860 0,'2'-3'0'0,"-1"2"0"0,2 1 0 0,-1 0 0 0,0 3 0 0,1 8 0 0,5 3 425 0,3 0-195 16,4 5-100-16,-3-2-48 0,2 1 246 0,4 4-151 16,-4 0-73-16,0-5-109 0,1 1-1 0,-2 0 39 15,0-4-405-15,-3 0 199 16,3-3 102-16,-7-4 53 0,4 1-544 0,-3-6 294 15</inkml:trace>
  <inkml:trace contextRef="#ctx0" brushRef="#br0" timeOffset="172598.18">27659 8296 940 0,'-3'-1'0'0,"-2"1"0"0,0 0 0 0,-4 9 0 0,1 12 0 0,-5 3 0 0,-4 10 0 0,-1 0 539 0,-7 15-258 16,-7 5-123-16,0-2 256 0,0 3-191 0,-4 3-95 15,7-3-39-15,-13 15 11 0,5-8-34 0,1 1 1 16,2-5-256-16,6-9 112 0,3-6 62 0,4-1 20 16,5-5-587-16,9-12 307 0,2-2 153 0</inkml:trace>
  <inkml:trace contextRef="#ctx0" brushRef="#br0" timeOffset="172982.95">28351 10152 2834 0,'-14'-29'0'0,"14"23"0"0,0 6 0 0,7-2 0 0,0 0 0 0,-7 0 0 0,3 2 0 0,-3-3 290 0,0 3-129 0,0-1-64 0,0-7-24 15,0 1-456-15</inkml:trace>
  <inkml:trace contextRef="#ctx0" brushRef="#br0" timeOffset="182644">9202 11283 762 0,'0'-2'0'0,"0"0"0"0,0-1 0 0,0 2 0 0,-2-1 0 0,2 0 0 0,-2 2 0 0,2 0 204 0,-3 0-86 15,0 0-42-15,1 0-22 0,2 4 138 0,0 0-72 16,0 0-48-16,0-1 1 0,0 1 61 0,10-2-50 15,3-2-26-15,7 0 58 0,-1 0-46 0,2 0 1 16,0 0 0-16,2 0 0 16,-3 0-30-16,1 0-8 0,0 0-39 0,0 0 1 15,-5 0 38-15,1 0-1 0,-2 2-102 0,-4 0 48 16,1 0 27-16,-5-2-179 0,-1 1 85 16,-3-1 51-16,1 0 5 0,-2 0-80 0,0 0 27 0,-2 0 38 15,0 0-111-15,0 2 64 0,-2-2 17 0,-7 4 9 16,-2-2 7-16,-1 2 30 0,1 0-1 0,2-4 0 15,-3 2 51-15,3-1-22 0,0 1 0 0,-1-2-28 16,2 2 200-16,3-2-97 0,0 2-38 0,1-2 110 16,-1 2-53-1,2 1-47-15,1 1 205 0,0 4-112 0,-2 1-23 0,4 5-44 16,0-2 71-16,0 5-53 0,0 2-27 0,0 2-1 16,0 1-18-16,0 4-8 0,0 2 0 0,0-1 62 15,0 4-31-15,2 1 0 0,0 7-23 0,0 5-48 16,0-4 1-16,1 5 39 0,-1 2-41 15,3 0 0-15,-3-9 49 0,2 3-8 0,-3-3-169 16,3-4 79-16,-3-3 19 0,1-3 27 16,-2-3-145-16,0-3 61 0,0-4 42 0,0 2 3 0,-5-5 8 15,-2-2-1-15,-5 0-8 0,1-1 79 16,0-3-27-16,-3-1 1 0,3-1 36 0,-1 0-29 16,3-3 1-16,0-1-9 0,2 2 185 0,-1-2-94 15,6-3-30-15,0 2-29 0,0-2 238 0,2 0-112 16,0 0-63-16,0 0 18 0,6 2-40 0,9-2-21 15,3 0 9-15,5 0 67 0,-4 0-48 16,8 0 113-16,-2 0-194 0,0 0 0 16,-4 0 0-16,3 0 0 0,-2 0 0 0,-1 0-184 15,1 0 180-15,-5 0 1 0,1 0-452 0,-2 0 197 16,0 0 126-16,-4 0-555 0,2 0 327 16,-3 0 156-16,1-4 90 0,-3-5-486 0</inkml:trace>
  <inkml:trace contextRef="#ctx0" brushRef="#br0" timeOffset="182843.47">9726 11629 1727 0,'0'0'0'0,"2"0"0"0,5 0 0 16,4 0 0-16,1 0 0 0,-1 0 0 0,3 0 0 0,0 0 253 0,4 0-110 0,-2 0-55 0,7 0-30 0,-2 0 9 15,-3 0-34-15,3 0 0 0,-5 0-375 0,0-3 188 16,-5 3 93-16,1 0 55 16,-5 0-288-16,-4 0 157 0</inkml:trace>
  <inkml:trace contextRef="#ctx0" brushRef="#br0" timeOffset="183001.06">9815 11899 2247 0,'0'10'0'0,"0"-4"0"0,1 2 0 0,1-5 0 0,4 1 0 0,-1 0 0 0,7-2 0 0,1-2 0 0,4 0 374 0,1 0-175 0,1 0-83 16,0 0 117-16,0 0-100 15,0-2-51-15,-3 0-16 0,0-1-187 0,-5 0 77 16,1 2 39-16,0 1-736 0</inkml:trace>
  <inkml:trace contextRef="#ctx0" brushRef="#br0" timeOffset="187888.05">10838 11350 978 0,'0'0'0'0,"-2"0"0"0,0 0 0 0,0 0 0 0,1 0 0 0,-1 0 0 0,0 0 0 0,2-2 0 0,-3 1 129 0,3-5-52 0,0-2-23 0,0 1 1 15,0-4-51-15,0 0 28 0,0 1 9 0,-2-5-8 16,1 4-14-16,-1-4 14 15,0 2 0-15,-2-1 0 0,1 2 4 0,-1-2-4 16,-1 3 0-16,1 3-37 0,-4-1 37 0,2 2 0 16,-1 0 1-16,0 4-5 0,-3-1-4 0,1 2 3 15,-2 0-10-15,1 1 18 0,-3 1-7 0,4 0-1 16,-5 0-5-16,3 0 6 0,2 3-2 0,-1 1 38 16,-3 4-7-16,4-3-28 0,-1 3 5 15,1-1-4-15,2 1 1 0,-2 1 7 0,2 3-30 16,0-1 22-16,1 3 2 0,3 4-1 0,-2 0-40 15,3 3 46-15,1 4-8 0,1-1 0 16,0 0 26-16,0 3-27 0,0-1-2 0,0-1 67 16,0 6-36-16,3-1 0 0,4 0-4 15,-2 3 0-15,2-4-21 0,1 4 8 0,0-1 5 0,-3 1-14 16,3 1 1-16,-1 0 0 0,1 0-51 0,-1-1 34 16,-1 2-9-16,-1-5-42 0,-1 1 30 0,0-1 0 15,-3-2 22-15,1-6-37 16,-2 5 11-16,0-5 0 0,0-1 5 0,0-2 17 0,-5-2-17 0,-3-4 16 15,1-2-30-15,-2-2-1 16,-1 0 18-16,1-6 7 0,-2 1-181 0,-1-2 81 16,-2-2 44-16,0 0 22 0,1 0-325 0,1-5 161 15,1-4 75-15,4-3 34 0,2 0-288 0,1-3 170 16,4-4-221-16,0 0 195 0,0-3 97 0,4 2 40 16</inkml:trace>
  <inkml:trace contextRef="#ctx0" brushRef="#br0" timeOffset="188303.1">11024 11329 592 0,'0'-14'0'0,"0"-2"0"0,0 0 0 0,0-1 0 0,0-1 0 0,-6 2 125 15,1 1-38-15,-2 0-31 0,4 2 18 0,-1 3-1 16,-1 1-40-16,1 1 0 0,-1 3 36 0,-2 1-9 15,2 2-27-15,-2 0-1 16,1 0 25-16,-3 2 0 0,1 0-16 0,-1 0 66 16,0 6-38-16,-2 3 1 0,1 1 73 0,0 3-54 15,-1 2-21-15,1-1-7 0,0 4 127 16,-1-2-77-16,4 4-40 0,0-2 1 0,1 0 19 0,3 0-33 16,1-2 0-16,2 4-25 0,0-3 48 0,0 1-24 15,0 3 9-15,2 0-49 0,1 1 16 16,3-1 0-16,-1 5-28 0,1-4 0 0,-1 1 36 0,4 4-8 15,-4-4-32-15,0 4-1 16,1-2 33-16,-1 0 0 0,0 0-3 0,0 6-20 16,-1-3 17-16,0-2-24 0,-2 2 58 0,-1-1-6 15,1-3-25-15,-2 4-7 0,0-7 3 0,0 1 4 16,0-1-3-16,0-2-101 0,0-3 53 16,-3-3 20-16,-3-1-245 0,1-3 121 0,-2-2 64 0,-4 3 20 15,4-4-179-15,0-1 80 0,-3 0 60 0,-1 0-11 16,2 2-400-16,-1 1 229 0,2 3 106 0</inkml:trace>
  <inkml:trace contextRef="#ctx0" brushRef="#br0" timeOffset="188610.92">10519 12362 784 0,'0'-3'0'0,"0"1"0"0,0 0 0 0,0 2 0 0,0 0 0 0,0 0 0 0,0 0 285 16,0 11-126-16,2 2-63 0,5 2-24 0,0 8 191 16,-1-1-115-16,2 3-57 0,-1-1-30 0,1 0 45 0,-5-3-29 15,3 5-8-15,-1-5-11 0,-2 3-25 16,-1 0 0-16,0-2-1 0,-1-1-89 15,-1-1 40-15,0-1 26 0,0-4-227 0,0-5 126 16,0 1 48-16,0-4 42 0,-1-3-387 0,-1-2 185 16,-3-2 52-16,2 0 60 0,-1 0-167 0,0-11 105 15,1-10 65-15,-3-6-100 0</inkml:trace>
  <inkml:trace contextRef="#ctx0" brushRef="#br0" timeOffset="188887.97">10479 12342 1008 0,'0'-12'0'0,"0"4"0"0,0 5 0 0,0-2 0 0,0 0 0 0,2-2 0 0,1 2 143 0,7-2-55 16,3-1 279-16,4 0-159 0,0 0-92 0,2 3-41 16,2 1 186-16,-1 2-114 0,3 2-57 0,0 0-21 15,0 0 42-15,-2 11-39 0,0 3 0 0,-1 0-39 16,-2 4-24-16,-3 0 9 16,1 7 15-16,-5-1-28 0,-1 2 0 0,-2 3 28 0,-5 3-44 0,-1 0 30 15,-2-1-8-15,0 2 22 0,-4 1-29 16,-6-2-1-16,-4-3-6 0,-1-2 31 15,-2-3-24-15,1-2 15 0,0-6-8 0,0-1 5 16,-5-4-81-16,2-1 42 0,0-5-2 16,0-3-203-16,1-1 109 0,3-1 58 0,2 0-124 0,1 0 85 15,3 0 22-15,2 0 27 0,3-1-248 0,-1-5 133 16,5 0 59-16,0-2 41 0,0 0-313 0,9-2 174 16,3 1 85-16</inkml:trace>
  <inkml:trace contextRef="#ctx0" brushRef="#br0" timeOffset="189155.76">10864 12611 1373 0,'4'1'0'0,"3"-1"0"0,1 0 0 0,0 0 0 0,-1 0 0 0,2 0 0 0,0 0 311 0,3 0-140 16,-1 0 107-16,5 0-126 0,-4 0-60 0,2 0-30 16,-1 0 170-16,-1 0-100 0,0 8-41 0,-3 4-33 15,1-1-28-15,-4 3 3 0,-4 2 0 16,0 5-52-16,-2 2 34 0,0 2-8 0,-2-2 26 15,-8 1-39-15,-1-4 39 0,0-2-1 16,-6-2-5-16,-1-1 4 0,2-4 1 0,-5 0-36 16,1-5-13-16,-3 0 24 0,0-2 18 0,0-2-8 15,2-2-190-15,3 0 88 0,2 0 48 16,4 0-329-16,5-6 170 0,1-6 71 0,6-1 50 16,0-2-353-16,2-5 197 0,13-1 99 0,6-1-349 0,1-2 228 15,3-1 111-15</inkml:trace>
  <inkml:trace contextRef="#ctx0" brushRef="#br0" timeOffset="189344.25">11084 12533 1213 0,'9'-5'0'0,"-3"1"0"0,-2 2 0 0,-4 2 0 16,0 0 0-16,0 0 0 0,-8 2 0 0,-3 7 500 0,2 2-234 0,-1 4-108 0,1 1-67 0,1 2 150 0,3 1-103 16,-1 2-53-16,4-1 200 0,2 0-130 15,0 0-61-15,0-1-31 0,3-1 5 0,7-2 1 0,3-1-28 16,3-2-200-16,0-2 96 15,1-2 48-15,0-1 24 0,0-4-440 0,-2-1 240 16,0-3 108-16,0 0-7 0,-2 0-276 0,-2 0 123 16,-2 0 105-16,2-1-427 0</inkml:trace>
  <inkml:trace contextRef="#ctx0" brushRef="#br0" timeOffset="189520.78">11296 12541 1732 0,'0'-2'0'0,"-1"2"0"0,1 0 0 0,-2 0 0 0,2 0 0 0,0 0 0 0,0 0 382 0,0 0-175 0,2 2-87 16,5 4 344-16,0 0-208 0,3 3-116 0,-1-2-53 15,0 4-176-15,-1-1 61 0,2 1 30 0,-3 0-239 16,0 1 131-16,2-3 69 0,0 1 35 0,-2-3-729 16,0 0 374-16,3-3 193 0</inkml:trace>
  <inkml:trace contextRef="#ctx0" brushRef="#br0" timeOffset="189847.02">11511 12473 1660 0,'0'-7'0'0,"0"3"0"16,0 1 0-16,0-2 0 0,0 4 0 0,0-1 0 0,0 2 0 0,0 0 0 0,0 0 516 0,0 0-242 0,-2 0-121 0,0 3 99 0,0 10-113 15,-3 3-54-15,0 1-26 0,1 3 187 0,-3 3-98 0,0 3-62 16,-1 2 72-16,-2 0-63 0,0 4 129 15,-2 2-224-15,-1 3 0 0,-3 4 0 16,2 1 0-16,-2 1 0 0,0 3 0 0,0-4 0 16,4-1 0-16,-3 9 0 0,1-8 0 0,5-7 0 15,2 1 0-15,1-4 0 0,2-8 0 0,0 1 0 16,3-5 0-16,1-3 0 0,-2-8 0 0,2 1 0 16,0-7 0-16,0 0 0 0,0-2 0 0,0-1 0 15,0 0 0-15,0 0 0 16,0 0 0-16,0 0 0 0,0 0 0 0,0 0 0 15,0 0 0-15,0 0 0 0,0 0 0 0,0 0 0 16,0 0 0-16,0 0 0 0,0 0 0 0,0-1 0 16,0-3-905-16,2-3 456 0,8 1 207 0</inkml:trace>
  <inkml:trace contextRef="#ctx0" brushRef="#br0" timeOffset="192557.62">11766 11276 326 0,'-2'-1'0'0,"0"-1"0"16,0 0 0-16,0 0 0 0,-1 1 0 0,-1-3 0 0,-1 2 242 0,2 0-105 0,1 2-44 0,0-2 45 0,-1 2-53 15,-1 0-26-15,2 0 13 0,-1 0 0 16,-1 0-31-16,0 0-8 0,0 4 28 0,0 2-29 15,-1-1 1-15,1 3 0 0,-2 0 38 0,1 1-9 16,0-2-29-16,0 3 0 0,1-3 24 0,-1 2-24 16,1 1 8-16,-1 1-25 0,-2 1 16 15,2 0 1-15,1 2-22 0,-1-1 22 0,-1 2 8 0,3 0-9 16,-3 1 11-16,2 3-10 0,-2 0 0 0,-1 6-1 16,3-5 37-16,-1 9-8 0,-2-5-28 15,2 2-1-15,-1 3 31 0,5-1-1 16,-1-4-21-16,0 7 51 0,2-1-30 15,0-3 1-15,0 2-6 0,2-3 0 0,7 4-16 16,3-2-8-16,-1-2 29 0,4 1-29 0,0-1-1 0,4-4 1 16,-1 3 0-16,1-3 0 0,2-2 0 0,-1 1-63 15,3-5 32-15,-2 1 0 0,-5-4 39 0,4-2-142 16,-6 0 62-16,2-1 20 0,-7-5-121 16,0 1 65-16,-1-2 41 0,-6-1 1 0,2-3-170 0,-3 2 82 15,-1-2 50-15,0 2 6 16,0-2-115-16,0 4 77 0,0 0 36 0,-1-1-1 15</inkml:trace>
  <inkml:trace contextRef="#ctx0" brushRef="#br0" timeOffset="193329.99">12024 11626 769 0,'-9'0'0'0,"2"-3"0"0,-2-1 0 16,1 0 0-16,0-1 0 0,3-1 0 0,-2-2 0 0,-2 1 89 0,6 0-28 0,-1-1 0 0,2 1 149 0,2-3-89 0,0 4-36 16,0-1-30-16,0-1 105 0,0 2-64 15,9-1-31-15,3 3 0 0,5-1 30 0,2 3-35 16,2 0 1-16,3 1 6 0,-3 1-34 15,5 0-1-15,-5 1 2 0,4 10-1 0,-2 2 0 0,-2 2 0 16,-4 3 16-16,-4-2-17 0,2 3 9 0,-3 4-8 16,-3-4 27-16,-4 8 0 0,-1-4-27 0,-2 1-1 15,-2-3 36-15,0 4-9 16,0-3-27-16,-8-2-27 0,-1 0-1 0,-4-2 29 0,-2-1-25 16,-2-2-8-16,-5-2 33 0,1-1 0 15,-2-3-153-15,5-2 72 0,-5-3 32 0,0 0 0 16,2-3-304-16,5-1 136 0,0 0 86 0,9 0 42 15,-2 0-323-15,5 0 177 0,4-1 85 0,0-10-294 16,2 1 190-16,15-5 94 0</inkml:trace>
  <inkml:trace contextRef="#ctx0" brushRef="#br0" timeOffset="193599.55">12486 11423 535 0,'0'-14'0'0,"-1"2"0"0,-8 3 0 0,0 1 0 0,-5 0 0 0,1 5 0 0,-2 1 335 0,2 2-152 16,0 0-75-16,-2 5 146 0,2 11-110 15,-3 3-48-15,2 7 93 0,0 2-78 0,3 5-39 16,2 2-1-16,1 1 18 0,2-2-20 0,6 1-9 16,0 0-27-16,0-1 125 0,0-4-63 15,9 1-32-15,3-2 10 0,1-2 13 0,4-4-27 16,0-1 1-16,2-3-104 0,0-2 39 0,-3-6 8 15,5 0-241-15,2-2 136 0,-3-4 67 0,-1 0 20 16,0-5-463-16,0 0 205 0,-2 0 129 0,-1 0 26 16,0-2-153-16,-1-8 120 0,0-1 58 0</inkml:trace>
  <inkml:trace contextRef="#ctx0" brushRef="#br0" timeOffset="193790.56">12635 11634 1401 0,'-4'0'0'0,"1"0"0"0,3 0 0 0,0 0 0 0,0 0 0 16,2 0 0-16,13 0 302 0,7 0-134 0,1 0-68 0,1 0 193 0,-1 0-122 15,7 0-73-15,-4 0-32 0,0 0-56 0,1 0 23 16,-6 0 0-16,3 0-272 0,-4 0 132 0,-2 0 69 16,-4 0 36-16,-2 0-472 15,-3 0 246-15,-2 0 129 0,-5 0-516 0,-2 0 290 16</inkml:trace>
  <inkml:trace contextRef="#ctx0" brushRef="#br0" timeOffset="193974.69">12761 11333 693 0,'0'0'0'0,"0"0"0"0,0 2 0 0,0 7 0 0,0 7 0 0,-2 6 493 0,2 5-231 15,0 3-106-15,0 7 158 0,0 6-140 0,0-1-71 16,0 1-35-16,0 0 295 0,0-4-157 15,0 10-91-15,0-6-106 0,0-1-1 0,0-1 25 0,2-8 0 16,1 3-410-16,4-5 200 0,-3-9 105 0,1-3 53 16,0-9-636-16,3-3 329 0,0-7 61 0</inkml:trace>
  <inkml:trace contextRef="#ctx0" brushRef="#br0" timeOffset="194139.26">12945 11452 1615 0,'8'-3'0'0,"-1"3"0"0,4 0 0 0,-3 0 0 16,0 8 0-16,-1 3 0 0,4 1 0 0,-1 2 270 0,3 2-119 0,0 3-59 0,0-1 110 0,0 2-89 15,1-2-40-15,-2 2-1 0,2 0-378 0,-1-4 169 16,0 0 93-16,0-2-597 16,2-3 334-16</inkml:trace>
  <inkml:trace contextRef="#ctx0" brushRef="#br0" timeOffset="194370.76">13350 11257 1661 0,'0'-3'0'0,"0"3"0"0,0 0 0 0,0 0 0 0,0 12 0 0,0 8 0 0,-5 3 0 0,-2 6 0 0,-2 9 563 0,-3 0-256 15,-5 16-142-15,-2 7 219 0,-1-1-176 16,-1 4-88-16,-2 1-43 0,-1 5 43 0,2 1-48 15,-1-1 1-15,0-1-86 0,3-3 23 16,-1-2 0-16,4-14 31 0,2 5-310 0,2-6 151 0,2-6 76 16,5-7 37-16,1-4-427 0,1-8 150 0,0-2 135 0,2-4-357 15,0-8 236-15,2-2 118 0,0-3 58 0,0-2-459 16</inkml:trace>
  <inkml:trace contextRef="#ctx0" brushRef="#br0" timeOffset="194998.51">13501 11694 1784 0,'-6'-8'0'0,"3"7"0"0,3-2 0 0,0 3 0 0,0 0 0 0,2 0 0 0,8 0 0 0,8 0 0 0,6 0 261 16,5 0-106-16,3-3-65 0,1-1 180 0,3 0-118 15,-1-1-60-15,3 0-29 0,-2 3-53 0,-2 0 22 16,0-1 1-16,-4 2-87 0,-2 1 44 0,-8 0 21 16,1 0 8-16,-4 0-308 0,-6 0 161 0,-2 0 80 15,0 0-538-15,-8 0 282 16,1 0 104-16,-2 0 87 0,0-6-359 0</inkml:trace>
  <inkml:trace contextRef="#ctx0" brushRef="#br0" timeOffset="195180.77">13794 11271 1207 0,'-7'-2'0'0,"1"2"0"0,0 0 0 0,1 6 0 0,1 9 0 0,2 10 0 0,0 4 0 0,2 15 640 0,0-1-304 0,0 7-151 0,0 5 464 0,0 3-300 16,0 9-162-16,0-2-77 15,-1-3 120-15,1-9-28 0,0 0-202 0,0-10 0 16,3 2-545-16,6-6 306 0,1-1 135 0,-2-5 69 15</inkml:trace>
  <inkml:trace contextRef="#ctx0" brushRef="#br0" timeOffset="196226.61">14487 11153 471 0,'-2'0'0'0,"-2"-2"0"0,3 0 0 0,-1 0 0 0,0 1 0 0,-2-1 0 0,3 0 0 0,-1-2 92 0,0 2-30 0,0 0 0 0,2-1 96 15,-2 2-66-15,2 0-30 0,0 1 128 0,0 0-79 16,0 0-39-16,0 0 8 0,0 0 71 0,0 0-59 16,0 0-30-16,0 0 1 0,2 0 55 0,9 0-35 15,2 0-29-15,2 0 0 0,3 0 31 16,0 0-26-16,5-3 0 0,-1 2 37 0,7-1-36 16,-4-2 0-16,3 0 4 0,2 0 0 15,4 1-32-15,3-1 9 0,0 3 0 0,6-3-8 16,-2 2 0-16,3 2 0 0,-2 0-39 0,8 0 8 15,3 0 31-15,-2 0-61 0,6 0 29 0,-1 0-1 16,10 0 17-16,-9 0-24 0,14 0 15 0,-4-1 14 16,5-6-54-16,5-1 23 0,2 1-13 0,1 0 37 15,1-2-76-15,0 5 33 0,-2-2-10 0,-4 0 41 16,-2 5-55-16,-7-1 24 0,11 0-9 16,-9 0 31-16,-12 2 28 0,3-2 0 15,-4 2-35-15,-9 0 27 0,7-2-4 0,-9 0-17 16,-10 1-3-16,1-2 11 0,-3 2-2 0,-7-2-5 15,-2 2-164-15,-5-1 80 0,-6 0 40 0,-3-2 0 16,-5 2-301-16,-3 0 150 0,-1 1 89 0,-5-1 39 16,-11 2-344-16,-11 0 193 0</inkml:trace>
  <inkml:trace contextRef="#ctx0" brushRef="#br0" timeOffset="196765.45">14617 11294 1033 0,'-6'-2'0'0,"-5"0"0"0,4 2 0 0,-1 0 0 0,2 0 0 0,0 0 0 0,3 0 120 0,-1 0-36 15,2 0-29-15,2 0 208 0,0 4-116 0,0 9-56 16,8 6-30-16,5 3 93 0,2 6-65 16,2 12-28-16,0-1 0 0,-2 9 35 0,0 0-32 15,-3 5 8-15,-3 2-14 0,-2 3 0 16,0 0-25-16,-3 0 28 0,-2-2 0 0,0-3-20 0,0-3-8 15,-2-6 31-15,0-9-32 0,0 1 1 0,0-7 0 16,0-8 26-16,-6 0-26 0,-1-6 0 0,-1-3 0 16,-1-6-45-16,-3-3 23 0,-2-3 8 0,-2 0-135 15,-2-3 71-15,-3-12 27 0,0-4-234 16,-1-5 118-16,-1-5 66 0,-1-8 13 16,3-1-99-16,3 0 43 0,2 9 42 0,2-6 0 15,2 13-75-15,1-2 60 0,2 7 26 0,3 7 115 16,0 2-45-16,2 6-22 0,2-1-9 0,1 3 168 15,-1 5-91-15,2 15-46 0,0 4 152 0,0 2-74 16,0-1-50-16,0 6 10 0,0 0 12 0,2-1 7 16,1 0-23-16,-1-6 38 0,2 2-149 15,0-3 57-15,0-2 1 0,1-5 40 16,-1-2-394-16,0-7 166 0,1 1 97 0,3-4-433 0,1-4 249 16,2 0 125-16,5-7-255 0</inkml:trace>
  <inkml:trace contextRef="#ctx0" brushRef="#br0" timeOffset="196967.67">14919 11496 1039 0,'10'-7'0'0,"-1"5"0"0,-2 2 0 0,-1 0 0 0,-3 2 0 0,-2 13 206 0,1 2-87 16,-2 6-42-16,0 7 400 0,0 0-222 15,0 6-103-15,0 6-63 0,0-4 193 0,0 2-125 16,0-7-62-16,0 7-102 0,0-6 8 0,0 2 32 0,2-5 0 15,2-3-394-15,1-5 197 0,2-3 98 0,-1-4 58 16,2-5-272-16,-1-3 131 0,1-5 86 0,1-3-87 16,1 0-503-16</inkml:trace>
  <inkml:trace contextRef="#ctx0" brushRef="#br0" timeOffset="197114.28">15051 11782 1232 0,'0'-9'0'0,"0"3"0"0,0 3 0 0,0-3 0 0,0 2 0 0,2 0 0 0,9-2 0 0,3 3 280 0,4-1-123 0,-1 0 277 0,1 0-192 16,3 1-109-16,-2 0-50 0,0 2-187 0,0-1 68 16,-1 2 35-16,1 0 8 0,-2 0-570 0,0 0 298 15,0-2 149-15,-8 2 74 0</inkml:trace>
  <inkml:trace contextRef="#ctx0" brushRef="#br0" timeOffset="197340.06">15355 11585 648 0,'4'-9'0'0,"2"1"0"0,3 2 0 0,-2 1 0 0,5-1 0 0,-1 2 0 0,4 1 454 0,2 3-210 0,2 0-106 16,1 0 281-16,-1 9-198 0,2 6-94 0,-5 2-47 15,0 3 119-15,-2 4-83 0,-4-4-34 16,0 10-28-16,-5-4 10 0,-3 1 1 16,-2 1-32-16,0-2-73 0,-9 0 44 0,-7-1-8 15,-2-1 37-15,-5-1-91 0,-1-3 45 0,-3 1 23 16,-1-2-240-16,1-4 122 0,-3-2 23 0,3-3 46 15,4-5-396-15,2-3 202 0,9-2 91 0,-2 0 59 16,8-11-276-16,6-8 163 0,0-6 82 0,2-5 40 16</inkml:trace>
  <inkml:trace contextRef="#ctx0" brushRef="#br0" timeOffset="197530.55">15650 11462 1221 0,'5'-7'0'0,"2"4"0"0,-6 0 0 0,1 3 0 0,-2 0 0 0,0 5 0 0,-6 9 0 0,-5 5 336 15,-2 6-152-15,1 3-75 0,0 4 427 0,1 1-255 16,2 2-125-16,6-2-61 0,3-3 222 0,0 0-143 16,2-5-62-16,11 5-44 0,4-8-109 0,4 0 36 15,1-5 1-15,0-1-337 0,-3-5 195 16,4-1 85-16,-1-5 47 0,-1-3-561 16,-2-2 241-16,-1 0 167 0,-2-2-224 0,-2-3 183 15,-2-5 88-15,-3-1 43 0</inkml:trace>
  <inkml:trace contextRef="#ctx0" brushRef="#br0" timeOffset="197814.79">15793 11333 1753 0,'2'-9'0'0,"0"0"0"0,3 1 0 0,2-1 0 0,3 1 0 0,3 4 0 0,1 1 0 0,0 1 0 0,4 2 228 0,-4 0-98 15,2 4-49-15,-2 9 26 0,-3 3-37 0,-1 1 7 16,-4 4-113-16,-3 6 34 0,-3-3 1 0,0 1 33 15,0-1-186-15,-9-4 102 0,-6 7 38 0,4-11 23 16,-5 3-84-16,4-6 14 0,1-3 40 0,1-5-62 16,0 1 160-16,3-4-68 0,2 0-1 0,-2-2 346 15,5 0-171-15,1 0-66 0,1 0 227 16,0 0-156-16,0-4-78 0,10-3-38 16,4-1 3-16,4-1-13 0,-2 2-8 0,3 2-21 15,-1-1-72-15,3 3 36 0,-1-1 0 0,-4 2 44 16,3 2-438-16,-1 0 215 0,0 0 107 0,-2 0-759 15,1 0 400-15,-4 6 193 0</inkml:trace>
  <inkml:trace contextRef="#ctx0" brushRef="#br0" timeOffset="197979.92">15995 11726 1143 0,'-9'0'0'0,"2"2"0"0,5-1 0 0,-2-1 0 0,3 0 0 0,1 0 260 0,0 0-106 16,0 0-64-16,3 0-29 0,12-1 469 0,2-4-249 15,1 2-124-15,3 0 95 0,0 1-113 16,-1 1-54-16,1-3-26 0,-2 3-413 0,0 1 202 0,-2 0 88 16,-1 0-629-16,0 0 363 0,0-2 181 0</inkml:trace>
  <inkml:trace contextRef="#ctx0" brushRef="#br0" timeOffset="198145.01">16268 11492 847 0,'-2'1'0'0,"-2"0"0"0,2 4 0 0,1-3 0 0,1 0 281 0,0 1-123 0,0 3-55 0,9-1 577 16,4 1-324-16,0 3-161 0,4-1-82 0,-2 1 185 15,2 1-124-15,-2-1-75 0,2 1-392 0,0-2 163 16,-2 2 81-16,0-2 41 16,-2 2-709-16,-2-4 371 0,-2 0 189 0</inkml:trace>
  <inkml:trace contextRef="#ctx0" brushRef="#br0" timeOffset="198348.69">16537 11318 1682 0,'0'-3'0'0,"0"2"0"0,0 1 0 0,0 0 0 0,0 8 0 0,-2 13 0 0,-6 5 0 0,0 5 385 0,-3 15-180 0,-1 1 369 0,-2 4-270 15,-1 3-136-15,-2 9-67 0,1-6 129 0,-5 15-103 16,0-5-46-16,1-1-25 0,-3 0-230 0,2-4 103 15,6-14 60-15,0 1 18 0,7-11-218 0,-1-5 121 16,6-9 62-16,-2-5-612 0,3-9 221 0,2-2 203 16,0-8-457-16,0 0 320 0</inkml:trace>
  <inkml:trace contextRef="#ctx0" brushRef="#br0" timeOffset="198637.64">16618 11352 1787 0,'9'-24'0'0,"5"5"0"0,7 6 0 0,0 3 0 0,-3 3 0 0,2 1 0 0,-4 4 0 0,0 2 230 0,1 0-98 0,-1 2-50 0,2 10 71 15,-2 2-64-15,-2 4-28 16,-5 0-56-16,-2 9 28 0,-5-3-1 0,-2-1 9 16,0 5-188-16,-7-4 90 0,-9 1 45 0,0-2 22 15,-4-3-61-15,6-5 50 0,-7 2 13 0,3-6 66 16,0-4-44-16,6-1-20 0,2-2-37 0,2-2 219 15,3-2-104-15,3 0-42 0,0 0 417 0,2 0-217 16,0 0-108-16,8 0-47 0,9 0 206 0,5 0-301 16,1-2 0-16,-4-1 0 0,4 0 0 15,2-1 0-15,0 1 0 0,-3 1-348 0,2 0 207 16,-1 0 87-16,-2 0-992 0,0 2 484 16,-5 0 269-16</inkml:trace>
  <inkml:trace contextRef="#ctx0" brushRef="#br0" timeOffset="199590.79">17210 11354 667 0,'-3'-6'0'0,"1"2"0"0,0 3 0 0,2-1 0 0,-2-1 0 0,2 2 0 0,0 1 188 0,0 0-82 0,0 0-36 15,11 1 234-15,6 11-136 16,4 2-67-16,1 2-26 0,5 4 316 0,-4 6-180 16,2 2-88-16,-2 1 187 0,-4 5-139 15,-4 2-61-15,-5 7 15 0,-5 2-47 0,-5 3-22 0,0 11 0 16,-17 3-48-16,-4-7 9 0,-13 14 16 0,0-7 0 15,1-1-202-15,-5-7 101 0,10-9 50 0,-6 2 34 16,4-7-437-16,9-12 219 0,7-8 50 0,0-2-696 16</inkml:trace>
  <inkml:trace contextRef="#ctx0" brushRef="#br0" timeOffset="202628.59">17980 11735 297 0,'-5'-2'0'0,"-1"2"0"0,0 0 0 0,1-1 0 0,1 1 0 0,-1 0 213 16,-1-3-83-16,3 3-52 0,0 0 141 0,1 0-92 16,0 0-48-16,2 0-23 0,0 0 131 0,0 0-81 15,0 0-36-15,0-1-1 0,4 1-9 0,11-2-1 16,6-2-18-16,3 0 110 0,6 1-58 0,10-3-31 15,1 0 0-15,4-1 51 0,-3 3-32 16,12-2-8-16,-5 2 2 0,2 1-21 16,2 0 0-16,-3 2-21 0,3-1-28 0,1 2 28 15,0 0 0-15,8 0 0 0,-2 0-67 0,0 0 34 16,-5 0 7-16,5 0-21 0,6 0 21 0,-13 0 0 16,5 0-12-16,-3 0-91 0,-4-2 36 0,1-3 35 15,-1-4-21-15,-5-1 23 0,-3 1-19 0,-7 1 36 16,0-2-42-16,-6 4-1 0,-5 2 31 0,-2-2 6 15,-2 4-38-15,-3-1-4 0,-4 2 35 0,-5 1-39 16,3 0 38-16,-5 0 2 16,-1 0-105-16,-3 0 42 0,-1 0 24 15,0 0 0-15,-2 0-169 0,0 0 97 0,0 0 48 0,-11 6 16 16,-8 5-278-16,-3 3 155 0</inkml:trace>
  <inkml:trace contextRef="#ctx0" brushRef="#br0" timeOffset="202977.95">18057 12059 1203 0,'-13'-10'0'0,"8"8"0"0,3-1 0 0,0 3 0 0,2-1 0 15,0 1 0-15,0 0 0 0,11-2 166 0,12 1-67 0,12-1 103 0,3-3-76 0,13 2-51 0,1-1-21 16,14-1 180-16,0-1-100 16,3 1-51-16,6-3-17 0,2 2 72 0,14-3-53 15,-17 4-26-15,7 1 1 0,-4 0-6 0,-9 2 9 16,9 2-30-16,-12 0-69 0,-13 0 34 0,2 0 0 16,-6 4 35-16,-6 2-27 0,-2 1-8 0,-3-2 35 15,-5-1-110-15,-4 0 53 0,-5-4 3 0,-3 0 25 16,-6 0-151-16,-5 0 74 0,-4 0 19 0,-1 0 25 15,-4 0-177-15,0 0 82 0,-7-2 49 16,-13 0-231-16,-7 0 137 0,-3 2 68 0,-10 0 26 16,-10 0-354-16,-9 9 198 0,1 5 99 15</inkml:trace>
  <inkml:trace contextRef="#ctx0" brushRef="#br0" timeOffset="203348.31">17928 12124 1209 0,'-11'-8'0'0,"7"7"0"0,-1 1 0 0,5 0 0 0,-1 7 0 0,-1 4 0 0,2 4 0 0,0 8 191 0,0 4-78 0,0 7 200 0,0 6-145 16,0 3-67-16,2 3-34 0,-1 1 35 0,2-1-35 16,-3-4 8-16,0 10-42 0,0-9 35 0,0 1-1 15,0-10-34-15,0 1 0 0,0-9-36 0,0-1 13 16,-3-6 1-16,0-6-130 0,-1-4 76 0,-1-1 37 15,-3-6-179-15,-1-2 78 16,-3 0 58-16,2-4-3 0,-2-9-156 0,-3-8 79 16,4-3 44-16,-1-5 15 0,0-2-7 0,1-5 22 15,2 0 0-15,2 3 22 0,4 8-35 0,-3 0 9 16,0 11 27-16,4 3 128 0,0 3-65 0,2 4-31 16,0 2-9-16,-2 2 229 0,2 8-119 0,-2 12-38 15,1 3 162-15,-3 3-89 0,0 3-56 0,1 0 0 16,-1 1-15-16,0 2 2 0,-2-4-34 0,2 1 0 15,2-8-122-15,1-1 58 0,1-3 31 0,0-5-397 16,0-1 206-16,0-4 75 16,0-4-441-16,7-3 267 0,5 0 128 0</inkml:trace>
  <inkml:trace contextRef="#ctx0" brushRef="#br0" timeOffset="203520.84">18163 12272 935 0,'11'-11'0'0,"-2"5"0"16,3 4 0-16,-5 2 0 0,-2 9 0 0,-1 15 0 0,-2 4 489 0,-2 6-228 0,0 9-114 0,0-5-49 16,0 8 147-16,-2-3-106 0,-2-1-54 0,1-9 124 15,1 3-88-15,2-8-36 0,0 6-30 0,0-11-253 16,0-2 115-16,0-1 58 0,0-7-550 0,2-4 312 16,3-1 143-16,1-6 77 0,-2-2-640 0</inkml:trace>
  <inkml:trace contextRef="#ctx0" brushRef="#br0" timeOffset="203670.65">18237 12532 1131 0,'2'-6'0'0,"0"4"0"0,0 0 0 0,0 0 0 0,1 2 0 0,0 0 0 0,3-2 0 0,1 0 238 0,2 2-103 16,1-1-51-16,3 1 247 0,-2 0-149 0,4 0-66 16,-2 0-271-16,1 0 93 0,-2 0 48 0,2 0 23 15,-1 0-518-15,-2 0 271 0,1 0 127 0,-3 0 66 16</inkml:trace>
  <inkml:trace contextRef="#ctx0" brushRef="#br0" timeOffset="203869.66">18459 12430 1095 0,'0'-13'0'0,"0"6"0"0,0-3 0 0,5 3 0 0,2-3 0 0,2 3 0 0,4 3 0 0,2 2 0 0,4 2 316 0,5 0-142 0,-5 6-62 0,6 11-44 16,-5 4 182-16,-1 3-108 0,-2 4-55 0,-2 4 10 15,-4-2-24-15,-3 2-9 0,-6-1-58 0,0 0 0 16,-2 0 26-16,-2 0 1 0,-14-3-109 0,0-2 50 15,-5-2 29-15,-2-1 1 0,-1-2-179 0,-2-6 103 16,3-4 13-16,-1-2-287 16,3-5 140-16,2-4 91 0,6 0 17 0,4-2-203 15,7-16 125-15,2-7 76 0,0-3-124 0,17-10 95 16</inkml:trace>
  <inkml:trace contextRef="#ctx0" brushRef="#br0" timeOffset="204043.18">18765 12329 973 0,'2'-7'0'0,"0"6"0"0,-2 1 0 0,0 0 0 0,-6 14 0 0,-6 6 0 0,0-1 500 0,-5 9-237 16,6-1-116-16,0 3-57 0,3-2 383 0,3-3-221 15,5-2-101-15,0 1 39 0,0-4-78 0,5-2-40 16,10-1 0-16,4-2-285 0,-2-4 131 0,3 1 53 16,1-5-213-16,2-4 138 0,-5 0 68 0,3-3 35 15,-3 0-644-15,-4 0 232 0,1-8 189 0,-5-3 96 16</inkml:trace>
  <inkml:trace contextRef="#ctx0" brushRef="#br0" timeOffset="204292.89">18837 12180 654 0,'2'-13'0'0,"0"6"0"0,7 3 0 0,0-2 0 0,5 3 0 0,0-3 0 0,4 1 337 0,0 4-151 0,3 1-77 0,-2 0 141 15,-1 0-100-15,1 6-63 0,-4 3-27 0,0 3 1 16,-4 1-28-16,-2 0 8 0,-4 0-43 0,-5 2 0 15,0 2 35-15,-2 2-1 0,-13 0-20 0,0-4 7 16,-8 3 14-16,2-3 14 16,7-4 8-16,-5 1-22 0,4-3-1 0,7-3 75 15,-1-2-41-15,5-3-5 0,2 1-62 16,0-2 34-16,2 0 0 0,0 0 8 0,8 0-104 0,7 0 48 16,3-2 24-16,2-1 0 0,-2-5-274 0,3 5 129 15,-2-2 71-15,-3 4 11 0,0 1-534 0,-2 0 277 16</inkml:trace>
  <inkml:trace contextRef="#ctx0" brushRef="#br0" timeOffset="204454.99">19053 12571 1227 0,'-12'8'0'0,"5"-3"0"0,2-1 0 0,1-1 0 0,2-3 0 0,-2 0 0 0,4 0 0 0,-1 0 529 0,1 0-249 0,0 0-115 15,12 0 93-15,3-1-113 0,4-5-56 0,0 1-29 16,1-3-62-16,1-1 7 0,-2 3 28 15,0 0-454-15,-2 0 227 0,-3 3 113 0,2 1 57 0,-7 0-624 16,2 2 326-16</inkml:trace>
  <inkml:trace contextRef="#ctx0" brushRef="#br0" timeOffset="204609.98">19284 12434 1148 0,'-4'-5'0'16,"2"1"0"-16,0 0 0 0,1 1 0 0,-1 2 0 0,2 1 0 0,0 0 263 0,0 0-115 0,0 0-49 0,7 0 319 0,2 8-192 15,1 1-97-15,-1 0-48 0,2 2-97 0,-1 1 33 16,-1 1-8-16,-1 0-191 16,1 0 108-16,1-2 53 0,-3-3 35 0,4 3-651 15</inkml:trace>
  <inkml:trace contextRef="#ctx0" brushRef="#br0" timeOffset="204778.53">19477 12317 1052 0,'0'-2'0'0,"0"2"0"0,0 0 0 0,-4 12 0 0,-5 7 0 0,-2 7 0 0,-1 12 501 0,1 2-234 16,1 4-117-16,-4 3-58 0,1 2 309 0,-1 4-188 15,0-2-90-15,0 3 6 0,0-2-47 0,-2 0-26 16,1 0 10-16,0-2-254 0,2-4 111 0,4-11 55 16,-1-1 27-16,6-13-569 0,1-7 306 0,1-3 141 15,2-7-656-15</inkml:trace>
  <inkml:trace contextRef="#ctx0" brushRef="#br0" timeOffset="205043.83">19539 12364 1357 0,'21'-11'0'0,"9"1"0"0,-5 5 0 0,-3 2 0 0,-2 0 0 0,-1 3 0 0,-2 0 0 0,-3 0 171 15,-2 4-69-15,0 8-34 0,-6 1 24 0,-3 2-29 16,-3 3 7-16,0 5-37 0,-3-1-99 0,-11 1 49 15,-1 0 26-15,-2-1-1 16,2-5-4-16,-2 3-8 0,1-4 36 0,4-3 1 16,3-6 182-16,3 1-91 0,3-5-38 0,1-1 80 15,2-2-67-15,0 3-33 0,2-3 78 0,10 0-55 16,6 0-20-16,0 0-9 0,7-6-16 0,-6-2-11 16,4 1-1-16,-2-1 9 0,2 0-438 0,0-1 215 15,-3 2 107-15,-1-1-653 0,0 2 320 0,-4 3 181 16</inkml:trace>
  <inkml:trace contextRef="#ctx0" brushRef="#br0" timeOffset="206212.02">18568 10933 605 0,'0'-4'0'0,"0"3"0"0,0-2 0 0,0 3 0 0,0 0 0 0,2 0 297 0,5 0-123 16,1 8-75-16,4 5-33 0,-3 6 322 0,0 4-178 15,-1 1-88-15,-3 5 192 0,-3 0-145 0,0 4-68 16,-2 2-34-16,0 3-7 0,0 0 0 15,0 1-19-15,0-2-140 0,0-1 67 16,0 0 32-16,0-2 0 0,2-2-513 0,5-8 281 16,9 4 129-16</inkml:trace>
  <inkml:trace contextRef="#ctx0" brushRef="#br0" timeOffset="206702.96">20190 11089 1172 0,'0'-21'0'0,"0"10"0"0,0 9 0 0,0 1 0 0,0 1 0 0,0 0 0 0,0 0 0 0,0 16 0 0,1 11 241 0,1 10-104 0,-2 7-52 0,0 3 206 15,0 4-121-15,0 4-73 0,0 2 79 0,-5 1-72 16,-3 0-36-16,2-3 1 0,2-10 11 0,3 10-7 16,1-18-41-16,0 2 1 0,0-5 35 0,0-7 0 15,0-5-27-15,0-7-9 0,0-4-60 16,0-6 30-16,0 0 0 0,0-4-115 0,0-1 81 0,-2 0 28 15,-7-3-142-15,-3-8 66 16,-5-7 46-16,0 1-2 0,-2-1-93 0,-3-1 36 16,-1-2 40-16,0 2-15 0,-1 4-94 0,0 2 64 15,5 6 25-15,-6 4 108 0,4 3-33 0,0 0-1 16,1 1-34-16,6 14 243 0,0 1-127 0,5 4-40 16,5 2 256-16,4 1-135 0,0 1-78 0,0 1-4 15,10-7 8-15,9 7-31 0,4-9 0 0,2-2-26 16,5-3-130-16,2-6 73 15,3-2 24-15,-2-3-577 0,-1 0 294 16,2-4 117-16,-4-7 84 0,-5-2-643 0</inkml:trace>
  <inkml:trace contextRef="#ctx0" brushRef="#br0" timeOffset="206902.17">20321 11641 729 0,'5'-18'0'0,"1"5"0"0,4 1 0 0,1 3 0 0,0 3 0 0,1 2 411 15,2 3-193-15,5 1-92 0,3 1 287 0,-1 13-190 16,2 0-95-16,-2 8-40 0,-3-2 175 0,-2 4-115 15,-6 2-58-15,-4 1-29 16,-4 1 58-16,-2 0-35 0,-2 2-29 0,-13-1-8 16,-4-4-15-16,-2 0 1 0,-2-2 0 0,-2-5-121 15,-2-3 57-15,1-1 32 0,0-7-358 0,6-1 194 16,-1-4 50-16,3-2 66 0,6 0-481 0,2-6 247 16,9-15 124-16,1-5 62 0,3-8-382 0,14 4 213 15</inkml:trace>
  <inkml:trace contextRef="#ctx0" brushRef="#br0" timeOffset="207063.74">20625 11499 1616 0,'7'-6'0'0,"-1"5"0"0,-4 1 0 0,-2 2 0 0,0 13 0 0,-4 2 0 0,-10 10 0 0,-2 2 0 0,-3 8 194 0,3-2-81 16,3-3 464-16,1 4-264 0,5 2-144 0,3-2-68 16,4-6 142-16,0 3-106 0,4-6-51 0,10-7-19 15,7 3-324-15,4-6 144 0,-1-6 74 0,5-6 35 16,1-5-587-16,0 0 320 0,-1 0 148 15,1-11-719-15,0-6 403 0</inkml:trace>
  <inkml:trace contextRef="#ctx0" brushRef="#br0" timeOffset="207404.33">21109 11121 1345 0,'-2'-3'0'0,"2"3"0"0,-2 0 0 0,2 8 0 0,-1 12 0 0,-1 6 0 0,-2 12 0 0,1 5 523 0,-3 5-246 0,1 5-121 0,0 2-62 16,1 3 303-16,1-2-186 0,1-1-90 0,0-3 13 16,-2 0-51-16,4-6-25 0,-1-7 8 0,-1 0-63 15,2-4 0-15,0-12 29 0,0-3-133 0,0-11 67 16,0-1 42-16,0-5-9 0,0-3-260 0,0-1 147 16,-2-15 32-16,-2-6 51 0,-2 0-278 0,-1-11 146 15,-2-1 42-15,-7-7-114 0,3 4 101 0,-1 5 50 16,-5 2 18-16,-2 5 4 0,-4 8 1 15,3 6 28-15,-4 7 145 0,1 4-72 16,2 0-45-16,1 12 9 0,3 7 426 0,7 5-229 16,3 2-77-16,7 3-70 0,2 2 463 0,0 3-247 15,2-2-118-15,8 0-60 0,5-3 30 0,2 0-45 16,3-2-13-16,3-7-414 0,4-6 192 0,-1-2 96 16,4-6-316-16,0-4 205 0,0-2 112 0,-2 0-11 15,1-6-862-15</inkml:trace>
  <inkml:trace contextRef="#ctx0" brushRef="#br0" timeOffset="207537.98">21228 11570 1454 0,'0'-9'0'0,"0"3"0"0,0 2 0 0,0 2 0 0,0 2 0 0,0 0 0 0,0 0 0 0,0 0 0 0,8 8 484 0,3 2-225 0,1 1-114 0,2 4 31 16,-1-1-71-16,1 4-29 0,-2-2-580 0,1 2 268 15,1-6 134-15,0 3 68 0,0-2-728 0</inkml:trace>
  <inkml:trace contextRef="#ctx0" brushRef="#br0" timeOffset="207681.59">21581 11333 643 0,'2'-15'0'0,"0"6"0"16,-2 5 0-16,0 3 0 0,0 1 265 0,-6 24-116 0,-13 24-59 0,-7 13-20 0,-12 21 698 0,-3 9-367 15,-17 28-185-15,-4 9 378 0,-19 32-281 0,4-17-131 16,-26 50-79-16,7-3-424 15,-2 7 177-15</inkml:trace>
  <inkml:trace contextRef="#ctx0" brushRef="#br0" timeOffset="208922.18">22098 11540 688 0,'-14'0'0'0,"1"-3"0"0,0 2 0 0,4-1 0 0,0 0 0 0,-1 0 0 0,4 1 0 0,2 1 132 0,1-3-54 16,3 3-22-16,0 0-1 0,0-2 192 0,11-1-107 15,8-3-46-15,5 1-34 0,3 1 100 0,0 1-63 16,3 1-33-16,0 0 65 0,-3 2-40 0,7 0-32 16,-6 0-79-16,2 2 27 0,-2 6 0 0,0-2 28 15,-3 2-150-15,-2-1 70 16,-5 0 41-16,-1 0-565 0,-6-2 287 0</inkml:trace>
  <inkml:trace contextRef="#ctx0" brushRef="#br0" timeOffset="209128.63">22304 11136 1130 0,'-4'-5'0'0,"1"5"0"0,3 0 0 0,0 18 0 0,0 1 0 0,0 6 0 0,0 5 424 0,0 9-199 0,0 3-96 0,0 4 53 16,0 4-74-16,0 4-37 0,0 1 7 0,0-3-72 16,0 1 0-16,0-1 27 0,0 0-313 0,0 1 156 15,1-10 86-15,1 8 32 0,4-15-433 0,-3-1 229 16,2-7 58-16,-1-7 75 0</inkml:trace>
  <inkml:trace contextRef="#ctx0" brushRef="#br0" timeOffset="209580.31">23095 11304 565 0,'7'-18'0'0,"0"5"0"0,2 2 0 0,-4-3 0 0,1-2 93 0,-1-2-33 0,-1-3 0 16,-1 0 139-16,2-2-75 0,-1 3-49 0,-3-3-22 16,1 0 35-16,0 1-28 0,-2 2 0 0,0-1-19 15,0 0-25-15,-5 2 17 0,-7 3-1 0,-1 1 1 16,-4 1-19-16,-2 4 27 0,-5 3-9 0,-1 3 32 16,-1 1-1-16,-4 3-30 0,1 0 0 15,-1 7 48-15,5 6-7 0,-2 2-42 0,5 3 105 16,1 0-53-16,6 3-25 0,3 0 8 15,5 4 53-15,3 2-44 0,4 3-21 0,0 2-1 16,4 8 22-16,8-7-14 0,4 13-8 0,2-2-21 16,-2 2 32-16,1-1-32 0,1 0 0 0,-4-6-13 15,3 14-9-15,-4-6 22 0,-2 0-57 0,-4-1 29 16,-2 2-1-16,-3-5 37 0,-2 6-89 0,0-6 38 16,0-9 3-16,-7-1-38 0,-2-3 23 0,-2-7 10 15,-4-3-2-15,0-4-150 0,-2-5 75 0,1-4 42 16,-4-3-168-16,1-4 89 15,1 0 53-15,1 0 26 0,0 0-367 0,4-7 191 16,2-6 87-16,5-5 56 0,6 0-362 0</inkml:trace>
  <inkml:trace contextRef="#ctx0" brushRef="#br0" timeOffset="209938.86">23203 11365 1043 0,'18'-28'0'0,"-6"2"0"0,0-2 0 0,-3-2 0 0,-3-2 0 0,-3-3 0 0,2 4 0 0,-3 2 0 0,0 0 139 0,-2 6-53 0,0 3-26 16,0 1 79-16,-2 4-52 0,-5 5-20 0,-2-1-7 15,0 5 115-15,2 1-70 0,-7 3-37 0,3 0 82 16,-2 2-50-16,0 0-38 0,-3 0 0 0,4 6 39 16,-4 5-34-16,3 4 0 0,-1 4 61 0,0 3-52 15,1 2-22-15,2 5 1 16,3-1 31-16,3 2-27 0,1 2 8 0,4 2-34 15,0-2 118-15,0 1-59 0,4 3-30 0,7 0 82 16,2-2-48-16,4 0-35 0,-2 1-1 0,0-3-51 16,0 2 23-16,-2-2 160 0,3 0-409 0,-5-2 200 15,-1 0 25-15,-1-2 0 0,-2 0-94 0,-3-5 57 16,-3 1 37-16,-1-3-16 0,0 0-36 0,0-4 5 16,-5 1 24-16,-7-5-23 0,-2 1 0 0,-1-5-11 15,-2 0-65-15,-2-2-308 16,2 1 195-16,-2-2 97 0,1 1-472 0,0 1 289 15,1 1 140-15,3 3 70 0,1 4-451 0</inkml:trace>
  <inkml:trace contextRef="#ctx0" brushRef="#br0" timeOffset="210239.93">22773 12214 1721 0,'0'0'0'0,"0"0"0"0,0 0 0 0,0 0 0 0,0 5 0 0,0 4 0 0,3 3 0 0,-1 3 0 0,0 8 0 0,-1 1 256 0,1 3-111 0,0 1-56 16,0 0 165-16,0-3-102 0,0 6-63 0,-1-3-29 15,-1-1-83-15,0-7 28 0,0 3 0 0,0-2 36 16,0-4-151-16,0-6 72 0,0 1 36 0,0-8-414 16,0 1 209-16,0-3 124 0,0-2-528 0,0 0 289 15,0-2 144-15,0-10 73 0,0-6-250 0</inkml:trace>
  <inkml:trace contextRef="#ctx0" brushRef="#br0" timeOffset="210461.78">22741 12222 898 0,'0'-21'0'0,"0"10"0"0,0-1 0 0,2 3 0 0,8 2 0 0,3 1 0 0,6 0 412 0,2 0-181 16,4 5-104-16,2-1-47 0,1 2 301 0,0 0-174 16,1 7-87-16,-3 9 33 0,-1 2-64 0,-7 5-28 15,-1 4 0-15,-8 2-52 0,-1 1 24 0,-7 4 8 16,-1 0-67-16,-1 1 29 0,-14 1 0 0,-6 1 30 16,0-8-25-16,-2 1-8 15,-4-2 33-15,1-5 0 0,1-4-81 0,0-4 38 16,5-6-5-16,-2 0-244 0,-1-3 120 0,5-4 68 15,2 0 21-15,5-2-159 0,4 0 72 0,0 0 60 16,6 0-363-16,1 0 204 0,0-4 101 0,12-9 52 16</inkml:trace>
  <inkml:trace contextRef="#ctx0" brushRef="#br0" timeOffset="210689.4">23099 12404 1132 0,'17'-11'0'0,"-1"5"0"0,0 4 0 0,-3 0 0 0,-3 1 0 0,2 1 0 0,-3 0 0 0,0 0 0 0,2 9 431 0,-1 2-199 0,0 1-92 0,0 3 115 16,-3-1-111-16,-2 5-56 0,1-2-28 0,-4 4-46 16,-2-1 27-16,0 4-8 0,-2-3-40 0,-9 2 0 15,-5-2 40-15,-2-2 0 0,-1-3-114 0,-6 2 52 16,0-2 31-16,-1-3 1 0,-3-1-149 0,1-1 84 16,3-4-4-16,-3 2-203 0,7-4 123 0,5 0 38 15,7-5 39-15,2 0-173 0,7 0 96 16,0-12 61-16,12-8-135 0,13-3 93 15,7-5 47-15,-4 0 24 0</inkml:trace>
  <inkml:trace contextRef="#ctx0" brushRef="#br0" timeOffset="210869.43">23345 12361 539 0,'1'-11'0'0,"3"3"0"0,-2 2 0 0,-2 2 0 0,0 1 0 0,-4 1 0 0,-3 2 479 0,-4 0-228 15,-1 5-109-15,3 11-54 0,-3 2 322 0,3 5-189 16,4-1-85-16,-1 6 174 0,6-3-139 0,0-4-69 0,0 1-34 0,6 0 11 15,8 2-9-15,4-6-37 16,1-1-261-16,-5-5 130 0,7-1 66 0,-3-2 40 16,0-4-252-16,-1 2 138 0,-2-6 70 0,-1 1 10 15,-4-2-682-15,-1 0 330 0,0 0 176 0</inkml:trace>
  <inkml:trace contextRef="#ctx0" brushRef="#br0" timeOffset="211029">23500 12393 1032 0,'-1'-8'0'0,"-1"5"0"0,2 0 0 0,0 1 0 0,0 1 0 0,0 1 0 0,2 0 469 16,5 0-221-16,5 7-108 0,-3 4 187 0,2 0-147 15,-1 1-74-15,1 1-28 0,-2 1-82 0,-1 1 1 16,1-3 35-16,-2 0 1 0,1-1-450 0,0-5 233 16,-1 1 105-16,1-3-541 15</inkml:trace>
  <inkml:trace contextRef="#ctx0" brushRef="#br0" timeOffset="211190.57">23764 12235 808 0,'3'-2'0'0,"3"2"0"0,-4 0 0 0,-2 11 0 0,0 11 0 0,0 6 663 0,-11 13-315 0,-1 1-157 0,-4 11-71 16,-9 15 490-16,-3-1-289 15,-6 20-144-15,-3-5-72 0,-5 5 133 0,4-10-94 0,-6 22-60 16,2-11-73-16,1-5 22 0,2-1 0 15,7-16-734-15,-2 6 376 0,4-5 174 0</inkml:trace>
  <inkml:trace contextRef="#ctx0" brushRef="#br0" timeOffset="214150.14">23916 11225 526 0,'0'-6'0'16,"0"1"0"-16,0 2 0 0,0 2 0 0,0-2 0 0,0 1 0 0,-3 1 0 0,3-1 0 0,0 0 82 0,0 2-24 0,0 0 0 0,-2 0-36 0,2 0 19 0,-3 0-8 16,-1 5 0-16,-2 4 7 15,-1 3-7-15,2 2 0 0,-3 0 62 0,0 3-35 16,3 2 0-16,-2 2-27 0,-2 3 39 0,4 1 0 15,0-3-31-15,1 6-8 0,-2 3 105 0,5-4-53 16,-1 6-26-16,0-4 51 0,2 3-30 0,0-1-9 16,0-1-38-16,0-2-24 0,4-3 1 15,5 0 22-15,-2-4-91 0,3-2 42 0,1-2 24 0,0-2 1 16,3-4-79-16,-3-2 50 0,1-3 21 16,2-4-19-16,-1-2-376 0,2 0 160 15,2-2 109-15</inkml:trace>
  <inkml:trace contextRef="#ctx0" brushRef="#br0" timeOffset="214460.31">24052 11433 529 0,'-7'-4'0'0,"4"-3"0"0,1 3 0 0,0-2 0 0,2 1 208 0,0-3-88 0,2 1-43 0,7-3-14 15,6 3 207-15,4 3-118 0,2 0-60 0,2 2 99 16,2 2-79-16,-6 0-31 0,8 6-14 0,-7 7 1 16,-3 6-36-16,-1 0 1 0,-4 3-31 0,-4 1 9 15,-3 4 21-15,-3 2 1 0,-2 1-22 0,0-1-1 16,-6-1 23-16,-6 0-60 0,-4-5 22 0,0 1 0 16,-3-6 36-16,-2-1-110 15,2-5 48-15,-2-3 11 0,0-2-157 0,1-2 87 16,0-4 34-16,5-1 25 0,-1 0-168 0,4 0 73 15,2-1 40-15,2-8 28 0,6-2-80 0,2-4 53 16,0-2 26-16,6-2-224 0,13-9 129 0</inkml:trace>
  <inkml:trace contextRef="#ctx0" brushRef="#br0" timeOffset="214648.8">24395 11292 1605 0,'3'-9'0'0,"-1"5"0"0,-2 1 0 0,0 2 0 0,-11 1 0 0,-5 0 0 0,0 4 0 0,-7 13 0 0,5 2 0 0,-1 1 246 0,2 7-107 0,0 1-53 16,4 2 256-16,2 2-159 0,5-3-76 0,6 2-36 16,0-3 67-16,0-1-53 0,8-5-18 0,12 4-62 15,-1-5 0-15,3 0 28 0,5-3-1 0,-3-2-306 16,1-6 161-16,5 3 69 16,-4-9-540-16,-5 0 294 0,3-3 76 0,-3-1 97 15,-1 0-426-15</inkml:trace>
  <inkml:trace contextRef="#ctx0" brushRef="#br0" timeOffset="-214665.91">24536 11457 1508 0,'-4'0'0'0,"1"0"0"0,3 0 0 0,0 0 0 0,0 0 0 0,3 0 0 0,12 0 0 0,1 0 255 0,9 0-111 0,-1 0-56 0,3 0 83 15,-4 0-62-15,8 0-42 0,-4-2-128 0,-5 1 47 16,2-1 23-16,-3-1 1 0,0 2-333 0,-7 1 174 15,-2 0 90-15,0 0 47 0,-3 0-463 0,-4 0 241 16,-3 0 40-16,-2 0-229 0</inkml:trace>
  <inkml:trace contextRef="#ctx0" brushRef="#br0" timeOffset="-214485.66">24748 11221 798 0,'-14'-7'0'0,"5"3"0"0,-3 1 0 0,5 3 0 0,0 0 0 0,1 7 0 0,3 7 424 0,1 5-188 0,2 5-105 15,0 3 152-15,0 3-125 0,0 2-63 0,0 1-23 16,0 2 199-16,0-2-119 0,0-1-60 0,0-2-30 16,0 0-137-16,0-5 61 0,0 2 20 0,2-3 0 15,0-2-352-15,3-4 190 0,-1-2-480 16,1-5 280-16,5 0 174 0,-3-4 25 16,4-6-119-16</inkml:trace>
  <inkml:trace contextRef="#ctx0" brushRef="#br0" timeOffset="-214313.35">24926 11275 796 0,'6'-6'0'0,"3"5"0"16,0 1 0-16,0 0 0 0,2 0 0 0,-1 5 0 0,-1 7 564 0,3 1-258 0,1 0-140 0,1 0 147 0,-3 0-140 0,0 2-70 16,-1 0-36-16,-2 0-187 15,0 0 72-15,-3 0 41 0,2 1-427 0,-3-3 234 16,-3 1 116-16,3-4 66 0,0 1-302 0,-1-1 162 15</inkml:trace>
  <inkml:trace contextRef="#ctx0" brushRef="#br0" timeOffset="-214111.89">25281 11121 1019 0,'0'-18'0'0,"0"8"0"0,0 3 0 0,0 2 0 0,0 2 0 0,0 3 0 0,0 0 284 0,-5 18-126 16,-4 7 352-16,-1 7-230 0,-7 13-128 0,-6 11-59 15,1 4 255-15,-3 2-158 0,-2 8-79 0,0 1-30 16,-1 3-19-16,-6 11 0 0,1-1-30 0,1 0 1 16,2 1-67-16,7-12 42 0,-4 2-8 0,5-8-375 15,6-14 205-15,2-1 101 0,6-10-586 0,1-4 274 16,-1-6 179-16,4-10 58 16,2-3-424-16</inkml:trace>
  <inkml:trace contextRef="#ctx0" brushRef="#br0" timeOffset="-213571.34">25405 11494 1193 0,'-3'0'0'0,"-1"0"0"0,4-1 0 0,-2 0 0 0,0 1 0 0,2-3 0 0,0 3 0 0,0-2 0 0,0 1 391 0,6-4-180 0,8 4-81 0,2-3-52 15,2 2 225-15,5-1-135 0,3 0-67 0,-3 2-26 16,5-1 160-16,-2-1-100 0,-2 2-52 0,3 1 41 15,-6 0-46-15,3 0-14 0,-2 0-49 0,3 0 18 16,-2-2 0-16,-4 0 0 0,3 0-96 0,-1 1 56 16,-5-1 16-16,-1 2 0 0,-5 0-86 15,3 0 55-15,-4 0 22 0,-1 0-58 16,-3 0 16-16,-1 3 26 0,-2-1-16 0,0 0 97 0,-1 0-40 16,-1-2 0-16,0 1 14 0,0-1-1 15,0 0-28-15,0 0-7 0,0 0-48 0,0 0 28 16,0 0 15-16,0 0 12 0,0-1-775 0</inkml:trace>
  <inkml:trace contextRef="#ctx0" brushRef="#br0" timeOffset="-212640.81">26294 11010 534 0,'0'-9'0'15,"0"0"0"-15,0 3 0 0,0 2 0 0,0 2 0 0,0-2 0 0,-2 1 190 0,2 1-70 0,0 0-48 0,0 0 79 0,0 0-60 0,0 1-29 16,8-1 1-16,9 0 175 16,6-2-106-16,2-2-50 0,7-1-24 0,1 1 176 15,9-2-100-15,-4 3-43 0,14-4 121 0,-1 2-90 16,3 0-45-16,3 2-22 0,10-2 40 0,-12 2-24 15,15 1-7-15,-3 0-31 0,0 3 29 0,5 1-29 16,3-2 0-16,1 2-52 0,4 0 23 0,-6 0-1 16,0 0-36-16,-1 0 34 0,-4 0-1 0,-13 0 41 15,13 0-123-15,-15 0 52 16,1 2 4-16,-4-1 0 0,-5-1 8 0,-7 0 1 16,-1 0 4-16,-4 0 33 0,-2 0-27 0,-7 0 6 15,-2 0-1-15,-5-1 3 0,-4-3 0 0,-4 1-1 16,0-1-31-16,-5 0 31 0,0 0 2 0,-5 2-1 15,0-3-76-15,0-1 35 0,0 1-2 0,0-1 38 16,-10 0-360-16,-3 5 162 0,-3-3 73 0,0 2 49 16,-3 2-421-16,-6 0 234 0,2 0 117 0,-9 2-151 15</inkml:trace>
  <inkml:trace contextRef="#ctx0" brushRef="#br0" timeOffset="-212146.39">26515 11024 927 0,'-9'-12'0'0,"3"7"0"0,2 3 0 0,0 0 0 0,1 2 0 0,1 0 0 0,-2 0 0 0,2 5 122 0,2 11-44 16,0 6-15-16,0 6 148 0,0 4-88 0,0 9-46 16,2 1 56-16,6 3-51 0,-1 2-16 0,1 1-8 15,-1 2 79-15,-1-3-52 0,-3 1-26 0,1-5 0 16,-2-3 6-16,-1-1-8 16,-1-1-25-16,0-3 1 0,0-1 0 0,0-2 0 15,-3 0 8-15,-4-3-52 0,-1-5 23 0,0-3-1 16,-1-3-18-16,0-5 1 0,0-3 47 0,-3-3-25 15,1-5-80-15,-1-2 30 0,0 0 26 0,-1-7-2 16,-3-11-107-16,0-5 48 0,0-2 35 0,2-5-137 16,-3-8 78-16,0 2 25 0,2 4 20 15,2-3-103-15,-3 5 59 0,5 9 29 0,0 1 51 16,3 9-21-16,1-1-8 0,0 6 8 16,1 3 120-16,1 3-61 0,0 0-29 0,2 11 0 15,-2 6 108-15,2 2-46 0,0 4-38 0,-1 1 119 16,0-1-69-16,2 2-12 0,0-2-23 0,0 1-70 15,0-1 24-15,2-3 21 0,-2 0-284 0,2-6 134 16,0-2 69-16,0-2 21 0,0-3-172 0,2-3 77 16,6-4 58-16,5 0 8 0,0 0-282 0</inkml:trace>
  <inkml:trace contextRef="#ctx0" brushRef="#br0" timeOffset="-211944.42">26754 11235 1336 0,'5'-1'0'0,"-2"1"0"0,2 1 0 0,-5 15 0 0,0 1 0 0,0 7 0 0,0-1 232 0,0 9-103 0,0 0-48 15,0-1 226-15,0 2-137 16,0-2-69-16,0 1-26 0,0-2 3 0,0-1-23 16,0 0 0-16,0-3-174 0,0-2 77 0,0 0 45 15,0-1-8-15,0-4-345 0,0-1 192 0,0-7 95 16,3-2-518-16,-1-1 234 0,-2-4 164 0</inkml:trace>
  <inkml:trace contextRef="#ctx0" brushRef="#br0" timeOffset="-211784.85">26808 11499 955 0,'3'-3'0'0,"0"1"0"0,2 1 0 0,-1 0 0 0,2-4 0 0,1 1 0 0,1-1 235 0,2-1-101 0,2 2-51 0,2 1 307 16,-2-1-179-16,-1 2-81 0,5 0-53 0,-2 0-66 15,-2 1 22-15,1 1 0 0,1 0-467 0,-3 0 241 16,4 0 109-16,-5 0 59 0,3 0-597 0</inkml:trace>
  <inkml:trace contextRef="#ctx0" brushRef="#br0" timeOffset="-211563.3">27070 11362 1022 0,'-3'-8'0'0,"3"2"0"0,-1 2 0 0,1 1 0 0,0-3 0 0,3 2 0 0,11 2 0 0,4 2 371 0,5 0-169 15,-2 2-85-15,3 11 68 0,-2 5-77 0,-5 0-29 16,2 9-8-16,-4-1 51 0,-6 2-44 0,-1 0-23 16,-6-3-49-16,-2 5-9 0,0-4 36 0,-6-2 0 15,-8 1-111-15,-7-3 55 16,1-4 36-16,-6-2-8 0,2-2-207 0,3-5 113 16,-1-2 14-16,-2-3-106 0,7-4 47 0,-1 0 61 15,5-2-19-15,4-11-184 0,7-10 121 0,2-4 62 16,2-2-218-16,11-3 144 0,5 0 66 0,7-7 35 15</inkml:trace>
  <inkml:trace contextRef="#ctx0" brushRef="#br0" timeOffset="-211405.72">27296 11304 760 0,'14'-14'0'0,"-8"9"0"0,1 1 0 0,-6 2 0 0,1 2 0 0,-2 2 0 0,-3 15 226 0,-8 3-97 0,-3 6-49 16,-1 2 351-16,-1 3-199 0,4 1-91 0,3 0-59 15,-1 0 326-15,6-5-187 0,4 2-95 0,0-8-20 16,0 1-29-16,10-3-8 0,5-2-36 0,4-4-137 15,4-1 68-15,-3-5 34 0,3-4-450 0,0 1 238 16,-3-4 124-16,0 0 61 16,-1 0-712-16,0 0 354 0</inkml:trace>
  <inkml:trace contextRef="#ctx0" brushRef="#br0" timeOffset="-211138.43">27427 11083 959 0,'7'-13'0'0,"4"4"0"0,1 2 0 0,4 1 0 0,0 0 0 0,2 5 0 0,-1-1 249 0,-1 2-109 0,2 0-53 16,-4 7 10-16,-2 4-36 0,-3 5-1 15,-3 0-27-15,-4 5-49 0,-2 3 24 16,0-3 8-16,-8 7 17 0,-4-4-90 0,-6-1 45 16,5-6 23-16,-2 0-3 0,-1-2-8 0,5-4 15 15,2-3 14-15,2-5 62 0,3 1-34 0,-1-2-18 16,4-2 59-16,1 0-36 0,0 0 0 0,1 0-14 15,13 0 6-15,5-6 8 0,5-3-29 16,-1 2 0-16,3-3-90 0,1 3 45 0,-2-1 22 0,-5 5-426 16,2-3 212-16,-1 3 87 0,-2 3 61 0,-2 0-556 15</inkml:trace>
  <inkml:trace contextRef="#ctx0" brushRef="#br0" timeOffset="-210980.85">27593 11483 1208 0,'-15'6'0'0,"7"-1"0"0,3 0 0 0,1-1 0 0,2-4 0 0,2 1 0 0,0-1 0 0,2 0 255 0,12 0-102 0,10 0-65 0,-3 0-27 0,2-3 222 0,3-4-125 15,-1 2-63-15,-2-1-220 0,5-1 75 0,-8 3 42 16,3-1 20-16,-4-1-503 16,1 4 262-16,-8-2 139 0</inkml:trace>
  <inkml:trace contextRef="#ctx0" brushRef="#br0" timeOffset="-210815.29">27902 11247 626 0,'0'-1'0'0,"0"1"0"0,3 0 0 0,-1 1 0 0,1 6 472 0,2 3-212 16,4 2-118-16,-2 1-54 0,2-1 149 0,2 4-102 16,-1-4-51-16,0 2 59 0,0-1-58 0,-2-2-27 15,2-2 1-15,-5-1-376 0,4 0 175 0,-1-3 96 16,0-2-559-16,-1 2 307 0,0-5 153 0</inkml:trace>
  <inkml:trace contextRef="#ctx0" brushRef="#br0" timeOffset="-210647.75">28126 11165 1298 0,'0'-7'0'0,"0"7"0"0,0 0 0 0,-3 7 0 0,-3 13 0 0,-6 9 0 0,1 10 0 0,-1 2 0 0,-6 6 233 0,4 4-99 0,-4 3-43 0,-1-1 181 16,3 1-119-16,-4 0-61 0,2 0-29 0,-1 2-40 15,1-6 18-15,1-1-8 0,-2-1-335 0,2-9 167 16,5-8 84-16,-2-3 42 0,5-7-519 0,2-10 267 16,2-1 61-16,1-9 91 0</inkml:trace>
  <inkml:trace contextRef="#ctx0" brushRef="#br0" timeOffset="-210373.97">28185 11136 1193 0,'28'-17'0'0,"-4"6"0"0,1 4 0 0,-2 3 0 0,-1 3 0 0,-3-2 0 0,-1 3 0 0,-3 0 0 0,-2 8 132 0,-2 2-50 0,-4 4-24 15,-6-1-22-15,-1 4-3 0,0 2 0 16,-3 0-1-16,-13 2-140 0,3-7 70 16,-4 1 44-16,1 0-52 0,-1-2 39 0,2-3 1 15,1-2 38-15,6-3-39 0,0-1-17 0,3-3 36 16,3-1 156-16,-2 0-77 0,4 0-48 0,0 0 0 15,0 0 178-15,9 0-99 0,4 0-41 0,1 0-23 16,4-3 8-16,-1-1-1 0,0-2-24 0,1 3-287 16,-1-1 139-16,0 1 70 0,-3 2 35 0,2-1-221 15,-1 0 95-15,-2 2 73 16,-5 0-579-16,-1-2 301 0</inkml:trace>
  <inkml:trace contextRef="#ctx0" brushRef="#br0" timeOffset="-210138.59">28623 11025 908 0,'6'0'0'0,"2"0"0"0,4 0 0 0,-2 0 0 0,2 6 0 0,1 4 525 16,1 3-249-16,2 3-122 0,2 3-61 0,-3 3 174 15,1 5-117-15,-2 1-50 0,-1 2 216 0,-2 4-141 16,-2 7-72-16,-3-1 6 0,-6-1-38 0,0-1 8 15,-6 9-47-15,-11-4-133 0,-4 0 67 0,-4-2 33 16,-1 1 1-16,4-8-359 0,-11 10 193 0,4-9 94 16,0 1-354-16,-2-3 142 0,-1-1 131 0,3-9 22 15</inkml:trace>
  <inkml:trace contextRef="#ctx0" brushRef="#br0" timeOffset="-209067.91">29161 11320 451 0,'-7'0'0'0,"-1"0"0"0,3 0 0 0,-3 0 0 0,1 0 0 0,2 0 0 0,-2 0 153 0,4 0-59 0,-1 0-23 15,4 0-8-15,0 0 29 0,0 0-30 0,0 0 1 16,7 0 76-16,12 0-45 0,6 0-34 0,5 0-1 16,3-2 160-16,11-2-93 0,1-5-47 0,3 2-14 15,4-1 134-15,4 1-84 0,7-1-40 0,2 4 79 16,2 1-61-16,-3 1-21 0,17 0-9 0,-6 2 3 15,2 0-33-15,0 0-1 0,-2-2-20 0,3-2 7 16,3-1 14-16,-4-2 0 0,-1-1-63 16,-5-4 32-16,-14 3 7 0,13-4 24 0,-18 2-80 15,-1-1 19-15,-5-1 27 0,0 3-38 16,-11 1 29-16,-1 0-5 0,-4 0 1 0,-11 4 15 16,0 2 4-16,-9-1-13 0,0 3-126 0,-6-2 61 15,-3 2 35-15,2 1-8 0,-3 0-345 0,0 0 172 16,-9 0 84-16,-10 9 56 0,-3 6-413 0</inkml:trace>
  <inkml:trace contextRef="#ctx0" brushRef="#br0" timeOffset="-208612.14">29243 11596 794 0,'0'0'0'0,"0"0"0"0,0 0 0 0,0 0 0 0,0 0 0 0,0 0 0 15,2 0 0-15,3 0 0 0,3 0 236 0,6 0-101 0,1 0-52 0,6 0 174 0,6 0-117 16,1 0-53-16,8-2-28 0,5-3 75 0,3-2-51 16,5-1-17-16,17-1-8 15,1 3 121-15,6-2-73 0,-2 4-37 0,3 1 114 16,-7 3-66-16,15-2-47 0,-10 2 1 0,0-2 0 16,1 2-39-16,-7-3 9 0,11 2-42 0,-12-1-18 15,0-2 27-15,-14-3-1 0,4-1-60 0,-10-1 52 16,6-4 12-16,-10 1-90 0,-9 3 26 0,1-4 35 15,-6 2-21-15,-8 4 10 0,-6 1-4 0,-3-1 1 16,-3 2-5-16,-4 4 4 16,-1-3-11-16,-2 2 30 0,0 0-179 0,-12 0 86 0,-4 0 42 0,-3 2 22 15,-7 0-401-15,5 0 198 16,-7 2 111-16,-2 4-128 0,0 4 115 0,-4 1 58 16</inkml:trace>
  <inkml:trace contextRef="#ctx0" brushRef="#br0" timeOffset="-208168.31">29218 11703 1132 0,'0'-2'0'16,"0"0"0"-16,0 2 0 0,0 0 0 0,0 10 0 0,0 3 0 0,0 2 0 0,0 4 0 0,0 11 0 0,0 2 150 0,0 9-58 0,0 1-30 0,0 1 152 0,-2-5-82 16,1 10-54-16,-1-12 35 0,2 3-39 15,-4-1-1-15,4-4-40 0,0 0 10 16,-2-5-11-16,2-3 1 0,-1-1 0 0,-2-2-52 16,-4-2 27-16,2-3 7 0,-3-3-53 0,-1-1 35 15,-2-5 0-15,1 0 36 0,-4-4-104 0,-1 0 43 16,0-5 3-16,0 0-90 0,-2 0 50 15,2-2 33-15,0-10 1 0,-3-7-41 16,4 1 20-16,1-6 0 0,-1-2-52 0,5-5 41 16,0 0 4-16,-1 2 6 0,5 1-15 0,-2 9 0 15,3 2 35-15,-3 7 0 0,5 2 105 0,-3 5-48 16,1 2-29-16,1 1 135 0,-3 3-70 0,1 12-39 16,1 0-11-16,1 4 59 0,-3 0-19 0,3 2-27 15,2-1 49-15,-1-2-30 0,2 2 8 0,0-5 4 16,0-2-211-16,0-2 85 15,0-2 45-15,0-1 0 0,0 0-313 0,0-3 144 16,2 1 87-16,-1-2-286 0</inkml:trace>
  <inkml:trace contextRef="#ctx0" brushRef="#br0" timeOffset="-207959.35">29388 11852 1199 0,'5'-15'0'0,"1"11"0"0,-1 4 0 0,-2 4 0 0,0 11 0 0,-3 4 0 0,0 3 0 0,0 6 0 0,0 4 0 0,-4 2 316 0,-3 0-146 0,5-1-69 0,-5 0 40 15,4 0-54-15,-1-3-27 0,0-3 8 0,2 3-134 16,0-4 49-16,1-6 24 0,-1 1 1 0,2-1-99 16,0-2 69-16,-2-5 24 0,2-2-404 0,0-4 162 15,0 1 122-15,0-4-24 0</inkml:trace>
  <inkml:trace contextRef="#ctx0" brushRef="#br0" timeOffset="-207800.78">29484 12104 1232 0,'7'-10'0'0,"-2"8"0"0,2 0 0 0,-1 0 0 0,-3-1 0 0,2 1 0 0,2 1 0 0,0-2 0 0,1 1 353 0,-1 0-160 0,0 2-80 15,1 0-40-15,4 0-95 0,-2 0 24 0,1 0 0 16,1 0-120-16,2-2 76 0,-1 0 37 0,2 0 9 15,0 0-422-15,-1 1 223 0,-6-1 112 0</inkml:trace>
  <inkml:trace contextRef="#ctx0" brushRef="#br0" timeOffset="-207600.32">29712 11955 784 0,'2'-6'0'0,"-1"3"0"0,2 1 0 0,4 2 0 0,-1 0 0 0,5-2 0 0,2 2 150 0,1 0-50 0,2 0-38 0,1 2 211 16,0 5-120-16,0 4-60 0,-3 5 35 0,0 0-40 15,-4 2-31-15,-2 3-1 0,-5 0-76 0,0 4 27 16,-3 1-1-16,0-5 35 0,-11 7-44 0,-3-5 1 16,-4-2 34-16,-2 0-146 15,1-1 73-15,1-7 45 0,-7 1-37 0,7-3-250 16,0-2 140-16,-2-4 34 0,4-3 47 0,5-2-231 16,0 0 134-16,5 0 64 0,6-9-192 0</inkml:trace>
  <inkml:trace contextRef="#ctx0" brushRef="#br0" timeOffset="-207402.38">30058 11844 972 0,'3'-5'0'0,"1"3"0"0,-4 2 0 0,0 0 0 0,-7 7 0 0,-12 14 0 0,6 3 0 0,-7 6 206 0,0 10-90 16,3-5-42-16,3 3 265 0,1-4-154 0,5 1-75 15,3-1-31-15,4-4 84 0,1-4-64 0,0-5-34 16,6 0-128-16,6-5 48 0,3 0 32 0,0-4-8 15,5-5-264-15,-1 0 144 0,-1-5 72 0,1-2-187 16,0 0 74-16,3 0 79 0,-1-6-49 16,-2-4-347-16,3-8 218 0</inkml:trace>
  <inkml:trace contextRef="#ctx0" brushRef="#br0" timeOffset="-207143.58">30155 11796 1255 0,'-2'-21'0'0,"2"8"0"0,0 4 0 16,2 0 0-16,6 2 0 0,9 2 0 0,-4-1 0 0,6 3 0 0,2 2 156 0,-2 1-54 0,1 0-38 0,1 4 61 16,-3 5-45-16,-4 4-24 0,-3 1-126 15,-3 2 59-15,-6 2 18 0,-1 0 1 0,-1 1-47 16,-3 0 36-16,-10 1 0 0,-2-5-53 0,-3 7 41 16,1-12 2-16,0 3 1 0,2-3-13 0,5-3 32 15,2-3-33-15,1 0 1 0,3-4 154 0,3 2-63 16,1-2-30-16,0 0 26 0,3 0-12 0,11 0-5 15,4-2 3-15,5-6-50 0,-1 3 27 0,0-2 2 16,-1 2-284-16,3 3 134 0,-5 1 62 0,-1 1 36 16,-4 0-495-16,-5 7 245 15</inkml:trace>
  <inkml:trace contextRef="#ctx0" brushRef="#br0" timeOffset="-206989.99">30269 12167 757 0,'-14'2'0'0,"9"2"0"0,0 0 0 0,2-3 0 0,0-1 0 0,3 0 0 0,0 0 313 0,0 0-141 0,13 0-69 0,7-1 265 16,6-5-172-16,-1-1-82 0,1-1-40 0,1 0-27 16,1 1-14-16,-4 1 8 15,3-1-145-15,-5 3 69 0,-1-2 34 0,1 4 0 16,-3 1-401-16,-3 0 226 0,-2 1 100 0</inkml:trace>
  <inkml:trace contextRef="#ctx0" brushRef="#br0" timeOffset="-206812.36">30530 11964 1076 0,'0'-9'0'0,"0"7"0"0,0 0 0 0,0-2 0 0,0 3 0 0,3-1 0 0,5 2 0 0,1 0 403 0,3 0-185 0,0 2-93 0,1 9 183 16,1 0-139-16,-3 0-59 0,2 2-102 0,1 3 24 16,-1-3 1-16,1-2 0 0,-3 1-310 0,3-2 163 15,-4 0 70-15,3-3 38 0,-1-1-443 0,-2 0 187 16,1-4 135-16,2-2-391 0,-2 0 246 0,1-6 120 15</inkml:trace>
  <inkml:trace contextRef="#ctx0" brushRef="#br0" timeOffset="-206649.46">30841 11847 1002 0,'0'-24'0'0,"0"7"0"0,0 10 0 0,0 0 0 0,0 3 0 0,0 4 0 0,0 0 0 0,-2 9 166 0,-1 17-67 16,-5 5-34-16,-2 9 240 0,-4 6-136 0,0 1-60 15,-2 2 43-15,-1 0-60 0,-1 1-30 0,-4 1 1 16,3 0-51-16,-2 2 8 0,-2-1 13 0,2 0-1 15,-5 1-136-15,1-4 69 0,6-10 41 16,-3 6-349-16,6-14 188 0,1-5 44 16,3-8 64-16,7-4-516 0,-3-10 257 0</inkml:trace>
  <inkml:trace contextRef="#ctx0" brushRef="#br0" timeOffset="-206364.6">30952 11852 1324 0,'24'-29'0'0,"3"12"0"0,1 8 0 0,-4 2 0 0,2-1 0 0,-8 6 0 0,-1 0 173 0,-2 2-70 0,-2 0-26 0,0 4 34 15,-4 7-39-15,-6 2 1 0,-1 4-41 0,-2 6-93 16,0-4 54-16,-14 7 17 0,-4-5-146 0,-2 1 82 16,-1-1 40-16,-3 0 1 0,1-3-11 0,-3 0 18 15,8-4-12-15,0 0 0 0,3-5 67 0,6-1-26 16,4-4-41-16,2 1 313 0,3-2-135 0,0 1-71 15,3-2-13-15,14-2 150 0,7 0-89 0,0 0-56 16,5-2-24-16,1-4 31 0,2-2-28 16,-1 0 0-16,-5 0-285 0,4-2 126 15,-10 6 65-15,4-4 34 0,-6 4-221 0,-4-1 126 16,-3 4 7-16,-4 0-539 0,-3 1 297 0,-2 0 149 16</inkml:trace>
  <inkml:trace contextRef="#ctx0" brushRef="#br0" timeOffset="-206087.66">30488 10308 2060 0,'10'-27'0'0,"1"26"0"0,0 1 0 0,-4 23 0 0,-1 4 0 0,-2 5 0 0,-4 6 0 0,0 2 0 0,0 5 220 0,-6 9-94 0,-2 0-46 0,-1 3 97 16,-2-1-76-16,4-2-34 0,-4 1-81 0,5-2 23 16,-5-3 1-16,6-8 31 0,-3 5-509 0,5-12 251 15,-1 1 124-15,4-3-620 0</inkml:trace>
  <inkml:trace contextRef="#ctx0" brushRef="#br0" timeOffset="-205281.19">31603 11347 502 0,'0'-6'0'0,"2"-2"0"0,-1 1 0 0,2-1 0 0,-3-5 0 0,2 0 77 16,-2-3-14-16,0 0-8 0,4 2 13 0,-4-4 0 15,0 1-35-15,0 2 0 0,0 0 74 0,0 0-42 16,-9 4 1-16,1 2-8 0,-2 1 0 0,-2 4-25 16,-1 1 8-16,-4 3 57 0,2 0-32 0,-5 7-1 15,0 10 32-15,0 4-32 16,1 3 8-16,1 6-40 0,1 4 34 0,4 0 0 0,3-1-34 0,1 0 41 15,6-7 14-15,0 7-32 0,3-10 0 16,0-1-15-16,0-3-8 0,3-2 0 0,4-6 8 16,3 0-51-16,-3-5 21 0,1-2 0 15,5-4-53-15,-1 0 37 0,4 0 8 0,3-12 22 16,0-6-53-16,1-5 11 0,0-1 0 0,0-4-126 16,0-4 74-16,3-9 20 0,-4 0 25 0,-1-5-148 15,3-4 78-15,-2-13 23 0,1 9 19 0,2-17-143 16,-4 2 81-16,4-4 40 0,-3-3-46 0,-4 12 35 15,0-11 31-15,-5 27-1 0,-7 7 173 0,-1 14-76 16,-2 6-37-16,0 6 157 16,0 8-93-16,-2 7-51 0,-7 0-25 0,-7 24 347 15,1 11-169-15,1 7-39 0,-3 5 1 0,1 7 177 16,0 12-130-16,2-4-78 0,1 5 134 0,3-10-94 16,-1 16-58-16,5-9-26 0,1-2-12 0,2-9-13 15,3 0 0-15,0-7-96 0,0-3 44 0,0-3 26 16,0-8 0-16,2-4-317 0,2-7 172 0,1-3 93 15,3-5-27-15,-2-4-577 0,1-3 307 16,1-4 155-16,-2-2-367 0,5 0 253 16</inkml:trace>
  <inkml:trace contextRef="#ctx0" brushRef="#br0" timeOffset="-205084.01">31776 11221 1019 0,'6'-19'0'0,"4"8"0"0,4 3 0 0,2 3 0 0,1-1 0 0,-2 2 0 0,0 2 181 0,0 2-75 0,1 0-36 0,-3 13 8 15,-3 2 156-15,-2 8-101 0,-1 0-50 16,-7 3 10-16,0 0-30 0,0 4 8 16,-7 0-38-16,-10 0-13 0,-2 0 13 0,-5-1-1 15,0-3-91-15,-3-1 54 0,1-5 15 0,3-6 0 16,-2 0-165-16,6-7 94 0,-1-1 25 0,3-4 36 16,6-2-48-16,0 0 30 0,6 0-52 0,2-8-396 15,3-7 217-15,5-2 100 0,15-5 62 0</inkml:trace>
  <inkml:trace contextRef="#ctx0" brushRef="#br0" timeOffset="-204873.38">32128 11131 938 0,'2'-13'0'0,"1"5"0"0,-3 4 0 0,0 1 0 0,-6 1 0 0,-9 2 0 0,-7 0 129 16,-1 10-48-16,-3 10-24 0,4 4 280 0,-2 4-151 15,3 3-69-15,5 3 159 0,2 1-121 0,8-1-62 16,1-1-30-16,5-3 53 15,0-3-34-15,3 5-29 0,7-9 1 0,4 1-55 0,2-4 1 16,0-5 33-16,1-2-257 0,4-3 125 16,-1-1 65-16,1-5 34 0,5-4-459 0,-6 0 175 15,4 0 131-15,0-4-315 0,-2-5 218 0,-3-9 108 16</inkml:trace>
  <inkml:trace contextRef="#ctx0" brushRef="#br0" timeOffset="-204500.73">32557 10643 600 0,'0'-2'0'0,"0"2"0"0,0 7 0 0,0 8 0 0,0 2 0 0,0 6 0 0,0 4 0 0,-5 13 491 0,-1 5-230 0,-1 4-106 0,-2 2 228 16,3 1-176-16,-1 1-87 0,-1 0-43 0,-1-1 99 15,1-1-63-15,0-2-45 0,1-3 10 0,-2-2-22 16,4-9-1-16,-3 1-22 0,5-8-22 0,0-3-8 15,1-12 30-15,-2-3 0 0,2-4-148 16,2-2 74-16,-3-4 45 0,3-1-166 16,-2-13 91-16,1-6 10 0,1-5 35 0,-2-5-321 15,1-2 155-15,-1-3 63 0,-4-9-103 0,1 11 100 16,-8 0 49-16,0 7 26 0,-1 9-14 0,-5 2 9 16,0 6 29-16,1 5 0 0,-4 4 196 0,3 0-106 15,0 15-40-15,2 6 254 0,2 5-151 16,5 3-49-16,5 3-46 0,5 0 315 0,0 1-161 0,0-1-48 15,9-2-49-15,7-2-9 16,4-3-1-16,1-3-31 0,3-3-96 0,1-4-109 16,2-2 98-16,0-5 50 0,-1-5-209 0,1-3 115 15,3 0 64-15,-3 0-608 0,-6-2 310 0,2-7 156 16,-2-10 78-16</inkml:trace>
  <inkml:trace contextRef="#ctx0" brushRef="#br0" timeOffset="-204373.91">32665 11234 1239 0,'0'-20'0'0,"0"13"0"0,0 2 0 0,0 3 0 0,0 0 0 0,0 0 0 0,1 2 0 0,1 0 0 0,1 9 247 0,2 7-111 0,0 1-51 16,-2 2-27-16,0-1-68 0,5 3 22 0,-3-2 7 15,1 1-427-15,2-3 209 0,3 0 104 0,0-4 53 16,-4-9-270-16</inkml:trace>
  <inkml:trace contextRef="#ctx0" brushRef="#br0" timeOffset="-204186.18">32957 11153 983 0,'2'-15'0'0,"-1"7"0"0,-1 4 0 0,0 1 0 0,0 3 0 0,-14 0 106 0,-7 17-37 0,-7 17 1 0,-1 6 367 15,-9 12-207-15,1 2-98 0,-1 5-50 0,-6 5 302 16,-1 2-175-16,0 3-80 0,-7 10-33 0,0-3-32 16,3 5 1-16,0 1-33 0,0 0-203 0,7-13 109 15,3 4 44-15,7-9-193 0,11-15 121 0,1 2 62 16,7-10 39-16,-1 0-602 0,7-7 215 0,-2-5 172 15</inkml:trace>
  <inkml:trace contextRef="#ctx0" brushRef="#br0" timeOffset="-204017.95">32808 11983 3136 0,'-18'-36'0'0,"13"33"0"0,5 3 0 0,4 0 0 0,5 0 0 0,-4 0 0 0,-3 0 0 0,-2 0-88 0,0 0 69 0,0 0 22 15,0-2-766-15</inkml:trace>
  <inkml:trace contextRef="#ctx0" brushRef="#br0" timeOffset="-197105.69">9565 14113 1174 0,'-3'0'0'0,"3"0"0"0,0 2 0 0,3 1 0 0,4 3 0 0,6-2 0 0,1 1 0 0,4-1 153 0,1 0-60 0,2-2 65 0,1 0-67 16,0-1-29-16,-1 4 0 0,0-4 43 0,-4 3-28 15,-1-2-8-15,0 4-36 0,-4-5-103 0,-1 3 52 16,-1-2 25-16,0 0-318 0,-2-1 168 0,-1-1 88 16,2 5 44-16</inkml:trace>
  <inkml:trace contextRef="#ctx0" brushRef="#br0" timeOffset="-196941.13">9670 14468 1037 0,'-13'8'0'0,"3"-1"0"0,3 1 0 0,1-2 0 0,2-2 0 0,1-2 0 0,1-2 274 0,2 0-113 0,0 0-68 0,4 2-30 16,10-2 218-16,4 0-124 15,0 0-63-15,3 0 7 0,1-2-135 0,0 0 34 16,-1-2-1-16,2 1-437 0,-3 0 235 0,3 2 127 15</inkml:trace>
  <inkml:trace contextRef="#ctx0" brushRef="#br0" timeOffset="-196331.66">10415 14265 420 0,'-9'-12'0'0,"0"3"0"0,1 1 0 0,0-7 0 0,1 5 0 0,0-7 275 0,0 2-124 0,4-3-60 0,3 2-29 16,0-4 157-16,0-2-93 15,2 2-38-15,11-5 28 0,2 1-42 0,4 4-20 16,2-1 66-16,-1 3-44 0,1 8-13 0,4-2-8 15,-4 5 19-15,8 3-20 0,-8 2 0 0,5 2-21 16,-5 0-18-16,3 11-8 0,-3 3 26 0,-4 4 0 16,-2 5-54-16,-3 5 28 0,-3 2 7 0,-4 4-12 15,-3 9-1-15,-2-2 32 0,0 1-37 16,-2-3-97-16,-9-4 48 0,-6 7 31 16,1-10-92-16,-4 0 56 0,-3-2 16 0,-1-4-1 15,-3-3 61-15,2-6-29 0,-2-4-12 0,-1-4 9 16,4-1 214-16,3-2-101 0,2-3-49 0,4 1 295 15,6-2-151-15,2-2-84 0,3 0-24 0,2 0 100 16,2 0-69-16,0 1-46 0,11 1 16 0,12 2-27 16,2-3 0-16,10 2-27 0,-1-3 65 0,3 0-37 15,2 0 1-15,-2 0-30 0,0 0-149 16,-3 0 75-16,-6 0 46 0,6 0-342 16,-8 0 163-16,-6 0 98 0,-1 0 3 0,-1 0-242 15,-7 0 91-15,-2 0 100 0,-4 2-440 0,-1-2 266 16,-2 0 133-16</inkml:trace>
  <inkml:trace contextRef="#ctx0" brushRef="#br0" timeOffset="-195373.72">11689 13836 826 0,'0'-13'0'0,"0"6"0"15,0 0 0-15,0-5 0 0,0-1 0 0,0-3 0 0,0-4 0 0,0 2 0 0,0-1 80 0,-3-2-23 0,3-1-1 0,-1 1-23 16,-1 0 19-16,-4 1-19 0,3 1 0 0,-5 2-28 0,1 0-1 16,-3 2 29-16,1 3 8 0,-2 4-48 15,-3 2 40-15,2 4 0 0,-4 0 16 0,1 2-16 16,-2 0-5-16,1 10 1 0,-2 2 45 0,4 4-22 15,-2-1-1-15,4 1-21 0,0 3 79 0,6 0-42 16,1 1-1-16,3 7-9 0,2 0 0 0,0 0-25 16,0 5 41-16,2 2-9 0,9 7-31 15,1 0 0-15,-3 0 20 0,2 5-20 16,-1-6 8-16,1 12-8 0,-2-6-43 0,-1 1 22 16,-1-3-1-16,-1-4 30 0,-1 8-76 0,-1-14 34 15,-2 3 5-15,-1-4-23 0,2-5 12 0,-3-6 4 16,0-1-3-16,0-4-23 0,-3-4 10 15,-4-5 1-15,-2 0-83 0,-2-6 51 0,-3 1 16 0,0-3 0 16,-5 0-172-16,0 0 94 0,0-4 36 0,0-5 22 16,1-4-212-16,2-3 117 0,4 0 58 0,2-2-85 15,4-3 72-15,6 0 27 0,0-4-188 0,0 0 116 16</inkml:trace>
  <inkml:trace contextRef="#ctx0" brushRef="#br0" timeOffset="-195080.51">11948 13769 558 0,'2'-26'0'0,"-2"-2"0"0,0-1 0 16,0 0 0-16,-2 1 0 0,-7-3 0 0,-1 8 0 0,1-1 137 0,-4 6-53 0,-1 0-25 0,2 5 114 0,-2 6-70 0,-1 3-27 16,0 3-8-16,0 1 18 15,1 0-27-15,0 10 1 0,1 5 53 0,-1 6-32 16,5 6-8-16,2 1-40 0,1 4 102 0,4 3-51 15,2 2-26-15,0-2 9 0,0 3 67 0,3-1-50 16,8-2-26-16,-1 1 76 0,4-2-51 0,-3-2-17 16,0 1-56-16,1 0 23 0,-1 0-1 0,-4 2 1 15,0-4-52-15,0 3 34 0,-5-4-8 0,1 0 25 16,-1-2-210-16,-2-5 88 0,0 0 59 16,0-1-2-16,-2-3-362 0,-5-1 156 15,-1 1 107-15,-1-2-338 0,-2-1 211 0,-1-1 117 16,-3 2-274-16</inkml:trace>
  <inkml:trace contextRef="#ctx0" brushRef="#br0" timeOffset="-194898.99">11572 14593 790 0,'2'0'0'0,"-2"0"0"0,2 2 0 0,-2 3 0 0,2 0 0 0,-2 3 0 0,0 3 0 0,0 4 296 0,0 4-131 0,2 0-58 0,-2 8 178 16,2 0-126-16,-1-1-63 0,1 3-32 0,0-1-28 15,0-4 5-15,0 0-9 0,-1 1-282 0,4-7 140 16,-1-1 72-16,-2-5 36 0,-1-3-418 0,1-4 187 16,-2-2 124-16,0-3 0 0</inkml:trace>
  <inkml:trace contextRef="#ctx0" brushRef="#br0" timeOffset="-194665.62">11505 14569 1473 0,'0'-7'0'0,"0"1"0"0,6 2 0 16,4 0 0-16,4 1 0 0,4 1 0 0,5 0 0 0,2 2 0 0,1 0 0 0,-2 0 180 0,6 7-77 0,-4 7 11 0,-1 1-41 0,-4 3 1 0,-3 3-41 15,-4-1-60-15,-1 9 26 0,-6-3-1 0,-5-1 35 16,-2 4-33-16,0-1-1 16,-9 1 42-16,-11-3-8 0,2 1-38 0,-6-3 0 15,-1-6 38-15,-3 0-37 0,6-9 7 0,-8 3-16 16,5-7-81-16,4-3 46 0,-2-2 28 0,5 0-3 15,3-2-355-15,6-5 176 0,3-5 93 0,6 1 32 16,0-4-332-16,2-2 188 0</inkml:trace>
  <inkml:trace contextRef="#ctx0" brushRef="#br0" timeOffset="-194464.16">11847 14719 719 0,'22'-3'0'0,"-5"3"0"0,2 0 0 0,-4 0 0 0,-3 0 0 0,0 5 0 0,-1 3 143 0,1 3-55 0,-3 3-28 0,-2 0 164 15,1 4-100-15,-5 0-46 0,0 1 40 0,-1 1-43 16,-2 3-21-16,0-1 8 0,-10 3-35 0,-3-2 6 16,-2-5-1-16,-2 0 1 0,-2-1-45 0,1-5 30 15,-7 3-8-15,3-4 22 0,1-5-56 16,-1 1 29-16,1-5-1 0,3-2-270 16,4 0 112-16,5 0 79 0,2-5-279 0,7-8 162 15,0-6 72-15,5 0 35 0</inkml:trace>
  <inkml:trace contextRef="#ctx0" brushRef="#br0" timeOffset="-194290.6">12098 14663 915 0,'2'-4'0'0,"0"4"0"0,-2 0 0 0,0 2 0 0,-5 13 0 0,-9 4 0 0,1 2 464 0,4 0-208 16,-5 7-116-16,5-2-53 0,2 2 343 0,3-2-199 15,1 0-98-15,3-3 45 0,0 3-76 0,9-7-35 16,5 1-104-16,5-2 35 0,-2-6 0 0,4 0 43 15,2-4-434-15,-3-5 214 0,2-3 105 0,-2 0 54 16,-2 0-677-16,-3-1 341 0</inkml:trace>
  <inkml:trace contextRef="#ctx0" brushRef="#br0" timeOffset="-194128.23">12228 14654 1592 0,'2'0'0'0,"1"0"0"0,3 0 0 0,-2 4 0 0,0 3 0 0,1 4 0 0,-1 0 188 16,3 3-69-16,-1 1-47 0,4 0 152 0,-3-1-96 16,0 1-47-16,1 1-24 0,-2-6-345 0,1 1 156 15,1-4 82-15,-1-1-629 0,1-4 335 0</inkml:trace>
  <inkml:trace contextRef="#ctx0" brushRef="#br0" timeOffset="-193972.5">12442 14522 1518 0,'2'-4'0'0,"-2"4"0"0,0 0 0 0,0 6 0 0,0 13 0 0,-4 7 0 0,-5 10 0 0,-5 7 196 0,-4 10-73 0,-5 11-50 15,0 2 377-15,-1-1-209 0,-3 4-105 0,2 0-51 16,0-6-48-16,-3 10-5 16,3-11 1-16,7-12-590 0,-1 2 294 0,4-8 149 15</inkml:trace>
  <inkml:trace contextRef="#ctx0" brushRef="#br0" timeOffset="-192938.19">12651 14048 519 0,'-8'-7'0'0,"2"-2"0"0,2 3 0 0,1 1 0 0,1 0 0 0,0 3 0 0,0-3 0 0,0 4 0 0,2-1 134 0,0 0-50 16,0 2-18-16,0 0-8 0,0 0 57 0,0 0-40 15,0 0-22-15,6-3 1 0,5 3 85 0,1 0-58 16,0 0-23-16,4 0 39 0,-2 0-31 0,2 0-1 16,0 0 52-16,2 0-46 0,0 0 0 0,-1 0-39 15,2 0 25-15,0 0-1 0,0 0-15 16,1 0-8-16,1 0-31 0,0 0-1 16,3 0 32-16,-4 0 0 0,5 3-22 0,3 1-9 15,0 0 31-15,1-1-5 0,1 1 5 0,0-1 0 16,2 0-24-16,1-2-6 0,3 2 8 0,7-3 13 15,-3 0-37-15,3 0 34 0,-6 0 4 0,12 0-4 16,-4-3-38-16,-1-1 37 0,0-2 1 0,0 4 0 16,-3 0-24-16,8-2-5 0,-4 2 20 0,-2 0-11 15,2 2 8-15,2 0 5 0,-5 0-35 16,8 0 33-16,-5 0-5 0,2 0 5 16,0 0 13-16,0 0-15 0,-3 0 1 0,6 0-1 15,1 0-26-15,-2 0 25 0,3 0 2 0,3 0-2 16,1 0-13-16,-1 0 12 0,-1 0 0 0,-2 0-38 15,1 0 37-15,-2 2 0 0,-1 0-19 0,0 2 14 16,-2-1 4-16,-1 1-1 0,3-1-34 0,-2 1 1 16,-4-1 25-16,6 0-1 0,-5 1-31 0,-4 0-5 15,-5-3 36-15,3 3-36 0,-3-1 11 0,-2 1 15 16,-4 1 5-16,-1-2-49 16,-8 0 23-16,2-2-10 0,-6 3-3 0,-2-2-7 15,-6-2 37-15,-2 1-10 0,-4-1-127 0,-1 0 48 16,-2 2 43-16,0-2 8 0,-7 3-225 0,-9 0 124 15,-7 5 62-15</inkml:trace>
  <inkml:trace contextRef="#ctx0" brushRef="#br0" timeOffset="-192121.16">13323 14334 327 0,'-8'0'0'0,"1"0"0"0,-1 0 0 0,1 0 0 0,-1-2 0 0,1 1 77 0,-3-1-9 16,3 2-35-16,-3 0 0 0,1 0 37 0,2 0 0 15,-2 0-29-15,2 0 70 0,0 0-39 0,2 0 0 16,-1 0-40-16,1 0 96 0,2 0-40 0,-1 0-32 16,2 0 58-16,2 0-41 0,-1 0 0 15,1 0-40-15,-2 0 65 0,2 0-36 16,-2 0-1-16,2 0-28 0,-2 0 27 0,2 0-1 16,0 0-18-16,-2 0-8 0,2 0 80 0,0 0-41 15,0 0 1-15,0 0 57 0,0 0-40 0,0 0-33 16,0 0 52-16,0 0-38 0,0 0 0 0,0 0-39 15,0 0 48-15,0 0-47 0,0 0 0 0,4 0-1 16,3 0 31-16,-1 0-30 0,4 0 8 0,-3 0 29 16,2 0-38-16,3 0 1 0,-1 2 0 15,0-1 26-15,4 1-18 0,0 3-9 16,0-4 37-16,4 1-36 0,0 1 0 0,5 0-1 16,-1-3 19-16,3 2-19 0,0-2 1 0,4 0 0 15,2 0-10-15,2 0 10 0,0 0 7 0,4 0-30 16,6 0 23-16,-2 0 156 0,3 1-189 0,4-1 0 15,3 0 0-15,10 0 0 0,-2 0 0 0,0 0 0 16,4 0 0-16,2 0 0 0,-8 0 0 16,18 0-180-16,-11-1 153 0,5-1 40 0,1-2-123 15,-3 0 56-15,-10 3 20 0,12-4-35 0,-17 3 22 0,2 1 1 16,0-1 13-16,-4-1-82 16,-10 2 29-16,8-1 34 0,-6 2-9 0,-8 0 29 15,3 0-4-15,-5 0 4 0,-10 0 51 0,4 0-21 16,-6 0 0-16,-3 0-31 0,-6 0 102 0,-3 0-46 15,-2 0-19-15,-3 0 5 0,-1 0 7 0,-2 0-1 16,-1 0 5-16,0 0-116 0,0 0 52 0,-1 0 0 16,-11 0-218-16,-1 0 119 15,-4 0 51-15,-2 0 26 0,-5 0-431 0,-4 0 233 0,-4 0 115 16,-7 3 58-16,-5 7-445 0</inkml:trace>
  <inkml:trace contextRef="#ctx0" brushRef="#br0" timeOffset="-191629.43">13336 14372 793 0,'-15'-9'0'0,"2"1"0"0,4 6 0 0,-2 0 0 0,6 1 0 0,-2 1 0 0,1 0 0 0,-1 1 228 0,5 13-90 0,0 2-56 0,2 9 98 16,0 3-74-16,0 4-36 0,2 9 69 0,2-3-44 16,3 10-36-16,-1-2 1 0,-1-2-3 0,3 4-24 15,-4-3-1-15,-2-6 9 0,0 12 13 0,-1-6-21 16,-1-2 0-16,0-2 0 0,-1-7 4 0,-10 2 4 15,1-4-8-15,-1-2-22 0,-5-6 21 0,3-5 1 16,-2-3-56-16,-1-2 36 0,0-7-9 0,1-1 16 16,-2-6-45-16,1 0 19 15,0-3 6-15,0-15 8 0,0-4-148 0,4-4 63 16,-2-7 42-16,3 0 3 0,2-1-142 0,-1 2 66 16,2 4 45-16,1 9-10 0,2 6 22 0,-1 2-15 15,0 4 25-15,2 3 139 0,-1 4-65 0,1 0-34 16,1 9 96-16,-1 10-54 0,0 2-33 0,1 5 3 15,3-2 30-15,0 2-6 0,0-5-1 0,0 4-7 16,0-3-75-16,3-1 20 0,1-2 37 16,3-5-281-16,2-2 132 0,3-4 55 0,-3-5-163 0,6-3-51 15,2 0 133-15,2-8 66 16,1-10-206-16</inkml:trace>
  <inkml:trace contextRef="#ctx0" brushRef="#br0" timeOffset="-191444.92">13479 14633 812 0,'16'-12'0'0,"-7"9"0"0,5 1 0 0,-5 2 0 0,-3 2 0 0,-2 13 0 0,-2 7 0 0,0 5 353 0,-2 1-164 0,0 4-78 0,0 2 228 0,0 0-153 0,0-1-76 16,0 1 21-16,-4 0-54 16,0-4-21-16,2 0-1 0,0-4-207 0,2-3 92 15,0-3 55-15,0-1 14 0,0-7-438 0,0-1 231 16,4-6 115-16,2-1 25 0,1-4-292 0</inkml:trace>
  <inkml:trace contextRef="#ctx0" brushRef="#br0" timeOffset="-191296.32">13586 14869 1285 0,'1'-7'0'0,"1"3"0"0,4 1 0 0,-2-1 0 0,4-2 0 0,-3 0 0 0,2 1 0 0,3-1 0 0,3 1 0 0,0 1 365 0,2 0-166 0,2 1-83 16,0-2-160-16,-2 2 47 0,2 1-8 0,-1 0 37 15,0 0-448-15,-1 1 225 0,0-2 111 0,-2 2-244 16,0-1 166-16</inkml:trace>
  <inkml:trace contextRef="#ctx0" brushRef="#br0" timeOffset="-191079.9">13853 14716 503 0,'-6'-9'0'0,"4"3"0"0,-2 2 0 0,4 0 0 0,0 1 0 0,0-1 350 0,3 0-159 0,9 3-79 0,7-3 103 16,5 4-91-16,-3 0-37 0,7 5 148 0,-3 6-101 15,0 6-51-15,-5 2-25 0,-1 3-16 0,-7 0-1 16,2 9-9-16,-5-3 1 0,-7 1-107 0,0-2 53 16,-2 1 27-16,-2-3 8 0,-12 3-70 0,-4-4 44 15,-3-1 23-15,-1-5-60 16,-2-2-1-16,3-7 37 0,-7 0-40 0,8-2-120 16,-3-6 58-16,5-1 50 0,6 0-207 0,4-8 111 15,7-8 69-15,1-7 29 0,1-1-276 0,14-4 153 16</inkml:trace>
  <inkml:trace contextRef="#ctx0" brushRef="#br0" timeOffset="-190895.39">14143 14640 1348 0,'9'-11'0'0,"-2"6"0"0,-4-1 0 0,-3 4 0 0,0 0 0 0,-1 2 0 0,-11 4 0 0,-3 14 243 0,3 4-106 16,-2 2-52-16,1 5 381 0,-1 5-217 0,5 0-100 15,2 2-62-15,5-3 111 0,2 0-82 0,0-3-42 16,2-4 19-16,11-5-22 0,8 3-8 0,-1-5-31 15,3-2-274-15,1-4 137 0,-5-4 77 0,5-3 27 16,-1-2-539-16,-2-2 286 0,-3-2 72 16,1 0-530-16,-3-2 331 0,-2-8 178 0</inkml:trace>
  <inkml:trace contextRef="#ctx0" brushRef="#br0" timeOffset="-190637.93">14306 14515 1033 0,'0'-10'0'0,"1"5"0"0,5 1 0 0,5-2 0 0,0 3 0 0,2-1 0 0,2 2 0 0,0 2 290 0,2 0-129 0,0 3-56 0,1 7-8 0,-6 3-33 0,1 0-31 15,-3 3-1-15,-3 0-148 0,-5 1 83 16,-2-2 28-16,0 1-78 0,0-2 58 16,-13-1 29-16,0-1 0 0,-4-3 37 0,2 1-45 15,-2-3 0-15,4-2-35 0,4 0 157 0,0-3-72 16,2 2-21-16,5-4 211 0,0 0-107 0,1 0-39 15,1 0-31-15,1 0 10 0,11 0-28 0,5-4-8 16,4 0-172-16,-3-3 86 0,5 2 43 0,0-1 21 16,-2-1-185-16,-1 5 84 0,-3 0 58 15,-1 2-5-15,-2 0-602 0</inkml:trace>
  <inkml:trace contextRef="#ctx0" brushRef="#br0" timeOffset="-190469.86">14527 14839 1691 0,'-12'2'0'0,"5"0"0"0,1 0 0 0,-1-2 0 0,4 0 0 0,-2 0 0 0,3 0 0 0,2 0 0 0,0 0 288 0,10-4-131 15,5-3 77-15,4-1-100 0,1 1-51 0,1 0-17 16,2-1-290-16,-2 2 128 0,-1 1 64 0,-1 1 33 16,-1 1-239-16,-1 3 144 0,-2-3 59 0,-1 3-607 15,-4 0 321-15</inkml:trace>
  <inkml:trace contextRef="#ctx0" brushRef="#br0" timeOffset="-190309.7">14784 14618 1540 0,'0'-4'0'0,"0"3"0"0,0 1 0 0,-4 0 0 0,4 0 0 0,0 0 0 0,0 0 0 0,0 0 257 16,4 0-112-16,7 1-48 0,1 9 111 0,-1-1-88 15,1 2-43-15,-1 3-22 0,-1-2-101 0,4 4 48 16,-3-4-9-16,2 0-166 0,0-3-175 15,0-1 190-15,1-1 96 0</inkml:trace>
  <inkml:trace contextRef="#ctx0" brushRef="#br0" timeOffset="-190137.79">15028 14541 1029 0,'-5'-4'0'0,"1"3"0"0,-2 1 0 0,0 1 0 0,1 13 0 0,-2 4 0 0,-1 6 252 0,0 7-110 0,-1 4-46 16,0 13 290-16,-1-4-176 0,-1 5-89 0,0 2-44 15,-5 0 75-15,4-2-51 0,-6 1-39 0,2-1-52 16,-1-4-1-16,0-2 24 0,2-10 0 16,2 2-348-16,3-10 170 0,3-5 89 15,1-5-600-15,3-6 330 0,1-5 82 0</inkml:trace>
  <inkml:trace contextRef="#ctx0" brushRef="#br0" timeOffset="-189878.27">15203 14536 1149 0,'20'-11'0'0,"5"8"0"0,5-1 0 0,-9 2 0 0,1 1 0 0,-1 1 168 0,-2 0-68 0,-3 5-26 0,-2 11 8 16,-7 1-25-16,-3 9 0 0,-4 2-59 0,0-1 35 16,-7 5 8-16,-11-1-8 0,0-1-81 0,-5-2 40 15,-3-4 1-15,1-1 40 0,5-6 143 0,-6 3-75 16,8-8-34-16,2-1 322 0,6-4-179 0,1-3-88 15,5 0-36-15,2-2 113 0,2-2-83 0,0 0-41 16,13 0 18-16,12-2-30 0,1-6 8 0,4 0-38 16,0-5-306-16,0 3 153 15,2 0 77-15,-2-2 37 0,-5 8-769 0,9-6 391 16,-8 5 123-16</inkml:trace>
  <inkml:trace contextRef="#ctx0" brushRef="#br0" timeOffset="-188610.95">13165 13462 741 0,'-6'-1'0'0,"1"-2"0"0,1 0 0 0,0-1 0 0,1-1 0 0,-1-1 0 0,-1 1 0 0,4-3 100 15,1 1-33-15,0-3-1 0,0 2 21 0,0 2-27 0,0-2 8 16,1 0 19-16,11 1-27 16,1 2 1-16,3-2-29 0,0 1 32 0,5 5-23 15,4-1-8-15,-1 2 0 0,0 0 12 0,-1 3-12 16,-2 11 0-16,-5-3-28 0,1 6 28 0,-2 0 0 16,-1 2-1-16,-5 6-12 0,-6 2 12 0,-1 0 9 15,-2 7 6-15,0-3-14 0,-3 6-5 0,-10-4 3 16,-1-3-26-16,0 0 33 0,-2-5-11 0,1-6 2 15,-2-2-53-15,1-6 24 0,-2-2-1 0,2-6-89 16,-1-3 52-16,2 0 28 0,0 0-10 16,2-2-162-16,1-8 84 0,5-1 33 15,1-4-95-15,4 2 53 0,2-1 42 0,0-1 21 16,0 0-225-16,11-1 111 0,9-2 66 0,-2 6 30 16,4-6-199-16</inkml:trace>
  <inkml:trace contextRef="#ctx0" brushRef="#br0" timeOffset="-188361.57">13599 13235 673 0,'0'-8'0'0,"-8"2"0"0,-5 4 0 0,0 1 0 0,0-2 0 0,-2 3 0 0,0 0 79 16,2 0-24-16,-2 8 1 0,2 4 136 0,-1 5-71 15,0 9-49-15,0-1 1 0,3 4 92 0,4 4-66 16,1-1-25-16,4 4 99 0,2-1-70 0,0-1-36 15,2 0 89-15,9-2-62 16,4 0-23-16,4-2-7 0,4-3-46 0,1-4 15 16,5 2 0-16,-2-6 0 0,3-3-67 0,2-3 30 15,-2-2-1-15,0-6 38 0,-4-3-291 0,-3-2 123 16,2 0 86-16,-5 0-471 0,1-3 248 0,-2-9 100 16,-3-4 69-16</inkml:trace>
  <inkml:trace contextRef="#ctx0" brushRef="#br0" timeOffset="-188172.07">13787 13407 864 0,'-12'0'0'0,"7"0"0"0,-1 0 0 0,3 0 0 0,1 0 0 0,2 0 0 0,0 0 221 0,7 0-99 0,14 0-44 0,3-2-23 16,4-2 246-16,2 3-134 0,-5-2-59 0,8 2 2 15,-4 1-39-15,-3 0-1 0,0 0-37 0,-5 0-245 16,-1 0 130-16,-2 0 54 0,-4 0-392 0,-4 0 226 15,-2 0 113-15,-3 0 0 0,-1 0-402 0,-4 0 224 16</inkml:trace>
  <inkml:trace contextRef="#ctx0" brushRef="#br0" timeOffset="-187988.56">13947 13183 809 0,'-6'-5'0'0,"2"1"0"0,0 2 0 0,2-1 0 0,2 3 0 0,-2 0 0 0,2 5 0 0,0 10 0 0,0 10 301 0,0-2-134 0,2 8-68 0,0 4 237 0,0 3-143 0,0 7-84 16,0-4 29-16,0 3-53 0,-2-3-25 16,0-2 7-16,0 6-187 0,2-9 76 15,-2 3 38-15,2-3 1 0,0-4-135 0,-1-6 94 16,3-2 36-16,1-3 21 0,3-5-613 0,-2-12 292 16</inkml:trace>
  <inkml:trace contextRef="#ctx0" brushRef="#br0" timeOffset="-187811.26">14317 13257 793 0,'3'-7'0'0,"4"4"0"0,1 3 0 0,0 0 0 0,-1 0 0 0,2 0 434 0,3 3-201 0,1 4-100 0,2 4-50 16,2 1 132-16,2 2-83 0,1 4-53 0,-1 2-69 15,0-4-1-15,-6 1 24 0,4 2 0 0,-2-2-354 16,-2-2 172-16,0-2 92 0,-2-2-542 0,-5-1 292 15</inkml:trace>
  <inkml:trace contextRef="#ctx0" brushRef="#br0" timeOffset="-187548.8">14780 13103 1023 0,'2'-10'0'0,"-2"7"0"0,0-2 0 0,0 4 0 0,0-4 0 0,0 1 244 0,0 1-106 15,0 0-52-15,-2 0 144 0,2 2-103 0,-1-2-46 16,1 3 223-16,0 0-135 0,-2 0-68 16,0 0-26-16,-2 0 4 0,-6 16-23 15,1 3 0-15,-5 7-23 0,-4 10-33 0,1-5 41 16,-5 14-8-16,-3 0-38 0,-1 5 0 0,-4 4 38 16,2-5-24-16,-8 18 23 0,-1-8 1 0,-1 5 0 15,-2-1-70-15,3-1 33 0,3-9-2 0,-3 7-3 16,10-16-233-16,3 1 122 0,7-12 52 0,0-1 34 15,8-6-496-15,-1-3 253 0,6-3 122 16</inkml:trace>
  <inkml:trace contextRef="#ctx0" brushRef="#br0" timeOffset="-186544.33">16131 13965 392 0,'-5'-5'0'0,"-2"-2"0"0,5 1 0 0,-1-2 0 0,1-2 0 0,-2-6 0 0,2 1 185 0,-1 3-76 16,-1-1-30-16,2-1-8 0,-1 1 7 0,-2 3-23 15,0 3 0-15,1 0-49 0,-3 1 35 0,-1 5-8 0,0-1-1 16,-1 2 36-16,-2 0-35 0,-1 9 0 0,1 8 8 15,-1 5 46-15,0 7-27 0,1 2 0 16,2 5 14-16,-1 2-12 0,4-1-8 16,3-1 57-16,3-3-39 0,0-4-1 0,0-8-38 15,1-1-7-15,10-5 7 0,3-4 0 0,1-6 0 16,0-5-66-16,1 0 33 0,4-1 9 0,2-16 24 16,0-6-106-16,3-10 52 0,-2-4 11 0,-1 0-98 15,-5-1 46-15,4-10 34 0,-7 1-214 0,0 1 114 16,-3-3 34-16,-4-2 35 0,0-6-71 15,-6-7 53-15,1 3 22 0,-2-2 0 16,0 11 46-16,0-3-24 0,0 14-8 0,0 6 152 16,-2 14-72-16,-4 6-36 0,1 4 0 0,-3 7 131 15,1 4-64-15,-3 4-43 0,1 18 261 0,2 7-137 16,-1 9-36-16,5 6-45 0,0 5 144 0,3 3-95 16,0 7-43-16,0-2-21 0,0 0 50 0,5-4-36 15,2-11 8-15,4 9-187 0,2-9 71 0,-2-8 36 16,2 0 0-16,1-2-341 0,-3-11 175 0,2 4 93 15,-2-8-241-15,0-4 154 0,-1-4 34 16,1-5 53-16,-4-4-406 0</inkml:trace>
  <inkml:trace contextRef="#ctx0" brushRef="#br0" timeOffset="-186329.9">16367 13786 525 0,'8'-15'0'0,"1"5"0"0,4 1 0 0,3 2 0 0,-2-1 0 0,2 4 0 0,0 3 339 0,3 1-153 0,0 0-69 0,1 11-46 15,-2 7 135-15,-4 5-87 0,-2 3-43 0,-5 3 37 16,-3 3-32-16,-2-1-8 16,-2 3-25-16,-2 0-15 0,-12-3 0 0,-6 0-1 15,-1 0-3-15,-2-5 4 0,-4-4-1 0,1-5 1 16,-2-2-56-16,5-7 37 0,-2-6-9 0,2-2 27 16,2 0-236-16,1 0 92 0,9-10 63 0,4-8-339 15,7-9 186-15,0 5 66 0,9-7-308 0,12-2 205 16</inkml:trace>
  <inkml:trace contextRef="#ctx0" brushRef="#br0" timeOffset="-186149.57">16730 13700 1016 0,'2'0'0'15,"-2"0"0"-15,-2 3 0 0,-11 9 0 0,-6 0 0 0,-1 6 0 0,-1 5 0 0,-2 3 0 0,2 2 422 0,1 5-186 0,3-1-106 0,2 0-48 0,5 0 244 0,6-4-146 16,4 1-74-16,0-8-98 0,4 2-8 0,13-4 33 15,6-3-361-15,4-5 180 0,3 0 91 16,3-5 52-16,3-5-237 0,-2-1 138 16,1 0 68-16,-1-1-75 0,0-7-478 0</inkml:trace>
  <inkml:trace contextRef="#ctx0" brushRef="#br0" timeOffset="-185769.08">17053 13925 555 0,'2'-21'0'0,"-2"3"0"0,0 1 0 0,0-1 0 0,-4 0 0 0,-8 1 106 0,1 2-29 0,-4 3-7 15,0 2-37-15,0 4 202 0,0 4-101 0,-4 2-51 0,-1 0 195 16,-2 18-127-16,-1 8-59 0,3 3 144 16,2 4-102-16,6 2-50 0,2-1-17 15,6-5 24-15,4 2-30 0,0-7 1 0,5-6-29 16,9 0-54-16,2-5 35 0,5-3-8 0,0-8-163 16,6-2 95-16,-5 0 47 0,0-1 24 0,-3-10-259 15,5-8 131-15,-5-3 21 0,-2-4-164 0,-2-6 95 16,-2 2 59-16,-2-5 42 0,0-7-37 0,-3 2 35 15,0-5 1-15,-3-4 34 0,-1-1-29 0,1-15 29 16,-1 4 1-16,2 0 38 16,-2 9-39-16,2 2 1 0,-5 14-9 0,1 6 142 15,-2 8-67-15,0 11-34 0,0 2 430 0,0 7-215 16,0 2-78-16,-5 13-64 0,-3 11 198 0,2 14-119 16,1 6-59-16,-1 4-30 0,4 7 193 0,-1 12-115 15,3-5-54-15,0-7-27 0,0 5 32 0,0-3-30 16,0-2 9-16,7-10-135 0,4-3 49 0,1-9 24 15,2-2-419-15,-2-10 222 0,3-3 118 16,-2-6 48-16,2-9-648 0,0-3 318 16,0 0 160-16,-2-10 80 0,1-10-298 0,-4-7 193 15</inkml:trace>
  <inkml:trace contextRef="#ctx0" brushRef="#br0" timeOffset="-185642.38">17327 13679 959 0,'0'-15'0'0,"0"5"0"0,0 6 0 0,0-1 0 0,0 3 0 0,6 2 0 0,3 0 345 0,0 9-160 0,4 7-76 0,4 2 97 15,-2 3-86-15,0-1-44 0,2 5-14 0,0 0-1 16,0-1 1-16,0-2-30 16,0-1-445-16,-2-6 223 0,2-1 120 0,0-1 47 15,-4-4-550-15</inkml:trace>
  <inkml:trace contextRef="#ctx0" brushRef="#br0" timeOffset="-185479.77">17795 13471 1674 0,'0'-2'0'0,"0"2"0"0,-2 7 0 0,-14 19 0 0,-4 12 0 0,-10 15 0 0,-5 11 326 0,-6 9-138 0,-11 20-81 0,-2 2 202 15,-12 25-138-15,4 7-69 0,-6 12 45 0,-3 5-49 16,0 5-36-16,-10 20-1 0,13-15-733 0,12-19 352 16</inkml:trace>
  <inkml:trace contextRef="#ctx0" brushRef="#br0" timeOffset="-178203.33">962 13703 630 0,'-7'-5'0'0,"-1"2"0"0,2 0 0 0,-2 0 0 0,0-3 0 0,0 0 0 0,3 0 0 0,1 0 195 0,-1-1-85 15,5-1-39-15,0-2 1 0,0 0 34 0,9 1-36 16,4 2 8-16,4 1-45 16,1 4 88-16,1 2-45 0,6 0-21 0,-5 3 33 15,3 14-20-15,-2 7-8 0,0 1-17 0,-2 3-11 16,-5 2 1-16,0 2 0 0,-6 1-33 0,-1-1 9 15,-1 1-1-15,-5-1 25 0,-1-4-25 0,0 0 0 16,-9-5 33-16,-2 3-9 0,-5-7-81 0,2-2 36 16,-5-5 2-16,-1 0-52 0,0-2 32 0,-2-4 19 15,2-6-133-15,0 0 71 0,-2 0 29 16,6-3-1-16,0-7-198 0,5-5 113 16,1 1 39-16,6-4 32 0,1 0-169 0,3-3 98 15,0 1 41-15,5-4-52 0,8 3 55 0,2 0 27 16,4 1 0-16</inkml:trace>
  <inkml:trace contextRef="#ctx0" brushRef="#br0" timeOffset="-177988.88">1246 13575 718 0,'0'-7'0'0,"0"2"0"0,-3 1 0 0,-4 2 0 0,-7 2 0 0,0 0 0 0,-1 0 205 0,-2 9-86 0,2 4-43 15,3 4 201-15,-1 6-125 0,5-5-61 0,-1 5-28 16,9 0 98-16,0-1-56 0,0 5-40 0,0-6 0 15,11 3-1-15,3-4-31 0,5-1 0 0,-1-2-37 16,4 1 14-16,0-1 1 0,2-5-146 0,-7-2 84 16,7 1 42-16,-6-2 29 0,1-1-322 0,0-3 154 15,0 1 41-15,-2-5 51 0,-2 2-339 0,-1-3 173 16,2 0 98-16,-5-3-222 16</inkml:trace>
  <inkml:trace contextRef="#ctx0" brushRef="#br0" timeOffset="-177817.85">1454 13616 1172 0,'-5'-4'0'0,"2"1"0"0,1 3 0 0,-1 0 0 0,1 0 0 0,2 0 0 15,0 0 0-15,0 0 149 0,7 0-58 0,6 0 261 0,4-1-159 0,-1 1-80 0,5 0-32 16,-1 0 7-16,-2 0-27 16,4 0 0-16,-3 0-28 0,-3 0-293 0,1 0 154 15,-2 0 66-15,0 0 36 0,-5 0-454 0,0 6 243 16,-5 4 60-16,-1 3-201 0</inkml:trace>
  <inkml:trace contextRef="#ctx0" brushRef="#br0" timeOffset="-177680.22">1526 13836 1277 0,'-12'8'0'0,"4"-1"0"0,0-3 0 0,6 0 0 0,-2-4 0 0,4 0 0 0,0 0 0 0,0 0 0 0,9-2 109 0,6-5-37 0,0 0 7 15,5-3 145-15,-1 3-95 0,1 1-48 0,1 1-25 16,-1-1-179-16,1 2 86 0,0 1 31 0,-2 2 0 15,-3 1-402-15,1 0 221 0,-1 0 118 0</inkml:trace>
  <inkml:trace contextRef="#ctx0" brushRef="#br0" timeOffset="-177391">1787 13526 1287 0,'0'-1'0'0,"0"-1"0"0,0 0 0 0,5 2 0 0,0 0 0 0,2 4 0 0,0 12 0 0,4 8 60 0,-4 0 0 0,3 6 194 16,-2 3-115-16,-1 5-62 0,-2 5-23 0,1-8 0 0,-3 4-122 16,-2-2 59-16,1-5 16 0,-2-7 1 15,0-3 25-15,0-6-92 0,0-5 47 16,0-6-5-16,0-3 22 0,0-2-1 0,-3 0-11 0,0-15-2 16,0-8-1-16,3 1 16 0,0-7-30 15,0-3 104-15,0-2-39 0,0 3 0 0,3-3-28 16,3 0-6-16,4 2 67 0,1 1-30 15,0 3-72-15,2-1 23 0,-1 11 5 0,1-1 25 16,-3 6-136-16,4 1 63 0,2 6 28 0,-4 3 0 16,3 3-459-16,2 0 222 0,-4 6 96 0,1 6 65 0</inkml:trace>
  <inkml:trace contextRef="#ctx0" brushRef="#br0" timeOffset="-176249.52">2282 13621 642 0,'-3'-6'0'0,"-3"-1"0"0,1-3 0 0,-4-1 0 0,4-1 0 0,-2 0 130 15,1-1-52-15,1-1-23 0,-2 4 0 0,2 2 32 16,0 2-19-16,0 0-8 0,-1 2-27 0,-2 2 69 16,0 2-35-16,0 2 0 0,-2 15-26 0,-2 8-9 0,1 3 45 15,2 6-22-15,2 1 0 0,0 4-22 0,4-1 105 16,3 0-14-16,0-3-46 0,0-4-22 0,3-3-42 15,6-3 18-15,3-7 9 0,1-1-8 0,4-4-84 16,-4-3 42-16,3-7 21 0,-3 0 0 16,4-3-94-16,-3 0 46 0,2-14 32 15,-3-7-1-15,1 1-121 0,-4-5 68 0,-1 2 18 0,1-6-64 32,-4 4 44-32,-1 4 14 0,0-3 0 0,-4 5 82 15,1 4-35-15,-1 2 1 0,-1 3-27 0,0 5 87 0,0 1-42 16,0 3-17-16,0 1-6 0,0 0 152 0,0 10-75 15,0 13-26-15,0 0-23 0,0 2 101 0,0-5-50 16,7 4-12-16,4 1 0 0,0-9 36 0,2 1-33 16,2-2-1-16,3-7-25 0,-2 0 0 0,3-6-9 15,0-2 1-15,0 0-34 16,-3-2 34-16,1-11 8 0,0-7-86 0,-2-2 39 0,-2 0-129 16,-4-5 79-16,-1 0 33 0,-5 4-207 0,1-7 218 0,-1 0 14 0,-3 1-16 15,0 2-86 1,-7-2 84-16,-2 9-4 0,-4-4-10 0,0 8 34 15,-2 1-11-15,0 7-18 0,-4 3-15 0,2 5 115 0,-2 0-47 16,-2 9-25-16,2 10 89 16,2 6-52-16,4-1-20 0,2 0-1 0,0 7 33 15,8-10-25-15,1-1 12 0,2-1-32 0,0-5-37 16,8-1 44-16,6-2 6 0,1-5-6 0,5-2-36 16,4-4 0-16,-3 0 32 0,6 0-35 0,0-10-7 15,1-4 39-15,1-1-9 0,-2-3-83 0,-4 3 36 16,6-5 23-16,-8 4-16 0,1-1-15 15,-6 1 17-15,0 2-1 0,-5 2 8 0,-4 1 50 0,0 3-4 16,-5 3-33-16,1 3 228 16,-3-1-108-16,0 2-55 0,0 1-26 0,-3 0 124 0,-6 0-69 0,-3 6-18 15,4 5 99-15,-3 2-44 0,2 0-42 0,4 0-1 0,1 0-29 16,3 1-6-16,1-2 0 0,0 0-96 31,3-1 43-31,8-1 27 0,5 1 0 0,-1-1-84 0,2-1 55 16,-3 2 29-16,4-1-6 0,-4 4-70 0,0 0 42 0,-6 3-5 15,2-1-99-15,-4 1 47 0,-3 4 38 0,-3-3-4 0,0 3-14 16,0-3 11-16,-12-2 0 0,0-3 68 16,-1 1-20-16,-2-3 0 0,0-4-25 0,0 3 165 15,2-6-77 1,4-1-39-16,-1-1-8 0,5-2 140 0,0 0-67 0,4 0-39 0,1 0-1 16,0 0-13-16,3-9 10 0,15-8-21 0,0-2-157 15,3-1 77-15,1-2-170 0,2-3 117 16,1 0 52-16,1-2 31 0,-1 1 1 0,-2 0-85 15,-3 0 34-15,-4 3 19 0,-2 3 132 16,-2 2-51-16,-5 7-27 0,-2 2 100 0,-3 3-63 16,1 3-40-16,-2 1 9 0,-1 2-32 0,0 0 330 15,0 14-148-15,-6 11-49 0,-3 5 91 16,1 2-75-16,3 2-42 0,3-2-20 0,2 0 9 16,0-4 1-16,2-8-142 0,6-1 94 15,6-2 17-15,-1-3 0 0,4-7-1 0,1-3-55 0,2-4 36 16,-1 0-9-16,5-4-130 0,-3-11 62 15,1-5 43-15,-1-6-3 0,-1-2-156 0,1-1 76 16,-2-9 46-16,-3-1 1 0,-3-5-128 0,1-2 64 16,-8-5 49-16,-2-4-1 0,-3-3-132 0,-1-8 86 15,0 7 43-15,-8 8-72 0,-7 3 61 0,0 15 28 0,-4 4-1 0,-5 11 78 16,-3 8-26-16,5 9-8 0,-8 1-16 16,1 8 187-16,2 12-94 0,2 5-47 15,2 1 244-15,4 2-130 16,4 2-71-16,4-2 2 0,7-2 220 0,4 1-104 0,0-9-71 0,5 3-28 15,14-1-9-15,2-5-34 0,3-3 0 16,3-1-67-16,1-2 34 0,2-1 7 0,2-1-430 16,0-3 222-16,0 2 116 15,-1 3 31-15,1 6-710 16,-2 6 358-16</inkml:trace>
  <inkml:trace contextRef="#ctx0" brushRef="#br0" timeOffset="-176123.22">3633 13689 968 0,'5'7'0'0,"3"0"0"0,-2-3 0 0,-2 0 0 0,-1-2 406 0,0 0-186 16,-3-1-94-16,0 1-38 0,0 4-32 0,0 3 389 16,0 1-206-16,-6 0-103 0,-2 6-307 15,0 1 110-15,1 2 43 0,1 2-354 0,1 4 203 16</inkml:trace>
  <inkml:trace contextRef="#ctx0" brushRef="#br0" timeOffset="-175592.36">3967 13574 971 0,'-5'-24'0'0,"5"21"0"0,0 3 0 0,8 0 0 0,8 3 0 0,3 0 166 0,0 5-67 16,-1-1 54-16,2 2-61 0,-2 1-21 0,-1 1-8 15,7 5 7-15,-5-1 0 0,0-1-38 0,0 3 1 16,-6-2-162-16,1 5 77 16,-1-4 43-16,-5 0-425 0,0 2 223 0,-2-3 113 15,-1-2 53-15</inkml:trace>
  <inkml:trace contextRef="#ctx0" brushRef="#br0" timeOffset="-175386.91">4346 13368 1200 0,'0'0'0'0,"-1"14"0"0,-3 9 0 0,0 2 0 0,-3 13 0 0,-5 0 0 0,-4 22 237 0,-2 4-101 16,-2 4-53-16,-4 3 250 0,0 4-150 0,-3 0-67 15,0 3 28-15,3 1-56 0,-1-3-27 0,3 2-209 16,-2-6 91-16,8-15 52 0,0-1 16 0,8-16-192 0,1-5 107 0,3-14 53 16,4-7 27-16,0-2-494 15,0-8 243-15,6-4 54 0,10-5 84 0</inkml:trace>
  <inkml:trace contextRef="#ctx0" brushRef="#br0" timeOffset="-175210.35">4546 13640 573 0,'0'-6'123'0,"2"4"-61"0,6 2 513 16,0 0-479-16,3 0-31 0,-3 0 7 15,3 0 102-15,0 0-71 0,-2 3-35 0,1-1 0 0,6 2-54 16,-3 0 27-16,2-2-8 16,0 3-1-16,0 0-379 0,-2 0 190 15,-1 1 95-15,-3-1 56 0,0 5-543 0,-3-1 268 0,-5 2 133 0</inkml:trace>
  <inkml:trace contextRef="#ctx0" brushRef="#br0" timeOffset="-175071.75">4570 13864 949 0,'-18'7'0'0,"5"-1"0"0,3 3 0 0,2-5 0 0,5-1 0 0,-1-3 0 0,4 0 66 0,0 0 178 0,2 0-110 16,11 0-50-16,4 0-26 0,6 0 145 0,1 0-85 15,-2-6-35-15,8-4-28 0,0 2-118 0,2-6 48 16,1 3 24-16,-1-3-438 0,-5 6 239 0,3-1 108 0</inkml:trace>
  <inkml:trace contextRef="#ctx0" brushRef="#br0" timeOffset="-174781.53">5018 13423 1055 0,'0'-11'0'0,"0"8"0"0,5 1 0 0,4 0 0 0,1 2 311 15,-1 0-143-15,4 0-68 0,0 15-33 0,3 5 53 0,-2 8-43 16,-1 1-15-16,1 10-7 0,-6 2 7 0,-2 3 1 16,-1-1-31-16,-3 0 1 0,-2-7-88 15,0 0 40-15,0-6 24 0,0-10 0 0,0-1-50 16,0-10 37-16,-2-2 8 0,-1-2-9 0,0-5 2 16,-2 0 1-16,1-14 10 0,0-11-17 0,2-3-6 15,2-3 116-15,0-5-49 0,0-9-21 0,2 5 38 16,3 6-25-16,4-5 12 0,3 2-36 0,3 3-143 15,-2 3 71-15,1 4 38 0,-4 6 1 0,7 3-465 16,-6 2 235-16,7 7 109 0,-4 4-810 16,5 3 837-16,-1 2 36 0</inkml:trace>
  <inkml:trace contextRef="#ctx0" brushRef="#br0" timeOffset="-174450.79">5661 13487 1073 0,'0'-7'0'0,"0"-1"0"0,0-3 0 0,-7-6 0 0,0 0 0 0,-3 0 0 0,2 0 0 0,-5 1 0 0,4 0 146 0,1 6-61 0,-5 0 111 0,2 3 29 15,-2 5-209-15,-2 2 10 0,-2 0 15 0,-2 9 32 32,-2 10-40-32,3 1-1 0,1 5 1 0,2 0 0 0,6-4 8 15,1 6-8-15,6-3-1 0,2-1 142 16,0-2-72-16,0-4-34 0,11-1 8 0,4 0-76 15,5-3-1-15,1 0 34 0,-2-2 0 0,0 0-108 16,0 3 62-16,0-3 19 0,-3 1-228 0,-4 4 239 0,0-3 8 16,-7 0-41-16,1-2 2 0,-5 4 8 0,-1-2 13 0,-1 3-38 0,-14-2 59 15,-5 2-43-15,0-5 6 16,-8 4-38-16,0-5 37 16,0-3-4-16,-1-2 3 0,1-1-234 0,7-2 106 0,1-2 59 0,8 0 29 15,2 0-360-15,2-4 189 0,8-10 95 0,2-6 39 0,14-2-188 16</inkml:trace>
  <inkml:trace contextRef="#ctx0" brushRef="#br0" timeOffset="-174277.05">5778 13530 862 0,'15'-5'0'0,"7"-1"0"0,-11 5 0 0,0 1 0 0,-3 0 0 0,-6 0 137 0,1 0-52 0,-2 5 332 16,1 8-184-16,-2 2-104 0,0 2 134 15,0 2-115-15,0 2-57 0,-6-3-30 0,4 1 9 16,-3-4-230-16,3-2 96 0,-2-1 49 0,2-5-383 15,1-1 215-15,-2-3 117 16,3-1-191-16,0-2 140 0,-2 0 7 0,2-2-285 0,-1-13 181 0,1-7 83 0,-2-8 53 16,2-4 22-16</inkml:trace>
  <inkml:trace contextRef="#ctx0" brushRef="#br0" timeOffset="-173664.95">5826 13189 469 0,'2'-17'95'0,"1"7"-31"15,3 5 0-15,2 3-31 0,-3 1 97 0,3 1-40 0,0 5-33 16,4 14 0-16,-2 3-24 0,-4 8 228 15,2 9-114-15,-6-1-49 0,2 15 151 0,-3-6-108 16,-1 1-55-16,0 1-49 0,0 0-4 0,0-7 8 16,0 0-129-16,-1-6 61 0,0-9 29 0,1-5 1 0,0-11-75 15,0-4 61-15,0 0 17 0,0-7-243 16,0-2 103-16,2-19 72 16,9-3-59-16,-2-3 47 0,2-1 5 0,1-1 0 15,2 2 32-15,-1 1 37 0,2-1-1 16,-4 9-40-16,2 0 8 0,-3 3 127 0,-3 8-64 0,0 1-31 15,-1 5 207-15,0-1-113 0,1 2-36 0,-5 3-32 0,1 9 152 16,-2 4-82-16,1 3-17 0,0 2 113 16,1-2-84-16,-3-1-37 0,6-2-97 15,0-3 29-15,0-4 1 0,1-3 38 0,4-3-109 16,2-3-48-16,0 0 74 0,4-3 38 16,-2-14-1-16,1 0-186 0,2-9 83 0,-1 1 57 15,-2-3-75-15,-1 2 57 0,-2-1-14 0,0 9 14 16,-4-3 8-16,-3 10 28 15,0 2 194-15,-5 2-97 0,3 4-57 0,-2 1 236 0,-1 2-126 0,0 16-64 16,-4 7-17-16,-3 7-1 0,2 2 9 0,4 4 152 0,-2 2-67 16,3-2-49-16,0-1-23 0,3-1-2 15,3-8 9-15,7 2-31 0,-1-11-42 16,5-1 20-16,0-7 1 0,2-9-155 16,2 0 95-16,2-2 37 0,0-16-173 15,-1-3 101-15,-1-2 32 0,-2-5 29 0,-3 0-113 0,1-6 48 16,-4 0 31-16,-3-8-43 0,-2-1 31 0,-4-1 0 15,-1-3 3-15,-1-6 8 0,1-1 24 0,-3-3 0 16,0 4 0-16,0 1-31 16,-8 12-9-16,-4-1 40 0,-1 7 0 0,-2 8 48 0,0 11-24 15,-3 4 0-15,-3 6 43 0,1 5-30 16,-1 0 1-16,-2 12-32 0,5 9 172 0,5 2-75 16,2-1-45-16,3 7 105 0,5-1-65 15,3 0-14-15,0 0-22 0,3-2 217 0,9-3-99 0,8 3-58 16,-2-4 45-16,2-3-50 0,1-2-26 0,0-4 0 0,-1-5-238 15,3-1 102-15,-1-3 56 0,4-3 27 0,-7-1-654 16,4 0 313-16</inkml:trace>
  <inkml:trace contextRef="#ctx0" brushRef="#br0" timeOffset="-172546.07">6986 13833 1322 0,'0'0'0'0,"0"0"0"0,3 6 0 0,6 3 0 0,-3-2 0 0,2 2 0 0,-2 3 0 0,-4 2 116 0,-1 1-41 0,-1 5-22 15,0 2-99-15,-6 1 39 0,-11 4 8 0,-9 5 32 16</inkml:trace>
  <inkml:trace contextRef="#ctx0" brushRef="#br0" timeOffset="-170031.22">1730 14851 642 0,'-3'-4'0'0,"0"0"0"0,-2 0 0 0,0 1 0 15,2-1 0-15,-3 0 0 0,1 1 0 0,0-2 0 0,2 1 53 0,-2 3 1 0,2 0-22 0,-1-1 83 0,-1 0-42 0,3 2 9 16,-1 0 7-16,0 0-28 0,-1 0 0 16,1 2-29-16,-2 9 42 0,0 2 7 15,-2 7-48-15,-1 5-1 0,3 1 58 0,-3 4-28 16,-1 2-1-16,4 3 20 0,2-2-48 0,1-2 0 16,2 2 0-16,0-3 40 0,0-3-19 15,3-3 7-15,10 4 12 0,1-6 0 0,3 0-40 16,1-5 0-16,4-1 15 0,-1-6-7 0,3 2-8 15,1-5 0-15,2-4-33 0,-5-3-8 0,3 0 41 16,-5 0 8-16,-1-10-68 16,3-5 30-16,-4-4 5 0,-3 0-26 0,-2-4 11 15,-3 3 7-15,2-7-67 0,-5 4 40 0,-3-3 9 16,0-2 0-16,-1 2-25 0,-1-3 22 0,-2-1-11 16,0-2 31-16,0-2-65 0,-7-2 29 0,1 0-9 15,-4-2 35-15,-2 4-74 0,2 2 34 0,-1 0-1 16,-3 5 32-16,1 6-15 0,-5 2 13 0,2 5 27 15,-3 4-1-15,-1 5-32 0,-1 3 5 0,-4 2 82 16,-1 3-36-16,-1 15-18 0,4 2 0 0,-2 3 85 16,5 5-48-16,0-2 96 15,7 2-66-15,2-3-24 0,3-5 0 0,6 3 27 16,2-3-28-16,0-2 3 0,0-2-5 0,7-2 40 16,10-2-27-16,-1 0 1 0,5-2-26 0,-1-6 38 15,7 3-9-15,-6-6-29 0,1-1-41 0,0 0 1 0,2 0 40 16,-5 0 8-16,0 0-218 0,-1-1 97 0,-1-6-484 15,-4 4 271-15,-2-1 140 16,-2 2 45-16,-2 1 46 0,1 1-282 0,-2 0 156 0</inkml:trace>
  <inkml:trace contextRef="#ctx0" brushRef="#br0" timeOffset="-168346.56">5924 14418 846 0,'-1'-3'0'0,"1"0"0"0,0 1 0 0,0 0 0 0,-3 0 0 0,3 2 0 0,0 0 162 16,0 8-65-16,0 9-32 0,3 4 134 16,3 3-75-16,-1 5-50 0,3 0-20 0,0-1 37 15,-2 2-29-15,4-1 0 0,-3 2 35 0,2-1-37 16,0-1 1-16,-1 4-28 15,-3-5-38-15,-2-2 46 0,-1 7-8 0,1-13-1 0,-3 2-42 16,0-6 21-16,0-5 0 0,0-4 36 0,0-1-14 16,-8-6 0-16,0 0 50 0,0 0-24 15,0-6-13-15,3-13-14 0,2-7-4 0,3-4 4 16,0-2 0-16,0-2-44 0,3-3 4 16,10-1 47-16,4-5-14 0,-2 13 6 0,4-2 2 0,0-1 55 15,1 8-56-15,-2 6 8 0,-2 0-12 0,3 8 3 16,-2 3-30-16,1 3 29 0,0 5-6 0,-1 0 15 15,-1 0-32-15,1 11 21 0,-3 3 9 0,-2 4-7 16,0-2 10-16,-3 2 0 0,-3-2-9 0,0-1 18 16,-5-5-18-16,4-1 1 0,-4-2-5 15,-1-3 35-15,0-3-31 0,0-1-1 0,0 0 0 16,0 0 34-16,-6 0-31 0,-1-1 8 0,0-8-9 16,1 0-236-16,2-3 114 0,0 0 57 0</inkml:trace>
  <inkml:trace contextRef="#ctx0" brushRef="#br0" timeOffset="-160060.65">5634 14466 852 0,'0'0'0'0,"0"0"0"0,0 0 0 0,0 0 0 0,0-2 0 0,0 2 151 0,0 0-63 15,0 0 76-15,0 0-66 0,0 0-32 0,0 2 0 16,0 8 49-16,0 3-45 0,0 1 0 0,-4 1-37 16,-4 3 8-16,1-2-9 15,-7 3 9-15,4-3-8 0,-6 2-27 0,1-3 0 16,-2-1 27-16,0 0-16 0,1 3 24 0,-1-6-8 15,1 0 22-15,6-3-22 0,-1-1 0 0,2-1 0 16,4 0-9-16,0-4-17 0,2 1 21 0,3-1-8 16,0-2 210-16,0 2-98 0,0 0-41 0,3 2-34 15,7-1 1-15,4-1-1 0,2 2-24 0,1 0 10 16,2-2-2-16,2 2-8 0,-3-2-111 0,3-1 56 16,-2 3 27-16,-1-1 0 15,1 2-97-15,-6-2 37 0,1 3 39 0,-3-1-8 16,-1 1-490-16,-4 2 217 0,-1-1 127 0,-1 7 63 15,-4-3-409-15</inkml:trace>
  <inkml:trace contextRef="#ctx0" brushRef="#br0" timeOffset="-159854.65">5354 14977 2099 0,'-8'7'0'0,"2"2"0"0,5-1 0 0,-2 0 0 0,3-1 0 0,0 1 69 0,3-1-9 0,11 0-27 16,5 1 181-16,5-2-90 0,1-3-46 0,-1 1 69 0,7 2-61 16,-5-3-26-16,-4 0-1 0,4-1-299 0,-6 1 136 15,-4-1 77-15,-1 1 25 0,-4-3-467 0,-1 1 250 0,-3 0 126 16,-5 2-523-16,1-2 290 0,-3-1 138 0,0 2 78 16</inkml:trace>
  <inkml:trace contextRef="#ctx0" brushRef="#br0" timeOffset="-159513.45">5129 14750 1328 0,'-22'0'0'0,"3"0"0"0,6 7 0 0,-1 2 0 0,1 2 0 0,2 3 59 0,-3 5 0 0,5 2-18 0,3 6 105 15,4 2-57-15,2-1-28 0,0 3 0 0,2-2 113 16,4-4-63-16,11 2-43 0,-3-4-22 0,5-7-13 16,0-4 0-16,5-3-137 15,-2-5 145-15,4-4-8 0,-1 0 0 0,-2 0-137 0,-2-9 68 16,-3-8 35-16,-2 0-29 0,-2-7 15 0,-8 0-1 16,-4-1-9-16,1-2-27 0,-3-1 28 0,-3 0-4 0,-8 2-8 15,-6-1 37-15,-1 3-19 16,-6 0 3-16,0 5 1 0,2 5 1 0,-5 0-2 0,0 8 0 15,5 5 4-15,1-2-28 0,2 3 0 16,8 0 26-16,-5 8 5 0,9 5-43 0,6 2-1 16,1 1 38-16,0 0-302 0,13-2 134 15,10 4 78-15,5-4 36 0</inkml:trace>
  <inkml:trace contextRef="#ctx0" brushRef="#br0" timeOffset="-159186.18">6660 14530 1222 0,'-12'-2'0'0,"4"2"0"0,4 0 0 0,-4 0 0 0,1 0 0 0,-4 0 226 16,-1 2-89-16,0 4-13 15,-3 1-94-15,0 1 3 0,-5 5-1 0,2 0 1 0,-1 2 8 16,-4 4-40-16,3 1-1 0,-2-3 33 0,2 4-69 0,6-8 35 16,-2 2 8-16,5-4 26 0,4-3 94 0,3-1-47 15,0-1-23-15,4-3-1 0,0 2 60 0,0 0-45 16,3-3-1-16,7 4 28 0,5-2-33 0,1-1 0 16,2 0-24-16,-1 2-137 0,2-2 64 15,-1 1 32-15,0 1-147 0,-1 0 89 16,-2 2 54-16,-3 1 14 0,0 1-653 0,-4 0 313 15,-1 4 109-15</inkml:trace>
  <inkml:trace contextRef="#ctx0" brushRef="#br0" timeOffset="-159022.08">6358 14943 1509 0,'-20'1'0'0,"8"3"0"0,3 0 0 0,4-2 0 0,1 0 0 0,3 0 0 0,1-1 299 0,0 2-134 16,8 3-57-16,9-3 368 0,7 3-222 0,2-1-111 15,1 2 41-15,3 1-76 0,2 2-29 0,0-1-9 16,1-1-259-16,-1 1 110 0,1 2 57 0,-4-1 26 16,-4-1-579-16,5 4 300 0,-5-2 153 0</inkml:trace>
  <inkml:trace contextRef="#ctx0" brushRef="#br0" timeOffset="-158830.52">7020 14370 1510 0,'0'-10'0'0,"0"10"0"16,0 0 0-16,0 13 0 0,1 7 0 0,1 8 0 0,-2 9 652 0,0 6-310 0,0 20-154 0,-3 0 384 0,-2 7-269 0,-1 6-128 16,-1 3-74-16,3 15-203 15,4-6 68-15,-3 3 33 0,3 7-1004 0,0 5 527 16</inkml:trace>
  <inkml:trace contextRef="#ctx0" brushRef="#br0" timeOffset="-150914.98">1300 14783 725 0,'3'-4'0'0,"-3"2"0"0,2 1 0 0,1-2 0 0,0 2 0 0,-3 1 0 0,0 0 126 0,0 0-50 0,0 0-22 0,0 0 0 15,0 11 114-15,0 4-67 0,-6 6-26 0,-2 3-11 16,-2 1 1-16,-1-1-32 0,0 0-66 0,1-4 33 15,-2 0 9-15,-1-1 23 16,1-5-55-16,-1 1 28 0,1-7-1 0,3 0 29 0,-2-1 5 16,1-3-31-16,5-1 21 0,-2 0 79 0,5-3-42 15,2 0-17-15,-3 0-22 0,3 0 174 16,0 0-83-16,0 0-43 0,11 0 79 16,3 0-60-16,3 0-22 0,3 0-8 0,3 0 13 15,-1 0-22-15,4 0 1 0,-5 0-57 0,3 0 8 16,-2 0 27-16,-3 0-238 0,1 0 119 15,-1 1 60-15,-4 7 29 0,-1 0 2 0,-3-1-602 0,-1 3 292 16,-2 0-432-16</inkml:trace>
  <inkml:trace contextRef="#ctx0" brushRef="#br0" timeOffset="-150751.42">1217 15256 1363 0,'-12'8'0'0,"8"-1"0"0,1-1 0 0,0-2 0 0,1-3 0 0,2 4 0 0,0-4 0 0,0 5 481 0,12 0-228 0,5-2-110 0,2 1-55 16,5 1 110-16,-4-2-82 0,3-1-33 16,1 1-155-16,-2 0 53 0,-2-2 26 15,-4 2-457-15,0-3 242 0,-5 1 128 0,-1 0 53 16,-3-2 29-16</inkml:trace>
  <inkml:trace contextRef="#ctx0" brushRef="#br0" timeOffset="-150411.79">771 15024 1307 0,'-20'-6'0'0,"7"4"0"0,0 2 0 0,-3 0 0 0,2 0 0 0,0 10 0 0,1 2 0 0,2 9 0 0,3 2 172 15,3 4-70-15,2 6-27 0,3 1 119 0,0 2-80 16,0 1-41-16,8-4 0 0,3 0 22 0,3-9-22 15,1 2-9-15,2-9-26 0,3-1-5 0,0-7 0 16,3-4-47-16,0-5 32 0,2 0-9 16,-6-5 24-16,0-14-125 0,-1-4 63 15,-1-5 31-15,-9-5 8 0,-1-2-189 0,-2-2 95 16,-5 0 20-16,0-1-61 0,-10 2 44 0,-8 1 28 16,-7-1-1-16,-1 6-6 0,-1 7 7 0,-3 5 22 15,-1 7 72-15,-1 6-43 0,-2 5-1 0,3 0-28 16,2 12 165-16,2 2-76 0,13 2-25 0,1 0-26 15,5 1-33-15,8 3 21 0,0 0 25 0,13-3-465 16,11 1 210-16,6 0 93 0</inkml:trace>
  <inkml:trace contextRef="#ctx0" brushRef="#br0" timeOffset="-149744.99">2422 14725 384 0,'0'-4'0'0,"0"2"0"0,0-1 0 0,0 3 0 0,-2 0 50 0,-4 3 1 0,-3 9-37 0,-1 1 159 15,-4 8-74-15,-4-3-33 0,1 3 0 0,-2-2-5 16,-3-1 0-16,6-3-20 0,-3 0 30 0,0-3-38 16,4-3 0-16,0-4 0 0,3 0 47 0,2-3-16 15,1-2-7-15,3 0-25 0,1 0 36 0,5 0 0 16,-3 0-35-16,3 0 75 0,0 0-42 0,0 0 0 15,0 0-34-15,8 1-49 0,2 3 25 0,4 0 7 16,2 1-11-16,-1 1 0 0,2 1 29 16,3 3 0-16,-5 0-204 0,3 1 96 15,-3 2 30-15,1 1 31 0,-4 2-381 0,1-1 189 16,-3 2 95-16,-2 0 7 0</inkml:trace>
  <inkml:trace contextRef="#ctx0" brushRef="#br0" timeOffset="-149562.43">2147 15168 1253 0,'-15'2'0'0,"5"2"0"0,5-1 0 0,-1 2 0 0,0-4 0 0,6-1 0 0,0 3 0 0,0 0 0 0,0 0 417 0,9 2-184 0,5 0-104 0,5 0-49 16,-1 1 102-16,3 0-75 0,-1 3-36 0,1-1-76 15,-1 1 15-15,1 0 1 0,-3 1 21 0,1-1-399 16,-3 2 199-16,3-2 109 0,-1 0-564 0,-5-4 313 15</inkml:trace>
  <inkml:trace contextRef="#ctx0" brushRef="#br0" timeOffset="-149389.95">2505 15004 1655 0,'1'-7'0'0,"4"2"0"0,6 0 0 0,2 2 0 0,1-1 0 0,4-1 0 0,1 1 0 0,3-2 289 15,5 0-129-15,3 1-63 0,-1-3 73 0,4 3-61 0,-3-2-42 16,2 3-143-16,-2-2 55 16,-4 4 27-16,-3 0-1 0,1 0-477 0,-5 2 247 15,-5 0 130-15</inkml:trace>
  <inkml:trace contextRef="#ctx0" brushRef="#br0" timeOffset="-149094.22">2603 15158 964 0,'-9'0'0'0,"7"0"0"0,0 0 0 0,2 0 0 0,0 0 0 0,0 0 0 0,13-1 347 0,0-2-149 0,3 0-87 15,1 3 47-15,2 0-62 0,-3 0-32 0,3 6 1 16,-8 3-99-16,2 2 30 0,-7 4-1 0,-1 3 38 16,-3 0-183-16,-2 5 92 0,-2-5 53 0,-15 2-92 15,-1 0 64-15,-1-6 2 0,0 0 26 0,0-2 55 16,-3-5-23-16,4-1-53 0,6-3 184 0,-1 1-90 15,6-4-35-15,1 3-7 0,5-3 378 0,1 0-187 16,0 0-92-16,3 0-46 16,16 0 45-16,5 0-46 0,-1-3-14 0,9-1-5 15,0 1-26-15,0-1 0 0,1-2-1 0,-1 1-275 16,-5-1 146-16,6 1 61 0,-12-1 35 0,-1 2-1 16,1 1 35-16,-8 2-46 0,-1-1-316 0,-5 1 56 15,-1-3 125-15</inkml:trace>
  <inkml:trace contextRef="#ctx0" brushRef="#br0" timeOffset="-148889.04">2542 14525 944 0,'-2'-7'0'0,"2"5"0"0,0 1 0 0,11-1 0 0,5 0 0 0,1 0 515 0,3 0-241 0,3 0-112 16,4 0 96-16,2-1-112 15,1 0-57-15,0 2-1 0,0-1-28 0,-8 2 8 0,3 0-327 16,-5 0 145-16,-1 0 74 0,-6 0 36 16,-3 3 1-16,-5 3-496 0,-3 4 254 0,-2-1 128 15,0 3-428-15</inkml:trace>
  <inkml:trace contextRef="#ctx0" brushRef="#br0" timeOffset="-148752.79">2635 14548 1117 0,'0'8'0'0,"0"9"0"0,0-3 0 0,0 3 0 0,-3-3 0 0,0 2 0 0,1 4 0 0,-1 1 0 0,1-1 142 0,2-1-46 0,0 1-36 0,0-3-93 15,2-2 32-15,3-4 1 0,7-2-413 0,-4-4 222 16</inkml:trace>
  <inkml:trace contextRef="#ctx0" brushRef="#br0" timeOffset="-148636.1">2792 14595 618 0,'0'0'0'0,"0"12"0"0,0 2 0 0,-6 5 0 0,-4 6 0 0,4 1 514 0,-4 2-241 16,3 4-112-16,-2 0-68 0,3 1 85 0,0 2-73 15,4-5-36-15,2-2 0 0,0-6-552 0</inkml:trace>
  <inkml:trace contextRef="#ctx0" brushRef="#br0" timeOffset="-147925.46">739 16157 1205 0,'-9'0'0'0,"7"0"0"0,0 0 0 0,2 0 0 0,0 0 0 0,0-1 0 0,5-6 0 0,10-1 232 0,7-1-91 0,3-4-58 0,4 1 277 16,-1-1-163-16,1 2-82 16,-3 3 31-16,-3 5-49 0,7-1-36 0,-3 3-53 0,-3 1 1 15,-3 0 24-15,6 0-289 0,-8 0 153 0,1 5 64 16,-2-2-440-16,-1 2 255 15,-2-1 88-15,-3 2 73 0,-2-2-311 0,-2 2-45 16</inkml:trace>
  <inkml:trace contextRef="#ctx0" brushRef="#br0" timeOffset="-147596.15">885 16293 463 0,'-6'4'68'0,"0"-1"-35"0,6-1 1 0,0-2 146 16,0 0-73-16,0 0-38 0,14 0 220 15,4 0-132-15,4-2-62 0,0 2-31 0,0-1 22 16,-4 1-27-16,0 0 8 16,-3 0-34-16,-1 7-80 0,-4 2 40 0,-5 3 1 15,-4 1 38-15,-1 3-125 0,0 2 58 0,-5 3 35 16,-9-3-1-16,-3 0-6 0,-4 0-1 0,3-3-32 16,-5 0 24-16,2-6-9 0,2 1-17 0,2-2 1 15,0-1 219-15,7-3-88 0,2-1-44 0,1-1-10 16,4-2 273-16,3 0-127 0,0 0-75 15,0 0 0-15,13 0-41 0,4 0-4 0,4 0 0 16,3-2-30-16,3-4 1 0,-7 3 8 0,9-3-43 16,-5 5 0-16,-4-4 35 0,4 4 0 0,-3-1-216 15,-1 0 114-15,-2 2 47 0,-2 0-18 0,-4 0-424 16,0 0 187-16,-4 0 124 0,-2 0-276 16,0 0 203-16,-3 0-162 0,-1 0 178 0,1-1 89 15</inkml:trace>
  <inkml:trace contextRef="#ctx0" brushRef="#br0" timeOffset="-147067.84">822 15788 731 0,'-16'0'0'0,"8"-2"0"0,2 0 0 0,1 0 0 0,-1-2 0 0,4 1 0 0,2-2 297 0,0-3-132 0,0-2-67 0,13 1 67 0,6-2-71 0,1 1-31 15,-1 4 1-15,4-2-31 0,-1 5-38 16,-2 2 9-16,0-2 29 0,-1 3-156 16,-8 0 77-16,1 0 40 0,-5 4-129 15,-2 4 93-15,-4 3 20 0,-1 2 25 0,0-1-73 16,-6 1 3-16,-7-3 30 0,-1 4 22 0,-2-5-3 16,-2 0-21-16,0-4 182 0,5-2-79 0,0 1-38 0,2-2-17 15,5-2 4-15,-1 0 188 0,4 0-95 16,3 0-28-16,0 0-21 0,1 0 21 0,12 0-45 15,5 0-1-15,1-2-35 0,3 2 36 16,0 0 0-16,2 0-74 0,-6 3 33 16,0 9 0-16,-1 1 41 0,-5 4-6 0,-2 2-106 15,-5 2 37-15,-4 0 27 0,-1-1-32 0,0 1 26 16,-6-3-2-16,-7 2 1 16,-4-8 42-16,-4 1 1 0,0-6-22 0,1-1-1 0,-4-4-38 15,4-2 0-15,2 0 40 0,-1-2-263 0,6-8 118 16,2-8 63-16,0-6 20 0</inkml:trace>
  <inkml:trace contextRef="#ctx0" brushRef="#br0" timeOffset="-146889.33">1076 15639 1562 0,'1'6'0'0,"3"-2"0"0,4-4 0 0,-1 0 0 0,5 0 0 0,-1 0 0 0,9 0 231 0,-1-4-99 16,7-2-49-16,-5 3-18 0,2 0-7 0,-1 1 118 15,1 0-72-15,-3-1-35 0,-1 3-211 16,-4 0 96-16,0 0 35 16,-3 0-421-16,-4 3 233 0,-3 1 116 0,-1 4 57 0,-4 2-543 15,0-1 239-15,-4 1 148 0</inkml:trace>
  <inkml:trace contextRef="#ctx0" brushRef="#br0" timeOffset="-146727.22">1149 15649 995 0,'-5'5'0'0,"5"7"0"0,0-1 0 0,0 0 0 0,0 5 0 0,0-1 0 0,0 3 0 0,0 1 322 16,2 3-144-16,1 1-73 0,-3 0-1 0,5-1-27 15,-2 0-8-15,0 1-36 0,-2-5-202 16,1 2 101-16,3-5 51 0,-3-5 33 0,-1-1-407 0,2-5 212 16,-1-4 106-16</inkml:trace>
  <inkml:trace contextRef="#ctx0" brushRef="#br0" timeOffset="-146598.39">1243 15656 876 0,'7'8'0'0,"-2"3"0"0,2 2 0 0,-6 3 0 0,1 2 0 0,-2 3 331 0,0 4-149 0,0-2-75 0,0 5-10 16,0 1-32-16,0 1 8 0,0-2-40 16,0 2-232-16,0 1 116 0,0-5-437 0,1 3 260 15,3-8 131-15</inkml:trace>
  <inkml:trace contextRef="#ctx0" brushRef="#br0" timeOffset="-146311.16">1735 15772 858 0,'-11'0'0'0,"1"3"0"0,1 2 0 0,-3 6 0 0,-2 4 0 0,-3 3 195 16,-2 2-85-16,-1 3-39 15,2 3 9-15,0-1-23 0,-4-3-1 0,8-3-15 16,-4 5 55-16,4-6-32 16,4 0 1-16,1-4-33 0,4-6 155 0,-1 0-69 0,6-3-47 15,0 1 7-15,0-2-23 0,3 0 0 0,8 0-22 16,5-3 89-16,1-1-49 0,1 2 1 0,2-2-42 0,1 2-55 16,3 0 28-16,-3-1 8 0,2 3 20 15,-2 0-337-15,-2 2 169 0,0 0 84 0,-3 2 31 0,-2 3-607 16,-4-1 276-16,1 4 159 0,-7-1-310 15</inkml:trace>
  <inkml:trace contextRef="#ctx0" brushRef="#br0" timeOffset="-146161.56">1601 16245 1123 0,'-17'7'0'0,"3"3"0"0,5-3 0 0,2 0 0 0,2-2 0 0,2 0 155 0,3-1-62 0,0-1-29 0,0 1 311 16,5-2-171-16,12 1-77 0,-1-3-20 15,5 2-37-15,4-2 0 0,0 0-38 0,0 0 9 0,7 0-8 16,-2 0 0-16,-2 0 0 0,-1-2-1160 16,-5-3 565-16</inkml:trace>
  <inkml:trace contextRef="#ctx0" brushRef="#br0" timeOffset="-145793.03">2054 15968 1543 0,'-18'2'0'0,"7"9"0"0,5 6 0 0,-2 2 0 0,0 3 0 0,2 3 0 0,-1 6 0 0,4 2 0 15,-1 1 294-15,4-2-130 0,0-2-66 0,10-2 115 0,3-7-82 16,8 0-53-16,2-5-105 0,0-6 30 16,2-7 0-16,2-3 29 0,-5 0-68 0,7-9 30 0,-5-11 1 0,-3 0-142 15,-1-2 91-15,-2-3 44 0,-6 3-183 16,-1-10 74-16,-2 4 59 15,-2-2-74-15,-5-2 55 0,-2-4 17 0,0-4-8 16,0-3 39-16,-14 1-52 0,-1 0 26 0,-2 8 0 16,-1 3 29-16,-4 2-11 0,-3 8 8 0,-2 8 0 15,0 8 207-15,-3 2-104 0,3 3-51 0,1 6-34 16,1 9 346-16,4 6-166 0,8-3-61 16,3 2-49-16,3 2 232 0,7 0-119 0,0 1-72 0,0-2-31 15,7-3 13-15,13 3-23 0,2-5 1 0,-4-3-144 16,9 0 56-16,1-4 32 15,2-1 1-15,1-5-185 0,-1-3 109 0,-3 0-632 16,4 0 321-16,-2 0 182 0,-4 0 62 0</inkml:trace>
  <inkml:trace contextRef="#ctx0" brushRef="#br0" timeOffset="-145532.72">2662 15754 1348 0,'9'-7'0'0,"-4"4"0"0,-2 2 0 0,-1 1 0 0,0 0 72 16,-2 0-9-16,-2 0-30 0,-9 11 240 0,-3 3-229 0,-1 2-11 0,1 1 8 16,-5 4 30-16,0 0 0 0,3-3-39 15,2-1 1-15,-1-1 0 16,1-1 82-16,3-1-45 0,4-4 0 0,0-3 96 0,2-1-66 16,3-4-34-16,2-1 8 0,0 1 18 0,0 2-29 0,0-3 38 15,8 2-68-15,5 1 0 0,3-3 8 0,0 3-65 16,3 0 28-16,1-2 0 15,1 1 29-15,0 0-376 0,-2 0 187 0,0-2 90 0,-3 4-579 16,1-1 310-16,-4 0 140 0,1 0-856 16,-4 0 999-16,-4 4 20 0</inkml:trace>
  <inkml:trace contextRef="#ctx0" brushRef="#br0" timeOffset="-145369.58">2544 16117 992 0,'-15'3'0'0,"3"5"0"0,6-2 0 0,1 1 0 0,1-5 0 0,2 0 0 0,2 2 428 0,0-3-189 0,2 3-107 0,12-2 218 16,2-1-158-16,3 2-80 0,3-1-39 0,-3 1-9 16,0 0-31-16,-1-1-386 0,4 1 193 15,-3-3 96-15,-3 0 49 16,1 0-584-16,-2 0 309 0,0 0 159 0</inkml:trace>
  <inkml:trace contextRef="#ctx0" brushRef="#br0" timeOffset="-145061.43">2757 15872 512 0,'3'-16'93'16,"7"6"-47"-16,1-2-23 0,3 2 347 0,1 1-168 0,5 3-85 15,-2 2 83-15,4 3-76 16,2 1-49-16,1 0 66 0,-1 2-53 0,-5 14-28 0,-2 0 0 16,-5 3-19-16,-1 5-169 0,-2 1 80 0,-9 3 40 15,0 1 1-15,0-2-116 0,-7 5 86 0,-8-5 31 16,-5 1 0-16,0-1-12 0,0-5-42 0,-2-1 37 0,1-8-32 15,-2 2 225-15,5-6-100 16,-2-3-38-16,3-2-24 0,6-2 178 0,0-1-80 16,3-1-51-16,3 0 354 0,3 0-188 15,2 0-94-15,0 0 71 0,0 0-74 0,12 0-50 0,7 0-21 16,3 0-24-16,4 0 4 0,2 0 0 0,1 0 8 0,2 0-320 16,0 0 156-16,-1 0 78 0,3-1-227 15,0-1 153-15,-7-2 38 0,4 0 48 0,-8 1-650 16,2-4 324-1,-2 1-308-15,-5-1 317 0</inkml:trace>
  <inkml:trace contextRef="#ctx0" brushRef="#br0" timeOffset="-144893.87">3189 15795 1817 0,'0'-1'0'0,"0"1"0"0,8-3 0 0,5 0 0 0,4-1 0 0,4 0 0 0,1 1 252 0,10-2-113 0,0 3-54 0,3 0-26 0,-2-1-17 15,3 0-10-15,-1-2 9 0,-3 2-203 0,0-1 96 16,-2 1 50-16,-8-3 25 0,-3 2-495 0,0 1 249 16,-11 1 128-16,-1-1-470 0,-7 3 274 0</inkml:trace>
  <inkml:trace contextRef="#ctx0" brushRef="#br0" timeOffset="-144755.25">3307 15772 1038 0,'-5'6'0'0,"5"10"0"0,0-1 0 0,0-2 0 0,3 3 185 0,0 3-77 0,3 4-37 0,1 1 236 16,-1 1-137-16,-1 0-60 0,3 5-481 16,-2-3 361-16,2-2 21 0,-3-5 1 0,0 1-251 15,4-4 145-15,-4-4 59 0,3-3-571 16</inkml:trace>
  <inkml:trace contextRef="#ctx0" brushRef="#br0" timeOffset="-144625.6">3583 15713 1963 0,'7'9'0'0,"3"10"0"0,-4 2 0 0,1 5 0 15,-5 4 0-15,-2 13 0 0,0 3 0 0,0 6 0 0,0 0 205 0,0 1-90 0,0-2-41 0,0-1-512 16,0 3 235-16</inkml:trace>
  <inkml:trace contextRef="#ctx0" brushRef="#br0" timeOffset="-119381.45">944 16761 360 0,'-6'0'0'0,"1"-5"0"0,2 3 0 0,0-3 0 0,-1 0 0 0,1-1 0 0,-2 1 0 0,2-1 0 0,1 1 86 0,0-2-27 0,-1 2 0 0,3 1 65 15,-2 0-46-15,2 1-15 0,0 1-7 0,0-1 78 16,0 2-51-16,0 1-25 16,0 0 0-16,0-2 24 0,0 1-9 0,0-2-40 15,0 0 68-15,5-1-34 0,1 0 0 0,2 0-26 16,-2-3 55-16,4 1-31 0,-2 1-1 0,0 1-31 15,-2-2 42-15,2 3-13 0,0-1-8 0,-2 0 11 16,1 0-32-16,-1 0 0 0,2 1-1 0,-2 1 13 16,2-1-12-16,-1 1-1 0,2-1-1 0,-1 1 1 15,2 1 1-15,-2-1 8 0,2 0-24 0,0-1 15 16,0 2 1-16,1-1 0 0,-2 0-18 0,1 1 24 16,-1 1-7-16,1 0-28 0,1 0 0 15,-2 0 22-15,1 0 3 0,0 0-12 16,2 0 10-16,-1 0-2 0,1 0 4 0,3 0-5 15,0 0 1-15,-1 0 5 0,2 0 10 0,1-2-16 16,-2-1 2-16,4 2 16 0,-1-1-15 0,5 0 6 16,-3-1-7-16,2-1 7 0,1 0-5 0,-1-1 3 15,5 4-7-15,-6 0 11 0,5-2-7 0,-6 3 2 16,5 0-42-16,-3 0 39 0,-2 0 0 16,3 0 4-16,4 0-22 0,-3 0 14 0,1 0 2 15,-2 0-5-15,1 0-25 0,-2 0 1 16,6 0 26-16,-4 0-30 0,0 0 27 0,-2 0-5 15,5 0 24-15,-6 4-18 0,3-3-2 0,3 2-3 16,0-3 19-16,0 0-17 0,-4 0 6 0,7 0-5 16,-1 0-13-16,-1 0 14 0,3 0-1 0,-4 0-38 15,0 0 42-15,5 0-4 0,-5 0 0 0,6-3-36 16,-1 2 34-16,-2 0-4 0,-1-2-15 0,4 1 14 16,-3 2 2-16,-1-1-6 15,4-1 19-15,-1 0 145 0,0-1-171 0,4 2 0 16,-1-3 0-16,-2 1 0 0,4-1 0 0,-2 1 0 15,-2-3 0-15,4-1 0 0,-1 2 0 0,4 0 0 16,-1-1 0-16,-2 1 0 0,1 0 0 0,0 2 0 16,-2-1 0-16,1 3 0 0,1-2 0 0,0 1 0 15,-1 0 0-15,1 0 0 0,-1 2 0 0,2 0 0 16,-1 0 0-16,-1 0 0 0,-2 0 0 0,0 0 0 16,3 0 0-16,-9-1 0 15,2 1 0-15,-7 0 0 0,0 0 0 0,-4 0 0 16,-5 0 0-16,-4 0 0 0,-2 0 0 0,-4 0 0 15,-2 0 0-15,-1 0 0 0,-2 0 0 0,0 0 0 16,0 0 0-16,0 0 0 0,-5 0 0 0,-9-3 0 16,-1 0 0-16,-3-2-366 0,-7 1 168 0,2-2 89 15,0 4-766-15,-7 2 426 0,2 0 208 0</inkml:trace>
  <inkml:trace contextRef="#ctx0" brushRef="#br0" timeOffset="-117705.46">2403 17255 386 0,'0'-6'0'0,"0"2"0"0,-2 0 0 0,2 0 0 0,-1-2 0 0,-2 1 0 0,1-2 33 0,2 1-1 0,-3-1 52 0,1 2-25 16,2-1-1-16,-1-1-17 15,1 5 53-15,-3-3-31 0,3 2 1 0,0 0-31 16,-3 2 54-16,3-1-19 0,-5 2-8 0,3 0-6 15,-3 0 0-15,-1 3-21 0,-1 10-1 0,-3 7-10 16,2 6 10-16,-2 2 1 0,1 6 33 0,1 2-33 16,0 1 0-16,4 2 8 0,3-4 4 0,1 2-12 15,0-1-1-15,0-5 1 0,1 2 19 16,7-5-19-16,4-2-1 0,5 1-3 16,2-5 4-16,-1-3 0 0,-1-3-14 0,5-1 14 15,-3-3 0-15,3-3 0 0,-2 0-24 0,0-5-1 16,-1-1 27-16,-3-3-10 0,3 0-29 0,-6 0 0 15,3 0 26-15,-4-9 4 0,2-6-33 0,-1-5-13 16,-3-2 41-16,-2-5-33 0,-2-1-4 0,-4-2 33 16,1-2-4-16,-3-2-59 0,0 0 28 0,0-3-1 15,-5 2-22-15,-7-9 22 0,2 10-7 0,-3-2 16 16,-3 1-75-16,2 3 32 0,-3 6 22 16,0 3 0-16,2 7-5 0,-4 2 8 15,0 7 10-15,-2 2 44 0,2 5-22 0,-3 0-3 16,1 3 29-16,-2 12-19 0,3 0 0 0,5-1-14 15,0 4 27-15,3 0-7 0,2-1-2 0,2-2 4 16,6 0 61-16,2-1-30 0,0-1-20 0,0-2 15 16,2 0 5-16,6-2 5 0,5-2-39 0,3 4-4 15,1-5 7-15,-1-1 9 0,3 1-1 16,-1-3-144-16,2-1 65 0,-5 0 31 0,5-2-110 0,-4 3 59 16,-3-3 37-16,1 0-1 15,-3 0-316-15,-1 0 148 0,-2 0 85 0,-1 2 44 16,-2 0-270-16</inkml:trace>
  <inkml:trace contextRef="#ctx0" brushRef="#br0" timeOffset="-117269.04">1927 17333 987 0,'0'0'0'0,"0"0"0"0,-3 0 0 0,0 0 0 0,1 0 0 0,-3 7 0 0,2-2 0 0,-2 2 0 0,0 1 0 0,2 1 97 0,0 3-24 16,-3 0-66-16,1 3-1 0,0-1 27 0,-3 0 0 15,2 2-85-15,-5-1 51 0,3 0 12 0,-4-2 1 16,0 0-38-16,-1-3 29 0,1-1 0 0,4-4-6 16,-5 3 62-16,4-4-76 0,1-2 32 0,1 1 165 15,1-1-81-15,2-2-35 0,3 2 198 16,-2-2-114-16,3 0-57 0,0 2-30 16,0 2 31-16,4-1-21 0,8 5-8 0,1-3-30 15,1 1 60-15,2 1-30 0,-2-1 0 0,4 2-22 16,-1-2-36-16,-1-1 0 0,0 1 28 0,-2-3-146 15,0 4 73-15,-4-4 44 0,4 1-162 0,-5 0-137 16,0-1 120-16,0 3 85 0,-3 1-417 0,1-1 229 16,-4 2 127-16,-2-1 59 15</inkml:trace>
  <inkml:trace contextRef="#ctx0" brushRef="#br0" timeOffset="-117084.16">1741 17799 1101 0,'-6'0'0'0,"1"6"0"0,3-3 0 0,1-1 0 0,1 0 0 0,0 2 0 0,1-2 245 0,9 0-98 16,7 4-61-16,2-5 264 0,1 3-158 15,5 1-18-15,-3 1-70 16,-1 0-28-16,3 0-8 0,-1 1-35 0,-1-1 0 0,-2 1-178 16,-1 2 90-16,-1-1 51 0,-1-1-394 0,-3 3 216 15,-1-5 107-15,-2 1-269 0,-4-2 174 0,0 0 7 0</inkml:trace>
  <inkml:trace contextRef="#ctx0" brushRef="#br0" timeOffset="-116409.54">663 17704 819 0,'0'0'0'0,"0"0"0"0,0 0 0 0,0 0 0 0,0-2 0 0,0 2 0 0,0 0 0 0,0-3 0 0,3 1 200 16,8 1-84-16,1-3-42 0,5 0-20 0,-4 1 109 15,4-3-69-15,1 3 9 0,-1-3-35 16,2 2-1-16,-3 0-34 0,0 0 43 0,0 2-43 0,-1 1 0 16,0-1-1-16,-1 0-13 0,-1 0 14 15,-3 2 8-15,5 0-9 0,-7 0-51 0,5 0 26 16,-5 0 0-16,0 0 26 16,0 0-88-16,-2 0 39 0,-1 0 8 0,-2 0-110 0,2-2 58 15,-2 2 35-15,-1-2 5 0,-1 2-115 0,1-2 56 16,-2 1 34-16,3-1 3 0,-3-2-53 0,2-2 16 15,1-2 30-15,0 2-239 0,1 2 127 16,3-2 64-16,-1 1 33 0,4 2-238 16</inkml:trace>
  <inkml:trace contextRef="#ctx0" brushRef="#br0" timeOffset="-116163.93">1211 17541 853 0,'0'0'0'0,"-5"0"0"0,4 3 0 16,1-3 0-16,-2 0 0 0,2 0 203 0,0 0-85 0,0 2-43 15,0-2-21-15,0 3 138 0,2-1-83 0,11 2 55 0,0-1-66 16,5-1-32-16,-2 0-1 0,3 1-24 0,0-2-50 16,0-1 21-16,0 0-1 0,-1 0-111 15,-1 0 67-15,-1 0 41 0,-1 0-122 16,-2 0 74-16,0 0 36 0,-2 0 4 0,-4 0-332 0,1 0 141 15,-2 0 90-15,-2 0 9 0,-2 0-232 0,0 0 145 16,1 0 74-16,-3 0 27 0</inkml:trace>
  <inkml:trace contextRef="#ctx0" brushRef="#br0" timeOffset="-115776.95">1233 17692 1023 0,'0'0'0'0,"0"0"0"0,0 0 0 0,0 0 0 0,0 0 0 0,0 0 169 16,0 0-68-16,0 0 12 0,0 0-32 0,5 0-9 0,7 2-39 16,0 1 0-16,-1 4 52 0,6 0-26 0,-4 2 8 15,1 1-121-15,-1 1 43 0,3 1 22 16,-5-2-146-16,-1 1 84 0,-1 5 50 0,-3-1 12 16,-4 0-167-16,-2 1 89 0,0 2 17 15,0 0 28-15,-10 0-23 0,-5-2-21 0,-3 1-1 0,1-5 33 16,-4-2-9-16,2-2 14 0,0-2 114 15,0-5-53-15,3-1-29 16,-1 0 1-16,5 0-22 0,3 0-13 0,-2-1 276 0,6 0-124 0,2-4-40 0,1 3 199 16,2 0-111-16,0-2-60 0,0 1-11 15,3-2-33-15,11-1 0 0,4 2 38 16,1-1-35-16,5 0 9 0,-3 1-44 16,2 2 56-16,-1 1-28 0,7 1 0 0,-8 0-28 15,1 0 8-15,0 0-81 0,-1 0 37 0,-2 0-173 16,0 1 104-16,-5 4 53 0,0-5-323 15,-2 1 172-15,-4 1 86 0,1-2 24 0,-3 0 27 0,-1 0-216 16,-2 0 101-16,1 0 61 0,-3 0-268 0,1 0 160 0,1-6 82 16,-3-6 40-16</inkml:trace>
  <inkml:trace contextRef="#ctx0" brushRef="#br0" timeOffset="-115503.95">1119 17113 1208 0,'-16'-5'0'0,"13"3"0"0,3 2 0 0,0 0 0 0,0 0 0 0,9 0 0 0,7 0 0 0,5 0 147 0,4 0-58 0,4 0-27 0,6 0 7 15,3-1-36-15,0-2 95 0,0-2-48 16,0 1-23-16,-3-2-19 0,0 3 3 0,-6 1-9 0,-6 0-67 15,-1 0 33-15,-2 2 1 0,-3 0-155 16,-7 0 102-16,-1 0 40 0,-4 0 23 16,-2 0-357-16,0 0 153 0,-3 0 94 0,0 0 3 0,-6 4 41 15,-5 4-243-15,-7-3 134 16</inkml:trace>
  <inkml:trace contextRef="#ctx0" brushRef="#br0" timeOffset="-115329.99">1243 17116 689 0,'0'7'0'0,"7"5"0"0,-4 0 0 0,1 6 0 0,-1 0 122 0,-1 1-45 0,-2 3 265 15,0 1-159-15,1 0-75 0,-1 0-38 0,2 1-2 16,-1 2 1-16,1-6-28 0,-2 4-202 0,2-3 97 16,1-6 49-16,-3 3 24 0,0-7-1 0,3-1-351 0,-3-3 179 15,0-4 92-15,0-1-332 0,3-2 193 0</inkml:trace>
  <inkml:trace contextRef="#ctx0" brushRef="#br0" timeOffset="-115158.06">1360 17147 1056 0,'5'-6'0'0,"2"3"0"0,-2 2 0 0,0 1 0 0,-3 0 0 0,1 0 0 0,-1 4 0 0,-1 10 179 0,1 3-65 0,1 2 173 15,-1 7-127-15,1-2-63 0,0 5-103 16,-2-1 0-16,1-2 47 0,1 4-8 0,2-3-9 15,0-7 9-15,0 2-337 0,1-2 168 0,0 0 93 16,2-5-203-16,-3-1 140 0,0-1 40 0</inkml:trace>
  <inkml:trace contextRef="#ctx0" brushRef="#br0" timeOffset="-114638.02">2994 17195 528 0,'-10'-9'100'0,"0"6"-50"15,9 3-25-15,-4 0-47 0,1 0 12 0,0 3 0 16,0 2-2-16,-3 5 266 0,2-2-110 0,-1 3-56 15,0 3-27-15,-1 1 12 0,1 2 9 0,-6 0-109 16,2 2 31-16,-1 3-1 0,-3-5 30 16,1 0-51-16,2-5 34 0,-2 3-9 0,0-7 26 15,1 0 33-15,2-1-34 0,-1-3-8 0,3 0 13 16,-2-3 105-16,4 2-56 0,-1-3 152 16,6 2-103-16,-3-2-51 0,4 0-17 0,0 0-9 0,0 0 6 15,0 3-31-15,0 1 0 0,12 3 0 0,-1 0 3 16,8 2-3-16,-4 1-1 0,7-2-109 15,-2 4 55-15,0-2 36 0,6 4-113 16,-5-1 65-16,3 0 34 0,-3 1 5 0,-6 0-430 0,5 1 183 16,-6 3 116-16,-1 1 15 15,-1-2-386-15,-2 1 232 0</inkml:trace>
  <inkml:trace contextRef="#ctx0" brushRef="#br0" timeOffset="-114447.56">2830 17730 1714 0,'-11'0'0'0,"5"1"0"0,-1 1 0 0,6-2 0 0,-2 0 0 0,1 0 0 0,2 0 0 0,0 3 269 15,0-1-118-15,10 3-59 0,4 1 208 0,5-1-125 16,3 2-76-16,0 2-136 0,2 0 35 0,0 2 0 16,1-2 35-16,-6 0 8 0,8 3-391 0,-4-3 192 0,-4 0 95 15,1 2-520-15,-2 0 264 0,-1-1 156 0,1-2-1 16,-4-3-136-16</inkml:trace>
  <inkml:trace contextRef="#ctx0" brushRef="#br0" timeOffset="-114226.89">3302 17412 1451 0,'-16'-11'0'0,"12"11"0"0,3 0 0 0,1 0 0 0,0 0 0 0,0 0 0 0,0 0 0 0,0 0 363 15,1 0-157-15,12 4 57 0,8 1-116 16,1 0-57-16,4-4-28 0,1 0-41 0,-2 2 20 16,7-1-8-16,-5-2 0 0,3 0-209 0,-5 0 104 0,-2 0 61 15,-1 0 18-15,-3 0-353 0,-3 0 188 16,-6 0 50-16,2-2-472 16,-7 2 259-16,-2 0 148 0,-3 0 70 0</inkml:trace>
  <inkml:trace contextRef="#ctx0" brushRef="#br0" timeOffset="-113893.42">3307 17643 1384 0,'-13'2'0'0,"8"2"0"0,0-2 0 0,3-2 0 0,2 0 0 0,0 0 0 0,0 0 0 0,13-2 0 0,4 0 89 0,3-3-20 16,7 0-8-16,-8 4 98 0,5 1-63 0,-4 0-31 15,1 4-1-15,-3 9-133 0,-1 4 47 0,-9 7-190 16,-2 0 122-16,-4 4 62 0,-2 0 30 0,0 3-179 15,-6-5 74-15,-9 1 56 0,-4-7-15 16,1-6 6-16,-5 0-21 0,4-4 18 0,-6 0 182 16,4-5-78-16,-2-1-41 0,3-2 1 0,1-1 337 15,3-1-175-15,5 0-60 16,3 0-52-16,2 0 338 0,1 0-181 0,3 0-89 16,2 0-37-16,0 0 49 0,7 0-51 0,10 0-25 15,7 0 5-15,2 0-31 0,5 0 8 0,0 0-8 16,3 2-35-16,1 2 1 0,1-3 33 0,1 1-239 15,-3 0 127-15,0 2 53 0,-3-2-416 0,-6 1 195 0,-3-1 118 16,0 1 12-16,-6-1-332 0,3-2 213 16,-8 0 102-16,-2 0 51 0,0 0 26 0,-3 0-300 15</inkml:trace>
  <inkml:trace contextRef="#ctx0" brushRef="#br0" timeOffset="-113630.13">3192 16945 716 0,'-22'-10'0'0,"10"8"0"0,7 1 0 0,3 1 0 0,-1 0 297 0,3 0-124 16,0 0-75-16,3 0 123 0,17 0-94 0,4 0-47 15,8 0-24-15,4 0 74 0,9 0-53 0,-2 0-22 0,-2 0 0 16,-4 0-60-16,2 0 38 0,-2 0 8 15,-1 0-128-15,-4-2 60 0,-8-1 30 16,-1 0-284-16,-5 2 156 0,-5-2 81 0,-5 2 33 16,-3-1-25-16,-4 2-321 0,-1 0 142 15,0 0 92-15,-13 0-41 0,-4 0 69 0,-8 0 32 0</inkml:trace>
  <inkml:trace contextRef="#ctx0" brushRef="#br0" timeOffset="-113476.53">3276 16955 1393 0,'-8'3'0'0,"5"0"0"0,1-1 0 0,2 0 0 0,0 2 0 0,0 0 0 0,0 2 0 0,0 3 0 0,0 4 0 0,5 1 198 0,3 1-83 0,2 9-41 0,-2 0 39 0,-2-2-32 0,4 9-8 15,-1-3-40-15,-3-1-283 16,1-2 142-16,-1 0 70 0,0-3-416 0,1-3 236 16,-1-3 121-16,-1-5 19 0</inkml:trace>
  <inkml:trace contextRef="#ctx0" brushRef="#br0" timeOffset="-113322.95">3478 16976 989 0,'0'0'0'0,"0"0"0"0,1 0 0 0,1 0 0 0,-2 6 0 0,0 7 0 0,0 4 68 0,0 6-27 0,0 5-8 16,0 2 0-16,0 6 0 0,0 0 397 0,2 8-198 15,-1-8-92-15,6 9-399 0,0-5 146 0,0-1 73 0,1 0-234 16,3 1 151-16</inkml:trace>
  <inkml:trace contextRef="#ctx0" brushRef="#br0" timeOffset="-113136.45">4275 17978 2005 0,'-22'-10'0'0,"18"10"0"16,4 0 0-16,0 0 0 0,0 0 0 0,0 0 88 0,-1 0-27 0,-2 0-1 0,3 0 2 0,0 0-29 15,0 0 0-15</inkml:trace>
  <inkml:trace contextRef="#ctx0" brushRef="#br0" timeOffset="-104362.21">18154 14050 1437 0,'-1'-2'0'0,"-1"1"0"0,2 1 0 0,0 0 0 0,0 0 0 0,0 0 0 0,0 0 0 0,3 0 0 0,9 0 161 15,1 0-65-15,1 0-31 0,2 0 83 0,0 0-62 16,0 0-27-16,0 0 1 0,-2 0-54 0,0 0 27 16,-5 0 7-16,2 0-98 0,-1 0 46 0,-5 1 22 15,1-1 0-15,-1 2-234 0,-1 0 137 0,0 3 41 16,-2-2-420-16,0 5 197 0,0 3 124 0</inkml:trace>
  <inkml:trace contextRef="#ctx0" brushRef="#br0" timeOffset="-104160.9">18161 14360 1892 0,'-10'8'0'0,"3"-3"0"0,3-1 0 0,2-2 0 0,-1 0 0 0,1-2 0 0,2 0 0 0,0 0 0 0,7 0 177 0,7 0-72 0,9 0-36 0,-2 0 312 16,6 0-178-16,-3 2-85 0,-4 1-28 0,5-2-29 15,-2 3 0-15,-1-1-20 0,0 1-215 0,-1-1 104 16,-1 2 51-16,-6-1 26 15,-3-2-369-15,1 0 206 0,-5-1 74 0,-3-1-246 16,1 0 90-16,-3 0 107 0,0 0 25 0</inkml:trace>
  <inkml:trace contextRef="#ctx0" brushRef="#br0" timeOffset="-103610.25">18751 14224 688 0,'-12'-8'0'0,"1"-1"0"0,2 2 0 0,1-6 0 0,-2 0 0 0,3-2 0 0,-2-3 218 0,4-3-97 0,0-1-44 0,3-3 149 16,2 0-96-16,0 2-49 0,4-1-16 0,8-2 44 16,2 2-38-16,3 3 0 15,2 1 45-15,2 1-42 0,-4 5-12 0,3 5-8 16,1-2 14-16,2 5 0 0,0 5-35 0,0 1 0 15,-4 0-17-15,4 7 17 0,-3 9-1 0,-2 2-40 16,-4 4 0-16,0 5 41 0,-5 3 8 0,-5 4-65 16,-3 7 26-16,-1 1 1 0,0 1-20 0,-5 1 20 15,-8-3-17-15,-6 5 7 0,0-6-43 0,-1-2 30 16,1-9 6-16,-8 1 0 0,1-6-23 0,0-3 14 16,0-4 0-16,-1-4 120 0,3-2-50 15,3-5-22-15,3 0 240 0,6-2-121 16,1-1-63-16,5-3-19 0,3 2 135 0,1-2-81 15,0 0-34-15,2 0-29 0,6 4 72 0,15 0-46 16,2-1-23-16,4-1-1 0,3 2 100 0,2-1 32 16,3 2-187-16,-1-3 0 0,2-2 0 0,0 0 0 15,-1 0 0-15,-1 0-252 0,-2 0 158 0,-4 0 64 16,1 0-321-16,-5-2 141 0,-2 0 104 0,3-1-6 16</inkml:trace>
  <inkml:trace contextRef="#ctx0" brushRef="#br0" timeOffset="-100930.45">19684 13791 788 0,'0'-2'0'0,"0"-1"0"0,0-4 0 0,2-3 0 0,1-3 0 0,1-3 0 0,2 2 0 0,-2-5 63 0,0 1-1 15,-3-1 12-15,1-1-20 0,0 0 7 0,-2 2-28 16,0-3-10-16,0 0 9 0,0 2 1 0,0-2-36 15,-2 1 44-15,-5 1-8 0,0 3 0 0,-3-1-22 16,0 5 0-16,0 1 22 0,-4 3 47 0,-1 3-47 16,2 1 0-16,-2 2-10 0,-2 2 46 0,0 0-40 15,2 2 10-15,-2 7-8 0,4 2 11 16,0 1-6-16,1 3-4 0,3 0 1 0,0 2 43 16,-1 5-8-16,4 0-35 0,3 5 40 15,-1 3 0-15,2 9-40 0,2-1 30 0,0 11 15 16,0 0-22-16,0 4-1 0,0 3 50 0,0 2-37 15,2 2 9-15,5 8-45 0,-1-6 12 0,2 3-12 16,-1-1 1-16,1-2 0 0,-3-10-14 0,3 6-9 16,-2-5 23-16,-1-3-63 0,-1-4 32 0,-2 0-1 15,0-9 40-15,-2 1-81 0,0-2 19 0,0-5 22 16,-6-2-57-16,-1-10 29 0,-5-1 6 16,1-5 0-16,-4-4-169 0,0-4 92 15,0-5 37-15,-2 0 22 0,0 0-152 0,2-9 83 16,4-4 22-16,-1-1-291 0,5-4 172 0,2 0 79 15,3-3-271-15,2 1 182 0,0-5 92 0</inkml:trace>
  <inkml:trace contextRef="#ctx0" brushRef="#br0" timeOffset="-100764.92">19646 14491 981 0,'13'0'0'0,"-3"3"0"0,-1-3 0 0,-1 2 0 0,-3-2 0 0,0 0 0 0,-2 0 0 0,1 0 515 0,3 0-241 15,0 0-121-15,4 0 167 0,-1 0-148 0,1 0-70 0,1 0-34 0,1 0-67 16,1 0 32-16,0 0 7 0,-3 0-341 0,3 0 166 16,-1 0 84-16,2 0 42 0,-2 0-574 0,2-2 314 15</inkml:trace>
  <inkml:trace contextRef="#ctx0" brushRef="#br0" timeOffset="-100587.47">20080 14422 1408 0,'7'4'0'0,"5"2"0"0,-3-6 0 0,2 2 0 0,3-2 0 0,2 0 0 0,4 0 326 0,4 0-147 0,-2 0-65 15,8-2 207-15,-3-4-144 0,-1 2-72 0,0 0-36 16,-3 0-248-16,-1-2 115 0,-3-1 44 0,-1 6 26 16,-8-1-528-16,0 1 276 15,-5 1 146-15,-3 0 61 0</inkml:trace>
  <inkml:trace contextRef="#ctx0" brushRef="#br0" timeOffset="-100293.08">20161 14601 618 0,'-12'0'0'0,"5"3"0"0,2-2 0 0,3-1 0 0,0 0 0 0,0 0 449 0,2 0-200 0,0 0-113 16,4 0 29-16,10 0-66 0,6 0-33 0,-4-1 0 0,3 1 80 15,-2 0-60-15,-2 0-27 0,1 0 0 16,-6 9-191-16,-4-1 82 0,-2 5 49 0,-4 1-226 15,0 1 130-15,0 3 65 0,-11-4 32 0,-5 1-128 16,2-4 38-16,-4 0-8 0,2-3 40 0,-1 0 56 16,0-5-29-16,2 1-13 0,4-2 339 0,2-2-153 15,0 0-80-15,6 0-11 0,-1 0 386 0,4 0-184 16,0 0-103-16,0 0-62 0,4 0 53 16,13 0-54-16,3-2-27 0,3 1-61 15,-2-3 8-15,7-2 25 0,0 2-70 0,-8 1 35 16,9-2 0-16,-8 2 36 0,0-1-316 0,-3 0 125 15,-1-1 91-15,-6 3-26 0,-2-1-492 0,-1 2 275 16,-2-1 131-16,-4 1-332 0</inkml:trace>
  <inkml:trace contextRef="#ctx0" brushRef="#br0" timeOffset="-100091.66">20050 14025 1293 0,'-5'-6'0'0,"5"3"0"0,0 2 0 0,1 1 0 0,10-1 0 0,7-1 0 0,3-2 0 0,2 0 424 0,7 0-188 0,2-1-105 0,2 1 84 15,1 0-91-15,-3 3-45 0,-2-2-24 0,-7 0-226 16,4 2 97-16,-6 1 54 0,-7 0 26 16,-4 0 0-16,-2 0 27 0,-7 0 8 15,-1 1-1029-15,0 7 450 0</inkml:trace>
  <inkml:trace contextRef="#ctx0" brushRef="#br0" timeOffset="-99944.8">20123 14071 688 0,'-7'0'0'0,"5"0"0"16,2 2 0-16,0 2 0 0,0 2 0 0,0 2 123 0,0 4-37 0,0 1-31 0,0 4 0 16,0 2 257-16,2 0-140 0,0 1-69 0,3 2-22 15,0-2-8-15,2-1-40 0,0-2-395 0,-1-2 197 16,4-6 99-16,-3-4 58 0</inkml:trace>
  <inkml:trace contextRef="#ctx0" brushRef="#br0" timeOffset="-99805.18">20252 14091 1168 0,'1'-2'0'0,"3"2"0"0,-2 0 0 0,0 2 0 0,-2 10 0 0,0 5 0 0,0 2 0 0,0 7 430 0,0-5-190 15,0 9-108-15,0-2 23 0,0-2-62 0,1-3-29 0,1 2-1 16,0-4-246-16,2-5 104 0,-2-5 56 0,1-1 27 15,-1-3-558-15,0-4 287 0</inkml:trace>
  <inkml:trace contextRef="#ctx0" brushRef="#br0" timeOffset="-99557.33">19942 13389 774 0,'-14'-12'0'0,"12"8"0"0,0 2 0 0,2 0 0 0,0 1 0 0,0-2 450 15,0-1-208-15,11 1-105 0,10-4-52 0,6 3 154 16,5-2-108-16,-1 2-48 0,5 1 1 0,-2 2-25 16,-1 1 0-16,-4 0-18 0,4 0-60 0,-4 1 26 15,-5 8 0-15,-3-5-261 0,-3 3 143 16,0 0 80-16,-7 0 28 0,-4 0-537 0,-1 2 266 0,-4 0 63 15,-2 0 90-15</inkml:trace>
  <inkml:trace contextRef="#ctx0" brushRef="#br0" timeOffset="-99263.11">20063 13530 1274 0,'-11'0'0'0,"4"3"0"0,1-2 0 0,4-1 0 0,2 0 0 0,0 0 0 0,0 0 0 0,6 2 0 0,8 0 171 16,6-2-69-16,1 2-26 0,0-1 76 0,0 4-59 0,0-1-31 0,-2 1-2 15,-4 1-1-15,-6-1-18 16,0 3-8-16,-5 1-166 0,-1 3 83 0,-3 2 42 16,-5 3 20-16,-6-3-174 0,-10 3 81 0,7-4 55 15,-7 0-154-15,1-1 62 0,-1-6 55 0,0 0 99 16,2-2-41-16,0-2 0 0,4 0-27 0,6-2 143 16,0 0-72-16,3 0-28 0,4 0 1 0,1 0 358 15,1 0-149-15,1 0-100 0,12 0-1 0,8 0-34 16,5 0-26-16,0 0 0 0,6 0-50 0,1 0 23 15,0 0 8-15,-1-4-8 16,0 0-217-16,-4-2 109 0,-6 3 54 0,1 0-199 16,-4-2 94-16,-4 1 69 0,-6 3-23 0,1-4-472 15,-5 2 259-15</inkml:trace>
  <inkml:trace contextRef="#ctx0" brushRef="#br0" timeOffset="-99061.65">19992 12934 1181 0,'-6'-8'0'0,"6"4"0"0,0 0 0 0,0 0 0 0,11-1 0 0,8 0 222 0,1-3-99 16,7 2-45-16,1 2 95 0,4 1-70 0,0-1-35 16,1 2 8-16,-4 0-51 0,1 2 8 0,-2 0 0 15,-7 0-237-15,0 4 119 0,-4 6 67 16,-4-1-396-16,-5 2 211 0,-5 0 106 15,-1 2 52-15,-2 2-403 0</inkml:trace>
  <inkml:trace contextRef="#ctx0" brushRef="#br0" timeOffset="-98909.06">20096 12916 427 0,'-7'0'0'0,"2"6"0"0,3 4 0 0,-2 0 0 0,-1 3 0 0,1 3 0 0,1 3 375 0,-2 0-171 0,1 2-86 15,3 3 139-15,1-1-103 0,0 0-66 0,0 0-265 0,0 0 105 0,0-3 52 16,5-3 27-16,7-4-465 16,-3-1 232-16</inkml:trace>
  <inkml:trace contextRef="#ctx0" brushRef="#br0" timeOffset="-98773.91">20210 12969 1030 0,'0'-4'0'0,"0"1"0"0,0 3 0 0,0 0 0 0,0 0 0 0,0 11 0 0,0 2 0 0,-2 4 0 0,2 2 173 0,0 5-70 0,0 2-35 16,0 2-62-16,0-5 35 16,2 8-8-16,8-3-363 0,-1-1 181 0</inkml:trace>
  <inkml:trace contextRef="#ctx0" brushRef="#br0" timeOffset="-97905.73">20839 13807 945 0,'-1'-10'0'0,"-4"1"0"0,1 0 0 0,-1-5 0 0,1 1 0 0,-3-2 0 0,1 2 0 0,-2-4 94 0,-1 5-31 0,2 0 0 0,-2 4 6 16,-3 1-7-16,1 4-29 0,-1 3 0 0,-1 0-10 15,-1 12 18-15,-4 11-8 0,3 3-1 0,-1 6 53 16,3 1-26-16,-3 9-1 0,7-7 26 0,4 2-29 16,2 0-1-16,3-2 44 0,0-4-33 0,3-3 0 15,6-6-24-15,7 0-35 0,-2-6 1 0,4-3 26 16,1-6-1-16,-1-3-137 15,2-4 77-15,4-2 26 0,-3-11-204 0,-1-9 100 0,1-4 61 16,-2-6 3-16,0-2-184 0,-2-11 88 16,-3 1 57-16,0-5-2 0,-3-13-12 0,0-2 31 15,1-6-8-15,-3-19-45 0,0 3 42 0,1 13 21 16,-3-6 0-16,-1 9-33 0,-4 18 19 0,-1 9 9 16,-1 5 26-16,0 15 197 0,0 9-99 15,-9 2-48-15,0 11 355 0,-3 1-189 0,-2 10-97 0,0 17 105 16,1 13-89-16,1 4-2 0,2 10-9 0,-1 18 128 15,3-3-93-15,2 7-46 16,2 2-24-16,1 5 108 0,3-2-58 0,0-6-40 16,0-4-1-16,0-5 22 0,5-14-28 0,5 3 1 15,-1-9-95-15,4-6 29 0,1-4 1 0,-3-14-184 16,2-5 110-16,0-8 56 0,4-9 33 0,2 0-169 16,-2-21 55-16,3-13 55 0,-1-4-22 0,-1-3-200 15,0-4 104-15,1-4 72 16,-1 2 31-16,-1-1-106 0,-4 7 69 0,-1 3 34 15,-1 1 50-15,-4 8 8 0,0 6-24 0,-6 9 265 16,1 2-132-16,0 6-66 0,-2 4-42 0,0 2 207 16,0 5-78-16,-5 22-68 0,-7 6 21 0,4 6 242 15,3-2-125-15,1 15-84 0,4-7-37 0,0 1 127 16,0-1-82-16,2-8-33 0,11 1 4 0,2-2-26 16,4-8-1-16,0-3-158 0,2-9 65 0,-1-6 42 15,6-7-8-15,-1-3-87 0,-1-2 61 0,0-19 29 16,-1-1 0-16,0-6-265 0,-4-5 92 0,-3-1 83 15,0-9-19-15,-5 1-96 16,-4-5 85-16,-5 6 33 0,0-13 31 0,-2 8-66 16,-4-1 44-16,-9 2 21 0,-4 3 50 0,-1 7-37 15,-11-1 8-15,3 14 179 0,-4 1-90 0,-4 10-45 16,-1 5-21-16,0 6 155 0,1 0-58 0,2 7-52 16,4 8 376-16,6 5-195 0,9-4-67 0,2 7-50 15,5 3 96-15,6 0-81 0,0-1-40 0,9 1-34 16,11 1-7-16,1-5 8 15,9-1-8-15,2-3-250 0,2-4 125 0,4-3 63 16,-2-4 30-16,1-3-215 0,1-2 96 0,-7-2 72 16,1 1-36-16</inkml:trace>
  <inkml:trace contextRef="#ctx0" brushRef="#br0" timeOffset="-97476.75">22107 13478 991 0,'-7'-21'0'0,"2"2"0"0,1 1 0 0,1-5 0 0,-4-1 0 0,1-1 0 0,-4 1 0 0,5 3 0 0,-4-2 207 15,-2 5-87-15,-1 1-43 0,-1 4-23 0,-1 4 52 16,-2 4-28-16,0 2-8 0,0 3 69 0,-3 0-53 16,-1 6-27-16,1 8 138 0,1 3-74 0,0 10-49 15,-1 1-20-15,4 2 186 0,2 4-103 0,4 2-52 16,0 1-18-16,5 10 222 0,1 0-128 0,3 2-64 16,0 4-32-16,3-3 106 0,8 3-60 0,0-1-44 15,2 1 103-15,0-4-170 0,1 1 0 16,-1 1 0-16,-3-1 0 0,1 3 0 0,-6-2 0 15,-1 2 0-15,-3-5 0 0,-1 1 0 16,0-9 0-16,0-1 0 0,-10-1 0 0,-6-5 0 16,-2-4 0-16,-7-3 0 0,-1-8 0 0,-4-2 0 15,-4-5 0-15,2-4 0 0,0-2 0 0,2-4-624 16,6-1 290-16,-3 0 156 0,6 0 72 0,5-7-647 16,2-5 361-16,9-2 179 0</inkml:trace>
  <inkml:trace contextRef="#ctx0" brushRef="#br0" timeOffset="-97007.06">22217 14302 1031 0,'0'-1'0'0,"-2"-2"0"0,2 2 0 0,-1 1 0 0,-3 0 0 0,0 0 0 0,-3 0 0 0,2 8 200 0,-4 8-83 0,2 5-42 0,3 2 174 15,-1 3-108-15,3 4-45 16,2-1-37-16,0 2 154 0,2-3-91 0,7 0-36 16,5-6-31-16,0-2 57 0,4-4-43 0,0 0-1 15,1-9-107-15,-1-4 35 0,1-3 1 0,1 0-28 16,0-5 29-16,-1-14-1 0,-5-4 36 0,0-5-181 16,-7 0 59-16,-1-6 60 0,-4 0-27 15,-2-2-142-15,0-1 62 0,-13 2 58 0,-3 3 4 0,-4 4 12 16,-4 3 9-16,-1 8 20 15,-3 4 118-15,1 7-59 0,-1 5-30 0,6 1 27 16,-1 0-13-16,6 4 0 0,4 5 0 0,6 2-50 16,3 2 50-16,4 3-22 0,0-3 41 0,2-1-425 15,11 0 182-15,4-3 93 0,2-3-310 0</inkml:trace>
  <inkml:trace contextRef="#ctx0" brushRef="#br0" timeOffset="-96747.33">22319 13046 1561 0,'0'-8'0'0,"0"7"0"0,0 1 0 0,0 0 0 0,0 11 0 0,0 10 0 0,0 10 0 0,0 7 360 0,0 6-164 0,4 4-82 16,0 2 193-16,-3 3-25 0,1 3-125 0,2-1-61 15,-2 1-295-15,1 1 117 0,2-2 65 0,0-2-817 16,1 0 426-16</inkml:trace>
  <inkml:trace contextRef="#ctx0" brushRef="#br0" timeOffset="-93279.9">22897 13487 818 0,'-5'-2'0'0,"1"1"0"0,4-1 0 0,-2 2 0 0,0 0 0 0,2 0 0 0,0 0 0 0,0 0 0 0,0 0 0 0,0 0 102 16,0 2-35-16,2 7 84 0,5 2-51 0,2 3-38 16,-4 2 1-16,2 5 46 0,1 3-39 0,-3 1 1 15,2 3-30-15,-2 2 16 0,1 0 0 0,-3 0-24 16,1 0-1-16,-2 0 7 0,-1-3 2 0,1 3-9 16,-2-8-20-16,0 1 1 15,0-2 19-15,0-3-30 0,0-5 7 0,0-3 24 16,0-5 0-16,0-1-25 0,0-2-12 0,-3-2 32 15,1 0-13-15,-4-4 97 0,5-10-47 0,-1-6-1 16,2-4-69-16,0 0 34 0,0-1 14 0,5-5-13 16,7 3 30-16,3 3 0 0,-1 2-27 0,0 3 0 15,2 4 38-15,2 1-8 0,-1 4-30 0,-1 2-5 16,2 4 4-16,-4 1 1 0,-2 1 8 0,3 2-57 16,-6 0 24-16,3 0 1 0,-5 0 23 0,0 2-36 15,-1 1 7-15,-3-1 12 0,0 0-107 0,-1 0 46 16,0-2 31-16,-2 0-1 15,0 0-135-15,0 0 61 0,0 0 42 0,0 0-189 16,0-6 107-16,0-3 52 0,0 2 1 0,0-3-468 16,0 4 256-16</inkml:trace>
  <inkml:trace contextRef="#ctx0" brushRef="#br0" timeOffset="-92830.13">23635 13386 812 0,'0'-6'0'0,"0"3"0"0,0-1 0 0,0 2 0 0,0-1 0 0,-2 0 0 0,-8 2 0 0,0-2 90 0,-3 3-28 0,0 0 182 15,-3 4-110-15,-2 11-50 0,-1 2-26 0,3 6 153 16,-3 1-89-16,1 8-36 0,0 4-31 0,3 5 197 16,2-1-109-16,2-1-55 0,1-3-28 0,4 1 195 15,3 1-115-15,3-4-53 0,0-4-9 16,2-1-22-16,10-6-1 0,2 0-104 0,7-3 37 16,-3-1 22-16,5-4 0 0,0-1-403 15,0-4 213-15,-2-2 115 0,6-1-4 0,-6-3-680 16,2-3 358-16</inkml:trace>
  <inkml:trace contextRef="#ctx0" brushRef="#br0" timeOffset="-91553.7">23931 13629 509 0,'0'-13'0'0,"0"5"0"0,0-2 0 0,0-1 0 0,-2-2 0 0,0 0 84 16,0-1-17-16,-1 1-8 0,-3 2-27 0,0 0 131 16,-3 3-65-16,-1 1-33 0,0 3 63 0,-2 2-51 15,-3 2-23-15,-4 0 1 0,-2 2 50 16,1 13-35-16,-1 3 7 0,-2 3 49 0,3 6-47 0,-1 3-22 16,2 1-1-16,4-1 92 0,2 3-49 0,4-4-38 15,3 0 1-15,4-8 17 16,2 0-22-16,0 1-1 0,2-6 14 0,11-1-37 15,2-5 0-15,4-2 0 0,5-4-74 0,-1-4 37 16,0 0 8-16,7-2-139 0,-5-14 84 0,2 0 42 16,-3-5 5-16,-1 0-218 0,-6 1 96 0,2-6 62 15,-8 7-1-15,-1-2-20 0,-3 2 3 0,-5 2 27 16,0 4 44-16,-2 1-22 0,0 5 0 0,0 1 0 16,0 3 181-16,-9 3-90 15,-2 0-48-15,2 7 231 0,-1 10-112 0,-2 4-66 16,8-2-5-16,0-1 115 0,4 1-48 0,0-1-46 15,0 0-24-15,11-3-25 0,5-3 3 0,3-3 8 16,1-1-87-16,1-7 40 0,2-1 0 0,-3 0 39 16,0 0-164-16,0-3 67 0,-5-9 41 0,2-1-184 15,-6-4 102-15,-2 2 28 0,-1-4 33 0,-6 0-78 16,0-1 50-16,-2-5 9 0,0 2 0 0,-7 2 51 16,-2 1-21-16,-5 2-8 15,-5 2 48-15,2 4 0 0,-4 4-39 0,-5 0-1 16,5 7 184-16,-1 1-80 0,1 0-43 0,3 0 189 15,8 1-107-15,1 5-35 0,3 2-32 0,3-3 95 16,3 6-59-16,3-1-11 0,10-1-1 0,11-1-107 16,3-3 36-16,5 0 0 0,1-4-21 0,3-1 29 15,1 0 0-15,1 0 28 0,-2-1-225 0,-2-5 89 16,-2-2 55-16,-4 1-2 0,-8 1-114 16,-1 1 52-16,-4-2 45 0,-5 4 25 15,-5 1 10-15,-1 0-2 0,-3 0 3 0,2 2 224 16,-3 0-108-16,0 0-56 0,-13 0 186 0,-3 0-94 15,0 6-62-15,-1 5 7 0,2 1 162 0,0 1-80 16,2 0-61-16,5 0 4 0,4-4-29 0,4 6 0 16,0-3-28-16,0-2-84 0,14 0 38 0,0 1 23 15,5-1 0-15,1-2-145 0,-1 3 84 0,1-2 40 16,-6 0-242-16,0-1 109 16,-5 1 71-16,-3-1 6 0,-1-1-48 0,-3 2 8 15,-2 3 41-15,0-3 42 0,-11 1-9 0,-5-1 0 16,-2 2 0-16,-3-1 134 0,-2-1-62 0,5 0-36 15,-1-2-1-15,3 0 246 0,6-3-131 0,0 0-43 16,5-3 169-16,1-1-92 0,4 2-63 0,0-2-12 16,0 0-53-16,13 0 18 0,8 0-9 0,4 0-141 15,1-6 70-15,1-5 37 0,2-2 7 0,3-2-288 16,-1 0 151-16,-1-3 49 0,-1-2 47 0,-1 0-277 16,-2-2 135-16,-3 4 64 15,-2-1 61-15,-6 4-1 0,-3 3 22 0,-3 2-1 16,-4 2 63-16,-3 5-28 0,0 0 1 0,-2 2 208 15,0 1-122-15,0 0-61 0,-9 11-38 0,-5 9 321 16,3-2-152-16,0 4-29 0,5-1-54 0,0 2 83 16,6-1-54-16,0-1-41 0,0 0-55 0,4-5 0 15,10 1 24-15,2-3 0 0,3-3-123 0,2-2 57 16,1-6 33-16,4-1-93 0,1-2 63 0,-2 0 4 16,-6-3 31-16,6-11-318 15,-4 0 151-15,-3-6 44 0,0 2 48 0,-6-5-119 16,-2 2 69-16,0-8 48 0,-7 1-4 0,-1-6 22 15,-2-6-1-15,0-1-11 0,-7 4-8 0,-8-10 41 16,-2 9 0-16,-2 10-35 0,-6-1 35 0,-2 8 1 16,-1 9-9-16,-3 6 140 0,5 4-66 0,-3 2-33 15,5 0 1-15,6 8 270 0,-1 3-126 0,1 4-75 16,8-1 217-16,2 3-131 0,8-1-44 0,0 1-40 16,0 1 2-16,13 2-8 0,6-3-33 15,6-3-53-15,1 0 27 0,3-3 0 16,5-1 34-16,1-3-441 0,2-3 196 0,-1-1 114 15,-4 1 11-15,-1 0-697 0</inkml:trace>
  <inkml:trace contextRef="#ctx0" brushRef="#br0" timeOffset="-91373.19">25080 13640 1307 0,'-2'1'0'0,"2"3"0"0,0 1 0 0,0-5 0 0,10 0 0 0,3 0 0 0,6 0 203 0,1 0-77 0,5 0-51 0,1 0 35 16,0 0-39-16,1 0 1 0,-4-3-39 0,-2 1-136 16,4-2 63-16,-5 3 37 0,-1-2-323 0,-1 3 180 15,-7 0 89-15,-3 0 53 0,-1 0-440 0,-3 0 221 16,-2 0 30-16</inkml:trace>
  <inkml:trace contextRef="#ctx0" brushRef="#br0" timeOffset="-91211.11">25251 13375 944 0,'-14'-4'0'0,"9"2"0"0,1 2 0 0,1 0 0 0,0 4 0 0,3 9 0 0,0 3 434 0,0 5-200 0,0 6-101 15,0-1-50-15,3 4 143 0,0 2-101 0,1 2-45 16,-1 2 44-16,4-1-46 0,-3 2-23 0,-3-1 9 16,3 1-375-16,-2-1 171 0,0-2 87 15,0-4-530-15,3-1 306 0,3-10 162 0</inkml:trace>
  <inkml:trace contextRef="#ctx0" brushRef="#br0" timeOffset="-90909.57">25784 13468 733 0,'0'-22'0'0,"-12"9"0"0,-2 2 0 0,-3 3 0 0,-5 3 0 0,0 3 0 0,-3 2 412 0,1 0-189 0,1 3-95 0,5 7 179 15,3 0-129-15,5 4-77 0,2-1-34 0,4 5 77 16,4-3-56-16,0-1-27 0,2 3-41 0,10 0-8 16,2-2 21-16,7 2 0 0,-6-4-35 0,6 0 1 15,-4 0 41-15,-2 1-7 0,0-2-179 0,-6 3 90 16,-1-3 44-16,-8 1-177 16,3 2 100-16,-3-2 10 0,-3 2 36 0,-14 2-17 0,-2-4 41 15,-6 0-29-15,-1-1 15 0,-1-1 31 16,1-4 0-16,6-1-29 0,-3-5-49 0,7 2 28 15,4-3-7-15,3 0 54 0,7-4-289 0,2-9 130 16,4-7 66-16,13 1-279 0,5-4 164 0,1 1 95 16</inkml:trace>
  <inkml:trace contextRef="#ctx0" brushRef="#br0" timeOffset="-90760.53">25751 13583 1475 0,'17'-8'0'0,"-1"5"0"0,0 1 0 0,-5 2 0 0,-2 0 0 0,-1 4 0 0,-3 7 0 0,-1 2 0 0,-3 4 0 0,2 0 266 0,-1 1-122 16,-2 0-55-16,0 0 168 0,0 1-112 0,0-2-57 15,0-4-19-15,0 0-200 0,0-3 82 0,0-3 40 16,0-3-385-16,0 0 214 0,0-4 114 0,0 0 46 16,0-4-218-16,5-13 55 0,3-5 94 0,0-7-407 15,1-4 223-15</inkml:trace>
  <inkml:trace contextRef="#ctx0" brushRef="#br0" timeOffset="-90126">25949 13200 1110 0,'0'-13'0'0,"0"4"0"0,3 5 0 0,1 4 0 0,1 0 0 0,2 8 0 0,1 8 289 0,0 7-133 0,-1 6-61 0,-1 4 399 16,-3 6-231-16,-1 3-115 0,0-5-49 0,-2 12 137 16,0-6-102-16,0 2-51 0,0-1-157 0,0-7 61 15,-7 2 19-15,2-2 0 0,0-6-67 0,2-9 47 16,1-1 24-16,2-10-220 0,0-2 117 16,0-3 63-16,0-6-54 0,2 0-233 15,9-7 150-15,1-10 19 0,6-3 62 0,-3-4-33 16,2 0 44-16,-2 0 21 0,0 2 20 0,-5 0-7 15,6-4 8-15,-5 8 1 0,-2 1 70 0,1 2-35 16,-4 7 0-16,-4 3 70 0,3 3-49 0,-2-1-28 16,-1 3 10-16,1 9 339 0,-3 7-145 0,0 5-91 15,0 7 160-15,0 0-18 0,0 2-109 0,0-2-55 16,0 1 41-16,0-7-40 0,0-1-31 0,4-3-169 16,5-2 72-16,2-7 37 15,3-5 0-15,-2-4-85 0,4 0 57 0,-3-2 31 16,8-15 1-16,-7-2-329 0,2-3 124 0,-5-1 99 15,4-5-31-15,-6-1-56 0,0 3 79 0,-5 6 40 16,2 1 68-16,-5 8-36 0,2 2 8 0,-3 3 0 16,0 2 279-16,0 4-139 0,0 0-70 0,0 8 102 15,-4 8-44-15,0 7-55 0,2 2 35 16,2-2 190-16,0 2-98 0,0-4-59 0,0 1-41 0,4-2-21 16,7-4-13-16,4-2 0 15,2-3-113-15,4-5 65 0,-2-5 20 0,3-1-1 16,-1 0-215-16,-1-1 119 0,4-12 26 0,-6 2-190 15,2-7 104-15,-2-3 67 0,-6-1-3 0,-2-3 2 16,0-3 26-16,-7-4-8 0,1-4 35 0,-2-7-26 16,-2 0 1-16,0-4 25 0,-5 0-42 0,-3-2 13 15,-6 2 8-15,0 6 21 0,-2 13-28 0,-2-1 0 16,-4 8 28-16,2 9 163 0,-4 3-77 0,3 6-43 16,0 3-21-16,2 0 104 15,3 16-51-15,5 1-29 0,-1 7 279 0,8 1-142 16,3 1-47-16,1 0-43 0,0-2 200 0,0 7-118 15,7-5-54-15,5-2 64 0,-1-2-59 0,3 2-31 16,2-6 9-16,3 1-296 0,-3-8 129 0,3 0 64 16,2-4 33-16,-1-1-644 0,3-2 324 0,-3-4 120 15,3 0 93-15,0 0-323 0,-4 0 197 0,-3 0 100 16</inkml:trace>
  <inkml:trace contextRef="#ctx0" brushRef="#br0" timeOffset="-89776.79">26814 13172 909 0,'7'0'0'16,"-1"-4"0"-16,1-2 0 0,1 3 0 0,0-1 0 0,-1 3 0 0,0-2 311 0,2 3-140 0,3 0-60 0,3 14 450 0,-2 6-264 0,2 4-132 16,-1 4-66-16,0 7 297 15,0 0-174-15,-3 1-98 0,-1 9 30 0,1-6-60 16,-5 3-31-16,-1-5 8 15,-3 10-71-15,-2-4-1 0,0 1 34 0,-17-1-343 0,-6 0 172 16,-3 0 93-16,-7-2 35 0,-2 0-674 0,-12 6 343 0,2-5 82 16,-7-5 115-16,5-6-724 0</inkml:trace>
  <inkml:trace contextRef="#ctx0" brushRef="#br0" timeOffset="-88619.21">22854 14257 762 0,'-3'0'0'0,"1"0"0"0,0 0 0 0,2 0 0 0,-2 2 0 0,2 0 0 0,0 0 89 16,0-2-28-16,0 0 0 0,0 2-28 0,0 1 159 16,0-3-72-16,2 1-55 15,3-1 82-15,3 0-57 0,-3 0-29 0,2 0 0 0,-2 0 13 0,1 0-8 16,-1 0-33-16,2 0 0 16,0 0-1-16,0 0 1 0,-2 0 8 0,3 0 37 15,0 0-23-15,-3 0 0 0,3 0 26 0,-1 0-24 16,0-1 8-16,2 1-32 0,0 0 29 0,-2 0-30 15,0 0 1-15,3 0 20 0,-1 0-12 0,2 0-8 16,1 0 0-16,-1 0 40 0,5 0-41 0,-2 0 1 16,3 0 8-16,0 0 14 0,4-3-22 15,0 3 0-15,1-2 22 0,2 0-22 0,-3 0 8 0,4 0-8 16,0 0-34-16,-4 0 34 16,2 1-1-16,0 1-15 0,-1 0-8 0,0 0 24 15,5 0 0-15,-2 0-24 0,1 0-6 0,4 0 26 16,2 0-2-16,7 0 22 0,0 0-23 15,5 0 0-15,3 0 10 0,-6 0-5 0,11 0-5 0,-4 0 0 16,0-4 18-16,0 4-15 0,-2-4-1 0,-4 3 24 16,8-2-23-16,-3 2 5 0,2-2-4 0,-2 3-29 15,1-3 176-15,-4 0-177 0,11 3 0 0,-7 0 0 16,1-1 0-16,1-1 0 0,1 1 0 16,2-4 0-16,-3 2 0 0,7 0 0 15,5-4 0-15,-10 4 0 0,5-1 0 0,0 0 0 16,-5 2 0-16,1 1 0 0,-4-2 0 0,1 2 0 15,-3 1 0-15,-4 0 0 0,11 0 0 0,0 0 0 16,-1 0 0-16,4 0 0 0,-1 0 0 0,3 0 0 16,8-3 0-16,-5 0 0 0,2-1 0 0,0 1 0 15,2-3 0-15,-4 4 0 0,13 1 0 16,-9-3 0-16,-1 1 0 0,-11 3 0 16,7 0 0-16,-4 0 0 0,-1 0 0 0,-2 0 0 15,-1 0 0-15,1 0 0 0,3 0 0 0,-1 0-200 16,-2 0 194-16,1 0-7 0,-4 0-13 0,-3 0 11 15,-12 0 5-15,2 0-18 0,-8 0 16 0,-8 0-5 16,-4 0 4-16,-5 0 55 0,-4 0-27 0,-4 0-1 16,-3 0-25-16,0 0-148 0,-2-2 72 0,0-1 36 15,-13-2-630-15,-6-1 316 16,-7 2 170-16,-6 2 81 0,-14 2-410 0</inkml:trace>
  <inkml:trace contextRef="#ctx0" brushRef="#br0" timeOffset="-87890.8">23950 14528 509 0,'-10'0'0'0,"1"2"0"0,1 2 0 0,1-1 0 0,-1 1 0 0,2-2 0 0,1 0 0 0,1-2 120 0,2 0-35 0,1 0-31 0,1 1 120 16,0-1-71-16,0 0-27 0,0 0-9 0,0 0 27 15,0 0-35-15,0 0-1 0,0 0-25 0,0 0 164 16,1 0-82-16,1 0-33 16,6 0 134-16,2 0-92 0,6 0-45 0,0-1-23 15,11-1 144-15,1 0-76 0,4 0-49 0,12 0 84 16,2-3-63-16,7-2-31 0,11 0-1 0,-9 0 45 15,17-3-42-15,-4 3 0 0,1 0-34 0,1 1 28 16,0 2-1-16,-8 3-19 0,20-2-15 0,-7 3 7 16,1 0 0-16,-3 0-1 0,-1 0-49 0,-5 0 33 15,10 4-9-15,-8-2-92 16,3 0 58-16,-3-2 29 0,-1 0-3 0,-10 0-181 16,2 0 93-16,-2-2 47 0,-7 0 1 0,-4-2-7 15,-12 2 0-15,-4 0-11 0,-1 2 66 0,-9 0-16 16,-5 0-15-16,-6 0 1 0,-3 0 61 0,-5 0-35 15,0 0 6-15,0 0-80 0,-2 0 26 0,-4 0 15 16,-10 0 15-16,-2 0-336 0,-10 0 164 0,3 0 73 16,-5 0 40-16,-6 0-227 0,-5 0 134 0,-6 0 59 15</inkml:trace>
  <inkml:trace contextRef="#ctx0" brushRef="#br0" timeOffset="-87486.88">24168 14546 1180 0,'-18'-1'0'0,"4"-3"0"0,5 4 0 0,4 0 0 0,-1 11 0 0,1 3 0 0,0 4 0 0,-1 3 91 0,2 1-29 0,0 3 0 15,4-1 215-15,0 10-126 0,0-2-59 0,0-1 36 16,0 3-48-16,0-2-24 0,0 0 9 0,2-1-69 15,0-3 0-15,2-6 37 0,0 1 0 0,-1-5-58 16,-1-2 37-16,0-4-9 0,0 0-34 0,-2-7 32 16,0 1-1-16,0-4 10 0,-4-2-176 0,-8 0 58 15,-2 0 55-15,-2-2-131 0,-4-9 84 16,-1-2 25-16,3-2 21 0,-5-6-61 16,2 2 41-16,5 0 21 0,0 3-1 0,2 1 59 15,2 2-7-15,3 5-31 0,2 1 163 0,1 3-78 16,2 2-42-16,0 0-11 0,2 2 82 0,0 0-33 15,0 10-31-15,1 6 93 0,-1 1-54 0,0 4-1 16,0-1-18-16,-1 3 10 0,-1 0-1 0,-1-1 3 16,2-1-23-16,-1-2-185 0,0-7 92 0,1 4 35 15,1-7-255-15,0-1 129 0,2-3 74 16,0-1 12-16,0-4-150 0,0 0 92 16,2 0 50-16</inkml:trace>
  <inkml:trace contextRef="#ctx0" brushRef="#br0" timeOffset="-87286.41">24320 14669 1503 0,'9'-3'0'0,"0"3"0"0,1 0 0 0,-5 10 0 0,-1 7 0 0,-2 1 0 0,-2 8 0 0,0 2 0 0,0 0 0 0,0-1 207 0,0 1-87 0,0-3-35 15,1 6 27-15,2-5-40 0,0-5 1 0,1-1-91 16,-1 1 25-16,4-4 8 0,-3-2 18 0,-3-5-281 15,1 0 140-15,0-2 70 0,0-2 36 0,0-3-462 16,-2-1 172-16,0-2 139 0,0 0-315 0</inkml:trace>
  <inkml:trace contextRef="#ctx0" brushRef="#br0" timeOffset="-87132.13">24428 14897 1524 0,'6'-1'0'0,"2"-1"0"0,5 0 0 0,-3-1 0 0,2 1 0 0,1-2 0 0,3 2 0 0,2-2 270 0,3 0-118 15,2 2-60-15,3-1 122 0,-8 1-90 0,5 0-38 16,-3 0-30-16,1 1-53 0,-2-2 0 0,2 0 30 16,-3 0 0-16,0 2-451 15,-2-2 221-15,0 2 115 0,-4-1-590 0,-4 0 337 0</inkml:trace>
  <inkml:trace contextRef="#ctx0" brushRef="#br0" timeOffset="-86861.86">24911 14697 1372 0,'6'-2'0'0,"3"2"0"0,1 0 0 0,-1 0 0 0,-2 6 0 0,0 4 0 0,0 6 0 0,0 2 232 0,-1 3-91 0,-1 6-58 0,-1-4 80 15,-3 4-64-15,-1-2-34 16,0 1 1-16,0-4 29 0,0 3-34 0,0-3-1 16,-1-1-143-16,-5-1 58 0,3-10 29 0,-3 0-103 15,3-5 61-15,-4-1 36 0,2-4 0 0,-1 0-9 16,3 0 0-16,-1-6 4 0,2-9-17 0,2-2 8 15,0-3-19-15,0-3 0 0,9-3 104 0,5 0-37 16,2-3 3-16,2 1-38 0,2 1 50 16,1 2-20-16,-4 4 24 0,5-4-13 0,-7 11-62 15,2-1 0-15,-2 3 47 0,0 3-343 0,-2 1 153 16,0 2 71-16,-2 1 44 0,3 4-524 16,-5 1 271-16</inkml:trace>
  <inkml:trace contextRef="#ctx0" brushRef="#br0" timeOffset="-86568.83">25364 14601 1034 0,'2'0'0'0,"2"0"0"0,5 0 0 0,0 0 0 0,3 0 0 0,-1 0 0 0,3 0 0 0,2 3 343 0,1 1-155 16,-2 6-78-16,4-1 79 0,-5 4-70 0,0 1-47 15,-4 1 0-15,0-1-116 0,-5 4 38 0,0-3 1 16,-5 0 46-16,0 2-83 0,0-2 37 0,-14-1 1 15,-2 3-49-15,-5-4 44 0,2-1 28 0,-5 0-29 16,5-5 0-16,0-2-8 0,3-1 0 0,3-3 262 16,3-1-110-16,2 3-61 0,5-3-28 0,1 0 240 15,2 0-127-15,0 0-62 16,4 0 4-16,14 0-37 0,5 0-1 0,1 0-29 16,3-3-33-16,1 2 33 0,-4-1 7 0,5 0-142 15,-2-2-171-15,0 3 153 0,-3-1 76 0,1 0-770 16,-3 0 386-16,-1 1 189 0,-4-2 103 0</inkml:trace>
  <inkml:trace contextRef="#ctx0" brushRef="#br0" timeOffset="-85319.58">27356 13732 623 0,'0'0'0'0,"0"-2"0"0,0-1 0 0,0 3 0 0,0 0 0 0,2 0 0 0,0 0 0 0,0 5 0 0,1 6 159 0,4 4-67 0,-2 2-30 16,1 6 0-16,1 2-2 0,-1 3 1 0,2 1-20 15,-5 3 17-15,3 0-1 0,-3-1-24 0,1 2 0 16,-3-3-27-16,5-5 35 0,-6 1-8 0,3-4-12 16,-1-1 12-16,0-5-1 0,-1-5 1 15,1-1 39-15,-2-5-39 0,0 0 0 16,0-4 0-16,0-1 42 0,0 0-21 0,0-6 8 16,0-10 35-16,0-6-32 0,3-5 1 0,4-3 32 15,3-1-32-15,-1-2 7 0,3-3-40 0,4 3 133 16,-2 0-67-16,2 6-33 0,-1 0 0 0,-3 11 132 15,4-4-86-15,-2 7-40 0,2 1 41 0,-2 8-40 16,4-1 0-16,-1 4-33 0,-1 1-40 16,2 0-1-16,-4 0 34 0,2 7 0 0,-2 0-138 15,0 4 77-15,-1-2 26 0,-4-2-198 16,1-3 113-16,-3 2 22 0,-1-2 40 0,-3-1-247 16,-1-1 128-16,0-2 25 0,-1 0-147 0,-1 0 116 15,0 0 59-15,0 0 20 0,0 0-96 0,-3-2 66 16,0-1 35-16,-1-4-1 0,1 0-417 0</inkml:trace>
  <inkml:trace contextRef="#ctx0" brushRef="#br0" timeOffset="-84664.06">28309 13232 1029 0,'0'-17'0'0,"-2"4"0"0,2 4 0 0,-2 1 0 0,2 2 0 0,-3 5 0 0,3-3 219 15,0 4-85-15,0 0-55 0,0 9 200 0,0 16-124 16,0 4-60-16,0 13 119 0,0-5-82 0,0 16-54 15,0-2-22-15,0 0 115 0,0 3-69 0,0-4-35 16,0-4 9-16,0 6 13 0,0-6-28 16,0 0 0-16,0-2 4 0,0-3 1 0,0-7-25 0,0 1-8 15,0-3 15-15,0-8-16 16,0-1 1-16,0-5-62 0,0-8 39 0,0-4-8 16,0-2 31-16,0-2-62 0,0-2 29 0,0 0 8 15,0-9-8-15,-2-6-16 0,-4-4 6 0,-3-6-1 16,1-1-147-16,-2-5 80 0,-4 2 25 0,4-5 24 15,-6 4-177-15,2 1 93 0,-2 13 31 0,-3-3 10 16,1 10 36-16,-7 1 4 0,3 8-1 16,-2 0 151-16,-2 13-76 0,0 8-45 15,2 1 3-15,4 3 105 0,3 1-60 0,4 1-33 16,4-2 326-16,6-2-161 0,3 6-51 0,0-5-53 16,3-1 124-16,12-4-82 0,4-1-41 0,0-7-83 15,10 1 17-15,-1-5-1 0,2-5 182 0,2-2-699 16,0 0 349-16,-2-2 105 0,2-12 40 0,-2 0-337 15,-1-3 134-15,-3-1 105 0,0-3-587 0,-1 4 326 16,-5-6 175-16,3-2 84 0</inkml:trace>
  <inkml:trace contextRef="#ctx0" brushRef="#br0" timeOffset="-84353.14">28518 13635 988 0,'7'-19'0'0,"-4"9"0"0,0 2 0 16,4 5 0-16,-3 1 0 0,1 0 0 0,3 2 0 0,-3 5 0 0,2 14 422 0,1 6-194 0,0 3-98 0,-1 4 278 0,0 1-192 0,-4 5-91 15,-1 0-47-15,0 1 67 0,-2-1-57 0,0-1-19 16,0-3-8-16,0-3-126 0,0-7 50 0,-4 0 23 16,1-8-60-16,-1-5 50 15,1-6 14-15,1-2-1 0,-1-3-130 0,-2 0 75 16,5-8 39-16,0-14-146 0,0-7 76 0,3-3-1 16,6-6 32-16,4 0 13 0,5 2 9 0,-1 4-23 15,10-10 19-15,0 6 91 0,0 4-43 0,5 2-14 16,-8 7 62-16,6 4-34 0,1 2-21 0,-5 9 3 15,-7 3 190-15,3 4-83 0,-4-1-51 0,-4 2 41 16,-3 0-43-16,-1 2-13 0,-1 5 0 0,-4 0-57 16,-2 1 8-16,0-3 23 15,-2-1 0-15,-1-1-157 0,0-2 79 0,0-1 31 16,-1 0-157-16,-7 0 73 0,2 0 55 0,-1 0-11 16,-2-1-572-16,3-2 297 0,-5-4 139 0</inkml:trace>
  <inkml:trace contextRef="#ctx0" brushRef="#br0" timeOffset="-72369.63">10755 15749 1113 0,'-2'0'0'0,"0"0"0"0,2 0 0 0,-1 0 0 0,1 0 0 0,0 0 0 0,0 0 0 0,0 0 148 0,0 0-61 16,7 1-28-16,5-1 187 0,2 0-107 0,4 0-53 15,2 0-18-15,4 0 72 0,-3 0-54 0,-1-1-27 16,3-1-1-16,-2-1-17 0,0 0-8 0,-3 1 0 16,-2 2-144-16,-2 0 72 0,-5 0 36 0,1 0-341 15,-4 0 183-15,-1 0 53 0,-3 0 62 0,0 0-531 16,-2 2 272-16</inkml:trace>
  <inkml:trace contextRef="#ctx0" brushRef="#br0" timeOffset="-72192.09">10836 16010 1303 0,'-5'0'0'0,"3"0"0"0,0 0 0 16,2 0 0-16,0 0 0 0,0 0 0 0,0 0 0 0,0 1 244 0,9-1-106 0,6 0-52 0,-2 0 200 0,2 0-131 16,2 0-61-16,0 0-30 0,-2 0-212 15,3 0 90-15,0 0 54 0,-4 0 14 0,4 0-443 16,-1 0 232-16,-1 0 118 0,0 0-507 0</inkml:trace>
  <inkml:trace contextRef="#ctx0" brushRef="#br0" timeOffset="-71701.25">11373 15942 1030 0,'-11'-6'0'0,"2"0"0"0,1 1 0 0,0-5 0 0,1-1 0 0,2 0 0 0,-4-6 190 0,6 0-79 0,3-3-38 16,0 3 167-16,0-4-104 0,0 0-43 0,2 3 18 15,4-1-39-15,5 0 1 0,2 2-41 0,0-1 53 16,4 4-18-16,4 1-9 0,-2 5-25 0,1-1 21 16,3 5-21-16,-1 2 0 0,-2 2-43 0,1 0 18 15,-1 15 0-15,-2 3 24 0,-3 3-89 0,-4 2 45 16,-4 5 21-16,-2 6-49 16,-3 6 14-16,-2 1 23 0,0 2-12 0,-5 4-58 15,-7 1 26-15,-5 0 24 0,-2 0-6 0,-2-4-21 16,-2-5 11-16,0-4 0 0,-2-13 65 0,-1 1 2 15,-1-7-42-15,7-8 212 0,-3-1-95 0,2-3-51 16,7-2-15-16,-2-1 144 0,7-1-68 0,4 0-45 16,3 0 2-16,0 0 269 0,2 0-145 0,0 0-85 15,9 5-38-15,14 0 25 0,4-2-31 0,8 4-1 16,2-3 113-16,8 1-177 0,-3-3 0 16,-1 0 0-16,-7-2 0 0,3 0 0 15,0 0 0-15,-2 0-783 0,-5-2 413 0,-5-3 188 16,-4 0 32-16,0 4-404 0</inkml:trace>
  <inkml:trace contextRef="#ctx0" brushRef="#br0" timeOffset="-70590.31">12506 15722 702 0,'0'-2'0'0,"-2"-2"0"0,0 1 0 0,0-2 0 0,0 2 0 0,1-4 0 0,-3-3 0 0,2-1 0 0,2-2 0 0,0-4 88 0,0 1-19 0,0-3-8 15,0-1-5-15,0 2-23 0,-2-2 0 0,-1 0 0 16,0 2-7-16,-1-1 7 0,-1 4-1 0,-2 1 21 15,-1 5-20-15,-2 2-1 0,3 2 9 0,-6 4 45 16,-1 1-27-16,0 0 0 0,-2 4-26 0,-2 11 41 16,6 2-13-16,-4 3-7 0,6 0 40 0,1 2-31 15,0 0 1-15,3 3-23 0,3 3 69 0,3 0-39 16,0 2 0-16,0 1 10 16,0 4-24-16,5 2 8 0,4 10-33 0,0-2 118 15,1 1-59-15,-1 3-30 0,0-1 38 0,-1-4-26 16,2 8-7-16,-3-6-33 0,-1-2-40 0,-1-2 1 15,-3-9 39-15,0 5 8 0,-1-6-74 0,-1-1 33 16,0-3-1-16,-1-2-28 0,-7-2 23 16,-3-6 8-16,-2-1-8 0,-2-2-13 0,-2-6 0 0,-1-3 0 15,-2-4-7-15,0-2-128 0,1 0 62 0,0-2 43 16,3-7-341-16,2-4 179 0,3 1 89 16,6 1-301-16,-1-4 199 0,6 2 96 15,0-1 47-15,0 0-339 0</inkml:trace>
  <inkml:trace contextRef="#ctx0" brushRef="#br0" timeOffset="-70432.74">12559 16217 1276 0,'5'2'0'0,"0"4"0"0,-1-2 0 0,-2 0 0 0,0-3 0 0,0 2 0 0,2-3 0 0,0 1 289 0,3 1-132 0,2 1-62 15,3-3 142-15,-1 1-103 0,0 0-50 0,1-1-219 16,2 0 80-16,2 0 44 0,-3 0 22 0,2 0-520 15,0 0 263-15,2 0 137 0</inkml:trace>
  <inkml:trace contextRef="#ctx0" brushRef="#br0" timeOffset="-70267.19">12959 16207 1824 0,'12'4'0'0,"6"2"0"0,-2-6 0 0,0 0 0 0,0 0 0 0,1 0 0 0,1 0 0 0,2-2 0 0,1-2 0 0,-1 2 163 0,1 0-66 16,-2-3-31-16,-1 4-285 0,-1-1 135 0,-2 0 54 16,-5 1 31-16,1 1-563 0,-6 0 283 0</inkml:trace>
  <inkml:trace contextRef="#ctx0" brushRef="#br0" timeOffset="-69979.84">12992 16430 639 0,'-9'0'0'0,"3"1"0"0,2-1 0 0,2 0 0 0,2 0 217 0,0 0-92 0,2 0-37 0,10-1 173 16,4-5-115-16,4 4-56 0,0-1-28 0,-1 1 10 15,0 2 10-15,-3 0-50 0,0 0 1 0,-5 5-215 16,-6 3 108-16,-1 6 53 16,-4 0 35-16,0 3-223 0,-2 2 114 15,-13 1 57-15,0 0-25 0,-3-4-11 0,2-1 32 0,-2-1 129 16,-1-3-53-16,2-2-44 0,2-1-17 0,6-3 385 15,-3-2-181-15,7-1-69 0,3-1-51 0,0-1 288 16,2 0-156-16,0 0-78 0,7 0-46 0,14 0-54 16,2-1 1-16,2-1 21 15,2-4-39-15,3-1 1 0,-7 2 46 0,9-2-308 0,-6 0 150 0,-5 0 75 16,1 1 37-16,-1 1-529 16,-2 0 255-16,-4-1 83 0,-5 2 81 0</inkml:trace>
  <inkml:trace contextRef="#ctx0" brushRef="#br0" timeOffset="-69782.86">12977 15927 1239 0,'-6'-18'0'0,"5"13"0"0,1 3 0 0,0 1 0 0,7-1 0 0,7-3 134 0,4 2-51 15,3-1-25-15,3-2 306 0,5 1-170 0,1-3-80 16,0 3-41-16,0 1-7 0,0 1 0 0,-8 1-25 15,2 0-351-15,-3 2 171 0,-6 0 86 0,-5 0 43 16,-3 0-530-16,-3 5 264 0,-4 6 135 0,0 1-174 16</inkml:trace>
  <inkml:trace contextRef="#ctx0" brushRef="#br0" timeOffset="-69625.28">13065 15874 837 0,'-2'0'0'0,"2"0"0"0,0 0 0 0,0 6 0 0,0 5 0 0,0 4 0 0,0 2 0 0,2 4 336 16,4 5-151-16,-5-3-68 0,4 7 133 0,-3-2-108 16,0-2-55-16,1-3-27 0,1-3-254 0,0-3 121 15,1-2 49-15,1-7-445 0,2-5 250 0,1-3 126 16</inkml:trace>
  <inkml:trace contextRef="#ctx0" brushRef="#br0" timeOffset="-69487.64">13189 15904 976 0,'-2'0'0'0,"1"0"0"0,-3 11 0 0,0 7 0 0,1 0 0 16,1 5 0-16,-2 7 106 0,2-3-37 0,0 2 0 0,0 1 202 0,2-5-112 0,0 0-66 15,0-3-129-15,0-6 34 16,0-4 0-16,4-1 35 0,0-5-422 0,1-4 207 16,-1-2 107-16</inkml:trace>
  <inkml:trace contextRef="#ctx0" brushRef="#br0" timeOffset="-69219.33">12840 15542 765 0,'0'0'0'0,"0"2"0"0,0-2 0 0,0 2 0 0,0 0 0 0,0 0 0 0,2 2 167 16,5-3-60-16,3 1-40 0,3-1 239 0,3 2-136 16,4-1-69-16,-1-1-34 0,1-1 101 0,3 0-72 15,-2 0-32-15,1 0-105 0,-2 0 37 0,-1 0 0 16,-2 0 45-16,0 2-328 16,-6 0 160-16,-1 0 80 0,-3 2 40 0,-3-1-533 15,-2 4 258-15</inkml:trace>
  <inkml:trace contextRef="#ctx0" brushRef="#br0" timeOffset="-68911.19">12844 15705 544 0,'-7'0'0'0,"5"3"0"0,0 0 0 0,2-3 0 0,0 0 0 0,0 0 0 0,0 0 373 0,9-3-174 16,8 0-83-16,5-2 116 0,-1 0-99 0,0 3-42 15,1-2-34-15,-1 4 6 0,-2 0-1 0,-3 0-29 16,0 5-1-16,-7 6-116 0,-2 0 55 0,-5 2 30 15,-2 2-147-15,0 3 90 0,0-3 44 0,-9-1 27 16,-6 0-104-16,0-3 13 0,-2-2 42 0,0-3-64 16,0-3 42-16,2 0-15 0,-2-3 7 15,8 0 145-15,-2 0-53 0,1 0-30 0,4 0 0 0,3 0 248 16,3 0-125-16,0 0-45 16,0 0 77-16,0 0-53 0,9 0-38 0,10-3 12 15,-3 2-19-15,5-1 0 0,2-2-23 0,0 2-70 16,-1-1 35-16,1 0 8 0,-1 0 28 0,-3-1-309 15,-2 3 150-15,-2-1 53 0,-4-1 44 0,-1 2-453 16,-3 1 230-16,-4-1 102 0,2 1-234 0</inkml:trace>
  <inkml:trace contextRef="#ctx0" brushRef="#br0" timeOffset="-68700.75">12690 15262 1167 0,'-11'-15'0'0,"3"6"0"0,6 7 0 0,2-1 0 0,0 2 0 0,0-3 0 0,3 1 0 0,13-3 360 0,7 3-168 0,3-1-80 15,4-1 53-15,2 0-67 0,0 2-32 0,4-1 8 16,-5 1-225-16,1 2 92 16,-3-1 46-16,-11-1-153 0,3 3 100 0,-6 0 57 15,-4 0 17-15,-4 3-425 0,-5 5 214 0,-2 2 41 16,0 2 76-16</inkml:trace>
  <inkml:trace contextRef="#ctx0" brushRef="#br0" timeOffset="-68549.13">12759 15215 979 0,'2'1'0'0,"0"3"0"0,-1 4 0 0,4 0 0 0,-3 1 0 0,0 0 0 0,0 3 0 0,-1 1 0 0,1 2 279 0,0 0-123 0,0 2-62 0,-2 0-149 16,2-2 52-16,-1-1 14 0,1-2 0 0,0-1-146 15,2-5 84-15,-2 0 42 0,4-6 29 0,-2 0-455 16</inkml:trace>
  <inkml:trace contextRef="#ctx0" brushRef="#br0" timeOffset="-68432.44">12861 15192 933 0,'2'0'0'0,"0"0"0"0,3 8 0 0,-3 7 0 0,-2 2 0 0,0 2 0 0,0 5 0 0,0 3 0 0,0 1 286 16,0 2-118-16,2-1-72 0,3 1-126 0,3 3 31 15,2-3 1-15,4-3-495 0</inkml:trace>
  <inkml:trace contextRef="#ctx0" brushRef="#br0" timeOffset="-68132.51">13773 15597 797 0,'-12'-27'0'0,"0"8"0"0,4 6 0 0,-1 6 0 0,-2 1 0 0,-4 3 0 0,0 0 366 0,-4 3-166 0,-4 6-84 0,-1 15 171 16,-2 9-131-16,2 6-62 0,1 6-30 0,4 5 138 15,6 4-85-15,8-8-33 0,1 16-30 0,4-11 49 16,2-2-35-16,10-5 0 0,11-5-83 0,0-10 32 16,5 0-7-16,4-8 22 15,4 0-377-15,-1-9 189 0,3-2 94 0,-3-2-759 0</inkml:trace>
  <inkml:trace contextRef="#ctx0" brushRef="#br0" timeOffset="-66561.13">14203 15743 664 0,'-1'-15'0'0,"-8"0"0"0,1 2 0 0,0 1 0 0,1 3 0 0,-2 0 0 0,-3-3 0 0,1 3 0 0,0 3 102 0,1 2-34 0,-1 3 7 0,0 1 2 16,1 0-22-16,-1 3 0 0,0 10-22 0,-1 8 27 15,3-1 7-15,0 9-34 16,-1 1 0-16,3 2 70 0,1 0-35 0,3-2 0 16,1-5 55-16,2 6-50 0,0-10 1 0,0 2-42 15,3-7 21-15,7 0-20 0,3-6 8 0,0-2-35 16,4-4 0-16,2-4 26 0,5 0 1 0,1-12-82 15,-1-8 36-15,-2-4 23 0,1-3 0 0,-4 1-190 16,-4-2 78-16,-6 7 59 0,1-1-92 0,-6 4 63 16,-3 5 10-16,1 2 22 0,-2 6 41 0,0 0-6 15,0 4-36-15,-5 1 196 16,-3 9-85-16,-2 12-42 0,5 2-16 0,1 1 121 16,2 6-50-16,2-2-41 0,0 1 13 0,2-6 161 15,11-2-81-15,4-5-43 0,8-2-29 0,0-4-30 16,2-8 0-16,3-2 0 0,0 0-118 0,0-9 68 15,-3-8 20-15,-1-4-147 0,-5-2 77 0,-5-1 46 16,-2-2 2-16,-7 5-53 0,-1-9 9 0,-4 4 31 16,-2-1-27-16,0 1 0 0,-11-2 1 15,-7 0-7-15,0 2 68 0,-5 3-30 16,-1 4-8-16,-3 5 6 0,1 2 72 0,4 6-39 16,-8 5-3-16,4 1 125 0,1 0-63 0,2 4-35 15,5 6-7-15,2 3 64 0,4 2-29 0,4-1-26 16,7-1 3-16,1 0 54 0,0 0-21 0,10-4-17 15,13 3-59-15,3-6 1 0,8-3 51 0,9-3-13 16,0 0-151-16,6-1 76 0,1-11 23 0,-4-4-159 16,0 3 82-16,-4-1 49 0,-10 3 3 15,0-3-55-15,-4 3 31 0,-8 5 23 16,-6 3 30-16,-3 0-13 0,-5 2-5 0,-2 0-4 16,-2 1 121-16,-2 0-55 0,-4 2-28 0,-8 10 1 15,-6 5 321-15,1-2-162 0,-4 6-57 0,1 0 208 16,6-6-126-16,0 3-75 0,2-1-37 0,4-6 53 15,5 3-50-15,1-3-20 0,2 0 1 0,0 0-59 16,7-1 38-16,9-1 8 0,2 1-105 0,7-1 49 16,-1-1 23-16,-1-1-168 0,-3 0 105 15,3 3 15-15,-6 0 32 0,-2 2-228 16,-6 2 115-16,-3 1 26 0,-4 0 33 0,-2 3-29 16,0-1 29-16,-14 7-1 0,0-7 31 0,-5 3 107 15,2-6-62-15,-6 3-19 0,4-3 81 0,3-1-46 16,-1-2-30-16,8-5 6 0,-1 0 250 0,4-3-102 15,2-1-74-15,4-2 104 0,0 0-76 0,2 0-33 16,17-5-12-16,6-10-162 0,3-3 67 0,6-6 32 16,0-3-298-16,3 0 154 15,-5 0 85-15,7-8 17 0,-2 1-139 0,-4 0 57 16,-3 0 54-16,0 2-29 0,-8 4-61 0,3 0 69 16,-6 1 29-16,-6 9 82 0,-4 5-26 0,-1 2-1 15,-6 7-33-15,0 0 267 0,0 2-129 0,-2 2-65 16,0 7-33-16,-10 14 329 0,-3 5-161 0,2 2-37 15,1 4 38-15,2 2-59 0,5 0-38 0,3 1-1 16,0 1 0-16,0-4-9 0,11-2-29 0,6-4-53 16,2-3 27-16,5-5 0 0,-3-5 35 15,7-2-145-15,-1-8 68 0,-1-3 34 16,2 0 1-16,-2-7-193 0,-3-13 105 0,-1 0 17 16,-2-2-77-16,-6-5 52 0,-3-1 37 0,-1-1-17 15,-4-3 15-15,-3-3 2 0,-3-6 27 0,0 0-37 16,0-4 37-16,-9-2 0 0,-6-4-8 0,-2 2-68 15,-4 4 38-15,2 13 0 0,-3 4 38 0,-2 8 30 16,3 10-8-16,-8 5-22 0,3 5 191 0,0 2-94 16,0 12-48-16,5 6-17 0,0 5 134 15,6-1-58-15,5 5-44 0,5-3 234 16,5 2-124-16,0-5-23 0,6 6-49 0,14-6 36 16,5-2-35-16,3-2-1 0,4-5-37 0,4 0-168 15,1-7 80-15,0 0 45 0,-2-4-511 0,1-3 250 16,-3 0 139-16,1 0 30 0,-2 0-294 0,-4 0 182 15,2-2 91-15</inkml:trace>
  <inkml:trace contextRef="#ctx0" brushRef="#br0" timeOffset="-66409.16">15673 15728 1532 0,'-2'0'0'0,"-2"0"0"0,2 1 0 0,0 2 0 0,2-3 0 0,0 0 0 0,2 0 0 0,13 0 0 0,8-3 133 0,-2 2-43 15,9-5-32-15,-1 3 162 0,1-1-93 0,0 0-48 16,2 0-22-16,-6 2-152 0,6 1 60 0,-4-2 33 15,-1 0-398-15,-6 0 217 0,2 2 107 0,-5 0-426 16,-4 1 208-16,-5 0 135 0,-2 0 44 0</inkml:trace>
  <inkml:trace contextRef="#ctx0" brushRef="#br0" timeOffset="-66257.52">15949 15454 842 0,'-9'-7'0'0,"4"6"0"0,3 1 0 0,-1 0 0 0,-1 0 0 0,2 13 0 0,0 9 0 0,2-1 354 15,0 10-162-15,-2 2-79 0,-1 8 91 0,1-5-77 16,-2 10-52-16,1-1-20 0,0-2-206 0,-1-1 92 16,4 4 46-16,0-9 31 15,0 1-434-15,2-6 225 0,10-7 111 0</inkml:trace>
  <inkml:trace contextRef="#ctx0" brushRef="#br0" timeOffset="-65984.61">16393 15597 865 0,'2'-23'0'0,"0"3"0"0,-2 2 0 0,0 5 0 0,0 3 0 0,-13 4 0 0,-1 3 0 0,-9 3 352 15,0 0-159-15,0 15-80 0,2 4 116 0,1 1-98 16,8-1-41-16,-4 9-33 0,9-1 78 0,5-3-51 16,2 2-26-16,0-3-49 0,9-4 32 0,10 6-8 15,3-6-1-15,1-5-50 0,0-1 25 0,-5-2 0 16,1 1 34-16,-2-3-191 0,-6 1 89 0,-5-3 47 15,-1 1-140-15,-3 3 79 0,-2-2 7 0,-4-1 32 16,-10 3 74-16,-7 0-25 0,-6-1-27 0,-1 1 77 16,-2-1-39-16,-2 1-11 0,2-1-1 15,5-1-118-15,4-2 50 0,2-3 25 16,9-4-180-16,3 0 104 0,5 0 48 0,2-11 17 16,15-10-457-16</inkml:trace>
  <inkml:trace contextRef="#ctx0" brushRef="#br0" timeOffset="-65803.09">16556 15654 1400 0,'16'0'0'0,"5"0"0"0,-5 0 0 0,-4 4 0 0,-4 10 0 0,-5 1 0 0,-1 3 0 0,-2 6 0 0,0 1 411 0,0-1-190 0,0-3-94 0,-4 2 3 16,1-2-41-16,1-3-32 0,0-1 0 0,0-2-310 16,2-6 144-16,0-2 70 0,-2-2-172 0,2-5 117 15,0 0 64-15,0-2 31 0,0-16-457 0,4-4 150 16,2-11 129-16,-3-7-107 15,1-3 125-15,-2-8 64 0,1-13 31 0,6 0-61 0</inkml:trace>
  <inkml:trace contextRef="#ctx0" brushRef="#br0" timeOffset="-65241.03">16708 15316 618 0,'9'-29'0'0,"2"-2"0"0,1 11 0 0,-1 4 0 0,0 11 0 0,0 3 174 0,-1 2-62 16,-1 3-44-16,3 19 0 0,-5 4 165 0,-2 14-100 16,-1 0-51-16,-2 8 157 0,-2 4-107 0,0 3-50 15,0-3-25-15,0 2 9 0,-2-1-34 0,-2-10 9 16,1 6-62-16,3-15 27 0,0-7-1 0,0-5 28 15,0-9-103-15,1-3 60 0,9-9 17 0,3-1-126 16,2-9-92-16,0-10 76 0,2-4 69 0,-2 3-205 16,2-9 125-16,0 6 47 15,-4 0 33-15,0 5 67 0,-2-2 0 0,0 3-42 16,-3 4 157-16,-1 3-74 0,-3 6-37 0,-2 0-1 16,0 2 124-16,-1 2-62 0,-1 0-41 0,0 9 333 15,0 6-171-15,0 0-44 0,0 4-57 0,0-2 105 16,0 1-83-16,0 0-37 0,4-2-1 0,6-3-90 15,-1-1 27-15,4-7 7 0,4-3 19 0,1-2-263 16,5 0 131-16,-2-7 66 0,0-8-293 0,-3-1 143 16,5-4 50-16,-6 1-22 15,-2 3 64-15,0 2 13 0,-4 1 22 0,-3 5 33 16,-5 1-9-16,1 3-1 0,-2 2 0 0,-2 2 222 16,0 2-111-16,0 13-63 0,0 4-20 0,-6 5 344 15,5-5-173-15,1 5-43 0,0 0 159 0,0-2-110 16,1 0-74-16,11-1-35 0,5-2 0 0,2-4-30 15,3-6-1-15,-1-5-76 0,7-4 34 16,0 0 21-16,4-4 0 0,-2-13-220 0,0-4 121 0,0-2 68 16,-5-4-259-16,-3-4 137 15,-5-2 28-15,-4-3 48 0,-5-7-65 0,-6 5 41 16,-2-11 33-16,-2 3-12 0,-12-3-1 0,-2 2 38 16,-3 13-9-16,-6 1-19 0,-3 6 27 0,-4 10 0 15,-2 7 0-15,-1 9 167 0,-1 1-91 0,1 8-34 16,3 9 222-16,4 5-122 0,3 5-40 0,6 0-37 15,8 2 219-15,7 2-117 0,4 0-28 0,0-1 9 16,9-2-41-16,12-4-20 0,8-3 7 0,1-5-55 16,5-5 27-16,3-1 0 15,-1-5-1-15,3-4-164 0,-3-1 90 0,-3 0 33 16,-4 0-594-16,-7 0 300 0,-1-1 112 0</inkml:trace>
  <inkml:trace contextRef="#ctx0" brushRef="#br0" timeOffset="-64900.36">17774 15176 1683 0,'1'-11'0'0,"1"3"0"0,5 5 0 0,5 0 0 0,1 3 0 0,1 0 0 0,4 0 0 0,5 15 0 0,3 5 254 15,4 6-110-15,-3 3-56 0,-3 3 156 0,4 11-109 0,-6 4-52 16,-2 4 229-16,-4 3-140 0,-8 3-70 0,-6 1-26 15,-2 10-36-15,-5-8-7 0,-15 1-1 0,-4 1-275 16,-4-2 137-16,3-6 78 16,-11 11 26-16,3-10-718 0,-3-1 366 0</inkml:trace>
  <inkml:trace contextRef="#ctx0" brushRef="#br0" timeOffset="-63843.36">18664 15101 609 0,'-11'-20'0'0,"3"5"0"0,6 12 0 0,0 1 0 0,2 2 0 16,0 0 215-16,0 0-91 0,0 12-45 0,0 6-16 0,0 10 170 15,0 11-101-15,4 7-49 0,-2 4 151 16,2 15-100-16,-2-9-43 0,-2 19-33 16,0-9 96-16,0 0-60 0,0-5-31 0,0-9 26 15,0 5-21-15,0-5-7 0,0-8-28 0,0-6 52 16,0-1-27-16,0-6 1 0,0-9-18 0,0-3 5 16,0-9-13-16,0-2-1 0,0-4-50 0,0-4 25 15,0 0 8-15,0 0-27 0,-6-12 22 0,0-9 1 16,-1 0 22-16,0-8-129 0,-1-1 52 0,-4-1 29 15,0-4-3-15,-2 3-225 0,-2 4 101 16,-2 6 65-16,4 9 3 0,-7 2-50 0,2 5 41 16,-1 6 25-16,-3 0 117 0,2 11-46 15,3 9-32-15,-2 5 10 0,6 2 179 0,2 2-99 16,5 0-37-16,5 1 86 0,2-4-41 0,0 5-41 16,4-5 24-16,11-4 108 0,0-1-48 0,6-5-45 15,-1-4-13-15,8-1-53 0,0-6 22 0,4-5-1 16,0 0-127-16,8-7 64 0,-8-10 40 0,11-7-8 15,-4-5-241-15,1 0 125 0,-1-5 42 16,0-2-93-16,-1 1 48 0,-2 1 53 0,-4-2-20 0,-2 4-41 16,-8 6 46-16,-3-4 24 15,-4 7-9-15,-1 2 61 0,-5 0 0 0,-4 4-28 16,-1 6 126-16,-1 6-72 0,-2 2-23 0,-1-2 0 16,0 5 286-16,0 0-149 0,-4 7-43 0,-4 9 121 15,-1 8-79-15,4 3-54 0,-1 1-12 0,2 6 59 16,4 0-48-16,0-1-15 0,0 3 119 0,6 0-75 15,9-4-38-15,2-1-1 0,5-5 8 0,1-2-14 16,1-7-9-16,3-4-106 0,-3-6 42 16,-2-5 21-16,1-2 0 0,0 0-113 15,2-8 62-15,-7-10 36 0,1-5 0 0,-3-3-78 16,0-4 23-16,-4-3 40 0,0 0-32 0,-4-4-173 16,-5-6 71-16,-1-3 63 0,-2-1-90 0,0-3 65 15,-9-3 44-15,-10-3 1 0,-4 6-100 0,-1 3 69 16,2 20 33-16,-8 0 55 0,-2 11-21 15,-2 10 1-15,-8 6-1 0,3 7 170 0,1 18-85 0,1 7-51 16,5 0-13-16,11 1 130 0,2-1-62 0,12 2-42 16,5 0 351-16,2-2-173 15,11-3-47-15,12-2-59 0,10 1 97 0,3-9-75 16,6-2-38-16,4-7-97 0,4-7 26 0,2-3-1 16,2 0 35-16,-1-8-589 0,-2-10 286 0,-3-4 157 15,-4 3 33-15</inkml:trace>
  <inkml:trace contextRef="#ctx0" brushRef="#br0" timeOffset="-62605">20110 15302 247 0,'2'-7'0'0,"0"5"0"0,-2-3 0 0,0 1 0 0,0-1 0 0,2-3 0 0,-2-1 202 0,0 1-85 0,2-5-34 0,-1-2 51 0,1 1-51 16,2-3-26-16,-1-1-3 0,-2-1 0 16,1 1-13-16,0-1-8 0,0 0 4 15,-2 3-4-15,0 1-1 0,0 2 9 0,0-1 29 16,-7 7-37-16,-2-3 0 0,0 3-1 0,-2 3 55 16,-1 0-19-16,0 3-9 0,-2-1 25 0,1 2-25 15,-2 0-1-15,0 0 38 0,3 2-24 0,-2 7-8 16,1 2-31-16,3 2 62 0,3 2-31 0,-1 2 0 15,5 2-23-15,1 2 20 0,0 3-1 16,2 1-27-16,0 1-1 0,0 3 101 16,0 5-42-16,0 0-33 0,0 10 89 0,0-4-57 15,2 2-29-15,0 2 29 0,0-7-20 0,1 12-8 16,-1-4-30-16,0-1-9 0,0 4 10 0,0-1 0 16,-2-5 8-16,0 13 2 0,0-4-10 0,-2-2 0 15,-6 0-4-15,-1-1 4 0,-1-10 8 0,-1 9-9 16,0-14-27-16,-2 0 0 0,0-4 27 15,-3-4-65-15,4-8 37 0,-2-4-14 0,-1-3 36 16,0-4-158-16,0-6 73 0,-2 0 28 16,3 0 24-16,-2-11-264 0,1-8 130 0,5-2 46 15,-1-2-151-15,6-1 102 0,3 3 48 0,2-1 36 16,0-2-363-16,0 4 195 0,11-1 97 0,6 1 50 16,3 6-419-16,5-2 238 0</inkml:trace>
  <inkml:trace contextRef="#ctx0" brushRef="#br0" timeOffset="-62331.17">20172 15919 804 0,'4'0'0'0,"0"3"0"0,-3 2 0 0,-1 2 0 0,0 5 0 0,-3 1 0 0,-5 2 360 16,5 4-164-16,-1-1-81 0,4 2-42 0,0 1 188 16,0 0-106-16,2-1-65 0,5-5 15 0,9-1-36 15,0-2 0-15,3-3-58 0,1-5-9 0,3-2 30 16,4-2 1-16,-5-2-131 0,-2-11 66 0,-2-1 40 15,0-6-8-15,-6 0-138 16,-3 0 85-16,-6-2 0 0,-1-1-28 0,-2 1 19 0,0-3 28 0,-9 3-16 16,-3 1 37-16,-4 8-35 15,-2-2 25-15,-1 5-34 0,-2 4 160 0,1 5-58 16,-1 1-31-16,1 0 66 0,4 1-42 0,2 5-6 16,3 4 1-16,6-3-167 0,1 1 68 0,3 2 39 15,1-3-400-15,0 0 186 0,5-1 111 0,6-4 35 16</inkml:trace>
  <inkml:trace contextRef="#ctx0" brushRef="#br0" timeOffset="-62125.72">20507 14897 1226 0,'0'-3'0'16,"0"3"0"-16,0 0 0 0,0 0 0 0,0 6 0 0,0 5 0 0,2 0 418 0,1 6-192 0,-1 3-97 0,2 5 76 16,-3 5-90-16,1 2-41 0,-2 8-21 0,0-1-44 15,0 2 24-15,0-3 8 0,-2 12-8 0,-3-2-468 16,1 0 234-16</inkml:trace>
  <inkml:trace contextRef="#ctx0" brushRef="#br0" timeOffset="-60825.79">21052 15071 484 0,'-3'-5'0'0,"1"2"0"0,0-1 0 0,0 0 0 0,2 3 0 0,-1-3 0 0,1 0 172 0,0 2-70 0,0 0-34 16,0 0 118-16,0 2-81 0,0 0-36 0,1 0 18 16,8 6-27-16,0 7 0 0,0 6-19 0,5 5 129 15,-7 3-69-15,4 2-34 0,-4 4-1 0,3 1 55 16,-3-1-37-16,1 2-29 0,-3-2-19 0,2-1-3 16,-4-2-1-16,-1-2 1 0,0-6-40 0,0 1 15 15,-2-3 1-15,0-4-10 0,0-4 33 0,-2-5 1 16,-7 0 8-16,-1-5-31 15,-1-2-6-15,-3 0 0 0,1-2-14 0,2-13 59 16,3-5-4-16,-1-9-25 0,5-4-30 0,4-9 0 16,0 1 33-16,0 0-2 0,4 3-98 0,10-7 43 15,-3 12 23-15,3 1-17 0,2 1 14 0,-2 7 0 16,-2 6 4-16,1 0-35 0,1 5 12 0,-3 1-1 16,-2 7 0-16,3 1-167 0,-3 2 73 0,3 2 56 15,0 0-332-15,1 0 185 0,1 0 94 0,-5 2 37 16</inkml:trace>
  <inkml:trace contextRef="#ctx0" brushRef="#br0" timeOffset="-60542.39">21351 14931 938 0,'6'-15'0'0,"0"1"0"0,0 0 0 0,1-1 0 15,0 0 0-15,5 0 0 0,-1 0 0 0,3 2 213 0,2 2-89 0,5 5-46 0,-3 2-23 0,2 3 245 16,-4 1-137-16,1 0-66 0,-4 9 42 0,-1 4-53 15,-3 6-27-15,-5 2 8 16,-3 5-94-16,-1-2 30 0,0 2 0 0,-7 5-43 16,-7-4 36-16,-4 0 9 0,1-3 28 0,-1-3-72 15,4-6 37-15,0-2-1 0,4-3 4 0,0-5 22 16,5-1-52-16,3-3 40 0,0-1 189 0,0 0-92 16,2 0-44-16,0 0-6 0,8 0 139 0,9-1-82 15,6-8-41-15,0 1 85 16,4-1-63-16,-2 3-24 0,6-4-8 0,-4 5-77 0,-4 2 23 0,0 0 0 15,2 2 22-15,-2 1-162 16,-2 0 77-16,1 0 42 0,-1 0-847 0</inkml:trace>
  <inkml:trace contextRef="#ctx0" brushRef="#br0" timeOffset="-59289.9">22217 14770 1016 0,'0'-5'0'0,"0"3"0"0,0-1 0 0,0 1 0 0,0 1 0 0,0 1 0 0,0 0 0 0,7 0 0 0,2 11 115 0,-2 7-42 0,-1 3-11 0,2 10 85 16,-5 0-58-16,-1 13-27 0,-2-3-1 0,0 2 19 15,0-3-16-15,0 6-8 0,0-8-23 0,0-1-4 16,0 0 4-16,0-4 0 0,-2-7-13 0,2 2-8 16,-1-5 21-16,-1-2 0 0,-3-10-36 0,3 1 1 15,1-7 43-15,-1-3-82 0,-4-2 35 0,-1 0 5 16,-2-2 0-16,-1-11-19 0,1-5 3 15,0-5 23-15,-1-4 8 0,-1 1-64 16,0-5 30-16,-3 4-13 0,1 4-114 0,-2 1 62 16,0 7 39-16,-4 2 37 0,-2 8-6 0,1 5-15 15,-3 0 7-15,0 12 158 0,3 7-73 0,3 4-40 16,6-2 0-16,1 5 202 0,10-5-107 0,0 7-35 16,0-5-34-16,12 0 83 0,6-4-49 0,7-1-20 15,1-2 17-15,6-7-7 0,2-1-40 0,3-7-212 16,2-1 107-16,-2 0 52 0,-2-1 36 15,1-13-550-15,-2 0 267 0,-2 1 97 16,-4-3 78-16,-2 1-428 0,-8 3 236 0</inkml:trace>
  <inkml:trace contextRef="#ctx0" brushRef="#br0" timeOffset="-59036.45">22505 14982 958 0,'4'-7'0'0,"0"3"0"0,1 2 0 0,0 2 0 0,4 0 0 0,-4 2 0 0,2 13 0 0,3 8 349 0,1 2-159 0,-3 4-78 0,1 3 80 0,-4 2-84 15,2 2-38-15,-5 1 45 16,1-1-21-16,-1-3-23 0,-2 0-8 0,0-11-94 16,0-1 32-16,0-8 0 0,0-5 32 0,0-4-128 15,0 1 59-15,0-5 35 0,0-2 10 0,0-19 0 16,2-1 23-16,3-6-36 0,3-3-15 0,2-1-12 16,2-2 0-16,4 1 124 0,2-1-42 0,1 3-1 15,1 4-27-15,3 3 83 0,0 0-43 0,-2 8-7 16,-3 5-1-16,1-1-80 15,-1 6 32-15,0 3 1 0,-4 1 24 0,2 2-398 16,-2 0 188-16,-2 0 78 0,-3 11-553 0,-1 3 310 16</inkml:trace>
  <inkml:trace contextRef="#ctx0" brushRef="#br0" timeOffset="-58526.36">20995 15610 783 0,'-14'0'0'0,"4"0"0"0,2 0 0 0,-2 0 0 0,3 0 0 0,2 0 0 0,1 2 0 0,0-2 88 0,2 0-28 0,2 1 9 0,0 2 131 0,2 4-83 0,11-5-42 15,10 2-22-15,3-2 154 16,6-1-79-16,13-1-51 0,6 0 110 0,13 0-78 16,1 0-37-16,6-1 110 0,7-5-66 0,17-3-46 15,-3-2 0-15,11 1-3 0,10-3 1 0,0-3-36 16,3 1 9-16,-1 0-30 0,2 1-1 0,10-1 23 16,-27 7-96-16,4 0 49 0,-21 5 31 0,4 1-8 15,-11 0-116-15,-11 2 68 0,-12 0 8 0,-5 0-138 16,-10 2 70-16,-5 1 48 0,-8 1-1 15,-4-2-279-15,-10-2 146 0,-6 0 76 16,-3 0 30-16,-2 0-111 0,0 0 78 0,-14 0 40 16,-13 0-247-16,-1 4 144 0</inkml:trace>
  <inkml:trace contextRef="#ctx0" brushRef="#br0" timeOffset="-58173.22">21406 15868 1004 0,'-21'-5'0'0,"5"3"0"0,4 2 0 0,5 0 0 0,1 0 0 0,4 0 0 0,1 0 319 0,1 0-143 15,7 0-72-15,19 0-35 0,15 0 49 16,14 0-47-16,9 0 1 0,5-2 210 0,10-3-124 16,15-5-63-16,-18 3 76 0,6-1-73 0,-3 1-33 15,-2 1 0-15,-3 1 13 0,-7 0-22 0,-9 4 8 16,2 0-32-16,-6 1-140 0,-6 0 71 0,-13 0 34 16,-3 0-91-16,-7 0 72 0,-3 0 23 15,-9 0 0-15,-4 0-291 0,-2 0 112 0,-5 0 86 0,-2 0-262 16,0-3 165-16,-7 1 78 15,-9 1 39-15,-9-2-259 0,-3 3 149 0,-6 0 66 16,-9 0 46-16</inkml:trace>
  <inkml:trace contextRef="#ctx0" brushRef="#br0" timeOffset="-57810.88">21385 15901 1263 0,'-3'-8'0'0,"-8"4"0"0,5 4 0 0,3 0 0 0,-2 12 0 0,1 2 0 0,1 7 0 0,1 4 0 0,2 3 354 16,0 5-161-16,0-4-72 0,0 4-48 0,0 0 79 15,0 0-59-15,2 1-30 0,-1 0-95 0,1-8 41 16,0 9-8-16,-2-14 31 0,0 2-62 0,0-2 30 16,0-3 1-16,-5-5-84 0,-3 2 54 0,-3-8 31 15,-4 0 0-15,2-4-157 16,-4-3 81-16,-1 0-2 0,0 0 36 0,-1 0-34 15,1-6 27-15,-3-12-1 0,5-1 10 0,0-4 3 16,3-3 10-16,0 1-1 0,5 4 7 0,-1 2-3 16,4 7-5-16,-2 1 145 0,2 3-67 0,3 6-27 15,-1 0 0-15,-1 2 149 0,0 3-73 0,2 13-47 16,-1 2-5-16,3 4 25 0,0 3-26 0,0-6 2 16,0 3-159-16,0 0 63 0,0-3 44 0,2 1 0 15,3-6-341-15,4 1 171 0,-3-5 65 0,6-1-150 16,-2-3 94-16,3-5 65 15,3-1 34-15,6 0-252 0</inkml:trace>
  <inkml:trace contextRef="#ctx0" brushRef="#br0" timeOffset="-57619.39">21590 16002 1056 0,'4'-1'0'0,"-2"1"0"0,-2 0 0 0,0 6 0 0,0 12 0 0,-2 4 0 0,-4 3 0 0,1 7 401 0,1-2-185 0,-1 6-91 0,0-1 207 15,3-2-149-15,1 2-67 0,1-6-105 16,0 0 0-16,0-4 21 0,0-1 1 0,0-3-117 16,0-5 66-16,0-2 22 0,0-1-1 0,0-5-327 15,0-2 179-15,0 0 88 0,0-4-597 0,0-2 315 16,0 0 152-16,1 0 77 0</inkml:trace>
  <inkml:trace contextRef="#ctx0" brushRef="#br0" timeOffset="-57473.78">21641 16304 1328 0,'4'-11'0'0,"0"4"0"0,1 0 0 0,2 0 0 0,3 0 0 0,1 1 0 0,2-1 0 0,3 4 0 0,3-2 218 16,-1 1-84-16,3-2 214 0,-3 5-157 0,1-1-80 15,-1 0-39-15,-2 0-51 0,0 2 12 0,-2-2 0 16,0 2-1-16,-5-1-353 0,2 1 177 0,-4-2 96 16,1 2-505-16,-2-3 289 0,-3 2 76 0</inkml:trace>
  <inkml:trace contextRef="#ctx0" brushRef="#br0" timeOffset="-57197.37">21969 16098 1279 0,'10'-3'0'0,"0"2"0"0,0 1 0 0,2 0 0 0,-4 0 0 0,3 0 0 0,0 7 0 0,0 7 225 0,5 5-96 0,-5 1-49 0,-4 1 212 16,2 9-134-16,-4-2-63 0,-2 4-30 0,-3 0 32 15,0 0-32-15,0-2 8 0,-3 1-84 16,-7-2 22-16,-1-3 0 0,2-9 22 15,-1 0-91-15,4-8 53 0,-1-1 15 0,1-5-81 16,-2-3 51-16,5 0 27 0,-1-6-19 0,4-12-59 16,0-8 38-16,2-1-3 0,6-2-1 0,5-3 20 15,1 0-11-15,4 2 7 0,1-2 35 0,-1 2 0 16,1 2-21-16,1-1 4 0,-1 5 38 0,-3 5-35 16,-2 1-4-16,2 4-157 0,-5 3 75 0,-2 4 36 15,1 0-1-15,-3 6-458 0,2 1 242 0,-3 0 117 16,4 0 59-16</inkml:trace>
  <inkml:trace contextRef="#ctx0" brushRef="#br0" timeOffset="-56903.53">22378 16017 1588 0,'0'0'0'0,"0"-2"0"0,2 0 0 0,1 0 0 0,3 2 0 0,-1 0 0 0,4 0 0 0,3 0 0 0,3 0 0 0,0 0 227 0,0 0-97 15,0 0-41-15,0 4 12 0,-2 3-33 0,-2-4-1 16,-2 2-34-16,0-2-155 0,-4 5 86 0,-1-2 30 16,-2 6 1-16,-2-3-79 0,0 3 59 0,-9 1 28 15,-3-1-121-15,-3 2 15 0,0-4 59 0,-2 2 10 16,0-3 1-16,2-2-15 0,5-1-5 0,-1 0 322 16,2 0-139-16,4-3-61 15,3-1-38-15,-1 1 293 0,3 2-140 0,0-2-70 0,7 2-40 0,7-2 70 16,3-1-56-16,7-1-27 15,-3-1-10-15,7 0-19 0,-1 0 1 0,-3 0-309 16,3-5 154-16,-3-2 77 0,-4 1 48 0,1 0-794 16,-1 4 388-16</inkml:trace>
  <inkml:trace contextRef="#ctx0" brushRef="#br0" timeOffset="-35319.46">23858 15557 486 0,'-2'0'0'0,"0"0"0"0,-1 0 0 0,3 1 0 0,-2-1 0 0,2 0 328 0,0 0-148 16,0 0-73-16,0 0 150 0,0 0-104 0,11 0-64 15,3 0-28-15,7-8 80 16,0-4-55-16,3-1-26 0,-5 1 37 0,4 1-36 0,-5 0 0 0,1 1-29 16,-3 2-106-16,-2 1 52 0,-3 2 36 0,-1 3-345 15,-1 1 181-15,-1-2 91 16,-1 3 24-16,-1 0-510 0,-4 4 226 0</inkml:trace>
  <inkml:trace contextRef="#ctx0" brushRef="#br0" timeOffset="-35147.92">23888 15811 1334 0,'-8'7'0'0,"4"2"0"0,2-2 0 0,0-3 0 0,2-3 0 0,0-1 0 0,0 0 141 0,2 0-54 0,10 0-27 0,4 0 360 16,4-1-194-16,-1-6-88 0,1 1-35 15,1 0-34-15,-1 3-1 0,-1-1-35 0,2 3-355 16,-3-1 185-16,1 2 81 0,-1 0 45 0,0 0-563 16,1 0 298-16,-3 0 150 0</inkml:trace>
  <inkml:trace contextRef="#ctx0" brushRef="#br0" timeOffset="-34823.2">24610 15343 1385 0,'0'-9'0'0,"0"5"0"0,-1 2 0 0,1 0 0 0,-2-1 0 0,-2 3 0 0,-3 0 0 0,-1 5 0 0,-1 6 205 0,-7 8-86 0,5-2-35 16,-5 7-115-16,-2 1 32 0,1-2 0 0,1 3 32 16,-4-2-48-16,4-5 32 0,-7 5-7 15,9-7 24-15,-4 0-1 0,6-4 0 16,-2-1-1-16,6-6 214 0,3 1-112 0,2-4-50 15,3-2-25-15,0 2 231 0,0-3-128 0,11 0-57 16,11 0 144-16,5 0-108 0,3 0-54 0,5 0-28 16,8-4 23-16,-7-1-16 0,13-3-9 0,-6 5-63 15,1-1 39-15,0 1 0 0,2 2 0 0,-11-1-191 16,3 2 92-16,-3 0 49 16,-5 0 25-16,-7 0-482 0,-3 0 242 0,-7 0 68 15,-1 0-432-15,-4 0 281 0,-4 0 142 0,-3 0 70 16,-1 0-187-16,0 0 120 0,-12 0 73 0</inkml:trace>
  <inkml:trace contextRef="#ctx0" brushRef="#br0" timeOffset="-34655.65">24738 15313 744 0,'-13'-8'0'0,"8"5"0"0,-3 1 0 0,2-1 0 0,2 1 0 0,4 2 660 15,0 0-317-15,0 18-155 0,0 6-78 0,1 11 464 16,2 4-262-16,1 13-144 0,-2 10 187 0,-2 0-161 15,0 0-81-15,0 2-40 0,0-8-233 0,-4 6 93 16,2-4 49-16,2-1 26 0,0-2-345 0,0-7 185 16,0-7 100-16</inkml:trace>
  <inkml:trace contextRef="#ctx0" brushRef="#br0" timeOffset="-33671.47">26072 15356 643 0,'0'0'0'0,"0"0"0"0,2 0 0 0,0 0 0 0,0 0 0 0,1 0 0 0,-1 0 0 0,0-2 192 16,2-5-83-16,-4-6-39 0,5-2 16 0,-3-2-27 15,-1-4 1-15,2 1-19 0,-1-3 21 0,-2 0-29 16,0-6-1-16,0 8-42 0,0-4 21 0,-6 4 9 16,-1 1 12-16,-2-1-43 0,-5 2 22 0,-1 2-1 15,-2 6 23-15,-3 4-21 16,-2 3-8-16,2 4-4 0,-3 0 52 0,0 1-14 16,3 11-13-16,-2 9-16 0,2 0 131 0,-1 1-53 15,8 4-30-15,-3 5 104 0,5 1-56 0,2 10-40 16,3 1 0-16,4 2 106 0,2 2-69 0,0 2-35 15,0 0 9-15,2 2 91 0,4-5-67 0,3 3-33 16,0-2 44-16,1-3-39 0,-2-5 9 0,-3 8-49 16,-2-2-25-16,0-2 25 0,-3-11 1 0,0 8-87 15,0-3 51-15,-3 1 14 0,-5-5 0 16,-6-1-62-16,1-1 43 0,-2-5 16 0,0-7 8 16,-4-1-280-16,3-2 134 0,-3-8 39 15,2-1-265-15,-1-4 156 0,2-3 75 0,-1 0 50 16,2 0-111-16,4-1 77 0,3-8 38 0,1-2-238 15,7 0 130-15,0-4 77 0,0 0 34 0,7-3-275 16,8-1 155-16</inkml:trace>
  <inkml:trace contextRef="#ctx0" brushRef="#br0" timeOffset="-33396.17">25970 15956 1921 0,'14'0'0'0,"-1"0"0"0,-3 3 0 0,-1 8 0 0,-4 2 0 0,-1 5 0 0,-2-2 0 0,3 5 0 0,-1 0 0 0,1-5 0 0,2 3 0 15,-1-5 179-15,4 0-65 0,2-2-45 0,1-5-7 0,6-1-29 16,-3-4 0-16,3-2 0 0,-1 0-48 0,2-2 20 16,1-11 0-16,-5-6-161 0,0-2 95 0,-7-5 47 15,-1 1 31-15,-2-7-187 0,-3 2 95 0,-3 0-9 16,0 1 2-16,-6 0 11 16,-7 8-8-16,-5-5 8 0,2 13 126 0,-5-1-42 15,-4 10-22-15,4 1 96 0,-8 3-44 0,3 4-30 16,1 11 5-16,5 0 139 0,5-2-58 0,4 2-43 15,1 0 4-15,6-2-100 0,4 0 21 0,0 1 40 16,2-5-379-16,10 1 179 0,1-4 82 0,6-4 48 16,-1-2-412-16,1 0 214 0,-2 0 108 0</inkml:trace>
  <inkml:trace contextRef="#ctx0" brushRef="#br0" timeOffset="-33202.69">26299 14856 1311 0,'0'-24'0'0,"0"7"0"0,0 6 0 0,0 4 0 0,0 1 0 0,0 1 0 0,0 5 298 15,0-3-138-15,0 3-63 16,0 10 179-16,0 12-121 0,0 8-62 0,0 4-26 0,0 9-35 0,0-2 1 16,0 5 0-16,0-1-168 15,0 0 84-15,0-4 50 0,1 10 13 0,2-6-517 16,-1 3 266-16</inkml:trace>
  <inkml:trace contextRef="#ctx0" brushRef="#br0" timeOffset="-32238.89">26697 15488 212 0,'0'0'0'0,"0"0"0"0,0 0 0 0,-1 0 0 0,1 0 123 0,-2-2-38 0,0 0-29 0,0 0 82 0,2 1-53 16,-2-2-26-16,2 1 0 0,0 1 98 15,0 1-67-15,0-2-28 0,0 2 0 0,0 0 105 16,0 0-67-16,0 0-26 0,0 0 85 0,0 0-63 15,0 0-32-15,8 0 0 0,6 0 135 0,3 3-74 16,8 2-51-16,3-5 61 0,10 0-50 0,3 0-27 16,3 0 0-16,9-5 134 0,11-6-84 0,-2 0-37 15,5 0-1-15,2 1 46 0,2 3-41 16,-7-1-14-16,18 2-1 0,-9 1-27 16,3 2 0-16,-4-2 0 0,0 1-58 0,-5 2 38 15,9 1-9-15,-10-2-48 0,-14 2 39 0,2-1-1 16,-3 0 39-16,-10 0-216 0,-2-2 72 0,-4 3 60 15,-7-1-6-15,-6-1-75 0,-1-1 37 0,-5 1 32 16,-7 0 7-16,-2 1 1 0,-4 0 15 0,1 0 7 16,-2 0-21-16,-2 0-8 0,0-3 29 0,0 1-73 15,0-2 36-15,0 3 1 0,-9-1 36 16,-1 2-376-16,-3 0 192 0,-5 2 92 16,-3 2 46-16</inkml:trace>
  <inkml:trace contextRef="#ctx0" brushRef="#br0" timeOffset="-31917.63">27064 15693 1654 0,'-19'-12'0'0,"8"4"0"0,3 7 0 0,6 1 0 0,-1-2 0 0,3 2 0 0,0 0 0 0,0-2 0 0,3 0 0 0,19 2 235 15,7-2-100-15,10 2-52 0,6-2 199 0,7 2-129 16,13 0-60-16,-3 0 46 0,0 0-52 0,5 0-28 16,-8 0 9-16,16-2-6 0,-12 0 1 0,1 2-30 15,3-2-49-15,-9 0 24 0,-6 2 9 16,1-3 16-16,-14 1-194 0,-2 0 97 16,-3 2 49-16,-11-2 23 0,-2 2-276 0,-8-2 136 15,-3 2 27-15,-7 0-68 0,-1-2 56 0,0 2 42 16,-2-2 12-16,-2-4-50 0,-12 5 39 15,-2-2 1 1,-9 0 41-16,-1 3-166 0,-4 0 74 0,-5 0 50 0,-8 3-364 0</inkml:trace>
  <inkml:trace contextRef="#ctx0" brushRef="#br0" timeOffset="-31544.21">27030 15720 1230 0,'-19'0'0'0,"4"0"0"0,3 0 0 16,3 2 0-16,-1 0 0 0,3 3 0 0,2 5 0 0,3 3 385 0,2 5-176 0,0 7-88 0,0-1-44 0,0 5 85 16,2 1-69-16,1 4-30 0,3 2 58 0,2 0-44 15,-5 3-23-15,2-3 9 16,1-2-82-16,-2-2 26 0,-2-1 0 0,-1-3-66 16,3-1 46-16,-4-7 30 0,0 1-7 0,0-6-73 15,0-6 47-15,0 1-12 0,-4-6-61 0,-4-1 35 16,-2-3 27-16,-1 0-5 0,-2 0 4 0,-2-9-17 15,-4-8 34-15,4 0-81 0,-5-8 40 0,1 1-7 16,0-1 40-16,0 1-83 0,6 6 37 0,-4 4 7 16,4 1 8-16,3 7 135 0,-1 3-55 0,4 0-33 15,-1 3 1-15,1 0 156 0,1 16-83 16,2 1-34-16,1 7 21 0,1 0-18 0,2 1 0 16,0-1-10-16,0 8 21 0,0-3 2 15,0-3-1-15,0-5-178 0,0 1 72 0,4-2 45 16,-1 0-4-16,0-5-338 0,2-6 171 0,-2 1 59 15,3-6-282-15,0-1 176 0,1-3 102 0,4 0 46 16,1-14-103-16</inkml:trace>
  <inkml:trace contextRef="#ctx0" brushRef="#br0" timeOffset="-31383.64">27057 15918 996 0,'7'-11'0'0,"2"6"0"0,-2 4 0 0,0 1 0 0,-4 0 0 0,-1 1 0 0,2 15 234 0,-1 4-101 0,-1 5-51 0,0 1 293 15,0 4-172-15,0 2-76 0,-1 0-52 0,1 2 33 16,0-2-38-16,0-3 0 0,3 0-315 0,0-5 147 16,0-3 62-16,1 3 34 0,1-7-512 0,0-6 272 15,-2-3 143-15,2-5-2 0</inkml:trace>
  <inkml:trace contextRef="#ctx0" brushRef="#br0" timeOffset="-31242.01">27188 16149 1511 0,'0'-2'0'0,"0"0"0"0,0 2 0 0,1-2 0 0,9 0 0 0,2 1 0 0,6-2 0 0,1 0 0 0,-1 1 283 0,2-1-129 16,4 2-60-16,-1-2 73 0,-3 0-68 0,1 1-32 15,-4 1-373-15,3-1 166 0,-4 0 86 0,2 0 43 16,-3-3-574-16,0 4 299 0</inkml:trace>
  <inkml:trace contextRef="#ctx0" brushRef="#br0" timeOffset="-30978.72">27575 15922 622 0,'6'-4'0'0,"1"1"0"0,2 3 0 0,-2 0 0 0,0 0 0 0,5 7 233 0,-3 5-99 15,5 8-51-15,-1 0 343 0,-4 3-188 0,3 6-107 0,-6 1-49 0,1 2 73 16,-4 2-60-16,-1-2-32 0,-1 2-117 0,-1 0 40 16,0-4 23-16,0-1 0 15,-3-8-148-15,-2 0 86 0,0-8 51 0,1-3-89 16,0-5 45-16,-1-2 36 0,0-3-40 0,1 0 19 15,2-8-12-15,2-7 5 0,0-4-16 0,0-3 166 16,7-1-66-16,7-4-30 0,1 2 200 0,2-4-105 16,3 0-33-16,0 0-33 0,0-1 90 0,2 2-52 15,-6 5-13-15,5-1-7 0,-8 5-203 16,2 2 87-16,-2 2 43 0,-5 6-539 16,3 1 265-16,-4 1 140 0,1 5 44 0</inkml:trace>
  <inkml:trace contextRef="#ctx0" brushRef="#br0" timeOffset="-30690.95">28023 15887 1092 0,'13'-11'0'0,"4"3"0"0,-1-1 0 0,0 2 0 0,2-1 0 0,-3 2 0 0,2 1 440 0,3 3-195 0,-5 2-110 0,2 0 54 16,-7 0-78-16,2 3-39 15,-3 9 0-15,-4-1-173 0,-1 5 62 0,-1-2 37 16,-3 0-1-16,0 0-84 0,0 1 60 0,-8-1 38 15,-1-3-168-15,-2 1 94 0,-3-3 29 0,3-1 30 16,-1-2-101-16,2 1-4 0,2-3 45 0,1-1 116 16,2-2 136-16,1 1-102 0,3-2-51 0,1 0 316 15,0 0-169-15,0 0-50 0,0 0-50 0,1 0 36 16,8 0-42-16,2 0-14 16,5 0-34-16,-5 0 5 0,5-2 0 0,-1 1-1 15,-2-1-280-15,1 1 148 0,0 1 63 0,0-3-553 16,-6 3 293-16,2 0 97 0,0 0 87 0,-2 0-456 15</inkml:trace>
  <inkml:trace contextRef="#ctx0" brushRef="#br0" timeOffset="-30103.55">27365 14763 919 0,'0'-9'0'16,"0"5"0"-16,0 2 0 0,0 2 0 0,0 0 0 0,0 0 0 0,3 7 0 0,3 8 0 0,5 9 188 0,-1 1-78 0,0 3-38 0,3 4 78 0,-1 2-63 15,-3-1-27-15,-1 3 0 0,-3 0-7 16,-4-2-20-16,3 0 8 0,-4-4-40 16,0-2 1-16,0-6 30 0,0 1 1 0,-5-5-66 15,1-6 41-15,1-3-8 0,-3-4-48 0,1-2 38 16,-2-3 1-16,0-3-7 0,3-10 3 0,1-8-3 15,3-7 9-15,0-3-15 0,0-2 29 0,2-6-14 16,7 2 3-16,6 1-45 0,-1 0 23 0,3 5 0 16,5 3 22-16,-2 1-22 0,0 5 19 15,2 5 2-15,-6 6-7 0,3 2 26 16,-4 2-25-16,-1 6 2 0,0 1-216 0,-3 0 103 16,1 1 47-16,-3 12 27 0,0-1-206 0</inkml:trace>
  <inkml:trace contextRef="#ctx0" brushRef="#br0" timeOffset="-29824.72">27724 14723 1247 0,'0'-22'0'0,"0"7"0"0,11-1 0 0,5 1 0 0,5 0 0 0,-3 8 0 0,9-2 0 0,-1 6 0 0,-2 2 0 0,1 1 369 0,-7 1-169 0,1 12-75 15,1 7-23-15,-6 1-34 0,-5 2 0 0,-4 6-35 16,-1-1-188-16,-4 0 102 0,0 3 39 0,-7-2-84 15,-9-1 66-15,-2-2 32 0,-3-5 0 0,4-8-155 16,-2 0 27-16,3-5 66 0,-1-4 31 0,3-4 11 16,5 0-37-16,0 0-7 0,4 0 337 0,1 0-144 15,2 0-61-15,2-2-40 0,0-4 294 0,10 2-143 16,10-1-54-16,2 2-45 16,8-2-24-16,0 4 0 0,7-3-23 0,-1 2-52 15,3 0 21-15,6 2 1 0,-4 0 29 0,2 0-374 16,-1 0 180-16,-7 2 104 0</inkml:trace>
  <inkml:trace contextRef="#ctx0" brushRef="#br0" timeOffset="-29021.19">29027 15320 974 0,'-7'-18'0'0,"4"4"0"0,-1 3 0 0,-2-2 0 0,-2 0 0 0,-3 0 0 0,1 1 0 0,-1 5 0 0,-3 0 0 0,-2 2 132 0,0 4-53 0,-6 1-23 0,1 1 104 15,-2 17-64-15,1 4-31 0,-1 6 8 0,-1 6 133 16,9-2-87-16,2 4-43 0,2 1 50 0,6-1-47 16,4 0-15-16,1-3-8 0,0-1 51 0,1-6-37 15,13-1 0-15,1-4-79 16,0-8 29-16,5-2-9 0,0-4 22 0,2-7-128 16,5 0 63-16,-6 0 33 0,1-16 8 0,0-6-169 15,-1-3 90-15,3-11 13 0,-7-3-72 0,-1-2 35 16,-2-7 38-16,-1-2-17 0,1-14-111 0,-4 2 76 15,1-3 37-15,0-5-88 0,0 9 55 0,1-12 39 16,-3 21 1-16,-3-1 54 0,-3 19 0 0,-2 10-22 16,-1 11-9-16,0 0 333 0,0 9-163 15,0 4-80-15,-4 18 277 0,-10 20-145 16,3 5-85-16,1 8-6 0,-2 15 159 0,2-3-108 16,5 2-54-16,4 2-27 0,1-6 217 0,0 15-126 15,0-9-59-15,3-5 36 0,7-12-48 0,2 6-16 16,4-9-7-16,0-12-236 0,0-1 106 0,5-9 53 15,-5-10-393-15,3-4 230 0,2-9 104 0,-4-2 9 16,3-5-220-16,-4-16 72 0,1-10 95 0,-3-4-159 16,1-12 128-16,-2-4 61 0,3-14 30 15,-2 1-113-15,2 2 71 0,-5 11 28 16,3-4 9-16,-6 7 101 0,2 10-33 0,-5 3 0 16,2 10 297-16,-4 8-174 0,-1 4-73 0,0 6-42 15,3 4 214-15,3 3-68 0,-2 0-81 0,3 19 40 16,-1 7 222-16,0 6-151 0,1 9-75 0,-4 5 117 15,-1 4-97-15,-3 5-40 0,2 1-32 0,-3 1-43 16,0 0 19-16,0-6-1 0,0-2-101 0,0-9 60 16,0 0 16-16,0-14 0 0,0-2-140 15,0-12 83-15,0-5 41 0,0-1-111 16,0-6 33-16,0-10 44 0,0-14 23 0,2-9-47 16,8-8 27-16,0-8-46 0,5-1-17 0,6-10 103 15,2 3-26-15,0 11-7 0,5-5 120 0,6 4-59 16,-1 4-17-16,0 5 1 0,3 8 126 0,-7 5-72 15,1 5-25-15,0 3 6 0,-4 5-11 0,1 7 0 16,-5 3-15-16,0 2-197 0,-4 0 93 0,-1 6 44 16,-4 9 9-16,-2 7-569 0,-6 3 283 15</inkml:trace>
  <inkml:trace contextRef="#ctx0" brushRef="#br0" timeOffset="-28863.32">30269 15741 2330 0,'0'-21'0'15,"10"17"0"-15,2 3 0 0,-7-6 0 0,-3 0 0 0,-2 4 390 0,0-2-170 0,0-4-98 16,0 0-45-16,-2-4-173 0,2 2 64 0,0-8 33 16</inkml:trace>
  <inkml:trace contextRef="#ctx0" brushRef="#br0" timeOffset="20973.55">9769 17626 793 0,'0'0'0'0,"0"0"0"0,-4 0 0 0,4 0 0 0,-2 0 0 0,2 0 0 0,0 0 146 0,0-2-56 0,0 0-29 0,0 0 24 16,0-2-18-16,0 0-8 0,0 0-26 0,0-2 58 15,0 2-29-15,2 0 0 0,0 1 73 0,0-1-56 16,-2 3-23-16,2-1 0 0,-2 2 78 0,0 0-43 16,0 0-33-16,0 0-2 0,0 0 0 0,0 0-23 15,2 0 0-15,-1 0-16 0,4-3 16 16,0 3 0-16,5-1 0 0,-1-1 33 15,2-1-34-15,-3 1 9 0,1 2-33 0,1-1 25 16,1-1-1-16,0 2 1 0,-3 0-38 0,1 0 46 16,0 0-19-16,2 0-9 0,-1 0 14 0,-1 0 2 15,2 0 0-15,-1 0-6 0,-1-3 3 0,2 3 2 16,3 0-9-16,-3 0 22 0,1-1-18 0,1 1 9 16,-1 0-8-16,2-1 3 0,-1 1 1 15,0 0-2-15,0 0-27 0,-4 0 33 0,7 0-6 16,-4 0-14-16,4 0 12 0,-1 0 1 15,2 0-1-15,2 0 25 0,-1 0-25 0,3 0 0 16,6 0-1-16,-9 0-15 0,5 0 14 0,-1 0 7 16,5 0-28-16,-7 0 0 0,3 0 20 0,0 0 1 15,-2 0-30-15,2 0 2 0,0 0 25 0,0 0-31 16,-1 1 28-16,-1 0 1 0,1-1-6 0,0 3 6 16,1-1-3-16,0-1-4 15,0-1 3-15,-2 0 3 0,2 2-3 0,0-2 4 0,0 0-10 16,2 0 6-16,-2 0 0 0,2 0 2 15,1 0-15-15,-3 0 17 0,4 0-4 0,-2 3-17 16,-1-3 17-16,3 0-3 0,-3 2 2 0,-4-2-19 16,7 0 18-16,-2 0-1 0,-3 0 0 0,5 0-9 15,-4 0 9-15,-2 0 0 0,8 0 13 0,-3 0-15 16,1 0 2-16,-3 0-2 0,2 0 10 0,-2 0-6 16,6 0-2-16,-1 0-36 0,1 0 35 15,-2 0 0-15,4 0 0 0,-8 0-27 0,8-2 26 16,-2-1-2-16,-1 0 1 0,-3 1-19 15,0-2 19-15,4 0-5 0,-2 2 10 0,0 0-11 16,-1-1 3-16,1-1-5 0,-5 2 5 0,0 0 0 16,2 1 0-16,-2-1-11 0,-4 2 11 0,-1 0 0 15,-2 0 1-15,-2 0-6 0,0 0 166 0,-3 0-165 16,-2 0 0-16,1 0 0 0,-3 0 0 0,0 2 0 16,-1 1 0-16,-1-1 0 0,0 0 0 0,-1 0 0 15,-3-2 0-15,1 3 0 0,0-3 0 16,-2 0-299-16,0 0 217 0,0 0 31 15,0 0-2-15,0 0-156 0,-2 0 92 0,-10 0 32 16,-2-3 28-16,-5 1-602 0,-1 0 304 0,-7 0 166 16,-1 2-596-16</inkml:trace>
  <inkml:trace contextRef="#ctx0" brushRef="#br0" timeOffset="21908.19">9803 17823 492 0,'-6'0'0'0,"-1"0"0"0,1 3 0 0,1-3 0 0,-1 1 0 0,4 1 0 0,-2-2 0 0,4 2 60 0,0-2-19 0,-2 0-9 0,2 0 65 16,0 0-32-16,0 0-1 0,0 0-31 0,0 0 43 15,0 0-43-15,0 0-1 16,4 2 71-16,0-2-35 0,4 0 0 0,-3 0-27 15,3 0 37-15,-1 0-22 0,0 0-1 0,1 0 9 16,1 0-1-16,1 0-22 0,0 0-8 0,-1 0 23 16,2 0 0-16,-1 0-23 0,2 0-1 0,-2 0 36 15,3 0-9-15,-2 0-26 0,3 0 25 0,-1 0 0 16,1 0-26-16,3 0 9 0,1 0 27 0,0 0-1 16,1 0-34-16,1 0 24 15,-1 0 1-15,2 0-17 0,-1 0-8 0,3 0 23 16,2 0-23-16,-1 0-1 0,1 0 1 0,-1 2 31 15,-2-1-31-15,7 4 0 0,-3-4-1 0,1 1 1 16,1 2 0-16,-6-3 8 0,8 3-7 0,-4-1-2 16,4-1 1-16,-2 0-38 0,1-1 38 0,1 1 8 15,0-2-9-15,0 0-12 0,-2 0 7 0,2 0 4 16,-1 0-7-16,-6 0 0 0,7 0 1 0,-1 0 4 16,-3 0-17-16,2 0 15 0,-5 0 5 0,3 0-26 15,1 0 19-15,-2 0 1 16,0 2-1-16,1-2-14 0,4 0 20 0,1 0-7 15,0 0 1-15,3 0-25 0,-2 0-2 0,4 0 25 16,-3 0-36-16,4-2 31 0,-3-3 3 0,-3 1-1 16,3-1-42-16,0 3 0 0,-2-1 36 0,0 1-8 15,-2 1-26-15,-2-2-8 0,0 3 37 0,-1 0-42 16,-6 0 36-16,4 0-4 0,3 0 5 0,-3 0-21 16,0 0 19-16,-1 0-3 0,-2 0 3 0,6 0-6 15,-3 0 4-15,-4 0-1 16,3 0-38-16,-3 0 37 0,0 0 1 0,-3 3-28 15,-1-3-1-15,-4 0 24 0,-1 1 1 0,-1-1-35 16,-2 0 31-16,-3 0-2 0,0 0 4 0,-3 0-10 16,-1 0 8-16,0 0-4 0,0 0 0 0,-2 0 11 15,0 0-8-15,0 0-2 0,0 0 42 0,0 0-36 16,0 0-5-16,0 0-120 0,0 0 59 0,-4-4 27 16,-3-1-1-16,-5 3-560 0,-1 0 278 15,-4 2 152-15</inkml:trace>
  <inkml:trace contextRef="#ctx0" brushRef="#br0" timeOffset="23261.8">9818 16860 598 0,'0'-8'0'0,"0"5"0"0,-2 1 0 0,2-1 0 0,-1 0 0 0,0 2 0 0,-2-2 118 0,3 2-35 0,-3-1-29 0,3-1 94 16,0 3-58-16,0 0-29 0,3 0 1 0,4 0 9 16,2 0-8-16,-1 10-30 0,2 1 34 0,1 5 1 15,-1 4-36-15,-3 1 9 0,2 5 54 0,-4 2-31 16,-1 3 0-16,0 2-23 0,-1 2-8 0,-1-2 8 16,1 1-9-16,-1-2-22 15,0-2-1-15,-1-4 24 0,1-3 0 0,-2-1-13 16,2-1-8-16,-2-8 21 0,0-4-12 0,0-2 7 15,0-2 4-15,0-3-8 0,0-2 29 0,0 0-9 16,0 0-17-16,0-2 118 0,0-13-56 0,0-6-19 16,0-5-9-16,0-5-102 0,0 0 37 0,2-3 0 15,3 0 36-15,3 2-31 0,2 1-9 16,-1-1 41-16,2 4-24 0,1 5-3 0,0-1 23 16,2 6-5-16,1 1-2 0,0 2-15 0,1 2 15 15,2 1-44-15,-4 4-1 0,4 2 36 16,-4 0 2-16,3 3-53 0,-4 1 25 0,1-1-1 15,-5 3 27-15,0 0-55 0,0 0 23 0,0 0-10 16,-4 0-38-16,0 0 27 0,-1 0 0 0,-2 0 22 16,0 0-48-16,0 0 17 0,-1 0 1 0,1 0-215 15,1 0 115-15,1 0 47 0,-1-1 38 0,1-5-302 16,1 1 166-16,1-1 83 0,2 2 41 0</inkml:trace>
  <inkml:trace contextRef="#ctx0" brushRef="#br0" timeOffset="23428.91">10370 16849 770 0,'6'3'0'0,"-1"5"0"0,3 2 0 0,-2-3 0 0,1 1 0 0,-1-3 257 15,1-1-103-15,0 1-65 0,5 0 300 0,-1-3-178 16,3 1-89-16,0-3 29 0,0 0-51 0,-1 0-38 16,-2 0 0-16,2 0-117 0,-3 0 44 15,-1 0 21-15,-1 0 9 0,-4 0-389 16,1 0 201-16,-3 2 101 0,0 7-519 0</inkml:trace>
  <inkml:trace contextRef="#ctx0" brushRef="#br0" timeOffset="23616.48">10380 17255 1110 0,'0'3'0'0,"0"-3"0"0,0 3 0 0,0-3 0 0,0 0 0 0,7 0 175 0,5 0-75 16,2 0-33-16,9 0 507 0,0-3-270 0,2 3-136 15,-2-3-59-15,9-1 181 0,-6 2-129 0,-3 0-64 16,2 0-187-16,-3 2 61 0,-1 0 39 0,-2 0-8 16,-6 0-426-16,-3 0 228 0,-1 0 114 0,-4 0-600 15,-1 0 288-15,-2 2 189 0</inkml:trace>
  <inkml:trace contextRef="#ctx0" brushRef="#br0" timeOffset="29148.92">11176 17009 785 0,'0'-1'0'0,"0"-2"0"0,0 3 0 0,0-3 0 0,0 2 0 0,0-3 0 0,0-1 0 0,0-3 0 0,0 3 0 0,0-4 92 0,0 2-30 0,0-1 8 16,0 0-40-16,-2 1 3 0,2-1 0 0,-2 2 0 15,-3-1-30-15,0 3 38 0,0-2-8 0,-2 3-7 16,-2 2 7-16,-3 1 0 0,1 0-1 0,-2 0-18 15,-3 0-13-15,2 10 31 0,-3-1-23 0,2 0 47 16,-1 3-35-16,2-2 13 0,0 3 43 0,3-5-23 16,-1 2 3-16,7-1 6 15,0-2 0-15,1 3-22 0,4 0-8 0,0 1-49 16,0-1 25-16,0 5 0 0,2-4 23 0,7 2-27 16,4 0-9-16,0-2 37 0,5 1-1 0,0-3-120 15,1 1 44-15,2-3 37 0,-5 3-102 0,2-3 58 16,-4 0 12-16,0 3 1 0,-5-1-15 0,-4 0 20 15,-1 3-17-15,-2 0 93 0,-2 2-30 0,0-1 0 16,-11 1-28-16,-5 0 62 0,-4 1-25 16,-1-1 0-16,-1-1-17 0,-2 0 69 0,3-3-26 15,-2-2-22-15,0-1-110 0,5-1 44 16,1-2 15-16,8-2 33 0,0-2-292 0,2 0 138 16,7 0 55-16,0-2-335 0,0-11 197 0</inkml:trace>
  <inkml:trace contextRef="#ctx0" brushRef="#br0" timeOffset="29316.19">11251 17090 1235 0,'6'0'0'0,"-2"0"0"0,-2 0 0 0,-1 7 0 0,-1 1 0 0,0 0 0 0,0 2 262 0,0 2-106 0,0 0-65 16,0 0 155-16,0-1-106 0,0 2-53 0,2 0-217 15,0-1 90-15,0 0 32 0,2-2 1 0,-1-3-392 16,1 1 212-16,-2-4 106 0,1-1 60 0,0-3-506 15,-1 0 250-15</inkml:trace>
  <inkml:trace contextRef="#ctx0" brushRef="#br0" timeOffset="29465.35">11348 16633 671 0,'5'-6'0'0,"-3"4"0"0,-1 2 0 0,1 0 0 0,0 0 0 0,0 10 0 0,0 0 283 0,0 4-129 15,1 3-61-15,1 1-86 0,-1 10 0 0,2-4 25 16,-1-2 9-16,-1 8-450 0,3-3 200 0</inkml:trace>
  <inkml:trace contextRef="#ctx0" brushRef="#br0" timeOffset="29727.87">11437 17087 860 0,'0'8'0'0,"0"3"0"0,0 1 0 0,0 1 0 0,0 2 0 0,0 1 0 0,0 2 0 0,0 0 85 0,0-1-25 0,1-1 128 16,1-2-81-16,1-1-38 0,-1-5 1 0,0 0-62 16,0-5 1-16,1-1 32 0,1-2-9 0,3 0-128 15,0-9 64-15,3-10 33 16,1-3 0-16,0-1-131 0,5-2 77 0,-5 9 7 16,1-3-67-16,0 6 36 0,0 3 36 0,-3 6-21 15,0 3 103-15,0 1-37 0,0 0-26 0,-4 11 201 16,1 6-94-16,-5 4-43 0,3 5-24 0,-2 0 214 15,0-2-108-15,0-5-26 0,-1 4-128 16,2-4 46-16,-1-4-7 0,2-7 24 0,1 0-414 0,2-6 199 16,1-2 99-16,-2 0-244 0</inkml:trace>
  <inkml:trace contextRef="#ctx0" brushRef="#br0" timeOffset="30043.62">11794 16986 796 0,'2'0'0'0,"0"0"0"0,1 0 0 0,-1 8 0 0,0 6 0 0,0 1 0 0,-1 9 471 0,4-1-219 0,-1 5-110 16,1 1-55-16,2 2 194 15,3-2-129-15,0-1-59 0,1-2-81 0,-1-6 21 16,4-2-1-16,-3-4 9 0,3-2-224 0,-2-5 107 16,-1-4 55-16,1-3-87 0,-1 0 71 0,1-13 42 15,-3-8 2-15,0-2-251 0,-1-9 62 0,-2 1 82 16,-1-5-13-16,1-4-26 0,-2-9 56 0,-1 4 26 15,3 1-76-15,0 3 50 0,-2 6 17 0,-1 2 121 16,1 10-43-16,-2 5-23 0,0 7 0 0,-1 4 144 16,-1 7-92-16,0 0-32 0,0 24-21 0,0 7 561 15,-7 10-235-15,2 4-147 16,1 2 403-16,-1 6-273 0,4-2-133 0,1-1-65 16,0-1 13-16,0-6-40 0,6-9 8 0,7 0-517 15,1-8 234-15,4-4 119 0,-6-6 58 0,6-3-447 16</inkml:trace>
  <inkml:trace contextRef="#ctx0" brushRef="#br0" timeOffset="36921.65">13129 17209 367 0,'0'-13'0'0,"0"0"0"0,0 4 0 0,-2-4 0 0,2 1 0 0,-2-2 0 0,-1-2 84 0,1 2-22 15,-2-1-8-15,1 1-28 0,-1 1 47 16,2 4 0-16,-4-4-40 0,2 5-5 0,-1 0 4 16,1 1 1-16,-1-1 0 0,-1 3-41 0,1-1 40 15,0 2 8-15,0 1-19 0,1 1 9 16,-2-2 1-16,1 2 1 0,-1 0 22 0,0 2 5 0,1 0-29 16,-3 0-2-16,1 0 24 0,1 2-1 0,-3 6-19 15,3-1 64-15,-3 3-36 0,3 1 1 16,-2-1-28-16,3 7 79 0,-1-2-40 0,3-1 9 15,-1 5 31-15,0-1-40 0,4 4 0 16,-2 4-39-16,2-1 69 0,0-2-27 0,0 9-8 16,0-3-34-16,0 5 37 0,0-1-37 0,2 0 0 15,2 5 47-15,2-5-47 0,1 2 0 0,0 2 23 16,-1-1 0-16,4 8-23 0,-5-8 8 0,4 9-6 16,-3-4-2-16,0 2 0 0,0-2 0 15,-1 1-31-15,-1-7 10 0,-1 2 20 0,1 1 1 0,0-4-22 16,-3 0 1-16,2-2 13 15,-1-6-51-15,-2 6 16 0,0-6 0 0,0-5 16 16,0 0-48-16,-2-3 22 0,-4-3 2 0,-2-4-69 16,1 1 46-16,-2-3 15 0,-1-6-1 0,-1 0-105 15,-3-3 57-15,2 0 24 0,-1-1-1 0,-1-9-172 16,2-1 96-16,0-3 47 0,-1 1-89 0,4-2 73 16,1 4 32-16,0-3 0 0,5 1-184 0,1 4 108 15,2-2 46-15,0 0-249 0,2 1 155 0,9 1 78 16</inkml:trace>
  <inkml:trace contextRef="#ctx0" brushRef="#br0" timeOffset="37272.71">13353 18077 660 0,'-8'-1'0'0,"4"-1"0"0,3 2 0 0,-3 0 0 0,0 0 0 0,1 2 307 0,-1 6-142 0,0 2-65 16,4 1-34-16,0 2 91 0,0 2-62 0,0 3-23 15,0-4-37-15,2 0-2 0,7 2 0 0,0-1 0 16,3-1-23-16,-1-4 9 0,2 1 13 0,-1-1-46 16,1-2 23-16,0 0 0 0,-2-5 23 0,0-1-29 15,1 0-9-15,-5-2-1 0,2 0 32 0,-1 0-62 16,0-2 26-16,-1-5-12 15,-5-8 10-15,2-1-5 0,-3-1 27 0,-1-9-2 16,0 8-20-16,0-5 20 0,0 4 0 0,-11-1-36 16,2 2-1-16,-4 4 28 0,-2 1 5 0,-2 9-11 15,0 0 4-15,-4 2 3 0,0 2 0 0,3 0-59 16,-1 6 28-16,2 4-5 0,2-2-285 0,4 2 150 16,5-2 62-16,0 0 42 0</inkml:trace>
  <inkml:trace contextRef="#ctx0" brushRef="#br0" timeOffset="37801.41">12575 17274 734 0,'-2'-4'0'0,"0"2"0"0,2 2 0 0,-3 0 0 0,1 2 0 0,-4 9 79 15,3 4-24-15,-3 1 1 0,-2 7-23 0,3 2 72 16,-3-4-28-16,-1 8-8 0,-3-3-71 0,3 0 0 16,2-6 35-16,-5 1-51 0,3-5 33 0,2 0-8 15,1-7 26-15,0-2 61 0,0 1-31 0,5-5 1 16,-1-3-23-16,2 3 35 0,0-3-21 15,0 0-1-15,0 0-33 0,2 0 79 16,11 0-25-16,2 0-9 0,4 0 67 0,-1 0-50 16,3 0-25-16,0 0 34 0,1 0-21 0,4 0-9 15,-5 1-29-15,2 0-29 0,-1 4-1 0,-1 1 30 16,-2-3 8-16,-3 2-209 0,2-3 100 0,-5 3 50 16,0-2 26-16,-4-1-166 0,0 1 68 0,-1-2 9 15,-4-1-377-15,0 0 214 0,0 0 100 0,-3 0-281 16,-1 0 200-16</inkml:trace>
  <inkml:trace contextRef="#ctx0" brushRef="#br0" timeOffset="38000.98">12690 17283 640 0,'0'-4'0'0,"0"4"0"0,0 0 0 0,0 0 0 0,0 4 0 0,0 9 476 15,0 6-221-15,0 6-111 0,0 2-56 16,0 5 155-16,0 4-108 0,2 7-52 15,-1-2 141-15,1 2-96 0,0 3-48 0,0-7-88 16,0 13 17-16,-1-6-1 0,2-3 24 0,-1-8-261 16,0 5 131-16,-2-6 74 0,2-2 24 0,0-8-414 15,1-1 212-15,1-6 37 0,1-6-281 0,1-2 199 16,0-3 111-16</inkml:trace>
  <inkml:trace contextRef="#ctx0" brushRef="#br0" timeOffset="38322.55">13385 17161 1789 0,'-8'-12'0'0,"6"10"0"0,2 1 0 0,0-1 0 0,4-1 0 0,9 2 0 0,2-2 0 0,4-3 245 0,4 2-98 0,9-4 54 16,0 2-84-16,0 1-42 0,1-3-22 0,1 5 30 16,0-1-18-16,-4 2-7 0,-2 1-26 15,-5-2-196-15,-1 3 98 0,-3 0 49 16,-4 0 33-16,-2 0-377 0,-4 0 179 0,-3 0 103 0,-2 0-529 15,-4 0 270-15,0 3 145 0,-3 4 84 16</inkml:trace>
  <inkml:trace contextRef="#ctx0" brushRef="#br0" timeOffset="38656.65">13435 17274 1819 0,'-2'3'0'0,"2"-1"0"0,0 0 0 0,0-2 0 0,2 0 0 0,8 0 0 0,1 0 0 0,8-2 0 0,0-2 0 0,5-1 0 0,-3 1 0 0,-1 0 232 16,3 3-99-16,-4 1-50 0,-3 0-138 0,0 0 44 16,-7 5 30-16,0 6-8 0,-5 0-97 0,-2 3 60 15,-2 1 29-15,-2 3-207 0,-11-1 118 0,-6 4 54 16,-1-2-56-16,-3-3-39 0,0-2 6 0,-3-3 47 16,6-2-6-16,-3 1 209 0,0-4-86 0,5-1-38 15,1-3 373-15,2 0-190 0,5-2-66 0,3 0 258 16,3 0-174-16,1 0-87 15,3 0-43-15,0 0 66 0,0 0-47 0,12 0-35 16,9 0 0-16,4-2-20 0,3-1-8 0,-1-1 1 16,6 0 8-16,-1 2-52 0,2-1 22 0,-4 2 0 15,0 0-184-15,-2 1 103 0,-6 0 60 0,-1 0 17 16,-3 0-531-16,-4 0 257 0,-3 0 81 0,-1 0-172 16,-3 1 167-16,-1 3 79 0,-3-2 39 15,1-2-426-15</inkml:trace>
  <inkml:trace contextRef="#ctx0" brushRef="#br0" timeOffset="38917.96">13242 16754 1736 0,'-11'-13'0'0,"6"8"0"0,5 4 0 0,0-1 0 0,0 2 0 0,9-2 0 0,11 0 0 0,8 0 0 0,12 0 0 0,3-1 0 0,-2-1 199 16,14-1-88-16,-4 2 2 0,-3-1-40 0,-1 0 0 15,-2 1-40-15,-11 1-111 0,0-1 52 0,-3 3 29 16,-10 0 0-16,-2 0-225 0,-4 0 127 0,-5 0 73 16,-4 0-159-16,-5 0 50 0,-1 5 67 0,0 0-42 15,-12 1-247-15,-2-1 152 0,-5 2 88 0</inkml:trace>
  <inkml:trace contextRef="#ctx0" brushRef="#br0" timeOffset="39078.95">13453 16718 1301 0,'0'5'0'0,"0"5"0"0,1 1 0 0,1 0 0 0,0 2 0 0,0 0 0 0,1 4 0 0,1 0 0 0,0 2 281 0,0-1-124 0,2 2-54 0,-3 0-51 16,1-1-20-16,0 0 1 0,-1-1 0 15,-1-1-278-15,2 0 135 0,-2-7 72 0,4-1-496 16,-2-5 272-16</inkml:trace>
  <inkml:trace contextRef="#ctx0" brushRef="#br0" timeOffset="39242.01">13623 16720 2197 0,'4'2'0'0,"2"5"0"0,-1 2 0 0,-1 4 0 0,0 1 0 0,-2 4 0 0,-1 5 0 0,1 1 0 0,0 3 347 16,-2 1-157-16,0-2-78 0,0-4 132 0,0 3-110 16,2-2-51-16,-2 1-124 0,2-2 37 0,-1-1-1 15,2-2 46-15,-1-1-695 0,0 2 343 0</inkml:trace>
  <inkml:trace contextRef="#ctx0" brushRef="#br0" timeOffset="43052.78">14504 17601 676 0,'-5'-8'0'0,"3"3"0"0,2 4 0 0,-2 0 0 0,2-1 0 0,-2-1 0 0,2 3 0 0,0-1 0 0,-1 1 129 0,1 0-40 0,0 0-32 0,0 0 11 15,0 0 1-15,0 0-36 0,0 0 0 0,1 0 29 16,8 0-9-16,2 0-20 0,3 0 0 0,1 0 87 16,2 0-44-16,1 0-13 0,3 0-9 0,6-2 57 15,-1-6-39-15,0-2-1 0,4 3 50 0,2-2-37 16,2 0-29-16,7-1 70 0,0 1-46 16,3-1-23-16,4 2 0 0,9 0 49 0,12-2-40 0,-1 0 0 15,7 2-32-15,6 0 45 16,11 1-23-16,-15 1 8 0,18 0-7 0,-3 2-54 15,-1-2 0-15,-5 3 31 0,-11-3-134 0,6 2 74 16,-5 0 27-16,-9-1-200 0,-13 3 96 0,4-1 60 16,-7 0 4-16,-8 1-107 0,1 2 51 0,-9-1 39 15,-5 1-9-15,-9-2-44 0,-2 0 39 16,-6 1-8-16,-2-1 84 0,-7-2-38 0,0-1 0 0,-3-1 0 16,-1-1 25-16,0-1-33 15,-3 0 8-15,-8-4-202 0,-1 2 100 0,-3 0 52 16,-4 0 25-16,-3-2-416 0,-8-2 225 0</inkml:trace>
  <inkml:trace contextRef="#ctx0" brushRef="#br0" timeOffset="43563.7">14933 16787 333 0,'-2'-18'0'0,"0"5"0"0,-2 1 0 0,1-1 0 0,-4 0 0 0,-2-3 142 0,2 4-55 0,-3 1-27 15,1 1 0-15,0 4 10 0,0 2 7 0,-5 2-44 16,1 2 33-16,-2 0-33 0,0 0 0 0,-1 12-1 16,2 3 46-16,-2 0-45 15,4 1 0-15,0 4 68 0,1-1-35 0,4-1 1 16,3 0-26-16,2-2 35 0,2-2-22 0,0-3 0 15,2 3-21-15,11-4 30 0,2 0-22 0,3-3-8 16,2 0 0-16,1 0-17 0,-3-1 17 0,1 1 0 16,-1-1-11-16,-2 2 10 0,-4-1 1 15,0 0 0-15,-5 1-46 0,-1 2 20 0,-2-1 9 16,-3 2-61-16,-1-2 34 0,0 5 9 0,-12-1-1 0,-4 1-20 16,-2-2 3-16,-5 2 23 15,0-4-159-15,5-2 74 0,-5 0 41 0,4-3 11 16,3-5-162-16,4 0 76 0,1 0 50 0,11-9-349 15,0-11 192-15</inkml:trace>
  <inkml:trace contextRef="#ctx0" brushRef="#br0" timeOffset="43720.28">15034 16806 1586 0,'9'7'0'0,"1"5"0"0,-3 3 0 0,-3-6 0 0,-1 4 0 16,-1 0 0-16,0-2 0 0,0 4 0 0,-2 1 0 0,3-1 278 0,-3-2-127 0,0 2-59 0,0-2-163 0,0-2 52 15,0-1 25-15,2-2 9 0,-2-1-377 0,1-6 197 16,1 1 99-16,-2-2-231 0,2 0 153 0,2-11 80 16,-3-9-63-16</inkml:trace>
  <inkml:trace contextRef="#ctx0" brushRef="#br0" timeOffset="44126.88">15143 16310 425 0,'4'-6'0'0,"1"4"0"0,-1 2 0 0,1 0 0 0,-3 0 0 0,2 2 0 0,2 8 0 0,0-1 33 0,1 6-21 0,0 3 2 16,3 3-137-16,-2 4 58 0,1 2 29 0,-2 0-32 15,1 7 27-15,-2 0-4 0,-3 2 32 0,1 0-13 16,0-2 8-16,-3-1 0 0,3-3 0 0,1-5 18 16,-4 1 0-16,1-2 0 15,0-2 68-15,2-3-43 0,-3-3-13 0,1 3-4 16,0-5 502-16,0 0-239 0,2-3-118 0,-3-2 45 15,1-2-83-15,0 0-32 0,0-2-30 0,-2-3 15 16,0-2-35-16,3 2-1 0,-3-2 1 0,1 0-46 16,1-6 18-16,4-11 0 0,3-3-78 0,0-3 53 15,1-1 26-15,-1 6 9 0,0-2-108 16,5 0 56-16,-3 1 4 0,1 4 2 0,-1 4 6 16,-2 4-1-16,3 4-2 0,-1 3 66 15,-2 0-12-15,1 1-33 0,-3 15-8 0,0 1 156 16,0 9-62-16,-1 0-38 0,0 1 90 15,-2 3-1-15,0-8-27 0,-1 5-40 0,3-4-70 0,-3-2 1 16,1-1 39-16,-2-6-262 0,1-6 133 0,-2-1 56 16,1-3 25-16,0-3-355 0,-2-1 166 0,0 0 94 15,0-3 8-15,-2-12-68 0,-1-6 69 0,-2-5 34 16</inkml:trace>
  <inkml:trace contextRef="#ctx0" brushRef="#br0" timeOffset="44399.53">15531 16307 1406 0,'7'-5'0'0,"2"5"0"0,2 0 0 0,2 0 0 0,2-2 0 0,1 2 0 0,0 0 0 0,1 0 0 0,0 0 0 0,0 6 121 0,-3 3-48 0,0 3 0 0,-5 2-159 16,-1 4 60-16,-7 0 29 16,1 2 8-16,-2 0-81 0,0 1 52 0,-13 1 25 15,-2-2-135-15,-3-1 74 0,0-5 44 0,-6 3-40 16,7-4 102-16,-2-1-56 0,5-2-5 0,0 0 308 15,7-6-149-15,1 1-65 0,3-3-38 0,1-2 269 16,2 2-142-16,0-2-70 0,2 0-28 0,9 0 45 16,8 0-44-16,4 0-22 0,0 0-55 0,2 0 32 15,-1 0 9-15,5 0-8 0,-3-2-257 0,-4 0 128 16,3 1 64-16,-4 1-499 0,0 0 268 16,-5 0 79-16,-1 5 85 0,-2 4-467 0</inkml:trace>
  <inkml:trace contextRef="#ctx0" brushRef="#br0" timeOffset="44786.08">15958 16599 923 0,'0'-5'0'0,"0"2"0"0,0 0 0 0,0 1 0 0,0 0 0 0,-2 1 0 0,2 1 0 0,0 0 311 0,-2 0-140 0,2 11-60 15,-2 5-44-15,-1 7 181 0,-1 3-108 0,2 2-54 16,-1 5 121-16,3 1-78 0,0-1-53 0,0-1-21 16,0 0 34-16,1-3-28 0,10-4 0 0,0-4-61 15,8 0 32-15,-4-8 1 16,4-3 0-16,0-4-139 0,1-3 69 0,-1-3 43 0,4-3-8 0,-3-13-190 16,-1-4 108-16,-1-9 17 15,-2-2-223-15,-3-4 111 0,2-8 81 0,-4 0 6 16,-1-4-26-16,1-2 42 0,0-2 22 0,-3 12-45 15,2-2 37-15,-5 7 0 0,-3 13 30 16,0 8 201-16,-1 1-100 0,1 5-60 0,-2 6-16 0,0 1 473 16,0 11-238-16,-3 14-81 0,-1 4 293 0,0 7-196 15,3 7-110-15,1-1 74 0,0 4-87 0,0 1-45 16,3-2-21-16,4-6 106 16,5 9-68-16,-1-13-30 0,2 2 0 0,3-4-500 15,-4-3 235-15,2-5 125 0,1 3-449 0</inkml:trace>
  <inkml:trace contextRef="#ctx0" brushRef="#br0" timeOffset="47075.9">17259 17072 906 0,'0'0'0'0,"0"-3"0"0,0-4 0 0,0-4 0 0,0 1 0 0,0-2 0 0,0-2 0 0,1-2 0 0,-1 1 0 0,0 0 33 0,0 0-1 0,0 1 1 0,0 0-24 16,0 3 8-16,-5-3 15 0,0 7 0 0,-3-1-5 15,1 2 3-15,-5 5 0 0,-1 1 41 0,0 0-8 16,-5 17-31-16,0 7-10 0,0 10 29 0,-1 2-20 15,4-1 8-15,-2 10 34 0,6-2-1 0,3-1-39 16,4-9 0-16,4 5 31 0,0-9-23 0,0 2-8 16,2-9-1-16,10-5-26 0,2-1-1 0,4-5 28 15,0-3-55-15,3-7 23 0,4-1 0 16,-3 0 22-16,2-13-32 0,1-8 10 16,-3-2 6-16,1-6-107 0,-3-3 57 0,-2 0 15 15,-2-1 0-15,-2 1-72 0,-5 5 48 0,0-2 11 16,-3 8 0-16,-2 0 53 0,-2 8 1 0,0 1-37 15,-2 5 135-15,0 3-59 0,0 2-30 0,0 1 4 16,0 1 79-16,0 1-45 0,0 14-12 0,0 3-2 16,-4 6-1-16,4 2 2 0,0-1-27 15,0-2 53-15,0-2-5 0,5 0-8 0,8-3-27 16,3-4-49-16,5-3 24 0,2-3 0 16,0-6-67-16,5-2 39 0,-1 0 14 0,-1-6-1 15,-4-7-91-15,-3-2 55 0,2-6 17 0,-8 5-19 16,0-3 12-16,-5-2 1 0,-3 1-3 0,-1-1 33 15,-4 2-22-15,0-3 12 0,0 2-18 0,-2-1 93 16,-7 1-37-16,-5 1-3 0,2 1 11 0,-4-1 0 16,0 6-27-16,-2 1-9 0,-2 3 55 15,-1 3-23-15,0 5 12 0,-1 1-5 0,2 0-18 16,-1 0-8-16,1 1 10 0,6 7-6 16,1-1 1-16,3 1-2 0,3-2 0 0,1 3-60 15,3-1 27-15,3 1 4 0,0-2-260 0,0 3 134 16,5-3 58-16,11-2 37 0,5 1-338 0,2-1 168 15,9-5 95-15,0 0-242 0,2 0 166 0,-2 0 81 16</inkml:trace>
  <inkml:trace contextRef="#ctx0" brushRef="#br0" timeOffset="47341.58">17887 16924 471 0,'1'0'0'0,"1"-1"0"0,0-2 0 0,-2 2 0 0,0-1 0 0,0 0 0 0,-5 2 395 0,-1 0-185 0,0 0-88 16,2 0-45-16,0 0 208 0,1 4-127 0,1 4-54 15,2 5 61-15,0 1-67 0,0 0-32 0,0 0-1 16,5 3-10-16,7-4 7 0,1 0-29 0,2 0-61 16,2-3 30-16,-1 0 0 15,-4-1 31-15,-3-4-28 0,1 5-9 0,-4-5 37 16,-4 3 0-16,-2 2-32 0,0 1-3 0,-8 0 7 16,-11 6 129-16,-5-2-55 0,-5 4-34 0,-1-1-1 15,0-1 11-15,-2 0 6 0,2-2-18 0,7-8-180 16,0 3 85-16,4-6 41 0,8-2 10 0,-1-2-368 15,8 0 180-15,4-2 95 0,0-9 30 0,7-7-209 16,16 1 89-16,2-1 79 0,5-3 36 16,5-1-340-16</inkml:trace>
  <inkml:trace contextRef="#ctx0" brushRef="#br0" timeOffset="47667.92">18163 16877 1204 0,'0'-7'0'0,"0"2"0"0,0 0 0 0,0 2 0 0,0 1 0 0,0-1 0 0,0 2 0 0,0 1 203 0,-9 0-85 16,4 14-35-16,-2 6 153 0,0 4-101 0,-3 7-52 16,4 2-25-16,-1 9 70 15,5-7-40-15,2 10-31 0,0-9 39 0,0 1-31 0,7-1 0 16,9-6-32-16,-4-6-77 0,9-1 35 16,-4-8 21-16,2-3-153 0,2-5 87 0,-3-7 44 15,3 0 29-15,0-4-260 0,-5-17 124 0,0-1 25 16,-3-6 43-16,0-4-115 0,-4-4 41 15,2-7 48-15,-3 1 15 0,-2 2-1 0,-2 5 28 0,-1 2 1 16,-1 8 27-16,-2 3 8 0,0 9-36 0,0 0 333 16,0 8-163-16,0 2-66 0,0 3-51 0,0 0 318 15,-5 11-159-15,1 7-44 16,2 7-52-16,-1 2 45 0,3 3-40 0,0-1-32 16,0 5-44-16,0 0-1 0,0 0 22 0,3 0 0 15,5 0-361-15,-1-5 177 0,4 2 91 0,-1-3-794 16</inkml:trace>
  <inkml:trace contextRef="#ctx0" brushRef="#br0" timeOffset="48447.52">19158 16575 1042 0,'-2'-20'0'0,"2"15"0"0,0 3 0 0,0 2 0 0,0 0 0 0,0 12 0 0,2 4 0 0,0 7 0 0,0 8 222 0,-1 11-99 0,-1-4-45 15,0 6 132-15,0 4-89 0,0 2-44 0,0 2-14 16,0-1 24-16,-1 3-28 0,1-4 1 0,0-1 41 16,0-3-34-16,0-12 8 0,0-2-42 15,0-7-39-15,3-4 39 0,1-8-1 16,0-6 1-16,0-1-59 0,-2-6 25 0,2 0 0 16,-3-7-46-16,1-14 38 0,-2-3 19 0,0-3-4 15,0-3-169-15,-2 1 73 0,-9-5 48 0,-2 5-74 16,-4 3 54-16,0 9 5 0,-8-1 4 0,1 13-32 15,-2 3 29-15,-2 2 0 0,-2 7 1 0,2 14 179 16,1 2-76-16,6 1-38 0,5 3 249 0,2-1-132 16,7 1-67-16,5-4-18 0,2 0 166 15,0 0-91-15,2-2-26 0,9-4-27 16,4-3 0-16,5-1-23 0,5-5-8 0,0-4-118 16,3-4 60-16,0 0 28 0,4-4 0 0,0-11-269 15,5-7 119-15,-5-3 81 0,0-2-472 0,-4-2 252 16,-1 2 119-16,3-8 71 0,-9 7-205 0,-1-4 135 15,-1 2 66-15,-3 2-6 0,-7 5 29 0,0-2 8 16,-4 5 36-16,-1 3 114 0,-1 6-57 0,-2 2-28 16,-1 1-9-16,0 5 341 0,0 2-180 0,0 0-91 15,0 1 484-15,0 7-262 16,0 12-79-16,0 6-88 0,-1 4 187 0,1 5-133 16,0-1-67-16,0 1 37 0,5-1-43 0,8-4-35 15,4-2 1-15,3-5-60 0,1-5 1 0,2-4 33 16,-1-8 8-16,6-5-217 0,-3 0 105 0,-3-2 51 15,1-18-290-15,-3-2 166 0,-2-6 36 0,-4-2 56 16,0-6-247-16,-3-7 133 0,-4 2 66 0,-1 0-15 16,0 5 33-16,-4-4 29 0,0 5 0 15,-2 2 75-15,0 10-27 0,0 2-1 16,0 8-34-16,0 2 342 0,-2 9-168 0,-4-1-83 16,0 3 481-16,0 11-256 0,1 14-79 0,1 5 143 15,2 10-154-15,2-1-76 0,0 5-39 0,0 2-6 16,0 3 9-16,2 1-42 0,7 0 1 0,5 1-564 15,2-3 282-15,5-3 141 0,2-9 78 0</inkml:trace>
  <inkml:trace contextRef="#ctx0" brushRef="#br0" timeOffset="58777.2">15237 17908 760 0,'0'-2'0'0,"-2"-3"0"0,0 1 0 0,1-2 0 0,-4 3 0 0,1-2 0 0,1 0 54 15,-1 1-21-15,-1 2 0 0,-1-1 16 0,-2 1-16 16,2 0 7-16,-1 0-7 0,0 0 17 0,0 2-17 16,-4 0-1-16,4 0-34 0,0 0 43 0,0 0-8 15,-2 0-1-15,2 0-22 0,0 0-1 0,1 0 19 16,-2 0 12-16,1 0-37 0,0 2 0 0,-1 5 17 16,0 6-13-16,1 2 11 0,0 4 13 0,-3 6-17 15,4-1 39-15,-1 3-1 0,3-1-29 16,2 0 49-16,2-2-16 0,0 1-1 15,0-2-27-15,0-3 42 0,6-1-38 0,6-2 3 16,0-2 6-16,6-2-50 0,-2-2 21 0,3-5 0 16,-1-3-84-16,3 0 47 0,0-3 33 0,-1 0-17 15,3-10-43-15,-2-5 25 0,-3-4 21 0,0-2-140 16,-6 3 72-16,4-6 20 0,-5 4 24 0,-2 0-72 16,-1 2 42-16,-4 7-2 0,-1-2 6 15,-1 4 123-15,-2 3-46 0,0 5-10 0,0-2 198 0,0 3-109 16,-3 0-53-16,-5 12-16 15,2 5 55-15,0 0-22 0,3 2-27 0,1 2 139 16,2 0-77-16,0-1-26 0,0-2-1 0,9 0-84 16,7-5 23-16,5 0 7 0,2-2 15 0,4-6-125 15,1-5 63-15,-2 0 31 0,3 0-164 0,-8-1 80 16,4-14 47-16,-8 2-1 0,3-5-51 0,-8 0 27 16,-1-1 25-16,-1 0-11 0,-4 1 5 15,-4-3-8-15,-1 1 23 0,-1-2 60 16,0 0-30-16,0 0-9 0,-10-3-20 0,-2 2 103 15,-3 1-46-15,-2 2-13 0,0 0 16 0,0 9-14 16,-4-1 0-16,1 5-6 0,-1 2-13 0,2 4 5 16,-1 1-4-16,1 0-2 0,2 2 6 0,0 9-3 15,6-2 1-15,1-2-100 0,3 0 46 0,3 2 19 16,2 0-15-16,2 0-202 0,0 0 101 0,4-1 61 16,13-3-256-16,1 3 146 0,9-4 85 15</inkml:trace>
  <inkml:trace contextRef="#ctx0" brushRef="#br0" timeOffset="59079.71">15813 17833 854 0,'0'-10'0'0,"0"2"0"0,0 1 0 0,0-2 0 0,-11 2 0 0,2 3 0 0,-5 3 145 0,3-1-56 0,-1 2-19 0,-2 0-10 15,1 10 99-15,-2 3-63 0,4 5-31 0,0 0 54 16,2 1-35-16,4 0-30 0,5 0 1 0,0-1 24 15,0 0-23-15,11-4 8 0,10 3-15 0,-2-4-16 16,3 0-1-16,1-3 1 0,-2-1-45 16,0-2 30-16,-3 3-8 0,-4 0 23 0,-4-1-89 15,-4 1 45-15,-2-1 22 0,-3 0-73 16,-1 4 39-16,-1-1 5 0,-14 1 1 0,-4-2 101 16,-4 1-35-16,3 1-11 0,-10 1 9 0,2-2-34 15,-1-3 1-15,3-2 7 0,5-2-55 0,1-2 16 16,3-1 34-16,8-2 22 0,0 0-316 0,4 0 135 15,5-5 72-15,0-7-397 0,10-1 222 0,10-4 107 16,3-1 53-16</inkml:trace>
  <inkml:trace contextRef="#ctx0" brushRef="#br0" timeOffset="59422.77">16022 17808 1204 0,'1'-5'0'0,"1"3"0"0,0 0 0 0,-2 1 0 0,0 1 0 0,0 0 0 0,0 7 0 0,0 8 351 0,0 1-151 0,0 4-87 0,0 2-41 16,0 3 59-16,0-1-50 0,6-2-23 0,4-3 10 16,-1 1-8-16,3 0-27 0,2-6 0 0,0-1-174 15,2-5 87-15,0-3 51 16,0-4-188-16,0-1 112 0,0 0 55 0,0-9 13 16,2-9-246-16,-5 0 90 0,4-8 77 0,-2-1-15 15,-2-2 0-15,1-3 36 0,-2 0 1 0,-2 0 0 16,0 1 11-16,-3 3 24 0,-2 7 1 0,-1 2 120 15,-2 10-60-15,0 2-39 0,-1 1 360 0,-1 5-184 16,0 1-66-16,0 1-53 16,-1 17 296-16,-5 8-159 0,3-1-75 0,1 6-37 15,2-1 152-15,0 2-95 0,0 2-39 0,2 0 6 16,7-3-32-16,3-1 1 0,2-2-31 0,0-1-73 16,-2-8 44-16,3 3-8 0,-1-5-373 0,-2-2 204 15,0-6 103-15,-4 1 51 0,1-2-773 0,-6-5 384 16</inkml:trace>
  <inkml:trace contextRef="#ctx0" brushRef="#br0" timeOffset="59735.78">15244 17785 776 0,'-12'-18'0'0,"-2"7"0"0,8 6 0 0,1 0 0 0,3 4 0 0,0-1 427 0,0 0-201 0,2 2-96 0,0 0-49 15,10 15 258-15,9 6-154 0,8 3-67 0,9 10 261 16,11 1-173-16,2 1-86 0,5-2-44 0,4-2 32 15,-5-4-30-15,15 7-7 0,-5-6-93 0,-1-1 28 16,-5-2 0-16,-10 1 27 0,3 2-396 16,-4 5 194-16,-3 0 101 0,-6 4 50 15,0 4-837-15,-7-6 414 0</inkml:trace>
  <inkml:trace contextRef="#ctx0" brushRef="#br0" timeOffset="60254.66">17593 16849 653 0,'-5'-24'0'0,"-4"8"0"15,5 9 0-15,2 6 0 0,2-2 0 0,0 1 0 0,0 2 185 0,0 0-80 0,6 15-36 0,10 10 112 0,7 9-74 0,3 1-37 16,4 7 8-16,4 1 145 16,7 10-95-16,1-3-48 0,-1 3-61 0,2-3 14 15,-3-5 8-15,6 10-9 0,-4-6-380 0,-6-9 190 16,3 0 95-16,-2 2 48 0</inkml:trace>
  <inkml:trace contextRef="#ctx0" brushRef="#br0" timeOffset="61374.74">20537 17231 780 0,'0'0'0'0,"-2"0"0"0,2 0 0 0,0 0 0 0,0 0 0 0,2 0 0 0,7 0 0 0,6 0 146 0,2 0-56 16,2 0-21-16,1 0 144 0,1 0-90 0,0-1-45 15,-3-3-23-15,1 2 41 0,-1 0-24 16,-4 2-7-16,-1 0-32 0,-3 0-102 0,-1 0 51 16,0 0 26-16,-2 2-276 0,-2 4 147 15,-1 0 76-15,-3 3 30 0,-1 4-441 0,0-1 192 16</inkml:trace>
  <inkml:trace contextRef="#ctx0" brushRef="#br0" timeOffset="61547.84">20539 17578 1533 0,'-4'-5'0'0,"4"4"0"0,0 1 0 0,0 0 0 0,5 0 0 0,8 0 0 0,6 0 0 0,6 0 190 0,1 0-79 0,6 0-31 16,0-6 131-16,0 2-89 0,0 0-44 0,0-1-23 16,-2 1-182-16,-4 2 89 0,3 1 31 0,-8 1-162 15,2 0 101-15,-2 0 51 0,-3 0 24 0,2 0-575 16</inkml:trace>
  <inkml:trace contextRef="#ctx0" brushRef="#br0" timeOffset="62482">21455 16947 309 0,'0'-2'0'0,"0"0"0"0,0 0 0 0,0 2 0 0,0 0 153 0,0 0-60 0,0 0-30 0,0 0 8 16,0 0 83-16,-1 6-60 0,-4 5-31 0,-2 4 40 15,-1 6-35-15,-1 0 8 0,-4 7-43 0,0-1-9 16,-3 1 9-16,0 1 0 0,-1-1-20 0,0-3 28 15,0-1-8-15,2-8-1 0,-2 1 50 0,3-3-25 16,-2-3 0-16,5-3-16 16,1-3 42-16,5-3-24 0,1 0-1 0,0 0 97 15,4-2-61-15,0 0-22 0,0 0-9 0,2 0-17 16,14 0-14-16,5 0 1 0,4 0 36 0,3 0-28 16,4 0-8-16,0 0 0 0,2 0-32 0,1 0-1 15,-1 0 33-15,1 0 8 0,-2 0-43 0,-1 0 1 16,-2 2 33-16,-3 0 1 0,-3-1-195 15,-2 1 75-15,-3 0 49 0,-2 0-258 0,-2-1 142 16,-6 2 56-16,-1 0-280 0,-1 0 164 16,-2-1 95-16,-4-1 43 0,1 2-286 0,-2 0 165 15,0-3 82-15</inkml:trace>
  <inkml:trace contextRef="#ctx0" brushRef="#br0" timeOffset="62665.36">21603 16911 1121 0,'-7'-5'0'0,"3"4"0"0,0 1 0 0,1 0 0 0,-1 0 0 0,1 15 0 0,-1 8 0 0,1 7 375 0,1 12-171 0,-1 2-85 15,-1 3 174-15,2 6-122 0,0-1-73 0,1 3-33 16,1-2-109-16,0-2 38 0,0-1 0 0,0-7 47 16,3 6-440-16,3-3 216 0,-1-3 108 0,2-2-208 15,-4-6 106-15,1 3 93 0</inkml:trace>
  <inkml:trace contextRef="#ctx0" brushRef="#br0" timeOffset="63238.97">22359 17001 373 0,'0'-17'0'0,"-2"3"0"0,2 4 0 0,-2-3 0 0,0-1 0 0,0 0 122 0,-1-1-45 0,-4-3-17 0,4 4-7 16,-1 0 53-16,-2 1-36 0,-1-1-1 0,0 3-36 15,-3 4 30-15,-1 0-7 0,-3 3-23 0,0 0 18 16,-4 4-18-16,0 0 0 0,-5 4 23 0,-1 11-23 15,2 8-1-15,-1 2 1 0,-3 8 39 16,8-1 8-16,0 8-47 0,3 5-1 16,6-1 126-16,1 2-63 0,6 0-32 0,2-2 108 15,0 8-73-15,4-6-33 0,9-2 1 0,2 0-61 16,0-5 1-16,-1-3 35 0,0 0-53 0,-3 3 22 16,-1-3 0-16,-3 1 23 0,-5 1-106 0,0-3 61 15,-2 0 18-15,0-1-12 0,-7 0-80 0,-7-4 26 16,-2-2 34-16,-2-6-60 15,-5 0 42-15,0-6 3 0,-2-3 1 0,1-2-109 0,-1-2 64 16,3-3 21-16,-1-3-175 0,4-1 103 16,3-2 51-16,7 0 27 0,0 0-117 0,8-7 64 15,1-6 43-15,1-6 0 0</inkml:trace>
  <inkml:trace contextRef="#ctx0" brushRef="#br0" timeOffset="63501.83">22287 17661 1055 0,'15'-3'0'0,"1"3"0"0,-6 3 0 0,-2 10 0 0,-5 1 0 0,2 3 0 0,-1 4 0 0,-1 2 183 0,1 2-76 16,0-6 162-16,1 4-119 0,4-1-58 0,1-2-21 15,1-2-53-15,3-3 14 0,0-3 1 0,4-4 0 16,-4-2-75-16,4-6 46 0,-4 0-8 0,2 0 36 16,-4-6-197-16,-1-10 98 0,-1-1 51 0,-4-3-205 15,-3-3 114-15,-1-4 5 0,-2 1 47 0,0 3-21 16,-3 0 23-16,-8 5-24 15,-1-1 144-15,-3 5-50 0,0 3-25 0,-2 3 0 16,0 4 99-16,1 3-53 0,-2 1-26 0,4 0 4 16,0 1 16-16,3 7-7 0,6 1-27 0,0 0-152 15,3 0 75-15,2-1 43 0,0-1 1 0,0-1-319 16,9-4 157-16</inkml:trace>
  <inkml:trace contextRef="#ctx0" brushRef="#br0" timeOffset="63707.31">22463 17029 1592 0,'-7'-21'0'0,"3"10"0"0,4 9 0 0,0 1 0 0,0-1 0 0,6 0 0 0,9 0 0 0,2 0 0 0,6-2 0 0,3 1 187 0,6-2-69 0,0 1-47 15,0 2-34-15,0-3-4 0,-1 2 0 0,0-2 0 16,-9 2-226-16,3 2 109 15,-5-2 58-15,-3 2 30 0,-6-1-404 0,-2 2 213 0,-2 0 46 16,-4 0-176-16,-3 6 112 0</inkml:trace>
  <inkml:trace contextRef="#ctx0" brushRef="#br0" timeOffset="64004.18">22500 17125 869 0,'-8'0'0'0,"2"0"0"0,6 0 0 0,0 0 0 0,0 0 0 0,0 0 0 0,4-2 0 0,11-1 119 0,2 2-44 0,4 1-21 16,0 0 129-16,0 0-79 0,0 6-36 0,-1 4 0 16,-4 1-102-16,-4 2 34 0,-5 3 8 0,-1 4-51 15,-6 0 38-15,0 2 0 0,-4-1 38 0,-10 0-107 16,0-7 61-16,-5 2 19 0,0-2-54 0,0-4 31 16,1-2-16-16,-1-2 0 0,5-5 190 0,1 2-77 15,4-3-41-15,2 0-1 0,2 0 198 0,4 0-99 16,1 0-38-16,0 0-17 0,10-3-24 0,6-2 0 15,5-1-26-15,0-1-20 16,6 0-8-16,0 1 28 0,-1 0-128 0,1 3 64 16,-3-3 32-16,-4 2 9 0,1-1-294 0,-2 2 150 15,-2-1 41-15,-5 3 48 0,-1-1-387 0,-2 0 191 16,-3 0 110-16,-2 0-223 0</inkml:trace>
  <inkml:trace contextRef="#ctx0" brushRef="#br0" timeOffset="64209.93">22380 16568 1318 0,'-4'-20'0'0,"4"15"0"0,4 3 0 0,10-2 0 0,7 1 0 0,2-5 0 0,4 2 0 0,3-1 0 0,5 0 327 0,0 2-139 0,10 0-81 0,-3 2-30 15,-8 0-22-15,3 3 0 0,-3 0-22 0,-10 0-265 16,3 0 129-16,-9 0 67 0,-6 4-192 15,-3 3 127-15,-4-2 63 0,-5 6 38 16,0 2-484-16,-5 0 198 0,-14-1 126 0</inkml:trace>
  <inkml:trace contextRef="#ctx0" brushRef="#br0" timeOffset="64349.56">22502 16543 778 0,'1'2'0'15,"3"3"0"-15,2 5 0 0,-3 3 0 0,1 0 0 0,-2 2 0 0,-1 4 168 0,1 2-67 0,3 1-27 0,-1 6-31 16,-1-1-10-16,1-4-1 0,-1 1-344 0,3-3 162 16,-1-1 86-16,0-3 36 0</inkml:trace>
  <inkml:trace contextRef="#ctx0" brushRef="#br0" timeOffset="64481.24">22633 16594 536 0,'2'-6'0'0,"-1"4"0"0,-1 2 0 0,0 0 0 0,0 8 0 0,0 10 0 0,0 3 374 0,0 9-175 16,0 4-83-16,0 2 67 0,0 6-75 0,0 0-38 16,0-4-347-16,4 8 151 0,8 0 80 0,1-1 39 15</inkml:trace>
  <inkml:trace contextRef="#ctx0" brushRef="#br0" timeOffset="64797.91">23151 17181 939 0,'0'-22'0'0,"-3"9"0"0,-2 4 0 0,-2-1 0 0,-4 3 0 0,0 5 0 0,-4 2 0 0,-5 0 176 0,0 5-72 0,-2 13-36 0,-1 3 54 0,3 5-44 16,1 3-15-16,4 1-8 0,5-2 22 0,6 1-22 15,4-3 0-15,0-5-23 0,0 1 33 0,14 0-33 16,2-5 1-16,4-2-28 0,-4-1 0 15,5-3 28-15,-3 0 8 0,-1 0-105 16,-4 0 49-16,-1 1 24 0,-6 1-83 0,-5 0 47 16,-1 4 13-16,0 3-4 0,-12 0-9 0,-8 1 0 15,-1-2 14-15,0 3 15 0,-6-3-5 0,1-1 2 16,1-3-14-16,7-5-49 0,-3-3 29 0,9-1-2 16,1-6-214-16,4 0 115 15,3 0 51-15,4-13 31 0,4-8-290 0,14-7 147 0,9-11 87 16,-3 3 38-16</inkml:trace>
  <inkml:trace contextRef="#ctx0" brushRef="#br0" timeOffset="64933.91">23170 17360 518 0,'13'-8'0'0,"-2"3"0"0,7 5 0 0,-11 0 0 0,0 0 0 0,-3 0 447 0,-2 8-198 0,-1 6-113 0,-1 4-51 16,0 0 225-16,0 2-139 0,0 7-68 0,-3-9-28 16,-1 4-96-16,0-1 27 0,3-2 0 0,1-4-140 15,0-3 83-15,0-4 50 0,0 0 13 0,0-3-483 16,0-4 247-16,3-1 125 15</inkml:trace>
  <inkml:trace contextRef="#ctx0" brushRef="#br0" timeOffset="65300.93">23345 16722 902 0,'5'-7'0'0,"2"7"0"0,2 0 0 0,-6 0 0 0,1 12 0 0,-2 2 0 0,-1 10 141 0,1 4-54 0,-2 4-27 0,0 5-156 15,0 6 65-15,0-8 40 0,0 11-193 0,0-2 103 16,2 4 50-16,-2 1 26 0,0 2-313 0,0-3 143 16,0 0 80-16,0-10 38 0,0 2-10 0,0-4 67 15,0-4 0-15,0-5 0 16,0-4 105-16,0-1-55 0,2-4-42 0,0-3 319 0,-2-3-158 0,2-3-92 16,-1-2 142-16,1-1-101 0,1-3-2 0,-1-3-42 15,0 0 56-15,-1 0-52 0,5 0-23 0,1-9 0 16,5-7-57-16,-1-5 1 0,0 2 42 15,6-8-154-15,-2 5 73 0,-1 3 36 16,-2 2 0-16,2 3-51 0,-3 6 31 0,-2 3-9 16,1 2 84-16,-1 3-40 0,-2 3-46 0,-1 13 38 15,-3 5 149-15,2 9-76 0,-3 0-35 0,0 4-12 16,0-1 174-16,1 4-88 0,-1-4-17 0,1-1-143 16,1-4 39-16,0-10 0 0,1 2 38 0,2-11-396 15,-2-2 197-15,1-4 79 0,-1-3-465 16,1-3 252-16,-3-18 134 0</inkml:trace>
  <inkml:trace contextRef="#ctx0" brushRef="#br0" timeOffset="65557.08">23628 16915 776 0,'5'-17'0'15,"6"7"0"-15,1 2 0 0,2 3 0 0,-1 2 0 0,-1 1 0 0,4 2 320 0,-3 0-144 0,2 0-64 0,-2 7-43 0,1 4 52 0,-5 5-44 16,0 3-22-16,-6 5-109 0,-1-2 52 15,-2 8 13-15,0-2-113 0,-3 1 67 16,-10-3 33-16,2 2 1 0,-3-7 42 0,2 2-14 16,-2-3 1-16,3-6-43 0,0-1 186 0,5-6-97 15,0-2-25-15,3-3 201 0,1 0-109 0,0-2-53 16,2 0-27-16,0 0 77 0,7-8-44 0,9-3-35 16,-2 0-160-16,5-1 67 0,0 2 33 0,0 0 1 15,0 2-418-15,-3 5 209 0,2 0 117 0,-2 2 25 16,0 1-290-16,-4 0 120 0,4 6 97 15</inkml:trace>
  <inkml:trace contextRef="#ctx0" brushRef="#br0" timeOffset="65873.85">23989 17165 1347 0,'0'0'0'0,"-2"0"0"0,-2 0 0 0,1 9 0 0,-4 5 0 0,0 7 0 0,2 7 0 0,-1 3 0 0,3 5 0 0,1 1 213 0,2 1-90 16,0-1 109-16,0 1-99 0,2-7-50 0,8-6-17 0,8 3-83 0,-4-11 25 15,6-5 0-15,0-4 25 16,4-5-172-16,-1-3 94 0,5-3 35 0,-1-12 21 16,1-5-103-16,-3-7 63 0,4-4 30 0,-8-2-273 15,1-8 87-15,-3-4 82 0,-2-3-82 0,-1-3 77 16,-2 2 37-16,-5 12-8 0,-2-3 105 0,-4 14-30 16,-1 4 1-16,0 8-30 0,-2 3 440 0,0 5-214 15,0 5-85-15,-7 1 176 0,0 12-105 0,-4 13-81 16,4 0-41-16,0 6 234 15,4 4-133-15,1 1-63 0,2 3-26 0,0-1-37 16,0 6 1-16,0-11 8 0,10 3-326 0,-1 0 158 16,6-4 80-16,0-4 40 0,3-4-678 0,2-5 339 15,4 0 100-15,-6-8 108 0,2-4-192 0,-3-7 148 16</inkml:trace>
  <inkml:trace contextRef="#ctx0" brushRef="#br0" timeOffset="66559.83">24764 17293 927 0,'-3'-25'0'0,"-1"4"0"0,-1-2 0 0,-4 1 0 0,2 0 0 0,-2 4 0 0,-2 5 0 0,1 5 276 0,-1 4-122 0,-1 4-61 0,-3 0-29 16,1 14 131-16,-3 13-86 0,-2 8-37 0,6 3-1 16,0 3 50-16,3 2-43 0,5-5-15 0,1 9 32 15,4-13-31-15,0 3 1 0,0-3-8 0,4-6 1 16,5-8-17-16,5 0-8 0,-2-5-121 15,4-8 60-15,-2-3 31 0,4-4-1 16,2 0-196-16,2-17 107 0,-1-7 33 0,-1-5-215 16,1-8 112-16,-1-1 72 0,-8-1-8 0,8-14-46 15,-10 1 53-15,4-14 27 0,-3-2-139 0,-2-5 83 16,2-3 32-16,1-2 30 0,-3 3-116 0,-1 6 68 16,-2 21 34-16,-4 7 0 0,-2 9 191 0,0 7-74 15,0 9-42-15,0 4 375 0,-4 9-206 0,-8 3-105 16,1 8-23-16,-3 22 265 15,0 7-120-15,1 8-83 0,-1 12 114 0,5 4-97 16,4-2-39-16,-3 21-32 0,4-3 214 0,0 4-119 16,3-3-60-16,1-6-30 0,0-13 57 0,1 1-48 15,11-9 0-15,2-8-137 0,1-11 50 0,4-6 24 16,-1-10 8-16,0-4-270 0,5-10 143 0,1-2 72 16,-1-8-154-16,1-16 108 0,-1-8-2 0,3-9-28 15,-3-3-172-15,-3-1 127 0,-1-7 64 16,-3 4 31-16,-4 6-138 0,-3-11 88 0,-5 19 42 15,-2-2 0-15,-2 12 170 0,0 2-65 16,0 9-40-16,-7 2 336 0,-4 8-180 0,-3 3-91 16,-1 8 141-16,0 15-107 0,2 6-3 0,2 5 23 15,3 1 170-15,6 4-124 0,2 0-62 0,0-1-32 16,0-3-1-16,10-2-9 0,4-7-20 0,-1-7 0 16,7-1-172-16,1-8 94 0,5-6 35 0,-2-4-295 15,2 0 164-15,1-7 45 0,-3-11 53 16,-2-7-195-16,-1-2 112 0,0-12 5 15,-2 0-98-15,-4-5 93 0,-4 3 47 0,-1 6 14 16,-3 1-58-16,-3 10 45 0,-2 2 23 0,-2 8 0 16,0 1 326-16,0 8-159 0,-6 2-69 0,-5 3 469 15,-1 11-260-15,1 13-81 0,2 7-80 0,3 7 367 16,-1 7-217-16,7 0-104 0,0 0 50 0,0 2-77 16,0-2-39-16,10-8 9 0,6 11-114 0,-3-17 34 15,4 0 0-15,4-5 32 0,3-3-530 0,0-7 274 16,3 1 124-16,-1 0-959 0,-11-2 514 15</inkml:trace>
  <inkml:trace contextRef="#ctx0" brushRef="#br0" timeOffset="68877.31">25869 17324 1028 0,'-5'-1'0'0,"5"-2"0"0,0 2 0 0,0 1 0 0,7-2 0 0,6 0 0 0,3-4 0 0,4 1 0 0,8-6 250 15,2 1-109-15,6-3-54 0,-2 1 71 0,-1 3-63 16,1 0-23-16,-4 3-8 0,-7 3-61 0,1 2 30 16,-3 1 0-16,-2 0 0 0,-8 0-113 0,6 0 52 15,-8 4 31-15,-2 2-334 0,-3 1 180 0,-2 4 57 16,-2-1 61-16</inkml:trace>
  <inkml:trace contextRef="#ctx0" brushRef="#br0" timeOffset="69059.25">25899 17520 893 0,'-5'0'0'0,"5"0"0"0,0 0 0 0,0 5 0 0,0-1 0 0,3-1 339 0,6 2-153 0,7-4-77 0,2 1-30 16,10-1 107-16,1-1-77 0,1 0-38 0,3 0 61 16,-4 0-49-16,-3 0-17 0,5 3-248 0,-9-1 108 15,0-1 53-15,-1 1 27 16,0 0-446-16,-3-2 233 0,-1 2 110 0,0-2 57 15</inkml:trace>
  <inkml:trace contextRef="#ctx0" brushRef="#br0" timeOffset="69384.39">26626 16990 1426 0,'2'-16'0'0,"0"11"0"0,0 4 0 0,0 1 0 0,-2 0 0 0,0 1 0 0,0 11 0 0,-6 8 0 0,-6 4 176 16,0 5-75-16,-2 1-35 0,-4 6 35 0,0 2-34 16,6-8-1-16,-8 6-95 0,4-2 27 0,-1-4-1 15,-1-3 36-15,-2-5-33 0,5-4-1 0,2-3 42 16,1-3-8-16,5-4 41 0,3-3-20 16,1-2 0-16,3-2 94 0,0 1-50 0,0-2-36 15,13 2-1-15,4-2 124 0,7 0-77 16,3 0-29-16,5 0-8 0,3 2 69 0,3-2-53 15,5 0-28-15,-7 0-1 0,2 0 7 0,0 0-32 16,-2 0-38-16,-4 0-16 0,-2 0 27 0,-7 0-1 16,-1 0-238-16,-5 0 128 0,-5 0 66 0,-1 0 36 15,-6 0-562-15,-2 0 272 0,1 0 91 0,-4 3-294 16,0-3 232-16,0 0 115 0,-14 0 59 0</inkml:trace>
  <inkml:trace contextRef="#ctx0" brushRef="#br0" timeOffset="69571.89">26688 17059 1554 0,'-5'-1'0'0,"0"1"0"0,3 0 0 0,1 11 0 0,-1 5 0 0,-2 9 0 0,4 5 0 0,-2 8 0 0,2 8 259 16,0 0-113-16,0 1-57 0,0 1 282 0,0 2-170 16,0 0-75-16,0 1-51 0,0-1-82 0,0 0 1 15,0 2 39-15,0-5-399 0,0-8 208 16,-2 2 91-16,2-5-200 0,0-6 150 15,0-11 75-15,0-2-51 0,8-10-548 0</inkml:trace>
  <inkml:trace contextRef="#ctx0" brushRef="#br0" timeOffset="69785.32">27396 17058 1456 0,'0'-2'0'0,"0"2"0"0,-1 16 0 0,-8 7 0 0,-3 2 0 0,-6 4 0 0,0 3 0 0,-4 4 438 0,2-1-203 0,2-1-92 16,-7 12 21-16,4-9-65 0,3 2-33 0,-2 0-1 15,1-2-73-15,5-5 29 0,-3 1-9 0,2-1 21 16,2-5-320-16,2-6 160 0,0-1 79 0,0-3-384 16,6-6 221-16,0-2 52 0,-1-3 76 15,3-6-391-15,1 0 220 0</inkml:trace>
  <inkml:trace contextRef="#ctx0" brushRef="#br0" timeOffset="69966.84">27030 17167 1536 0,'-9'-12'0'16,"8"6"0"-16,-1 4 0 0,0 2 0 0,2 0 0 0,0 12 0 0,0 9 0 0,2 7 347 0,12 4-149 0,2 7-87 0,3-3-39 0,6 1 431 0,2-1-235 15,6-1-117-15,-4-6 6 16,11 4-66-16,-6-5-30 0,-8-3-405 0,3 2 189 15,-5-1 93-15,-7-4 56 0,2 5-611 0,-6-5 325 16,-6-3 93-16,0 8 103 0,1-5-365 0,-6-3 207 16</inkml:trace>
  <inkml:trace contextRef="#ctx0" brushRef="#br0" timeOffset="70150.34">27575 17387 2257 0,'0'-18'0'0,"0"10"0"0,0 7 0 0,0-1 0 0,3-1 0 0,7 0 0 0,1 2 0 0,6-3 0 0,4 0 291 0,4 1-130 0,2-2-64 15,3 0 34-15,-1 2-41 0,1 0-33 0,1 2 0 16,-3 1-147-16,-7 0 62 0,4 0 38 0,-1 0-519 16,-3 0 270-16,-4 1 136 0,-1 7-720 15</inkml:trace>
  <inkml:trace contextRef="#ctx0" brushRef="#br0" timeOffset="70468.75">27601 17555 1675 0,'-10'-2'0'0,"8"0"0"0,2 0 0 0,0 2 0 0,0-2 0 0,5 1 0 0,12-1 0 0,8-1 214 0,1 2-91 0,-2-1-37 0,9 1-8 16,-7 1-23-16,-6 0 0 0,1 0-23 0,-5 7-140 15,-5 4 78-15,-6 1 28 0,-3 7-206 0,-2 1 120 16,-5 0 61-16,-13 3 30 0,-2-2-152 0,-4 3 80 16,-3-1-14-16,0-4 122 0,1-4-45 0,1 0-17 15,6-7-57-15,-3 3 244 0,8-6-95 0,7-2-46 16,-1-1 393-16,4-2-200 0,4 0-53 0,0 0-71 16,7 0 85-16,16-3-73 15,4-4-35-15,3-5 0 0,3 2-76 0,1 0 16 16,3 0 0-16,0 0-268 0,-3 1 146 0,-4 2 73 15,-7 1 45-15,-2 0-473 0,-3 5 204 0,-7-1 127 16,-1-1-178-16,-5 3 141 0,-3 0 63 0,0 0 43 16,-2 0-332-16</inkml:trace>
  <inkml:trace contextRef="#ctx0" brushRef="#br0" timeOffset="70652.25">27774 16597 1691 0,'-9'-18'0'0,"9"15"0"0,0 3 0 0,0 0 0 0,0 10 0 0,0 3 0 0,0 6 0 0,0 6 287 15,0 4-132-15,0 5-60 16,0 9 96-16,0 1-80 0,0 3-38 0,-4 1 7 0,4 1-327 16,0 4 139-16,0 0 71 0,0 4-726 15</inkml:trace>
  <inkml:trace contextRef="#ctx0" brushRef="#br0" timeOffset="71061.22">28632 16974 941 0,'0'-6'0'0,"0"6"0"0,-3 2 0 0,-4 18 0 0,-2-1 0 0,-4 2 0 0,-7 5 0 0,0 3 141 0,-9 11-46 0,3 2-36 0,-4 0 67 16,-2 4-47-16,7-5-24 0,-2 0-48 15,7-8 34-15,-6 9-9 0,7-6 1 0,3-6-168 16,0 2 83-16,2-2 43 0,5-8-379 0,0 0 196 15,0-8 81-15</inkml:trace>
  <inkml:trace contextRef="#ctx0" brushRef="#br0" timeOffset="71255.53">28215 17106 1533 0,'-2'-13'0'0,"-1"7"0"0,3 4 0 0,0 2 0 0,0 0 0 0,0 10 0 0,7 5 0 0,3 6 173 0,6 7-74 15,0 0-34-15,4 0 431 0,1 4-231 0,0-2-117 16,2 2-49-16,0-1 64 0,3-2-66 0,-1 0-32 16,0-2-256-16,1-3 112 0,0 1 64 0,0-4 20 15,-2 0-547-15,3-6 287 0,-2-2 144 0,-2-2 72 16,-3-7-493-16</inkml:trace>
  <inkml:trace contextRef="#ctx0" brushRef="#br0" timeOffset="71433.97">28793 17283 1317 0,'6'-17'0'16,"2"9"0"-16,9 2 0 0,4 3 0 0,2-3 0 0,2-3 0 0,0 1 0 0,10 1 500 0,-1 1-225 0,2 1-125 0,3-1-59 16,-2 2 144-16,-3 1-101 0,-3 1-50 0,-5 2-294 15,0 0 117-15,-3 0 63 0,-1 0 31 0,-5 3-213 16,-2 2 122-16,-3 0 70 0,-7 2-597 0,-1 2 312 15</inkml:trace>
  <inkml:trace contextRef="#ctx0" brushRef="#br0" timeOffset="71750.12">28816 17415 1513 0,'-6'0'0'0,"6"1"0"0,0-1 0 0,8 0 0 0,8 0 0 0,6-4 0 0,5 0 0 0,2 1 0 0,1 1 215 0,2 0-91 15,0 2-45-15,-4 0 28 0,-9 0-37 0,0 9 8 16,-2 3-104-16,-10 1 29 0,-4 1 1 0,-3 6 29 16,0 1-130-16,-15-1 74 0,-5 2 23 0,-7 1 1 15,0-3-46-15,0-1 40 0,-1-1 8 0,4-6 50 16,-2 6-4-16,7-9-37 0,-1 1-48 0,9-5 280 16,1-1-112-16,3 0-39 15,5-4 74-15,2 0-67 0,0 0-34 0,3 0 0 16,19 0 57-16,-1 0-37 0,9-4-31 0,0-2 0 15,6-2-64-15,1 1 21 0,0-2 0 0,0 1-271 16,-2 0 141-16,-3 0 76 0,-5 5 38 0,-6 2-494 16,0-2 243-16,-7 2 66 0,3 1-110 0,-8 0 133 15,-5 0 66-15,2 0 34 0,-6 0-319 0,0 0 168 16</inkml:trace>
  <inkml:trace contextRef="#ctx0" brushRef="#br0" timeOffset="71976.48">28613 16790 1179 0,'-16'-36'0'0,"7"9"0"0,9 7 0 0,0 6 0 0,5 0 0 0,12 0 182 16,5 0-74-16,2 4-38 0,9 2 158 0,4 4-101 15,8 0-48-15,-3 4-23 0,-2 0 1 0,-5 0-25 16,3 5 9-16,0 6 190 0,-3-1-99 0,-5 1-50 15,0-1-24-15,-10-2-331 0,0 2 161 0,-4-3 68 16,-2 0-456-16,-4-1 231 0,-3-1 139 0,-2 0-2 16,-3-2-196-16,-2-1 152 0</inkml:trace>
  <inkml:trace contextRef="#ctx0" brushRef="#br0" timeOffset="72135.07">28859 16645 1098 0,'-9'9'0'0,"4"6"0"0,3 2 0 0,2 3 0 0,0-1 0 0,0 0 0 0,3 5 0 0,4 3 167 0,-1-2-68 0,-1 2-32 0,0-1 192 16,1-1-104-16,-3 4-66 0,-1-2-168 0,-2 0 55 15,0-3 29-15,0-2 0 0,0-2-369 0,-5-2 195 16,3-7 100-16,-2-2 51 0,1-3-209 16</inkml:trace>
  <inkml:trace contextRef="#ctx0" brushRef="#br0" timeOffset="72281.67">29009 16644 809 0,'0'0'0'0,"1"0"0"0,4 6 0 0,-3 9 0 0,-1 2 0 0,-1 5 0 0,0 3 443 0,0 5-209 0,-1 2-101 16,-6 0 13-16,4 2-56 0,2-1-29 0,1 1 8 16,0 0-334-16,0 2 149 15,3-3 74-15,10 2 38 0</inkml:trace>
  <inkml:trace contextRef="#ctx0" brushRef="#br0" timeOffset="72486.13">29553 17100 1686 0,'0'-15'0'0,"8"14"0"0,5 1 0 0,3 0 0 0,0 0 0 0,1 0 0 0,-2 0 0 0,0-2 272 0,3 0-112 0,-1 0-68 0,5 2-75 16,-2 0 16-16,-1 0 0 0,1 0-1 0,-4 0-364 16,1 0 173-16,-2 7 90 0,-7 3-626 0,-4 1 332 15</inkml:trace>
  <inkml:trace contextRef="#ctx0" brushRef="#br0" timeOffset="72635.73">29539 17403 1376 0,'-11'0'0'0,"6"0"0"0,5 0 0 0,0 0 0 0,0 0 0 0,5 0 0 0,6 0 0 0,6 0 476 0,1-2-213 16,11-4-119-16,-1 1 170 0,4-3-140 0,1 2-71 15,1 0-26-15,-1 5-161 0,1-1 58 0,0 0 30 16,-4 2-683-16,-3 5 356 0,-6 10 186 0</inkml:trace>
  <inkml:trace contextRef="#ctx0" brushRef="#br0" timeOffset="73068.02">30233 16951 1477 0,'0'-24'0'0,"12"17"0"0,12 7 0 0,6 0 0 0,5 0 0 0,4 0 0 0,1-3 95 0,-1-3-31 0,-1 0 1 16,11 2 198-16,-6-1-114 16,-1 3-51-16,8-2-36 0,-3 2-26 0,-5 0-3 15,-7 1 0-15,3-1-189 0,-4 2 90 0,-9 0 49 16,0 0 25-16,-4 2-366 0,-7 3 195 0,0 1 49 15,-7 2 62-15,-6-1-517 0</inkml:trace>
  <inkml:trace contextRef="#ctx0" brushRef="#br0" timeOffset="73260.5">30482 16927 611 0,'-11'0'0'0,"6"0"0"0,5 6 0 0,0 6 0 0,0-2 385 0,0 3-176 0,0 1-89 0,0 3 263 15,0 9-179-15,0-1-86 0,0 7-42 0,0 2 295 16,-5-1-169-16,-1 6-77 0,-2 4-50 0,-1-6-204 16,2 0 81-16,-1 1 40 0,2-5-380 0,2-6 219 15,-1-1 97-15,5-3 52 0,0-8-562 16,0-6 240-16,1-5 163 0,5-4-189 16,2-10 171-16</inkml:trace>
  <inkml:trace contextRef="#ctx0" brushRef="#br0" timeOffset="73429.83">30741 16926 1675 0,'0'-13'0'0,"0"6"0"0,0 7 0 0,-2 0 0 0,-1 9 0 0,3 6 0 0,-5 2 0 0,0 5 0 0,0 10 0 0,-2 2 527 0,-3 7-248 16,2-1-122-16,-3 5 114 0,0 3-111 0,1 1-68 16,-2 4-29-16,2 1-305 0,-8 10 138 15,6-8 68-15,-1-3-248 0,-4 15-183 0,2-8 250 16,1 0 104-16,3-7-388 0,-4-12 182 0</inkml:trace>
  <inkml:trace contextRef="#ctx0" brushRef="#br0" timeOffset="73941.48">31192 17588 10 0,'-23'-30'0'0,"23"30"0"0,7 30 0 0,7-6 0 0</inkml:trace>
  <inkml:trace contextRef="#ctx0" brushRef="#br0" timeOffset="76588.95">31136 17619 680 0,'0'0'0'0,"0"0"0"0,0 0 0 0,3 0 0 0,1 0 0 0,-3 0 0 0,2 0 0 0,3 0 0 0,-2 0 109 0,0 0-38 0,1 3 0 16,0 4 60-16,-2-2-41 0,1-2-32 0,1 3 114 15,-1-2-70-15,-1 0-34 0,0 0-1 0,2-3-58 16,3-1-9-16,3 0 32 0,-5 0-463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20T07:33:32.5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1231 8058 551 0,'0'0'0'0,"0"0"0"0,0 0 0 0,-1 0 0 0,1 0 0 0,0 0 0 0,0 0 0 0,-2 0 119 0,2 0-43 0,0 0 31 15,0 0-12-15,0 0-31 0,0 0 8 0,0 0-53 16,0 0 14-16,0 0-1 0,0 0 1 0,0 0 15 15,0 0-7-15,0 0-8 0,2 0 0 0,-1 0 3 16,3 0-4-16,2 0 1 0,-4 2 8 0,4 1 25 16,-2-3-1-16,3 0-32 0,-2 0 38 0,0 0-38 15,4 1 8-15,-3-1 11 0,1 0-19 0,-1 0-1 16,4 0 1-16,-1 2 1 16,1-2 7-16,4 0-8 0,-3 2-1 0,2-2-23 15,-1 0-1-15,0 0 25 0,2 0 8 0,-1 0-30 16,-2 0 0-16,6 0 25 0,-4 0-10 0,3 0 4 15,3 0-2-15,0 0 15 0,3 0-15 0,5 0-1 16,-6-2-1-16,4-4 3 0,7-3-2 0,0 1 2 16,9 1-2-16,-3-3-17 0,3 1 19 0,-2 1 7 15,8 0-8-15,-2-3-9 0,2 2 8 16,-2 0-6-16,2-1-21 0,-7 1 31 0,14-1-6 16,-9 6-3-16,2-3 1 0,-2 2-1 15,7-1 1-15,-12 3-12 0,13-1 11 0,-5-2 0 16,-2 0 1-16,3 3 28 0,1-1-28 0,-1-2 6 15,1-1-17-15,-2 2 12 0,3-1-1 0,-2-2-27 16,4 2-1-16,-4 1 32 0,-1 2-5 0,-1-4-43 16,1 3 1-16,1 1 33 0,0 1 4 0,-6-2-37 15,9 0-4-15,-4 1 30 0,1 1 5 16,2-2-26-16,0 0 0 0,1 2 15 16,-2-1 6-16,-1 0 22 0,-3 0-24 0,-2 1-1 15,-4 0-7-15,-4 0 8 0,4 1 1 0,-5-1-24 16,0 0 23-16,-3 0 1 0,-2 0-1 0,-3 0-18 15,0-1 17-15,-1 0 0 0,-6 0 1 0,2-1 14 16,-2 2-15-16,-2-2-2 0,1 0 35 0,-9 2-34 16,-1-1 1-16,-1 1 1 0,-3 1-6 0,0-1 10 15,-4-1-4-15,1 3-78 0,-2 0 38 0,0 0-1 16,0 0 38-16,0-2-185 0,-2 1 88 0,-11 1 33 16,-1 0 25-16,0 0-583 15,-3 0 295-15,-4 1 138 0,-3 9-484 0</inkml:trace>
  <inkml:trace contextRef="#ctx0" brushRef="#br0" timeOffset="579.48">2795 7901 702 0,'0'-6'0'0,"-3"3"0"0,3 0 0 0,0-1 0 0,0 2 0 0,0 1 0 0,0-1 143 0,0-1-54 0,0 3 73 16,0-3-65-16,0 3-32 0,-2 0 8 0,-2 0 53 16,-1 0-48-16,-3 11-22 0,-3 6 0 0,-3 5-18 15,-1 1 3-15,-2 5-8 0,-5 10-1 0,-2 0 39 16,-3 5-1-16,-7 9-19 0,3-1 6 0,-10 15-24 15,-1-2-1-15,-4 4 30 0,-8 8-1 0,0-4-28 16,9-12 8-16,-4 6 23 0,5-1-31 0,0-6 0 16,7-6-1-16,8-9 23 0,6-8 7 0,2-2-29 15,4-6 0-15,4-6-14 0,0-3 14 16,4-1 0-16,2-5-18 0,4-5-7 16,-1 0 25-16,2-4-30 0,-1-1 30 0,1 1 8 15,0-2-17-15,1 2-64 0,-1-2 27 0,1 0-1 16,-1 1 20-16,-3 2-114 0,2 0 49 0,0-1 34 15,-3 1-237-15,1-2 125 0,2 4 48 0,1-4 32 16,-1-1-338-16,0 1 182 0,1-2 90 0,2-1-266 0,-2 0 178 16,2 0 82-16,0 0 51 0,-1-7-96 15</inkml:trace>
  <inkml:trace contextRef="#ctx0" brushRef="#br0" timeOffset="830.3">1938 8779 814 0,'1'-26'0'0,"3"7"0"16,-3 7 0-16,3 2 0 0,-1 2 0 0,-3 4 0 0,3 3 125 0,-3-1-38 0,0 2-31 0,0 9 0 0,0 14 122 0,-10 6-72 16,1 11-37-16,-5 4 8 0,2 6 7 0,-5 1-26 15,3 1-43-15,-5 0 18 0,1-6-1 16,6-8 9-16,-6-1 32 0,4-5-40 0,1-6-1 16,3-7 31-16,1-2-1 0,4-8-21 15,0-2-8-15,4-5 93 0,1 0-47 0,0-2-23 16,0 0 21-16,8 0-14 0,15-10-8 0,3-5-22 0,9-6 29 15,0-2-30-15,5-3 1 0,10-3-380 16,6-2 372-16,1 3 8 0,3-3 0 16,5 3 0-16,5 1-239 0,5 0 120 0,-2 4 28 0,2 4 36 15,4 2-705-15</inkml:trace>
  <inkml:trace contextRef="#ctx0" brushRef="#br0" timeOffset="1246.16">4238 7556 1419 0,'-17'-9'0'0,"9"8"0"0,3 1 0 0,2 0 0 0,3 0 0 0,-3 0 0 0,3 0 0 0,0 0 257 0,0 0-116 15,4 7-54-15,11 2 64 0,9 3-59 0,-1-1-29 16,6 0 54-16,2 2-46 0,3 0 0 0,1 1-90 15,-3-1 26-15,-1 0-1 0,-2 0 2 16,-4 0-24-16,0 1 23 0,-7-2 1 0,-3 3-79 16,-4 2 91-16,-8 2 21 0,-3 6-15 0,-8 7-83 15,-18 3 56-15,-12 10 19 0,-6 2-106 16,-4 2 49-16,-7 6 13 0,-7 9 1 0,-3-3-468 16,-3 3 232-16,4-4 108 0,10-9 52 0,-3-2-546 15</inkml:trace>
  <inkml:trace contextRef="#ctx0" brushRef="#br0" timeOffset="2260.69">2708 6035 317 0,'-5'0'0'0,"2"0"0"0,-1 0 0 0,-1 0 0 0,5 0 0 0,-5 0 62 0,3 0-21 0,1 0-8 16,1 0-1-16,-2-1 63 0,2 0-32 0,0-2 48 15,0 1-32-15,0 0-7 16,0 2-40-16,0 0 64 0,0 0-31 0,0 0-1 16,0 0-23-16,0 0 23 0,0 4 0 0,0 9-31 15,0 2 0-15,0 6 67 0,0 0-26 0,0 8-7 16,0 2-34-16,-2 2 39 0,1 3-40 0,-4 8 1 15,3-6 49-15,-3 16-9 0,1-6-41 0,1 7 52 16,0 0-25-16,-1 2-1 0,4 1-17 16,-1-1 77-16,1 9-42 0,0-6-21 0,0 0-1 15,0-7 51-15,0 4-28 0,0 10-8 16,1-8-36-16,1 1 29 0,0 1-29 0,-2-1-22 16,0-4 8-16,0 10 14 0,0-14 0 0,0 7-63 15,-4-1 32-15,0-4 0 0,-3-7 39 0,2 6-38 16,1-18-1-16,1 3 7 0,3-4 17 0,-2-7-9 15,2-3 3-15,0-4-14 0,0-2 11 0,0-6 7 16,0-1-8-16,0-3 3 0,0-3-29 0,0-3 4 16,0 1 23-16,0-2-98 0,0-1 46 0,0 0 25 15,0 0-3-15,0 0-130 16,0 0 70-16,0 0 24 0,0 0 21 0,-5 0-273 16,4 0 138-16,-3 0 59 0,0 0 36 0,2-1-118 15,0-4 77-15,1-6-317 0,1-2 200 0,0-7 97 16,0-7 48-16</inkml:trace>
  <inkml:trace contextRef="#ctx0" brushRef="#br0" timeOffset="2487.69">2748 5860 547 0,'-10'-10'0'0,"2"7"0"0,2 3 0 16,0 0 0-16,-1 13 0 0,-1 0 0 0,-4 3 0 0,-1 11 382 0,-3 0-174 0,-5 11-88 0,1-1-44 0,2 1-7 15,-6 11-9-15,5-4-27 16,1-2 0-16,3 0-164 0,5-9 82 0,1 2-138 16,1-9 100-16,5-4 52 0,1-11 25 0</inkml:trace>
  <inkml:trace contextRef="#ctx0" brushRef="#br0" timeOffset="2637.14">2689 5896 1041 0,'11'0'0'0,"3"0"0"0,2 2 0 0,-2 4 0 0,4 3 0 0,-2 1 0 0,8 3 425 16,-1 1-197-16,6 6-97 0,-1-1-49 0,9 5-1 15,-5-4-16-15,9 7-8 0,-3-3-469 0,0 5 223 16,-1-3 110-16,-1 5-265 0</inkml:trace>
  <inkml:trace contextRef="#ctx0" brushRef="#br0" timeOffset="3863.85">1744 8013 314 0,'-2'-2'0'0,"-2"0"0"0,1-1 0 0,0 1 0 0,-1 0 0 0,1 1 0 0,2-2 0 0,-4 3 15 15,3 0 17-15,0 0-1 0,1-2 1 0,1 2-20 16,-2 0 17-16,2-1 8 0,-1-1-8 0,1-1 5 15,0 2-5-15,0-2 0 0,0 2 1 0,0-1 20 16,0 2-20-16,0 0 0 0,0 0 27 0,0-2-27 16,0 2 2-16,0 0-4 15,0 0 5-15,0 0-2 0,0 4 3 0,0 1 30 16,1 1-31-16,2 2 8 0,4-3-8 0,-2 5-3 16,3-3 3-16,-1 0 0 0,0 2-1 0,1-2 8 15,2 2-7-15,-3-1-1 0,3 2 2 0,-2-3-2 16,0 0 9-16,1 2 9 0,1 1-17 0,0 0-1 15,0-3 1-15,0 0 8 0,0 2 0 0,0-1-8 16,2 1-1-16,-1 1-7 0,-2-3 8 0,4 3 0 16,0-3 8-16,-1 3-8 0,3-3 0 15,1 1-32-15,1-2 32 0,-1-1 0 16,1 1 6-16,-1 1-49 0,2-5 1 0,-2 4 38 16,1-2-6-16,1-1-23 0,1-1 2 0,-1 2 16 15,0 0 5-15,1-2-30 0,1 1 24 0,-2-1 3 16,1 0-2-16,-1-1-26 0,1 2 25 0,-1 0-34 15,4-1-4-15,-2 0 35 0,-1 3 0 0,-1-4-31 16,1 1 0-16,-3 2 27 0,3-3-5 0,0 1-32 16,-3 0 32-16,6 0-5 0,-5 0 5 15,2 0 12-15,1-2-13 0,0 2-1 16,1-2-2-16,0 0 6 0,-1 2-4 0,2-2 1 16,-4 0-7-16,2 0 8 0,-1 0 0 0,-1 0-3 15,4 0 1-15,-2 0 2 0,-2 0-1 0,3 0-14 16,1 0 14-16,-3 0-2 0,2-2 2 0,1-2-17 15,-1-2 16-15,4 0-3 0,-6 2 2 0,4-5-9 16,-1 2 8-16,3-4 0 0,-3 2-3 16,1-3 3-16,-5 1 0 0,8-1-28 15,-4-1 27-15,-1-2-2 0,2 0 2 0,3-2-33 16,-1-1 0-16,-1-1 27 0,0-1 3 0,3-3-25 16,-3 2 1-16,-1 0 16 0,2-1 2 0,-5 1-31 15,2 2 1-15,-9 2 22 0,6 3 3 0,-6-1-4 16,4-1 1-16,-7 5-18 0,1 0 19 0,0 0-1 15,-3 1 1-15,-3 3 21 0,1-1-20 0,0 3-2 16,-1-1 2-16,-5 2 18 0,2 2-17 16,1 0-3-16,-2 0-13 0,-1 1 17 15,0-1-1-15,0 2 2 0,0 0-34 0,0 0 28 16,0 0 4-16,0-2-103 0,0 2 48 0,0 0 21 16,0 0 0-16,-1 0-297 0,-4 0 160 0,-3 0 76 0</inkml:trace>
  <inkml:trace contextRef="#ctx0" brushRef="#br0" timeOffset="5007.39">1742 8039 141 0,'-7'-1'0'0,"2"-1"0"0,2-1 0 0,0 2 0 0,-4-1 0 0,4 2 0 0,1 0 180 0,-2 0-74 0,4 0 33 0,-3 0-45 15,3 0-35-15,0 0 0 16,0 2 16-16,0 5-22 0,0-1 1 0,0 2-13 16,0 2 18-16,0-2 0 0,3 4-27 0,0-1 1 15,-2 4 56-15,1-2-19 0,-1 1-9 0,1 4 23 16,-2-3-25-16,2 2-1 0,1 0 15 16,-3 0 8-16,2-2-48 0,-1 1-1 0,1 0 23 15,1-1-22-15,2-1 0 0,-2 2 8 0,3-1 5 16,-1 0-13-16,1 1-1 0,-1 0 1 0,2 0 17 15,0 1-9-15,-2 0-8 0,1 1 0 16,1-2 0-16,-2-2 0 0,4 4 0 0,-1-5 8 16,-2 3-8-16,3-3 0 0,0 0-11 0,0 0 11 15,1 0 0-15,1 0 8 0,-1-2-26 16,1 2 16-16,0 0 1 0,0 1-2 0,-1-1-14 16,2 0 21-16,-1 2-7 0,2-2-35 0,-2 1-1 15,-1-2 30-15,2 2 3 0,-1-1-27 0,-1-1-7 16,1 2 25-16,0-3 16 0,1 0-15 0,-3 1 1 15,2-1 2-15,-1-2-1 0,2 1-2 0,-1 0 0 16,3-1-1-16,-2 1-13 0,1-3 19 0,-1 2-5 16,4-1 4-16,-2-1-28 15,-1-2 1-15,1 2-15 0,1 2 39 0,-1-4-4 16,0 3-4-16,-1-2-12 0,1-1 12 0,1 1 1 16,-3-1-2-16,1-1-3 0,4 2 2 0,-2-3 1 15,2 1-2-15,-1 0 16 0,0-2-14 0,3-1 1 16,0 2-2-16,-2-2 2 0,1 2 1 0,-1-3-25 15,1 0-4-15,1 0 27 0,-3 2-2 0,1-2-12 16,0 0 10-16,1 0 2 0,-1 0-2 0,1 0 14 16,1 0-15-16,0 0 2 15,-1 0-4-15,2 0-18 0,-2 0 20 0,2-2 0 16,-1-1-14-16,-1-1 14 0,4 1 0 0,-3-1-32 16,-1-1-1-16,2-1 30 0,1 0 1 0,-2 0-56 15,3-1 24-15,-1-1-8 0,-1 1 33 0,-1 0-54 16,1-2 24-16,-2 0 0 0,1 2 12 0,-1-4 0 15,1 2 6-15,0-1-6 0,-2-3 36 0,4 0-36 16,0-2 4-16,-5 2-8 0,7-6 39 16,-3-2 2-16,2 1-30 0,-2-3 11 15,-2 1-9-15,1 0 4 0,-1-3-2 0,-1 2-32 16,-1-2 33-16,0 0 1 0,-3-3-2 0,4-1-41 16,-3-3 2-16,-1-4 32 0,4-3-25 0,-1 1-7 15,-1-1 32-15,-1 3-47 0,3-9 6 0,-1 6 28 16,-1 5 5-16,-3-4-36 0,-1 7 33 0,-1 4-14 15,-1-4 13-15,-4 10 25 0,0-2 1 0,-2 3-28 16,-1 1 1-16,1-1 49 0,-2 5-20 16,-1-3 21-16,0 1-21 0,1-1 9 15,-1 3-28-15,0 0 26 0,4-3 4 0,-4 5-15 16,1 0-7-16,-1 4-27 0,0 0 0 0,2 1 30 16,-2 4-2-16,0 3-201 0,0-2 95 0,0 2 39 15,0 1 27-15,0 0-412 0,0 11 219 0,-7 2 106 0</inkml:trace>
  <inkml:trace contextRef="#ctx0" brushRef="#br0" timeOffset="6448.88">1724 8076 155 0,'-5'0'0'0,"0"0"0"0,2 0 0 0,-3 0 0 0,1 0 0 0,2 0 0 0,-2 0 0 0,0 0 137 0,2-2-52 0,-1-2-26 16,-1 2 14-16,3-2 7 0,-1 0-47 0,0-2 9 16,1 1-9-16,0-1 0 0,-1 1 0 0,0-1-16 15,1-2 15-15,-1 1 1 0,1-1 0 0,1-3-16 16,-2-1 16-16,0 1 8 0,3-2-8 0,0-2-31 15,0 2-7-15,0-3 5 0,-3-1-5 0,3-1 37 16,0 2-15-16,0-1-20 0,0 0 22 16,0-2 2-16,0 2-4 0,0-2-8 15,3 0 7-15,0 2 3 0,1-5-4 0,3 1-11 16,1-1 11-16,2 1 6 0,-1-3-6 0,2 3-18 16,-1-2 17-16,4-1 2 0,-1 1-24 0,1 6 26 15,0-8-5-15,-1 10 1 0,-1-4-25 0,0 4 23 16,0 1-1-16,-2 3-22 0,0 0-4 0,-1 4 25 15,0-3-3-15,3 3-21 0,-2-1 19 0,2 1-33 16,2-1 32-16,-1 1 1 0,0-2-4 0,4-3 3 16,-1 1-27-16,1 0 25 0,0 0-5 15,0-1 4-15,-2 1 21 0,0-1 1 16,0 3 26-16,-2 1-21 0,-1 1 1 16,0 1-24-16,-1 0 24 0,3 1-1 0,-1-1-13 15,3 0-4-15,0 1 53 0,1-1-25 0,-1-1 11 0,3 0-19 16,1-1-6-16,0 0 1 0,1 1 5 0,0-1-8 15,2-1-37-15,-2 2 37 0,2-1-34 16,-5 1 37-16,1 1-6 0,0 1 1 16,-1-1-5-16,-5 2-11 0,4 0 11 0,-4 2 7 0,1 0 4 15,-3 1-10-15,3-1-5 0,-3-1 45 16,1 3-39-16,-3 0 3 0,4-1-1 0,-2-1-2 0,0 2 32 16,2-2 0-16,-3 0-41 0,3-1 13 15,-1 2 4-15,0 0-3 0,-1-1 4 0,-1 2-51 16,1 0 28-16,-1 0-19 0,-2 0-3 0,1 0 37 15,0 0-6-15,-2 0 5 0,1 0-36 0,-2 0-3 16,2 3 20-16,-2 1 11 16,3 0-7-16,-2-2 4 0,3 2-6 0,-4-2 25 15,4 1-20-15,-1-1 23 0,1 0-22 0,1 0 0 0,-2 0 4 16,3 0 0-16,-1-1 20 0,0 1-22 16,-2 1 4-16,4-2-3 0,-5 2 5 0,3 0-2 15,0 1-1-15,-1-1 0 0,1 1-15 0,0-1 15 0,-3 2 5 16,5-2-6-16,-1 4 0 0,-2-4 0 15,1 0 0-15,0 1 7 0,0 0-4 0,2 0 11 16,1-1-14-16,-1 2 0 16,1-2 1-16,-3-2 0 0,3 3 15 0,-1-1-13 15,-1 0-6-15,3-1 5 0,-5 2 0 0,2 0 2 16,-1-1 2-16,1 3-30 0,-1 0 26 0,0-1 0 0,-1 3-13 16,-3-3 12-16,3 1 3 0,-2 0-5 15,3 1-8-15,-3-1 7 0,0 0 2 0,0-1-16 16,1-1 17-16,1 2-5 0,-4-3-19 0,4 3 20 15,-1-2-1-15,-1 1 0 0,2 0 3 16,-1 0 4-16,1 2-7 0,-4-1 19 16,5 1-19-16,-3-1 1 0,-2 2 1 0,3-1-2 15,-3 0 29-15,3 3 1 0,-3-3-27 0,-1 1 5 16,3-1-1-16,-2 2 1 0,1-1-25 0,-2-2 23 16,-1 2 0-16,5-1 2 0,-4 0 1 0,2 3-1 0,-1-2-29 15,1 1-1-15,1 0-1 16,-2-1-2-16,-1 1 28 0,3 2-28 0,-3-1 0 0,1 2 19 0,0-2-5 15,-1 2 4-15,1-1 1 0,-1 2-4 16,2 0 4-16,-4 2-6 0,3 0 17 16,-1 0-14-16,-1 0 32 0,1 0-30 0,2 2 1 15,-1-2 2-15,-1-1-1 0,-2 4 1 16,3-4-1-16,-1 3 2 0,0-3-26 0,0 1 1 16,-1-2 22-16,1-4 1 0,-3 5-49 0,2-5 21 15,-2 0 0-15,1-3-20 0,-1 2 41 0,0-4-9 0,1 1-32 16,-2-1-6-16,1-2 40 0,-2-2-104 15,0 0 47-15,0 0 15 0,0 0 6 0,0 0-163 16,0 0 89-16,0 0 45 0,0 0-919 16,-2 0 920-16,-4 0 7 0,3 0 36 15</inkml:trace>
  <inkml:trace contextRef="#ctx0" brushRef="#br0" timeOffset="7997.13">4810 7651 1153 0,'0'-10'0'0,"0"5"0"0,0 2 0 0,0 0 0 0,0 1 0 0,0 0 0 0,0 0 0 0,0 0 0 0,0 2 0 0,0 0 125 0,5 0-46 16,4 0-23-16,1 4 125 0,-2 6-79 0,4-1-34 16,-1 2 0-16,2 3-35 15,0-2 8-15,-3 2-8 0,-1 1-100 0,3 0 50 0,-3 1 25 16,-1-1-104-16,-3 2 73 0,1-3 23 0,-3-1 1 16,0 0-420-16,-2-3 210 0,-1-1 66 0,0-2 61 0</inkml:trace>
  <inkml:trace contextRef="#ctx0" brushRef="#br0" timeOffset="8175.3">5038 7422 1313 0,'7'-2'0'0,"-3"0"0"0,-2 0 0 0,0 2 0 0,-2 2 0 0,0 15 0 0,-2 9 61 0,-7 15 466 16,-7 13-247-16,0 5-124 0,-3 11 120 0,-3 4-113 15,-3 5-70-15,2 1-29 0,-4-3-1 16,-2-2 78-16,1 0-54 0,1 1-244 0,-3 2 91 15,3-3 49-15,3-4-639 0,2-5 345 0,8-12 171 16,4-7 95-16,2 1 25 0</inkml:trace>
  <inkml:trace contextRef="#ctx0" brushRef="#br0" timeOffset="8829.99">1892 5521 942 0,'0'-11'0'0,"0"5"0"0,0 4 0 15,0 0 0-15,4 0 0 0,3-1 0 0,4 1 0 0,3 0 0 0,2 0 81 0,11 2-24 0,2 0 1 0,1 0 10 0,3 0 1 0,2 4-28 16,2 0-9-16,-2 1-18 0,-2-2 19 16,-1 3 0-16,-5-1-44 0,-5-1 29 0,3 1-7 15,-4 1 22-15,-5-1-66 0,0 1 33 0,-7 0-2 16,-2-1 43-16,-2 2-106 0,-2 7 42 0,-3 1 19 15,0 8 16-15,-15 8-8 0,-4-1 7 16,-6 13-14-16,-4-2 35 0,1 5-28 0,-3-3 2 16,3-1 1-16,6-10 43 0,-2 1 2 15,3-5 26-15,7-9-27 0,3-4-1 0,4-5-20 16,3-2-5-16,1-6 61 0,3 1-29 0,0 0 13 16,0-1-102-16,9-2 32 0,5 2 8 0,5 0 24 0,7 0 20 15,-2-2 3-15,3 0-25 16,1 0 6-16,2 0-5 0,2 0-3 15,0 0 3-15,-2 0-61 0,-3 0 28 0,-5 0-2 0,2 0 29 0,-6 0-215 16,-1 0 101-16,-4 0-267 16,-4 0 172-16,-1 0 71 0,-3 0 50 0,0 0 0 15,-4 0-321-15,1 0 176 0,-2 0-59 0</inkml:trace>
  <inkml:trace contextRef="#ctx0" brushRef="#br0" timeOffset="8998.2">2135 5878 895 0,'-18'0'0'0,"9"0"0"0,6 0 0 0,3 0 0 0,-3 0 0 0,3 0 0 0,0 0 49 0,3 0 297 15,14 0-156-15,7 0 127 0,3 2-142 0,4-2-63 16,4 0-44-16,7 0 1 0,-2 0-207 0,2 2 85 0,1-2 44 16,-4 2-423-16,8-1 229 0,-4 5 118 15,1 1-252-15,-4 4 173 0</inkml:trace>
  <inkml:trace contextRef="#ctx0" brushRef="#br0" timeOffset="9715.66">1643 9561 904 0,'-13'0'0'0,"3"-3"0"0,3 0 0 0,5 1 0 0,-1 0 0 0,3-2 0 0,0-1 108 0,0-3-38 0,14 2 124 15,7 0-81-15,4-1-40 0,5 5 8 0,0 1 17 16,2 1-32-16,0 0 0 0,-4 6-33 0,-5 5-31 0,3 3-8 16,-9 0 39-16,0 5-52 0,-6-1 26 0,-4 3-1 15,-1 0 35-15,-6 5-39 0,0 0 31 16,-6-1-1-16,-9-1 1 0,-7-1 8 15,0-2-30-15,-2-3 12 0,-3-1-28 16,-3-4 19-16,3-3 6 0,-2-5-2 0,7-3-141 16,-2 0 67-16,5-2 34 0,8 0-259 0,0 0 137 0,8-2 62 15,3-11 20-15,1-6-172 0,25-3 91 0,5-3 56 16</inkml:trace>
  <inkml:trace contextRef="#ctx0" brushRef="#br0" timeOffset="9895.19">2203 9392 999 0,'0'-11'0'0,"0"5"0"0,-14 3 0 0,-5 3 0 0,-7 0 0 0,1 10 0 0,-2 7 429 0,0 8-198 15,-2 7 207-15,6-5-195 0,-2 15-109 0,5-4-50 0,6 4 154 16,6-7-102-16,6 4-52 0,2-1-17 16,2-5-9-16,15-4-92 0,12-7 34 0,9-4-137 15,5-8 86-15,8-10 49 0,14 0 14 0,-2-4-506 16,9-10 264-16,-4-8 77 0,-1 2 84 0</inkml:trace>
  <inkml:trace contextRef="#ctx0" brushRef="#br0" timeOffset="11600.94">7566 6325 1085 0,'0'-2'0'0,"0"0"0"0,0 2 0 0,2 0 0 0,4 0 0 0,1 0 249 0,0 0-107 0,1 0 102 16,0 0-110-16,-1 4-50 0,2 0-26 0,1 2 41 16,-1 1-34-16,-2 0 10 0,3 4-43 0,-2 0-130 15,-3-1 66-15,1 1 32 0,-1-3 0 0,0 2-337 16,-2-3 180-16,2-2 96 0,-2 1-580 0</inkml:trace>
  <inkml:trace contextRef="#ctx0" brushRef="#br0" timeOffset="11747.54">7593 6545 1445 0,'-12'11'0'0,"5"1"0"0,1 4 0 0,1-7 0 0,0 1 0 0,1-1 0 0,4-1 0 0,0-3 273 0,0 3-112 0,0-3-69 16,2 2-29-16,10-2 109 0,-3 3-70 0,4-1-34 16,-1 2 8-16,1 3-379 0,0 2 167 0,0 6 85 15,1 0-636-15</inkml:trace>
  <inkml:trace contextRef="#ctx0" brushRef="#br0" timeOffset="11898.14">7676 7036 860 0,'-5'6'0'0,"0"-2"0"0,3-2 0 0,-2-2 0 0,4 0 633 16,0 0-301-16,0 0-149 0,2-12-75 0,11-4 107 16,5-7-83-16,-1 1-54 0,6-2-23 0,-1 0 3 15,2-2 1-15,-3 4-27 0,0 5-436 0,5-6 214 16,-2 5 112-16,-3 1 55 15,-3 3-733-15</inkml:trace>
  <inkml:trace contextRef="#ctx0" brushRef="#br0" timeOffset="12101.63">7934 6464 1801 0,'0'-8'0'0,"0"6"0"0,0 1 0 0,0-3 0 0,0 0 0 0,2-2 0 0,9-1 362 0,5-1-165 15,6 1-81-15,2-3 247 0,1 3-157 0,5-1-91 16,-2 1-40-16,0 1-130 0,-1 3 44 0,-2 0 22 16,-4 0 8-16,0 1-383 0,-3 2 198 0,-4 0 99 0,-3 0-496 15,-2 0 305-15,-1 0 91 0,-4 0 86 16,0 0-288-16,-4 2 169 0,0 1 83 0</inkml:trace>
  <inkml:trace contextRef="#ctx0" brushRef="#br0" timeOffset="12618.13">8106 6157 806 0,'-7'0'0'0,"4"0"0"0,1 0 0 0,0 0 0 0,2 3 0 0,0 2 55 0,0 4 279 15,0 3-143-15,0 1 52 0,4 2-105 16,1 4-53-16,0 5-26 0,-3 3 0 0,1 0-103 16,-3 5 34-16,0 2 22 0,-4 2-152 0,-5 0 87 15,-4-2 42-15,-1-2-31 0,-2-4 33 16,0-4 30-16,-1-1-9 0,-1-4-88 0,-1-3 42 15,2-3-20-15,1 1 218 0,-2-3-92 16,6-2-39-16,0 1-6 0,3-3 262 0,3-1-121 0,2-1-76 16,2-1-11-16,2 0-25 0,0 3 50 15,2-2-36-15,8 0 7 0,4-1-44 0,2-2 0 16,5-2 0-16,-1 0-1 0,3 0-100 16,-3 0 59-16,2-2 16 0,-1-2-188 0,-2-1 106 0,-4 0-139 15,-4 4 109-15,-2-2 34 0,-1 3 33 16,-2 0-20-16,-4 0 1 0,-1 3 86 15,-1 8-29-15,0 4 113 0,-5 2-67 0,-5-1-42 16,-3 7 298-16,4-6-145 0,-3 4-78 0,3-2-15 16,1 0-28-16,0-3 187 0,2-3-94 0,3-1-49 15,2-3-54-15,1-3 15 0,0 0-8 0,0-5-169 16,0-1 84-16,7 0 42 0,5 0 22 0,1-1 7 16,2-9-174-16,1-1 74 15,2-3 51-15,-2 1-77 0,2 0 53 0,-2 0-10 0,1 2 11 16,-1 3 0-16,-4 2-1 0,3 3 5 15,-3 3 8-15,1 0 127 0,0 0-59 0,-5 6-29 0,-1 5 232 16,0 2-112-16,1 2-65 0,-2 2 78 16,-2 0-59-16,-1-1-15 0,-1-2 0 0,1-1-79 15,-2-4 31-15,0-1 20 0,1-1 4 0,0-5-167 0,-2 1-194 16,2-2 162-16,1-1-592 0,0 0 366 16,3-4 180-16,1-9 90 0</inkml:trace>
  <inkml:trace contextRef="#ctx0" brushRef="#br0" timeOffset="12759.76">8449 6450 1208 0,'1'-3'0'0,"6"1"0"0,0 0 0 0,0 0 0 0,-1 0 58 0,4 2 538 0,1 0-282 16,0 0-140-16,0 0 152 0,0 0-139 0,7 0-81 16,-6 0-174-16,3 6 50 0,0-2 26 0,0 0-1 15,1 3-639-15,-4 1 329 0,2 1 167 16,-3 2 85-16</inkml:trace>
  <inkml:trace contextRef="#ctx0" brushRef="#br0" timeOffset="12910.34">8537 6729 1751 0,'-12'11'0'0,"-1"0"0"0,4-3 0 0,0-3 0 0,5-1 0 0,-2-2 0 0,2-1 590 0,4-1-278 0,0 0-140 0,4 0-70 0,13 0 41 15,2 0-47-15,5 0-35 0,1 0-240 16,1-3 106-16,4-3 52 0,-2 1-725 15,-1 4 395-15,5-4 186 0,-2 3 97 0</inkml:trace>
  <inkml:trace contextRef="#ctx0" brushRef="#br0" timeOffset="13211.76">9388 6177 758 0,'-5'-7'215'15,"1"4"-108"-15,-3 1-53 0,0 2-27 0,-2 0 96 16,-3 0-44-16,-1 2-16 0,-1 9 172 16,-5 6-101-16,0 2-51 0,0 0-8 0,-2 4-21 0,7-5 8 15,-5 7-30-15,5-7-39 0,1 1 40 16,2 1-1-16,3-6 1 0,3-3 102 0,1 0-55 16,2 4-23-16,2-1-1 0,0 0 102 0,0 1-63 0,0 5 53 15,2 4-61 1,0 0-28-16,1 7 1 0,1 0 22 0,-1 6-25 0,-1-4 9 15,0 3-250-15,-2-2 109 0,1-1 53 0,-1 2 28 16,2-5 0-16,-2-5-379 0,2 0 177 0,0-7 105 16,-2-8-468-16,2-3 263 0,-1-3 131 0,1-4-140 15,2 0 140-15,0-21 67 0,-1-5 32 0,-1-10 0 16</inkml:trace>
  <inkml:trace contextRef="#ctx0" brushRef="#br0" timeOffset="13545.84">9146 6422 804 0,'0'-18'66'0,"0"9"1"0,0 2-34 0,0-2 8 15,1 3-8-15,7 3 396 0,5-1-199 0,6 1 78 16,5-4-137-16,8 0-62 0,2 1-42 0,10-1 1 0,-5 4 170 16,1-1-103-16,-7 2-51 0,5 2-108 15,-3 0 24-15,1 0-79 0,-2 0 56 0,-4 0 27 16,-4 0 9-16,2 0 20 16,-8 4 0-16,0 0-63 0,-8-3 32 0,0 3 0 0,-4-1 59 0,-3 2-72 15,-3-4 26-15,0 3 234 0,0 0-124 16,-2 2-53-16,0-1 299 0,0 0-173 15,0 3 3-15,-2 3-201 0,-2 1 0 0,2 2 0 16,2 3 0-16,0 2 0 0,0 4 0 0,0 3 0 16,0 3 0-16,6 1 0 0,2 1 0 0,-1 3 0 0,2 0 0 15,-1-2 0-15,0 2 0 0,1-4 0 16,-4-4 0-16,3 6 0 0,-5-8 0 0,2-1 0 16,-2 0 0-16,-2-5-393 0,-1-3 237 0,0-1-202 15,0-5 163-15,0-2 81 0,-9 1 41 16,-2-4 0-16,-1-3-322 0,-6-1 186 15,-1 0 87-15,-3 0 45 0,-2-1-211 0,-1-8 127 16,-1-7-471-16,-1-5 304 0</inkml:trace>
  <inkml:trace contextRef="#ctx0" brushRef="#br0" timeOffset="13855.37">9422 6670 1365 0,'-8'-2'0'0,"2"1"0"0,1-1 0 0,-1 2 0 0,4 0 0 0,-1 0 0 0,1 0 0 0,2 0 0 0,0 2 299 0,0 5-125 0,0 5-82 15,0-2-30-15,0 4 0 0,0-4-29 0,0 1-1 0,0-2-264 16,0-1 128-16,0-3 69 0,-2-1-102 16,1-4 85-16,-3 0 43 0,0 0 29 0,-1-4-243 15,2-9 112-15,-1-2-11 0,2-4 64 0,2 1-7 0,0-2 24 16,0 2 8 0,0-1 247-16,0 5-123 0,2-3-62 0,5 7-39 0,6 0 8 15,-3 2 391-15,6 3-191 0,0 3 70 0,0 0-118 0,-2 2-50 0,2 0 54 16,-2 5 10-16,0 10-66 15,-3-1-33-15,-4 3 1 0,-2 2 9 16,-3 1-9-16,0-1-105 0,-2 2 36 0,0 0-1 0,-5-6 37 16,-6 2-273-16,-3-4 132 15,1-2 71-15,-3-2 34 0,-3 1-505 16,2-4 249-16,-4-3 89 0,2 2-185 0,0-5 160 16,-1 0 82-16</inkml:trace>
  <inkml:trace contextRef="#ctx0" brushRef="#br0" timeOffset="14011.95">8843 6300 2166 0,'-10'-5'0'0,"4"3"0"0,4 2 0 0,2 0 0 0,-3 0 0 0,3 0 0 0,0 0 0 0,0 0 0 0,5 6 95 0,4 3-23 0,2 1-8 0,2 5-202 0,4 2 85 15,-2 1 43-15,2 3 21 16,-1-4-772-16</inkml:trace>
  <inkml:trace contextRef="#ctx0" brushRef="#br0" timeOffset="14145.94">8940 6667 2105 0,'-10'11'0'0,"5"0"0"0,-6 4 0 0,7-9 0 0,-1 1 0 0,3-3 0 0,0 0 0 0,2 0 96 0,0 0-36 0,0-1 373 15,6 1-200-15,6-1-544 16,0 2 172-16,1 0 94 0,6 1-1023 0</inkml:trace>
  <inkml:trace contextRef="#ctx0" brushRef="#br0" timeOffset="14744.21">10164 6470 695 0,'-10'-8'0'0,"2"5"0"0,5 0 0 0,-1 1 0 0,2 1 485 16,2-2-231-16,-2 3-110 0,2 0-56 0,0 0 160 15,6 0-109-15,6 9-44 0,4 0 253 0,5 2-158 16,-3 1-78-16,5 0 46 0,0 1-63 0,-4-3-22 16,1 3-9-16,-1-3-165 0,-3 1 67 0,0-4 33 15,-5 0 0-15,-4 2-286 0,1-4 156 0,-4-2 81 16,-2-1 42-16,0 1-241 0,-2-2 66 0,0-1-1 16,0 0-340-16,0 0 246 0,0-1 122 15</inkml:trace>
  <inkml:trace contextRef="#ctx0" brushRef="#br0" timeOffset="15000.5">10530 6193 917 0,'4'-11'0'0,"-3"7"0"0,1 3 0 0,0-2 0 0,-2 1 0 0,0 2 0 0,0 0 598 0,0 0-283 0,0 2-141 0,-2 14-71 16,-3 3 337-16,-3 8-208 0,-3 10-100 0,0 4-49 15,-4 8 232-15,-2 14-142 0,1-5-61 0,-6 21 9 16,1-4-43-16,-1 1-23 0,0 2 192 15,-1 0-247-15,0-1 0 0,0-3 0 0,2 0 0 16,0-5 0-16,0-7 0 0,6-10 0 0,1-8 0 16,2-1 0-16,4-6 0 0,3-14 0 0,0 0-168 15,2-10 108-15,1-6 15 0,0-3-163 0,0-2 75 16,0-2 61-16,1-3-427 0,1-11 233 16,0-5 108-16,0 1 67 0,1-9-588 15,7 1 324-15,5-5 161 0</inkml:trace>
  <inkml:trace contextRef="#ctx0" brushRef="#br0" timeOffset="15312.43">10656 6565 1390 0,'-6'0'0'0,"3"0"0"0,-1 9 0 0,-1 3 0 0,2 5 0 0,1 3 0 0,2 2 277 0,0 3-126 16,0-6-59-16,5 7 157 0,11-7-108 0,3 0-54 15,-1-6-19-15,9 0-46 0,-1-4 11 0,1-7 0 16,1 0 0-16,-3-2-145 0,-4 0 81 0,0-3 28 16,-3-11-152-16,-2 0 94 0,-7-4 47 0,-2 0 21 15,-4-3-89-15,-1-4-15 0,-2 2 48 0,0-4-63 16,-12 1 44-16,1-5-3 0,-6 4-9 0,0-3 26 16,-4 3 0-16,0 5 21 15,1 3 0-15,1 10 40 0,-2 2-7 0,1 4 95 16,-1 3-59-16,3 0-26 0,1 4 0 0,4 7 38 15,1 2-35-15,3 1-2 0,5-3-1 0,3 2-53 16,1 0-1-16,0-2 56 0,7 0-15 0,7 1-373 16,11-4 177-16</inkml:trace>
  <inkml:trace contextRef="#ctx0" brushRef="#br0" timeOffset="15749.23">11135 6214 1191 0,'0'-7'0'0,"0"3"0"0,0 0 0 0,2-2 0 0,5 1 0 0,2-1 331 0,3 1-150 0,3 0-65 15,4 3-47-15,1-3 337 0,1 3-186 0,2 1-94 16,-2 1-47-16,2 0 52 0,-2 0-53 0,-1 0-94 16,-1 0 24-16,1 5 1 0,-4-1 23 0,-4-3-73 15,1 4 33-15,-4-2 20 16,-1-1 1-16,-3 0-15 0,-3 2 0 0,2-2 43 15,-2 0-42-15,-2 3 31 0,0 1-54 0,0 3 34 16,-4 2 191-16,-5 6-87 0,-7 2-44 16,2 6 87-16,-4 1-63 0,-1 4-30 0,-1 9 0 0,3-5-72 15,-5 12 16-15,3-5 0 0,-2 2 25 0,5-2-35 16,-2-2 0-16,4-6 43 0,2-1-8 16,3-10-54-16,0 2 27 0,0-5 0 0,2-6 44 15,3-4 140-15,3 1-190 0,-1-6 0 0,0-3 0 0,2 1 0 16,0-2 0-16,0 0 0 15,0 0 0-15,2 0 0 0,9 0 0 0,4 0 0 16,0 0 0-16,4 0 0 0,2-4 0 0,-1-2 0 16,-1-3 0-16,2 2 0 0,-4 2 0 0,0-3 0 15,-1 1 0-15,-2 1 0 0,-3 0-428 0,-2 3 204 16,-1-3 82-16,-2 2-475 0,-3 0 295 0,-1 1 145 16,0-3 72-16,0 0-481 0,-2-1 276 0,0-4 131 15,0-5 77-15</inkml:trace>
  <inkml:trace contextRef="#ctx0" brushRef="#br0" timeOffset="15922.76">11150 6365 1202 0,'-15'-2'0'0,"5"2"0"0,3 0 0 0,3 0 0 0,0 0 0 0,4 0 0 0,0 0 301 16,2 0-134-16,13 5-67 0,4 0 458 0,7 3-262 0,3-4-124 0,3 2 199 15,1-2-169-15,3-1-84 16,1 1-43-16,0 0-274 0,2 0 124 0,-2 1 50 15,-1 1 29-15,-1-3-293 0,-1-1 160 0,0 0 82 16,-6-2-683-16,4 0 373 0,-8 0 67 0</inkml:trace>
  <inkml:trace contextRef="#ctx0" brushRef="#br0" timeOffset="16372.19">11748 6007 1314 0,'0'-3'0'0,"0"1"0"0,9 0 0 16,1 0 0-16,4 1 0 0,1-1 0 0,2-1 0 0,3 3 216 0,3 0-91 0,3 0-46 0,-3 0-72 0,1 5-8 15,-3 0 34-15,2 2-378 0,-5 1 179 0,-1 1 90 16,-4-2 47-16,-1-2-377 0,-5 0 187 0,-2-1 93 16,-3-1 47-16,-2 0-56 15,0-3 43-15,-3 0 34 0,-8 0 58 0,-3 0 48 16,1-3-36-16,0 0-22 0,2-3 118 0,-2-2-67 15,5 1-36-15,0 2 339 0,1 1-182 0,3 0-41 16,1 0-61-16,-1 2 332 0,1 2-180 0,0 0-89 16,-3 0-45-16,1 14 59 15,-4 3-43-15,-3 7-35 0,-3 2 0 0,-2 2-68 0,-1 2 21 16,-3 2 9-16,-2 2-82 0,3-1 47 0,-5-4 24 16,3 1-1-16,1-3-11 0,6-5 9 0,-4 1 26 0,4-4 49 15,3-4-28-15,5-3-39 16,0 1 3-16,3-3 207 0,2 4-102 0,2-3-43 15,0 2-25-15,0 1 143 0,0 2-83 0,0 0-33 16,2 4-29-16,4-2 31 0,-1 3-26 0,1 0 1 16,0-1-72-16,-2-2 31 0,-1 3-8 0,1-3-311 15,0-2 167-15,-3-3 84 0,1-3 41 0,0-2-590 16,0-3 292-16,0-3 106 0,0-2 84 0,-1 0-400 16,2-7 242-16,-1-11 113 0,-2-6-200 15,0-2 165-15</inkml:trace>
  <inkml:trace contextRef="#ctx0" brushRef="#br0" timeOffset="16659.09">11653 6422 700 0,'-8'-22'0'0,"3"1"0"0,1 8 0 0,1-4 0 0,3 8 0 0,0-2 0 0,0 3 377 16,5 1-173-16,10-1-77 0,7 2 215 0,7 1-155 15,3-1-77-15,9 3 50 0,-1-1-64 0,-3 2-24 16,10 0-7-16,-11 2-49 0,3 0 17 16,0 0 0-16,-1 0 0 0,-2 0-103 15,-2 0 47-15,-2 0 28 0,-10 0 0 0,0 0 16 16,-2 0 11-16,-8 0 9 0,-3 0-8 0,2 0 98 15,-6 0-49-15,-3 0 160 0,0 0-104 0,-1 2-45 16,-1 4-34-16,0-1 89 0,0 3-57 0,0 3-29 16,0 0-1-16,2 3 123 0,0 1 21 0,-2 5-205 15,2 5 0-15,-2-2 0 0,0 4 0 0,0-2 0 16,2 5 0-16,-2 2 0 0,0-2-198 0,0-2-274 16,2-1 246-16,-2-6 95 15,0 4 67-15,0-4-278 0,0-3 154 0,0-3 77 16,-2-3 40-16,-6-1-411 0,1-2 229 0,-4-2 110 15,-2-2 55-15,-2-4-342 0,-6-1 190 0</inkml:trace>
  <inkml:trace contextRef="#ctx0" brushRef="#br0" timeOffset="16842.25">11822 6343 1494 0,'-5'-12'0'0,"1"8"0"0,1 0 0 0,1-1 0 0,2 4 0 0,0 1 0 0,0 0 156 0,0 16-62 0,0 0 203 15,7 6-132-15,-2 4-66 0,1 3-25 0,-3 1 290 16,-1 2-166-16,0 2-82 0,0 0-42 0,-2-4-140 16,0-4 57-16,0 4 17 0,0-7-416 0,0 0 220 15,0-5 110-15,0-3-605 0,0-5 305 0,0-5 187 16,2-5 19-16,0 0-318 0</inkml:trace>
  <inkml:trace contextRef="#ctx0" brushRef="#br0" timeOffset="17018.91">11959 6221 669 0,'5'-7'0'0,"4"5"0"0,0 2 0 0,-2 2 0 0,3 7 257 0,-1 8-112 0,0 4-56 0,3 6-28 15,-3 2 503-15,-2 3-257 0,-1 10-141 0,-2-2 187 16,0 1-160-16,-2-6-81 0,0 4-221 16,0-1 79-16,-2-2 27 0,1-4 0 15,-1 0-499-15,0-5 267 0,0-5 134 16,0-2 75-16,0-3-277 0,-3-5 83 0</inkml:trace>
  <inkml:trace contextRef="#ctx0" brushRef="#br0" timeOffset="17173">11886 6488 1460 0,'-9'-13'0'0,"1"6"0"0,4 1 0 0,0 0 0 0,3-1 0 0,1 1 0 0,0 2 0 0,3-1 266 0,13-1-116 0,-2 0-51 16,5 2 233-16,0 3-149 0,2-1-75 0,0 0-247 15,0 2 87-15,0 0 50 0,-1 2 13 0,-4 5-616 16,1 5 320-16,-6 1 158 0</inkml:trace>
  <inkml:trace contextRef="#ctx0" brushRef="#br0" timeOffset="17316.14">11969 6623 1277 0,'-16'2'0'0,"5"0"0"0,4-2 0 0,1 0 0 0,0 0 0 0,4 0 0 0,2 0 0 0,0 0 297 15,2-2-131-15,10-3 184 0,3 2-163 0,-1-4-77 16,4 4-39-16,-3 0-268 0,2 2 114 0,-2 1 67 16,-2 0 19-16,0 0-714 0,-7 6 361 0</inkml:trace>
  <inkml:trace contextRef="#ctx0" brushRef="#br0" timeOffset="17465.74">11833 6821 1511 0,'-23'3'0'0,"9"5"0"0,5-6 0 0,-3-1 0 0,6 2 0 0,3-3 0 0,1 0 0 0,2 0 220 0,0 0-94 0,11 0 282 16,6 0-191-16,8 0-92 0,1 0-47 0,1 0-175 15,5-3 65-15,1 0 40 0,3-1-8 0,-1 0-671 16,-1-2 352-16</inkml:trace>
  <inkml:trace contextRef="#ctx0" brushRef="#br0" timeOffset="17644.49">12367 6318 1434 0,'2'-18'0'0,"7"9"0"0,6 0 0 0,2-3 0 0,4 1 0 0,1 4 0 0,2 0 404 0,3 1-178 16,-1 2-100-16,6 2-47 0,-2 2-151 0,0 0 52 15,0 2 26-15,-7 3 9 0,1 5-460 0,-5-3 239 16,-3 2 119-16,-4-5-528 0,-4 2 292 0</inkml:trace>
  <inkml:trace contextRef="#ctx0" brushRef="#br0" timeOffset="17934.87">12538 5929 775 0,'-13'-18'0'0,"1"7"0"0,6 4 0 0,1 5 0 0,3 2 0 0,2 0 0 0,0 19 263 0,0 11-107 0,4 11-65 16,3 4-30-16,0 4 268 0,2 7-148 0,-2 1-75 15,2 2-28-15,1 0 99 0,-3 0-72 0,1-2-36 16,-3 0-74-16,-1-2 0 0,-2-12 46 0,-1 7-91 16,-1-16 41-16,0 1 21 0,0-6 0 0,-3-8-160 15,-5-5 99-15,-1-5 37 0,0-5 22 0,-4-3-183 16,0-3 88-16,-3 0-2 16,2-9 33-16,-2-7-5 0,4-1 33 0,-2-2-29 15,3 0 135-15,2 1-60 0,1-1-20 0,4 0 182 16,2 0-96-16,2 1-36 0,0-1-28 0,6 1 13 15,9-2 2-15,0 2-1 0,4-1-23 0,4 0-292 16,-2-2 142-16,4 2 73 0,0-2 31 0,1-1-495 16,-1 1 248-16,1-5 124 0</inkml:trace>
  <inkml:trace contextRef="#ctx0" brushRef="#br0" timeOffset="18182.21">12826 6090 1153 0,'11'-15'0'0,"-2"2"0"0,-2 4 0 0,-1-1 0 0,-2 5 0 0,-2 0 0 0,0 2 0 0,-1 1 0 0,-1 2 0 0,2 0 257 15,0 2-116-15,-2 13-59 0,0 2-24 0,0 5-1 16,0 1-24-16,-4-1-96 0,1 1 44 0,-3-1 26 16,0-1 0-16,2-4-230 0,2-6 127 0,1-3 73 15,-1-3 2-15,0-5-308 0,2 0 107 0,0 0 99 16,0-9-5-16,0-7 40 16,0-7 32-16,0 0 50 0,4-3 1 0,3-3-28 15,1 2 1-15,-1 4 32 0,2-7-12 0,-1 11 0 16,0 0-21-16,-1 4 248 0,-1 6-96 0,1 0-73 15,-2 0 12-15,4 6 159 0,-4 2-72 0,2 1-61 16,-1 0-240-16,2 0 97 0,-2 7 54 0,-3 5-431 16</inkml:trace>
  <inkml:trace contextRef="#ctx0" brushRef="#br0" timeOffset="18501.37">12863 6197 905 0,'-8'7'0'0,"2"5"0"0,3-3 0 0,1-3 0 0,0-1 0 0,2-2 0 0,0 3 0 0,0-4 278 15,7 3-127-15,9 0-58 0,-2 5-31 0,4 1 59 16,-2 4-36-16,1 6-30 0,-4 3-1 0,-3 4-13 16,-4 4-8-16,-3 2-1 0,-3 4 9 0,0 5-61 15,0-2 26-15,-7-2-61 0,-7-7 44 16,2 4 22-16,-6-6 8 0,2-4-68 0,2-9 21 0,0-2 24 16,-2-7-12-16,2-6-13 15,0-2 1-15,3 0-1 0,0-10 5 0,-1-5-62 16,3-9 34-16,2 2 22 0,3-1-83 0,-2-4 50 15,2 6 15-15,2-3 108 0,2 5-42 0,0 7-1 16,0 0-51-16,0 7 438 0,0 1-195 0,0 2-102 16,0 2-38-16,4 0 310 0,6 11-165 0,4 6-95 15,4 2-43-15,0 2 145 0,5 1-94 0,1 2-48 16,1-1 102-16,-1 1-78 16,0-1-36-16,3-5-417 0,-1 0 191 0,-1-6 96 15,-3-4 56-15,6 1-766 0,-2-7 360 0,-1 0 210 0</inkml:trace>
  <inkml:trace contextRef="#ctx0" brushRef="#br0" timeOffset="18731.7">13246 5940 2039 0,'-13'-8'0'0,"5"8"0"0,8 0 0 0,0 11 0 0,0 3 0 0,0 0 0 0,0 4 551 0,0 2-251 16,0 1-138-16,0-1-64 0,4 0 192 0,4 0-129 16,2 5-64-16,0-9-94 0,1 3-8 15,0-4 38-15,1-2-586 0,-4-3 294 16,1-5 153-16,-2 1 66 0,1-6-777 16,-2 0 421-16,-3 0 52 0</inkml:trace>
  <inkml:trace contextRef="#ctx0" brushRef="#br0" timeOffset="18952">13259 5846 1341 0,'-8'-10'0'0,"4"6"0"0,3 1 0 0,-1 1 0 0,2 0 0 0,0 0 0 0,9 0 0 0,12 2 0 0,4-1 391 0,3 1-179 0,2 0-82 16,0 0-9-16,0 0-45 0,0 0-21 0,-4 0-133 16,2 3 55-16,-7 3 37 15,2 1-9-15,-5 3-52 0,-3 1 41 0,-4 5-1 16,-4 2 40-16,-4 2 102 0,-3 7-56 0,0 0-23 15,-3-1 1-15,-4 0 188 0,0 2-107 0,0-3-44 16,-1 2-111-16,6-3 24 0,-2-2 1 0,2 0-182 16,2-3 104-16,0-3 59 0,0 2 18 0,0-5-642 15,0-4 318-15,0 1 127 0</inkml:trace>
  <inkml:trace contextRef="#ctx0" brushRef="#br0" timeOffset="19129.52">13288 6088 1167 0,'-12'0'0'0,"6"0"0"0,1 2 0 15,-1-2 0-15,4 0 0 0,2 0 595 0,0 0-282 0,13-2-139 0,5-3 38 0,5 1-90 0,0 0-36 16,0 2-31-16,2 0-111 16,-4 1 45-16,2-1 21 0,0 0 1 0,-7 2-544 15,0 0 279-15,-3 0 143 0,-10 2-672 0</inkml:trace>
  <inkml:trace contextRef="#ctx0" brushRef="#br0" timeOffset="19260.16">13359 6197 674 0,'-12'3'0'0,"6"0"0"0,1-2 0 0,1-1 0 0,2 0 0 0,1 0 0 0,1 0 417 16,0 0-184-16,5-1 138 0,8-3-170 0,2-2-84 0,0 3-42 0,4 1-149 16,-2 0 62-16,0 0 18 15,0 0 0-15,-2 2-221 0,-2 0 124 0,-4 0 62 16,-3 2 40-16</inkml:trace>
  <inkml:trace contextRef="#ctx0" brushRef="#br0" timeOffset="19401.79">13428 6220 970 0,'0'0'0'0,"2"0"0"0,-2 0 0 0,0 0 0 0,0 0 0 0,2 1 0 0,-2 1 210 0,1 4-80 0,1 0-52 15,0 1-3-15,0 3-21 0,0 1 0 0,-1 2-362 16,-1-3 178-16,0 4 76 0,0 0 43 0,-3-1-282 15,-8 0 145-15,-2-3 72 0</inkml:trace>
  <inkml:trace contextRef="#ctx0" brushRef="#br0" timeOffset="19528.46">13306 6395 753 0,'-4'0'0'0,"1"0"0"0,1 0 0 0,2-3 0 0,0 2 0 0,0-1 0 0,5 1 152 0,8-2-59 16,2 1-30-16,2 2 8 0,2-2 98 0,2 2-68 15,-1 0-34-15,1 0 0 0,-2 0-76 0,-3 0 29 16,2 0-8-16,-9 0-372 0,4 2 197 15,-7 3 97-15</inkml:trace>
  <inkml:trace contextRef="#ctx0" brushRef="#br0" timeOffset="19803.72">13382 6459 642 0,'0'0'0'0,"0"0"0"0,0 3 0 0,0 5 0 0,0 3 0 0,0 2 328 0,3 2-148 0,4 4-65 16,3 5-45-16,-5 1 119 0,3 1-78 0,-4-2-39 15,-1-1 138-15,1-1-81 0,0-1-52 0,-2-3-22 16,-2-2-67-16,0-5 23 0,0 0-1 0,0-3-83 16,0-4 49-16,-2-3 28 0,-6-1 0 0,-1 0-162 15,-2-1 95-15,1-11 56 0,0-1-24 0,-4-3-109 16,-1-4 26-16,2-1 53 16,-2 0-146-16,1 1 79 0,0 0 51 0,0 2 23 15,-1 6 13-15,2 2 8 0,2 3 1 0,0 4 239 16,-3 3-115-16,5 0-63 0,0 3-31 0,1 10 230 15,1 2-104-15,3 0-34 0,2 4-43 0,2 0-146 16,0-1 75-16,0 1 22 0,2-4-241 0,9-2 144 16</inkml:trace>
  <inkml:trace contextRef="#ctx0" brushRef="#br0" timeOffset="19935.87">13543 6571 1610 0,'11'7'0'0,"2"8"0"0,-7-1 0 0,-2-3 0 0,-3 2 0 0,-1 2 0 0,0 0 0 0,0 0 459 0,0 0-217 0,0-2-105 16,0-3-52-16,0-1-349 0,2-3 148 0,2-4 83 16,7-2 29-16,1 0-845 0</inkml:trace>
  <inkml:trace contextRef="#ctx0" brushRef="#br0" timeOffset="20099.75">13869 5995 1960 0,'0'9'0'0,"-7"8"0"0,-2-3 0 0,-7 5 0 0,2 0 0 0,-4 5 0 0,2 2 0 0,0 3 309 0,0-1-137 0,-1 1-70 0,0-3-25 15,2-4-13-15,0 5-9 0,7-7-22 16,2-1-607-16,5-4 304 0,1-5 151 0,0-2-717 16</inkml:trace>
  <inkml:trace contextRef="#ctx0" brushRef="#br0" timeOffset="20228.43">13881 6263 800 0,'7'-4'0'16,"2"2"0"-16,1 2 0 0,-4 0 0 0,-1 0 0 0,-3 11 238 0,-2 3-102 0,0 4 192 0,-9 7-147 0,-7 0-74 15,0 6-29-15,-7 6 209 16,4-1-128-16,1 1-62 0,4-6-33 0,0 3-409 16,6-6 197-16,4-2 87 0</inkml:trace>
  <inkml:trace contextRef="#ctx0" brushRef="#br0" timeOffset="20364.21">14055 6497 2595 0,'8'6'0'0,"1"12"0"0,-7 6 0 0,-2-1 0 0,-9 13 0 0,-17 2 0 0,-12 13 0 0,2-6 0 0,-13 15 464 16,-2-2-216-16,-12 14 70 0,1 3-247 0,-11 6 1 16,-10 5-31-16,-20 15-479 0,-1-9 235 0</inkml:trace>
  <inkml:trace contextRef="#ctx0" brushRef="#br0" timeOffset="22127.54">5026 9280 510 0,'0'0'0'0,"-3"0"0"0,1 0 0 0,2 2 0 0,-2-2 0 0,-2 3 108 0,3-1-42 0,0-1 1 0,-2 3 156 15,1-1-95-15,2 2-48 0,0-4-15 0,-2 5 126 16,2-2-79-16,0-1-39 0,0 3 87 0,0 0-64 16,0 0-23-16,2-1 66 0,0-2-53 0,2 1-27 15,1 0 1-15,2 0 22 16,-5-2-16-16,4 0-9 0,0 0-24 0,-1-2 96 16,-2 2-49-16,0-2-23 0,1 0 8 0,2 0 68 15,-3 0-50-15,3 0-25 0,0 0 53 0,1 0-40 16,0 1 9-16,1-1-13 0,4 2-34 0,-2 0 0 15,2 2 0-15,1-2 17 0,2-1-9 0,0 2-9 16,2-3 1-16,0 0 8 0,3 0-9 0,-1 0 1 16,2 0 8-16,1-3-40 0,-1 0 32 15,1-1 158-15,1-1-191 0,-2 1 0 16,3 0 0-16,0 2 0 0,1-2 0 0,1 2 0 16,4 1 0-16,0-2 0 0,-1 2 0 0,4-1 0 15,2 1 0-15,-2-2 0 0,4 2 0 0,-1-2 0 16,2 0 0-16,2-1 0 0,2-1 0 0,2-1 0 15,4 1 0-15,1-1 0 0,3 0 0 0,-1 2 0 16,-2 1 0-16,-1 1 0 0,2 2 0 0,-2 0 0 16,-5 0 0-16,9 0 0 0,-5 0 0 0,4 3 0 15,-1 1 0-15,6-2 0 16,-3-2 0-16,3 0 0 0,-2 0 0 0,-1 0 0 16,0 0 0-16,0-2 0 0,-2-5 0 0,-2 1 0 15,-3-2 0-15,0 5 0 0,-4-1 0 0,0 2 0 16,-10 0 0-16,2 2 0 0,-3 0 0 0,-7 0 0 15,-3 0 0-15,-1 0 0 0,-4 0 0 0,-2 0 0 16,-2 2 0-16,-3-2 0 0,0 0 0 0,-4 0 0 16,-1 0 0-16,-2 0 0 0,-1 0 0 0,2 0 0 15,-3 0 0-15,0 0 0 0,0 0 0 0,0 0 0 16,0 0 0-16,-4 0-490 16,-2 0 229-16,1-2 112 0,1 0 52 0,-1 1-336 15,-2 1 200-15,4 0 100 0,-1-2-665 0</inkml:trace>
  <inkml:trace contextRef="#ctx0" brushRef="#br0" timeOffset="22345.29">7331 9076 2208 0,'0'0'0'0,"0"0"0"0,0 0 0 0,0 0 0 0,0-2 0 0,5 0 0 0,1-2 0 0,7 3 0 0,4 1 0 0,6 0 303 0,3 0-135 15,3 1-68-15,1 11 235 0,3 1-151 0,1 2-67 16,7 6-47-16,-6-1 71 0,-6 2-54 0,1 0-28 15,-2 4 264-15,-1 0-323 0,-5 0 0 0,-4 0 0 16,-9 1 0-16,-5-1 0 0,-4 2 0 0,0-5 0 16,-10 4 0-16,-11-3 0 0,0-4 0 0,-5 1-340 15,-1-4 193-15,-8-2 50 0,-1 0 52 16,-4 0-436-16,-1-2 224 0,-5 0 112 0</inkml:trace>
  <inkml:trace contextRef="#ctx0" brushRef="#br0" timeOffset="23135.56">6069 7633 512 0,'2'-9'0'0,"-2"6"0"0,3-1 0 0,-3 0 0 0,0 2 0 0,0 0 0 0,0 1 177 16,0 1-73-16,0 0-35 0,0 0-1 0,0 0 118 16,0 0-82-16,0 0-35 0,0 0 0 0,6 0 38 15,-2 5-37-15,3 3 8 0,-1 3 29 0,1 0-37 16,-2 4 0-16,2 2 40 0,0 7-38 0,-3-3 7 15,2 10-46-15,-3 0 40 0,3 5-1 0,-2 9-39 16,-2 0 0-16,0 4 68 0,1 5-38 16,-2 11 0-16,0-5-30 0,-1 8 62 15,3 5-31-15,-2 3 9 0,1 1 64 0,0 3-52 16,1 0-27-16,3 12 62 0,-2-2-44 0,0-4-13 16,-2 19-9-16,2-11 0 0,-1 0 0 0,-1-2-21 15,3 2 0-15,-5-7 38 0,2 17-7 0,2-10-31 16,-2 2-1-16,2-2-36 0,-2-1 37 0,0-8 8 15,2 15-59-15,-3-21 25 0,1 4 1 0,0-3-45 16,-2-5 27-16,0-13 8 0,0 12 9 16,0-12-24-16,0-10 7 0,0 3 1 0,0-7-3 15,0-7-45-15,-2 0 20 0,-1-8 1 16,-1-8 20-16,2-2-172 0,-1-7 77 0,0-5-99 16,0-3-74-16,0-4 125 0,1-4 64 0,-5 0-345 15,2 0 203-15,1-13 95 0,0-13 58 0,0-11-238 16,3-3 145-16</inkml:trace>
  <inkml:trace contextRef="#ctx0" brushRef="#br0" timeOffset="23369.79">6168 7619 1204 0,'-2'-8'0'0,"2"6"0"0,-3 2 0 0,-2 0 0 0,-3 0 0 0,-2 0 0 0,-3 10 0 0,-2 4 0 0,-3 9 93 0,-7 7-35 16,3 3 1-16,-1-1-197 0,6-5 85 0,-2 3 43 15,6-7 30-15,0 0-198 0</inkml:trace>
  <inkml:trace contextRef="#ctx0" brushRef="#br0" timeOffset="23523.38">6150 7536 1938 0,'4'0'0'0,"8"2"0"0,4 6 0 0,-2 2 0 0,6-2 0 0,-2 6 0 0,3-2 0 0,-2 4 0 0,0-1 254 0,3 3-114 0,3 3-54 0,-3 1-269 16,2 0 107-16,2 2 55 0,-1-4 35 0,2-1-820 15</inkml:trace>
  <inkml:trace contextRef="#ctx0" brushRef="#br0" timeOffset="25137.4">6180 8507 179 0,'0'0'0'0,"0"0"0"0,0 0 0 0,0-3 0 0,0 2 156 0,0-3-53 0,-2-1-40 0,2 1 1 15,-2 1 4-15,0-2-1 0,2 2-26 0,-2-1-8 16,2 0 71-16,-1 2-36 0,-2-1 36 15,3-1-36-15,-2 2 8 0,2-1-43 16,-3 0 39-16,1 2-1 0,0-1-38 0,1-2 0 16,-3 2 31-16,0 0-8 0,0 1-23 0,-2-3-1 15,2 2 7-15,-3 0-6 0,1 0 8 0,-2 0-8 16,-1 0 14-16,2 2-14 0,-1 0 0 0,-3 0-28 16,2 0 36-16,1 0-8 0,-1 0-17 15,-1 0 17-15,1 0-1 0,0 0 1 0,1 0 8 16,-1 0-10-16,1 0-3 0,1 0 3 0,-1 0-15 15,1 0 11-15,-2 0 8 0,1 0-44 0,1 0-1 16,-3 0 37-16,2 0-1 0,-3 4-47 0,2-2 25 16,0 2-5-16,0 0-6 15,-2-3 26-15,4 3-8 0,-2-2 5 0,0 2 28 16,-1-3-5-16,3 3-26 0,-2 0 2 0,-2 0 10 16,4 0-8-16,-2-2 8 0,0 7-32 0,-3-3 5 15,3 1 19-15,-1-2 8 0,1 3-53 0,1 0 24 16,-5 1-4-16,2 0-15 0,2 0-1 0,-2-3 25 15,1 4 8-15,3-3 39 0,-5 3-42 0,3-3-7 16,0 3 6-16,-1-3 22 0,0 2 1 16,2 1-17-16,0-1-18 0,-2 1 20 0,1-1-5 15,2 1-38-15,-2 1 39 0,0-1 5 16,0 5-5-16,2-3-39 0,-1 2 37 0,0 0-2 16,0 1 2-16,0 1 27 0,3 0-29 0,-4 1-6 15,2-2 4-15,2 2 38 0,-1 0-1 0,0 0-30 16,0 0 20-16,1-1-15 0,0 4-6 0,0-3 9 15,-3 1-6-15,2 3 9 0,0-2-7 16,1 1-21-16,1 3 21 0,-2-2 1 16,0 1 3-16,0 1-9 0,4 3 4 0,-3-6-4 15,2 7 3-15,0-3 30 0,3-1-27 0,-3 5-4 16,3-3 28-16,0 3-25 0,0 0-1 0,0 0 34 16,0 2 3-16,3 0-27 0,0 2-6 0,2 1 36 15,3-2-1-15,-2 0-24 0,3 2 1 0,0-2 37 16,0 2 0-16,3-2-33 0,0 1-4 0,0 0 36 15,1-4 8-15,3 2-40 0,-2-1-3 0,3-3 3 16,0 2 0-16,2-1-20 16,1-1 28-16,1-2-9 0,4 1 149 0,-1-3-362 15,2 1 180-15,1-4-6 0,0-1 196 0,3 0-454 16,-1-6 217-16,1 1 23 0,3-1 0 0,-1-3-180 16,3-4 100-16,1 1 34 0,1-4-303 0,6-2 168 15,-4 0 87-15,4-2-163 0,-7-7 116 0,15-10 70 16,-4-3 32-16,8-12-532 0</inkml:trace>
  <inkml:trace contextRef="#ctx0" brushRef="#br0" timeOffset="26288.26">6022 8571 648 0,'-4'0'0'0,"-2"0"0"0,3 0 0 0,-1 0 0 0,0 0 0 0,2 0 0 0,-3 0 0 0,2 0 0 0,0 0 0 0,3-2 77 15,0 0-22-15,0 0 93 0,0-2-61 0,0 3-28 16,0-3 1-16,0 2 73 0,0-1-51 0,0-3-16 16,3 3-8-16,6-6 26 0,0 3-25 0,0-1 0 15,5 2-27-15,-2-3 94 0,2 2-50 0,2-1-22 16,-4 1 70-16,3 3-45 0,0-3-24 0,2 2 89 15,-2 1-60-15,3 1-26 0,-4 1 1 16,2-2 72-16,3 1-48 0,-4 2-17 16,1 0-9-16,1 0 36 0,0 0-30 0,-1 0-1 15,1 0-29-15,0 0 100 0,3 0-55 0,-1 0-22 16,-4 2 5-16,3 1 0 0,-2-1-28 0,0-1-32 16,0 4-9-16,-2-1 41 0,1 0-1 0,-4 1-55 15,2 1 28-15,0-1 8 0,-2 4 20 0,2-2-25 16,0 2 5-16,0-2 15 0,-1 3-14 0,1-2 8 15,0 1-19-15,-1 0 15 0,0 1 22 0,2-1 1 16,-3 0-17-16,2 1-2 0,-1-1 2 16,0 2 152-16,-1-1-176 0,-2 1 0 15,1 1 0-15,-2-1 0 0,3 0 0 0,-5 0 0 16,4 0 0-16,-3 0 0 0,1 3 0 0,-3-3 0 16,2 0 0-16,-1 1 0 0,0-1 0 0,0 0 0 15,-2-2 0-15,1 4 0 0,0-3 0 0,1 1 0 16,0 0 0-16,0-1 0 0,-3 2 0 0,3-1 0 15,-1 4 0-15,2-2 0 0,-4 2 0 0,3 0 0 16,-2-1 0-16,-1 2 0 16,2-1 0-16,0-2 0 0,-2 2 0 0,1-2 0 15,-2-2 0-15,3 4 0 0,-4-3 0 0,1-1 0 16,-1 1 0-16,1 0 0 0,0-1 0 0,0 3 0 16,0-3 0-16,-1 1 0 0,-1 0 0 0,3-1 0 15,-3 1 0-15,0-1 0 0,0 0 0 0,0 1 0 16,0-3 0-16,0 2 0 0,0-1 0 0,0 3 0 15,0-2 0-15,0 0 0 0,0 0 0 16,-3 2 0-16,0 2 0 0,-1-3 0 16,1 3 0-16,0 0 0 0,-4 0 0 0,3 2 0 15,-2 0 0-15,4 0 0 0,-5-2 0 0,1 2 0 16,1-2 0-16,-3 2 0 0,1 0 0 0,1-1 0 16,-3 1 0-16,1 2 0 0,1-2 0 0,0 0 0 15,-3 3 0-15,3-3 0 0,-3 3 0 0,2-2 0 16,-3 1 0-16,2 0 0 0,0 0 0 0,0-1 0 15,-2-1 0-15,1 2 0 0,1-4 0 0,-2 2 0 16,-1-2 0-16,-2-2 0 16,1 2 0-16,-2-1 0 0,0 0 0 0,-2-1 0 15,-2 3 0-15,0-4 0 0,-2 1 0 0,0-1 0 16,-2 1 0-16,4-4 0 0,-7 3 0 0,4-3 0 16,-3 1 0-16,0-5 0 0,2 3 0 0,0-3 0 15,0 1 0-15,1 2-228 0,1-3 108 0,2-1 47 16,3-1 30-16,2 2-284 0,3-5 151 0,0 0 72 15,6 0 35-15,2 0-469 0,3 0 252 0,0 0 119 16</inkml:trace>
  <inkml:trace contextRef="#ctx0" brushRef="#br0" timeOffset="26887.08">7983 9171 1776 0,'0'0'0'0,"0"0"0"0,0-3 0 0,-2 1 0 0,2 0 0 0,0 2 0 0,0 0 0 0,0-1 0 0,0-2 290 0,2 1-129 0,8 1 230 15,1 1-179-15,3 0-89 0,4 0-38 0,1 0 63 16,-1 0-58-16,3 0-29 0,-1 6 0 0,-1-1 62 16,0 4-37-16,-2-1-30 15,-2 1-1-15,-2 1-143 0,-4-1 61 0,-1 0 29 16,-2-1-261-16,-3 1 142 0,-1-3 75 0,0 2-401 16,-2-3 187-16,0 1 120 0,0-2 4 0,-7-3-281 15,-1 1 191-15,0-2 94 0,1 0 47 0,-2 0-172 16,5-7 102-16</inkml:trace>
  <inkml:trace contextRef="#ctx0" brushRef="#br0" timeOffset="27199.76">8309 8952 1100 0,'1'-2'0'0,"-1"0"0"0,0 0 0 0,0 0 0 0,0 1 0 0,0 0 0 0,0-2 250 15,0 1-108-15,0 2 377 0,0 0-243 0,0 0-114 16,0 0-68-16,-1 0 311 0,-4 7-186 0,2 10-93 15,-3 4-47-15,0 2 138 0,-1 9-97 0,-4 5-43 16,0 4-22-16,-3 7 199 0,0 2-254 0,0 5 0 16,-4 10 0-16,2-1 0 15,0 0 0-15,-2 3 0 0,1-5 0 0,4-9 0 16,-1 2 0-16,0-9 0 0,2-2 0 0,3-10 0 16,2 1 0-16,1-9 0 0,-2 1 0 0,4-6 0 15,1-5 0-15,-1-1 0 0,2-5 0 0,1-4 0 16,-1-1 0-16,0-3 0 0,2 0 0 0,-2-2 0 15,2 0 0-15,0 0 0 0,0 0 0 16,0 0 0-16,0 0 0 0,0 0 0 16,0 0 0-16,-2 0-286 0,2 0 139 0,0 0 62 15,0 0-522-15,0 0 288 0</inkml:trace>
  <inkml:trace contextRef="#ctx0" brushRef="#br0" timeOffset="28095.77">6091 6948 776 0,'-5'-5'0'0,"3"1"0"0,1 0 0 0,-2-2 0 0,3 1 0 0,0-1 0 0,0 1 0 0,0-1 0 0,0 0 181 0,6 1-73 0,4-1-38 16,0 2 68-16,4 3-52 16,-1-1-18-16,2 0-9 0,0 2 41 0,2 0-34 15,-1 0 0-15,3 0-4 0,-4 0-8 0,1 0-21 16,1 0-1-16,-2 0 9 0,-3 0-8 0,2 0 8 16,-3 0-8-16,2 0-21 0,-5 0 0 0,1 0 21 15,-4 0-39-15,1 0 9 0,-1 0 30 0,-2 0 0 16,-1 0-58-16,1 0 25 0,-2 4-15 0,-1 3 88 15,0 4-11-15,0 4-41 16,-4 3-6-16,-7 7 37 0,-2 2 0 0,-4 5-24 16,-1 7-2-16,-4-2 29 0,3 1-22 0,3-6-5 15,-4 2 27-15,5-2 8 0,-2-6-26 0,8-5-4 16,0-2 65-16,3-4-33 0,0-4 1 0,4-2-1 16,-1-1-9-16,3-4-23 0,0-1 0 0,0 0 37 15,0-2-38-15,0 1 9 0,8 0-8 0,5-2-3 16,1 0 3-16,4 0-1 0,0 0 1 0,1 0-28 15,2 0 27-15,-2 0 1 16,0-2-178-16,-3 0 86 0,-1 1 30 0,-3-2-336 16,-1 2 168-16,-2-1 95 0,-2 2 25 0,2 0-199 15,-6 0 122-15,2 0 52 0,-4 0 39 0,1 0-392 16,0 0 211-16,-2 0 106 0,0-9-286 0</inkml:trace>
  <inkml:trace contextRef="#ctx0" brushRef="#br0" timeOffset="28270.3">6104 7108 839 0,'-8'4'0'0,"3"-1"0"0,0 2 0 0,5-1 0 0,-2-3 0 0,2 1 0 0,0 2 407 0,0-1-191 0,13 3-92 0,10 0-46 16,2-3 304-16,6 1-175 0,3-1-79 0,4 0-52 16,4-3 65-16,-7 0-54 0,4 0-27 0,-1 0-117 15,-3 0 41-15,-1 2 24 0,0-1-483 16,-1 3 254-16,1 4 127 0,-4 1 72 0</inkml:trace>
  <inkml:trace contextRef="#ctx0" brushRef="#br0" timeOffset="29021.42">5851 9538 345 0,'-1'0'0'0,"-2"0"0"0,2 0 0 0,0 0 0 0,-4 0 41 0,3 0 117 0,-2 0-63 0,1 0-32 15,0 0 1-15,1 2 46 16,1 0-31-16,-1 1 108 0,2 1-77 16,0 4-39-16,0 3 0 0,0 0-38 0,0 3 104 15,0 0-56-15,0 3-24 0,2-1 79 0,1 1-51 0,6-2-26 16,0 1 43-16,0-1-38 16,2-3 0-16,1-1-31 0,0-2-1 0,5-4 1 0,-4 1 8 15,-1-4-44-15,3 0 0 0,-2-2 36 0,0 0-79 16,0 0 39-16,0-2 8 0,-3-9 32 15,-2 0 0-15,-1-4 0 0,-1-1-150 16,-2 0 68-16,-3-3-48 0,-1 1 41 0,0-3 28 0,0 2-1 16,-7 0 13-16,-7 0 9 0,1 4-22 15,-2 3-1-15,1 0 114 0,-3 5-46 0,0 2-25 0,-1 5 142 16,2 0-71 0,0 0-30-16,0 9-46 0,2 6 5 0,2-1 13 0,0 1-9 0,4 0 31 15,5 0-297-15,1 0 130 0,2-2 62 16,2 0-568-16,9-1 297 0</inkml:trace>
  <inkml:trace contextRef="#ctx0" brushRef="#br0" timeOffset="49475.65">15094 6738 678 0,'-7'-2'0'0,"3"0"0"0,0-1 0 0,1-3 0 0,0-2 0 0,3 1 109 0,0-4-38 0,0 0 0 15,0-3 98-15,0 1-73 0,8-2-31 0,1 0 30 16,4-2-31-16,2 0 0 0,0 0-23 0,4-1 17 15,0 2 0-15,1-1-25 0,1 4 0 0,0 4 32 16,-1-1 9-16,1 4-41 0,0 5 0 0,1 1 16 16,-1 0-17-16,-2 0 1 0,-1 13 29 15,2 7-9-15,-4 2-20 0,-2 4 40 16,-2 0-40-16,-1 2 8 0,-4-3 0 0,0 9-9 16,-3-7 1-16,-3 2 0 0,1-1-1 0,-2-6 30 15,0 9-8-15,-2-7-21 0,-7 1-1 0,-1-3 33 16,-4-1 0-16,-1-2-24 0,-4 0 20 0,0-5-28 15,-1 1 0-15,-3-4-42 0,0-3 21 0,1-3 9 16,0 1 12-16,-3-4-178 0,2-2 86 0,1 0 35 16,3 0 24-16,2 0-330 0,4 0 163 15,4-3 57-15,4-9 49 0,2 1-353 0,3-3 191 16,3-1 86-16,11-1 57 0,7-1-179 16</inkml:trace>
  <inkml:trace contextRef="#ctx0" brushRef="#br0" timeOffset="49721.6">15697 6541 646 0,'0'-15'0'0,"-2"2"0"0,-6 0 0 0,-1-1 0 0,-4 1 0 0,-2 2 324 0,0 3-150 0,0 3-71 16,-2 3 186-16,0 2-129 0,1 0-63 0,-4 12-24 15,-2 10 140-15,-1 8-90 0,3 2-45 0,1 5 47 16,4 3-47-16,5-7-14 0,5 7-8 0,5-2 139 15,0-1-82-15,5-1-40 0,11-5 0 0,5-1 19 16,2-1-34-16,2-3 0 0,3-5-25 0,4-1-194 16,-2-4 97-16,4-2 57 15,-2-2-500-15,0-5 242 0,-4-3 140 0,0-2-329 0,0-2 213 16,2 0 83-16,-3-9 66 0</inkml:trace>
  <inkml:trace contextRef="#ctx0" brushRef="#br0" timeOffset="49935.03">15990 6554 1646 0,'-13'0'0'0,"8"0"0"0,3 2 0 0,2-2 0 0,0 1 0 0,0 2 0 0,2 0 612 0,7-1-282 0,5 1-152 15,5 0-73-15,2-3 90 0,1 1-81 0,1-1-41 16,0 0 9-16,0 0-81 0,-3 2 32 0,-1-2-1 15,-3 3-391-15,0-3 196 0,-6 0 106 0,2 1 40 16,-3-1-613-16,-1 2 326 0,-5 1 69 0,-1 0-469 16</inkml:trace>
  <inkml:trace contextRef="#ctx0" brushRef="#br0" timeOffset="50099.66">15949 6832 901 0,'-9'6'0'0,"2"1"0"0,5-3 0 0,2-2 0 0,0-2 292 15,0 0-129-15,2 0-66 0,14 0-24 0,0-2 623 16,9-4-331-16,-3 1-167 0,5-1 250 0,-1 2-207 16,-4 0-96-16,3 3-61 0,-1-1-214 0,-3 2 82 15,-1 0 40-15,-2 0-678 16,-4 0 368-16,4 7 171 0,-6 3 90 0</inkml:trace>
  <inkml:trace contextRef="#ctx0" brushRef="#br0" timeOffset="52675.82">16600 6296 780 0,'-5'0'0'0,"-1"0"0"0,3 0 0 0,-2 0 0 0,1 0 0 0,1 0 0 0,1 0 0 0,0 0 0 0,2 0 197 0,0 0-82 0,0 0-42 16,0 0-19-16,0 0 105 0,0 0-66 0,0 0-31 16,2 0 77-16,2 0-53 0,3 0-27 0,-1 0 83 15,2 0-59-15,-1 0-25 0,-2 0 0 0,4 0 4 16,0 0 0-16,-2 0-21 0,0 0-8 0,2 0 52 15,-2 0-26-15,-2 0 0 0,3 0-18 0,-3 0 24 16,3 0 0-16,-2 0-32 0,-3 0 24 0,3 0 1 16,-3 0-17-16,4 0 20 15,-3 0 1-15,1 0-29 0,0 0 0 0,1 0 17 16,-1 0-9-16,4 0-9 0,-4 0 1 0,2 0 11 16,2-1-11-16,3-1-1 0,-3 0 9 0,2 2-33 15,1-2-1-15,3 1 26 0,-2 1-38 0,0 0 1 16,3-2 36-16,-2 2-43 0,2 0 16 0,2 0-1 15,-1 0 9-15,3 0-17 0,1 0 20 0,3 0 3 16,1 0-14-16,-1 0 21 0,4 0-15 16,0 0 4-16,2 0 0 0,2 0 53 15,4 0-23-15,0-6 0 0,7-1-20 0,-4 0 23 16,-1 0 12-16,7-2-36 0,0 4-21 0,0-4-1 16,0 6 174-16,1-3-176 0,-5 4 0 0,10-2 0 15,-7 3 0-15,2-1 0 0,0-2 0 0,0 1 0 16,-5-1 0-16,10-3 0 0,-6 4 0 0,2-2 0 15,-1-1-172-15,0 0 180 0,-7 3 156 0,8-2-348 16,-9 3 187-16,-1-1 2 0,1 1-4 0,-3 0-14 16,-1 1 15-16,-4 1 1 15,-2 0-2-15,-1 0-9 0,-3 0 9 0,-3 0 1 16,1 0-4-16,-1 0-10 0,-2 0 9 0,-2 0 3 16,0 0-32-16,-2 0 31 0,-2 0-2 0,-2 0-70 15,-2 0 32-15,0 0 0 0,-6 0 30 0,-1 0-167 16,0 0 70-16,0 0 46 0,-2 0 12 0,0 0-122 15,-9 0 68-15,-9 0 36 0,-1 3-8 0,-5 6-462 16,-4 3 253-16,-7 6 126 0</inkml:trace>
  <inkml:trace contextRef="#ctx0" brushRef="#br0" timeOffset="53424">16621 6395 670 0,'0'-6'0'16,"-2"5"0"-16,2-4 0 0,-3 3 0 0,-2-2 0 0,3 3 0 0,-1-2 0 0,1 1 0 0,0 1 157 0,-2 1-63 0,4 0-30 16,-1 0 30-16,-1 0-22 0,0 1-9 0,2 7-30 15,0 4 105-15,0-3-53 0,0 6-26 0,0 1 115 16,0 2-75-16,0 6-33 0,0 0 0 0,2 2 80 16,0 5-48-16,-1-1-37 0,3 3 1 0,0 0 13 15,-2 1-20-15,1-1-1 0,-1 3-26 0,3-1 4 16,-4-5 1-16,1 3-30 0,0-3 1 0,-2 0 28 15,0-6 9-15,0 6-37 0,0-9 28 0,0 3 1 16,0-3 0-16,0-4 16 16,-4-4-9-16,1-2-26 0,-4-1 15 0,2-6-23 15,-2 1-1-15,-2-5 19 0,0 0-63 0,-2 0 28 16,1-5 0-16,-2-7-65 0,-1-3 46 0,-3-6 20 16,4 4 3-16,-6-7-216 0,4-1 109 0,-2 4 37 15,3-2 33-15,1 4-141 0,-2 0 69 0,1 4 44 16,3 2 0-16,1 2 125 0,2 5-43 0,0 0-21 15,2 5 181-15,1-2-97 0,3 2-53 0,-1 1 109 16,0 0-73-16,0 0-12 0,0 9-29 0,2 4 158 16,-2 1-79-16,2 1-4 15,0-1-31-15,0 1 20 0,0 0-14 0,0-1-9 16,0 0-23-16,0 0-52 0,0-1 27 0,0-1-1 16,-1-1-137-16,-1 0 75 0,0-2 42 0,0 0-134 15,0-1 80-15,-1-1 19 0,0-2 2 0,1-2-262 16,2-1 142-16,-2-2 43 0,2 0 46 0,0 0-230 15,0 0 129-15,0 0 77 0,7 0 34 0,4-2-287 16,3-6 161-16</inkml:trace>
  <inkml:trace contextRef="#ctx0" brushRef="#br0" timeOffset="53685.05">16758 6591 667 0,'2'-8'0'0,"0"2"0"0,-2 3 0 0,0 1 0 0,0 1 224 0,0-2-95 0,0 3-48 16,0 0-25-16,0 0 401 0,0 6-217 0,0 10-104 16,0-2-51-16,0 9 250 15,1 2-151-15,1-3-68 0,0 10 91 0,3-4-87 16,-2 2-43-16,1-2-6 0,0 1-38 0,-3-5 8 16,3 6-8-16,0-4-38 0,-3-5 0 0,1 2 38 15,0-5-1-15,-2 2-173 0,0-6 83 0,0-2 45 16,0-3-315-16,0-2 168 0,0-3 38 0,0-2 54 15,0-2-331-15,0 0 183 16,0 0 92-16,0-10-322 0,0-4 207 0,0-3 94 0,2-5 61 16,4-1-147-16</inkml:trace>
  <inkml:trace contextRef="#ctx0" brushRef="#br0" timeOffset="53848.7">16864 6761 872 0,'0'-5'0'0,"0"2"0"0,0 1 0 0,0 2 0 0,0 0 0 0,0 0 0 0,0 0 455 16,2-2-210-16,8 2-107 0,3 0-52 0,5 0 192 15,-1 0-126-15,1 0-60 0,1 0-30 0,1 0 238 16,-1 0-133-16,0 0-59 0,-1 0-165 0,0 0 45 16,-4 2 22-16,2 3-404 0,-4-2 213 15,-4-1 116-15,2 1 44 0,-3-1-602 16,-2 2 264-16,1-3 172 0,-2 1 30 0</inkml:trace>
  <inkml:trace contextRef="#ctx0" brushRef="#br0" timeOffset="54035.2">17147 6623 1679 0,'0'0'0'0,"0"0"0"0,0 0 0 0,0 0 0 0,0 0 0 0,1 0 0 0,3 0 0 0,3 0 318 0,5 0-142 16,1 0-72-16,0 2 280 0,4 4-168 0,-1-2-95 16,4 1-45-16,-1 0-66 0,-3 2 22 0,1-1 1 15,0 1 8-15,-3 0-404 0,-4 3 198 0,2-1 98 16,-3-1-242-16,-3-1 171 0,-1 1 94 0,1-2-33 15,-3-3-640-15,2-1 343 0</inkml:trace>
  <inkml:trace contextRef="#ctx0" brushRef="#br0" timeOffset="54334.91">17473 6494 1124 0,'-2'-6'0'0,"2"4"0"0,-2 0 0 0,0 1 0 0,1-1 0 0,-1 2 0 0,2 0 555 15,0 0-262-15,-2 0-130 0,2 3-65 0,-4 10 107 16,1 8-79-16,-3 6-50 16,-4 2 269-16,-1 9-157 0,2 2-77 0,-5 1 117 15,5-3-90-15,-6 10-56 0,4-3-25 0,-2 1 37 16,-1 0 118-16,0 3-212 0,-2 2 0 0,2-2 0 16,-2 0 0-16,4-2 0 0,-2-2 0 0,5-10-167 15,0 3 143-15,-1-3-55 0,2-2 57 0,1-8-9 16,3-4 26-16,-1-4-244 0,1-3 117 0,0-3 34 15,2-6 40-15,-2 1-237 0,2-4 131 0,-1-2 65 16,1 0 25-16,0 0-190 0,-1 0 116 0,3 0 58 16,-2-8-287-16,2-3 173 15,0-2 77-15,0-4 52 0,2-5-159 0,7-3 100 16</inkml:trace>
  <inkml:trace contextRef="#ctx0" brushRef="#br0" timeOffset="54690.52">17593 6447 1426 0,'0'-16'0'0,"2"9"0"0,6 4 0 0,-1 0 0 0,3-2 0 0,0-1 0 0,4 3 0 0,3-3 300 0,0 3-133 0,2 0-67 0,3 0 120 15,1 2-97-15,0-2-46 0,-1 3-21 0,-4 0-40 16,0 0 17-16,-4 7 8 0,-2 5-8 0,-4-1-96 15,-5 2 48-15,-1 4 24 0,-2 2-108 0,0 0 74 16,-11 1 24-16,-4-1-70 0,-2 0 46 16,-2-3-8-16,0-1 0 0,3-1 54 15,-5-1-21-15,2-2-7 0,4-1-1 0,4-3 180 16,-1-1-84-16,5-1-36 0,3-5-10 0,0 2 217 16,4-2-115-16,0 2-43 0,0-2-8 0,4 0-22 15,11 0-8-15,0 0-30 0,2 0-11 0,2 0 11 16,0-4 0-16,-1 1-39 0,1-3 16 15,-2 2-1-15,0-1 24 0,-4 2-307 16,0 0 127-16,-2 1 88 0,1 0-8 0,-3 2-542 16,-1 0 288-16,-1 0 144 0,1 4-457 0</inkml:trace>
  <inkml:trace contextRef="#ctx0" brushRef="#br0" timeOffset="54879.93">17781 6886 2018 0,'-9'6'0'0,"3"1"0"0,3 0 0 0,1-4 0 0,0-3 0 0,2 0 0 0,0 0 0 0,0 0 389 0,11 0-170 0,6 0-97 15,1-2-45-15,3-6 273 0,-1 1-159 0,1 0-79 16,0 1-237-16,-2-1 76 0,0 0 40 0,0 2-576 16,-3 1 309-16,0 2 155 0,-3-1 84 0,2 1-301 15,-6 2 105-15,4 0 120 0</inkml:trace>
  <inkml:trace contextRef="#ctx0" brushRef="#br0" timeOffset="55302.99">18154 6597 1539 0,'-9'0'0'0,"8"0"0"0,1 0 0 0,0 0 0 0,0 0 0 0,3 0 0 0,13 0 0 0,2 0 438 0,7-1-203 0,1-2-101 15,0 0-50-15,1-1-26 16,-2 2 9-16,6 1-34 0,-5-2 0 0,-2 3-38 16,-3 0 0-16,0 0 38 0,-2 0-79 0,-4 0 35 15,-2 4 22-15,-4 2-57 0,-1 0 40 0,-4 1-1 16,-2 0 48-16,0 3 19 0,-2-1-46 0,0 2 2 16,-6 2-44-16,-6 2 203 0,-2 5-73 0,-6 2-44 15,2 2-8-15,-3 3 38 0,-2 1-16 0,-3 6-1 16,6-6-77-16,-5 4 16 0,1-2-1 0,1 2-33 15,5-6 28-15,2-4 1 0,5-3 105 16,-1-2-42-16,5-4-1 16,2-3 78-16,1-1-57 0,2-3-19 0,2-1-8 15,0-1-28-15,0 0 165 0,0 0-198 0,4-3 0 0,7 0 0 16,3 2 0-16,2-1 0 0,3-2 0 16,0 0 0-16,1 0 0 0,1 0 0 0,2 0 0 15,-5 0 0-15,1 0 0 0,-2 0 0 16,0 0-552-16,-6-2 281 0,1-1 130 0,-3 2 25 0,-2 0-428 0,-1-1 256 15,-2 0 128-15,-2 2 55 16,0-2-174-16,-2-2 123 0,0-2 62 0,0-1-426 0</inkml:trace>
  <inkml:trace contextRef="#ctx0" brushRef="#br0" timeOffset="55452.59">18202 6804 1450 0,'-7'2'0'0,"1"2"0"0,4 1 0 0,2 1 0 0,0-3 0 0,0 1 0 0,0 2 0 0,11-2 607 0,7-1-291 16,5 3-141-16,0-4-72 0,4 2 80 16,-3-1-75-16,-4 0-30 0,5-2-259 0,-1 1 107 15,1 0 54-15,-3-2-843 0</inkml:trace>
  <inkml:trace contextRef="#ctx0" brushRef="#br0" timeOffset="55752.78">18581 6413 1896 0,'8'-11'0'0,"7"6"0"0,2-3 0 0,-4 2 0 0,2 2 0 0,2 2 0 0,0 1 0 0,3 1 0 0,-1 0 184 0,-4 1-76 0,-1 11-26 16,-5 1-17-16,-2 3-8 0,-5 5-24 0,1-1-81 15,-3 0 40-15,0 1 0 0,-9-3 49 0,-3 2-101 16,-4-4 47-16,0-2 22 0,0 1 1 0,2-7 52 15,0 0 9-15,1-3-74 16,2 0 237-16,3-4-110 0,3-1-47 0,1 0 97 16,2 0-61-16,2 0-45 0,0 0 0 0,0 0 108 15,7 0-71-15,11 0-37 16,0 0 9-16,3-1-82 0,2-4 37 0,-1 1 1 0,-2 3 0 0,3-1-315 16,-4 1 165-16,0 1 71 0,0 0-695 0,-3 0 334 15,0 0 196-15,-4 4-293 0</inkml:trace>
  <inkml:trace contextRef="#ctx0" brushRef="#br0" timeOffset="55919.34">19163 7101 2750 0,'0'0'0'0,"2"0"0"0,0 0 0 0,-2 0 0 0,0 1 0 0,0-1 0 0,0 2 0 0,0-2 10 0,0 0 31 0,0 0-8 0,0 0 0 0</inkml:trace>
  <inkml:trace contextRef="#ctx0" brushRef="#br0" timeOffset="62633.86">10075 7882 669 0,'-7'-2'0'0,"1"-1"0"0,1 3 0 0,2 0 0 0,0 0 0 0,1 0 0 0,2 0 440 0,0 0-203 0,0 6-102 16,0 6-43-16,0 1 92 15,2 4-76-15,8 5-38 0,-1 1 18 0,0 3-27 16,1-1 7-16,-1 5-35 0,0-2 40 0,-2 2 0 16,1-4-40-16,-4 0-69 0,2-1 43 0,-1 3-9 15,-3-9 35-15,2 2-178 0,-3-3 89 16,1-3 39-16,1-3 33 0,-3-5-298 0,0-1 142 0,0-4 36 16,0-2-98-16,0 0 62 0,-5-8 46 15,0-15-242-15,1-3 152 0,1-7 76 16</inkml:trace>
  <inkml:trace contextRef="#ctx0" brushRef="#br0" timeOffset="62903.44">10010 7829 1031 0,'-20'-19'0'0,"6"8"0"0,-4 2 0 0,4 0 0 0,0 2 0 0,5 0 0 0,2 1 135 0,1 1-51 0,6 0 419 16,0-3-239-16,8-2-115 0,14-1-59 0,8 0 232 16,2 3-144-16,6 1-65 0,-1 2-44 0,10 4 98 15,-5 1-68-15,-1 4-33 16,-1 11-73-16,-8 2 48 0,5 10-9 0,-11-5-59 15,1 7 30-15,-5 9 0 0,-9 0 30 0,-5 0-105 16,-3 10 48-16,-5-3 28 0,0 2 1 0,-4 2-78 16,-10-2 46-16,-2-6-12 0,-6 8 22 15,-2-10 56-15,3-8-41 0,-7-2-18 0,-1-6-7 0,1-3 22 16,0-6 2-16,0-5-62 0,6-4 30 0,-1-2 10 16,0-3 24-16,5 0-270 0,2 0 130 15,6 0 50-15,0 0 36 0,4-2-329 16,4-2 176-16,2-3 79 0,0-2 52 0,8 0-367 15,9 0 206-15,-1 0 103 0</inkml:trace>
  <inkml:trace contextRef="#ctx0" brushRef="#br0" timeOffset="63203.74">10447 8165 997 0,'0'0'0'16,"0"0"0"-16,-2 0 0 0,-2 0 0 0,3 0 0 0,-1 0 0 0,2 0 715 0,0 9-332 0,0 1-180 15,0 1-85-15,7 1 267 0,5 1-176 0,-3 0-88 16,4 3 20-16,1-3-58 0,-4-1-25 0,3-1-231 15,-1 3 103-15,-3-3 51 0,0-3 35 0,1 1-480 16,-2-2 249-16,-3-1 123 0,1-3 51 0,0 0-322 16,-2-3 87-16,-1 0 125 0,1 0 60 0,0-4-377 15,-1-11 218-15</inkml:trace>
  <inkml:trace contextRef="#ctx0" brushRef="#br0" timeOffset="63417.75">10667 8076 1385 0,'1'-13'0'0,"1"3"0"0,1 4 0 0,-3 1 0 0,0 1 0 0,0 2 0 0,0-1 0 0,0 3 0 0,0 0 292 16,0 0-130-16,0 9 298 0,0 6-213 0,-10 9-107 16,1 2-46-16,-7 12 187 0,2 3-125 0,-4 2-61 15,0 5-31-15,-1 2 20 0,3 0-18 0,-3 1-8 16,1-4-25-16,4 0-28 0,-1-4 0 0,1-1 28 16,3-9-204-16,0 1 98 0,0-2 52 15,3-6-295-15,0-5 145 0,3-4 94 16,1-6-13-16,2-3-382 0,0-4 220 0,2-3 110 15,0-1 54-15,0 0-326 0,0-4 182 0,2-8 104 16,7-9 48-16</inkml:trace>
  <inkml:trace contextRef="#ctx0" brushRef="#br0" timeOffset="63853.68">10780 8181 1392 0,'1'-7'0'0,"1"2"0"0,4 3 0 0,0 0 0 0,1-2 0 0,2 2 0 0,4 0 0 0,3 1 456 16,1 1-211-16,1-2-107 0,9 0-52 0,-6 0 91 16,7 0-76-16,-3 0-34 0,0-1 0 0,-2 2-57 15,5-5-1-15,-10 3 32 0,3 2-93 0,-2-2 43 16,-2 1 20-16,-5 1-100 0,-1-1 61 16,-6 2 39-16,1 0-9 0,-5 0-44 15,2 2 30-15,-3 7-18 0,0 4 0 0,-8 2 261 16,-3 4-111-16,-3 3-55 0,0 3-27 0,-1 2 218 15,-4 2-111-15,2 4-48 0,0-2 1 0,0 6-32 16,-1-1-1-16,2-5-22 0,2 3-10 0,-2-2 8 16,2-5-9-16,2-1-27 0,3-5 0 0,0-2 27 15,3-4 1-15,0-3-32 0,2-1 167 16,0-4-168-16,4-1 0 0,0-4 0 0,0 2 0 0,0-2 0 16,0-1 0-16,0-1 0 0,8 0 0 15,4 0 0-15,0 0 0 0,4 0 0 16,0 0 0-16,3 0 0 0,-2-1 0 0,2-3 0 15,-3-2 0-15,2 2 0 0,-3 1 0 0,0 1 0 16,-6 0 0-16,3 0-419 0,-3 0 229 0,-2 2 62 16,-2 0-155-16,2 0 125 0,-3 0 62 0,-3 0-410 15,1 0 237-15,0 0 110 0,-2 0 67 0,0 0-411 16,0-2 235-16,-2-2 118 0,-7-3 59 0</inkml:trace>
  <inkml:trace contextRef="#ctx0" brushRef="#br0" timeOffset="64027.28">10884 8464 1559 0,'-20'-4'0'0,"3"2"0"0,1 1 0 15,0-3 0-15,7 0 0 0,0 2 0 0,1 0 0 0,4 0 0 0,4 1 0 0,0-2 571 0,0 2-262 0,12 1-142 0,6 0 278 0,5 0-207 16,2 0-102-16,1 0 17 0,-2 0-52 0,8 0-38 16,-6 4 0-16,2-3-180 0,-1 1 75 0,-3 0 37 15,-4 0 9-15,3 0-497 16,-4 1 264-16,-2 1 130 0,-2 0 66 0,-6-2-869 15,3 3 427-15</inkml:trace>
  <inkml:trace contextRef="#ctx0" brushRef="#br0" timeOffset="64285.6">11565 7908 1856 0,'0'-11'0'0,"0"7"0"0,0 3 0 0,0-2 0 0,0 0 0 0,0 2 0 0,0-1 0 0,2 1 410 0,2-1-192 16,1-1-93-16,1 0 34 0,-1 0-64 0,-1 1-30 0,2 0 7 0,-2 0-183 16,-1 0 72-16,1 2 35 0,0 0 1 15,-3 0-256-15,1 0 154 0,0 0 65 16,-2 0-258-16,0 0 158 0,0 0 22 0,0 0-430 15,-7 9 250-15,-2 1 136 0</inkml:trace>
  <inkml:trace contextRef="#ctx0" brushRef="#br0" timeOffset="64525.06">11599 8296 1275 0,'0'0'0'0,"0"0"0"0,0 0 0 0,0 0 0 0,0 3 257 0,0-2-113 0,0 1-55 16,0 0-28-16,2 0 696 0,0 0-366 16,1 0-180-16,-1 0 235 0,2-2-207 15,-3 2-14-15,1-2-443 0,0 0 169 0,0 0 41 16,-2 0-1-16,0 1-790 0,0 4 416 0,0 4 216 15</inkml:trace>
  <inkml:trace contextRef="#ctx0" brushRef="#br0" timeOffset="69510.88">12290 8038 946 0,'-9'-6'0'0,"3"4"0"0,2 2 0 0,2 0 0 0,2 0 0 0,-2 0 0 0,2 0 0 0,0 0 332 0,0 0-149 0,0 3-76 16,8 6 127-16,3 0-93 0,2 3-58 0,2 1 5 16,0-1-28-16,6 4 0 0,-7 0-27 0,6-1-90 15,-3 0 41-15,-1 2 24 16,2-2 1-16,-4 0-228 0,0-2 125 0,-3 1 68 16,-2-5 24-16,-1 0-250 0,-2-2 125 0,-1-2 62 15,-1-3-372-15,-1-2 195 0,-1 0 108 0,4-5-162 16</inkml:trace>
  <inkml:trace contextRef="#ctx0" brushRef="#br0" timeOffset="69732.88">12592 7920 793 0,'0'-8'0'0,"0"4"0"0,0 2 0 0,0 0 0 0,0 2 0 0,0 0 0 0,0 0 431 16,0 0-203-16,-2 8-97 0,2 11-50 0,-1 3 256 15,-5 6-153-15,2 6-67 0,-4 9-46 0,1 3 86 16,-2 7-61-16,-5 10-32 0,3-3 98 0,-1-8-56 15,-2 16-41-15,3-8-5 0,-1 0 1 0,3-8-29 16,-2 5 1-16,-3-1-141 0,3-1 66 0,0-5 37 16,0-4 0-16,5-11-252 15,1-6 151-15,1-5 16 0,4-11-385 0,0-4 207 16,0-3 117-16,0-6 60 0,4-2-162 0,8-24 114 16,4-8 53-16,2-5-329 0</inkml:trace>
  <inkml:trace contextRef="#ctx0" brushRef="#br0" timeOffset="70050.3">12805 7784 1778 0,'0'-21'0'0,"0"12"0"0,1 1 0 0,1 1 0 0,4-3 0 0,-1 3 0 0,5-1 0 0,-1 3 0 0,0 0 221 0,7 4-95 0,-3 0-5 15,2 1-36-15,2 0-31 0,-4 2 1 0,0 13-88 16,-4-1 33-16,-1 4 0 0,-4 2 41 0,-2 3-170 15,-2 3 81-15,0-4 40 0,0-3 1 0,-12 2-98 16,1-1 78-16,-5-2-20 0,0-4-10 0,-1-1 3 16,-1 0 23-16,0-1 129 15,0-3-58-15,3-1-29 0,0-1-1 0,7-2 110 16,0-2-62-16,3-1-16 0,3-1 1 0,2-1 223 16,0 0-118-16,0 0-51 0,4 0-32 0,11 0-49 15,4 0 25-15,3 0-8 0,5-1-83 0,-4-1 42 16,6-1 20-16,-1-2-376 0,-5 4 203 0,1-1 77 15,1-1 52-15,-3 3-319 0,-1 0 170 0,-2 0 35 16,-3 6 52-16,-2 4-459 0</inkml:trace>
  <inkml:trace contextRef="#ctx0" brushRef="#br0" timeOffset="70255.14">12998 8186 1987 0,'-13'6'0'0,"3"-1"0"0,5-1 0 0,-1-4 0 0,4 2 0 0,0-2 0 0,2 0 0 0,0 0 0 0,11 0 301 0,12 0-134 0,-2 0 296 16,6-2-219-16,0 1-105 0,1-6-54 0,0 4 8 16,-1-1-31-16,-4 2 9 0,1 0-39 0,0 1-144 15,-3-2 72-15,0 3 37 16,-3 0-1-16,-4 0-378 0,-3 0 203 0,0 0 106 16,-3 4-633-16,-3 0 340 0,-1 0 152 0,-2-2-294 15,0-2 242-15,-2 0 117 0,0 0 58 0</inkml:trace>
  <inkml:trace contextRef="#ctx0" brushRef="#br0" timeOffset="70431.66">13186 7980 793 0,'-13'-5'0'0,"3"4"0"0,1-1 0 0,0 2 0 0,3 0 0 0,1 0 484 16,4 0-226-16,1 0-104 0,0 5-65 0,0 8 132 16,0 3-94-16,4 2-47 0,4 7-23 0,-5 3 262 15,1 2-147-15,-1 5-70 0,-1-1-34 0,0 2 2 16,0 2-37-16,-2 2-293 0,2-3 142 0,0 0 75 15,0-3 38-15,0-2-482 0,4-9 239 0,-3-4 139 16,5-3-18-16,1-8-259 0,4-8 176 0</inkml:trace>
  <inkml:trace contextRef="#ctx0" brushRef="#br0" timeOffset="70850.56">13552 7849 1690 0,'5'-3'0'0,"5"1"0"0,3 0 0 0,2 2 0 0,0 0 0 0,0 0 0 0,2 0 0 0,-1 0 263 0,7 0-115 0,0 0-58 0,0 0 146 16,-1 0-94-16,1 0-59 0,-1 0-25 0,-1 2-52 15,-1-2-1-15,-1 2 27 16,0 1 9-16,-4-2-51 0,-4-1 21 0,-1 2 0 16,-3 0-51-16,-1 0 37 0,-4 1 8 0,0-1-12 15,-1 4 0-15,-1 1 40 0,0 4-41 0,-3 1 89 16,-6 5-39-16,-5 1-18 0,-1 4-12 0,0 5 48 15,0-1-17-15,-4 3 0 0,3 1 0 0,-3 1-2 16,0 4-13-16,-3 0 0 0,1-1 28 0,0 0-55 16,1-4 17-16,-3 1 19 0,2 0-11 15,1-4 5-15,2-2-7 0,6-6 93 16,0 0-37-16,3-4-27 0,5-5-1 0,1-1 77 16,3-2-48-16,0 1 85 0,0-3-166 0,3 1 0 15,10-2 0-15,2 0 0 0,6-1 0 0,3 1 0 16,-3-2 0-16,7 1 0 0,-3-1 0 0,1 2 0 15,-2-3 0-15,-3 5 0 0,4-5 0 0,-4 3 0 16,-3 0 0-16,-1-1-429 0,-2 1 222 16,-6-3 70-16,1 1 51 0,-3 1-365 15,-1-3 208-15,-1 0 106 0,-1 0-142 0,-2 0 124 16,0 0 52-16,-2-6 40 0,0-7-367 0,0-4 199 16</inkml:trace>
  <inkml:trace contextRef="#ctx0" brushRef="#br0" timeOffset="71021.08">13580 8145 1094 0,'-15'0'0'0,"4"0"0"0,3 1 0 0,3-1 0 0,3 2 0 0,2 2 0 0,0 0 563 0,0 3-266 0,13 1-124 16,8-1-74-16,1 3 367 0,4-3-217 0,4 2-108 16,2-1-148-16,0 1 48 0,0-1-8 0,0-1-244 15,0 3 122-15,-2-5 61 0,-2 3 30 0,-5-2-649 16,0-2 335-16,-5-2 173 0</inkml:trace>
  <inkml:trace contextRef="#ctx0" brushRef="#br0" timeOffset="71318.86">14078 7691 1493 0,'2'-20'0'0,"3"9"0"0,9 4 0 0,-2-1 0 16,2 2 0-16,-3 0 0 0,5 5 227 0,-6-1-101 0,5 2 68 0,2 0-80 0,-2 3-41 15,2 9 0-15,-4 3-8 0,1 6-32 0,-5 1-1 16,-4 1 1-16,-3 4-159 0,-2-2 79 16,0-2 48-16,-4 5-8 0,-8-5-129 0,0-6 84 15,-3 0 43-15,0-1-64 0,0-3 18 16,-2-3 30-16,4-3 196 0,0 0-87 0,3-6-57 16,1 1-1-16,4-2 156 0,1 0-77 0,2 0-49 15,1 0-23-15,1 0 301 0,0 0-151 0,0 0-67 16,10 0-45-16,7 0-8 0,6-2-1 0,-1-2-29 15,3 0-179-15,-3 1 98 0,6-1 36 0,-1 0-541 16,-3 3 273-16,4-1 149 0,-1-1 75 0,3 2-408 16,-2 1 213-16,2 0 109 0</inkml:trace>
  <inkml:trace contextRef="#ctx0" brushRef="#br0" timeOffset="71595">14765 7808 1789 0,'6'0'0'0,"2"0"0"0,-5 0 0 0,-1 0 0 0,-2 2 0 0,0 4 0 0,0 3 0 0,-5 4 0 0,-6 5 0 0,-5 3 131 0,-3 4-49 0,-5 5 53 0,0 0-51 0,-3 1-26 15,3-7 9-15,-3 4-30 16,4-2-4-16,-4-3 0 0,4 0-1 0,4-8 68 16,3-1-26-16,2-4-8 0,7-3-33 0,1-1 144 15,3-4-72-15,1 1 118 0,2-3-86 0,0 1-57 16,0-1-24-16,9 1 68 0,7-1-45 0,2 0-24 15,4 0 9-15,5 0-61 16,-1 0 1-16,3 0 29 0,-2 0-1 0,-1 2-108 0,-3 2 62 0,0 0 19 16,-1 0 1-16,-1 1-468 15,-2 1 202-15,-1 0-558 0,-2 1 384 0,-4 0 205 16,-2 3 98-16,-2 1-497 0</inkml:trace>
  <inkml:trace contextRef="#ctx0" brushRef="#br0" timeOffset="71779.5">14527 8346 665 0,'-21'1'168'0,"2"6"-83"0,4-3-43 16,6-2-21-16,1 1 562 0,3-3-275 0,5 1-137 0,0 3-70 15,5 2 398-15,18 1-225 16,5-1 6-16,4 2-123 0,3 1-63 0,1-2-30 16,4 1-2-16,-1-1-153 0,-1 3 57 15,-1-3 33-15,-3 1 1 0,0-1-531 0,-2-3 291 16,-2 3 132-16,-8-5-610 15,1 4 300-15,-4-2 200 0</inkml:trace>
  <inkml:trace contextRef="#ctx0" brushRef="#br0" timeOffset="72000.92">15188 7675 2065 0,'0'-22'0'0,"0"16"0"0,2 4 0 0,-1 0 0 0,1 2 0 0,0 0 0 0,4 0 0 0,0 13 585 0,-2 6-276 16,1 8-138-16,-1 13-70 0,-3 6 199 0,1 8-126 16,-2 16-75-16,0-2-40 15,0 1-1-15,0 4 116 0,0 0-174 0,0 3 0 0,0-1 0 0,0-2 0 0,0-4 0 16,0-5-502-16,0-12 319 16,0 7 117-16,0-2 45 0,0 1-755 0,0 6 372 15,-5-4-403-15,-2-1 388 0</inkml:trace>
  <inkml:trace contextRef="#ctx0" brushRef="#br0" timeOffset="72200.38">15825 8815 2745 0,'-9'-30'0'0,"9"26"0"0,9 2 0 0,0 1 0 0,-7-1 0 0,-1 0 196 0,-1 0-74 16,0 2 37-16,0 0-63 0,2-2-31 0,0 0-1 0,0 0-369 15,4-1 177-15</inkml:trace>
  <inkml:trace contextRef="#ctx0" brushRef="#br0" timeOffset="77059.17">10618 9367 520 0,'0'-2'0'0,"-2"0"0"0,2 0 0 0,0 2 0 0,0 0 0 0,0 0 0 15,-1 0 255-15,1 0-112 0,0 0-55 0,0 0-19 0,0 0 58 16,0 0-48-16,0 0-23 0,0 8 1 0,1 5 61 16,1 2-47-16,6 7 1 0,-3 5 0 0,2 5-1 15,0 9-38-15,-2-3 88 0,1 15-49 0,-3-1 1 16,1 3-40-16,-2 1 34 15,0 0-1-15,-1 2-25 0,1-2-8 0,3-4-13 16,-2-1 12-16,1-15 1 0,0 3 0 0,-2-10 5 16,1 0-6-16,1-5 1 0,-2-5 0 0,-1-8 30 15,1-4-30-15,-2-3 33 0,0 0-8 0,0-4-25 16,0 0 0-16,0 0 59 0,0-2-29 0,0-7 7 16,-3-6-37-16,-3 0-93 0,-1-4 46 0,1-2 24 15,-4-3-1-15,3 4-196 0,-4-7 101 0,-1 4 43 16,0 1-107-16,1 5 59 15,-5-2 46-15,0 6-173 0,-2 1 99 0,-1 5 25 16,1 3 31-16,-1 3 73 0,-6 1-21 0,7 0-8 16,-7 12-14-16,1 4 166 0,2 4-83 0,-1 7-41 15,0 1-21-15,2-1 269 0,5 4-131 0,1-1-32 16,5-2 142-16,3 0-85 0,5 1-59 0,2-7 5 16,0 1-37-16,0-1 0 0,11-5-27 0,5 0-48 15,4-4 23-15,1-3 9 0,5-5 16 0,3-1-258 16,1-4 129-16,3 0 64 15,1 0 33-15,-2-9-523 0,3-5 219 0,-1-1 137 16,0-4-345-16,0 1 239 0,-3-1 120 0,3 0-132 16,3-3 129-16</inkml:trace>
  <inkml:trace contextRef="#ctx0" brushRef="#br0" timeOffset="77475.66">11270 9831 791 0,'5'-15'0'0,"-1"0"0"0,0 2 0 0,-3 0 0 0,-1-4 0 0,0 2 0 0,0 0 0 0,0-2 260 16,0 0-113-16,-1 1-57 0,-5-2 61 0,3-2-60 15,-3-1-21-15,-3-2-60 0,1 1-1 0,-3-1 24 16,0 0 0-16,-5 1-34 0,4 6 9 0,-6 4 25 16,2 2 0-16,-3 7-51 0,-6 3 25 0,2 0 0 15,2 3 34-15,-6 14 23 0,4 4-37 0,-1 2-4 16,2-1 174-16,3 3-82 0,4-5-31 15,1 3 117-15,5-2-84 0,4-3-42 16,5 2-21-16,0-4 37 0,0 1-21 0,13 1-9 16,4-1-28-16,3 0 43 0,5 1-22 0,1-4 0 15,2 3-13-15,-1 0 31 0,1 2-39 0,-4 0-1 16,0 3-52-16,-3 2 26 0,-4 3 8 0,-2 3-44 16,-2 0 32-16,-5 2 0 0,-4-1 24 0,-2 4-34 15,-2-4 10-15,0 2-6 0,-6-5-4 0,-8-2 26 16,-2-3-20-16,-3-6 14 0,0-5-20 15,-8 0 57-15,2-5-3 0,-2-4-35 16,-1 0-49-16,-2-3 24 0,0 0 9 0,-2-3-322 16,2-7 157-16,4-6 81 0,3-2 31 0,5-3-411 15,6 1 210-15,4-9 117 0,8-1 54 0,0 1-162 16,8-3 109-16,14-4 54 0,-1 6 19 0</inkml:trace>
  <inkml:trace contextRef="#ctx0" brushRef="#br0" timeOffset="77669.11">11469 9615 1906 0,'6'0'0'0,"-1"0"0"0,3 0 0 0,-1 0 0 0,0 0 0 0,2 0 0 0,1 0 0 0,4 0 0 0,1 0 555 0,4 0-266 0,1-4-127 16,1 0-65-16,2 3 102 0,3-3-83 0,-4 2-34 15,3 2-28-15,1 0-59 0,-5 0 0 0,1 0-315 16,-3 0 177-16,0 2 96 0,-3 2 36 0,0 1-640 15,-5 1 336-15,-4 1 168 16,0 0-31-16,-4 4-529 0</inkml:trace>
  <inkml:trace contextRef="#ctx0" brushRef="#br0" timeOffset="77824.89">11535 9961 931 0,'-12'13'0'0,"5"-2"0"16,5 2 0-16,0-5 0 0,2-3 0 0,0 1 609 0,6 0-288 0,11-3-136 0,9-1 225 0,2-2-189 15,4 0-94-15,1 0-47 16,4 0 381-16,-3 0-207 0,-1-2-114 0,-1 2-304 16,-3-1 98-16,-8 1 49 0,4 0 25 0,-4 0-856 15,-2 0 437-15</inkml:trace>
  <inkml:trace contextRef="#ctx0" brushRef="#br0" timeOffset="79516.37">12511 9262 1183 0,'0'0'0'0,"0"0"0"0,-2 0 0 0,0-2 0 0,2 2 0 0,0 0 0 0,0-2 0 0,0 2 0 0,0 0 87 0,0 0-27 0,0 0 90 16,0 0-50-16,0 0-38 0,0 0 0 0,0 0 47 15,0-1-39-15,2-1 1 0,2 0-30 16,4 2 32-16,-2-2 0 0,-1 2-40 15,2-2 34-15,-1 0 1 0,0 2-27 0,0-2 13 16,-1 2-10-16,1-2-11 0,-3 2 0 0,3 0 19 16,-3-1-11-16,4 1-9 0,-2 0 1 0,3 0-5 15,-3 0 5-15,3 0-1 0,0 0 9 0,1 0-20 16,0 0 11-16,3 0 1 0,-5 0-29 0,6 0 29 16,-3 0 8-16,1 0-13 0,-2 0-22 0,3 0-5 15,-2 0 28-15,4 0-5 0,-1-3 10 16,0 2-10-16,2-1 2 0,0 0 21 15,2 0-21-15,-2-2 0 0,4 2 6 0,-2 0-17 16,1 0 12-16,0 1 0 0,0-1-2 0,1 2 4 16,2 0 5-16,-3 0-5 0,3 0-35 0,2 0 32 15,1 0 0-15,2 0 25 0,-1 0 7 0,3 0-33 16,0 0 2-16,2 0 23 0,0 0 0 0,2 0-19 16,2 0 5-16,-2 0 29 0,2 0 132 0,-3 0-197 15,0 0 0-15,-3 0 0 0,-4 0 0 16,6 0 0-16,-3 0 0 0,-1 0 0 15,2 0 0-15,-2 2 0 0,-1-2 0 0,5 1 0 16,-2-1 0-16,0 2 0 0,-1-2 0 0,1 2 0 16,-2-2 0-16,6 0 0 0,-2 0 0 0,2 2 0 15,-2-2 0-15,2 0 0 0,0 0 0 0,0 0 0 16,0 0 0-16,2 0 0 0,-1 0 0 0,1 0 0 16,-2 0 0-16,3 0 0 0,-3-2 0 15,2 0 0-15,0 0 0 0,-2 1 0 0,1-1 0 0,-2 0 0 16,1 0 0-16,0 2 0 0,2 0 0 15,-2 0 0-15,2 0 0 0,-1 0 0 16,1 0 0-16,0 0 0 0,-1 0 0 0,1 0 0 16,0 0 0-16,2 0 0 0,2 0 0 0,-1 0 0 15,0-2 0-15,1 1 0 0,2-1 0 0,3-2 0 16,-4 2 0-16,-3 0 0 0,2 0 0 0,-1 2 0 16,-1 0 0-16,-1 0 0 0,-1 0 0 15,2 0 0-15,-2 0 0 0,0 0 0 16,0 0 0-16,1 0 0 0,1 0 0 0,-3 0 0 15,3 0 0-15,-1 0 0 0,0 0 0 0,1 0 0 16,-1 0 0-16,-1 0 0 0,1 0-257 0,1 0 194 16,0 0 20-16,0 2-65 0,-1 0 43 0,1 0 14 15,-2-2 1-15,-1 1-26 0,-1-1 7 0,-2 0 36 16,-1 0 0-16,-8 0-68 0,0 3 35 0,-3-3-9 16,-4 0 42-16,-4 2-147 0,-2-2 74 0,-5 1 36 15,1-1-310-15,-4 2 165 0,0 0 95 0,-4 2-488 16,-8-1 288-16</inkml:trace>
  <inkml:trace contextRef="#ctx0" brushRef="#br0" timeOffset="80352.92">12489 9344 193 0,'-4'-8'0'0,"-2"0"0"0,3 2 0 0,-1 1 0 0,-1-2 0 0,-1 0 224 0,1 1-95 0,4 3-48 0,-3-3-24 0,2 3 134 15,2-3-70-15,-2 2-49 0,2 1 1 0,0 2 22 16,0-1-31-16,0 2 0 15,0 0 97-15,0 0-69 0,0 3-29 0,-1 15 42 16,1 6-36-16,0 2 8 0,0 9-44 0,0 8 73 16,0 0-37-16,0 6 1 0,0 2-37 0,0 5 65 15,1 8-36-15,3-2 0 0,0 0-30 0,-3 1 26 16,4 1-25-16,-1-7 7 0,-2 1-46 0,1-6 39 16,1-5 0-16,-1-9 0 0,1-3 0 0,-2-4 8 15,1 0-8-15,0-9 16 0,-1-4-16 16,-2-1 0-16,0-8-1 0,0-1-12 15,0-5-8-15,0 0 14 0,-6-3 5 0,-5 0-33 16,0 0 32-16,-3-6 9 0,0-7-135 0,-6-6 57 16,4-1 31-16,-3-3-222 0,0-3 116 0,-1-3 43 15,1 3 34-15,-1 0-171 0,2 3 91 0,3 6 27 16,-2 2 28-16,2 3 45 0,-2 5 8 0,2 4-24 16,2 3 0-16,-2 0 122 0,0 2-61 0,1 13-38 15,3 0 63-15,1 1-30 16,-2 9-26-16,4-2 147 0,1 1-75 0,2-3-12 15,-1 6-27-15,2-6 8 0,2 2 1 0,0-5 1 16,2 2-20-16,0-4-219 0,0 0 103 0,0-6 47 16,0 0 28-16,0-4-342 0,0-2 171 0,0-1 50 15,2-1-103-15,4-2 106 0,2 0 53 0,1 0-227 16,1-5 140-16,4-7 62 0,3-6 43 0</inkml:trace>
  <inkml:trace contextRef="#ctx0" brushRef="#br0" timeOffset="80655">12785 9598 860 0,'0'-2'0'0,"0"0"0"0,0 2 0 0,0 0 0 0,0 0 0 0,0 0 0 0,-1 0 120 0,-1 0-47 0,2 0-1 0,0 0 165 0,0 2-103 0,0 8-50 16,0 3-17-16,0 5 146 15,3 7-90-15,3 3-45 0,0 4 116 0,-2 4-81 16,0 1-31-16,-3 7-9 0,1-3-1 0,0 2 1 16,-2-2-40-16,0 2-12 0,0-3 20 0,0 5-8 15,0-9-1-15,0 1-78 0,0-3 40 0,0-2-1 16,0-7 48-16,0-3-156 0,0-3 55 0,0-6 44 16,0-4-17-16,0-3-274 0,0-2 120 0,0-4 87 15,0 0-287-15,2-4 177 0,3-15 89 16,3-4-127-16,0-3 100 0,-1-2 61 15,0-2 27-15,-1-2-276 0</inkml:trace>
  <inkml:trace contextRef="#ctx0" brushRef="#br0" timeOffset="80834.92">12885 9932 1064 0,'2'-11'0'0,"-1"3"0"0,2 3 0 0,-1 2 0 0,2 1 0 0,3 0 0 0,2 2 0 0,3 0 233 0,2 0-101 0,4 2-49 0,2 3-17 0,4 0 371 15,1 3-203-15,1-1-100 0,1-3-51 0,-1 0 225 16,-2 0-129-16,4-1-78 15,-1-1-68-15,-3 0-1 0,-1 0 1 0,-3-2 0 16,-3 0-302-16,0 0 146 0,-7 0 79 0,-1 0-205 16,-2 0 140-16,-3 0 72 0,-2 0-24 0,0 0-592 15,-2 0 310-15,0-7 155 0,0-4 78 0</inkml:trace>
  <inkml:trace contextRef="#ctx0" brushRef="#br0" timeOffset="81034.63">13163 9555 1644 0,'-8'-8'0'0,"3"4"0"0,1 3 0 0,-1-1 0 0,3 0 0 0,-3 2 0 0,4 0 0 0,1 5 0 0,0 16 239 0,0 4-103 15,0 5-52-15,0 9 281 0,0 4-167 0,-2-4-74 16,-2 16-49-16,2-6 63 0,-1 2-52 0,-1-3-27 16,0 3-11-16,1-9-7 0,1 10-9 0,0-8 1 15,2-9-277-15,0 3 138 0,0-6 70 16,0-6-507-16,0 0 244 0,0-5 157 15,0-5 3-15,0-2-503 0,0-5 305 0</inkml:trace>
  <inkml:trace contextRef="#ctx0" brushRef="#br0" timeOffset="81818.92">13556 9839 343 0,'-6'0'0'0,"1"0"0"0,-1 0 0 0,3 0 0 0,-4 0 66 15,0-2 0-15,3-2-34 0,-3-1 9 16,3-1 98-16,0-2-53 0,0 1-26 0,2-1-1 0,0-2 66 16,1 3-38-16,1-2-31 0,0 1 57 0,0-2-40 15,0-1 71-15,0 2-105 0,3 2 2 16,7-4 19-16,-1 4-27 0,2-2 0 0,3 2 0 16,-1 1 34-16,2 5 9 0,0-1-43 0,2-1 0 15,-2 3 14 1,0 0-14-16,0 0-1 0,-3 8 9 0,2 3 12 15,-1 3-20-15,-1 3 0 0,-3-1 0 0,2 7 0 0,-3-2 8 0,-2 3-8 16,-1 3 0-16,-1-3 7 0,-3 2-7 0,1-1 0 16,-2-5 7-16,0 9-5 0,0-9-2 0,0 1 0 15,-5 1-1-15,-2-1-27 0,-3-4 28 0,-1-4-1 16,0 0 1-16,-5-1-70 0,3-5 32 0,-4-3 1 16,1 0 31-16,-4-4-116 0,2 0 54 15,1 0 18-15,-2 0-126 0,2-3 66 16,0 0 39-16,1-4-62 0,4 0 45 0,-1 2 7 15,6-1-1-15,-1 1-179 0,2-2 102 0,2 4 47 16,4-3 22-16,0 0-209 0,0 3 117 0,4-2 50 16,8 1-264-16,4 2 165 0,4-1 82 0</inkml:trace>
  <inkml:trace contextRef="#ctx0" brushRef="#br0" timeOffset="82137.57">14033 9694 1021 0,'4'-12'0'0,"-2"5"0"0,-1-3 0 0,-1 3 0 0,0-2 0 0,0 3 0 0,-7 0 0 0,-1 3 0 16,-1-1 0-16,-2 2 100 0,-3 2-34 0,1 0 1 0,0 0 39 0,-4 12-28 16,-2 1-9-16,-1 3 39 0,-1 3-38 0,0 4 1 15,1 1-38-15,1 2 76 0,0 1-42 0,4 1 0 16,2 2-34-16,2-2 176 15,3 1-88-15,3-4-36 0,3 2-30 0,2-1 173 16,0-5-98-16,0 2-48 0,2-2 53 0,7-4-43 16,2 2-34-16,3-2-7 0,0-1-18 0,4-3-1 15,0-2 1-15,1-3-90 0,2 1 40 0,-3-3 25 16,1-1 0-16,-2-3-240 0,2-2 109 0,-4 0 80 16,0 0-25-16,0 0-427 0,-2 0 215 15,-2 0-285-15,-1 0 258 0,1-4 142 16,-2 1 65-16,1-3-365 0</inkml:trace>
  <inkml:trace contextRef="#ctx0" brushRef="#br0" timeOffset="82337.73">14110 9970 1103 0,'0'-2'0'0,"0"1"0"0,0 1 0 0,0-3 0 0,0 3 0 0,0 0 0 0,0 0 341 0,0 0-146 0,0 0-85 16,5 3 347-16,3 4-213 0,1 2-105 0,2 1-53 15,-1 1 175-15,1 2-118 0,0-2-55 0,1 3-155 16,-3 1 50-16,0-3 25 0,1 4 8 0,-1-3-418 16,-1 0 218-16,-1-1 108 0,-1-6 54 0,0 4-267 15,-1-3 83-15,3-3 105 0,-3 0-546 0,3-4 307 16</inkml:trace>
  <inkml:trace contextRef="#ctx0" brushRef="#br0" timeOffset="82659.75">14410 9887 1348 0,'0'-5'0'0,"0"1"0"0,0 2 0 0,0 0 0 0,0 0 0 0,0 2 0 0,0 0 0 0,0 0 0 0,0 0 362 0,-1 0-165 0,-1 4-82 16,-2 5-41-16,0 3 93 0,-2 4-60 0,1 2-41 16,-3 4 142-16,1 3-88 0,-1-1-44 0,0 2-22 15,-1 3 111-15,2 0-70 16,-5 2-31-16,3-1 53 0,-2 4-42 0,-2 3-14 15,0 3-7-15,-3-1 2 0,4 0 0 0,-2-1-23 16,-1 1 0-16,4-5-18 0,-4 9-7 0,2-4 25 16,3-5-31-16,-1 4 1 0,2-4 30 0,-1-1 8 15,5-3-101-15,-1-3 30 0,1-6 29 0,-1 0-161 16,3-3 86-16,0-7 28 0,-1 0 26 16,2-4-239-16,0-2 121 0,2-3 42 15,0-2 36-15,-1 0-256 0,1 0 147 0,0 0 69 16,0-7 35-16,0-7-142 0,0-1 88 0,1-3 36 15,5-7-448-15,2 2 251 0</inkml:trace>
  <inkml:trace contextRef="#ctx0" brushRef="#br0" timeOffset="83175.95">14320 9510 684 0,'0'-13'0'0,"-2"1"0"0,1 5 0 0,-1 0 0 0,0-3 0 0,0 3 181 0,0-1-79 16,2 1-34-16,0 1-1 0,0 2 172 0,0 0-104 15,0 3-42-15,2-2 47 0,7 1-54 0,4 1-26 16,1 1 0-16,-2 0 19 0,4 0-15 0,-2 0-8 16,2 0-13-16,0 3-10 0,-2 5-1 0,-1 2-29 15,-1-1 29-15,-3 0 1 0,-2 2-65 16,-2 2 32-16,1-1 0 0,-4-2 41 0,1 6-9 16,-3-3 1-16,0 4-114 15,0 0 52-15,-11 0 10 0,2 0-71 0,-2 0 47 16,-2-3 25-16,0 0-2 0,-1-2-52 0,2-4 26 0,-4-1 8 0,3 0 62 15,1-4-4-15,-2 2-32 0,3-4 79 16,1 1-38-16,-1 0-1 0,2-2 210 16,2 0-110-16,0 2-58 0,2-2 180 0,3 0-107 15,0 0-47-15,2 0-36 0,0 1 1 0,0 2-29 0,6-1 46 0,5-1-23 16,4 1 8-16,2-2 27 0,-2 0-30 16,4 0 1-16,-1 0-28 15,1 0-29-15,1 0 7 0,-2 0 22 0,1 0 0 0,-3 0-253 16,2 0 127-16,-4 0 62 0,0-2-536 15,0 2 278-15,0-1 98 0,-1-1 82 0,-2 2-547 16,1 0 312-16</inkml:trace>
  <inkml:trace contextRef="#ctx0" brushRef="#br0" timeOffset="83562.42">14658 9915 1120 0,'-9'0'0'0,"1"0"0"0,6 0 0 16,0 0 0-16,2 0 0 0,0 0 0 0,0 0 362 0,0 0-165 0,10 0-82 0,9-2-33 0,5 1 135 0,1-3-93 16,3 1-45-16,2-1-23 0,0-2-15 0,2 0 0 15,-2 2-9-15,-2-1-311 16,-2 1 309-16,-3-1 3 0,-1-1-1 0,-2 2 9 0,-2-1-8 0,-7 3-157 15,1-2 78-15,-5 2-398 0,-2 0 187 16,-3 0 121-16,0 1 7 0,-2 1-253 0,0-3 175 16,0 3 87-16</inkml:trace>
  <inkml:trace contextRef="#ctx0" brushRef="#br0" timeOffset="83782.85">14908 9596 518 0,'-7'0'96'0,"1"0"-49"16,0 4-23-16,0 1 0 0,3-3-24 0,-1 8 260 0,2 1-114 16,2 4-56-16,0 2 356 0,0 4-198 15,0 5-111-15,0 2-53 0,0 0 167 0,0 1-110 0,2 1-54 0,0 2-21 16,0-3-33-16,0 3 0 0,-2-2-1 16,0 3-174-16,0-4 88 15,0-4 51-15,0 0-332 0,0-4 184 0,0-1 92 0,0-5-12 16,1-4-165-16,1-2 50 0,0-2 82 0,0-3-292 15,1-2 181-15,2-2 91 0</inkml:trace>
  <inkml:trace contextRef="#ctx0" brushRef="#br0" timeOffset="84336.43">15218 9831 879 0,'-7'-3'0'0,"-1"-3"0"0,0 2 0 0,1-3 0 0,-1-3 0 0,-1-2 0 0,1-1 131 0,3 0-49 16,-1-2-25-16,4 0 163 0,2 0-93 15,0 0-39-15,0 0-32 0,0-1 75 0,4 2-49 16,7 1-24-16,4-1-1 0,0 2 54 0,4 3-43 0,0-1 0 0,1 3-13 15,1 3 0-15,2 0-22 0,-3 2 31 16,1 2-8-16,-2 0-24 0,-1 7-14 16,0 8 14-16,-4-1 9 0,0 3-8 0,-1 5-58 0,-6 1 28 15,0 2 1-15,-6-2-34 0,1 2 37 16,-2 5-16-16,0-3 13 0,-5 1 21 16,-7-2-13-16,-3-1 9 0,0 3-39 15,-2-6-10-15,-2 0 40 0,0-1-12 0,-1-4 9 0,-1-2-65 16,2-5 28-16,-3-1-6 0,-1-1 36 0,2-3-142 15,1-3 66-15,1 0 28 0,2-2-213 0,2 0 112 0,4 0 58 16,3-2-166-16,1-5 111 0,1-1 55 0,6 0 20 16,0-1-113-16,0-1 75 15,6 3 37-15,7-3 0 0,2 1 37 0</inkml:trace>
  <inkml:trace contextRef="#ctx0" brushRef="#br0" timeOffset="84581.06">15680 9538 964 0,'0'-9'0'0,"-2"2"0"0,-3 0 0 0,-3 4 0 16,-4-1 0-16,3 2 211 0,-2 2-81 0,-2 0-53 0,-2 16 93 0,0 4-70 0,0 4-33 0,-2 4 0 0,2 4 145 16,1 2-94-16,4 1-43 15,0 2 138-15,4-4-91 0,4 1 60 0,2-4-67 16,0 1-45-16,0-4-158 15,8 1 95-15,3-3 26 0,2-3 0 0,-1-3-541 16,4 0 519-16,0-2 0 0,0-4 22 0,2-1-224 16,-2-3 88-16,1-3 63 0,2-5-558 15,0-1 283-15,2 0 141 0,0 0 70 0,-3-5 36 0</inkml:trace>
  <inkml:trace contextRef="#ctx0" brushRef="#br0" timeOffset="84997.34">15823 9833 1501 0,'0'2'0'0,"0"-2"0"0,2 2 0 0,0-2 0 0,-1 0 87 0,1 0-26 0,2 0-1 0,1 0 128 0,5 0-69 0,1 0-47 0,2 0-1 0,1 0 66 16,0 0-52-16,2 0-26 0,0 2 8 0,0 2-112 16,-2-1 38-16,2 1 1 15,-3-2 39-15,-2 2-94 0,0-3 55 16,-2 2 15-16,0-2 1 0,-2-1-53 15,-3 2 38-15,-3-2 1 0,1 2 80 0,0 1 71 16,-2 3-66-16,0 2-32 0,-2 3-13 0,-9 1 146 16,-1 4-66-16,-4 5-43 0,-1 1 0 0,0 3-40 0,-2 1-38 15,2 2 38-15,-1 0 8 16,2 2-8-16,2-2-59 0,0-1 29 0,5-7 0 0,0 3 30 16,3-6-40-16,1-2 15 15,0-6 1-15,1 1 24 0,4-4-26 0,0-4 26 0,0 3-39 16,0-4-18-16,0 2 84 0,0-2-14 15,0 2 18-15,2-1 38 0,5-1 64 16,2 1-142-16,0 0 7 0,5 0 155 0,0-1-479 16,-1 1 293-16,4 0 9 0,-2 0 24 0,2 0-154 15,-1-1 73-15,-2 2 36 0,-1 0 13 0,1-2-500 16,-2 1 230-16,-2-2 124 0,1 2 31 0,-3-2-404 0,-1 0 243 16,-1 0 113-16,-2 0 69 0,-2 0 30 0,0 0-440 15,-1-2 235-15</inkml:trace>
  <inkml:trace contextRef="#ctx0" brushRef="#br0" timeOffset="85201.79">15843 10026 1806 0,'0'-1'0'0,"0"1"0"0,0 0 0 0,0 0 0 0,5 0 0 0,2 0 0 0,6 5 334 16,0-1-154-16,5 2-74 0,2 0-37 0,1-3 221 15,-1 3-128-15,1-1-295 0,-2-2 78 0,1 3-735 16,-3-4 538-16,-1 2 245 0,0-1-1 0,-5-3-275 16,-2 0 151-16,1 0 79 0,-3 0 39 0,-1 0-610 15</inkml:trace>
  <inkml:trace contextRef="#ctx0" brushRef="#br0" timeOffset="85556.38">15937 9448 1022 0,'-2'-17'0'0,"-2"7"0"0,3 2 0 0,1 3 0 0,0-4 360 16,0 3-163-16,0 1-83 0,0 3 91 16,10-2-78-16,4 3-51 0,2 1-22 0,0 0 0 15,1 0 66-15,0 1-142 0,-2 7 63 16,-2 3-8-16,-2 0 0 0,-1 2-136 15,-6 2 68-15,-1 2 34 0,-3 0 8 0,0 2-73 16,-3 3 49-16,-11-3 25 0,-2 0-3 0,0-6-38 0,-2 2 21 16,1-6-24-16,-2-1 1 0,4-1 137 15,0-6-53-15,5-1-35 0,1 0 3 0,2 0-16 0,1 0 305 16,5 0-128-16,-1 0 165 0,2-1-147 0,0-2 136 16,0-1-278-16,5 2-21 0,8 0 0 15,4 1 22-15,1 1 8 0,3 0-31 0,2 0 159 16,-1 0-417-16,4 1 208 0,-5 1 25 15,2 4 9-15,-3-2 17 0,1 0-475 0,-3-1 238 16,-2 1 74-16,-2 0 74 0,-3 1-948 0</inkml:trace>
  <inkml:trace contextRef="#ctx0" brushRef="#br0" timeOffset="88955.14">16703 9740 861 0,'-7'0'0'0,"2"-3"0"0,-1-1 0 0,2-1 0 0,-4-1 0 0,5-1 0 0,-5-2 0 0,3 1 0 0,-1 0 104 0,0 0-36 0,0 4 9 15,1-2-17-15,0 3-1 0,-1 2-26 0,-1 1 38 16,-3 0-39-16,1 0 9 0,-2 11-8 0,-1 8 28 15,3 3-1-15,-2 4-27 0,-1 4 0 0,3 5 101 16,2-2-55-16,0 1-23 0,2 1 119 0,3-3-71 16,2-2-35-16,0-5 7 15,0-2-1-15,5-3-21 0,7-6 0 0,1-3-38 16,1-4 16-16,2-4 9 0,1-3-8 0,0 0-73 16,6-9 36-16,-2-11 0 0,-1-6 45 0,2-12-172 15,-1-2 82-15,-2-2 19 0,-2-7-225 0,-1-2 111 16,-4-4 69-16,1-8 2 0,-6 0-122 0,0-4 77 15,-6-5 42-15,1 1-15 0,0 9 20 0,0-1 9 16,-2 6 29-16,0 16 29 0,0 1 0 16,0 16-29-16,0 7-8 0,0 4 242 15,-4 7-117-15,-1 4-59 0,-4 2 323 0,2 16-158 0,-2 8-57 16,2 13-62-16,-1 6 190 0,2 7-115 16,3 4-56-16,1 2 29 0,2 2-35 0,0 10-30 15,0-8 0-15,2-8 82 0,5 3-51 0,0-2-27 16,-1-12 9-16,5 8-136 0,-3-13 50 0,2-1 26 15,1-3 0-15,-2-6-252 0,1-5 147 0,-3 0 61 16,2-8-476-16,-3-5 248 0,2-3 84 0,-3-3-118 16,1-2 125-16,3 0 74 0,-2-12 34 0,3-8-333 15,-1-5 183-15</inkml:trace>
  <inkml:trace contextRef="#ctx0" brushRef="#br0" timeOffset="89110.72">16989 9590 1073 0,'2'-5'0'16,"0"1"0"-16,-1 2 0 0,1 2 0 0,-2 0 0 0,2 0 0 0,0 0 0 0,2 10 517 0,3-1-242 0,1 4-121 0,1 2 288 0,2 1-204 16,-1 0-95-16,1 1-59 0,2 0-114 0,-1 1 31 15,0-2 1-15,0-3-502 16,3 0 275-16,-2-2 125 0,0-3 66 0,0 0-283 16,3-5 160-16,-6-3 92 0</inkml:trace>
  <inkml:trace contextRef="#ctx0" brushRef="#br0" timeOffset="89322.15">17295 9397 1982 0,'0'-5'0'0,"0"3"0"0,0 0 0 0,-3 2 0 0,2 0 0 0,-5 11 0 0,1 9 0 0,-1 5 0 0,-3 7 0 0,-3 11 292 16,-1 4-130-16,-6 9-56 0,-3 14 246 0,-2-2-159 15,-3 1-80-15,1 5 13 0,0 1-46 0,-3 0-16 16,1-2-8-16,2-2 12 0,2-7-35 0,5-13 0 15,-4-2-252-15,9-14 134 0,-2 1 55 0,6-11 31 16,0-3-428-16,4-9 225 16,4-4 41-16,2-3-526 0,0-2 331 0,0-4 161 15,7 0 82-15</inkml:trace>
  <inkml:trace contextRef="#ctx0" brushRef="#br0" timeOffset="89792.02">17695 9754 863 0,'0'-25'0'0,"-4"7"0"0,-2-1 0 0,1-2 0 0,-3 1 0 0,1-1 0 0,1 2 261 16,-2 2-114-16,1 2-49 0,0 6-37 0,-1 3 61 15,-1 3-45-15,-2 3-22 0,-1 0 42 0,-1 22-24 16,-2 5-8-16,-2 8-32 0,0 2 55 0,2 5-28 15,2 1 0-15,5-5 73 0,-1 9-55 0,7-14-22 16,2 5 0-16,0-6 61 0,0-4-43 0,0-7-12 16,9 0-8-16,3-6-49 0,-1-4 28 0,2-4 0 15,3-5-34-15,-2-2 12 16,2-2 1-16,2-14 21 0,-1-9-184 0,-1-3 92 16,2-4 48-16,-1-12-357 0,-2 3 182 0,-3-3 59 15,2-5 56-15,-5-6-187 0,1-4 104 0,-1-12 65 16,-3-1 28-16,1 0-92 0,0 0 60 0,0 4 30 15,-3 16-1-15,-1 1 31 0,-1 18 1 0,-2 8-1 16,0 3 237-16,0 9-118 0,0 4-67 0,0 7 432 16,0 2-231-16,-5 0-72 15,-1 12-71-15,0 13 286 0,2 3-156 0,-1 11-92 16,1 5-41-16,0 6 212 0,1 12-127 0,1 0-63 16,0-4 53-16,0 17-63 0,0-7-26 15,0 0 0-15,2-4 27 0,0-3-28 0,0-6 120 0,0 2-561 16,0-3 262-16,0-3 77 0,6-6 37 0,1-11-658 15,2-6 334-15,0-4 104 0,2-7 105 0,-1-9-653 16</inkml:trace>
  <inkml:trace contextRef="#ctx0" brushRef="#br0" timeOffset="90182.97">18069 9456 1614 0,'-4'-14'0'0,"4"11"0"0,2 1 0 16,7-2 0-16,2-1 0 0,3 1 0 0,0 1 268 0,6 0-118 0,2-3-58 0,2 2 301 0,4-1-172 0,0 1-98 16,3 0-45-16,-3 2-2 0,0 1-22 0,-2-1 1 15,-1 2-109-15,3 0 40 16,-9 0 23-16,0 0 0 0,-5 0-24 0,-2 7 32 16,-3 3-8-16,-5 1-25 0,-2 2 24 0,-2 6 0 15,0 5 25-15,-13 5 144 0,-6 6-79 0,-4 5-58 16,-1-1 1-16,-2 6 137 0,-2 3-72 0,-2 0-28 15,-2 1 3-15,3 0 97 0,3-4-178 0,3-3 0 16,9-10 0-16,0-1 0 16,3-3 0-16,4-5 0 0,1-7 0 0,3-4 0 15,3-3 0-15,0-2 0 0,0-1 0 0,0-2 0 16,11-2 0-16,-1-2 0 0,6 0 0 0,0 0 0 16,2 0 0-16,2-2 0 0,1-3 0 0,2-2 0 15,-2 0 0-15,0-3 0 0,0 1 0 0,-3 2 0 16,2-2 0-16,-3 1 0 0,-4 2 0 0,-2 0-433 15,-1 3 196-15,-3-1 106 0,-3 2 53 0,-3 0-558 16,1 1 302-16,0-1 142 0,-2 0-439 16,0-2 300-16</inkml:trace>
  <inkml:trace contextRef="#ctx0" brushRef="#br0" timeOffset="90338.37">18106 9675 2128 0,'-11'0'0'0,"5"0"0"0,4 0 0 0,2 0 0 0,0 0 0 0,12 0 289 0,14 0-129 0,14 0-63 0,2 0-32 16,6 4 629-16,0 2-342 0,5-1-42 16,-4 5-310-16,-1 0 0 0,-2 0 0 15,-3 3 0-15,-9-6 0 0,5 3 0 0,3 1-562 16,-9-1 313-16</inkml:trace>
  <inkml:trace contextRef="#ctx0" brushRef="#br0" timeOffset="103313.16">18786 7983 664 0,'-2'0'0'0,"-1"-2"0"0,1 1 0 0,2-2 0 0,0 0 163 0,0-1-65 0,0-4-33 15,0-1 9-15,2-1-4 0,3-2 1 0,4 1-39 16,-1-1 1-16,0 1 65 0,-1 3-25 0,0-1-8 16,2 3 6-16,0 3 0 0,0-1-38 15,3 2 31-15,-3 2-23 0,5 0-9 16,0 0 1-16,2 6-2 0,0 5 2 0,0 0 0 15,2 4 8-15,-2 1-40 0,-1 0 1 0,0 1 30 16,-1 1 1-16,-5 3-47 0,-2 0 23 0,0 1-7 16,-6 5-16-16,1-5 0 0,-2 5 23 0,0-3 4 15,-8 0 5-15,-5 6-1 0,-1-5-8 16,-2-1 25-16,-3-3-19 0,1-2 0 16,0-5 5-16,0-2 1 0,-1-2-2 0,-2-3-2 15,3-3 5-15,-3-2-54 0,2-2 23 0,1 0-1 16,2 0-142-16,3 0 78 0,1 0 32 0,1-2-159 15,4-2 87-15,2 0 48 0,1 1 9 0,4-3-193 16,0 0 109-16,0-4 46 0,7 4 35 0,8-4-124 16,6-1 75-16,0-2 38 0</inkml:trace>
  <inkml:trace contextRef="#ctx0" brushRef="#br0" timeOffset="103606.11">19222 7899 570 0,'2'-16'0'0,"-1"2"0"0,-1-1 0 0,0-1 0 0,0 3 0 0,0 4 0 0,0 0 198 16,-5 3-83-16,-1 2-41 0,-1 2 149 0,-1 2-95 0,-1 0-31 15,-4 4-41-15,1 11 97 0,-2 6-61 0,-2 3-29 16,2 2-1-16,-2 3 41 0,5 0-40 0,0 2 1 16,3-1 84-16,4-1-57 0,1 2-29 15,3-9 87-15,0 9-62 0,0-12-27 16,2 4 0-16,8-4-15 0,-1-2-12 0,2 0 8 15,2-2-8-15,0 0-51 0,0-6 26 0,0 3 0 16,0-3 25-16,1-1-32 0,-3-1-7 0,3-1 39 16,-5 0-164-16,0-3 57 0,0 1 46 0,-1 0-270 15,-1-2 145-15,1-2 48 0,-1 2 43 0,-1-2-368 16,3 0 199-16,-1 0 90 0,1 0 59 0,3-4-380 16</inkml:trace>
  <inkml:trace contextRef="#ctx0" brushRef="#br0" timeOffset="103786.67">19370 8104 756 0,'0'0'0'0,"-2"0"0"15,1 0 0-15,-1 0 0 0,2 0 0 0,0 0 584 0,0 0-275 0,0 0-139 0,0 0 81 0,5 9-110 16,3-5-45-16,3 5 216 0,0-2-139 0,0 2-71 16,1-3-34-16,-1 2-104 0,-2-1 43 0,3 4-9 15,-5-7 35-15,1 2-374 16,2 2 186-16,-5 0 95 0,1-5 54 0,-1 2-625 15,-1-1 313-15,1 0 73 0,-1-2-106 0</inkml:trace>
  <inkml:trace contextRef="#ctx0" brushRef="#br0" timeOffset="104135.21">19648 7959 1336 0,'2'-5'0'0,"0"4"0"0,-2-1 0 0,2 0 0 0,-2 0 0 0,0 2 0 0,0 0 0 0,0 0 0 0,0 0 474 0,0 0-221 0,0 0-110 16,0 0-47-16,0 6 193 0,-2 5-129 0,-4 2-63 16,-1 3 140-16,-1 2-102 0,1 1-43 0,-4 8 20 15,-1-1-39-15,1 4-1 0,-4 9-39 0,-2-1 41 16,4 1-12-16,-8 12-9 16,4-2-20-16,-3 3-34 0,1 3 34 0,-2-1 0 15,3-1 8-15,-3 1-49 0,4 1-1 0,-2-1 191 16,0-2-351-16,6-3 338 0,2-7-336 0,-1 6 169 15,5-13 163-15,2 0-330 0,-1-5 330 0,3-6-343 16,-2-1 164-16,1-4-2 0,2-8 16 0,1 0-28 16,1-3 0-16,-2-6 27 0,2 0-3 0,0 0-64 15,0-2 28-15,0 0 1 0,-2 0-70 0,0 0 42 16,0 0 21-16,1 0-344 16,-1 0 179-16,2 0 89 0,-2 0 44 0,2 0-245 15,0 0 149-15,0 0 71 0,2 0 35 0,7-2-597 16</inkml:trace>
  <inkml:trace contextRef="#ctx0" brushRef="#br0" timeOffset="104546.63">19977 7936 1235 0,'-8'-4'0'0,"6"3"0"16,0 1 0-16,2 0 0 0,0 0 0 0,0 0 0 0,2 0 264 0,10 0-115 0,4 0-50 0,5 0 274 0,4 0-178 15,0 0-77-15,0 0-42 0,2 0 107 0,-5 0-66 16,8 0-47-16,-3 0 13 16,-7 0-25-16,3 0 0 0,-1 0-17 0,-1-2-113 15,-2-2 53-15,-2 0 26 0,-4-2 0 0,-1 3-102 16,-3-1 73-16,-4 0 23 0,1 2 0 0,-5 1-423 15,1 1 163-15,0 0 124 0,-2 0-497 0,0 0 303 16,0 11 149-16</inkml:trace>
  <inkml:trace contextRef="#ctx0" brushRef="#br0" timeOffset="104724.75">20098 8246 813 0,'-9'4'0'0,"4"3"0"0,3-5 0 0,-2 1 0 0,4-3 0 0,-1 0 675 0,1 0-321 0,0 0-161 15,1 0-80-15,14 0 405 0,4 0-235 0,6 0-129 16,-1-5-61-16,0 2 125 0,-3 0-93 0,2 2 8 16,0 0-42-16,-2 1-33 0,0 0 0 0,-1 0-365 15,-2 0 171-15,-1 0 84 0,-1 0 50 0,-2 2-725 16,-3 3 380-16,0-2 92 0</inkml:trace>
  <inkml:trace contextRef="#ctx0" brushRef="#br0" timeOffset="106017.43">20765 8036 654 0,'-3'-3'0'0,"-3"0"0"0,3 1 0 0,-3 0 0 0,3 0 0 0,-2 0 0 0,1 1 0 0,1-1 200 0,1 0-84 15,2 0-33-15,0 2-29 0,0 0 91 0,0 0-56 0,0 0-28 16,5 0 94-16,9 0-53 0,2 0-39 0,9 0 164 16,2 0-97-16,1 0-49 0,6 0-24 0,1 0 127 15,9 0-80-15,-3-2-36 16,2 0 1-16,6 0 32 0,1 0-34 0,3-3 8 16,3 1-42-16,3-1 28 0,4-2-29 0,-1 4 1 15,0 0-35-15,-3-2 9 0,10 2 25 16,-2-3-87-16,2 4 44 0,0 0 22 0,-3 0 0 15,-8 1-60-15,11 1 34 0,-9 0 1 0,-9-2 0 0,3 2-4 16,-5 0 0-16,-6 0 7 0,8-3 13 0,-10 3 31 16,-4-1 0-16,0 1-33 0,-5 0 22 0,-4 0-12 15,-3 0-6-15,-3-2 2 0,-3 2-38 0,-6 0 6 16,-1 0 33-16,-5 0-167 16,-2 0 79-16,-3 0 33 0,0 0 22 0,0 0-304 15,-2 0 150-15,0 0 59 0,-11 0 49 0,-5 6-350 16,0 3 195-16,-7 5 97 0</inkml:trace>
  <inkml:trace contextRef="#ctx0" brushRef="#br0" timeOffset="106788.3">20747 8434 622 0,'0'0'0'0,"0"0"0"0,0 0 0 0,0 0 0 0,0 0 0 0,0-2 0 0,0 0 0 0,0-2 0 0,0 0 94 16,2-1-30-16,0 2 0 0,0-4 85 0,1 2-59 15,-1-1-20-15,2 3 18 0,1-3-28 0,2 2 0 16,0-2-28-16,2 1 45 0,2-1-14 0,3 3-8 15,2-2-22-15,3 1 31 0,2 3 1 0,1-1-32 16,1 2 50-16,0 0-28 0,-1 0-1 0,-2 9-21 16,-2 3-11-16,-2 3 19 0,-4 0-8 15,-1 4-35-15,-4-1 35 0,-3 5 0 0,-1 2-1 16,-3-2-36-16,0 5 14 0,-3-1 0 16,-10 0 18-16,-1 1-89 0,-6 0 33 0,-1-2 30 15,0-1-93-15,-2-4 51 0,-2-1 12 0,2-7 0 16,5-3 46-16,-5-3-17 0,2-1-11 0,3-3 166 15,1-3-74-15,2 0-38 0,3 0 4 0,3 0 79 16,2 0-48-16,4 0-30 0,1 0 5 0,-1 0 210 16,3 0-116-16,0 0-49 0,5 0 27 15,11-1-47-15,1-1-23 0,8 0 93 0,-2 0-57 16,-2 0-22-16,10-2-8 0,-7 2-57 16,1 1 1-16,-2-2 27 0,-2 1 0 0,0 2-61 15,1 0 26-15,-3 0 0 0,2 0 35 0,-2 2-428 16,0 4 174-16,2 2 117 0,-1-3-614 0,1 1 343 15,3-2 171-15,0-4 85 0,2 0-449 0</inkml:trace>
  <inkml:trace contextRef="#ctx0" brushRef="#br0" timeOffset="107088.28">21517 8265 1061 0,'-10'-6'0'0,"3"1"0"0,7 5 0 0,0 0 0 0,0 0 0 0,0 0 0 0,5 0 351 0,9 0-160 16,6 0-78-16,7 0-41 0,3 0 322 0,5 0-173 0,11-3 95 15,-2 2-142-15,6-3-71 16,1-3-35-16,1-1 44 0,2 2-32 0,8-1-7 16,-9-1-41-16,11-1-16 0,-4 3 17 0,-10 1 8 0,9 1-156 15,-1 0 74-15,-3 3 36 0,-3-2 1 0,-5 1-224 16,-8 2 134-16,3 0 14 0,-6 0 47 0,-3 0-247 15,-3 0 128-15,-1 0 41 0,-7 0 31 0,-2 0-48 16,0-1 47-16,-9 1 25 0,-3-1-1 0,-3 1-156 16,-3-3 82-16,-2 3 54 0,-5 0-100 15,-13 0 72-15,-6 0 37 0,-3 0-320 0,-5 0 170 16</inkml:trace>
  <inkml:trace contextRef="#ctx0" brushRef="#br0" timeOffset="107474.17">21608 8272 1333 0,'-21'0'0'0,"3"0"0"0,6 8 0 0,1 2 0 0,-1 2 0 0,3 1 0 0,1 6 0 0,0 4 0 0,4 1 141 16,4 6-55-16,0 1 213 0,0 2-125 0,0 2-75 15,0 0-33-15,0 1 49 0,0-3-41 0,2 1-21 16,-2-2 9-16,2-2-49 0,-2-2 20 0,0 0 0 15,0-4 0-15,0-3-43 0,-4-2 30 16,-3-3-8-16,0-1-37 0,-5-7 29 0,1-2-1 0,-2-4-19 16,0-2 29-16,-2 0-18 0,-2 0-1 15,2-11-207-15,-4-6 107 0,3-2 40 16,0-7 31-16,2 0-192 0,2-5 102 0,1-1 30 16,4 4-3-16,-2 6 33 0,2 1-8 0,2 4 40 15,1 8 161-15,0-1-80 0,3 6-40 0,-1 3 97 16,-3 1-65-16,3 0-36 0,0 11 0 0,1 6 192 15,-1 8-100-15,0-5-14 0,2 8-38 0,0-1 108 16,0 0-61-16,0 0-24 0,0 1-126 0,0-5 54 16,0 7 15-16,0-9 0 0,0 2-356 0,0-3 172 15,2-4 94-15,0-4-249 0,3-3 126 0,3-1 87 16,3-7 27-16,0-1-355 16</inkml:trace>
  <inkml:trace contextRef="#ctx0" brushRef="#br0" timeOffset="107655.8">21647 8471 721 0,'5'-5'0'0,"3"3"0"0,-3 2 0 0,0 0 0 0,-2 0 27 0,1 11 478 16,0 4-228-16,-1 5 141 0,1 3-192 16,-2 4-97-16,-2 1-48 0,0 4-24 0,0 2 8 0,0-1-135 15,0 1 52-15,0-2 25 0,0-2-174 0,0-2 100 16,0-7 58-16,1 0-482 0,6-6 257 0,-4-6 129 15,3-1 65-15,1-8-535 0</inkml:trace>
  <inkml:trace contextRef="#ctx0" brushRef="#br0" timeOffset="107792.51">21746 8677 1011 0,'-5'-10'0'0,"3"0"0"0,2 3 0 0,0 1 0 0,0 1 0 0,0 1 0 0,0 0 249 0,7 2-112 0,7 0-53 15,0 0 239-15,4-1-146 0,-2 3-72 0,3 0-113 16,-2 0 16-16,2 0 0 0,-3 0 25 0,0 3-214 15,-2 3 108-15,0-2 60 0,-1 1 19 0,-5-1-590 16</inkml:trace>
  <inkml:trace contextRef="#ctx0" brushRef="#br0" timeOffset="107950.12">21989 8507 1190 0,'0'-8'0'0,"0"5"0"0,0 1 0 0,0 0 0 0,0 0 0 0,0 0 0 0,0 1 0 0,0 1 0 0,1 0 470 0,8 0-219 15,3 0-101-15,-3 7 40 0,4 0-78 0,1 3-40 16,-1 1 0-16,0-1-403 0,0 1 190 0,1 0 83 16,-2 0 45-16,1-1-255 0,1-3 151 0,-1 1 74 15</inkml:trace>
  <inkml:trace contextRef="#ctx0" brushRef="#br0" timeOffset="108138.62">22249 8400 1006 0,'-7'-5'0'0,"1"3"0"0,1 2 0 0,1 0 0 0,-1 0 0 0,-3 7 0 0,2 8 0 0,3 8 266 0,-3 5-108 0,-1 3 291 16,-3 10-209-16,1 0-103 0,0 1-52 0,-3 6 161 15,1-9-98-15,-3 13-61 16,1-2-28-16,2-3-159 0,-2 0 66 0,0-1 33 16,1-6 8-16,-1 5-164 0,2-13 95 0,3 1 47 15,1-12-482-15,1-2 263 0,5-8 44 0,-1-5-419 16,2-6 288-16</inkml:trace>
  <inkml:trace contextRef="#ctx0" brushRef="#br0" timeOffset="108417.1">22284 8377 1442 0,'14'-13'0'0,"7"3"0"0,-2 2 0 0,0 0 0 0,2 1 0 0,-3 3 0 0,-1 1 0 0,1 3 142 16,0 0-54-16,-4 0-28 0,-2 3 106 0,-3 8-58 15,-3 2-42-15,-3 4-133 0,-3 1 49 0,0 0 26 16,0 0 0-16,-11 2-114 0,-3-2 65 0,-2-1 38 16,2-2-1-16,0-3-5 0,1 1-1 0,3-6 0 15,3-4-3-15,2 2 208 16,1-4-92-16,2 1-61 0,2-2 144 0,0 0-70 16,0 0-51-16,2 0 11 0,9 0 76 0,4-2-60 15,2 1-30-15,0-5-50 16,1 2-8-16,0 1 29 0,-4 1-1 0,2 0-422 15,-4 0 210-15,0 2 116 0,-1 0-712 0,0 0 356 0,-6 6 194 0</inkml:trace>
  <inkml:trace contextRef="#ctx0" brushRef="#br0" timeOffset="108558.73">22369 8763 1314 0,'-12'5'0'0,"6"3"0"0,1-5 0 0,0-1 0 0,3 0 0 0,2-2 0 0,0 0 0 0,0 0 300 0,12 0-134 0,3 0-67 15,4 0 214-15,-1 0-144 0,3-2-68 0,0-3-34 0,2-3-295 16,-3 3 130-16,1-4 74 0,0 4-704 0,-7-2 367 16</inkml:trace>
  <inkml:trace contextRef="#ctx0" brushRef="#br0" timeOffset="108922.54">22649 8482 1595 0,'3'0'0'16,"2"0"0"-16,3 0 0 0,-1 0 0 0,5 0 0 0,1-1 0 0,4-3 0 0,-1-2 0 0,5 4 271 0,-2-1-119 0,2 3-60 0,-2 0 103 15,-1 0-73-15,1 0-49 0,-4 0-88 0,0 0 25 16,0 5-1-16,-5-1 24 0,-1 0-80 0,-2 4 36 16,-3-3 22-16,-2 4-22 0,-2 3 21 0,0 1 1 15,0 3 30-15,-10 2 51 0,-2 3-64 0,-4 1-10 16,0 2-29-16,-2 1 150 0,-1 0-49 0,1 4-35 15,-3-1 3-15,3 2 12 0,1-4 1 16,1 1-38-16,7-5-42 0,0 1 17 16,2-4-1-16,3-3 20 0,4 0 6 0,0-5-1 0,0 0 9 15,0 0 28-15,2-3-39 0,3-1 2 16,6-3-25-16,0 0 57 0,1-1 4 0,3 0-38 16,-2-3-42-16,2 0 21 0,0 0 6 0,-2 0 16 15,-1 0-289-15,1 0 135 0,-4 0 62 0,1 0-421 16,-3-3 215-16,-1 2 120 0,-3-1 37 0,-1 0-165 15,0 0 121-15,0-2 61 0,-1-1 30 0,-1-5-418 16,0-3 215-16</inkml:trace>
  <inkml:trace contextRef="#ctx0" brushRef="#br0" timeOffset="109074.64">22711 8708 634 0,'-18'-2'0'0,"4"0"0"0,7 2 0 0,2 0 0 0,-1 0 0 0,4 0 0 0,2 0 496 16,0 0-232-16,8 0-115 0,9 0 383 0,7 2-253 15,0-2-124-15,3 2 109 0,1-2-116 0,-5 0-49 16,7 0-37-16,-8 0-384 0,2 0 177 0,-1 0 89 16,-2 0 45-16,-1 0-314 0,-1 0 175 0,-2-2 91 15</inkml:trace>
  <inkml:trace contextRef="#ctx0" brushRef="#br0" timeOffset="109335.93">23061 8379 1648 0,'7'0'0'0,"3"-4"0"0,5 1 0 0,0-1 0 0,2-1 0 0,-1 0 0 0,2 4 0 0,-1 1 0 0,-1 0 270 0,2 0-111 15,-6 7-67-15,-2 6 64 0,-2 5-61 0,-6 1-31 16,-1-1-1-16,-1 4-57 0,-5 3-8 0,-11-1 34 16,-1-1-127-16,1-3 63 0,-3 1 33 0,4-6 8 15,-2 2-45-15,2-4 34 0,3-3 1 0,7-1 106 16,-1-1-58-16,3-3-47 0,3-1 11 0,0 0 97 15,0 0-45-15,3-4-17 0,8 1 1 0,3-1 1 16,1 0-18-16,2 0 10 0,-3 0-177 0,4-5 92 16,-2-3 39-16,0 1 8 15,-2-3-661-15,4-1 294 0,-6-1 172 0</inkml:trace>
  <inkml:trace contextRef="#ctx0" brushRef="#br0" timeOffset="109748.83">21160 7444 1440 0,'0'0'0'0,"0"0"0"0,0 0 0 0,0 0 0 0,9 0 0 0,5 0 0 0,0 0 0 0,9 0 226 0,4-1-97 0,5-4-40 0,1-1 50 0,3-1-53 0,-2 2-27 15,-1-3 0-15,-1 3-62 16,-7 1 44-16,1-2-8 0,-3 2-1 0,-3 1-304 16,-1 1 152-16,-1 0 77 0,-8 0 45 0,1 0-550 15,-1 2 279-15</inkml:trace>
  <inkml:trace contextRef="#ctx0" brushRef="#br0" timeOffset="110079.82">21641 7202 886 0,'9'-2'0'0,"6"-2"0"0,4-2 0 0,0 2 0 0,1 0 0 0,5-1 155 0,1 3-61 15,1 2-30-15,-1 0 223 0,-1 8-127 0,-7 5-55 16,5 6-41-16,-7 1-27 0,-4 3-5 0,-3 2 1 15,-7 3-94-15,0 0 56 0,-2 1 14 0,-6 2 0 16,-11-3-96-16,-1 2 60 16,-7-2 30-16,-1-4-30 0,-4-1-16 0,0-2 30 15,0-7-43-15,1-3 5 0,7-4 1 0,-2-2-3 16,5-2 13-16,4-1 179 0,3-2-70 0,7 0-38 16,-1 0 298-16,5 0-152 0,1 0-63 0,0 0 82 15,7 0-82-15,14-2-41 0,3-1 1 0,6-2 36 16,4 1-43-16,2-2 1 0,1 1-36 0,0 2 25 15,0-2-24-15,-3 1 8 0,-2 2-8 0,-4-1-142 16,-3-1 72-16,-4 2 34 0,0 2-472 16,-3 0 248-16,0 0 75 0,-6 0 75 15,0 0-538-15,-3 0 291 0,1 0 146 0</inkml:trace>
  <inkml:trace contextRef="#ctx0" brushRef="#br0" timeOffset="110255.39">22190 7206 636 0,'-6'0'0'0,"4"1"0"0,2 3 0 0,0 0 0 0,0-2 199 0,5-1-84 16,7-1-32-16,3 6-30 0,4-4 461 15,0 4-241-15,-1 0-121 0,1 1 152 0,1 2-128 16,-2 2-76-16,-1 2-33 0,-1-1-296 0,-3 1 131 16,1 1 66-16,-3-2-463 0,-1 0 259 0,-3-1 135 15,2-2 67-15,-3-3-572 0</inkml:trace>
  <inkml:trace contextRef="#ctx0" brushRef="#br0" timeOffset="110447.93">22592 7052 1548 0,'2'-10'0'0,"1"4"0"0,-1 3 0 0,0 1 0 0,-2 0 0 0,0 2 0 0,0 0 0 0,0 4 0 0,0 15 235 0,-12 1-101 0,-1 9-42 0,-6 8 221 16,-3 4-139-16,-4 6-72 0,-6 10-34 0,-2-5 32 15,1-3-25-15,-11 15-9 16,5-6-33-16,-2 3-100 0,1 2 51 0,0-2 24 0,8-4-166 0,-7 11-188 16,6-10 189-16,2 0 85 0,3-4-709 0</inkml:trace>
  <inkml:trace contextRef="#ctx0" brushRef="#br0" timeOffset="110915.68">21688 7010 1085 0,'0'-1'0'0,"0"1"0"0,0 0 0 0,5 3 0 0,3 10 0 0,2 4 0 0,0 8 0 0,2 4 0 0,3 9 353 15,2 0-160-15,0-3-72 0,4 16 15 0,-2-2-52 16,1 1-26-16,1 5-138 0,0 7 57 0,-7-9 36 15,5 16-9-15,-6-1-485 0,-4 0 255 0</inkml:trace>
  <inkml:trace contextRef="#ctx0" brushRef="#br0" timeOffset="111352.68">20990 8133 742 0,'0'3'0'0,"0"9"0"0,0 11 0 0,0 9 0 0,0 9 0 0,0 7 0 0,0 3 355 15,2 6-153-15,8 9-89 0,3-5 114 0,3 4-97 16,0 0-48-16,3 5-25 0,2 3-334 0,4 15 151 16</inkml:trace>
  <inkml:trace contextRef="#ctx0" brushRef="#br0" timeOffset="114087.98">24228 7807 893 0,'-14'-12'0'0,"3"5"0"0,4 1 0 0,-1-1 0 0,2-1 0 0,4 2 0 0,0-1 186 0,2-1-81 0,0 4-36 0,11-2 213 0,10 3-124 16,4-1-63-16,1 3-23 0,5 1 188 16,-3 0-113-16,0 0-58 0,-3 8 45 0,0 7-50 15,-6-3-18-15,4 7-8 0,-5 2 45 0,0 1-35 16,-6 3 0-16,0-1-84 0,-6-1 32 0,-1 5-8 16,-5-2 25-16,0 0-78 0,-5 3 40 0,-13-2-1 15,-6 3 47-15,-8-1-103 0,0-2 45 0,-4-4-3 16,-1-4-18-16,3-2 6 0,-9 0-1 15,9-5-5-15,-2-5-33 0,4-1 22 0,10-2 0 16,0-3-158-16,10-1 96 0,3 0 34 16,7 0 26-16,2-7-254 0,13-10 136 0,15-2 60 15,14-7 42-15,0-3-349 0,13-6 191 0,-8-3 96 16</inkml:trace>
  <inkml:trace contextRef="#ctx0" brushRef="#br0" timeOffset="114264.51">24755 7649 1482 0,'8'-21'0'0,"-5"4"0"0,-1 8 0 0,-2 0 0 0,-7 5 0 0,-11 4 0 0,-5 0 0 0,-2 7 0 0,-2 14 175 0,-2 7-75 0,0 4 375 16,1 4-220-16,4 2-112 0,2 1-55 0,8-5 292 15,3 3-178-15,6 1-85 0,3-1-41 0,2-1 55 16,0 1-49-16,10-3-16 0,5 0-8 0,4-2-290 16,2 1 132-16,2-6 67 0,-3-3-479 0,1-3 280 15,6-2 129-15,-6-3-352 0,4-8 220 16,0-2 59-16,-1-4 72 0</inkml:trace>
  <inkml:trace contextRef="#ctx0" brushRef="#br0" timeOffset="114603.87">24866 7918 732 0,'-10'-3'0'0,"5"2"0"0,3 1 0 0,0 0 0 0,2 0 0 0,0 0 435 0,2 0-202 0,15 0-92 15,5 0-58-15,5 0 417 0,1 0-233 0,2 0-118 16,0 0 98-16,-3 0-99 0,6 0-62 0,-3 1-25 15,-3 2-28-15,-7 0-1 0,3 1 1 0,-7 2-65 16,-2 2 29-16,-3 2-1 16,-7 3 37-16,-2 5-43 0,-2 3 30 0,-6 4-9 15,-12 3 22-15,-7 6 71 0,-2 0-36 0,-1 0-14 16,3-4 52-16,-8 8-41 0,9-11 0 0,-2 4 42 16,1-3-38-16,1-4 160 0,7-5-229 0,2 0 0 15,6-4 0-15,3-4 0 0,1-2 0 0,5 1 0 16,0-1 0-16,3-1 0 0,8-3 0 0,5-1 0 15,4 0 0-15,1-4 0 16,0 0 0-16,6 0 0 0,-6 0 0 0,2 0 0 16,0 0-236-16,-2-2 202 0,0 0 3 0,-3-3-253 15,-2-1 109-15,-3 2 76 0,-1 0 5 0,-5-1-475 16,0 1 260-16,-3-2 142 0,0 1 68 0,-2-3-532 16</inkml:trace>
  <inkml:trace contextRef="#ctx0" brushRef="#br0" timeOffset="114768.93">24924 8175 1714 0,'-16'-10'0'0,"2"6"0"0,5 2 0 0,0-3 0 0,3 1 0 0,2 2 0 0,4 0 0 0,0 2 0 0,1 0 569 0,19 0-267 16,1 0-127-16,7 4 183 0,-1 2-162 0,4 1-82 16,-1-1-41-16,2 1-100 0,0-1 38 0,-3 0-9 15,2-2 31-15,-1-1-601 0,-2-1 300 0,0 1 150 16,-5-3-800-16</inkml:trace>
  <inkml:trace contextRef="#ctx0" brushRef="#br0" timeOffset="114953.15">25458 7790 1046 0,'0'-12'0'0,"0"9"0"0,9 2 0 0,6-6 0 0,2-1 309 0,2 2-142 0,1-1-68 0,1 3-32 0,2-3 518 15,-3 4-276-15,5 0-130 0,-3 2-60 16,-1 1-42-16,-2 0-23 0,-4 0-470 16,0 0 224-16,-2 7 121 0,-4 1 48 0,-1 3-714 15,-5 2 365-15</inkml:trace>
  <inkml:trace contextRef="#ctx0" brushRef="#br0" timeOffset="115099.76">25503 8045 1346 0,'-8'8'0'0,"5"5"0"0,3-2 0 0,0-3 0 0,0-3 0 0,0-3 0 0,9 0 0 0,6 0 336 16,2-2-152-16,4 0-68 0,4 0 318 0,0 0-201 15,-2 0-100-15,3-2-93 0,-1-2-229 0,-4 2 120 16,2-1 46-16,-2 1-685 0,0 0 367 0</inkml:trace>
  <inkml:trace contextRef="#ctx0" brushRef="#br0" timeOffset="115317.26">25929 7931 2099 0,'-3'-2'0'0,"3"0"0"0,0 0 0 0,7 1 0 0,8-3 0 0,2-4 0 0,2 2 0 0,2 1 326 0,8-1-146 0,1 0-66 0,0 0 183 16,-2 3-133-16,-5 0-65 0,2 0-33 0,-5 1-265 15,1 1 124-15,-4-1 50 16,-2 2-207-16,-1 0 133 0,-2 0 66 0,-3 0-577 16,0 0 330-16,0 0 36 0,-6 0 118 0</inkml:trace>
  <inkml:trace contextRef="#ctx0" brushRef="#br0" timeOffset="115901.46">26618 7893 1834 0,'-5'0'0'0,"0"0"0"0,5 6 0 0,0-3 0 0,0 1 0 0,3-2 0 0,11-1 0 0,2-1 283 0,12 5-125 0,10-5-63 0,7 0 146 15,13 0-103-15,-1 0-45 0,23-6-35 0,-3-1 156 16,6-1-90-16,14-3-46 0,-9 3-23 0,-12 5 18 16,3-3-9-16,-2 4-31 0,-8 0-140 0,-12 0 71 15,1 2 34-15,-5 0-224 0,-1 0 126 0,-7 0 66 16,-2 0 15-16,-9 0-131 0,2 0 26 0,-5 0 57 16,-2 0-38-16,-4-2-124 0,-3-3 97 0,-4-1 50 15,-2-2 25-15,-7 3-191 0,-4-4 112 0,-5-1 52 16,0 0-331-16,-8 1 191 0,-14 0 96 15</inkml:trace>
  <inkml:trace contextRef="#ctx0" brushRef="#br0" timeOffset="116348.54">26995 7224 1024 0,'-11'-20'0'0,"8"6"0"0,3 10 0 0,0 3 0 0,2-1 0 0,11 1 0 0,2-2 0 0,1 3 0 0,11 0 322 0,2 0-144 0,4 10-65 0,9-1 111 0,-3 0-96 16,0 2-47-16,-5-3-25 0,2 4 1 0,-2-1 7 15,-4-2-31-15,-4 1 0 0,-7 0 30 16,0 0-1-16,-6 1-29 0,-3 1 8 0,-7 1-44 16,-1 2 36-16,-2 2-1 0,-5 2-60 0,-15 3 31 15,-2 1 7-15,-8 5-46 0,-2-4 32 0,-5 5 3 16,1-3 0-16,-2 0-84 0,7-7 51 0,0 2 10 16,10-6 1-16,2-2 102 0,8-2-38 0,4-4-9 15,1 1 48-15,4-4-36 0,2-1 0 0,0 1-26 16,10-4 144-16,11 0-59 0,6 0-32 15,5 0 97-15,7 0-67 0,3-4-34 16,-1-3-1-16,-5 1-90 0,2 1 36 0,-3-1-8 16,-3 2 29-16,-3 0-328 0,-9 3 164 0,3-1 65 15,-6 0-251-15,-3 0 129 0,-3 0 91 0,-6 2-9 16,-2 0-489-16,-3-2 280 0,0 0 134 0</inkml:trace>
  <inkml:trace contextRef="#ctx0" brushRef="#br0" timeOffset="116526.06">27046 7524 1381 0,'-11'0'0'0,"3"0"0"0,8 3 0 0,0-1 0 0,0-2 0 0,12 2 0 0,6-1 0 0,8 3 0 0,5-2 510 16,0 1-238-16,5-1-120 0,3 2 11 0,-2 0-68 16,0 1-32-16,-3-3 0 0,0 4-130 0,-10 0 58 15,6 2 16-15,-9-3-417 0,-1 2 221 0,-2 3 111 16,-6 1 56-16,-3 0-672 0,-6 0 343 15</inkml:trace>
  <inkml:trace contextRef="#ctx0" brushRef="#br0" timeOffset="116868.88">26652 8113 1444 0,'-17'-2'0'0,"7"0"0"0,1 2 0 0,6 0 0 0,-2 0 0 0,4 0 0 0,-1 0 251 0,2 0-109 0,0 0-55 16,0 2 303-16,15 4-170 0,15-3-98 0,12 3 108 16,14-3-99-16,10-3-49 0,9 0-25 0,9 0 146 15,16-2-89-15,-1-5-41 0,2 2 0 0,0-1-2 16,-11 1 1-16,-17 5-32 15,1 0-142-15,-5 0 68 0,-14 0 33 0,0 0 0 16,-5 0-138-16,-8 0 94 0,4 3 35 0,-13-1-151 16,0-2 47-16,-4 0 59 0,-6 0-24 0,-5 0-188 15,-4 0 118-15,-6 0 59 0,-1 0 28 0,-6 0-119 16,-1-2 75-16,0-4 28 0,-11 2-299 0,-6 1 172 16,-3-1 86-16,-8 2 43 0,-2 2-452 0</inkml:trace>
  <inkml:trace contextRef="#ctx0" brushRef="#br0" timeOffset="117270.79">26510 8244 1323 0,'-19'-9'0'0,"6"7"0"0,6 2 0 0,2 0 0 0,-2 0 0 0,2 0 0 0,-1 9 347 0,-4 6-162 15,1 5-75-15,1 5 277 0,1 5-177 0,1 6-88 16,0 2-37-16,1 7 36 0,5-4-44 0,0 0-22 16,0-5 0-16,0 3-44 0,0 1 29 0,0-3-7 15,3-1 0-15,-1-4-89 0,0-2 45 0,-2-9 22 16,0 3-132-16,0-6 73 0,0-2 41 0,-9-6-133 16,-2-1 51-16,-5-3 47 0,0-5-16 0,-5-1-10 15,-5 0 3-15,3-1 22 16,1-11-13-16,-3-2-6 0,3-8-1 0,-1 0 8 0,5-5 60 15,0 1-1-15,4-1-35 0,4 8 131 16,-1-2-63-16,2 6-27 0,2 5-9 0,0 3 270 16,0 2-126-16,1 2-71 0,-1 3-16 0,-3 0 89 15,-2 14-46-15,-1 4-35 0,2 3 5 0,0 3-60 16,2-4 30-16,-4 11-8 0,5-6-145 0,-2 1 72 16,5-1 37-16,-1-5-1 0,5 1-408 0,-1-3 210 15,2-3 74-15,0-2-542 16,0-5 318-16,9-4 160 0,6-4 72 0,6 0-410 0</inkml:trace>
  <inkml:trace contextRef="#ctx0" brushRef="#br0" timeOffset="117458.74">26529 8434 1513 0,'11'-2'0'0,"-4"0"0"0,0 2 0 0,1 0 0 0,-2 9 0 0,-2 3 0 0,-3 7 0 0,1 3 0 0,0 6 0 0,-2 3 576 0,0-1-271 15,0 1-136-15,0 1 98 0,0-2-116 0,0-5-51 16,-2 5-38-16,2-8-278 0,0 1 125 0,0-1 61 16,0-3 32-16,0-4-531 0,0-2 277 0,0-3 142 15,0-2-309-15,0-5 126 0,2-3 135 0</inkml:trace>
  <inkml:trace contextRef="#ctx0" brushRef="#br0" timeOffset="117587.82">26630 8697 908 0,'0'-15'0'0,"0"5"0"0,0 3 0 0,0 2 0 0,0-1 0 0,2-2 133 0,5 4-50 0,4 1 348 16,3 1-204-16,2 0-97 0,3 0-48 0,0 0 224 16,0 0-137-16,0 2-59 0,-1 0-43 0,1 0-318 15,-2 0 142-15,0 0 71 0,-2 4 36 0,0 0-647 16</inkml:trace>
  <inkml:trace contextRef="#ctx0" brushRef="#br0" timeOffset="117752.92">26954 8454 1158 0,'0'0'0'0,"2"0"0"0,6 0 0 0,0-1 0 0,-2-1 137 0,6 0-53 15,0 2-25-15,2 0 570 0,0 0-298 0,1 2-141 16,-3 7-83-16,1 1 16 0,-3 1-45 0,2 2-22 16,-3-3-1-16,0 5-577 0,-1-5 274 0,0 3 140 15,-2-1-749-15,2-3 418 0</inkml:trace>
  <inkml:trace contextRef="#ctx0" brushRef="#br0" timeOffset="117937.46">27224 8387 1421 0,'-1'-10'0'0,"-1"5"0"0,1 3 0 0,-1 0 0 0,-2 2 0 0,-4 0 0 0,-1 9 0 0,0 14 0 0,-4 3 310 0,-3 12-143 0,-1-1-67 0,1 5 382 15,-3 1-225-15,0 2-112 16,1-5-48-16,-2 10-18 0,4-7-22 0,-2 0-1 15,2-1-397-15,0-3 186 0,4-5 103 0,-2-2 38 16,3-4-572-16,2-7 310 0,0-8 72 0,4-3-222 16,2-7 183-16,1-3 110 0</inkml:trace>
  <inkml:trace contextRef="#ctx0" brushRef="#br0" timeOffset="118192.07">27261 8280 1529 0,'19'-8'0'0,"9"7"0"0,2 1 0 0,2 0 0 0,0 0 0 0,-4 0 0 0,-8 1 0 0,3 9 205 16,-7 0-78-16,0 2-51 0,-7 4 25 0,-4-2-35 15,-5 5 1-15,0 0-98 0,-7-1 40 0,-11 6-9 16,-6-8 33-16,2 1-91 0,1-2 45 0,3-6 23 16,0 1 8-16,8-3 44 0,-1-3 0 0,6 0-30 15,0-4 72-15,3 0-38 16,2 0-28-16,0 0 77 0,12-2-31 0,8-5-25 15,-1-3-1-15,-1 2-130 0,7-3 48 0,-7 4 29 16,6-1-1-16,-4 4-170 0,-3 1 99 0,1 1 58 16,-6 2 9-16,-3 0-749 0,-5 2 335 0</inkml:trace>
  <inkml:trace contextRef="#ctx0" brushRef="#br0" timeOffset="118345.72">27377 8676 781 0,'-5'1'0'0,"3"4"0"0,2-4 0 0,0-1 0 0,4 0 0 0,5 0 491 0,4 0-229 0,2-1-115 0,4-4 301 16,3 2-212-16,-1-2-101 0,2-1-52 0,0-1-91 15,-3 3 20-15,0-2 9 0,2 0 11 0,-4 1-508 16,1 1 254-16,-1-2 127 0</inkml:trace>
  <inkml:trace contextRef="#ctx0" brushRef="#br0" timeOffset="118702.79">27758 8411 1345 0,'0'0'0'0,"0"-2"0"0,16-5 0 0,1-5 0 0,7 1 0 0,1 0 0 0,4 1 0 0,-1 1 582 0,3 2-279 0,-3-1-135 16,-3 3-67-16,-4 0 159 0,2 2-114 0,-2 0-48 16,-3 0-37-16,-2 3 0 0,-7 0-29 0,0 0 1 15,-4 0-35-15,-3 0 43 16,1 0-8-16,-3 6 0 0,0 5-50 0,0 3 25 15,-10 3 0-15,-2 1 78 0,-1 8-31 0,-4 3 1 16,-2-1-24-16,3 2-24 0,-4 2-1 0,0 0 22 16,-3-2-1-16,2 0-26 0,3 0 0 0,0-2 31 15,6-4-63-15,0 1 25 0,2-5 0 0,5-2-14 16,0-3 38-16,1-4-11 0,4 0 13 0,0-1 87 16,0-5-45-16,0 1-6 15,9-1-40-15,2-3 212 0,5 0-229 0,0-2 0 0,8 0 0 16,-2 0 0-16,1 0 0 0,2-2 0 15,-6-2 0-15,3-3 0 0,-1-3 0 0,0 3 0 16,-5 0-233-16,-2-3 120 0,-3 3 66 0,-4-3-626 16,-2-3 320-16,-5 2 160 0,0 0 80 0,0-2-575 15,-9-2 319-15,-4-1 173 0</inkml:trace>
  <inkml:trace contextRef="#ctx0" brushRef="#br0" timeOffset="118861.11">27869 8471 1054 0,'-10'0'0'0,"4"4"0"0,6 0 0 0,0-2 0 0,0-1 0 0,4 2 443 16,6-3-205-16,6 3-103 0,6-1 268 0,4 2-190 16,-1-1-90-16,0 1-45 0,0-2 271 0,-4 2-159 15,3-1-70-15,-2-2-389 0,-2 3 151 0,-1-2 76 16,-5 0 37-16,-5-1-693 0,3 1 374 0,-3-2 174 16,-4 0 92-16</inkml:trace>
  <inkml:trace contextRef="#ctx0" brushRef="#br0" timeOffset="119091.52">28312 8306 615 0,'9'-16'0'0,"1"2"0"0,7 3 0 0,2-3 0 0,-2 5 0 0,0 2 398 0,0 3-182 0,-2 2-92 15,-2 2 482-15,2 0-291 0,-10 2-141 0,-3 9-71 16,-2 3 101-16,0 2-85 0,-7 2-35 0,-11 2 27 16,-2 1-39-16,-4-3 1 0,-4 1-41 0,1-1-109 15,9-6 51-15,-1 1 29 0,8-5 1 0,0 1-108 16,8-3 68-16,3-1 43 15,0 1-8-15,2-4-52 0,19-2 39 0,5 0 42 16,5 0 1-16,4 0-58 0,1 0-10 0,4 0 215 16,-1 0-85-16,-3-2-35 0,-1 0-23 0,-10 1-241 15,3 1 122-15,-8 0 51 0,-1 0 34 0,-9 0-858 16</inkml:trace>
  <inkml:trace contextRef="#ctx0" brushRef="#br0" timeOffset="119217.18">28824 8729 1469 0,'0'-2'0'0,"0"0"0"0,0-1 0 0,0 2 0 0,0-6 160 0,0-3-63 0,-6-1-33 16</inkml:trace>
  <inkml:trace contextRef="#ctx0" brushRef="#br0" timeOffset="122100.55">19250 9688 1023 0,'-19'0'0'0,"4"0"0"0,3 0 0 0,1 0 0 0,4 0 0 0,2 0 0 0,3 0 0 0,0 0 0 0,2 0 168 0,0 0-60 0,9 0 181 15,12 0-128-15,3-1-64 0,4-5-32 0,4 0 171 16,4-1-93-16,-5 1-60 0,0 2-25 0,-5 1-18 16,-3 1-7-16,-2-2 0 0,-3 2 8 0,-1 0-261 15,-4 2 126-15,-3 0 64 0,-3 0-200 0,-1 0 132 16,-4 2 73-16,-2 8-682 0</inkml:trace>
  <inkml:trace contextRef="#ctx0" brushRef="#br0" timeOffset="122269.1">19259 10019 905 0,'-9'0'0'0,"5"6"0"0,3 1 0 0,1-3 0 0,0 0 0 0,0-1 542 0,1 1-254 0,12-2-128 16,8-2 156-16,5 0-10 0,3 0-137 0,1 0-68 16,0-6-43-16,4-1-25 15,-3-3 8-15,1 3-432 0,2-1 212 0,-2 3 106 16,-2 1 53-16,0 0-729 0</inkml:trace>
  <inkml:trace contextRef="#ctx0" brushRef="#br0" timeOffset="125050.66">20377 9439 719 0,'-8'0'0'0,"4"0"0"0,1 0 0 0,-1 0 0 0,2 0 0 0,1 0 0 0,-1-2 0 0,0 0 0 0,2 0 0 0,0 2 178 15,0 0-64-15,0-2-44 0,0 0-1 0,2 1 58 16,3-2-48-16,4 2-22 0,5-4 128 0,-1 4-80 15,2-4-36-15,2 2 0 0,2 0 95 0,4-1-57 16,2 2-41-16,1 0 32 0,5 0-32 0,0-2-1 16,5 3-32-16,4-3 79 0,5-2-44 15,0 3 0-15,4-5-35 0,3-2 53 0,10 3-26 16,-7 1 8-16,11 1-13 0,3 1 1 16,0 2-23-16,3 1-1 0,1-2-31 0,-9 3 8 15,17 0 24-15,-8 0-32 0,3 0 31 0,2 0 1 16,16 0 0-16,-13-1-26 0,16-2 3 0,-6-4-1 15,3-2-4-15,-1-4-27 0,9 0 15 0,3-3 4 16,-4 0-75-16,-1 0 45 0,-3-1 15 0,-5 5 0 16,0-4-12-16,-14 7 1 0,-2-2 21 0,-7 1 29 15,-17 4-10-15,2 3-12 0,-8-3-16 16,-9 4 92-16,-1 0-38 0,-4 0-1 16,-6 1-32-16,-1-1 29 0,-3 0 11 0,-1 1-34 15,-4-2-70-15,-1 3 35 0,-5-2 9 0,-3 2 26 16,0-1-272-16,-5 1 126 0,-1 0 54 0,0 0 35 15,-2 0-419-15,-2 0 217 0,-12 0 107 0,-5 3-172 16,-8 8 145-16,-1 2 68 0</inkml:trace>
  <inkml:trace contextRef="#ctx0" brushRef="#br0" timeOffset="125842.58">20077 9537 558 0,'0'-8'0'0,"0"4"0"0,0-2 0 0,0 2 0 0,0 2 0 0,0-1 0 0,1-1 156 16,1 3-65-16,2 1-29 0,1 0 158 0,2 1-94 0,0 18-47 16,-2 7-14-16,1 6 176 0,-2 11-105 15,-1 2-51-15,-1 6-26 0,0 3 162 0,1 3-87 0,-2 11-54 16,-1-7 50-16,0 2-49 16,0-2-24-16,0-8 9 0,0 4 49 0,0-5-40 15,0-4-22-15,0-6 8 0,0-4-1 0,0-3-19 16,0 0-8-16,-4-3-36 0,-2-6 36 0,-1-6 0 15,2-1 0-15,-3-9-64 0,-4 2 28 0,3-6 1 16,-3-4-24-16,-2-2 14 0,-1 0 0 0,-4-6-178 16,0-11 98-16,-1-2 31 0,1-7 31 15,-2-1-197-15,-1-11 102 0,5 5 24 0,0-2 39 16,4 1-59-16,-2 6 43 0,5 8 23 16,1 4 0-16,2 9 115 0,1-2-42 0,0 8-25 15,0 1 159-15,1 0-93 0,1 16-45 0,1 4-19 16,-1 6 86-16,2 2-22 0,0 3-34 0,1-1 105 15,1 4-59-15,0-1 4 0,0-1-30 0,0-2-162 16,0-4 69-16,0-3 43 0,1-1 0 0,3-2-403 16,0-4 202-16,-1-5 73 0,3-1-332 0,-3-2 216 15,6-7 109-15,-2-1 45 16,6 0-109-16,2-17 86 0</inkml:trace>
  <inkml:trace contextRef="#ctx0" brushRef="#br0" timeOffset="126049.78">20374 9872 1457 0,'9'-16'0'0,"-2"10"0"0,-2 2 0 0,1 2 0 0,-3 2 0 0,-1 4 0 0,-1 13 0 0,1 8 0 0,0 6 0 0,0 5 454 0,-2 7-214 0,0 3-104 16,0 2 145-16,0-3-124 16,-4 0-62-16,2-7-161 0,2 1 46 0,0-1 26 15,0-5 0-15,0-3-166 0,0-2 96 0,2-7 57 16,2-3 16-16,1-5-501 0,1-6 190 0,-1-3 154 15,2-4-47-15,-4 0-300 0,3-3 231 0,-4-9 116 16,1-13-109-16</inkml:trace>
  <inkml:trace contextRef="#ctx0" brushRef="#br0" timeOffset="126195.68">20454 10237 699 0,'-4'-21'0'0,"2"4"0"0,2 8 0 0,0-2 0 0,0 1 0 0,0 3 0 0,2-1 0 0,11 0 350 0,4 2-159 0,6 1-79 15,5-1 255-15,2 0-168 0,2 0-74 0,2 2-51 16,0-1 130-16,-2 3-86 0,-2-1-42 0,-2 1-80 15,-5 0 7-15,0 2 30 0,-2 0 0 0,-1 0-365 16,-8 0 182-16,-3 0 91 0,0 0 55 0,-4 0-545 16,-1 0 204-16,-2 0 163 0,-2 0-257 0</inkml:trace>
  <inkml:trace contextRef="#ctx0" brushRef="#br0" timeOffset="126372.46">20735 9788 495 0,'-5'-2'0'0,"1"2"0"0,1 0 0 0,-1 9 0 0,0 7 0 0,3 4 460 16,-1 6-213-16,2 4-107 0,0 12 342 0,-3-7-217 0,1 14-120 16,0-2-56-16,-1 0 99 0,-1-2-77 0,4-1-40 15,-2-7 9-15,0 3-67 16,2-1-1-16,0-4 20 0,0-3-331 0,0 0 165 16,0-9 92-16,4 0 33 0,2-7-565 0,4-3 296 15,-1-5 60-15</inkml:trace>
  <inkml:trace contextRef="#ctx0" brushRef="#br0" timeOffset="126908.8">21365 9617 874 0,'0'0'0'0,"0"0"0"0,0 0 0 0,0 0 0 0,2 4 0 0,0-1 0 0,1 4 169 0,7 2-68 16,0 0-35-16,2 2 275 0,6 0-154 0,-2 3-69 16,1-4-47-16,0 5 36 0,0-3-38 0,-1-1 1 15,0 0-81-15,-3 0 18 0,-1-1 0 0,-5-2 26 16,0 0-306-16,0-3 153 0,-3-2 84 0,3 0-510 15,-4-3 274-15,3 0 66 0</inkml:trace>
  <inkml:trace contextRef="#ctx0" brushRef="#br0" timeOffset="127090.6">21695 9485 1167 0,'-7'0'0'0,"0"14"0"0,-4 5 0 0,1 1 0 0,-5 6 0 0,-2 6 0 0,-3 8 228 16,-1-1-97-16,-4 4-50 0,-3 0 245 0,1 1-151 15,2-1-71-15,-2-1 4 0,5 0-38 0,1-2 0 16,4-8-29-16,2 1-131 0,2-1 61 0,3-3 31 16,3-9 0-16,3-3-403 0,4-8 225 15,0-1 101-15,0-6 53 0,2-2-649 0</inkml:trace>
  <inkml:trace contextRef="#ctx0" brushRef="#br0" timeOffset="127363.37">21716 9596 1240 0,'14'0'0'0,"0"-2"0"0,5-3 0 0,-2-1 0 0,2 1 0 0,-1 1 0 0,-2 2 0 0,-2 0 167 0,0 2-68 0,-7 0-32 0,2 2-1 16,-2 7-11-16,-5 4-14 0,-2 3-8 16,0 0-121-16,-7 7 61 0,-7-4 30 0,-6 1 0 15,4-2-34-15,-9 4 28 0,3-6 0 0,5-2 86 16,-2 1-33-16,3-4 6 0,6-3-63 0,1-1 106 15,3-1-55-15,4-3 0 0,2 1-31 0,0 0 177 16,2-2-79-16,9-1-39 0,5 2 2 0,2-3-20 16,5 0 0-16,-2 0-13 0,0 0-136 0,2 0 63 15,-2 0 33-15,-1-3-363 16,-3 2 181-16,-4-3 103 0,-1 2 16 0,-3 1-231 16,-2 1 97-16,-3 0 84 0,-4 0 26 0</inkml:trace>
  <inkml:trace contextRef="#ctx0" brushRef="#br0" timeOffset="127621.05">21151 10135 1021 0,'-26'5'0'0,"10"-1"0"0,3 2 0 0,6-2 0 0,2-2 0 0,5-2 0 0,0 4 435 0,5-2-201 0,22 1-101 16,12-1-50-16,3-2 172 0,19 0-116 0,-1 0-53 15,5 0-27-15,6-2 182 0,0-7-104 16,-8-3-44-16,19 1 2 0,-11-1-31 0,-4 2-1 16,-12 0-170-16,-1 3 69 0,-11 3 44 15,-4-1-8-15,-2 1-306 0,-12 1 170 0,0 0 86 16,-8-1 21-16,-6 2-408 0,-3 1 174 0,-7-1 115 16,-1 2-108-16,0 0 113 0,-5 0 56 0,-11 0 19 15,-9 0-297-15</inkml:trace>
  <inkml:trace contextRef="#ctx0" brushRef="#br0" timeOffset="127829.8">21218 10205 936 0,'-5'5'0'0,"0"1"0"0,3 6 0 0,-1 0 0 0,1 2 0 0,0 3 0 0,0 1 475 15,2 8-221-15,0 1-111 0,0 1 135 0,0 2-123 16,0-1-53-16,0 4-38 0,0-1 162 0,0 0-97 15,0-2-48-15,0 1-161 0,0-4 64 0,0 3 21 16,0-7-1-16,-3-1-376 0,1-3 202 0,0-8 101 16,2 0 59-16,-2-5-648 0,2-3 319 15,0-3 126-15,0 0-256 0</inkml:trace>
  <inkml:trace contextRef="#ctx0" brushRef="#br0" timeOffset="127974.8">21199 10517 1202 0,'2'-10'0'0,"5"4"0"0,0 1 0 0,2 3 0 0,0-2 0 0,5 2 0 0,-2 0 231 0,6 1-90 0,0 1-59 16,1-2 168-16,2 2-109 0,-1 0-54 0,-1 0 158 16,0 0-98-16,0 0-61 0,0 0-27 0,-3 2-330 15,0-1 152-15,-4 3 76 16,0 0 46-16,-3 0-584 0,0-2 307 0,0 2 141 16</inkml:trace>
  <inkml:trace contextRef="#ctx0" brushRef="#br0" timeOffset="128127.33">21517 10383 1041 0,'0'-4'0'0,"0"3"0"0,0 1 0 0,0-2 0 0,0 2 0 0,0 0 0 0,0 0 270 0,4 0-119 0,7 0-59 0,-2 0 303 16,3 7-173-16,-1 0-98 0,3 1-46 0,0 1-157 16,0 1 56-16,-1-2 36 0,-1 1-8 0,0-1-524 15,1-3 275-15,-1 1 139 0</inkml:trace>
  <inkml:trace contextRef="#ctx0" brushRef="#br0" timeOffset="128308.4">21755 10305 1347 0,'-2'-6'0'0,"-1"4"0"0,-1 1 0 0,-1 1 0 0,-1 0 0 0,-4 0 0 0,3 14 0 0,-4 8 0 0,-1 4 243 16,-1 10-104-16,1-2 129 0,-8 13-121 0,3-2-58 15,-1 2-27-15,-1 1 143 0,2 2-86 0,2-11-35 16,-2 10-30-16,6-6-142 0,0-9 60 0,0 2 30 15,-1-5-407-15,5-8 228 0,1-2 100 0,3-10 55 16,-1-3-606-16,4-4 301 0,0-4 150 0,0 0-119 16</inkml:trace>
  <inkml:trace contextRef="#ctx0" brushRef="#br0" timeOffset="128556.3">21709 10258 1125 0,'12'-14'0'0,"6"3"0"0,0 1 0 0,1 3 0 0,2 1 0 0,-3 3 0 16,2-1 0-16,-1 4 0 0,-3 0 294 0,-2 0-131 0,-3 5-65 0,-2 6-44 0,-4 3 8 16,-3 5-29-16,-2 3-1 0,0 0-150 0,-7 0 75 15,-6 0 38-15,1-4-77 16,-2 2 53-16,-2-2 32 0,5-3-1 0,0-3 30 16,3-3-45-16,3-3 3 0,1-2-38 0,2-3 202 15,2 2-89-15,0-3-31 0,0 0 96 0,6 0-52 16,9 0-16-16,1-4 1 0,2-4-63 0,1 0 0 15,-3 3 43-15,3-1-419 0,-4-1 195 0,-3 6 98 16,2-1 36-16,-6 1-265 0,-1 1 111 0</inkml:trace>
  <inkml:trace contextRef="#ctx0" brushRef="#br0" timeOffset="128709.89">21845 10622 824 0,'-9'7'0'0,"2"1"0"0,2-2 0 0,-2-3 0 0,4-1 0 0,1-2 179 0,0 0-73 0,2 0-37 15,0 0 274-15,4 0-159 0,9 0-75 0,4-5-39 16,2-5-78-16,4-1 0 0,-5 1 49 0,6-3-477 16,-3 1 234-16,1-1 118 15,-4 2 58-15</inkml:trace>
  <inkml:trace contextRef="#ctx0" brushRef="#br0" timeOffset="129008.54">22137 10312 1355 0,'-5'0'0'0,"0"0"0"0,3 1 0 0,0-1 0 0,2 0 0 0,0 0 0 0,0 0 0 0,10-1 0 0,5-6 226 0,2 1-96 0,2 0-49 0,0 2 131 0,0 0-90 15,-1 2-36-15,1 0-31 16,-2 2-100-16,-2 0 39 0,-2 0 0 0,-1 9-52 16,-5 4 53-16,-3 3 15 0,-3 3 0 0,-1 5 1 15,-3 2 22-15,-11 1-12 0,0 4 66 0,-4-2-63 16,2 1-5-16,-1 0-34 0,2 0 262 0,1-2-104 15,5-6-49-15,0 4 92 0,4-6-76 0,3-5-39 16,2 2 0-16,0-6-33 0,0-2-5 0,2 1 0 16,7-7 0-16,2 1-163 15,2-4 82-15,2 0 49 0,0 0-134 0,0 0 83 16,2-1 41-16,0-7-15 0,-2 0-474 0,0 1 188 16,-3-1 143-16,-3 3-260 0,-2-1 197 0,-2 0 98 15,-1 1 50-15,-1-3-269 0,-1 1 164 0</inkml:trace>
  <inkml:trace contextRef="#ctx0" brushRef="#br0" timeOffset="129156.66">22208 10492 597 0,'-21'0'0'0,"5"0"0"0,5 0 0 0,-1 2 0 0,3 0 0 0,5 0 393 0,2-2-181 0,2 2-81 16,0-1 237-16,4-1-167 0,11 3-85 0,4-3-41 15,0 0 58-15,1 0-42 0,3 0-33 0,0 0-256 16,-2 0 115-16,2-3 58 0,0 2 29 0,-5-5-562 15,3 0 290-15</inkml:trace>
  <inkml:trace contextRef="#ctx0" brushRef="#br0" timeOffset="129397.54">22441 10237 1189 0,'2'-6'0'0,"4"3"0"15,1-2 0-15,0 1 0 0,5 1 0 0,-1-1 0 0,1 2 0 0,-1 2 0 0,0 0 181 0,-1 0-65 0,1 6-46 0,-4 6 44 0,-1 0-40 0,-5 4-21 16,1 1 1-16,-2-1-102 16,0 3 37-16,-3-1 21 0,-7-1 1 0,0 1-71 15,-2-1 47-15,1-2 31 0,2-3-9 0,2-4 54 16,2 0-1-16,1-4-63 0,4-1 47 0,0-2-29 16,0-1-12-16,2 0-10 0,10 0 6 0,4-8 16 15,2-5 30-15,3-1-229 0,2-1 101 0,0-2 48 16,2 1 23-16,-2-1-505 0,-2 1 216 0</inkml:trace>
  <inkml:trace contextRef="#ctx0" brushRef="#br0" timeOffset="129564.09">22700 10078 1247 0,'-7'0'0'0,"3"0"0"0,1 0 0 0,3 0 0 0,0 0 0 0,0-3 0 0,12-3 0 0,9-1 146 0,-1 0-56 15,1 1-20-15,6-1 132 0,-8 2-85 0,5 0-42 0,-2 1-21 0,-1 1-249 16,-1-1 122-16,-2 2 49 0,-4 0-456 0,-2 2 245 16,-3 0 123-16</inkml:trace>
  <inkml:trace contextRef="#ctx0" brushRef="#br0" timeOffset="129741.14">22872 9761 867 0,'-10'4'0'0,"2"10"0"0,5-1 0 0,-3 3 0 0,3 1 0 16,1 8 264-16,-3-1-116 0,5 7-57 0,-2 0-30 0,0 5 373 15,2-1-192-15,0 1-109 0,0 2-76 0,0-1-24 16,0-1 0-16,0-2-1 0,0 0-345 0,0-2 168 16,0-6 89-16,2-5-509 0,7-3 294 0,1-3 147 15</inkml:trace>
  <inkml:trace contextRef="#ctx0" brushRef="#br0" timeOffset="130374.08">23238 9600 1001 0,'-6'-10'0'0,"4"7"0"0,0-1 0 0,2 0 0 0,0 1 0 0,0-1 0 0,2-4 122 0,8 5-44 0,6-1 220 16,2 2-137-16,2-2-64 0,1 2-33 16,0 0 84-16,0 2-50 0,0 0-37 15,-2 0 1-15,0 0-48 0,-4 0 19 0,-2 0 0 16,-6 4 8-16,1 3-75 0,-2 5 34 0,-4 1-1 16,-2 2 4-16,0 6 1 0,-13 2 37 0,-6 3-9 15,0 0-8-15,-1 2-35 0,-1-2 35 0,0 1 60 16,8-5-25-16,-4 5-13 0,8-7-25 15,1 1 82-15,3-4-37 0,5 0-9 0,0-6 9 0,0 2-38 16,2-5 4-16,9-1 1 0,4-3-53 0,3-4 26 16,3 0 8-16,6 0-44 15,-6 0 31-15,0-4-4 0,0-3 36 0,-1-3-356 16,-2 2 167-16,-4 3 56 0,-4 0 50 0,0 1-460 16,-3 0 239-16,-4-1 118 0,-1 2 53 0,-2-1-356 15</inkml:trace>
  <inkml:trace contextRef="#ctx0" brushRef="#br0" timeOffset="130518.69">23215 9746 1435 0,'-15'2'0'0,"7"0"0"0,3 2 0 0,1-4 0 16,4 1 0-16,0-1 0 0,0 0 0 0,2 0 166 0,11 0-66 0,10 0-34 0,-1 0 216 0,-2 0-117 0,9-1-70 15,-3-1-31-15,1 0-238 0,-1 2 107 0,-3-2 50 16,0 2 33-16,0 0-596 0</inkml:trace>
  <inkml:trace contextRef="#ctx0" brushRef="#br0" timeOffset="130780.85">23615 9485 950 0,'4'-9'0'0,"5"4"0"0,3-1 0 0,1 1 0 0,-2 1 0 0,2 2 0 0,-2 0 222 16,3 2-99-16,-5 0-45 0,0 2-22 0,-2 9 132 15,-4 5-77-15,-1 0-31 0,-2 0-8 0,0 5-99 16,-10 2 30-16,-1-1 0 0,-3-5-36 0,2 2 41 16,-1 0-9-16,3-2 86 0,1-5-26 15,5-3-1-15,0 1-25 0,3-2 40 16,1-3-13-16,0 0-28 0,1-4-42 0,10-1 110 16,5 0-33-16,0 0 7 0,3-1-41 15,0-5-43-15,-1-1 21 0,2-2 0 16,-5 0-313-16,2 2 168 0,-6 3 67 0,0 1-522 0,-3 1 264 15,-1 2 145-15,-5 0 74 0</inkml:trace>
  <inkml:trace contextRef="#ctx0" brushRef="#br0" timeOffset="131035.17">23089 10150 1469 0,'-26'13'0'0,"7"-1"0"0,4 3 0 0,3-4 0 0,5-4 0 0,3-1 0 0,3-2 0 0,1 0 268 0,5-3-123 0,22 1 328 16,10-2-221-16,7 0-109 16,14-3-55-16,-6-7 60 0,17-6-62 0,-2 1-27 15,-5-3 1-15,2 2-56 0,-3 4 0 0,-10 1 36 16,0 0-7-16,-7 1-167 0,-9 5 84 0,-1 1 41 16,-13 0-358-16,0 2 207 0,-8 0 47 0,-3 1-383 15,-6 1 217-15,-2 0 123 0,-2 0 53 0,-6 0-267 16,-9 0 169-16,-7 7 84 15,-5 0 42-15</inkml:trace>
  <inkml:trace contextRef="#ctx0" brushRef="#br0" timeOffset="131221.67">23006 10252 1640 0,'-3'6'0'0,"3"10"0"0,-2-1 0 15,2 1 0-15,-2-2 0 0,0 5 0 0,1 4 0 0,-1 3 295 0,2 0-130 0,-2 1-59 0,-1 6 221 0,0-1-148 0,-3 0-73 16,2 0-36-16,-1 2-129 16,0-4 54-16,1 0 15 0,-1-4 0 0,2-5-156 15,1-2 90-15,2-6 44 0,0-4-454 0,0-3 235 16,0-3 131-16,0-3-65 0,5 0-466 0</inkml:trace>
  <inkml:trace contextRef="#ctx0" brushRef="#br0" timeOffset="131374.04">23029 10513 1555 0,'0'-9'0'0,"2"3"0"0,-2 2 0 0,2 2 0 0,0 0 0 0,1 0 0 0,5-1 0 0,4 1 0 0,2-2 265 0,5 0-117 15,1 2-57-15,1-3 185 0,2 3-114 0,-2-2-68 16,-1 2-286-16,1 0 113 0,-3 2 56 0,0 0 27 16,-3 0-238-16,0 0 128 0,-3 0 70 0,-2 0-598 15,0 0 320-15</inkml:trace>
  <inkml:trace contextRef="#ctx0" brushRef="#br0" timeOffset="131514.67">23307 10361 820 0,'0'-4'0'0,"0"2"0"0,0 0 0 0,0 0 0 0,0 2 0 0,0 0 0 0,0 0 310 16,2 0-138-16,2 0-70 0,1 0-34 0,2 0 290 16,2 2-166-16,2 3-80 0,-4 4-152 0,0-4 37 15,1 2-1-15,0 1 45 0,-1-1-530 0,0 1 261 16,1 1 130-16</inkml:trace>
  <inkml:trace contextRef="#ctx0" brushRef="#br0" timeOffset="131719.41">23534 10252 988 0,'-2'0'0'0,"-1"0"0"0,-3 0 0 0,1 2 0 0,-3 8 0 0,-2 6 0 0,0 7 0 0,-2 3 559 0,-1 6-268 0,-6 7-128 16,2 1 344-16,-2 0-237 0,1 6-119 0,-1-1-51 15,-2 2 31-15,1-2-50 0,1 2-24 16,0-4-104-16,0-2 39 0,4-5 9 16,-2 0 32-16,2-5-442 0,6-8 222 0,0-2 109 15,0-8 56-15,6-3-584 0,-1-7 226 0,4-1 173 16,0-2 87-16,0-5-342 0</inkml:trace>
  <inkml:trace contextRef="#ctx0" brushRef="#br0" timeOffset="131964.56">23476 10264 1137 0,'14'-16'0'0,"2"3"0"0,3 1 0 0,2 1 0 0,-1 0 0 0,-1 2 0 0,1 1 166 0,-1 3-58 0,-1 2-41 0,-4 3 48 16,0 0-41-16,-7 3-21 0,-1 8 9 0,-4 2-10 16,-2 3-19-16,0 4 0 0,-2-2-34 0,-11 5-17 15,-1-7 33-15,-4 6-8 0,3-10 50 0,0 4 0 16,1-5-24-16,7-6 93 0,2 3-39 0,-1-6-31 15,3 0 0-15,1 0 18 0,2-2-1 16,0 0-40-16,11 0 8 0,7 0-45 16,3-8 1-16,2 1 35 0,-5-1-237 0,5-2 119 15,-4 5 67-15,1-1 22 0,-5 3-640 0,2 0 311 16,-6 3 113-16</inkml:trace>
  <inkml:trace contextRef="#ctx0" brushRef="#br0" timeOffset="132107.18">23633 10535 949 0,'-12'6'0'0,"4"-1"0"0,0-1 0 0,3-1 0 0,1-3 0 0,2 0 0 0,2 0 404 0,0 0-185 0,0 0-94 15,2 0-37-15,12 0 19 0,0-4-37 0,4-4-1 16,-2-2-220-16,3 3 91 0,1-2 55 0,-1-2 15 16,1 1-570-16</inkml:trace>
  <inkml:trace contextRef="#ctx0" brushRef="#br0" timeOffset="132410.16">23898 10237 649 0,'3'0'0'0,"2"0"0"0,0 0 0 0,6 0 0 0,-2-2 0 0,1-4 406 16,4-1-186-16,-1-1-94 0,4 1-38 0,0 1 213 16,2 2-134-16,-5 3-67 0,3-2-13 0,-2 3-20 15,-3 0-7-15,-4 0-27 0,2 6-73 0,-5 5 37 16,-3 4 0-16,-2 3-21 0,0 2 24 0,-12 2 1 15,-3 5 32-15,-2-1 20 0,1 3 0 0,-4-2-12 16,-1 4-8-16,3-3 99 16,1 2-51-16,2-2-33 0,3-2-1 0,3-3 48 15,4-1-35-15,1 1 0 0,4-4 56 0,0-4-41 16,0 0-21-16,0-6 8 0,6 1-13 0,3-7-16 16,1 2-1-16,3-5-146 0,-1 0 73 0,2 0 45 15,1 0-8-15,-2-5-409 0,0-4 211 0,-1-1 75 16,-1 1 62-16,-6 2-310 0,4-6 176 0,-4 3 82 15,-1-1-400-15,-2-3 242 0</inkml:trace>
  <inkml:trace contextRef="#ctx0" brushRef="#br0" timeOffset="132568.73">23893 10387 1022 0,'-13'1'0'0,"5"4"0"0,3-4 0 0,1 1 0 0,2 0 0 0,2-2 0 0,0 2 473 0,0-2-220 0,6 2-102 0,8 0-63 0,3-1 292 15,1 1-174-15,-1-1-86 0,5-1-331 0,-2 3 130 16,1-3 53-16,-2 0 31 16,1 0-305-16,0 0 167 0,-1 0 84 0</inkml:trace>
  <inkml:trace contextRef="#ctx0" brushRef="#br0" timeOffset="132790.14">24219 10156 1164 0,'14'0'0'0,"1"0"0"0,4-2 0 0,0 0 0 0,-1 2 0 0,1 0 0 0,1 0 0 0,0 0 463 16,-5 8-215-16,-2 3-108 0,-4 4 61 0,-5 2-88 15,-4 3-40-15,0 3 0 0,-6-1-140 0,-8-1 50 16,-4-4 33-16,-5 2-41 0,9-8 29 0,-2 0 0 16,5-3 29-16,2-2-37 0,4-5 8 0,0 1 29 15,3-2-1-15,2 0-30 0,2 0 26 0,14-2-88 16,3-7 107-16,6-6-3 0,4 2-34 0,1-2 4 15,3 1-780-15,4-1 361 16,-2 2 176-16</inkml:trace>
  <inkml:trace contextRef="#ctx0" brushRef="#br0" timeOffset="133431.97">25072 9769 571 0,'0'-17'0'0,"0"4"0"0,0 2 0 0,-4 0 0 0,-2 0 0 0,-8 0 267 0,1 6-117 16,-2 3-51-16,-2 2 75 0,0 0-71 0,-7 13-35 15,1 10 0-15,-3 7 164 0,5-2-91 0,-5 9-58 16,9-6-25-16,0 4 178 16,6 1-102-16,2-2-50 0,5-8 117 0,4 8-88 15,0-13-41-15,0 0 1 0,6-5-133 0,5-4 55 16,4-5 15-16,2-7-248 0,7 0 136 0,1-2 68 16,-2-17 33-16,2-5-143 0,5-10 41 0,-3-4 59 15,-3-1-40-15,-3-4-260 0,-1-2 153 0,-1-2 71 16,-4-4-56-16,0-4 72 0,2-9 35 0,-4 3 1 15,0-6-18-15,-2 6 18 16,5-14 9-16,-7 22 58 0,1 5 1 0,-7 16-33 16,-1 10 0-16,0 7 385 0,-1 7-188 0,-1 4-98 15,0 4-24-15,-3 17 198 0,-6 13-82 0,-3 9-72 16,0 14 295-16,-2 13-175 0,1 4-86 0,2 1 231 16,1 0-159-16,5-11-72 0,-1 13-47 0,4-19 120 15,2 5-80-15,0-6-41 16,0-9 1-16,0-6-314 0,2-4 133 0,5-11 71 0,2-3 34 15,2-7-217-15,0-8 127 0,3-5 71 16,2 0-644-16,1-10 327 0,-3-15 101 0,4-5 103 16,-5-11-246-16,0 5 166 0,0-15 95 0,-4 5-58 15,1 0 73-15,-3 11 36 0,-1-1 0 0,-4 12 231 16,0 1-94-16,-2 10-50 0,0 2-25 0,0 7 225 16,0 0-125-16,3 4-71 0,1 0 605 0,3 14-233 15,7 4-181-15,1 2-89 0,2 3 235 0,2-1-154 16,1 1-91-16,-1 2-108 0,2-5 1 0,1 1 25 15,-1-2 1-15,-2-6-558 0,1 0 275 16,-1-2 141-16,-2-1 71 0,-4-4-774 16,-4-2 393-16</inkml:trace>
  <inkml:trace contextRef="#ctx0" brushRef="#br0" timeOffset="133615.49">25715 9489 1860 0,'0'0'0'0,"0"0"0"0,-2 14 0 0,-5 5 0 0,-7 10 0 0,-2 9 0 0,-9 15 0 0,-1 0 0 0,-4 7 367 0,-2 7-168 16,-4 0-74-16,-8 14 420 0,2-4-256 0,-3 0-128 15,-2 0-64-15,7-10-137 0,1 5 45 0,4-7-8 16,14-13-204-16,2-4 121 0,10-14 59 0,2-10 29 16,6-5-675-16,1-7 349 0,0-3 178 0</inkml:trace>
  <inkml:trace contextRef="#ctx0" brushRef="#br0" timeOffset="134056.81">25887 9876 1066 0,'0'-30'0'0,"0"8"0"0,-1 3 0 0,-7 3 0 0,1 2 0 0,-4 2 0 0,-6 3 296 15,0 5-131-15,-2 4-67 0,-2 0-24 0,-1 5 139 16,1 11-90-16,2 8-45 0,3 3-22 0,0 5 69 16,5 1-38-16,4 3-31 0,3-2 28 0,4-1-26 15,0 0 0-15,2-5-25 0,5-8-23 0,6 1-9 16,1-6 32-16,-1-4-140 0,1-3 70 0,2-6 35 16,-1-2 8-16,-2 0-237 0,4-11 123 0,-2-10 31 15,2-4 40-15,-5-4-245 0,3-6 103 16,1-8 77-16,-3 2-42 0,2-4 56 0,-2-4 27 15,4-5-7-15,-1-8-63 0,2 2 49 0,0-4 25 16,0 3-39-16,-1 11 32 0,-4 7-8 16,-2 1 39-16,-5 14 103 0,-2 3-52 0,-3 14-25 15,1 2 0-15,-2 3 441 0,0 6-197 0,0 3-125 16,-3 20 305-16,-9 12-192 0,3 3-96 0,-2 10-40 16,-1 4 206-16,0 14-131 0,4-5-66 0,0 0 44 15,2-8-54-15,1 5-20 0,-1-2-8 0,3-5-63 16,1-2 0-16,0-4 36 0,2-11 0 15,0-3-418-15,0-2 206 0,0-7 105 16,0-8-621-16,0-5 337 0,5-5 139 0,6-4-376 16,5-2 285-16</inkml:trace>
  <inkml:trace contextRef="#ctx0" brushRef="#br0" timeOffset="134432.84">26220 9448 1091 0,'6'-11'0'0,"5"5"0"0,2 0 0 0,2 0 0 0,2-1 0 0,4 3 154 0,3 3-61 16,3-2-30-16,1 3 0 0,-5 0 229 16,10 0-134-16,-7 0-62 0,2 0-40 0,-4 4 0 15,-2 0-23-15,-1 2-40 0,-3-3 15 0,-3 4 1 16,-3-4 24-16,-5 1-15 0,-2 0 15 0,-3-3 8 16,0-1-9-16,-2 2-16 0,0 0 17 0,-7 2 0 15,-2 0-27-15,-3 4 30 0,1 0-52 0,-2 7 1 16,-4 5 250-16,6 2-101 0,-5 2-51 15,3 6 199-15,-2 2-128 0,-1 10-61 16,0-3-30-16,2 2-69 0,-4 2 0 0,4-5 47 16,-7 11-9-16,1-7-32 0,2-4-1 0,5-6 34 15,2 0 8-15,0-3-118 0,5-8 53 0,0-5 28 16,2-7-116-16,1-1 62 0,3-2 8 0,0-4-14 16,0-2 17-16,3 0-1 0,9 0 13 0,3 0 210 15,4-4-91-15,2-5-47 0,1 2-18 0,-1-2-65 16,2-2 7-16,-5 2 39 0,6 0 21 0,-4-1-179 15,-1 1 82-15,1-1 37 16,-4 3-553-16,-1-2 276 0,-4 4 126 0,-1-2 79 16,-2-1-585-16</inkml:trace>
  <inkml:trace contextRef="#ctx0" brushRef="#br0" timeOffset="134604.4">26203 9733 1884 0,'0'-4'0'0,"0"-7"0"0,0 6 0 0,20 2 0 0,7-1 0 0,5-1 0 0,10 4 342 16,2 1-155-16,9 0-76 0,2 0 597 0,-2 7-337 15,4 4-161-15,-2 0-98 0,-2 0 58 0,-5 1-170 16,-2-3 0-16,-4 1-759 0,-5 1 421 0,4 0 181 16</inkml:trace>
  <inkml:trace contextRef="#ctx0" brushRef="#br0" timeOffset="136244.06">27180 9607 772 0,'-1'-5'0'0,"1"3"0"0,0 0 0 0,0 0 0 0,0 0 0 0,0 2 0 0,0 0 0 0,0-1 0 0,1 1 153 0,8 0-60 0,6 0-30 16,5-3 8-16,7 3 63 0,2 0-51 0,-1 0-25 15,4 0-59-15,-2 0 1 0,-5 0 41 0,0 0-8 16,-2 0-221-16,-4 0 110 0,-3 0 56 0,-2 0-143 16,-7 3 76-16,-4 6 51 0,-3 4-19 0,0 2-306 15</inkml:trace>
  <inkml:trace contextRef="#ctx0" brushRef="#br0" timeOffset="136399.16">27232 9883 804 0,'-12'4'0'0,"3"-1"0"0,2 4 0 16,3-3 0-16,3-2 0 0,1 0 0 0,0-2 0 0,1 0 154 0,10 1-61 0,12 1-30 0,4-2 174 0,1 0-102 16,6 0-43-16,1 0-33 0,-2 0-100 0,3-3 37 15,-3-5 0-15,-5 4-318 0,3-4 173 0,-1 5 92 16,-4-3 44-16,1 1-246 15,-5-6 96-15</inkml:trace>
  <inkml:trace contextRef="#ctx0" brushRef="#br0" timeOffset="137449.4">28130 9769 576 0,'-5'0'0'0,"-2"0"0"0,6 2 0 0,-1 0 0 0,0-2 0 0,1 2 0 0,1-2 0 0,0 0 140 0,0 0-58 0,0 1-25 16,0 4 1-16,6-4 108 0,11 1-67 0,-1 0-25 15,8 0 51-15,3-2 23 16,3 0-57-16,4 0-29 0,2 0 115 0,6 0-64 15,8 0-44-15,4 0 21 0,8-2-28 0,0 0 0 16,3-3-30-16,8-1 16 0,7 0-15 0,3 0 0 16,14-1-1-16,-1 3-66 0,-1 0 34 0,-11 2 7 15,24 1-120-15,-12 1 73 0,-1 0 23 0,0 0 23 16,3 0-161-16,-18 0 66 0,6 0 21 0,-3 0-7 16,-6 0 12-16,-7 0 22 0,-1 0-13 15,-16 0 61-15,3-3-49 0,-7 2 14 0,-13-3-18 16,-1 2 93-16,-13-2-34 0,-5 3-7 15,-2-1 5-15,-7 0-29 0,-3 0 13 0,-3 2-10 16,-2 0-104-16,0 0 46 0,0 0 32 0,-4 0-107 16,-8 0 57-16,-4 0 31 0,-2 10 2 0,-1-2-308 15</inkml:trace>
  <inkml:trace contextRef="#ctx0" brushRef="#br0" timeOffset="138009.74">28443 10106 794 0,'-10'0'0'0,"0"0"0"0,0 0 0 0,1 0 0 0,2 0 0 0,-2 0 0 0,2 0 0 0,0-3 0 0,5 3 114 0,1 0-41 0,-1 0 8 0,2 0 114 15,0-2-82-15,2 2-40 0,13 0 1 0,12 0-1 16,3 0 8-16,9 0-48 0,4 0 198 0,4 0-99 16,8 0-50-16,12 0-25 0,-5 0 111 15,21 0-72-15,9 0-32 0,4-2 23 0,3-5-28 16,-2 0 1-16,-10 0-19 0,18-2-90 15,-27 3 41-15,5 1 0 0,-7 4 41 0,-8-3-69 16,-14 2 43-16,-3 0-8 0,-10 2-88 0,-3-2 29 16,-3 1 39-16,-8 1-18 0,-2-3-11 0,-3 2 5 15,-4 1 0-15,-2-2-32 0,-5-1 31 0,-3 3-12 16,-4-1 37-16,1 1-147 16,-3 0 70-16,-2 0 33 0,0 0 0 0,0 0-226 0,-11 0 121 0,-8 0 73 15,-5 0-158-15,-3 4 110 16,-3 5 57-16</inkml:trace>
  <inkml:trace contextRef="#ctx0" brushRef="#br0" timeOffset="138434.34">28363 10163 663 0,'-12'-1'0'0,"3"-3"0"0,4 4 0 0,0 0 0 0,2 5 0 0,-2 5 96 0,2 1-32 0,-4 2 134 16,3 4-87-16,-1 8-39 0,1-1 0 0,0 6 150 16,1 2-95-16,1 1-39 0,-1 11-31 0,3-4 56 15,0 3-40-15,-4-4 0 0,3-3-41 0,-1 1-22 16,0 1-8-16,1-5 31 0,-3 0-36 16,0-4 1-16,0-2 35 0,-4-6 8 0,1-3-37 15,-2-3 0-15,-2-1 29 0,-1-7-70 16,-1-1 32-16,-4-6 0 0,1 0-5 0,-2 0-19 15,-3-8 20-15,1-7-13 0,1-4 32 0,-1-1-75 16,0-5 34-16,4-3 13 0,-1-4-74 0,1-2 39 16,3 2 24-16,5 6-14 0,-2 0 3 0,3 3 16 15,-1 12 11-15,5 0 116 0,-1 3-57 0,1 5-36 16,1 1 3-16,-2 2 124 0,-1 0-68 16,0 11-26-16,-1 6-2 0,1 2-3 0,0 5-4 15,-2 0 9-15,2 1-110 0,0-2 49 0,2 5 0 16,0-8 57-16,1 3-164 0,-3-1 68 15,5-1 17-15,0-2-334 0,0-5 177 0,0-2 49 16,0-3 52-16,5 1-262 0,8-8 162 0,-1-2 82 16,6-2 41-16</inkml:trace>
  <inkml:trace contextRef="#ctx0" brushRef="#br0" timeOffset="138622.84">28426 10383 1437 0,'17'-11'0'0,"-5"6"0"0,1 5 0 0,1 0 0 0,-3 1 0 0,-2 10 0 0,-1 6 0 0,-6 8 0 0,-2 4 200 0,0 11-83 0,-2-1-43 0,-10 3 84 16,0-6-54-16,-1 9-40 0,3-11 0 0,1 1-94 15,-2-3 31-15,6-2 0 0,1-8 40 0,3-1-347 16,-1-4 169-16,2-7 85 0,0-1-490 0,0-2 272 16,0-7 67-16,5 0-114 0,2-1 98 15</inkml:trace>
  <inkml:trace contextRef="#ctx0" brushRef="#br0" timeOffset="138763.97">28538 10655 673 0,'6'-12'0'15,"-2"2"0"-15,8 5 0 0,3-4 0 0,0 2 0 0,0 2 293 0,2-1-130 0,1-1-65 0,1 5 219 0,1-3-134 0,-1 4-80 16,-2-1-34-16,2 0-9 0,0 0-27 0,-3 2 0 16,1 0 8-16,0 0-367 15,-2 0 179-15,-2 0 91 0,1 0-558 0,-6 0 303 16,0 0 151-16</inkml:trace>
  <inkml:trace contextRef="#ctx0" brushRef="#br0" timeOffset="138929.57">28861 10471 974 0,'-5'-9'0'0,"2"1"0"0,3 4 0 0,0 3 0 0,0-1 0 0,0-2 0 0,0 3 0 0,2 1 365 0,7 0-158 0,2 0-91 0,1 0-42 0,0 1 84 15,1 6-63-15,0 1-23 16,2 0-8-16,-2 1-168 0,1 2 69 0,-1-1 33 15,4-1-439-15,-5-1 245 0,2 2 110 0,3-2 60 16,-5 0-505-16,2-4 256 0,-5-4 87 0</inkml:trace>
  <inkml:trace contextRef="#ctx0" brushRef="#br0" timeOffset="139114.07">29177 10376 988 0,'0'-15'0'0,"0"7"0"0,0 4 0 0,0 2 0 0,0 2 0 0,-10 2 0 0,-6 16 0 0,-2 5 166 0,-3 13-66 0,0 1-34 0,-3 7 313 15,2 1-173-15,-3 4-79 0,2 2-51 0,0 0 58 16,-1-3-51-16,2-1-25 0,2-2-92 0,0-8 42 16,0 8-9-16,5-12-241 0,1-1 137 0,1-6 69 15,5-5 34-15,3-6-451 0,-1-5 230 16,5-4 51-16,1-4 80 0,0-2-336 0,1-2 197 16,12-24 91-16,3-11 58 0</inkml:trace>
  <inkml:trace contextRef="#ctx0" brushRef="#br0" timeOffset="139359.41">29172 10296 796 0,'22'-13'0'0,"-7"6"0"0,10 5 0 0,-3 1 0 0,-1-1 163 0,-2 2-56 0,-1 0-42 0,-4 0 116 16,2 5-74-16,-3 6-38 0,-1 1 1 0,-6 1-39 16,-2 1 2-16,-3 2-1 0,-1 3 1 0,0-2-160 15,-11 3 79-15,-8-5 49 16,-3 4-115-16,1-4 67 0,1-4 33 0,1 0-1 15,4-1-5-15,7-4-8 0,1-1 32 0,2-3 86 16,1 0-46-16,4-2-23 0,0 0-29 0,5 0 155 16,11 0-70-16,6-4-22 0,1-3-21 0,0-3 26 15,1 3 6-15,6-1-7 0,-3 0-26 0,-7 7-418 16,2-1 199-16,-4 2 95 0,-2 0-240 0,-2 2 138 16,-7 3 88-16</inkml:trace>
  <inkml:trace contextRef="#ctx0" brushRef="#br0" timeOffset="139519.01">29350 10696 1169 0,'-2'0'0'0,"2"1"0"0,0-1 0 0,0 0 0 0,0 0 0 0,0 0 0 0,5-4 0 0,9-3 0 0,4-3 328 0,1 1-140 0,6-3-82 16,0 3-36-16,0-2-122 0,-1 1 43 0,1 0 20 15,-2 5-405-15,2 0 209 16,-5 1 109-16,7-3 54 0,-7 3-274 0</inkml:trace>
  <inkml:trace contextRef="#ctx0" brushRef="#br0" timeOffset="139814.47">29715 10419 1539 0,'0'0'0'0,"0"0"0"0,0 0 0 0,0 0 0 0,10-2 0 0,2-2 0 0,1-2 0 0,6 1 0 0,-1 1 0 0,1 2 202 0,0 0-84 0,3 1-43 15,-1-2 89-15,-5 3-70 0,2 0-31 0,-6 4-67 16,0 6-1-16,-4 1 38 0,-5 6 8 0,-3 1-42 16,0 7 1-16,-9 0 33 0,-10 3-1 0,-2 2-44 15,-3-2 18-15,-1 1 0 0,1 4 23 0,1-5 1 16,3 0-44-16,5-6 39 16,2 1 20-16,3-2 0 0,4-4-31 0,5-4 15 15,1-2-1-15,0-1-2 0,1-5 16 0,10 1-50 16,3-6 10-16,5 0 23 0,2 0 10 0,-2 0-150 15,6-4 60-15,-7-3 35 0,1-3-415 0,1 0 210 16,-3 2 83-16,-5-2 53 0,-1-1-372 0,-4 1 214 16,-4-1 107-16,-3-2-276 0</inkml:trace>
  <inkml:trace contextRef="#ctx0" brushRef="#br0" timeOffset="139979.04">29685 10507 1048 0,'-16'0'0'0,"8"-2"0"0,0 1 0 0,5-2 0 0,0 2 0 0,1 1 0 0,2-2 0 0,0 2 211 0,0 0-93 0,3 0-43 16,12 0 129-16,5 0-16 0,4 0-78 0,3 0-30 15,2 0-214-15,1 0 83 0,0 0 42 0,1 0-461 16,-3 0 251-16,-3 0 134 0,-1 0 55 0</inkml:trace>
  <inkml:trace contextRef="#ctx0" brushRef="#br0" timeOffset="140226.4">30039 10378 725 0,'13'0'0'0,"3"0"0"0,7-2 0 0,-2-2 0 0,-2 2 0 0,5 2 158 15,-3 0-67-15,2 0-29 0,-3 0 0 0,-3 9 219 16,-3 0-124-16,-1 5-54 0,-7 1 41 0,-3 0-56 16,-3 2-28-16,0 3 1 15,-9-3-86-15,-12 5 25 0,1-4 0 0,0-1-46 16,3-4 40-16,-1 2 0 0,1 0 46 0,4-4-50 15,6-3 21-15,2-3-15 0,0-1 1 0,5 0-18 16,0-3 3-16,3-1-13 0,14 0 11 0,5 0 19 16,3-1 5-16,3-5 3 0,-6 1-157 0,10-5 73 15,-5 3 36-15,-2-1-358 0,-5 0 183 0,0 1 88 16,-4-2 40-16,-6 0-293 0,-7-7 175 0</inkml:trace>
  <inkml:trace contextRef="#ctx0" brushRef="#br0" timeOffset="140532.62">29461 8894 776 0,'-6'-37'0'0,"5"18"0"0,1 17 0 15,0 0 0-15,0 2 0 0,5 2 245 0,3 11-107 0,2 7-52 0,2 5 229 16,-2 8-141-16,2 3-62 0,3 11-44 0,-7 3 115 0,2-2-76 16,-1 2-36-16,-4 2 70 15,-3-11-46-15,-1 8-35 0,2-13 0 0,-3-1-155 16,0-3 65-16,0-4 31 0,0-5 8 0,0-3-401 15,0-1 212-15,0 0 107 0</inkml:trace>
  <inkml:trace contextRef="#ctx0" brushRef="#br0" timeOffset="141418.78">30944 9717 642 0,'0'-14'0'0,"0"6"0"0,0 1 0 0,2-3 0 0,4-5 0 0,-3 1 0 0,0-1 98 16,-1-4-37-16,0 0 0 0,-1 1 50 0,-1-2-39 16,0 2 0-16,0 0 8 0,0 6-8 0,-5 1-40 15,-1 2 1-15,0 4 41 0,-3 3-33 0,-5 2-9 16,0 0 1-16,-7 14 20 0,1 7-20 0,1 4 0 16,-2 6 33-16,2 5-8 15,6-1-25-15,-4 1-1 0,7 1 31 0,1-1-1 16,4-4-21-16,-1 0-38 0,4-4 0 0,2-7 30 15,0-1 0-15,0-2-24 0,2-10 8 0,4 0 16 16,2-1-1-16,3-7-73 0,5 0 30 0,2-13 0 16,2-5 2-16,2-7-4 0,5-8 15 0,-3-1 14 15,3-2-74-15,0-4 33 0,0-2 11 0,-2-3-123 16,1-3 63-16,2-9 36 0,-7 2 9 0,3-3-102 16,-4 5 46-16,1-11 36 15,0 14 2-15,-4-1-10 0,-4 5 1 0,-5 15 0 16,-5 7 124-16,-1 6-46 0,2 3-29 0,-2 8 0 15,-2 5 281-15,0 2-145 0,-11 9-57 0,-5 19 137 16,-3 9-82-16,1 3-55 0,1 7 4 0,0 7 199 16,4 1-114-16,2 13-67 0,3-15-31 0,3 5 23 15,0-4-26-15,5 1 0 0,0-13-69 16,0 10 17-16,0-17 0 0,2 1 25 0,3-4-157 0,6-7 78 16,-2-5 48-16,1-5-326 15,2-4 155-15,-2-5 93 0,7-6 1 0,-2 0-263 16,0-2 136-16,0-11 88 0,2-6 41 0,-4-3-40 15,0-3 41-15,-1-3-1 0,0-3-66 0,-7 0 57 16,2 1 25-16,-4 4 0 0,1 5 93 0,-3 0-35 16,-1 6-7-16,3 2 280 0,-3 4-153 0,0 3-77 15,0 4-38-15,0 0 436 0,0 2-209 16,0 0-65-16,2 4-69 0,5 11 64 0,-1 0-66 0,6 3-23 16,1 8-10-16,1-5-1 0,1 1-30 15,-3-5 0-15,4 1-236 0,0-3 126 16,-3 0 51-16,4-1-467 0,-4-5 256 0,-2-2 80 15,2-3 79-15,-5 0-517 0,2-4 285 0,0 0 139 16,-2-10 69-16</inkml:trace>
  <inkml:trace contextRef="#ctx0" brushRef="#br0" timeOffset="141604.79">31598 9448 1201 0,'0'-6'0'0,"0"6"0"0,-2 0 0 0,-2 14 0 0,-9 4 0 0,2 11 0 0,-9 10 0 0,0 2 144 0,-4 6-55 0,-6 11-29 15,0-6 446-15,5-3-228 0,-12 16-127 0,7-7 117 16,1 2-118-16,-4 0-58 0,3-2-30 0,6-8-203 16,-1 2 83-16,6-4 45 0,1-5 24 0,5-7-442 15,1-2 231-15,6-8 125 0,-1 0-570 0,7-5 264 16,0-5 173-16,0-9 88 0,8-6-32 16</inkml:trace>
  <inkml:trace contextRef="#ctx0" brushRef="#br0" timeOffset="142094.67">31869 9905 919 0,'2'-34'0'0,"1"7"0"0,-3 8 0 0,0 2 0 0,0 1 0 0,-6 3 129 0,-6-3-39 16,0 5-33-16,-1 3 160 0,-4 3-92 0,2 3-47 15,0 2-14-15,-4 0 132 0,4 2-82 0,-2 14-40 16,1 5-1-16,2 4-76 0,4 3 44 0,1 4-9 16,2 2-3-16,3 2 3 0,4 0 1 0,0-3 0 15,0-1-43-15,4-2 17 0,1-4 0 0,3-6 26 16,-1 0-56-16,3-5 25 0,-3-6-11 0,1-3-230 16,3-2 106-16,0-4 66 15,2 0 34-15,3-8-156 0,-2-7 61 0,7-7 54 16,-4-5-49-16,4-3 45 0,1-7 23 0,-3-1 0 15,5-5-3-15,-4-4 26 0,4-2-1 0,0-9-25 16,0 3 25-16,1-3 1 0,-6 7-9 0,-1-5-51 16,-1 3 30-16,-4 6-1 0,-8 14 31 0,4-1 121 15,-7 11-69-15,-1 1-22 0,1 10 305 0,-2 4-157 16,0 4-63-16,0 1-45 16,0 3 273-16,0 0-146 0,0 15-52 0,-2 10-14 15,-3 1-34-15,-4 12 1 0,3-4-25 0,-5 17 167 16,-2-5-87-16,0 5-44 0,-1 2-23 0,-4 1 44 15,3-1-25-15,0 1-8 0,1-1-187 0,3-3 77 16,1-1 40-16,5-4-1 0,1-8-279 0,3 1 154 16,1-4 48-16,0-9-390 0,0-4 202 0,9-3 120 15,2-7 50-15,2-7-159 0,6-2 113 16,-2-2 58-16,2-8 28 0</inkml:trace>
  <inkml:trace contextRef="#ctx0" brushRef="#br0" timeOffset="142439.06">32211 9717 849 0,'0'-2'0'0,"0"-10"0"0,3 9 0 0,2-2 0 0,7 2 0 0,-2 1 232 0,1-1-91 16,5 1-59-16,5-1 62 0,6 2-55 0,0 1-29 15,1 0 1-15,-4 0 146 0,9 0-92 0,-6 1-40 16,-5 5-44-16,-1 1 2 0,-3 4-1 0,-4-2 9 15,-5 4-64-15,-4 2 27 0,-5 3 1 0,0 3 22 16,-11 2 5-16,-11 1 9 0,-8 3-8 0,3-5-21 16,-3 1-7-16,1 1 25 0,2-2-35 0,2 1 65 15,5 0-23-15,5-5-15 0,2-1-20 16,5 1 1-16,3-6 29 0,4-1-1 0,1 2-42 16,0-3-1-16,8-3 34 0,14 0 34 15,3-5-3-15,2 3-30 0,3-1-3 0,5-3-64 16,0 4 30-16,-1-4 0 0,-2 1 28 0,-7 0-149 15,8-2 70-15,-12 1 31 0,-2-1-409 0,0 0 211 16,-11 0 84-16,-3 0 39 0,-1-1-340 0,-4-9 208 16,0-2 104-16,-4-4 52 0</inkml:trace>
  <inkml:trace contextRef="#ctx0" brushRef="#br0" timeOffset="142599.63">32133 9837 1643 0,'0'-8'0'0,"0"7"0"0,19 1 0 0,6 0 0 0,6 0 0 0,-1 0 0 0,11 5 0 0,3 5 0 0,1 3 420 0,2-2-197 0,1 2-96 16,0 0-21-16,-5 2-36 0,0-2-1 0,-5 0-28 15,-3 0-377-15,-5 4 184 0,-5-2 93 0,-10 0-594 16,-9 2 332-16,-3-7 169 0</inkml:trace>
  <inkml:trace contextRef="#ctx0" brushRef="#br0" timeOffset="142751.9">32965 10289 1255 0,'2'-6'0'0,"2"-1"0"0,6 7 0 0,4 0 0 0,-5 0 0 0,-7 0 0 0,0-2 296 0,-2-1-132 0,0-5-65 0,0 1-449 0,-7-5 188 15,-2-4 88-15</inkml:trace>
  <inkml:trace contextRef="#ctx0" brushRef="#br0" timeOffset="149656.72">6993 11496 885 0,'0'0'0'0,"0"0"0"0,0 0 0 0,0 0 0 0,7 0 0 0,8-2 0 0,0 2 275 0,6 0-121 16,5 0-52-16,3-1-39 0,-1 1 65 15,4-1-48-15,0-2-23 0,-2 1 40 0,-3 1-24 16,4-4-8-16,-5 2-74 0,-5-3 22 0,2 2-1 16,-5-2 21-16,-4 3-92 0,-2-1 42 0,-3 3 25 15,-4-1 0-15,-1-1-195 0,-2 2 109 0,-1-1 14 16,-1 0 37-16,0 2-110 0,-5-1 62 0,-7 1 7 15,-1 0-35-15,1 0 25 0,-4 0 22 16,1 0 85-16,0 0-31 0,2 0 0 0,1 0-39 16,1 0 221-16,0 0-102 0,4 0-39 15,-1 0-29-15,3 0 274 0,-1 0-134 0,2 0-45 16,3 1-43-16,-4 3 128 0,3 0-79 0,2 5-39 16,0 1 8-16,0 0-47 0,0 3-1 0,0 2 86 15,0 0-43-15,0 5-21 0,2 1 8 0,3 3 42 16,-2 2-35-16,1 2 0 0,-2 5-36 0,1 8-14 15,-1-5 22-15,0 10-8 0,0-2 0 16,0-1-78-16,-1 0 39 0,2-2 0 16,-2-7-8-16,1 3 20 0,1-1-1 0,-2-4-7 15,-1 0-128-15,0-4 54 0,0-1 45 0,0-5-106 16,-1 0 64-16,-5-1 14 0,-2-4 22 0,-1-2-8 16,-1-4 17-16,-1 0-9 0,1-1 12 0,-3-3 118 15,2-1-57-15,2-2-26 0,1 0 100 0,1 0 73 16,1-3-91-16,3 1-30 0,-1 0 97 0,4-2-49 15,-1 0-36-15,1 0 122 0,0 2-81 0,0 0-41 16,3 0-21-16,9 1-22 0,5-1 10 16,-1 0 140-16,1 0-181 0,1-2 0 15,3 0 0-15,-1 0 0 0,-3 0 0 0,4 0 0 16,-2 0 0-16,-1-2 0 0,2-2 0 0,-4-1 0 16,1 1 0-16,1-1-188 0,-4 1 110 0,-1 0 29 15,-2 0 29-15,-3 2-479 0,2 1 220 0,-3-2 127 16,0 1 59-16,-1 1-443 0,-2-1 252 0,2 2 117 15,0-2-475-15</inkml:trace>
  <inkml:trace contextRef="#ctx0" brushRef="#br0" timeOffset="149950.22">7667 11754 1035 0,'-1'-1'0'0,"1"-2"0"0,0 1 0 0,0 1 0 0,0-2 240 16,0 3-103-16,3-1-53 0,4-1-25 0,5-2 470 16,-1-1-253-16,4-1-121 0,-1 2-61 0,2-1 244 15,1 2-152-15,1-2-69 0,-2 1-4 0,3 2-41 16,-3-2 1-16,1 3-200 0,-3 1 80 0,-1 0 48 15,2 0-8-15,-6 0-146 0,2 0 92 0,-3 0 47 16,1 0 24-16,-1 5-579 0,-2 2 207 16,-1 1 167-16,2 2 60 0,-5 1-375 15,1-2 239-15</inkml:trace>
  <inkml:trace contextRef="#ctx0" brushRef="#br0" timeOffset="150140.78">7761 12029 1660 0,'-9'7'0'0,"4"1"0"0,0-3 0 0,1-1 0 0,3-3 0 0,1 2 0 0,0-3 685 0,5 2-326 0,12-1-163 15,4-1-73-15,8 0 199 0,-5 0-144 0,3 0-73 16,-2 0-36-16,-4 0 147 0,1 1-34 0,-1-1-182 16,-4 0-170-16,-2 3 117 0,-1-3 43 0,-5 0-642 15,1 0 351-15,-6 0 162 0,3 0 86 0,-6 3-970 16</inkml:trace>
  <inkml:trace contextRef="#ctx0" brushRef="#br0" timeOffset="151509.2">9013 11611 786 0,'0'0'0'0,"0"0"0"0,1 0 0 0,1-1 0 0,0-2 0 0,0 0 0 0,0-2 0 0,-1 2 0 0,-1 0 251 0,2-1-109 0,-2 0-46 0,0 1 92 16,0-3-78-16,0 0-38 16,0-2 0-16,0 1-14 0,0-4 8 0,0-1-33 15,0-1 0-15,0 0-25 0,0 0 24 0,0 0 1 16,-2-2-15-16,-3 2-32 0,0 0 24 0,-4 0 0 16,2-1-56-16,-2 2 39 0,-5 2 20 0,3-1-87 15,-1-1 35-15,-4 3 26 0,3-1-5 0,-2 0 0 16,0 5-9-16,0 0 29 0,2 1-14 0,-4 2 51 15,4 0-5-15,-2 2-35 0,2 0-2 0,-1 0 138 16,1 0-58-16,2 8-32 16,-1 1 108-16,3 4-58 0,0 2-24 0,1 4 50 15,3 4-44-15,2 1-22 0,0 2-1 0,3 4 66 16,0 2-48-16,0 0 0 0,0 3-39 0,4 4 37 16,3 2 0-16,1-4-29 0,1 10 29 0,-1-4 0 15,2 3-37-15,-3 1 0 0,2-3 36 0,-4-2-28 16,7 7-8-16,-8-6-21 0,0-8 21 0,-1 5 0 15,1-4 0-15,-2 0-28 16,0-3 28-16,-2-3-1 0,0 0 1 0,0-5-54 16,0-4 21-16,-4-1-2 0,-2-5-44 0,-1 0 28 15,-1-4-1-15,0-4 40 0,0 1-216 0,-2-2 87 16,-1-2 54-16,0-2-323 0,0-2 174 0,-3 0 86 16,1 0 35-16,1 0-339 0,2-2 197 0,2-8 96 15,3-1 48-15,2-2-398 0,3-7 223 0,0-5 103 16</inkml:trace>
  <inkml:trace contextRef="#ctx0" brushRef="#br0" timeOffset="151832.66">9273 11501 463 0,'2'-30'0'0,"-2"2"0"0,0 3 0 0,-2 4 0 0,-9 3 0 0,-4 3 327 0,2 3-152 0,-1 4-71 0,2 5-36 0,-1 0 224 15,-3 3-130-15,4 0-56 0,-2 9 116 0,1 4-94 16,1 3-48-16,3 5-24 16,2 2 55-16,3 0-32 0,1 6-7 0,1 2 57 15,2 0-48-15,0 3-24 0,0 0 0 0,2 2 72 16,1 1-52-16,5 6-23 0,-5-3 1 0,3 1 93 16,-3-5-49-16,4 9-38 0,-6-10 60 15,3 3-44-15,0-2-22 0,-1-4-22 0,-1-4 8 0,0 5-8 16,0-8 0-16,0 1-85 0,-2-5 43 0,0 2 21 15,0-3 8-15,0 1-317 0,-2-2 162 16,-5-1 53-16,-3-1 49 0,1 2-535 16,-2 2 259-16,-2-1 143 0,2 3-410 0,-5 1 272 15,1 2 136-15,0 3-137 0,-1 1 128 0</inkml:trace>
  <inkml:trace contextRef="#ctx0" brushRef="#br0" timeOffset="152172.01">8682 12818 722 0,'2'-3'0'0,"-1"2"0"0,-1-2 608 16,2 3-485-16,-2-2-44 0,0 2-16 0,0 0 146 15,0 2-89-15,2 14-43 0,0 4-22 0,0 2 261 16,1 5-133-16,2 1-79 0,-1 3-36 0,-3 2 54 16,3-1-45-16,-2 0-22 0,0-6 8 0,1 8-185 15,-1-8 77-15,2-5 39 0,-2-1 0 16,-1-4-353-16,1-3 191 0,0-3 101 0,-2-7-252 0,0 0 162 15,0-3 17-15,0 0 57 0,3-5-23 16,-3-16-310-16,0-3 191 0</inkml:trace>
  <inkml:trace contextRef="#ctx0" brushRef="#br0" timeOffset="152444.34">8648 12673 913 0,'0'-16'0'0,"0"5"0"0,0 0 0 0,0 4 0 0,0-3 0 0,0 1 0 0,2 0 452 16,11-1-202-16,8 0-112 0,1 5-53 0,5 1 312 15,0 2-182-15,3 2-91 0,0 0-38 0,-2 4 108 16,0 9-81-16,-3 5-49 0,-1 3-1 0,-5 2-63 16,2 1 7-16,-4 4 26 0,-4-1 0 0,-4 1-63 15,-4 4 32-15,-3-1 0 0,-2 3 38 0,0-1-44 16,-12-2-1-16,-3 0 38 0,-2-5-1 0,-1 1-40 0,-3-3 16 16,-2-5-5-16,0-4 12 0,0 2-17 0,0-8-66 15,2-2 36-15,1-1 2 16,-1-3 38-16,3 1-297 0,8-4 135 15,0 0 72-15,0 0-169 0,7 0-814 0,3 0 1009 16,0-1 23-16,2-9 1 0,13-4-718 16,5-3 677-16,4 3 32 0,1-5 8 0</inkml:trace>
  <inkml:trace contextRef="#ctx0" brushRef="#br0" timeOffset="152596.94">9041 12875 867 0,'5'-2'0'0,"1"1"0"0,-3-2 0 0,-1 3 0 0,0 0 0 0,0 0 0 0,0 0 512 16,-1 0-239-16,3 6-120 0,1-1 378 15,1 5-248-15,-1-2-118 16,4 1-70-16,1 0 32 0,-1 1-43 0,2-2-25 0,-4 0-148 16,7 3 57-16,-3-4-541 0,-1-2 303 0,1-1 152 15,-2 0-605 1,1-2 347-16,-3-2 188 0,-1 0 23 0</inkml:trace>
  <inkml:trace contextRef="#ctx0" brushRef="#br0" timeOffset="152784.44">9257 12684 1292 0,'0'0'0'0,"3"0"0"0,-1 0 0 0,-2 3 0 0,0 10 0 0,0-1 0 0,0 6 0 0,0 7 550 0,-3 2-259 15,-4 5-128-15,-4 5-58 0,-1 10 307 0,-4 2-190 16,1 4-95-16,-4 1 29 0,0 0-61 16,3-3-23-16,-1-4-9 0,2-3 6 0,3-14 0 15,4 2-36-15,0-12-248 0,4-9 132 0,3-3 54 16,-2-5-636-16,3-3 326 0,0 0 180 15,3-15 11-15,3-4-623 0,9-9 373 0</inkml:trace>
  <inkml:trace contextRef="#ctx0" brushRef="#br0" timeOffset="153169.76">9372 12838 1963 0,'2'-13'0'16,"0"6"0"-16,1 3 0 0,-3 1 0 0,0 0 0 0,0-1 0 0,0 2 0 0,0 0 229 0,2-2-98 0,5 1-49 0,5-1 322 0,1 0-177 15,1 2-101-15,2 1-47 0,0-2 40 16,1 1-43-16,0 2-21 0,-2 0-110 16,0 0 41-16,-1 0 23 0,-5 0-90 0,2 0 57 15,-3 0 29-15,-3 0 7 0,-3 0-14 0,2 0 0 0,-2 5 35 16,-2-2-1-16,0 5 10 0,0 3-4 0,0 3-56 16,-6 6 1-16,-6 1 183 0,3 5-76 0,-1 1-25 15,-3 3-15-15,1 3 16 0,-1 3-36 16,1-2-56-16,1-1 29 15,2-7 9-15,-1 0 178 0,4-2-190 0,1-6 0 16,1-5 0-16,3-2 0 0,1-4 0 0,0-1 0 0,0-3 0 16,0-1 0-16,0-1 0 0,0-1 0 0,7 0 0 15,2 0 0-15,5 0 0 0,-2 0 0 0,4 0 0 16,-2-1 0-16,4-4 0 0,-4 2 0 0,2-1 0 16,-2 0 0-16,-1 1 0 0,-3 1 0 0,1-1-278 15,-2 2 143-15,-1-1 47 0,-2 0 38 0,-2 0-579 16,-1 1 299-16,-1-3 140 0,0 0 83 0,-2-4-494 15,0 1 285-15,0-6 141 16</inkml:trace>
  <inkml:trace contextRef="#ctx0" brushRef="#br0" timeOffset="153329.34">9459 12980 2225 0,'-16'0'0'0,"4"0"0"0,1 0 0 0,4 0 0 0,0 0 0 16,4 0 0-16,1 0 0 0,2 0 0 0,0 0 317 0,7 0-142 0,10 0-71 0,3 0 219 0,1 0-149 15,2 0-71-15,4 0-35 0,-1 0 239 16,0-1-8-16,-4 1-299 0,7-2 0 0,-3 2-289 16,-5 0 178-16,2 0 71 0,-1 0-978 0</inkml:trace>
  <inkml:trace contextRef="#ctx0" brushRef="#br0" timeOffset="157254.28">10004 11452 543 0,'0'-3'0'0,"0"2"0"0,0-3 0 0,-1 1 0 0,-2-1 0 0,2-2 0 0,-1 1 0 0,-3 1 149 15,3 0-58-15,1 0-29 0,-1 0 8 0,0 3 9 16,0-1-24-16,0 0 1 0,0 0 77 0,-1-1-50 16,1 2-17-16,-2 1 68 0,2 0-51 0,-4 0-25 15,1 0 0-15,-3 4 35 0,-1 5-21 0,-1 2-9 16,-1 7-30-16,-1 0 78 0,0 3-38 0,1-2 7 16,-2 6-47-16,-1 2 38 0,6 1 1 0,-3 0-40 15,2 6 102-15,4 0-42 0,1 5-34 16,2 3 80-16,2-1-53 0,0 1-26 15,0-1 1-15,6-9 58 0,6 3-47 0,6-3 0 16,3-3-38-16,1-5 3 0,4-2-3 0,-1-1 8 16,1-4-8-16,-1-2-66 0,1-2 34 0,-6-1-1 15,1-1-33-15,-3 0 41 0,-2-1-8 0,-4-3 32 16,-2-1-252-16,-6-1 95 0,2 1 65 16,-5-3-415-16,1 3 225 0,-2 0 108 0,0 0 54 0,0 1-469 15,0 1 262-15</inkml:trace>
  <inkml:trace contextRef="#ctx0" brushRef="#br0" timeOffset="158562.12">10513 11307 755 0,'0'-2'0'0,"-2"1"0"15,0-2 0-15,0 0 0 0,0 1 0 0,0 0 0 0,1 0 0 0,-1 0 0 0,2 1 98 0,0-2-25 0,-2 3-8 0,2 0 47 0,0 0-39 0,0 0-1 16,0 0-39-16,2 0 69 0,3 0-39 0,1 0 0 16,2 0-9-16,-3 0 0 0,3 0-21 15,-1 0 8-15,0 0 38 0,2 0-23 16,-2 0 0-16,2 0 2 0,-2 0 0 0,3 0-17 15,1-1-8-15,3-1 14 0,-3-2-14 0,3 0 0 16,4-2-1-16,-1 3 8 0,3-5-7 0,1 3 0 16,4-1-1-16,-2 1 9 0,4-2-8 0,-3 4 8 15,8-1-9-15,-2 1 1 0,-1-3-1 0,2 4-24 16,1-1 24-16,2-1 9 0,2-1-8 0,6-2-39 16,-1 2 37-16,0-3-4 0,0 1 11 15,10-3-24-15,-2 0 15 0,0 1-4 16,5 0 3-16,-1-1-28 0,3 1 8 0,-1-1 14 15,-3 3-20-15,2 0-4 0,1 3 25 0,0 0-5 16,-3 1-25-16,1 0 23 0,1 1 4 0,10-1 7 16,-4 1-9-16,4-4-4 0,-4 1 8 0,17-6 27 15,-5-1 1-15,-1-1-32 0,0-2 0 16,-3-2 0-16,-6 4 8 0,7-4 1 0,-17 4-30 0,-1 2 6 16,-5 1 18-16,-9 5 5 15,-1 0-41-15,-6 0-7 0,-7 4 40 0,-3-1-56 0,-6 2 26 16,-4 0-10-16,-2 0 36 0,-6 0-145 15,0 0 66-15,-2 0 22 0,0 0-281 0,-6 0 141 16,-9 3 72-16,-2 3 28 0,-5 1-603 0,-2 3 327 16</inkml:trace>
  <inkml:trace contextRef="#ctx0" brushRef="#br0" timeOffset="159114.81">10592 11371 1123 0,'-9'-9'0'16,"1"3"0"-16,2 2 0 0,4 2 0 0,0 0 0 0,1 1 0 0,1 1 0 0,0 0 0 0,0 0 172 0,0 13-74 0,0 9-32 0,3 3 175 0,6 7-104 16,1 7-53-16,-2-3 53 0,1 12-3 0,-1 0-51 15,1-1-25-15,-3 3 35 16,-1 1-31-16,0 0 9 0,0-3-38 0,-1-1 52 15,-1-4-26-15,-1-7 0 0,0 2-27 0,-2-5 33 16,0-2-8-16,0-9-25 0,0-1-25 0,-7-2 0 16,-3-9 26-16,-1 0-64 0,0-4 28 0,-5-4-1 15,0-2 37-15,-1 0-76 0,-1-6 22 0,0-9 28 16,-5-6-14-16,2-3-221 16,3-6 97-16,-3-8 63 0,5 2-156 0,2 5 92 0,1-3 38 0,1 4 30 15,5 11 26-15,0 0 5 16,3 12 0-16,1-1 161 0,-1 5-77 0,1 1-41 15,1 2-22-15,2 9 68 0,-1 12-30 0,1 1-33 16,0 8 26-16,0-2 128 0,0 2-47 0,0-1-46 16,0-1 13-16,0-6-18 0,0 3 5 0,3-3 1 15,4-4-292-15,-2-1 127 0,2-5 56 0,1-2-424 16,0-3 214-16,3-3 120 0,0-2 38 0,2-2-338 16,4 0 206-16,-2-8 94 0</inkml:trace>
  <inkml:trace contextRef="#ctx0" brushRef="#br0" timeOffset="159343.21">10851 11594 1050 0,'1'-1'0'0,"1"1"0"0,-2 0 0 0,0 9 0 0,0 6 0 0,0 2 0 0,0 8 443 0,0 1-204 0,0 4-104 15,0 2-51-15,3 1 200 16,-1 3-117-16,2-3-71 0,-1 2-32 0,1-5-4 15,-1 0 0-15,1-4-27 0,0-5-62 0,-1-1 27 16,-1-2 0-16,1-6 35 0,-1 0-336 0,0-5 167 16,-1-3 93-16,-1-2-494 0,0-2 261 0,0 0 79 15,0 0 82-15,2-5-248 0,-2-7 157 0,2-7 90 16,-2-6 42-16</inkml:trace>
  <inkml:trace contextRef="#ctx0" brushRef="#br0" timeOffset="159477.84">10904 11884 865 0,'1'-17'0'0,"-1"9"0"0,2 1 0 0,0 1 0 0,0 1 0 0,3 1 0 0,2 0 0 0,2 3 0 0,2-2 364 0,2 0-158 0,2 0-91 16,4 0-41-16,-1 1 285 0,3-2-163 0,0 0-82 16,2 0 51-16,-1 1-71 0,-1-1-30 0,2 1 0 15,-5-1-244-15,1 0 106 16,-1 2 62-16,-2 0-542 0,-2 0 293 0,0 2 147 0,-1 0 73 0</inkml:trace>
  <inkml:trace contextRef="#ctx0" brushRef="#br0" timeOffset="159660.34">11309 11594 1270 0,'-4'-1'0'0,"1"1"0"0,1 0 0 0,-2 0 0 0,4 0 0 0,0 0 0 0,0 0 0 0,0 0 527 16,4 0-247-16,7 0-124 0,1 0 93 0,1 3-100 16,-1 0-62-16,4 3-85 15,-2-1 0-15,2 0 31 0,-2-1 0 0,2 2-499 16,-2-2 245-16,0-1 127 0,-1 1 64 0,1 0-617 15,-3-3 324-15</inkml:trace>
  <inkml:trace contextRef="#ctx0" brushRef="#br0" timeOffset="159873.81">11580 11422 1213 0,'2'-10'0'0,"-1"3"0"0,1 2 0 0,-2 4 0 0,0-1 0 15,0 1 0-15,0 1 0 0,0 0 0 0,0 1 0 0,0 16 384 0,0 4-176 0,0 3-87 0,0 9 319 0,-7 5-207 0,-2 6-100 16,-3 1-51-16,-1 4 184 0,0 1-117 0,0 3-50 16,-3 2-37-16,4-1-29 0,-1-2 0 0,-1 1 0 15,3-6-250-15,2-8 134 0,1 1 53 0,2-7-173 16,5-8 118-16,-1-3 59 0,2-4 30 0,0-8-655 16,0-3 304-16,0-4 157 0,3-3 78 0,6 0-432 15</inkml:trace>
  <inkml:trace contextRef="#ctx0" brushRef="#br0" timeOffset="160173.81">11679 11392 1766 0,'12'-23'0'0,"-1"6"0"0,6 3 0 0,-2 2 0 0,2 0 0 0,-1 2 0 0,0 2 0 0,0 1 0 0,2 3 221 0,-2 2-94 0,1 2-48 0,-4 0 38 16,1 3-47-16,-3 9 0 0,-4 1-37 0,-1 4-96 15,-5 2 55-15,-1-1 17 0,0 7-167 0,-5-3 95 16,-8 1 48-16,-2-1 23 0,0-5-58 0,-4 5 37 16,4-8-25-16,0-1 63 0,2-2-59 0,4-3-1 15,1-3-18-15,2-1 342 0,3-2-143 0,1-2-72 16,2 0-13-16,0 0 264 0,0 0-139 0,7 0-80 16,9 0 61-16,0 0-66 15,3-2-35-15,2-2 1 0,-1-1-71 0,1-1 14 16,-3 2 1-16,3 1-376 0,-3-2 198 0,-2 4 101 15,3-1 57-15,-4 0-347 0,2 0 131 0,-4 2 110 16,1 0-26-16,-4 0-562 0</inkml:trace>
  <inkml:trace contextRef="#ctx0" brushRef="#br0" timeOffset="160336.03">11957 11744 1427 0,'-13'6'0'0,"6"0"0"0,-3-2 0 0,3-4 0 0,1 2 0 0,4-2 0 0,1 0 0 0,1 0 0 0,0 0 565 0,0 0-270 0,9 0-131 0,6 0 122 16,0-2-127-16,2 0-63 0,1-3-23 0,1-1-359 16,0 0 159-16,2 2 80 0,-2 2 40 0,1-1-306 15,1 0 181-15,0 2 78 0</inkml:trace>
  <inkml:trace contextRef="#ctx0" brushRef="#br0" timeOffset="160738.26">12374 11443 1583 0,'2'0'0'0,"0"-2"0"0,0 0 0 0,3-2 0 0,-1-2 0 0,4 0 0 0,1-1 0 0,4 1 0 0,4 1 436 0,2 0-202 16,2 2-101-16,1 2-49 0,1-2 91 0,3 3-74 0,0 0-35 16,-1 0-54-16,1 0 21 15,-5 0 0-15,1 0-60 0,-1 0 26 0,-4 3 0 16,-2 1 33-16,-4 5 11 0,-3 0-10 0,-3 2 8 15,-3 3-8-15,-2 2 170 0,0 3-85 0,-2 6-43 16,-11 1-21-16,-2 2 162 0,-2 1-95 0,-3 2-45 16,-3 6 113-16,4 0-189 0,-1-5 0 0,3 1 0 15,2-1 0-15,-1 0 0 0,4-3 0 0,0-6 0 16,3-1 0-16,1-4 0 0,5-7 0 16,-4 0 0-16,6-3 0 0,-1-4 0 15,2-1 0-15,0-3 0 0,0 2 0 0,0 0 0 16,0 0 0-16,2 0 0 0,4 0 0 0,5 0 0 15,2-1 0-15,2 1 0 0,2-2 0 16,2 0 0-16,2 0 0 0,-3 0 0 0,3 0 0 0,-2-2 0 16,-3 1 0-16,2-3-182 0,-6 0 149 0,-1 2-543 15,1-2 275-15,-1 3 135 0,-4-3-454 0,2-1 294 16,-4 2 146-16,-1-1-176 0,-1-1 165 0,-1-6 79 16,-2-2 40-16</inkml:trace>
  <inkml:trace contextRef="#ctx0" brushRef="#br0" timeOffset="160900.84">12585 11659 1178 0,'-16'0'0'0,"9"0"0"0,0 0 0 0,0 0 0 0,6 0 0 0,1 0 0 0,0 0 0 0,0 1 541 0,6 3-254 0,7 1-127 16,6-1-56-16,-1-1 303 0,1 3-187 0,4-3-94 16,-1-2-188-16,-1 2 48 15,0-3 31-15,-1 0-279 0,-1 0 147 0,-3 0 74 16,0 0 37-16,1 0-737 0</inkml:trace>
  <inkml:trace contextRef="#ctx0" brushRef="#br0" timeOffset="161175.1">12872 11247 1637 0,'7'-12'0'0,"2"3"0"0,3 4 0 0,-1-2 0 0,3 0 0 0,-1 2 0 0,2 3 0 0,2 2 0 0,0 0 262 0,-1 0-106 0,2 5 70 15,0 13-97-15,-3-1-47 0,-4 3-25 0,1 3-28 16,-6-2 11-16,-1 4-7 0,-3-2 0 0,-2 4-102 16,0-3 51-16,-9-1 25 0,-3-5 9 0,-3 0-87 15,0 0 51-15,0-5 27 0,4-2 17 0,1-5 1 16,3-1-33-16,2-3 301 0,1 0-139 16,2-2-66-16,0 0-29 0,2 0 126 15,0 0-68-15,6 0-46 0,8 0 0 0,4-4 81 16,2-2-59-16,1 0-30 0,1-3 109 0,1 4-396 15,-1-1 179-15,1 3 39 0,3-3-651 0,-1 4 344 16,-5 1 135-16,3 1-946 0</inkml:trace>
  <inkml:trace contextRef="#ctx0" brushRef="#br0" timeOffset="161998.47">13458 11596 1563 0,'-5'0'0'0,"5"0"0"0,0 2 0 0,0-2 0 0,7 0 0 0,8 0 0 0,5 0 266 16,7 0-117-16,-1 0 121 0,4 0-118 0,2-2-60 16,0-1-21-16,-2-1 161 0,2 0-99 0,-2 1-50 15,2 0-26-15,-2 0-130 0,-5-1 61 0,5 0 19 16,-10 3-1-16,-1-1-395 16,-6-1 211-16,-1 2 105 0,-5-1-652 0,-3 2 354 15,-1-2 173-15,-3 0-167 0</inkml:trace>
  <inkml:trace contextRef="#ctx0" brushRef="#br0" timeOffset="162174.01">13706 11304 941 0,'-9'0'0'0,"3"0"0"0,2 1 0 0,2 9 0 0,2 1 0 0,0 4 0 0,0 8 0 0,2 3 462 0,2 6-219 0,2 7-105 15,-3 1 250-15,-1 3-177 0,0 2-90 0,0-8-35 16,0 12-88-16,0-6 1 0,-1-7 34 0,5 0-386 15,0-3 193-15,0-7 104 0,1 1 41 0,0-7-260 16,3-4 154-16,1-7 77 0</inkml:trace>
  <inkml:trace contextRef="#ctx0" brushRef="#br0" timeOffset="162347.64">14014 11309 1463 0,'5'-2'0'0,"7"2"0"0,1 0 0 0,-2 0 0 0,1 7 0 0,1-1 0 0,-2 5 308 16,0 1-137-16,0-1 134 0,5 4-135 0,-3 0-61 16,0 4-42-16,2 0-64 0,-2-2 0 0,0-1 30 15,0 1 0-15,2-3-472 0,0-4 233 0,2-2 119 16,-2-2-630-16</inkml:trace>
  <inkml:trace contextRef="#ctx0" brushRef="#br0" timeOffset="162540.01">14382 11189 1458 0,'0'-13'0'0,"-2"7"0"0,2 1 0 0,-2 1 0 0,1 4 0 0,-1 0 0 0,0 17 0 0,-3 9 249 0,-6 10-100 0,1 10-63 0,-8 5 302 16,-2 12-178-16,-1-1-89 16,-3 5-44-16,3-11 78 0,-7 19-66 0,4-9-28 15,-1 0 0-15,2-4-12 0,9-10-8 0,-4-1-9 16,6-6-359-16,2-11 180 0,4-3 89 0,4-10 46 15,2-5-620-15,0-5 319 0,0-6 70 0,8-5-390 16</inkml:trace>
  <inkml:trace contextRef="#ctx0" brushRef="#br0" timeOffset="162716.54">14391 11593 1072 0,'16'-15'0'0,"0"5"0"0,9 1 0 0,-1-1 0 0,3-2 0 0,3 4 0 0,2-2 231 15,1 3-90-15,3-2-59 0,-2 0 277 0,1 4-163 16,-3-1-81-16,2 4-83 0,-6 1 9 0,4-1-9 16,-4 0 1-16,-7 0-407 15,0 0 204-15,-4 2 101 0,-6-1 59 0,-1-2-506 0,-7 3 262 0,1-1 48 16</inkml:trace>
  <inkml:trace contextRef="#ctx0" brushRef="#br0" timeOffset="162899.06">14747 11257 1155 0,'-9'-6'0'0,"-2"3"0"0,8 2 0 0,-3 1 0 0,3 0 0 0,-1 4 0 0,4 9 0 0,-2 6 143 0,2 5-54 15,0 6 338-15,0 2-188 0,0 11-108 0,0-1-48 0,-2 3 237 16,0-2-144-16,-2 0-71 16,2-8-28-16,-1 5-84 0,1-1 1 0,2-3 39 15,0-2-434-15,0-2 218 0,0-7 115 0,0 1 47 16,2-7-270-16,7-6 137 0,3-8 89 0</inkml:trace>
  <inkml:trace contextRef="#ctx0" brushRef="#br0" timeOffset="163250.96">15067 11219 1276 0,'9'-14'0'0,"2"5"0"0,3 2 0 0,3 1 0 0,3-1 0 0,0 3 0 0,6-2 0 0,2 5 446 16,-1-2-207-16,1 3-103 0,0 0 191 0,-4 0-139 15,6 0-81-15,-4 0-38 0,-5 6-7 0,2 0 1 16,-3 1-31-16,-2 1-15 0,-4 1-9 0,-2 3 24 16,-5 1 1-16,-5 2-38 0,-2 9 0 0,-2 6 46 15,-17 6-8-15,-3 3 11 0,-4 1-11 16,-2 1-1-16,-4 0-25 0,0 2 21 16,2-3-21-16,-2-2 17 0,4-4 4 0,7-5-5 15,1 1 0-15,6-10 70 0,3 4-31 0,3-7 0 16,6-3-33-16,2 0 113 0,0-3-55 0,0-4-19 15,12 1 136-15,4-3-204 0,3-2 0 0,6-3 0 16,0 0 0-16,-4 0 0 0,9 0 0 0,-3 0 0 16,-2-4 0-16,-4-2 0 0,-1-1 0 0,1-1 0 15,-2-1 0-15,-5 3 0 0,-1-2 0 16,-3 3-618-16,-3 1 317 0,-1 0 128 0,-4 3 66 16,-1-3-433-16,-1 0 253 0,0-2 127 15,0 0-467-15,0-3 288 0</inkml:trace>
  <inkml:trace contextRef="#ctx0" brushRef="#br0" timeOffset="163412.53">15211 11493 1966 0,'-11'0'0'0,"4"0"0"0,2 0 0 0,3 1 0 0,0-1 0 0,0 0 0 0,2 0 0 0,2 0 0 0,14 0 205 0,7 0-86 0,2 0-43 0,-1 0 385 15,1 0-205-15,7 0-116 0,-4 0-54 0,-1 0-74 16,-4 0-1-16,0 2 22 0,0 3-585 0,-1-3 288 15,-3-1 149-15,0 1 74 0,-4 1-823 0</inkml:trace>
  <inkml:trace contextRef="#ctx0" brushRef="#br0" timeOffset="163620.97">15714 11076 862 0,'15'-14'0'0,"7"7"0"0,3 6 0 0,1 1 0 0,0 0 290 0,-1 0-120 0,5 7-73 15,-2 8-32-15,-2 5 645 0,0 3-338 0,-5 5-169 16,-3 4 434-16,-4 8-307 0,-7 1-148 0,-5 4-5 16,-2 2-177-16,0 1 0 0,-9-5 0 0,-7 8 0 15,-3-5 0-15,-1-4 0 0,-1-4 0 16,-2-1-773-16,0-8 461 0,-7 8 168 16,0-4 88-16,-2-3-502 0,-2 4 208 0</inkml:trace>
  <inkml:trace contextRef="#ctx0" brushRef="#br0" timeOffset="164652.87">16351 11446 933 0,'-6'0'0'0,"1"0"0"0,2 0 0 0,3 0 0 0,0 0 0 0,0 0 0 0,5 0 100 0,9 0-34 0,9 0 9 0,5 0 287 15,6 0-165-15,7-3-82 0,3-3-41 0,4 2 240 16,5-1-133-16,9-1-78 0,-2 0 120 0,7 2-95 15,6-1-48-15,8 1-23 0,2 0 26 0,11-2-30 16,-8 5 1-16,0-1-169 0,-10 0 74 0,8 0 45 16,-5 2-8-16,-7 0-66 0,-3 0 51 15,-14 0 26-15,2 0 0 0,-10-2-202 0,3 0 58 0,-13 0 67 16,-2 1-24-16,-3-3 35 16,-7-2-12-16,-5 2-8 0,-6 1 23 0,-5 1 0 15,-6 0 23-15,-1 0-174 0,-2-2 88 0,-5 2 34 16,-16 0 31-16,1 2-178 0,-7 0 100 0,-3 2 50 15</inkml:trace>
  <inkml:trace contextRef="#ctx0" brushRef="#br0" timeOffset="164935.25">16619 11764 1192 0,'-11'-8'0'0,"9"6"0"0,2 2 0 0,0-1 0 0,3-2 0 0,17-4 505 16,6 1-236-16,8-3-119 0,10-1-58 0,11 1 199 16,16-1-133-16,3 5-62 15,2 2 214-15,5-2-138 0,4 4-70 0,-1-2-26 16,0 0 2-16,1 0-23 0,0 0 1 0,-5 1-153 16,-8 0 65-16,-10 1 41 0,2-1-9 0,-9-3-222 15,-3 3 128-15,-7-4 63 0,-11 0 32 0,0-1-184 16,-10 1 93-16,-2 1-31 0,-10-1-113 0,-5 2 101 15,-5 2 50-15,-2-4 17 0,-4 2-138 0,-17 1 86 16,-5 1 42-16,-4 2-385 0,-13 0 213 0,-3 0 100 16</inkml:trace>
  <inkml:trace contextRef="#ctx0" brushRef="#br0" timeOffset="165289.29">16561 11810 1301 0,'-15'0'0'0,"7"0"0"0,5 13 0 0,1 5 0 0,2 0 0 0,0 5 0 0,0 4 0 0,0 4 507 0,0 7-237 0,2 3-118 0,3 0 223 15,1-3-163-15,-3 8-94 16,2-2-43-16,-3 0-18 0,-2-2-1 0,0 1-23 16,0-7 8-16,0 4-136 0,0-3 64 0,-9-3 32 15,0-8-62-15,2-5 47 0,-3-6 32 0,-1-6-9 16,-2-3-214-16,-2-6 53 0,0 0 80 0,-2-12-203 15,2-5 115-15,-4-8 59 0,3-5 34 0,-3-9-71 16,3 3 52-16,5 4 27 0,-1-4-8 0,0 6 29 16,4 7 5-16,-1 5 0 0,6 8 235 0,-4 1-117 15,4 4-67-15,-1 4 148 0,0 1-97 0,1 10-21 16,-1 11-34-16,2 4 206 16,0 3-99-16,1 5-15 0,1 0-39 0,0 3-10 15,0-1-24-15,0-1 0 0,0-2 7 0,0-2-268 16,1-3 130-16,3-9 65 0,3 2-530 0,2-6 256 15,3-3 144-15,-1-4-218 0,5-7 175 0</inkml:trace>
  <inkml:trace contextRef="#ctx0" brushRef="#br0" timeOffset="165454.84">16712 12044 931 0,'9'-3'0'0,"0"3"0"0,-4 0 0 0,2 8 0 0,-4 9 0 0,-1 7 0 0,0 2 646 0,0 5-307 0,-2 2-145 15,0-1-84-15,0 3 266 0,0 0-172 0,0-3-85 16,2-3-275-16,-1-4 103 0,3 0 39 0,1-4-586 16,2-5 316-16,-2-7 158 0,3 2 80 0,-1-8-400 15</inkml:trace>
  <inkml:trace contextRef="#ctx0" brushRef="#br0" timeOffset="165591.49">16837 12278 1226 0,'-2'-7'0'0,"2"2"0"0,0 0 0 0,0 1 0 0,0 0 0 0,2 3 0 0,9-4 0 0,5 2 517 16,0-1-242-16,3 3-113 0,1-3-69 0,1 2 182 16,-2-2-121-16,1 3-61 15,1-1-447-15,-2 0 201 0,-3 2 89 0,0 0 48 16,-3 0-686-16</inkml:trace>
  <inkml:trace contextRef="#ctx0" brushRef="#br0" timeOffset="165737.56">17064 12094 759 0,'0'0'0'0,"0"0"0"0,0 0 0 0,0 0 0 0,0 0 485 0,0 0-229 0,1 0-113 16,9 2-54-16,1 1 195 0,4 5-125 15,1 0-55-15,-2-1-40 0,2 3 149 16,0-1-91-16,0-2-44 0,-2 1-464 0,0 0 217 16,-1-5 98-16,0 1 51 0,-2-2-705 0</inkml:trace>
  <inkml:trace contextRef="#ctx0" brushRef="#br0" timeOffset="165907.12">17312 11982 514 0,'0'-4'0'0,"-2"2"0"0,0 2 0 0,-2 3 0 0,-1 14 439 0,-2 10-203 0,2 3-101 16,-2 11-52-16,-2 0 218 0,1-1-126 0,-5 11-75 16,0-3-34-16,-1 3 379 0,0 0-206 0,-2-2-104 15,5-8-57-15,-6 9-46 0,4-6 1 0,4-11 0 16,-1-1-440-16,3-13 220 0,5-6 118 0,-2-1-594 15,4-8 309-15,0-4 184 0</inkml:trace>
  <inkml:trace contextRef="#ctx0" brushRef="#br0" timeOffset="166158.44">17304 11992 1494 0,'15'-10'0'0,"4"2"0"0,0 2 0 0,-1-1 0 0,3 3 0 0,-3 0 0 0,2 2 0 0,-1 2 0 0,-5 0 204 15,2 0-85-15,-5 6-13 0,-2 3-37 0,-1 4 1 16,-6 2-29-16,-2 1-146 0,0 3 69 0,-2-4 34 16,-12 5 0-16,0-2 3 0,-2-4 40 0,2 1-9 15,-2-4 1-15,9-1 65 0,-2-6-32 16,2 1-71-16,4-2 291 0,1-3-131 16,2 3-62-16,0-3 87 0,2 0-74 0,12 0-36 15,4-3 8-15,3-5-119 0,2 0 37 0,1-2 0 16,-6 1 37-16,3 1-522 0,-2 1 268 0,0 1 117 15,-2 3 68-15,-4 1-823 0</inkml:trace>
  <inkml:trace contextRef="#ctx0" brushRef="#br0" timeOffset="166307.78">17531 12325 1616 0,'-14'10'0'0,"4"-2"0"0,4 0 0 0,1-4 0 0,-1 0 0 0,4-4 0 0,2 2 0 0,0-2 268 0,0 0-109 0,9 0-67 0,7 0 205 15,4 0-132-15,1-8-67 0,2-3-32 0,-3-1-432 16,6-3 195-16,-1 2 102 0,-2-2 51 0</inkml:trace>
  <inkml:trace contextRef="#ctx0" brushRef="#br0" timeOffset="166645.43">17811 12004 1193 0,'0'0'0'0,"0"0"0"16,6 0 0-16,5 0 0 0,0 0 0 0,7-2 139 0,0-2-46 0,3-2-34 0,0 1 397 0,7 1-212 0,-10 0-106 16,10 1-52-16,-7 1 103 0,2 0-82 0,-1 0-37 15,-3 2 0-15,-1 0-62 16,-6 0-1-16,-4 12 34 0,-5 2 4 0,-3 9-12 16,0 2 0-16,-13 13 30 0,-8-6-31 0,3-3 9 15,-8 10-8-15,7-9 113 0,-6 2-57 0,3 1-28 16,-1-4-1-16,4 0 99 0,1-7-68 0,6-2-29 15,1-1 185-15,4-1-247 0,3-3 0 0,4-5 0 16,0 2 0-16,0-3 0 0,2-2 0 0,7-1 0 16,4-2 0-16,3-2 0 15,0-2 0-15,3 0 0 0,-2 0 0 16,0 0 0-16,0-2 0 0,-2-2-235 0,-4-3 100 0,0 1 67 16,-3 0-7-16,-3-1-466 0,-1 1 253 0,-2 1 120 15,-1-2-376-15,-1-1 255 0,0-2 128 0,0-1 64 16,-3 0-199-16,-4-4 136 0</inkml:trace>
  <inkml:trace contextRef="#ctx0" brushRef="#br0" timeOffset="166776.07">17883 12190 1768 0,'-17'0'0'0,"4"0"0"0,3 0 0 0,3 0 0 0,1 0 0 0,2 0 0 0,4 0 0 0,0 1 0 0,0 5 187 0,8 0-78 0,4-2-29 0,6 1 299 15,-1-1-172-15,3-1-88 0,1 0-43 0,2-1-125 16,-3-2 49-16,3 0-8 0,-2 0-673 0,-1 0 357 15</inkml:trace>
  <inkml:trace contextRef="#ctx0" brushRef="#br0" timeOffset="167047.91">18138 11959 1481 0,'6'-8'0'0,"3"1"0"0,3 0 0 0,0 2 0 0,2 2 0 0,1-1 0 0,0 2 0 0,1 2 286 15,0 0-126-15,-1 3-64 0,-4 8-32 0,0 3 151 0,-3 1-83 0,-5 2-54 16,-1 2-131-16,-2 0 42 0,0 0 23 0,-4 0-1 16,-8 1-66-16,-4 0 40 0,0-3 24 15,0-1 38-15,0-4-15 0,0 1 1 16,7-5 7-16,2-2 77 0,1-2-63 0,2-1-34 16,4-3 227-16,0 2-108 0,0-2-44 0,10 0-36 15,8 0-47-15,5 0 20 0,0-3 1 0,-1-5-338 16,-1 1 178-16,1-2 75 0,-1-1 42 0,-1 2-667 15,0-1 311-15,-6-1 174 0,-2 3 33 16,-1-1-183-16</inkml:trace>
  <inkml:trace contextRef="#ctx0" brushRef="#br0" timeOffset="167258.34">17494 10562 1807 0,'-6'-12'0'0,"6"12"0"0,0 3 0 16,0 18 0-16,0 6 0 0,2 5 0 0,-2 6 0 0,0 6 507 0,0 3-237 0,0 5-119 0,0 5-35 0,0 1-46 0,0 1 0 15,0-3-37-15,2 3-603 0,5-4 302 0,7 6 158 16</inkml:trace>
  <inkml:trace contextRef="#ctx0" brushRef="#br0" timeOffset="168122.68">18741 11409 950 0,'-2'-13'0'0,"-4"1"0"0,3 3 0 0,-3 1 0 0,1 1 0 0,-3-1 0 0,-2 4 0 0,-1 3 0 0,1 1 0 0,-2 0 184 0,-1 15-75 0,-1 9-39 16,0 6 34-16,-4 11-40 0,6 3 1 0,-4 2-33 15,3 1 73-15,2-1-37 0,3-7 9 0,3 2 13 16,1-1-28-16,4-8 0 0,0-8-29 0,0-1 70 15,0-8-27-15,2-4-8 0,1-4-35 0,8-3-26 16,-1-4 25-16,3-4 1 0,3-19 8 16,0-8-141-16,3-9 67 0,0-3 32 15,0-7-284-15,-2-5 150 0,1-3 49 0,-1-10-96 16,-4 5 54-16,1-6 54 0,-7-2-21 0,0-4-60 16,-1 0 54-16,0 0 38 0,-2 7 0 0,0 18 25 15,-3 9 5-15,1 13-8 0,-2 10 9 0,0 3 196 16,0 10-98-16,0 5 262 0,-5 3-156 0,-1 29-94 15,-2 11-4-15,4 4 249 0,1 18-138 0,3 4-77 16,0 6-37-16,0 4 88 16,0-2-67-16,2 2-30 0,-1-5 0 0,5-3 176 15,0-17-102-15,2 2-44 0,3-9-87 0,-2-13 28 16,3-8 0-16,-2-7 0 0,1-8-352 0,-1-7 185 16,1-4 79-16,3-11-346 0,-5-16 179 0,2-12 111 15,-1-1-3-15,-4 2-118 0,-3-12 104 0,1 4 48 16,-2 0 23-16,-1 8-66 0,1 3 45 0,-2 9 15 15,0 3 140-15,0 10-54 0,0 4-28 16,0 3 0-16,2 4 359 0,2 2-201 0,6 4-84 16,1 11 340-16,4 8-164 0,-2-3-110 15,4 6-32-15,-2 2-11 0,0 1-34 0,0 1 0 16,1-2-25-16,-2-4-155 0,2-3 77 0,-4-4 48 16,1-2-559-16,3-3 295 0,-4-7 115 0,2-3 83 15,-1-2-695-15</inkml:trace>
  <inkml:trace contextRef="#ctx0" brushRef="#br0" timeOffset="168292.23">19252 11204 1242 0,'-2'-15'0'0,"2"7"0"0,-4 6 0 0,1 2 0 0,-1 2 0 0,-1 22 0 0,-2 14 294 0,-2 8-131 0,-2 12-65 16,-1-6 453-16,-6 21-263 0,-3-3-128 0,0-1-64 0,-1 2 138 15,-2 3-101-15,-1-1-42 0,4-1 39 0,-1-7-49 16,7-10-24-16,-2-1 0 0,5-7-405 15,5-13 199-15,4-8 87 0,3-1-756 0,0-10 423 0,1-8 115 16</inkml:trace>
  <inkml:trace contextRef="#ctx0" brushRef="#br0" timeOffset="168716.47">19489 11689 1178 0,'9'-30'0'0,"0"3"0"0,-1-1 0 0,-4 2 0 0,-2-8 0 0,-1 7 0 0,-1 2 127 16,0 4-48-16,0-1-22 0,0 10 252 0,-5 1-141 0,-7 1-68 0,1 8 119 16,-3 2-93-16,-6 4-47 15,0 15-15-15,0 5 5 0,0 7 0 0,1 1-36 16,3 3-1-16,4 0 62 0,5 0-22 0,3-5-9 16,4-3-30-16,0-6 32 0,0 1-32 0,9-3 0 15,5-3 4-15,0-5-5 0,2-6 1 0,0-5-166 16,3 0 83-16,4-2 41 0,-5-14 29 0,3-9-308 15,-1-5 147-15,0-8 49 16,-1-1 45-16,-3-5-277 0,1 0 138 0,-2-6 80 0,-1-1-66 0,-2-6 70 16,0-7 35-16,-3 2-1 15,0 8-7-15,-1-4 7 0,0 8 36 0,-4 9 12 16,-3 14-13-16,1 2 1 0,-2 14-9 0,0 1 317 16,0 8-154-16,-2 2-77 0,-5 13-39 0,1 15 398 15,-2 8-197-15,3 13-53 0,0 10 178 0,1 2-149 16,-1 5-76-16,0 0 44 0,1-10-50 0,-1 16-39 15,3-22 0-15,0 7 42 0,2-7-35 0,0-2-1 16,0-11-27-16,2 0-406 0,3-5 199 16,6-11 100-16,1-2 49 0,1-10-791 15,2-6 343-15,5-3 220 16</inkml:trace>
  <inkml:trace contextRef="#ctx0" brushRef="#br0" timeOffset="169076.69">19875 11247 1502 0,'-4'-4'0'0,"4"3"0"0,0 1 0 0,0 0 0 0,0-2 0 0,8 2 0 0,7 0 343 0,4 0-155 0,1 0-70 15,1 0-46-15,2 0 320 0,-1 0-180 0,3 0-90 16,-3 0-44-16,1-2 7 0,-3-1-30 0,-1 2 0 16,-4-1-74-16,1 0 26 0,-7 2 0 0,1 0 48 15,-5 0-23-15,1 0 1 0,-5 5 0 0,1 8 48 16,-2 5-24-16,0 2 8 15,-2 11-32-15,-7-1 178 0,-6 7 67 0,0 1-278 16,0-1 0-16,-2 0 0 0,-5 11 0 0,1-6 0 0,1 1 0 16,-3-1 0-16,0 1 0 0,4-9 0 15,-1 2 0-15,2-4 0 0,4-5 0 0,4-9 0 16,1-1 0-16,5-8 0 0,0-2 0 0,3 0 0 16,-1-5 0-16,2-1 0 0,0 1 0 0,0 1 0 15,2-2 0-15,7 1 0 0,6 0 0 0,2-2 0 16,2 1 0-16,1-1 0 0,3 0 0 0,-1 0 0 15,1 0 0-15,-3 0-334 0,-1-1 154 0,1-1 80 16,-4-1 31-16,-2-2-333 0,-3 4 185 16,-1-3 92-16,-1-1 46 0,-4 0-568 15,1-2 311-15,-5-4 151 0</inkml:trace>
  <inkml:trace contextRef="#ctx0" brushRef="#br0" timeOffset="169238.51">19855 11461 2114 0,'-19'0'0'0,"4"0"0"0,5 6 0 0,3-2 0 0,3-1 0 0,4 3 0 0,0 3 0 0,10 1 0 0,10 1 360 0,11 2-168 15,0-2-80-15,10-1 221 0,-3 5-150 0,4-6-75 16,-7-1-30-16,4 1-143 0,2-1 49 0,-8-2 25 16,-1 2-680-16,-2 0 351 0,-3-4 185 0</inkml:trace>
  <inkml:trace contextRef="#ctx0" brushRef="#br0" timeOffset="169409.06">20610 11390 1722 0,'1'0'0'0,"8"-2"0"0,7 2 0 0,3 0 0 0,-1 0 0 0,2-2 0 0,1 0 350 15,-3-2-158-15,5 3-80 0,-1-3 395 0,-2 1-236 16,0 2-112-16,-1 1-67 0,-1 0-423 0,-3 1 182 15,-2 11 91-15</inkml:trace>
  <inkml:trace contextRef="#ctx0" brushRef="#br0" timeOffset="169548.68">20595 11778 1919 0,'-2'0'0'0,"4"2"0"0,20 2 0 0,8-2 0 0,5-2 0 0,2 0 0 0,4 0 0 0,6-4 885 0,0-3-425 0,8-3-215 15,-6 1-50-15,-8 1-74 0,2 1-48 0,4 1 124 16,-6 4-1153-16</inkml:trace>
  <inkml:trace contextRef="#ctx0" brushRef="#br0" timeOffset="174712.17">21742 11426 883 0,'-3'-8'0'0,"1"2"0"0,0 1 0 0,2-2 0 0,0-1 0 0,-2-2 0 0,2-3 0 0,0 0 268 0,0 0-118 0,0-1-58 16,0-1 61-16,0-3-65 0,0 1-27 0,-1 0-51 16,-1 1 23-16,-3 0-1 0,1 0 9 15,-1-2-43-15,0 3 34 0,-3 0 1 0,-2 2 0 0,-1 4-30 16,-1-1 29-16,-4 5 1 0,2 1 37 15,-2 2-38-15,-2 2-10 0,-3 2 16 16,0 13 79-16,1 3-42 0,1 5-20 0,3 3 90 16,2 2-57-16,5 5-19 0,0 0-8 0,6 3 32 15,3 2-30-15,0 3 0 0,3-2-30 0,9-2 116 16,4 7-71-16,2-4-23 0,-2-1 1 0,2 3-52 16,-4-1 0-16,0-4 37 0,-1 8-101 0,-5-3 47 15,-3 0 22-15,-3-5-96 0,0-1 53 16,-2-1 18-16,0-3 17 0,-2-10-100 15,-8-1 39-15,1-4 32 0,-2-6-8 0,-3-1-48 16,0-7 18-16,-2-3 26 0,3 0-86 0,-2 0-76 16,4-1 83-16,2-9 35 0,2-6-321 0,5-1 186 15,2-6 93-15,0 0-374 0,7-3 234 0,9-4 108 16</inkml:trace>
  <inkml:trace contextRef="#ctx0" brushRef="#br0" timeOffset="174964.98">21904 11294 1164 0,'7'-34'0'0,"-1"9"0"0,-2 0 0 0,-4 4 0 0,0 0 0 0,0 8 0 0,-10 2 0 0,1 7 298 0,-6 2-137 0,2 2-64 15,-2 0-32-15,-2 11 352 0,0 10-193 0,0 5-87 16,1 4 188-16,2 4-147 0,7 4-72 0,1-3 122 16,6 3-98-16,0-2-40 0,2 0-33 0,7-3-12 15,2 0-12-15,3-2 0 0,-1-1 0 0,0-1-122 16,-2 2 57-16,-2-1 32 0,0 1 0 15,-6-2-56-15,-1 1 44 0,0 0 30 16,-2-1-342-16,0-3 123 0,-2 0 96 0,-5-7-377 16,-3 4 216-16,-1-5 121 0,2 1 56 0,-5 0-442 15,-2 0 249-15,0-1 125 16,1 1 53-16</inkml:trace>
  <inkml:trace contextRef="#ctx0" brushRef="#br0" timeOffset="175139.52">21519 12171 1065 0,'-3'6'0'0,"1"3"0"0,2 1 0 0,-3-1 0 0,3 0 0 0,0 3 0 0,0 2 296 16,0 5-123-16,0 2-74 0,0 5 422 0,3 0-244 15,-1 1-122-15,-1 1 125 0,-1-1-115 0,2 2-71 16,-2-6-30-16,2-2-284 0,-2-4 127 0,2-9 63 16,-2 2 39-16,2-4-571 0,-2-5 297 0,0-1 149 15,0 0-575-15,0-1 315 16,0-15 163-16,0-8 95 0</inkml:trace>
  <inkml:trace contextRef="#ctx0" brushRef="#br0" timeOffset="175349.9">21472 12240 1281 0,'-6'-24'0'0,"1"5"0"0,1 8 0 0,4 2 0 0,0 1 0 0,0 1 0 0,2-1 0 0,9 2 236 0,10 2-94 0,5 1-59 16,1 1 154-16,0 2-102 0,1 0-51 0,-1 8 209 16,-4 2-123-16,5 10-72 0,-5-1-33 15,-5 1 7-15,-3 3-39 0,-6-5 0 0,-1 7 8 0,-6 3-53 16,-2-3 23-16,-4 1 0 15,-12 0-14-15,-5-2 0 0,-4-1 44 0,-1 0-8 16,2-7-29-16,-4 1 0 0,1-3 29 0,6-7-227 16,-2 0 106-16,5-1 27 0,1-2 33 0,6-3-436 15,2-1 219-15,4 0 91 0,3 0 53 0,2 0-359 16,2 0 214-16,14-7 107 0,5-6-286 0</inkml:trace>
  <inkml:trace contextRef="#ctx0" brushRef="#br0" timeOffset="175506.49">21684 12414 532 0,'14'-10'0'0,"-3"6"0"0,1 0 0 0,0 2 0 0,-1 1 0 0,0 1 0 0,1 0 585 16,-1 0-277-16,1 0-137 0,-1 7 425 0,2 3-273 16,-2-2-149-16,-1 4 79 0,-1 1-110 0,1-2-55 15,-1 2-27-15,-2-1-119 0,0-1 41 0,0-3 25 16,-2-1 1-16,1-1-484 0,-1-2 254 0,-1-3 135 16,1-1 55-16,2 0-665 15,-2-1 262-15,-1-10 201 0,1-6-218 0</inkml:trace>
  <inkml:trace contextRef="#ctx0" brushRef="#br0" timeOffset="175659.08">21989 12290 1608 0,'3'-12'0'0,"1"3"0"0,-2 2 0 0,-1 4 0 0,1 1 0 0,-2 2 0 0,0 4 0 0,0 13 0 0,0 7 0 0,-7 3 277 16,-2 3-127-16,-5 11 283 0,0-2-197 0,-2 2-101 0,0 3-51 0,-3-6 68 16,-1 11-64-16,0-12-28 0,3-5 1 15,1 2-60-15,0-6 0 0,3-5 40 0,1-3-8 0,2-5-454 16,2-6 227-16,5-1 114 15,3-7-662-15,0-1 363 0,0 0 121 0</inkml:trace>
  <inkml:trace contextRef="#ctx0" brushRef="#br0" timeOffset="175998.48">22054 12304 1718 0,'11'-17'0'0,"3"7"0"0,-2 2 0 0,0 0 0 0,-1 0 0 0,2 1 0 0,4 1 0 0,4 1 286 0,6-1-127 0,-2 1-63 0,2 0 112 15,-1 2-79-15,6-1-53 0,-4 3-21 0,-1 1 54 16,-4 0-38-16,-2 0 0 0,0 0-109 0,-5 5 32 16,-3 3 0-16,-6 1 39 0,-4 4-73 0,-3 2 36 15,0 2 9-15,-7 9 120 0,-9 0-46 0,-11 6-23 16,3-1-8-16,-3 1 89 0,3-6-45 0,-5 6-33 16,6-4 0-16,-2-2 4 0,4-1 0 0,2-1-30 15,5-7 58-15,3 2-33 0,4-4 152 16,4-4-210-16,3 0 0 0,0 1 0 0,0-5 0 15,10 0 0-15,4 1 0 0,5-4 0 16,0 0 0-16,7-2 0 0,-5-2 0 0,7 0 0 16,-3 0 0-16,0 0 0 0,-4-2 0 0,0-5-172 15,-1 0-237-15,-2 2 174 0,-6-4 104 0,-2 7-359 16,-2-3 228-16,-3 1 115 16,-3 3 49-16,0-1-414 0,-2 0 239 0,0-2 120 0,-4-1 60 15</inkml:trace>
  <inkml:trace contextRef="#ctx0" brushRef="#br0" timeOffset="176160.05">22217 12457 914 0,'-14'-6'0'0,"5"5"0"0,0-2 0 0,2 0 0 16,3 2 0-16,3 1 678 0,1-2-323 0,1 0-161 0,12 1 178 0,8-1-173 16,4 2-84-16,1-2 385 0,4 2-233 0,2 0-118 15,0 0-49-15,0 0-170 16,0 0 51-16,0 0 26 0,-4 0 0 0,0 0-672 15,-6 0 357-15,3 0 166 0,-2 0 87 0</inkml:trace>
  <inkml:trace contextRef="#ctx0" brushRef="#br0" timeOffset="176839.73">22766 11661 651 0,'-9'-18'0'0,"2"1"0"0,0 2 0 16,0-2 0-16,1-3 0 0,-1 1 0 0,-2-4 318 0,-1 5-142 0,1-2-72 0,2 6-35 0,-5 5 152 15,1 0-98-15,0 6-45 0,-5 3-23 0,2 0 59 16,-4 17-41-16,4 8 8 0,-2 4 30 0,2 11-39 16,4 0-1-16,4-7-38 0,3 6 74 0,3-3-29 15,0 0-8-15,0-6-9 0,1-4-28 0,9-7 0 16,0-1 8-16,2-1-42 0,-1-7 0 0,-1-4 34 16,1-2-1-16,3-4-136 0,-3 0 76 0,0-4 27 15,2-15-197-15,0-5 106 16,-2-4 30-16,-1-5-163 0,1 0 86 0,-2-11 61 15,-1 4 3-15,0-4-25 0,-1-1 34 0,-2-6-1 16,4-1 27-16,-4-12-58 0,1 4 34 0,-1 0-1 16,1 9 32-16,-5-2-11 0,1 12 3 0,1 0 8 15,-3 6 188-15,0 14-94 0,0 0-47 0,0 9 355 16,0 3-175-16,0 6-99 0,0 0-17 0,-5 3 230 16,2 3-138-16,-3 19-68 0,1 8-27 15,-2 11 73-15,-2 10-58 0,4 13-29 16,-1 1 1-16,5 3 199 0,1-9-106 0,0 16-65 15,0-12 47-15,0-8-53 0,7 0 119 0,5-1-203 16,-1-11-363-16,6 6 237 0,-6-16 79 0,3 3-531 16,2-8 273-16,-5-9 157 0,3-2 25 0,-4-6-262 15,3-5 176-15,-1-4 88 0,-1-2 44 0,3 0-470 16</inkml:trace>
  <inkml:trace contextRef="#ctx0" brushRef="#br0" timeOffset="177096.55">23031 11465 1502 0,'-5'0'0'0,"-2"-3"0"0,5 2 0 0,2-1 0 0,-1 2 0 0,1 0 0 0,0 0 0 0,0 0 0 0,0 0 565 0,8 3-266 15,3 6-133-15,0-2 205 0,2 2-169 0,2 0-77 16,-1 1-49-16,0-1-81 0,0 0 0 0,-1-1 38 16,-4 0 0-16,1-1-152 0,-3-1 71 0,0 2 41 15,-1-2-555-15,-1-1 298 0,2-1 148 0,-4-2-682 16,1-1 387-16,0-1 190 0</inkml:trace>
  <inkml:trace contextRef="#ctx0" brushRef="#br0" timeOffset="177291.53">23337 11217 1189 0,'0'-3'0'0,"0"3"0"0,0 0 0 0,0 3 0 0,-7 10 0 0,-1 4 0 0,-5 9 0 0,-1 10 616 15,2-1-291-15,-8 9-147 0,0 3-72 0,-2 4 389 16,-7 10-235-16,5-4-113 0,-1 0 61 0,2 4-88 16,-2 1-43-16,4-9-68 0,-2 4 24 15,5-4 0-15,-1-4 0 0,2-4-455 16,4-13 227-16,2-1 122 0,0-7 49 0,3-4-662 15,4-8 345-15,2-3 74 0,2-5 117 0,0-4-451 16,0 0 289-16</inkml:trace>
  <inkml:trace contextRef="#ctx0" brushRef="#br0" timeOffset="177835.62">23541 11547 492 0,'0'0'0'0,"0"0"0"0,2-3 0 0,1 3 0 0,-3-4 0 0,2-2 135 0,-2 2-43 16,0-2-34-16,0 3 76 0,0-3-50 0,0 1-26 0,0-2 144 16,0 0-77-16,0 0-50 15,-2 1-21-15,-3-1 101 0,0-1-61 0,0 1-30 16,1 0 7-16,-2 1 25 0,1 1-32 0,-1-1 1 15,-2 0 2-15,1 4-34 0,0 1 8 0,-5 1 7 16,1 0-15-16,-3 0 0 0,0 15-1 0,-6 3 48 16,6 7-15-16,-3 3-9 0,2 0-23 0,1 2 50 15,5 0-24-15,4 0-1 0,3-5-17 0,0 4 65 16,2-6-36-16,0-3-1 0,2-1-92 0,7-2 28 16,0-6 8-16,5-1-58 0,-3-6 39 0,4-2 0 15,0-2 39-15,2-2-238 16,1-12 99-16,3-8 57 0,-3-3 32 0,2-3-307 15,-1-4 152-15,2-8 41 0,-7 5 33 0,6-15-89 16,-4 2 77-16,-2-4 39 0,0-10-71 0,-2 0 55 16,-1 2 19-16,2-14-42 0,-1 11 39 0,-5 10 0 15,0 3 38-15,-3 14 45 0,-2 6-31 0,-2 5 8 16,0 11-22-16,0 4 321 0,0 6-160 0,0 4-81 16,-6 0-15-16,-3 23 363 15,0 7-152-15,-1 13-108 0,1 4 171 0,2 6-136 16,1 7-61-16,0 11-42 0,2-1 140 0,0-3-87 15,3-1-44-15,-1-1-12 0,2-12 8 0,0 3-39 16,0-4 0-16,0-6-233 0,0-10 116 0,3-2 59 16,3-14-486-16,2-1 263 0,-2-9 92 0,3-6 80 15,2-4-600-15,-1 0 313 0,1-3 169 0</inkml:trace>
  <inkml:trace contextRef="#ctx0" brushRef="#br0" timeOffset="178199.87">23801 11266 995 0,'0'0'0'0,"2"0"0"0,2 0 0 0,1 0 0 15,2-2 0-15,3-2 188 0,1 2-78 0,5-2-30 0,0 1-8 0,7 0 396 16,-2 2-217-16,1 0-110 0,-1-2 88 0,2 3-90 16,-5 0-58-16,1 0 3 0,-3 0-25 0,-2 0-1 15,-1 3-25-15,-5 4 71 0,-1 2-40 16,-5 4 0-16,0 2-31 0,-2 10 41 15,-5-2-1-15,-9 8-32 0,-6 7-8 0,-3-4 162 16,2 3-82-16,-2-1-39 0,1-1 165 0,2-5-239 16,0 2 0-16,0 0 0 15,1-2 0-15,5-2 0 0,0-1 0 0,5-8-224 0,1-1 180 0,5-5 38 16,1-1 17-16,2-1-86 0,0-3 18 0,0-1 38 16,0-1-70-16,7-2 40 0,4 2-11 0,3-3 20 15,2 1 127-15,2-2-57 16,0-2-22-16,1 0-27 0,2 0 13 0,-1 0-4 15,1 0 19-15,-2 0-323 0,-1-4 151 0,-2 0 71 16,-2 0 36-16,-3 1-475 0,1-1 249 0,-4 0 116 16,-1 0 71-16,-1 0-222 0,-4 0 142 0,0-5 71 15</inkml:trace>
  <inkml:trace contextRef="#ctx0" brushRef="#br0" timeOffset="178351.47">23842 11493 1940 0,'-9'0'0'0,"5"0"0"0,4 0 0 0,0 1 0 0,0-1 0 16,2 0 0-16,7 2 0 0,9 3 0 0,5 3 765 0,4-3-366 0,3 2-184 0,2-2-90 0,3 3 217 15,0 0-33-15,-1-1-309 0,-1 1 0 0,1 2 0 16,-4-1 0-16,0 1 0 0,0 3-893 0</inkml:trace>
  <inkml:trace contextRef="#ctx0" brushRef="#br0" timeOffset="180434.71">24425 11586 2012 0,'0'0'0'0,"0"0"0"0,3 0 0 0,11 0 0 0,4 0 0 0,7-1 0 0,1-5 0 0,4 3 0 0,0-1 0 0,0 0 142 0,-3 3-47 16,7-4-35-16,-8 4-47 0,-1-1 20 0,2 2 0 15,-6 0 0-15,0 0-227 0,-3 0 109 0,-1 0 60 16,-8-2 28-16,0 0-200 0,0 0 112 0,-4 0-8 16,-3-5-510-16</inkml:trace>
  <inkml:trace contextRef="#ctx0" brushRef="#br0" timeOffset="180621.87">24703 11179 1121 0,'-11'-5'0'0,"2"1"0"0,4 2 0 0,1 0 0 0,1 2 0 0,0 0 0 0,3 0 254 0,0 12-111 0,0 12-56 0,4 4 316 16,4 13-189-16,0 5-91 0,-1 2-45 0,-3 7 193 15,-1 8-119-15,-2-9-52 0,-1 16-87 16,0-6 20-16,0-2 0 0,0-2-378 0,0-6 186 16,0 5 103-16,3-4 41 0,-1-6-610 15,0-5 321-15</inkml:trace>
  <inkml:trace contextRef="#ctx0" brushRef="#br0" timeOffset="181468.97">25432 11405 796 0,'0'-15'0'0,"0"1"0"0,0 0 0 0,0-5 0 0,0-4 0 0,0-3 0 0,0 1 93 0,0 3-23 0,0-6-7 16,0 2 3-16,0 3 0 0,0 0-33 15,0 5-1-15,0 0 48 0,-8 6-9 0,-2 2-38 16,1 2 44-16,0 5-21 0,-5 1-1 0,2 2 22 15,-4 0-7-15,3 5-37 0,0 7 0 0,0 5 50 16,4 2-25-16,0 3 8 0,2 8-34 0,5-1 33 16,2 4-1-16,0 0-31 0,0 11-1 0,0-8 87 15,6 11-48-15,2-4 1 16,-1 3 37-16,1-2-38 0,-3 3-1 0,-1-5-33 16,2 8-4-16,-5-5-1 0,2-1 1 0,-1-9-68 15,0 5 34-15,-1-5 8 0,-1-3 26 0,0-4-42 16,0-5 21-16,0-1 0 0,-1-3-113 0,-7-6 48 15,-5-1 32-15,3-3 0 0,-3-1-103 0,-4-5 61 16,0 1 11-16,-1-4-180 0,-1 0 107 0,0 0 38 16,2 0 28-16,0-4-261 0,4-6 143 0,4-2 64 15,1-4 44-15,4 0-281 0,4-3 158 16,0-5 80-16,2-1 40 0</inkml:trace>
  <inkml:trace contextRef="#ctx0" brushRef="#br0" timeOffset="181720.3">25651 11275 1006 0,'6'-24'0'0,"-3"3"0"0,-1 5 0 0,-2-2 0 0,0 5 0 0,-5 2 0 0,-6 4 242 0,-3 3-105 0,3 4-52 0,0 0 206 16,-1 0-121-16,0 13-73 16,-2 7-32-16,1 7 102 0,4 5-67 0,1 1-33 15,2 5 7-15,6 0 8 0,0 0-25 0,0 1 0 16,2 0 65-16,8-2-44 0,-1-1-15 0,2-1 2 15,-1 2 1-15,-1-3-34 0,-1 1 1 0,-3-1-96 16,-3 0 56-16,0-2 15 0,-2 2 1 0,0-5-258 16,0 2 137-16,-9-3 45 15,0-6-442-15,-5 6 224 0,-1-5 127 16,-2-2 57-16,1-3-185 0,-2-1 127 0,4-1 55 0</inkml:trace>
  <inkml:trace contextRef="#ctx0" brushRef="#br0" timeOffset="181899.81">25240 12214 1127 0,'-6'5'0'0,"4"9"0"0,2-3 0 0,-2 0 0 0,2 0 0 0,0 5 0 0,0 2 0 0,0-1 504 0,0 2-236 0,2 4-117 16,0-3-52-16,1 1 164 16,2 0-116-16,-1-1-57 0,-3 1-66 0,1-4 9 15,0-4 7-15,0 0-412 0,0-3 202 0,0-3 101 16,-2-1 51-16,3-5-583 0,-1 2 313 0,-2-3 68 15</inkml:trace>
  <inkml:trace contextRef="#ctx0" brushRef="#br0" timeOffset="182124.22">25163 12178 1420 0,'-2'-11'0'0,"0"6"0"0,2 0 0 0,0 2 0 0,6-1 0 0,8 1 0 0,7-1 0 0,7 2 0 0,-1 0 235 0,2 2-101 0,2 0-51 16,-1 5 133-16,-2 7-83 0,1 3-54 0,-6 4-22 15,-2 2 0-15,-4 1-25 0,-4 2 1 0,-7-1-59 16,-5 9 25-16,-1-2 0 0,0 0 34 0,-12 0-68 16,-9-2 34-16,-1-1 8 0,-4-4 26 0,-3-2-77 15,1-2 1-15,0-4 32 0,1-3-212 16,4-3 109-16,0-3 38 0,1-3 33 16,4-1-312-16,7-2 161 0,0 0 81 0,7 0-132 15,4-5 110-15,0-9 51 0</inkml:trace>
  <inkml:trace contextRef="#ctx0" brushRef="#br0" timeOffset="182272.81">25460 12379 879 0,'11'-5'0'0,"1"3"0"0,2 2 0 0,-5 0 0 0,-1 0 0 0,0 0 0 0,-3 7 0 0,1 3 490 0,-1-1-229 0,-1 1-106 16,4 0 234-16,-2 4-178 16,-3-3-90-16,3 3-43 0,-1-4-162 0,1 0 67 15,0 0 21-15,-2-1-488 0,1-4 258 0,1 1 130 16,-3-2 64-16,2 0-237 0,2-4 101 0</inkml:trace>
  <inkml:trace contextRef="#ctx0" brushRef="#br0" timeOffset="182446.91">25679 12294 576 0,'2'-3'0'0,"0"2"0"0,-1-2 0 0,-1 3 0 0,0 6 238 0,-3 13-103 0,-6 5-43 15,-1 4-34-15,-1 4 355 0,-4 10-190 0,-4-3-96 16,4-1 209-16,-5 7-156 0,1-4-74 0,4-7-52 15,0 0 0-15,-2 0-21 0,7-10 8 0,-4 4-351 16,5-9 172-16,2 0 85 0,2-6 43 0,1-4-250 16,4-3 155-16,0-4 65 0,0-2-46 0</inkml:trace>
  <inkml:trace contextRef="#ctx0" brushRef="#br0" timeOffset="182761.47">25696 12372 1468 0,'8'-10'0'0,"1"3"0"0,4 0 0 16,-3 1 0-16,3 0 0 0,-1 0 0 0,6 1 0 0,3-1 0 0,3 1 295 0,-2 0-131 0,1 0-58 0,3 1 30 0,1-2-51 0,-3 3-27 15,-3-1 1-15,-1 3-156 0,-3-1 74 16,-2 2 23-16,-7 0-47 0,3 0 39 16,-5 2 1-16,-6 9 40 0,0 7-57 0,-10 9 25 15,-10 5 0-15,-5-1 80 0,1 5-33 0,-1 2-43 16,5-6 3-16,-6 10 204 0,5-13-96 0,4 5-35 15,-1-4-28-15,8-3 65 0,2-6-35 0,2 0-29 16,4-4 0-16,2-1 0 0,0-5 0 0,2-4-21 16,10 1 20-16,0-6-20 0,3-1 0 0,5-1-44 15,-3 0 21-15,1 0 1 0,3-1 30 0,-2-9-184 16,1 3 85-16,-2-1 27 16,-4 1 27-16,2 1-428 0,-7 2 206 0,0 0 81 15,-2 2 62-15,-2 1-234 0,-2-1 143 0,-1 2 70 16,0 0-482-16</inkml:trace>
  <inkml:trace contextRef="#ctx0" brushRef="#br0" timeOffset="182928.66">25781 12477 1337 0,'-9'0'0'0,"3"0"0"0,4 0 0 0,2 0 0 0,0 0 0 0,2 6 0 0,11-2 0 0,3 1 562 16,9-1-269-16,1-2-130 0,4 0 127 0,0-1-128 15,2-1-64-15,2 0-25 0,-2 0-187 0,-2 0 74 16,-2 0 36-16,-1 0-663 0,-5 0 349 0</inkml:trace>
  <inkml:trace contextRef="#ctx0" brushRef="#br0" timeOffset="183746.11">26331 11893 560 0,'-9'-4'0'0,"-1"2"0"16,6 1 0-16,1-1 0 0,1 0 0 0,-1 2 194 0,3-2-81 0,0 2-40 0,0-2 300 15,3 0-170-15,14-2-77 0,7-2-51 0,6 1 230 0,10-2-137 16,5-3-67-16,17-2 220 16,3 0-137-16,11-3-79 0,14-2-36 0,-1 2 186 15,3 0-111-15,-9 4-48 0,27-3-35 0,-9 4 23 16,0 2-25-16,-5 0-1 0,-4 0-71 0,-17 5 30 15,3-2-7-15,-2 0 23 0,-4 4-139 0,-9-2 70 16,-12 3 34-16,-6-3-154 0,-1 3 89 0,-9 0 8 16,-10 0 36-16,-2 0-275 0,-8 0 138 15,-3 0 29-15,-7 0 53 0,0 0-70 0,-3 0 57 16,-2 0 29-16,0-3-159 0,-12-2 86 16,-5 0 56-16,-7-1 22 0,-4-1-353 0,-2 3 188 15,-4-2 95-15</inkml:trace>
  <inkml:trace contextRef="#ctx0" brushRef="#br0" timeOffset="184015.4">26641 11257 1190 0,'-15'-25'0'15,"7"14"0"-15,8 9 0 0,0 0 0 0,0-1 0 0,0 3 0 0,0 0 0 0,12 0 122 0,1 0-49 0,4 0 1 0,1 3 177 16,3 3-109-16,-2-1-55 0,0 2-68 16,-2 1-8-16,-4 2 22 0,0 1 0 0,-4 0-297 15,-1 0 148-15,-5 1 83 0,1 1 28 0,-2-2-487 16,0 0 247-16</inkml:trace>
  <inkml:trace contextRef="#ctx0" brushRef="#br0" timeOffset="184221.84">26891 11129 1248 0,'1'-8'0'0,"1"1"0"0,0 4 0 0,2 2 0 0,-2-1 0 0,-1 2 0 0,-1 2 0 0,0 14 0 0,0 7 0 0,0 4 377 0,-9 4-164 0,-5 10-94 15,-4 1-44-15,-2 3 151 0,-1 0-97 0,0 3-48 16,5-9-104-16,-7 8 24 0,10-14 0 0,-4 5 32 16,4-3-124-16,0-1 62 0,4-6 38 15,0-7-404-15,2-2 182 0,3-12 117 16,4-1 58-16,0-6-538 0,0 0 263 0</inkml:trace>
  <inkml:trace contextRef="#ctx0" brushRef="#br0" timeOffset="184415.34">26873 11299 1227 0,'12'0'0'15,"3"0"0"-15,1 2 0 0,2 1 0 0,1-2 0 0,1-1 0 0,7 2 279 0,0-2-123 0,3 2-61 16,1-2 290-16,0 0-175 0,0 0-81 0,-1 0-4 16,-4 0-46-16,-3 0-24 0,-2 0 1 0,-4 0-207 15,-3-2 101-15,-3 0 37 0,-4 1 22 0,0-2-448 16,-5 1 236-16,0 2 118 0,-2-1-536 0,0-3 300 15,0-1 134-15,-12-3 77 0,0-4-219 0</inkml:trace>
  <inkml:trace contextRef="#ctx0" brushRef="#br0" timeOffset="184572.93">27202 11081 1368 0,'-3'-5'0'0,"1"3"0"0,2 2 0 0,0 0 0 16,0 4 0-16,0 11 0 0,0 10 0 0,0 1 0 0,-3 8 245 0,-2 7-106 0,2-2-53 0,-4-1 132 0,-2 7-97 0,4-10-44 15,-2 3-22-15,1-3 24 0,-1-3-23 16,6-4 8-16,1-3-312 0,0-2 140 0,0-2 71 0,0-6-484 16,1-4 277-16,8-5 146 0,6-2-7 0</inkml:trace>
  <inkml:trace contextRef="#ctx0" brushRef="#br0" timeOffset="184924.84">27440 11104 1535 0,'17'-8'0'0,"1"3"0"0,3 1 0 0,-1 3 0 0,4-5 0 0,-5 4 0 0,8-2 0 0,-2 3 0 0,-4-2 0 0,8 0 348 0,-5 1-157 0,-1-1-80 0,1 2-39 16,-3-2 49-16,0 3-37 0,-4 0-29 0,-3 0-69 16,-4 0 24-16,-2 0-1 0,-1 0 24 0,-3 9 8 15,-2-2-8-15,-2 6-1 0,0 3-63 0,-9 4 31 16,-5 3 1-16,-4 3 40 0,-7 7-8 0,0 2-39 15,1 0 26-15,-3-1-27 0,2 1 41 0,4-7-10 16,-3 3-5-16,6-5 52 0,5-6-24 0,1 2 12 16,3-6-33-16,6-4 42 0,1-1-9 15,2-2-21-15,0-2-6 0,0-1-2 16,7-2 3-16,7 0 8 0,0-2 30 0,5 0-38 16,3-2 0-16,-3 0-22 0,8 0 22 0,-6 0 8 15,7 0-8-15,-5-2-178 0,-3 0 86 0,1-1 37 16,-3 2 29-16,-2-3-467 15,-5 2 225-15,-1 1 90 0,-5-2-211 16,-1 3 161-16,-3-2 74 0,1 2 48 0,-2-1-462 0,0-3 252 0</inkml:trace>
  <inkml:trace contextRef="#ctx0" brushRef="#br0" timeOffset="185105.05">27516 11285 1166 0,'-19'0'0'0,"9"0"0"0,1 0 0 0,4 0 0 0,1 0 0 0,4 1 0 0,0 3 268 0,6 2-117 0,11 2-51 0,10 3 293 16,4-4-180-16,3 2-90 0,9 3-45 0,-4-3 9 16,-2-1-19-16,2-1-7 0,-3 1-176 15,1-1 74-15,-5 3 37 0,-10-3-470 16,1 3 261-16,-6 1 119 0,-7 0 64 0,-5 2-677 16</inkml:trace>
  <inkml:trace contextRef="#ctx0" brushRef="#br0" timeOffset="185429.69">26921 11998 1047 0,'-13'-9'0'0,"7"2"0"0,4 4 0 0,2 2 0 0,0-1 0 0,2 0 0 0,12 0 524 0,8-2-249 0,5 2-121 16,15 0 341-16,1 0-231 0,6 1-115 0,10 1-51 16,10 0 91-16,-4 0-79 15,5 0-38-15,3 0 104 0,0 0-71 0,5 0-29 16,-5 0-7-16,0 0-86 0,0 0 25 0,-7-2 0 16,-13 0 25-16,-6 0-254 0,-2-2 123 0,-6 2 66 15,-12 0-301-15,-4 1 171 0,-10-1 30 0,-3 0-174 16,-3 2 140-16,-7 0 67 0,0 0 33 0,0 0-65 15,-7 0 49-15,-8 0 17 0,-5 0 8 0,-7 0-268 16,4 0 146-16,-7 0 73 0,-12 2-399 0</inkml:trace>
  <inkml:trace contextRef="#ctx0" brushRef="#br0" timeOffset="185791.72">26896 12008 1112 0,'-18'-8'0'0,"4"4"0"0,4 2 0 0,2 2 0 0,3 0 0 0,-2 0 246 0,2 8-107 0,0 7-45 16,5 11-34-16,0 0 284 0,0 6-156 15,0 2-78-15,3 4 54 0,4 0-9 16,1 6-66-16,-4-5-28 0,1 3-23 0,-3-6-5 16,2 2 0-16,-2-4-74 0,0 1 33 0,-2-3 0 15,0-6 41-15,0-4-65 0,0-4 32 0,-4-7 9 16,-5 2 24-16,-2-5-195 0,1-5 54 0,-6-3 59 15,2 0-17-15,-3 0-82 0,-1-3 46 0,-2-15 39 16,2 2-46-16,-1-6 37 0,-3-7 1 0,4-1 30 16,-2-7-12-16,7 6-1 15,-3 1 21-15,4 10 79 0,0 1-48 0,3 8 8 16,1 1-38-16,1 6 125 0,1 2-53 0,2 2-33 16,-3 2-8-16,5 16 173 0,-2 4-69 0,2 0-52 15,1 7 47-15,1-1-41 0,-2-4 7 0,2 8-5 16,0-6-232-16,0-5 97 0,2 2 55 0,5-4-441 15,3-3 212-15,6-4 120 0,1-4 25 0,4-5-179 16</inkml:trace>
  <inkml:trace contextRef="#ctx0" brushRef="#br0" timeOffset="185970.78">27046 12191 2181 0,'8'0'0'0,"-2"0"0"16,-2 10 0-16,-2 7 0 0,-2 5 0 0,0 4 0 0,0 8 0 0,0-2 0 0,-2 4 0 0,-5 1 233 0,2 1-100 0,-1-2-50 0,0-4-112 0,3-6 39 0,0-1-8 16,1-1 31-16,2-6-439 0,-2-2 219 15,2-7 111-15,0-1 62 0,0-5-288 16,0 0 166-16,0-3-32 0</inkml:trace>
  <inkml:trace contextRef="#ctx0" brushRef="#br0" timeOffset="186101.43">27054 12471 1038 0,'0'-7'0'0,"0"5"0"0,0 0 0 0,0 1 0 0,0-1 0 0,3 2 0 0,7 0 0 0,3 0 406 0,4-3-187 16,2 2-85-16,2 1 191 0,1-2-146 0,0 2-74 15,1-1-35-15,2 1-290 0,-4-3 135 0,-4 3 55 16,2 0 31-16,-1 0-552 0,-6 0 292 0,-4 0 146 16</inkml:trace>
  <inkml:trace contextRef="#ctx0" brushRef="#br0" timeOffset="186254.02">27310 12287 1153 0,'-2'-7'0'0,"0"4"0"0,0 0 0 0,2 1 0 0,-1 1 0 0,1 1 0 0,0 0 303 0,3 0-127 0,10 0-76 0,1 0-33 16,0 3 281-16,-1 5-158 0,2 0-79 0,1 2-210 16,2-1 61-16,-3 1 35 0,1 0 1 0,-3-3-532 15,4 3 283-15,-4-5 150 0</inkml:trace>
  <inkml:trace contextRef="#ctx0" brushRef="#br0" timeOffset="186430.16">27549 12235 1424 0,'-5'-3'0'0,"3"0"0"0,-1 3 0 0,-5 4 0 0,1 15 0 0,-3 6 0 0,1 12 0 0,0-1 288 16,-5 14-131-16,1 0-62 0,-3 0 163 0,0 0-112 15,-1 0-57-15,-1-2 145 0,1-3-105 0,-3-4-48 16,8-7-24-16,-3 0-195 0,1-6 85 0,3-6 51 15,1-2-479-15,1-3 256 0,4-8 130 0,1 0 63 16,2-5-596-16,0-3 249 0,2-1 177 16</inkml:trace>
  <inkml:trace contextRef="#ctx0" brushRef="#br0" timeOffset="186700.06">27545 12175 765 0,'18'-13'0'16,"0"5"0"-16,2 4 0 0,-1 1 0 0,-2-1 0 0,-1 2 0 0,-3 2 340 0,-3 0-145 0,0 0-85 0,0 0 26 0,-3 6-52 16,-2 4-26-16,-3 4 1 0,-2 3-119 15,0 2 42-15,-7 2 25 0,-5-3-95 16,1-2 60-16,-1 0 31 0,0-3 7 0,2 0-11 16,1-5 0-16,3-3 29 0,-2 0-45 0,6-2 93 15,-1-1-46-15,3-2-23 0,-2 0 157 0,2 0-74 16,0 0-28-16,2 0-22 0,7 0 63 0,7 0-39 15,0-2 0-15,1-2-55 0,0 0 0 0,0 1 24 16,1-1 8-16,-1 0-276 0,-1 2 126 0,0 0 68 16,-7 2 13-16,2 0-600 15,-3 0 263-15</inkml:trace>
  <inkml:trace contextRef="#ctx0" brushRef="#br0" timeOffset="186850.65">27655 12532 1437 0,'-14'1'0'0,"4"3"0"0,3-2 0 0,3 0 0 0,2-2 0 0,0 0 0 0,2 0 0 0,0 0 0 0,0 0 232 16,8 0-99-16,9-6-51 0,-3-1 70 0,4-1-59 15,0-1-22-15,1-1-414 0,-1 1 188 0,-1 0 94 16,3 1 47-16,-4-1-246 0,3 2 154 0</inkml:trace>
  <inkml:trace contextRef="#ctx0" brushRef="#br0" timeOffset="187191.05">27940 12173 1065 0,'0'0'0'0,"0"2"0"0,2 1 0 0,5-1 0 0,0-2 0 0,4 0 0 0,-1 0 200 0,6 0-75 0,2 0-50 0,0 0 110 16,3 0-77-16,-3 0-37 0,3 0-1 0,-5 0-31 15,2 0-7-15,-3 0 1 0,-6 0-59 0,0 0 30 16,0 0-1-16,-7 8 38 0,-2 2 7 0,0 4-16 15,0 7 1-15,-14 1 121 0,-1 3-61 0,-2 1-22 16,-1 4-8-16,-2 0 41 0,1 0-36 0,-2 3 1 16,5-3-36-16,0-1 7 0,2-1-7 15,3-1-1-15,2-8 3 0,6 3-2 16,1-5 0-16,2-2 8 0,0-2-28 0,0-2 20 16,0-3 0-16,5-1-11 0,4-1 11 0,2-2 8 15,5-3-9-15,-4-1-39 0,3 0 38 16,0 0-7-16,3 0 6 0,-2 0-181 15,-2-1 83-15,0-3 37 0,-5 0-164 0,3-1 88 0,-3 1 54 0,-1-1 5 16,-5 1-489-16,0 0 252 0,1 2 127 16,-2-2-345-16,-2-1 236 0,0-1 108 0</inkml:trace>
  <inkml:trace contextRef="#ctx0" brushRef="#br0" timeOffset="187342.7">27984 12418 1041 0,'-20'-3'0'0,"7"2"0"0,-1 1 0 0,3 0 0 0,0 0 0 0,5 0 0 0,2 0 247 0,1 0-107 0,3 0-54 0,3 0 350 16,11 0-206-16,7 0-99 0,2 1 80 0,2 1-89 16,0-1-45-16,-4 2-14 15,6-3-175-15,3 0 72 0,-6 0 36 0,1 0-557 16,-4 0 297-16,3 0 156 0</inkml:trace>
  <inkml:trace contextRef="#ctx0" brushRef="#br0" timeOffset="187602.84">28302 12212 1451 0,'0'-9'0'0,"0"4"0"0,0 0 0 0,3 0 0 0,4 1 0 0,2 0 0 0,1 2 0 0,0 1 0 0,0 1 185 16,-2 0-68-16,0 0-47 0,-3 7 7 0,-3 5-22 16,-2 3 0-16,0 0-78 0,0 3 35 0,-10 0-7 15,-3 2 28-15,-3 2-84 0,2-5 42 0,0 0 21 16,-1 0 8-16,0-2 35 0,4-2-1 0,-2-3-21 15,8-3 61-15,0-3-43 0,2-3-10 0,2 2-18 16,1-3 45-16,0 0-38 0,6 0 13 0,8-3-78 16,6-2 45-16,2-8-9 15,3 2 32-15,0-1-403 0,0 3 182 0,1-3 98 16,-5 5 23-16,7-2-552 0,-10 1 293 0,-1-1 147 16</inkml:trace>
  <inkml:trace contextRef="#ctx0" brushRef="#br0" timeOffset="188021.26">28772 11762 579 0,'-14'-9'0'0,"-5"0"0"0,-5 6 0 0,1 1 0 0,-5 2 0 0,1 0 0 0,0 14 418 16,4 2-192-16,1 5-97 0,1 3-40 0,3 3-32 15,8-1 0-15,-1 3-24 0,8 0 292 0,0-1-146 16,3-7-65-16,0 1-45 0,6-3-81 0,7-2 22 15,0-5 1-15,3 1-159 0,-2-6 86 16,2-4 47-16,-1-3 24 0,-2 0-109 0,0 0 21 16,3-3 52-16,-5-12-61 0,3-5-162 15,-2-4 86-15,1-2 66 0,-1-2-62 0,-1-4 55 16,-3-3 41-16,5-8-1 0,-2 1-4 0,1-3-1 16,-1-4 38-16,-1-2-45 0,4-4 8 0,1-8 37 15,-3 5-1-15,-1 9-4 0,-1-4 4 0,-5 18-8 16,1 8 9-16,-5 3 117 0,1 10-59 0,-2 6-29 15,0 4 479-15,0 4-240 0,-2 4-90 0,-5 22-71 16,-1 9 319-16,2 7-181 16,-1 9-90-16,2 5 299 0,-2 10-198 0,4-5-96 15,1 2-48-15,-3-11 96 0,3 6-72 0,2-1-28 16,0-6-7-16,0-7 18 0,0-8-27 0,0 0 0 16,0-8-336-16,2-7 162 0,1-3 70 0,1-5 38 15,0-5-548-15,2-2 288 0,1-6 74 0,-1 0 96 16,2 0-567-16,3-6 316 0,-1-11 156 0</inkml:trace>
  <inkml:trace contextRef="#ctx0" brushRef="#br0" timeOffset="188190.8">28923 11743 700 0,'0'-6'0'0,"0"2"0"0,0 0 0 0,0 3 0 0,0-1 0 0,0-1 292 15,3 3-130-15,8 0-64 0,0 0 349 0,-2 0-199 16,4 6-112-16,-3 2-51 0,0 2 14 0,0-1-34 15,-1 2 1-15,-1-2-428 0,-2 5 194 0,0-7 100 16,2 2 50-16,-3 1-603 16,3-3 307-16,-3-4 151 0,1-3 80 0</inkml:trace>
  <inkml:trace contextRef="#ctx0" brushRef="#br0" timeOffset="188381.22">29195 11487 996 0,'1'0'0'0,"-1"0"0"0,0 7 0 0,0 11 0 0,-1 4 0 0,-11 11 0 0,-8 5 0 0,-1 8 405 0,0 4-186 0,-4 5-85 0,-5 9 255 16,4-8-178-16,-4 2-89 15,5-1-45-15,-2-1-17 0,0-7 7 0,1 5-34 16,-1-3-306-16,1-5 152 0,3-3 78 0,7-12 37 16,2-2-220-16,3-3 126 0,4-4 66 0,0-3-624 15,4-6 315-15,1-7 143 0,2-6 75 0</inkml:trace>
  <inkml:trace contextRef="#ctx0" brushRef="#br0" timeOffset="188875.7">29331 11882 870 0,'4'-18'0'0,"-2"3"0"0,-2 3 0 0,3 1 0 0,-1-5 0 0,-2 3 0 0,0-2 0 0,0 0 241 0,0 4-96 16,0 2-60-16,-2-1-26 0,-3 2 88 15,0 5-57-15,-2 0-29 0,-1 3-61 0,-2 0 33 16,-7 10 0-16,4 10-32 0,-6 2 1 0,6 4 39 16,-1 2-8-16,1 2 14 0,3 0-14 0,3 0 0 15,2-2-1-15,5-5 75 0,-3-1-42 0,3-2 0 16,0-2-37-16,0-8 4 0,0 1 1 0,4-5 8 15,2-3-81-15,0-3 36 0,7 0 0 16,-2-3 37-16,3-16-56 0,2-2 34 16,1-5-4-16,-2-4-237 0,2-2 120 0,1-10 40 15,-1 2 38-15,-2 3-216 0,4-9 92 0,-1-1 62 16,-3-1 24-16,5-4-54 0,-2 0 46 0,1-4 14 16,5-9-14-16,-5 5 22 0,-2 9 0 0,0-1 24 15,-5 17 73-15,-6 8-45 0,1 10 8 0,-4 4 130 16,-1 3-83-16,-1 9-42 15,-1 1-17-15,-1 13 333 0,-11 17-132 0,-1 9-91 0,-1 5 254 0,3 6-162 16,-3 5-80-16,4 4-33 0,1 9 183 16,-2-15-115-16,6 7-59 0,-3-2-28 15,5-3 14-15,-1-8-13 0,3 5-9 0,-1-7-132 16,2-11 56-16,0 0 27 0,0-10 0 0,0-1-412 16,0-6 216-16,2-6 112 0,4-3 4 0,6-6-690 15,2-2 367-15,2-10 174 0</inkml:trace>
  <inkml:trace contextRef="#ctx0" brushRef="#br0" timeOffset="189210.52">29656 11585 430 0,'-4'-2'0'0,"4"-9"0"0,0 6 0 0,5 0 0 0,6 2 0 16,3-1 498-16,-1 2-225 0,-1 0-124 0,4 0 219 0,5 2-167 0,-3 0-85 15,7 0-41-15,-11 0 11 0,4 0-31 0,-1 6 0 16,-4 1-22-16,-1 3-93 0,-7 0 55 0,1 4 15 15,-6 1-53-15,0 3 37 0,0 4 1 16,-13 2 38-16,-7 2 96 0,-7 8-53 16,0-2-21-16,-1 4 41 0,-2-2-31 0,-2 1-1 15,5-3-33-15,-5 6-20 0,14-10 22 0,-1 2 0 16,8-7-1-16,3-2-30 0,5-1 7 0,3-5 24 16,0-4-22-16,13-2 1 0,12-1 20 0,3-6 1 15,0-2 87-15,8 0-48 0,-4 0-9 0,-2 0-60 16,-2 0 0-16,-3-4 29 0,-5-2 9 0,1-1-279 15,-5 2 128-15,-2 0 65 0,-4 0 29 0,-1-1-186 16,-4 2 87-16,1 1 58 16,-6-2-425-16,3 0 225 0,-3 0 112 0,0-3 57 15,-3 3-384-15,-9-5 223 0,0-4 109 0,-8-4-245 16</inkml:trace>
  <inkml:trace contextRef="#ctx0" brushRef="#br0" timeOffset="189378.07">29616 11778 1335 0,'-20'-9'0'0,"12"4"0"0,-3 3 0 0,7-2 0 0,0 2 0 0,1 0 0 0,1 1 0 0,2 1 609 0,0 0-288 16,13 0-144-16,9 0 124 0,2 3-134 0,6 1-59 15,0 1-42-15,5-1 141 0,-3 0-86 16,3-1-45-16,-3 1-21 0,0 0-363 0,-2-2 166 0,0 0 87 16,-5 0-687-16,2 1 387 15,-9 3 158-15,4-2 113 0,-5-4-762 0</inkml:trace>
  <inkml:trace contextRef="#ctx0" brushRef="#br0" timeOffset="189571.56">30250 11647 1642 0,'-3'-4'0'0,"3"4"0"0,0 0 0 0,5 0 0 0,6 0 0 0,0 0 0 0,8 1 522 0,2-1-245 0,6 0-114 0,1 0-70 15,2 0 75-15,-1 0-68 0,1 3-34 0,-6-1-374 16,3-2 179-16,-5 2 76 0,0 0 43 0,-3 2-260 16,-9-2 152-16,3 0 75 0,-7 6-673 0</inkml:trace>
  <inkml:trace contextRef="#ctx0" brushRef="#br0" timeOffset="189717.17">30325 11871 1485 0,'0'3'0'0,"0"5"0"0,1-3 0 0,14-1 0 0,4-1 0 0,4-1 0 0,-2 3 0 0,10-3 0 0,-1 1 629 0,-2 1-298 16,2-2-150-16,-3 0-74 0,-5-1-7 0,10-1-38 15,-7 0 0-15,-7 0-723 0,4 0 347 16,4 0 174-16</inkml:trace>
  <inkml:trace contextRef="#ctx0" brushRef="#br0" timeOffset="191263.94">30879 11594 405 0,'-8'-5'0'0,"5"1"0"0,1 1 0 0,-1 0 0 0,1 0 0 0,-1-3 0 0,3-2 0 0,0 3 0 0,0-5 141 0,0 3-46 0,0-4-36 0,8-1 3 16,5-1 0-16,-4-2-30 0,0 2 1 0,1-2 68 16,-2 0-39-16,2 2 0 0,-2 0 75 0,3 0-52 15,-5 3-18-15,2 1-8 16,-3 1 19-16,4 0-23 0,-1 3 1 0,-1 0-23 16,1 1 62-16,3 0-35 0,0 2 0 0,-3 0-30 15,5 0 3-15,-2 2 0 0,1 0 8 0,1 0 6 16,4 0-14-16,-2 0 0 0,-2 0-1 0,4 4 30 15,-6 0 8-15,5 2-37 0,-1 1 40 0,0 0-40 16,0 3-1-16,0 0 1 0,2-1 66 0,-2 0-37 16,1 0-1-16,3 1-32 0,-2 0 4 15,-1-1 0-15,0-2 8 0,0 1-91 16,0-4 42-16,-5-1 20 0,2-1-79 0,-2-2-93 0,-3 0 95 0,-2 0 22 16,-1 0-132-16,-3 0 64 15,2 0 53-15,-2 0-14 0,-2 0-342 0,0 0 195 16,0 0 93-16,-2 0-311 0</inkml:trace>
  <inkml:trace contextRef="#ctx0" brushRef="#br0" timeOffset="191467.8">31093 11534 1081 0,'0'2'0'0,"0"4"0"0,0 5 0 0,0 3 0 0,0-2 0 0,0 0 0 0,0 1 207 0,0 2-88 0,0 2-43 15,0 4 146-15,0-3-99 0,0 3-45 0,0-2 51 16,0 3-48-16,-2-1-24 0,-2-1 8 0,3-1-189 16,-1 0 78-16,0-3 40 0,2-5 0 0,-1-2-289 15,1 0 173-15,-2-4 73 16,2 0-466-16,-2-4 246 0,2-1 96 0</inkml:trace>
  <inkml:trace contextRef="#ctx0" brushRef="#br0" timeOffset="191632.65">31222 11534 1191 0,'6'-10'0'0,"2"5"0"0,3 3 0 0,-6 2 0 0,1 0 0 0,-1 0 0 0,0 0 123 0,4 15-37 0,-4 14-30 0,-3 6 519 0,-2 9-271 0,0 2-135 16,0 9 269-16,-2 3-194 16,-3 0-110-16,-1 0-51 0,5-1-226 0,1-3 87 15,0 2 45-15,0-5 29 0,1 0-762 0,5-2 389 16</inkml:trace>
  <inkml:trace contextRef="#ctx0" brushRef="#br0" timeOffset="192794.5">31677 11676 415 0,'-11'-3'0'0,"5"1"0"0,-2 0 0 0,-3 1 0 0,5-1 0 0,-1-3 0 0,-1 3 0 0,5-3 83 15,-3 2-25-15,4-1 0 0,2-2 68 0,0 1-39 16,0-1-31-16,0 1 125 0,0 0-75 0,8 2-36 16,-2 1 0-16,4 1 72 0,4 1-58 15,-3 0-26-15,2 0 0 0,3 1 196 0,4 4-111 16,-5 4-47-16,5-4 143 0,1 2-103 16,0-1-51-16,3-2-27 0,-1-1-50 0,-2 0 24 15,3-1 1-15,-2-2 0 0,-3 0-234 0,2 0 118 16,-1 0 65-16,-5 0-180 0,0 0 115 0,-3 0 58 15,-3 0-37-15,1 0-493 0,-6 0 246 0,-2-2 142 16,1-1-250-16</inkml:trace>
  <inkml:trace contextRef="#ctx0" brushRef="#br0" timeOffset="192987.99">31876 11202 1440 0,'-11'-11'0'0,"7"5"0"0,-3 2 0 0,4 2 0 0,-1 1 0 0,3 1 0 0,-4 0 247 0,5 11-107 0,-2 17-53 0,1 9 147 16,-3 8-93-16,3 8-58 0,-7 15 274 0,5-5-162 15,-2 3-81-15,2 2-40 16,3-9-76-16,0 18 14 0,0-8-1 0,0 0-611 16,0 1 316-16,0-2 158 0,0-5 88 0</inkml:trace>
  <inkml:trace contextRef="#ctx0" brushRef="#br0" timeOffset="205873.98">1208 11101 595 0,'-3'0'0'0,"-1"0"0"0,4 2 0 0,0 3 0 0,0 2 0 0,0 3 0 0,4 1 224 0,2 4-95 0,6 6-48 0,0 0 121 16,-4 0-76-16,9 8-50 0,-7-1-22 0,2 0 25 16,-2 2-22-16,-2-1-1 0,-3-5-15 0,4 8-37 15,-6-5 29-15,-1-7-1 0,1 5-32 0,-1-5-1 16,-2-2 42-16,0-2-8 0,0-5-219 16,0-1 93-16,0-6 59 0,-2-2-351 15,-3-2 183-15,-1 0 62 0,-2-14 59 0</inkml:trace>
  <inkml:trace contextRef="#ctx0" brushRef="#br0" timeOffset="206143.56">1130 11093 576 0,'-18'-26'0'0,"6"8"0"0,-1 6 0 0,0 0 0 0,5 3 0 0,-1 0 352 0,6 3-159 0,3-2-81 16,0 3-31-16,3-3 261 0,17-1-155 0,4 2-77 16,8 1 174-16,3 2-126 0,2 2-54 0,8 2 6 15,-8 2-39-15,1 13 0 16,-1 6-38-16,-4-3-25 0,-1 9 25 0,-7 0-1 15,1 12 1-15,-8 2-97 0,-6 2 49 0,-6 4 32 16,-4 4-9-16,-2-1-63 0,0 1 43 0,-10-2 19 16,-7-4-35-16,-1-8 10 0,-6 9-4 0,-1-13-8 15,-2-1 45-15,3-9-33 0,-5-1 18 0,4-7-16 16,-2-2 15-16,3-7 5 0,4-2-4 0,4-4-223 16,-1 0 106-16,10 0 49 0,4-2 30 15,3-11-420-15,0 1 212 0,8-6 107 0,12 1-338 16,1 0 215-16,3-2 118 0</inkml:trace>
  <inkml:trace contextRef="#ctx0" brushRef="#br0" timeOffset="206291.16">1479 11476 1127 0,'7'-2'0'0,"-1"2"0"0,-2 0 0 16,-2 0 0-16,0 0 0 0,-2 0 0 0,0 0 259 0,0 0-117 0,0 0 335 0,1 4-222 16,1-1-111-16,3 2-56 0,0-2 76 0,1 2-70 15,5 2-31-15,-2-2 1 0,3 1-172 16,-2-1 70-16,0-1 44 0,3 1-8 0,1 1-442 15,-1-2 238-15,-1-4 120 0,1 0-562 0,1 0 265 16,1 0 146-16</inkml:trace>
  <inkml:trace contextRef="#ctx0" brushRef="#br0" timeOffset="206483.06">1730 11309 1001 0,'-5'-4'0'0,"2"3"0"0,-2-2 0 0,2 3 0 0,0 0 0 0,0 8 0 0,0 9 257 0,1 7-113 0,-1 5 141 16,0 2-131-16,1 5-60 15,-3 10-31-15,-1-6 299 0,1 6-165 0,-1-7-73 16,-4 10-51-16,4-5 49 0,-1-1-45 0,0-6-21 16,0-1-137-16,2 2 53 0,-1-8 30 0,1-1-347 0,-2-8 189 31,2-4 94-31,2-6 56 0,-1-4-516 0,1-3 214 0,0-4 139 0,3 0 61 0,0-11-120 16,0-14 90-16</inkml:trace>
  <inkml:trace contextRef="#ctx0" brushRef="#br0" timeOffset="206859.77">1770 11452 1609 0,'4'-6'0'0,"1"4"0"0,0 1 0 0,0-1 0 0,0 0 0 16,4 0 0-16,2 0 0 0,2 0 0 0,1 0 276 0,4 0-122 0,1 1-61 0,-1-1 174 0,0-1-117 16,3 2-50-16,-5-1-35 0,4 0-32 0,-3 0 0 15,-4 2 0-15,-1 0-34 0,-3 0 9 16,-1 0 25-16,-3 0-1 0,-2 0-65 0,-1 0 32 15,1 2 0-15,-3 6 51 0,0 3-18 0,-3 1-12 16,-5 7 61-16,-4 2-6 0,0 4-24 16,1 1-8-16,1 2 20 0,-4 0-29 0,4 1-3 15,-2 0 10-15,2-1-46 0,0-3 9 0,0 5 29 16,3-9 0-16,1-1-35 0,-1-1 35 16,2-2-1-16,4-8-18 0,-2 3 18 0,0-6-19 0,3-1 4 15,0-4 0-15,0 4 6 16,0-5-4-16,7 2 48 0,5-2-21 0,1 0 0 0,-1 0-17 15,3 0 32-15,2 0-21 0,1-2 132 0,-1-1-172 16,-4 0 0-16,4 0 0 0,-2-1 0 0,-5 2-288 16,2 0 188-16,-1 0 51 0,-2 1-442 0,-1 1 222 15,-3 0 90-15,0 0 77 0,1 0-423 0,-5 0 246 16,1 0 123-16,1 0 62 16,-3-3-404-16,0-3 237 0</inkml:trace>
  <inkml:trace contextRef="#ctx0" brushRef="#br0" timeOffset="207018.84">1876 11574 1525 0,'-8'0'0'0,"5"4"0"16,0-3 0-16,0 2 0 0,3-3 0 0,0 0 195 0,0 0-85 0,9 0-38 0,5 0 394 0,5 0-216 0,1 0-109 0,2 0-17 16,0 0-50-16,5 0-20 15,-6 0 0-15,6 1-514 0,-4 2 247 0,-1 4 131 0,-2-1 53 16,3 2 31-16,0 0 0 0,-1-3-771 0</inkml:trace>
  <inkml:trace contextRef="#ctx0" brushRef="#br0" timeOffset="207220.67">2383 10925 1822 0,'-15'-2'0'0,"10"2"0"0,5 6 0 0,0-2 0 0,0-2 0 0,0 0 105 0,2 2-36 0,3 4 93 16,1-1-68-16,4-1-31 0,1-1 1 0,2 4-32 0,-1 1-96 15,2 0 57-15,0-1-539 16,-1 0 272-16,-1-2 137 0,2 1 67 0</inkml:trace>
  <inkml:trace contextRef="#ctx0" brushRef="#br0" timeOffset="207502.95">2603 10821 391 0,'1'0'0'0,"1"1"0"0,1 5 0 0,-1-2 0 0,-2 0 443 0,0 3-206 0,0 3-93 0,-3 1 139 0,-6 1-125 0,-1 9-70 16,-3-1-94-16,-3 2 39 0,2-3 8 0,-5 7-8 16,-2-3 0-16,2-1-81 0,-3-3 40 15,0 0 1-15,3-5-52 0,-5 4 42 0,0-6 25 16,8-2 0-16,-3-2 90 0,5-3-35 15,3-1-61-15,3 0 296 0,3-4-142 0,2 2-65 16,3-2-31-16,0 2 100 0,0-2-55 16,11 0-40-16,8 0 41 0,5 0-37 0,3 0 0 0,2 0-36 0,4-2-28 15,-1-2-7-15,-2 0 35 0,2-1-304 16,-5 3 152-16,-4-1 76 0,1 2 46 0,-3-1-605 16,-2 2 270-16,-5 0 156 15,-6 0 43-15,2 3-451 0,-7 7 267 0</inkml:trace>
  <inkml:trace contextRef="#ctx0" brushRef="#br0" timeOffset="207682.48">2373 11352 601 0,'-22'12'136'0,"4"-4"-68"0,6 0-34 0,2-2 1 0,2-2 454 16,5-4-227-16,3 2-115 0,0-2 138 0,13 0-129 0,14 0-62 16,-2 0-31-1,7-2 0-15,1-2 278 0,0-2-146 0,1 2-85 0,-1 0-82 16,-3 1 5-16,0-1 0 0,-3 3-408 15,-8-3 212-15,1 2 94 0,-5 0-514 16,-3 2 308-16,-4 0 109 0,-3 0 89 0,-1 0-297 16,-4 0 170-16,0 0 86 0</inkml:trace>
  <inkml:trace contextRef="#ctx0" brushRef="#br0" timeOffset="207875.97">2487 11172 1497 0,'-6'-2'0'0,"3"0"0"0,0 2 0 0,1 0 0 0,2 0 0 0,0 10 0 0,0 5 0 0,0 2 236 0,0 8-102 0,0 4 509 16,2 3-596-16,-2 5-6 0,0 6-8 16,0 1-24-16,0-2 22 0,-7 5 2 0,-2-7-309 15,-1-3 234-15,-3 2 33 0,1-3 21 16,-4-1-198-16,3-5 110 0,-4-3 54 0,4-9 36 16,0-1-548-16,4-8 269 15,1-5 83-15,3-4 80 0,3 0-369 0</inkml:trace>
  <inkml:trace contextRef="#ctx0" brushRef="#br0" timeOffset="208021.64">2440 11492 2097 0,'10'-3'0'0,"3"3"0"0,2 0 0 0,-1 4 0 0,-1 2 0 0,1 1 0 0,2 1 0 0,-2 1 0 0,5 2 0 0,0-1 327 16,2 5-139-16,0-2-21 0,-2-3-66 0,-1 2-35 0,2-1-191 0,-1 1 78 0,0-4 49 15,0-1-572 1,0-1 301-16,0-4 151 0,-3-2-574 0,3 0 352 0,-2 0 102 0</inkml:trace>
  <inkml:trace contextRef="#ctx0" brushRef="#br0" timeOffset="208208.14">2767 11068 1870 0,'-2'-13'0'0,"2"10"0"0,0-3 0 0,10-1 0 0,5-3 0 0,0-1 0 0,4 1 298 0,2-2-133 0,9 0-66 0,-5 1-34 0,4 3-61 16,-2 5 7-16,1-1 22 0,-6 4 0 0,2 0-472 16,-3 0 236-16,-2 7 118 0,-5 4 67 0,-1 3 21 15,-5 3-625-15,-5 1 318 0</inkml:trace>
  <inkml:trace contextRef="#ctx0" brushRef="#br0" timeOffset="208383.67">2795 11289 940 0,'-20'1'0'0,"10"3"0"0,2 0 0 0,2-4 0 0,3 0 0 0,3 0 450 15,0 0-209-15,14 0-104 0,5-2-43 0,5-5-36 0,1-3 124 0,2 2-75 0,2 3-37 0,-1-1-33 0,-4 3-423 16,2-3 206-16,-1 3 106 0,-3 2 53 16,-4 0-1049-1,-4 1 1045-15,-5 0 31 0,0 0-1 0,-9 0-555 16</inkml:trace>
  <inkml:trace contextRef="#ctx0" brushRef="#br0" timeOffset="208594.64">2907 11078 1170 0,'-12'-8'0'16,"3"6"0"-16,-1 1 0 0,2 1 0 0,5 0 0 0,0 7 55 0,3 8 202 0,0 7-115 0,1 7-56 16,12 9-26-16,-2 3 404 15,4 6-207-15,-1 4-116 0,-1-1-55 16,-2 1 126-16,0-2-89 0,-2-2-45 0,-1-8-15 15,-2 2-120-15,-2-3 45 0,-3-2 23 0,-1-5-229 0,0-4 126 0,0-6-532 16,-5-4 609-16,-2-5 25 0,-3-6-20 0,-1-4-150 16,0-2 40-16,0 0 41 0,1-9 9 0,-2-12-279 15,5-4 158-15,1-5 79 0,1-9 39 0,3-6-374 16</inkml:trace>
  <inkml:trace contextRef="#ctx0" brushRef="#br0" timeOffset="208956.94">3132 11086 784 0,'22'-6'0'0,"7"4"0"0,-4-2 0 0,2-2 0 0,1-4 456 16,-2 1-212-16,4 1-98 15,-1-2-60-15,-1 3 316 0,1-3-184 0,-10 4-93 0,3 3-46 0,-2-1 154 16,-3 2-58 0,-3 0-71-16,-3 2-36 0,-3 0 1 0,-1 0 83 0,-2 0-52 15,-3 8-37-15,0 3-1 0,-2 2 128 16,0 2-79-16,-5 6 117 0,-6 0-228 0,0 4 0 0,-2 6 0 15,0-1 0-15,0 5 0 0,-1 5 0 0,2-4 0 16,-4 7 0-16,0-4 0 0,0-1 0 0,2-4 0 16,-2 0 0-16,2-2 0 0,0-6 0 0,4-8 0 0,-2 2 0 15,2-5 0-15,3-3 0 0,1-4 0 0,3-3 0 16,1-1 0-16,0-4 0 0,1 3 0 31,1-3 0-31,0 0 0 0,0 0 0 0,0 0 0 0,3 0 0 0,10 0 0 16,2-3 0-16,2-1 0 0,5-1 0 15,3-3 0-15,-7 3 0 0,10-1 0 0,-7 1 0 0,0 1-506 16,1 2 243-16,0 0 110 0,-3 0 63 0,-3 1 17 16,1 1-562-16,-2 0 305 0,-5 0 149 0,2 0 74 0,-3 0-232 15,0-2 154-15,-6-10 67 0</inkml:trace>
  <inkml:trace contextRef="#ctx0" brushRef="#br0" timeOffset="209118.51">3369 11247 1210 0,'-15'0'0'0,"5"0"0"0,3 0 0 0,2 0 0 0,2 0 0 0,3 0 0 0,0 1 0 0,1 5 553 16,12 0 158-16,3 0-340 0,3 1-168 15,2-1-226-15,2 1 15 0,1 1 9 16,5-1 31-16,-2-1 1 0,1-2-743 16,1 2 371-16,-4-5 186 0,-1 1 101 0,6 0-418 15</inkml:trace>
  <inkml:trace contextRef="#ctx0" brushRef="#br0" timeOffset="209292.16">3689 10980 1602 0,'-3'-11'0'0,"3"7"0"0,0 1 0 0,9-3 0 0,4 0 0 0,3 0 0 0,-1 1 561 0,6-3-268 15,5 2-130-15,1 1-66 0,-2 3-101 0,1 1 0 16,-2-1 45-16,4 2-9 15,-7 0-469-15,1 0 234 0,-5 0 119 0,-3 3-260 0,-2 2 179 16,-6 0 86-16,-2 2-531 0</inkml:trace>
  <inkml:trace contextRef="#ctx0" brushRef="#br0" timeOffset="209554.67">3830 10726 837 0,'0'4'0'0,"2"12"0"0,2-2 0 0,-2 5 0 0,-2 3 0 0,0 3 0 0,0 5 0 0,-3 5 263 0,-6-1-112 0,-1 3-59 16,-4-2-30-16,1 1 21 16,-2-2-38-16,0-2-4 0,0-5-9 0,0-2 1 0,7-8 59 15,-5-2-29-15,5-4 0 0,3-3-22 0,1-3 179 16,2-1-93-16,2-4-47 0,0 3-24 0,0-3 112 16,0 0-60-16,10 0-41 0,7 0-1 15,-1 0 100-15,3-3-67 0,2-3-33 16,-1 1 8-16,4 1-423 0,-2-1 191 15,-2 3 95-15,1-1 48 0,-2 2 24 0,-4 1-623 0,0 0 278 16,-2 0 160-16,-6 0 33 0,4 4-391 16,-6 1 251-16</inkml:trace>
  <inkml:trace contextRef="#ctx0" brushRef="#br0" timeOffset="209742.17">3873 11044 513 0,'-6'-2'92'0,"0"2"-45"0,1 0-24 0,0 0 530 16,2 12-259-16,0 10-131 0,3 5-66 0,0 4 489 15,0 5-273-15,0 8-144 0,3-1-68 16,0-1 96-16,2 3-82 0,1-1-41 0,0-4-12 16,1 4-172-1,-1-7 71-15,-1-2 36 0,1-3 0 0,-1-4 36 0,-2-7-554 16,-1-3 273-16,-2-4 140 0,0-5-665 0,0-4-616 16,0-5 1331-16,-8 0-9 0,-7 0 35 0</inkml:trace>
  <inkml:trace contextRef="#ctx0" brushRef="#br0" timeOffset="209866.84">3708 11461 1085 0,'-14'-20'0'0,"2"2"0"0,2 9 0 0,5 2 0 0,3-1 0 0,1 5 0 0,1-1 0 0,0 0 0 0,4 2 390 16,12-2-179-16,4 2-89 0,1-2 164 0,2 3-203 15,5-2-30-15,-2 2 1 0,1 1-21 16,-2 0-534 0,0 0 267-16,-2 0 142 0,3 0 58 0,-6 0-660 15</inkml:trace>
  <inkml:trace contextRef="#ctx0" brushRef="#br0" timeOffset="210056.66">4072 11144 2209 0,'-7'-2'0'0,"4"2"0"0,0 0 0 0,-4 4 0 0,3 8 0 0,2 6 33 0,1 6-1 0,1 2 499 16,0 2-250-16,0 1-124 0,0 2-54 0,0-2-146 15,0 0 38-15,1-1 0 0,4 0 37 0,0-8-232 0,-2 3 124 16,3-7 50-16,-2-2 30 0,-1-5-638 0,2-2 333 15,-2-3 168-15,-1-4 90 0,0 0-47 0,-2-2-574 16,0-11 316-16,0-12 158 0,0-1 78 0</inkml:trace>
  <inkml:trace contextRef="#ctx0" brushRef="#br0" timeOffset="210316.97">4003 11140 508 0,'-11'-29'0'0,"5"14"0"0,3 0 0 0,0 2 0 0,3 0 380 0,0 6-179 0,3 0-83 0,11-1-43 15,5 3 173-15,5-3-108 16,0 4-45-16,7-2-35 0,0 4-1 0,-1 1 68 0,1-1-47 15,-5 0 80-15,6 0-67 0,-7 0-31 0,-3-1 44 16,-1 0-37-16,-2 2 1 0,-8-1 88 16,2 0-67-16,-2 0-29 0,-6 2 0 0,-2 0 118 15,-1 0-73-15,-1 0-30 0,-1 0-7 0,0 2-37 0,0 7 170 16,0 2-84-16,0 5-44 0,0 1 132 0,0 4-207 16,0 4 0-16,0 2 0 0,0 3 0 0,5 2 0 15,0-1 0-15,4 4 0 0,-3-1 0 16,1 1 0-16,4-2-508 0,-3-1 283 0,-3-5 105 15,1 5-1164-15,-1-10 1213 0,-2-1 0 16,0-3 38-16,-2-4-920 0,-1-3 864 16,0-2 32-16,0-2 0 0,-7 0-156 0</inkml:trace>
  <inkml:trace contextRef="#ctx0" brushRef="#br0" timeOffset="210478.55">4086 11329 1217 0,'-16'-3'0'0,"11"-1"0"0,-1 2 0 0,6 0 0 0,0 1 244 15,0-1-109-15,0-2-51 0,13 2-26 0,6 0 233 16,4 0-129-16,-3 1-57 0,8-2-40 0,-3 3-82 16,-2 0 24-16,-1 0 1 0,0 0 25 0,-1 0 8 0,-4 0-489 15,-2 0 241-15,-7 0 119 0,1 0 61 0,-5 0-497 16,-2 0 206 0,0 0 154-16</inkml:trace>
  <inkml:trace contextRef="#ctx0" brushRef="#br0" timeOffset="210749.69">4151 10715 793 0,'-3'-3'0'0,"3"3"0"0,0 0 0 0,0 6 0 0,3 10 0 0,3 7 0 0,3 5 448 0,1 8-199 0,1 11-112 16,-6 0 197-16,2 5-80 0,-4 5-243 15,0 8 0-15,-2-10 30 0,-1 12-299 16,0-12 265-16,0 3 0 0,-4-7 26 0,-4-12-42 0,0-1 30 15,0-9-9-15,0-9 21 0,0-2-1 0,3-8 64 16,-1-3-27-16,1-3-67 0,2-4 15 0,0 0 346 16,3 0-166-16,0 0-85 0,0 0-43 0,0 0 262 15,11-3-153-15,4 0-72 0,5-2 67 0,0-1 53 16,5 0-411-16,-3 3 178 0,0 1 16 16,1-1-751-16,2 0 387 0,-3 3 194 0,0 0 97 15,-1 0-1122-15</inkml:trace>
  <inkml:trace contextRef="#ctx0" brushRef="#br0" timeOffset="211464.59">4576 11042 1475 0,'0'-11'0'0,"0"8"0"0,7-1 0 0,10 1 0 0,1 0 0 0,0 1 0 0,-1 2 0 0,2 0 0 0,2 0 0 0,4 2 167 0,-6 8-60 0,8 3-41 15,-6 3 91-15,-4 3-62 0,-3 4-31 0,-4 3 0 16,-5 2-50-16,-2 2-8 0,-3 1 27 0,-5 3-36 15,-17 4 36-15,0-4 0 0,-1-4 8 0,-9 4-44 16,7-11-1-16,-5-1 37 0,0-5-223 16,0-6 108-16,8-6 29 0,-2-2 33 15,3-3-287-15,2 0 146 0,4-19 48 0,8-7 44 16,4-6-171-16,3-8 108 0,0 1 49 0,4 6 26 16,9 3 26-16,-5 9-2 0,5 0-8 0,-2 6 130 15,2 5-60-15,1 5-31 0,-1 3 410 16,2 2-219-16,1 0-80 0,0 13-62 0,5 6 446 0,-2 0-230 15,1 4-115-15,-2 0-50 0,4 2 92 0,-3-1-79 16,-1 1-39-16,-1-1-316 0,-4-7 139 16,2 2 77-16,-2-6 26 0,0-1-251 0,-1-5 143 0,-3-7 71 15,2 0-687-15,-3 0 346 0,-1-15 152 16</inkml:trace>
  <inkml:trace contextRef="#ctx0" brushRef="#br0" timeOffset="211611.2">4867 11126 1131 0,'-7'-20'0'0,"3"1"0"0,0 8 0 0,4 0 0 0,0 1 0 0,0 3 0 0,0 1 151 0,9 3-64 16,10-3-26-16,5 2 256 0,1-1-142 16,2 1 17-16,0 2-71 0,4-2-48 15,-3 2 0-15,-2 2-41 0,0 0-315 0,-5 0 157 16,1 0-1001-16,-4 0 1136 0,-4 0 19 0,-3 0 0 16,0 0 0-16,-3 0-336 0,-7-2 137 0</inkml:trace>
  <inkml:trace contextRef="#ctx0" brushRef="#br0" timeOffset="211876.49">5045 10729 1290 0,'-13'-26'0'0,"7"6"0"0,-2 8 0 0,3-1 0 0,0 7 0 0,1 4 0 0,2 0 0 0,2 2 0 0,0 17 135 0,2 9-52 0,9 8 387 16,5 13-222-16,-2 6-108 0,-1 11 248 16,1-3-177-16,-3 1-90 0,-1-12-93 0,1 9 5 15,-2-1 0-15,-2-2 0 0,-3 1 0 0,1-2-238 0,-4-10 127 16,-1-2 51-16,0-6-128 0,0-10 93 15,-4-5 48-15,-4-7 23 0,-6-7-241 0,0-5 117 16,0-3-11-16,-4 0 60 0,2-7 31 0,-3-9-6 16,2 2 169-16,2-3-81 0,0 0-39 15,3 0-1-15,4-1-40 0,0-1 202 0,2-3-78 16,4 4-52-16,2-2 7 0,0-1-32 16,2-3 42-16,6 3-37 0,6-4-408 0,6 2 196 15,-2 1 99-15,6 0-632 0,-1-1 347 0</inkml:trace>
  <inkml:trace contextRef="#ctx0" brushRef="#br0" timeOffset="212012.13">5532 10671 959 0,'5'-13'0'0,"-4"7"0"0,0 2 0 0,-1 2 0 0,0-1 0 0,-1 3 74 0,-14 0 264 0,-1 5-153 15,-3 10-340-15,-1 5 93 0,2 3 48 0,-1 1 31 0,0 4-288 16</inkml:trace>
  <inkml:trace contextRef="#ctx0" brushRef="#br0" timeOffset="212162.75">5194 11108 1074 0,'-6'3'0'0,"6"4"0"0,0-6 0 0,0-1 0 0,3 0 0 0,9 0 0 0,11-1 531 16,1-3-241-16,4-6-133 0,4 2 215 15,3-5-169-15,-2 4-458 0,1 0 265 16,-8 1 8-16,6-1 14 0,-9 3 1 0,-1 1 0 0,0 1-625 15,-7 2 313-15,-1 0 164 0,-3 1-265 16,-6-3 198-16</inkml:trace>
  <inkml:trace contextRef="#ctx0" brushRef="#br0" timeOffset="212349.79">5434 10869 1836 0,'-6'0'0'0,"1"2"0"0,1 3 0 0,3 3 0 0,1 4 0 15,0 3 0-15,0 5 0 0,0 7 0 0,3 5 186 0,4 3-68 0,2 13-47 0,-4-2 488 0,0 5-264 16,-1 0-131-16,0 1-1 0,-3-1-58 16,1-3-40-16,-2 0 1 0,0-3-350 0,0-9 158 15,0-1-214-15,0-10 195 0,-3-1 85 16,-2-11 46-16,1-1-736 0,-2-7 368 0,0-5 184 0,0 0 25 0</inkml:trace>
  <inkml:trace contextRef="#ctx0" brushRef="#br0" timeOffset="212484.45">5369 11230 1083 0,'-5'-7'0'0,"4"5"0"0,-1 0 0 0,-2 2 0 0,1 0 0 0,-5 9 0 0,1 6 245 0,-1 6-107 0,-2 4-52 0,-2 1 203 0,0 2-121 15,1 0-71-15,2 0-32 0,1-7-302 16,0 2 135-16,3-7 68 0,1-4-532 16,4-5 286-16,0-4 144 0</inkml:trace>
  <inkml:trace contextRef="#ctx0" brushRef="#br0" timeOffset="212607.9">5408 11242 774 0,'10'-8'0'0,"0"6"0"0,2 2 0 0,-2 0 0 0,-4 0 92 0,2 0-30 0,3 6 66 0,-5 2-39 16,3 0-32-16,1 2-627 0,1-3 564 0,2-2 1 0,2-2 38 16</inkml:trace>
  <inkml:trace contextRef="#ctx0" brushRef="#br0" timeOffset="213074.65">5763 10753 909 0,'0'-28'0'0,"0"11"0"15,0 5 0-15,0-1 0 0,0 6 0 0,0 5 435 0,0 1-204 0,0 1-100 16,-5 0 279-16,0 10-370 0,-6 11-8 0,0-2 9 0,-2 9-32 16,-1-1 23-16,1 0 1 0,-6-2 0 15,3-1-75-15,2-5 45 0,1 2-7 0,0-7 36 0,9-4-3 16,1-3 3-16,3-3 1 0,0 0 8 0,3-4-130 15,19 0 60-15,0-2 31 0,5-9-18 0,-1-1-158 16,-4 5 77-16,2-2 32 0,-1 3-65 16,-5 3 59-1,1 0 18-15,-11 3-1 0,1 0-127 0,-4 3 78 16,-4 5 35-16,-1 5 0 0,0-2 126 0,-4 2-45 16,-9 3-31-16,0 0 207 0,1-1-111 0,-1 2-46 15,0-2-30-15,4-1 296 0,2 4-132 0,1-3-49 0,3 4 56 0,0-3-58 16,3 3-41-16,0 2 88 0,0-1-57 0,3 7-40 15,2-1 17-15,3 0-25 0,-3 3 0 16,1-1-75-16,-5-2 34 0,5 6-8 0,-4-6-103 16,-2 1 100-16,0-7 28 0,0 1 0 0,0-3 8 15,0-2-9-15,-6-7-59 0,0-3 10 16,1 0 21-16,-2-6-191 0,-2 0 96 16,-2 0 26-16,1-3 30 0,0-6-189 0,0-6 99 0,-2-2 32 15,-2-3-98-15,0-3 83 0,-2 0 37 16,5 6 8-16,-4 2 30 0,2 3 0 0,0 5-7 15,-1 5 168-15,2 2-80 16,0 0 26-16,1 2-54 0,1 11-26 0,-3 5-8 16,0 4-115-16,6-3 50 0,2 0 19 0,5-2 38 0,0-1-579 15,0-3 288-15</inkml:trace>
  <inkml:trace contextRef="#ctx0" brushRef="#br0" timeOffset="213213.28">6028 11260 2470 0,'14'4'0'0,"0"7"0"0,-1-3 0 0,-4-5 0 0,-1 3 0 0,-2 1 0 0,-1-1 405 0,-1 0-186 0,-1 0-93 0,-3-3-419 15,2 1 159-15,-2 0 83 0,3-1-550 16</inkml:trace>
  <inkml:trace contextRef="#ctx0" brushRef="#br0" timeOffset="-214483.05">1557 12246 913 0,'-13'0'0'0,"7"3"0"0,1 5 0 0,5 0 0 0,0-1 0 0,0 3 0 0,0-1 468 0,0 1-209 0,10 3-118 16,4 0 175-16,2-2-143 0,3 4-69 0,2-2-30 15,-4 0-12-15,3-1-9 16,0 1-20-16,0 0-71 0,-5-1 36 0,2-2-1 0,-9-2 44 16,4-1-361-16,-5-1 176 0,-1-2 89 0,-2-4 44 15,-3 0-598-15,1 0 248 0,1-2 169 0,-3-17 79 16,0-6-228-16</inkml:trace>
  <inkml:trace contextRef="#ctx0" brushRef="#br0" timeOffset="-214308.85">1777 12109 849 0,'2'-10'0'0,"0"5"0"0,1 3 0 0,0 2 0 0,2 0 0 0,0 7 0 0,-2 14 0 0,3 3 407 0,-3 7-188 0,-3 10-92 0,0 4 312 16,0 13-207-16,-3 5-100 0,-13 5 162 0,0 2-131 15,-3 3-57-15,-1 0-41 0,-3-1 29 0,4-2-30 16,1-5-1-16,-2-4-30 0,5-9-75 0,0 0 33 15,3-8 21-15,0-14 0 0,3-6-379 0,1-5 200 16,5-9 108-16,0-7-695 0,3-3 362 0,0-9 171 16</inkml:trace>
  <inkml:trace contextRef="#ctx0" brushRef="#br0" timeOffset="-214130.29">2027 12203 819 0,'-2'0'246'0,"2"0"32"16,0 0-123-16,0 0-61 0,0 0-23 0,0 4 359 16,0 3-198-16,0 3-100 0,0-1-50 0,2 2-217 15,6-2 92-15,2 3 33 0,-1 0 22 0,2-2 0 16,-1-3-584-16,2-1 287 0,1-6 145 16,4 0-483-16,-2 0 294 0</inkml:trace>
  <inkml:trace contextRef="#ctx0" brushRef="#br0" timeOffset="-213885.34">2268 12047 1067 0,'0'-3'0'0,"2"3"0"0,-2 0 0 0,0 5 0 0,0 6 0 0,0 6 0 0,-5 4 73 0,-1-1 224 0,-6 6-136 16,1 1-64-16,-3 0-31 0,0 1 0 0,-2-2-168 16,3-6 76-16,-6 2 25 0,5-6 1 0,-4-1-98 0,2-4 66 15,-1-1 32-15,3-3 22 0,-2-3 6 0,5 0 1 0,2-4 349 16,0 0-295-16,5 0-33 0,-1 0-15 0,3 0 109 15,2 0-57-15,0-4-30 0,7-3-2 0,10 0 59 16,4-1-44 0,2 0 0-16,3 2-137 15,2 0 51-15,1 1 24 0,-6 4 8 0,7-4-402 16,-8 5 209-16,0 0 105 0,1 0 52 0,-5 0-672 16,-2 8 325-16,-5 2 163 0,-1 3 86 0</inkml:trace>
  <inkml:trace contextRef="#ctx0" brushRef="#br0" timeOffset="-213716.79">2157 12509 1034 0,'-16'2'0'0,"5"2"0"0,5-1 0 0,-1 1 0 0,4-4 306 0,3 2-137 16,0-2-68-16,5 2-35 0,13-2 384 0,4 0-201 16,6 0-112-16,1 0 30 0,1-2-66 0,0-2-35 0,-3 2 1 0,-3-1-515 15,0 0 236-15,-4 2 123 0,-1-1 60 0,-8 2-612 16,1 0 336-1,-6 0-168-15</inkml:trace>
  <inkml:trace contextRef="#ctx0" brushRef="#br0" timeOffset="-213552.23">2229 12359 1765 0,'-7'0'0'0,"4"0"0"0,0 9 0 0,3 5 0 0,0 4 0 0,0 3 0 0,0 8 0 0,0 0 253 16,0 3-111-16,0 4-54 0,0 1-28 0,0 1 9 0,0-1 20 15,0-2-29-15,-7-2-377 0,2-5 175 0,-2-6-751 16,-1-2 589 0,-2-2 311-16,1-4 0 0,4-9-280 0,-3-4 137 0</inkml:trace>
  <inkml:trace contextRef="#ctx0" brushRef="#br0" timeOffset="-213424.57">2211 12590 686 0,'10'3'0'0,"4"11"0"0,-2 1 0 0,0-2 0 0,0 0 346 0,3 1-161 15,2 4-76-15,1-4-38 0,2 2 455 0,1 1-246 16,-5-4-116-16,7 2-69 0,-2-1-74 16,-3-1 11-16,4-5 1 0,-2-1-676 0,0-4 345 15</inkml:trace>
  <inkml:trace contextRef="#ctx0" brushRef="#br0" timeOffset="-213224.11">2560 12249 2664 0,'0'-6'0'0,"0"3"0"0,10 2 0 0,4-5 0 0,1 1 0 0,5-4 0 0,2 4 0 0,2-2 0 0,2-2 178 0,4 4 13 16,0-4-183-16,2 3 25 0,-5 3 0 0,3-1-770 15,-2 2 664-15,-2 0 61 0,-4 2 18 0,-1 0-322 16,-7 0 175-16,-3 0 87 0,-4 4 43 0,0 7-695 0,-7 0 337 15</inkml:trace>
  <inkml:trace contextRef="#ctx0" brushRef="#br0" timeOffset="-213036.67">2681 12421 1056 0,'-15'9'0'0,"8"-1"0"0,0-2 0 0,6 1 0 0,1-5 529 16,0 2-248-16,0-2-125 0,9-1-53 0,10-1 340 15,5 0-205-15,1 0-103 0,4 0-51 0,-3 0-73 16,5-1 22-16,-2-5 0 0,-4 3 0 0,-4-3-482 15,1 5 241-15,-6-3 129 16,0 3 52-16,-8-1-286 0,0 2 173 0,-3 0 87 0,-2-2 42 16,-3 0-647-16,0 0 316 15,0-5 155-15,-11-1 77 0</inkml:trace>
  <inkml:trace contextRef="#ctx0" brushRef="#br0" timeOffset="-212853.16">2803 12272 763 0,'-17'-11'0'0,"2"2"0"0,6 4 0 0,-2 2 0 0,3 2 404 16,3 1-186-16,2 0-85 0,3 9-54 0,0 8 327 15,3 7-186-15,5 5-94 0,6 10-47 0,-3-2 329 16,2 15-192-16,-2-4-91 0,-4 2-47 0,-3 2 208 16,0-2-126-16,-1-9-56 0,-2 8-40 15,-1-15-74-15,0 1 21 0,-4-3 1 0,-6-6 20 0,0-7-102 16,-2-1 46-16,1-10 29 0,2-2 0 16,-1-6-337-16,0 0 183 0,0 0 99 15,3-9 37-15,2-14-910 0,3-4 155 0,2-5 368 0,0-12 184 16,4-1-663-16</inkml:trace>
  <inkml:trace contextRef="#ctx0" brushRef="#br0" timeOffset="-212735.48">2973 12348 1478 0,'13'-2'0'0,"3"2"0"0,-1 0 0 0,-2 0 0 0,0 0 0 0,0 4 0 0,-1 1 453 0,1 2-210 0,3 1-105 0,-4-1-53 15,1 3-53-15,0-3 0 0,0 3 1 0,1 0 0 0,-1-3-565 0,1-3-474 16</inkml:trace>
  <inkml:trace contextRef="#ctx0" brushRef="#br0" timeOffset="-212547.91">3276 12038 2564 0,'0'-2'0'0,"1"2"0"0,3 4 0 0,-3 10 0 0,1 11 0 0,-2 11 0 0,0 5 0 0,0 10 0 0,-8 13 392 0,-5 0 747 16,1-3-1139-16,-6 18 0 0,0-4 0 0,0 0 0 15,-1 3 0-15,-1-5 0 0,3-8-235 16,-3 10 150-16,2-12 60 0,4-14 28 0,0-2-806 16,7-14 418-16,0-7 217 0,2-5 97 0,3-11-846 15,2-7 442-15</inkml:trace>
  <inkml:trace contextRef="#ctx0" brushRef="#br0" timeOffset="-212360.41">3478 12154 1452 0,'3'-22'91'0,"16"10"-30"0,4 7 21 15,-3-5-9-15,-1-1-41 0,-1 2 1 0,-1 1 268 16,2 0-134-16,-2 3-59 0,1 0-42 0,-4 3-268 16,3-1 118-16,0 3 58 0,-3 0 29 0,-6 0-572 15,3 0 296-15,-5 0 154 0,-1 3 75 0</inkml:trace>
  <inkml:trace contextRef="#ctx0" brushRef="#br0" timeOffset="-212207.82">3662 11801 1218 0,'2'0'0'0,"1"0"0"0,-2 15 0 0,1 8 0 0,-2 3 0 0,-3 12 0 0,-8-5 547 16,-7 14-262-16,0 0-126 0,-2 0-63 0,-2 0 140 15,3 0-101-15,1-7-43 16,-2 6-34-16,4-12-354 0,3-3 164 0,4-7 83 0,5-9 40 0,0-4-688 15,4-9 0-15</inkml:trace>
  <inkml:trace contextRef="#ctx0" brushRef="#br0" timeOffset="-212070.18">3565 12141 1805 0,'2'-5'0'0,"4"4"0"0,4 1 0 0,-3 0 0 0,0 0 0 0,4 8 0 0,-1-3 0 0,4 1 289 0,0 2-128 0,2-3-64 0,-1 1-24 0,-1-1 97 16,-1 1-69-16,4-2-34 0,-6 1-301 0,1-1-1198 15,-2 0 1354-15,-2-2 52 0,0 2 29 0,-2-2 0 0</inkml:trace>
  <inkml:trace contextRef="#ctx0" brushRef="#br0" timeOffset="-211902.63">3535 12350 1522 0,'-5'1'0'0,"2"3"0"0,3-2 0 0,0-2 0 0,1 0 0 0,14-4 0 0,7-9 0 0,5-2 282 15,1 0-125-15,3-2 118 0,0-2-125 0,0 2-80 16,-1 3 1-16,-4 0-38 0,-8 3 0 0,3 2-301 16,-5 3 147-16,-4 0 76 0,-3 5 40 0,-1-2-494 15,-5 3 263-15,-1 0 140 0,-2 0 59 0,0 12-529 16,-7-1 267-16</inkml:trace>
  <inkml:trace contextRef="#ctx0" brushRef="#br0" timeOffset="-211637.83">3571 12494 1203 0,'-4'10'0'0,"2"-2"0"15,-3 0 0-15,1-2 0 0,2-3 0 0,-2 0 135 0,4-2-51 0,-2-1-18 0,2 0 125 0,0 2-79 16,0-2-40-16,0 0 0 0,0 0-81 16,0 0 29-16,0 0-8 0,2-3 21 0,7-3-48 15,-1 0 24-15,3 1 1 0,1-1 31 0,3 2-53 16,0 0 22-16,-2 3 0 0,2-1 23 0,-1 0-69 15,-6 2 22-15,4 0-5 0,-5 0 7 0,-2 2-4 16,-4 5-1-16,1 3 7 0,-2 1-83 16,-2-2 47-16,-11 3 19 0,-1-3 0 0,-2-3-111 0,1 1 62 15,-2-1 16-15,2-4 3 0,2-2-176 0,1 0-371 16,3 0 525-16,3-12 24 0,6-5-10 0,0-7-86 16,0-2 59-16</inkml:trace>
  <inkml:trace contextRef="#ctx0" brushRef="#br0" timeOffset="-211452.77">3670 12302 875 0,'12'-2'0'0,"3"-1"0"0,-2 3 0 0,-2 4 0 0,-2 14 0 0,-1 6 604 0,2 9-277 0,-2 6-152 0,-4 3-70 0,0 1 247 16,1 0-159-1,0 2-80-15,-1-8-32 0,-1 11 313 0,3-11-180 0,-2 1-91 16,1-4-35-16,-2-10-28 16,0-1 8-16,0-11-113 0,-2 1-98 0,-1-5-452 15,0-3 603-15,0-3 0 0,-12-2 33 0,-1 0-704 16,-8 0 629-16,-1-2 0 0,-2-7-15 0,-4-4-204 15,1-2 115-15,1-6 52 0,1-5-485 16,2-7 269-16,9-7 134 0</inkml:trace>
  <inkml:trace contextRef="#ctx0" brushRef="#br0" timeOffset="-210654.94">4002 12040 877 0,'-5'-8'275'0,"5"6"382"15,0 1-337-15,0-3-266 0,0-2-21 0,0-1 313 32,-3 3-149-32,1-2-86 0,0-2-39 0,2 3 453 15,0-1-246-15,-1 2-123 0,1 1 37 0,-3 1-193 16,3 0 0-16,0 0 0 0,0 2 0 0,0 0 0 0,0 0 0 0,0 0 0 16,0 0 0-16,0 0-214 0,0 0 139 15,0 0 54-15,0 6 36 0,3-3-9 0,-2 3-196 16,3-2 56-16,1-1 70 0,-1 1-81 0,1 0 38 15,-1-2 64-15,-1-2 10 0,0 0 1 0,1 0 67 16,1 0-34-16,-3 0-8 0,2 0-26 0,0 0 80 16,1 0-40-16,4 0-1 0,2-2-38 0,-1-4-11 15,7 3 25-15,-4-3 12 0,6 4-6 0,-2-2-87 16,2 3 47-16,0 1 2 0,-3 0 37 0,0 0-128 16,-3 0 58-16,0 7 17 0,-4 2 0 0,-4-1 81 15,-4 2-19-15,-1 4 0 0,0 1-29 0,-9 4 187 16,-7 0-92-1,0-4-53-15,-5 5-16 0,4-6 249 0,0 2-124 0,2 0-32 16,3-3-40-16,4-4 139 0,3 2 55 0,2-1-103 16,3 1-53-16,0 3-21 15,3-2-22-15,5 5-8 0,8 4 162 0,-2 1-410 16,4 0 205-16,-1 4 21 0,-1 2 9 0,0-2-127 16,-3 2 69-16,-1-1 36 0,-6-1 0 0,-2-4-91 15,-1 1 56-15,-3-3 7 0,0-1-8 0,0-4 4 16,-5-1 0-16,-6-6-4 0,-3 0 19 0,-2-2-97 15,-2-2 46-15,0-2 15 0,0-1-1 0,-1-1-253 16,0 0 130-16,0-1 77 0,0-9 35 0,1-7-317 16,2-1 176-16,5 1-75 0,0-1 118 0,2 3 69 15,1 2 66-15,3 4-3 0,0 2 0 0,0 1 244 16,3 2-130-16,1 2-52 0,1 1-32 0,0 1 198 16,0 0-114-16,0 0-57 0,1 0-37 15,11 0 92-15,2 0-42 0,3-2 13 16,6-10 1-16,-1 1-241 15,-1-1 108-15,7-4 63 0,-4 3 23 0,1 0-98 0,-7 3 55 0,1 1 10 0,-6 2 2 16,-1 1-85-16,-2 2 48 0,-7 0-16 0,0 2 25 16,-3 2 130-1,0 0-63-15,-3 0-18 0,-10 6 0 0,-2 5 272 16,-2 2-140-16,0-1-48 0,2 1-44 0,2-2 288 16,5-4-146-16,1 4 47 0,1-7-96 0,6 2-47 15,0-2-11-15,0-1-8 0,8-3-28 0,6 0-22 16,7 0 22-16,1 0 0 0,-3 0 8 0,5-3-169 15,-4-4 80-15,0 1 40 0,2-1 1 16,-4 2-277-16,-1 0 156 0,-2 0 49 0,-3 1 43 0,-4 2-399 16,-2 0 200-16,-2-1 102 0,0 3-114 15,-4 0 112-15,0 0 51 0,-4 0 25 0,-9 3-294 16,-2 2 160-16</inkml:trace>
  <inkml:trace contextRef="#ctx0" brushRef="#br0" timeOffset="-210406.25">4032 12315 906 0,'-8'0'0'0,"2"0"0"0,4 7 0 0,1 6 0 0,-4 2 327 15,3 3-138-15,1 8-83 0,-1 5-36 0,-1 3 311 16,0 1-174-16,1 4-87 0,-3-1-35 0,2-2 81 16,-2 0-67-16,-1-7-33 0,3-7 0 0,1-1 14 0,1-6-15 15,-1 1-8-15,2-7-24 0,0-3 102 0,0-1-51 16,0-2-25-16,6-3 8 0,8 0 23 0,3 0-28 15,5-1 0-15,3-6-88 0,3-1 30 16,3 1 8-16,2-1-418 0,-1 2 220 0,3 1 97 16,-3 0-289-16,-2 4 170 0,0-1 97 0,2 0-579 15,-2 2 329-15,-3 0 164 0,-6-2 82 0</inkml:trace>
  <inkml:trace contextRef="#ctx0" brushRef="#br0" timeOffset="-210239.77">4526 12262 1046 0,'-3'-15'0'0,"3"8"0"0,-2 2 0 0,-1 3 0 0,1 1 0 0,2 1 635 0,-2 1-293 15,2 15-159-15,0 9 392 0,0 5-271 0,0 2 4 0,4 9-304 16,1-4 37-16,1 8-248 16,-1-10 120-16,1 3 59 0,2-3 31 0,0-5-690 15,-2-7 368-15,2 0 172 0,0-7 90 0,0-6-787 16</inkml:trace>
  <inkml:trace contextRef="#ctx0" brushRef="#br0" timeOffset="-210101.14">4664 11919 1393 0,'0'-7'0'0,"0"5"0"0,16 2 0 0,-3 0 0 0,-4 0 0 0,2 0 147 15,-1 4-66-15,1 1-33 0,0 1 3 16,3 3-273-16,-1 3 100 0,1-3 50 0</inkml:trace>
  <inkml:trace contextRef="#ctx0" brushRef="#br0" timeOffset="-209854.82">5026 11799 1540 0,'-16'2'0'0,"-1"7"0"0,-1 7 0 0,-7 5 0 0,-3 3 0 0,-3 1 0 0,0 2 0 0,1-3 0 0,-8 8 188 0,5-6-77 0,0 1 32 0,5-5-55 15,0 1-27 1,7-6 7-16,3-4-65 0,5-5-1 0,3-3 31 0,2-3 110 16,4-2-55-16,2 0-19 0,2 0 78 0,0-2-57 15,8-4-29-15,8-4 76 0,2 0-117 16,2 3 21-16,9-3-8 0,-1 4-449 16,2 2 404-16,2 1 22 0,-2 0 0 0,-4 3-1000 0,8 0 931 15,-8 0 30-15,-4 0-2 0,-1 0-322 0,-2 0 161 0,-8 3 71 16</inkml:trace>
  <inkml:trace contextRef="#ctx0" brushRef="#br0" timeOffset="-209666.69">4840 11644 1676 0,'0'-4'0'16,"0"2"0"-16,0 2 0 0,0 0 0 0,0 15 0 0,0 8 264 0,0 8-108 0,0 10-65 0,2 3 305 15,1 5-181-15,-1 3-92 0,-1 4-45 0,1-1-4 0,0 0-8 16,0-3-33-16,0-6-1 0,1-6-338 0,-2 0 169 16,0-5 93-16,-1-6-608 0,0-9 342 15,0-3 171-15,0-7-631 0</inkml:trace>
  <inkml:trace contextRef="#ctx0" brushRef="#br0" timeOffset="-209538.35">4780 12083 1221 0,'-7'-1'0'0,"1"1"0"0,-5 1 0 0,0 12 0 0,-4 5 0 0,-4 3 0 0,1 6 0 0,0-1 323 0,4 2-145 16,1-1-73-16,3-8-268 0,3 3 94 0,0-4 51 0,7-6 25 15,0-4-274-15,0-3 142 0</inkml:trace>
  <inkml:trace contextRef="#ctx0" brushRef="#br0" timeOffset="-209433.64">4816 12141 1336 0,'18'-9'0'0,"-2"5"0"0,6 2 0 0,-3 2 0 0,0 0 0 0,0 0 0 0,-2 0 371 0,1 2-161 16,1 3-93-16,-6 1-42 0,5-2-216 0,-6 1 86 0,-1 1 45 16,-3 2 29-16,-4-1-715 0,0 1 362 0</inkml:trace>
  <inkml:trace contextRef="#ctx0" brushRef="#br0" timeOffset="-208667.12">4767 12329 2188 0,'-8'9'0'0,"3"8"0"0,5 0 0 0,0 0 0 0,0-2 91 16,0 2-29-16,8 0 8 0,5-1 106 0,2-1-72 0,2 1-36 0,0-3 0 0,-1-2-132 15,3-2 57-15,-4-3 16 0,2-2-579 16,-1-3 301-16,-1-1 151 0,-3 0 75 0,0-1-511 16,-2-9 279-16,-2-1 141 0,-3-4 69 0,-4 0-264 15,-1-3 148-15,0-2 66 16,0 2 75-16,0 1 7 0,0 2 1 0,0 3 32 0,-6 5 279 15,1 1-177-15,-1 3-64 0,-3 3-35 0,-1 0 413 16,-1 9-225-16,-2 10-111 0,-2 3 358 16,3 5-206-16,-6 1-100 0,1 2-50 0,-1 0 42 15,-2 0-45-15,0 0-16 0,2-4-125 16,-4-1 92-16,9-9 3 0,-6 0 0 0,6-5-35 16,2-6 9-16,0-3 26 0,3-2 0 0,1 0-142 15,3-10 70-15,4-14 37 0,0-4-173 0,3-9 94 16,7-4 23-16,11-6 31 0,4-3-231 15,6-7 117-15,-3 10 33 0,12-12 42 0,-2 9-74 16,1-1 53-16,1 1 27 0,1-1 1 0,-6 7-11 16,11-10 8-16,-7 3 30 0,-5 9 21 15,0-5 0-15,-2 6-21 0,-8 6-9 0,2-7 201 0,-7 12-97 16,-2 4-47-16,-7 7-25 0,-4 8 454 16,-4 4-203-16,-2 3 250 0,0 4-230 0,-13 4-114 15,-9 24-58-15,-5 7-28 0,1 13 86 16,-5 10-62-16,2 1-26 0,11-9 58 0,-2 4-43 0,9-10-13 15,-2 10-8-15,9-19-24 0,2-1 2 0,2-9 1 0,0-5 0 0,0-4-122 16,2-5 56 0,4-6 34-16,5-5-1 0,0 0-204 0,3-3 114 15,-1-13-56-15,4-4 74 0,-4 1 2 16,0 1 30-16,2 0-29 0,-2-1-44 0,0 5 29 16,-3 0 29-16,-1 9 1 0,-1-1 92 0,0 5-36 15,0 1 1-15,-6 0-44 0,2 8 242 0,-2 12-97 0,-2 4-62 16,0 4 329-16,0 4-178 0,-3 0-52 0,-7 4 11 0,1-1-60 15,-5 1-30 1,1 0 1-16,0-3-64 0,-3-2 9 0,-1-3 25 0,0-4-287 16,-1-6 143-16,2-4 73 15,0-3-555-15,-4-4 272 0,3-7 157 0,0 0-280 16,2 0 206-16,3-5 102 0,-2-12-105 0,4-4 198 0,-4-5 10 16,6 0 33-16,2-2 1 0,4 5-34 0,2-1 0 15,0 3-8-15,0 6 358 0,1 2-176 0,9 4-86 0,6 2 523 16,6 2-300-1,4 4-103-15,4 1 810 0,5 0-922 16,0 1-31-16,7 11 1 0,-8-3-18 16,4 4-2-16,8 0 20 0,-7 0 0 0,0 1-1436 0,-7-5 1383 15,4 0 26-15,-4 1 8 0,-2-2-549 0,-9-3 275 0</inkml:trace>
  <inkml:trace contextRef="#ctx0" brushRef="#br0" timeOffset="-207994.44">1187 12873 303 0,'-11'-1'-25'0,"5"-2"25"0,-3 0 0 0,-1 1 147 16,3-3-48-16,-1 4-38 0,0-3 1 0,-1 2 117 16,1 1-72-16,5 0-38 0,-4 1 449 15,6 0-469-15,-1 0-16 0,2 0-1 16,0 0 116-16,0 0-58 0,5 0-20 0,18 0-9 15,8 0 317-15,10-3-172 0,4-5-87 0,17-4-43 0,-5-1 279 16,20-7-165-16,0 0-79 0,0-1 53 16,17-2-66-16,-5 3-33 0,-14 4 9 0,5 2-236 15,-5 3 98-15,-6 1 48 0,-16 3-119 16,5 3 84-16,-15 2 50 0,4 0 12 0,-14 1-433 16,-1 1 189-16,-11 0 124 0,-8 0-15 0,-2 0-622 15,-7 0 361-15</inkml:trace>
  <inkml:trace contextRef="#ctx0" brushRef="#br0" timeOffset="-206682.99">1279 13091 873 0,'0'0'0'0,"0"0"0"0,0 0 0 0,0 0 0 0,0 0 0 0,3-4 0 0,5-1 0 0,2 0 308 16,7-3-137-16,4 0-70 0,6-1-33 0,-2 2 123 16,5-1-84-16,2 0-37 15,5 3 207-15,0 1-122 0,7-2-61 0,-9 1-23 16,15-1 113-16,-5 3-76 0,4-4-37 0,-1 0-1 0,-6 1-67 16,-3 3 9-16,-3-1 21 0,1 0-1 0,-5 2-158 15,-9 0 78-15,1-1 41 0,-5 3-89 16,-5 0 61-16,-4 0 33 0,-2 0-345 0,-5 0 171 15,-2 0 43-15,1 0-184 0,-2 0 147 0,0-7 68 16,-12 5-327-16,-1-3 198 0,-4 4 99 0,-3-1-433 16,-13-1 511-16</inkml:trace>
  <inkml:trace contextRef="#ctx0" brushRef="#br0" timeOffset="-206340.28">1312 13090 749 0,'-9'0'0'0,"3"0"0"0,2 0 0 0,1 0 0 0,-2 1 193 16,4-1-81-16,1 6-39 0,0 5 8 0,0 2 187 16,0 4-118-16,1 6-58 0,7 1 139 15,-3 5-99-15,0 2-42 0,0 3-32 0,-1-1 40 16,-2 3-32-16,-1 0 0 0,-1-4-34 16,0-4-39-16,0 4 16 0,0-11-1 0,0 1 25 15,0-5-56-15,0-6 37 0,-4-1-9 16,-4-2 27-16,0-5-155 0,-3-3 58 15,-3 0-118-15,1 0 77 0,-1-5 53 0,-1-8-88 0,-5-7 61 16,5 2 15-16,-2-3 47 0,4 5-15 0,-1-6 0 16,4 4 48-16,1 3-24 0,4 7 0 0,-1 3-24 0,1-1 150 15,3 5-68-15,1 1-29 0,1 0 93 16,0 14-120-16,0 9-1 0,0-3 13 16,0 7-88-16,0-1 43 0,1 0 1 0,3 1 51 15,5-1-580-15,-4-7 533 0,4 2 22 16,1-5-9-16,-1-1-646 15,1-5 633-15,-4-5 2 0,7-5-8 0</inkml:trace>
  <inkml:trace contextRef="#ctx0" brushRef="#br0" timeOffset="-206154.65">1397 13133 656 0,'7'0'0'0,"-2"0"0"16,3 3 0-16,-5 12 0 0,1 3 0 0,-1 8 0 0,-3 0 439 0,3 4-204 15,0 4 145-15,-2 1-178 0,1-1-85 0,0 1-150 0,-1-1 32 16,4-2 1-16,-2-3 41 16,1-1-178-16,2-4 84 0,-4-3 43 0,4-3-451 15,-3-6 240-15,0-1 124 0,-1-5-425 16</inkml:trace>
  <inkml:trace contextRef="#ctx0" brushRef="#br0" timeOffset="-206005.05">1438 13471 830 0,'3'-3'0'0,"3"0"0"0,-1-1 0 0,2 1 0 0,2 2 0 0,1-3 395 0,1 2-182 16,0 1-89-16,2-1 89 15,2 0-90-15,-4 0-37 0,1 1-31 0,2-2-272 16,-5 3 125-16,4-2 62 0,-7 2 32 0,4-1-203 0,-5 1 112 16,0-2 61-16,1 0 31 0</inkml:trace>
  <inkml:trace contextRef="#ctx0" brushRef="#br0" timeOffset="-205840.99">1544 13176 785 0,'0'0'0'0,"0"0"0"0,0 3 0 0,2 1 0 0,6 0 0 0,1 2 387 0,2 1-168 16,-1 1 428-16,4-1-604 0,-4 2-11 0,4 2-178 15,-3 1 45-15,2 1 105 0,-2 0 29 0,0 0-218 16,0 1 109-16,-3-3 55 0,2-2 26 0,-2-3-549 15,1 1 282-15</inkml:trace>
  <inkml:trace contextRef="#ctx0" brushRef="#br0" timeOffset="-205642.85">1755 13057 1149 0,'0'0'0'0,"0"9"0"0,0 10 0 0,0 4 0 0,0 5 0 0,0 8 569 15,0 10-272-15,-1 1-132 0,-4 4-66 0,0 2 223 16,-1 4-144-16,0 1-65 0,-1 8-44 0,1-7-3 16,2-8-1-16,0 4-32 0,1-6 0 0,0-12-243 15,1 1 117-15,-1-6 63 16,1-10-479-16,-1-2 270 0,1-7 144 0,1-5 60 16,-1-3-623-16,-1-5 313 0</inkml:trace>
  <inkml:trace contextRef="#ctx0" brushRef="#br0" timeOffset="-205372.23">1854 13224 1172 0,'11'-5'0'0,"2"4"0"0,-7-2 0 0,5 2 0 0,-5 1 0 0,1 0 207 16,-2 0-87-16,-2 0-43 0,2 7-23 0,-5 4-51 15,3 4-8-15,-3 0 38 0,0 2-246 16,0 0 225-16,-5-2 21 0,-5 0 8 0,1-4-37 15,-5 3-1-15,4-7 29 0,2-1-1 0,-1-1 78 16,1-3-34-16,0-2-6 0,4 2-74 0,3-2 234 16,-1 0-105-16,2 0-48 0,0 0 11 15,0 0-31-15,7-4 0 0,7-1-23 0,0-1-139 16,1 0 69-16,2 2 43 0,-1 1-8 16,0-1-425-16,0 2 226 0,-4 2 101 0,-1 0 59 0,-2 0-335 15,1 0 182-15</inkml:trace>
  <inkml:trace contextRef="#ctx0" brushRef="#br0" timeOffset="-205218.6">1884 13525 1659 0,'-5'1'0'0,"2"-1"0"0,-2 0 0 0,3 0 0 0,1 0 0 0,1 0 0 0,0 0 0 0,0 0 0 0,10 0 137 0,1-1 52 0,3-1-71 0,4-3-46 15,-4-1 0-15,5 4-363 0,-2-2 162 0,0 0-883 16,-2 2 885-16,1-1 64 0,-3 1 32 0,-5 0-261 15</inkml:trace>
  <inkml:trace contextRef="#ctx0" brushRef="#br0" timeOffset="-204884.97">2054 13237 1464 0,'1'3'0'0,"1"0"0"0,3-1 0 0,-2-2 0 0,0 0 0 0,4 0 0 0,2 0 74 0,2 0 292 16,-1-2-166-16,4-1-84 0,2-5-41 0,-2 0 46 16,-1 2-36-16,1-3-30 0,-3 2-2 15,-4 0 0-15,-1-1-20 0,0 0 0 0,-3 3 37 16,-1-3-37-16,-2 4 0 0,0-1 0 0,0 2 41 16,0-1-21-1,-2 0 9-15,-1-1-29 0,-3 4-31 0,5-1 1 0,-4 2 29 16,3-2-94-16,2 2 54 0,-2 0 16 0,2 0-126 15,0 0 70-15,0 0 26 0,0 0-162 0,0 2-6 16,2 1 91-16,0 2 20 0,3-1-93 0,-1 0 70 0,-3-3 34 16,1 3-50-16,0-2 46 0,-1-1 1 0,-1 3-232 15,0-2 250-15,0 4 0 0,0-2-157 16,0 1 93-16,0 1 42 0,-1-2 21 0,1 1-318 16,-2 0 170-16,2-2 76 0</inkml:trace>
  <inkml:trace contextRef="#ctx0" brushRef="#br0" timeOffset="-204395.43">2217 13185 615 0,'-1'0'0'0,"1"0"0"0,-2 0 0 0,-1 0 0 0,3 0 0 0,0 0 264 0,-2 0-116 0,2 0-57 16,0 0 112-16,0 0-89 0,0 0-41 0,0 0 0 15,0 2 23 1,0 0-32-16,0 2 8 0,2-1-39 0,1 1 35 15,-1-1-1-15,1 3-34 0,-1 3 0 0,-1 0 31 0,-1 1-8 0,0 4-23 16,0 0-1-16,0 6 67 16,-5 2-33-16,-4 4 8 0,0 2-12 0,-3 4-1 15,1 2-28-15,2 1 0 0,-1 3 41 16,0-5-12-16,4-1-8 0,2-2-21 0,-1-6 46 16,5-2-23-16,0-1 1 0,0-4-16 0,0-6 27 15,3-1-35-15,3-3 0 0,0-3-34 16,7-2 34-16,-3-2 8 0,4 0-8 0,-4 0 0 15,4-2 0-15,-1-4 0 0,1-1-1 16,-2-1-14-16,0 3-8 0,0 0 22 0,1 2 1 16,-1 1-192-16,0 0 90 0,-4 0 39 0,0 2-394 0,1 0 196 15,-4 0 106-15,0 0 32 0,-2 6-235 0,2-3-370 16,-4 2 331-16,1-1 165 0,-2-3 84 16</inkml:trace>
  <inkml:trace contextRef="#ctx0" brushRef="#br0" timeOffset="-204232.07">2108 13433 1442 0,'-8'0'0'0,"5"0"0"0,-1 0 0 0,4 0 0 0,0 2 0 0,0-2 0 0,5 2 455 16,11-2-210-16,2 0-107 0,4 1-52 0,-2-1 57 16,0 2-47-16,3 1-36 0,-2-2 1 0,0 3-189 15,-1-1 81-15,-1 1 40 0,-3-2-575 16,3 2 304-16,-8-3 155 0</inkml:trace>
  <inkml:trace contextRef="#ctx0" brushRef="#br0" timeOffset="-203952.03">2328 13057 1751 0,'0'-7'0'0,"2"3"0"0,6 1 0 0,-2-2 0 0,4 2 0 0,1 1 0 0,0-1 0 0,3 3 144 0,-3 0-6 0,1 0-44 0,0 5-35 0,-4 5-81 16,-1 2 27-16,-2 6 0 0,-1-2 28 0,-3 1-66 16,-1 2 29-16,0 0 0 0,-10-3 37 0,0 1 86 15,-1-1-43-15,-2-3-13 16,4-3 361-16,2-4-358 0,0 0 1 0,5-2-34 0,-1-3 86 16,3 1-35-16,0 1-30 0,3-2 0 0,8-1 74 15,5 0-48-15,1 0-15 0,3 0-9 0,0 0-186 16,2-1 81-16,-3-5 41 0,0 1-643 15,0-1 350-15,-3 1 145 0,0-1 89 0,-3 3-902 16,-3 2 468-16</inkml:trace>
  <inkml:trace contextRef="#ctx0" brushRef="#br0" timeOffset="-203767.02">2914 13700 2262 0,'-3'-15'0'0,"3"13"0"0,0-2 0 0,0 0 0 0,0 0 0 0,0 3 0 0,0-1 0 0</inkml:trace>
  <inkml:trace contextRef="#ctx0" brushRef="#br0" timeOffset="-186760.23">32460 11547 577 0,'0'0'0'0,"0"-3"0"0,0 3 0 0,-3-2 0 0,3 0 0 0,0-2 0 0,0 2 0 0,-2-2 0 0,2 0 86 0,0 1-26 0,0 1 0 0,0-2-28 16,0 2 84-16,0-1-34 0,0 1-29 0,0 1 60 15,0-2-40-15,0 3-1 0,0 0-39 0,0 0 37 16,-3 0-8-16,-2 3-29 15,-4 9 0-15,3 3-2 0,-4 0 2 0,3 2 8 16,0-3 11-16,4 0-20 0,1 1 1 0,-1-1 0 16,3-1 14-16,0 0-6 0,0 2-9 0,0 1 24 15,3-2 0-15,0 0-24 0,2 5 9 0,3 0 18 16,1-2-1-16,-2 2-25 0,-1-2 2 0,5 2-3 16,0-2 9-16,-1-2-8 0,7-1 37 0,-4 0-37 15,1-1 0-15,2-3-1 0,0-1-13 16,0-2 14-16,1-1 0 0,-2-2-24 15,4-1 24-15,-2-3 0 0,-1 0 8 0,3 0-34 16,0-7 1-16,2-6 17 0,-2-5 5 0,-2-2-22 16,1-2 27-16,-2-4-18 0,1 1-22 0,-1 0-6 15,-5-1 34-15,0 2-4 0,-3 1-46 0,0-5 18 16,-3 4-1-16,-2-1-37 0,0-2 29 0,-3 4-9 16,0 0 39-16,0-4-64 15,0 4 27-15,-8-2-11 0,-3 4 0 0,2 3-6 0,-4 1 34 0,-3 2-8 16,2 5 10-16,-4 1-10 15,4 5 6-15,-5 2-8 0,0 2 31 0,-2 0 1 16,-1 2-24-16,0 7 26 0,1 5 1 0,4-3-21 16,-4 4-5-16,3 0 13 0,3-1-8 0,0 4 4 15,1-4-3-15,5 4-127 0,-1-4 58 0,5 2 31 16,-1-1-109-16,3 0 57 0,3 2 36 0,0-1 2 16,0 2-416-16</inkml:trace>
  <inkml:trace contextRef="#ctx0" brushRef="#br0" timeOffset="-185396.22">29770 12744 412 0,'0'0'0'0,"0"0"0"0,0 0 0 0,0 0 0 0,0 0 0 0,0-2 0 16,0-5 0-16,0 2 0 0,0-3 269 0,5 0-110 15,5-2-67-15,4 0 228 0,-3 3-143 0,4 0-73 16,2-1-35-16,0 5 36 0,-4 0-40 0,3 2 0 16,-1 1-32-16,-2 0-4 0,-1 6 4 0,-1 5 8 15,-3 4-43-15,0 3 35 0,-3 7-1 0,-4 0 1 16,-1 0-14-16,0 3 22 0,0 4-8 0,-5-3-40 16,-5 3 40-16,-2-2-11 0,-1-2 9 15,1-4-27-15,-4 5-7 0,-3-6 22 16,6-3 6-16,-3-6-19 0,2 2 17 0,-5-3 3 15,4-3-65-15,-2-3 28 0,0-5-1 0,3-2 26 16,2 0-65-16,2 0 30 0,-2-6-3 0,7-11-143 16,0-8 82-16,5-2 29 0,0-8 25 0,0-2-206 15,2-1 108-15,9 3 32 0,-1 3 27 0,4 4 0 16,-6 8 38-16,2 1-9 0,-1 8 201 0,-3 3-97 16,-1 4-47-16,2 2-25 15,-1 2 277-15,3 0-133 0,-1 6-47 0,4 9 138 16,2 2-73-16,0 1-63 0,2 2-33 0,-1 0 233 15,3 5-133-15,-1-5-61 0,1 1-3 0,-1-4-30 16,-2 3-1-16,2-5-21 0,-4 0-196 0,4-2 93 16,-4-1 48-16,-1-3 23 0,0-1-414 0,-1-5 221 15,-1 2 62-15,2-5-261 0,-2 0 134 0,2 0 108 16,-3 0 54-16</inkml:trace>
  <inkml:trace contextRef="#ctx0" brushRef="#br0" timeOffset="-185230.4">30130 12753 1663 0,'0'0'0'0,"0"0"0"0,0 0 0 0,0 0 0 0,9 0 0 0,-1 0 0 0,7 0 0 0,0-2 0 0,1-1 0 0,3-1 193 0,0 2-81 0,-1 0-39 16,-1 0-194-16,-2 2 73 0,0 0 40 0,-4 0 0 16,-2 0-336-16,1 0 187 15,-2-3 103-15,-3 2-221 0,-3-1 141 0,-1-3 70 16,-1-5-49-16,0-3-212 0</inkml:trace>
  <inkml:trace contextRef="#ctx0" brushRef="#br0" timeOffset="-184964.1">30247 12441 391 0,'-10'-15'0'0,"2"6"0"0,-1 6 0 0,4 0 0 0,0 3 0 0,1 0 0 0,0 6 333 16,4 13-143-16,0 11-82 0,0 8 244 0,0 2-160 16,2 6-80-16,1 4-39 0,2 3 151 0,0 0-100 15,0-3-45-15,2 1-83 16,-3-2 37-16,0-4 0 0,1-4 8 0,-2 1-51 15,-1-5 22-15,0-5-1 0,-2-7-135 0,0-3 79 16,0-7 46-16,0-4-7 0,-12-3-163 0,0-6 92 16,-1-2-2-16,-7-2 39 0,4-10-38 0,-5-9 32 15,3 1-10-15,-4-4 61 0,5 2-8 0,-1-3-24 16,3 5-11-16,0 2 197 0,3 2-83 0,0 2-45 16,8 5 92-16,-1 1-63 0,3 5-10 0,2-1-24 15,0-1-63-15,7 0 25 16,13 2 26-16,3-1 5 0,5-3-491 0,2 1 224 15,9-4 119-15,1-3-381 0</inkml:trace>
  <inkml:trace contextRef="#ctx0" brushRef="#br0" timeOffset="-184842.43">30661 12483 973 0,'13'-24'0'0,"-3"3"0"15,-1 6 0-15,-4 3 0 0,-4-1 0 0,-1 4 0 0,0 2 0 0,0 1 203 0,0 4-86 0,-8 2-42 16,-9 5-21-16,-3 16-117 0,-9 9 44 0,3 2 26 15,-2 4-485-15</inkml:trace>
  <inkml:trace contextRef="#ctx0" brushRef="#br0" timeOffset="-184686.04">30301 12806 916 0,'-8'9'0'16,"2"-1"0"-16,6-2 0 0,0-3 0 0,0-1 0 0,0-2 0 0,9 0 204 0,11 0-85 0,6-2-43 0,3-5-14 15,4-3 340-15,1 1-184 0,10-4-93 0,-6-1 26 16,2 3-58-16,-5 0-23 0,4 2-7 0,-4-1-274 15,-3 2 121-15,-2 3 62 0,-3 1 30 0,-6 2-455 16,1 0 238-16,-3 0 99 0,-8 1-232 0,-3 1 92 16,0-2 112-16</inkml:trace>
  <inkml:trace contextRef="#ctx0" brushRef="#br0" timeOffset="-184498.29">30704 12560 425 0,'-19'-6'0'0,"6"2"0"0,4 2 0 0,-2 2 0 15,1 0 0-15,6 0 0 0,0 0 379 0,3 12-173 0,-1 5-86 0,2 6 352 0,0 1-220 0,0 5-101 16,0 8-64-16,0-2 192 0,0 2-124 0,0 1-61 16,-2 0-108-16,-2 1 32 0,1-2-9 0,0 2 24 15,-1-2-306-15,-2 1 154 0,0-4 83 0,-4-1 31 16,4-5-204-16,1-7 121 0,-1-3 60 0,1-6-557 16,1-4 267-16,-1-7 147 0,1-1 70 15,1-4-199-15</inkml:trace>
  <inkml:trace contextRef="#ctx0" brushRef="#br0" timeOffset="-184381.82">30557 12890 636 0,'1'-11'0'0,"1"4"0"0,0 2 0 0,-1 4 0 0,-1-1 0 0,0 2 0 0,-5 0 391 15,-6 8-179-15,-6 6-89 0,1 5-21 0,-5 4-38 16,-2 2-1-16,1 1-30 0,2 2-321 0,-2-5 160 16,12-5 87-16,-3 0 32 0</inkml:trace>
  <inkml:trace contextRef="#ctx0" brushRef="#br0" timeOffset="-184244.19">30622 12859 922 0,'20'-8'0'16,"-5"4"0"-16,2 2 0 0,-9 2 0 0,-3 0 0 0,1 0 123 0,-4 0-50 0,-1 2 1 0,-1 8 67 0,0 0-54 0,0 2-27 16,0-2-312-16,0-1 133 0,2-2 69 15,-1-1 35-15</inkml:trace>
  <inkml:trace contextRef="#ctx0" brushRef="#br0" timeOffset="-183777.79">31096 12332 975 0,'8'-5'0'0,"-1"3"0"0,-6 2 0 0,-1 7 0 0,-14 11 0 0,-10 2 0 0,-6 8 0 0,1-1 78 0,4-2-22 0,-2-2 7 16,5-4-87-16,4-4 28 0,2-2 0 0,6-4 29 15,3-3-106-15,5-2 53 0,2-2 18 0,0-2 0 16,2 0-48-16,17 0 31 0,-3 0 0 0,6-2 43 16,3-2-26-16,-2-2 8 0,-1 3-15 0,0-3 39 15,-4 2-42-15,2 3 13 0,-11 1 36 0,1 0 0 16,-5 0-22-16,-2 0-9 0,-3 3-100 16,0 5 49-16,-6 3 25 0,-6 0 1 0,-3 3-14 15,-2-1 32-15,1 2-8 0,-2-2 115 16,4 4-56-16,-2-2-25 0,3 3-7 0,5 1 88 15,-1 2-49-15,6 0-24 0,-2 5 257 0,5-1-131 16,0 0-52-16,0 2-37 0,0 1 136 0,0 2-78 16,3 0-52-16,0 2-21 0,-1-2-18 0,0 0-5 15,-2 1 1-15,0-7-151 0,0 2 71 0,-4-4 40 16,-2-4-1-16,-5-3-167 0,0-4 97 0,1-5 60 16,-7-2-152-16,4-4 88 15,0 0-1-15,-1 0 36 0,0-10-187 0,0-6 93 16,-1-4 57-16,3-4 26 0,2-5-106 0,0 2 66 15,1 0 32-15,3 6-56 0,-1 3 48 0,2 7 1 16,1-1 40-16,2 5 138 0,-4 3-69 0,4 4-43 16,-1 0 59-16,2 4-42 0,-1 6-22 0,0 3 1 15,2 3 48-15,0-1-12 0,0 0-20 16,4-2 28-16,10-2-262 0</inkml:trace>
  <inkml:trace contextRef="#ctx0" brushRef="#br0" timeOffset="-183643.12">30999 12934 1358 0,'5'-4'0'0,"0"2"0"0,-2 2 0 0,2 0 0 0,-3 0 0 0,-1 0 0 0,-1 0 0 0,0 0 224 0,2 0-96 0,0 0-47 0,-2 5 30 15,1 3-31-15,3-1-9 0,-2 3-162 0,1-3 62 16,1 1 30-16,2-1 1 0,1-1-461 16</inkml:trace>
  <inkml:trace contextRef="#ctx0" brushRef="#br0" timeOffset="-183487.57">31198 12750 1363 0,'0'1'0'16,"0"5"0"-16,0-1 0 0,0-1 0 0,0-2 0 0,3-1 0 0,-1 6 271 0,-2-1-119 0,2 1-60 0,-2 4 174 0,1-2-108 0,-1 3-67 16,0-3-29-16,2 0-375 15,-1 2 172-15,5-3 87 0,-3 0-233 0,1-2 155 16,2-3 83-16</inkml:trace>
  <inkml:trace contextRef="#ctx0" brushRef="#br0" timeOffset="-183298.05">31355 12304 1289 0,'5'-11'0'0,"4"9"0"0,1 2 0 0,1 11 0 0,-2 12 0 0,-2 7 0 0,1 15 496 0,-8 6-223 0,0 14-125 16,0-2-57-16,-2 1 443 0,-7-1-250 0,-4 0-126 15,5-5-50-15,-5 11-43 0,1-3 1 0,1-3-33 16,-2-1-185-16,3-9 92 0,1-6 55 0,-2 0-624 16,5-9 331-16,4-14 166 0,0-2 82 0,2-13-839 15</inkml:trace>
  <inkml:trace contextRef="#ctx0" brushRef="#br0" timeOffset="-183149.72">31417 12785 2091 0,'8'-23'0'0,"1"14"0"0,1 7 0 0,-2 1 0 0,1 1 0 0,-2 0 0 0,-1 1 0 0,1 10 0 0,-2 4 0 0,-4 2 266 16,3 6-117-16,-4 1-58 0,0 1-226 0,0-2 92 15,0 0 34-15,0-1-281 0,-4-2 161 0,4-3 81 16,0-5 41-16</inkml:trace>
  <inkml:trace contextRef="#ctx0" brushRef="#br0" timeOffset="-182891.02">31744 12426 1182 0,'8'-8'0'0,"3"8"0"0,-3 0 0 0,-6 3 0 0,-2 10 0 0,0 7 318 0,-10 6-143 0,-1 5-70 0,0 1-37 16,-3 0-66-16,1-3 8 0,-1 2 23 0,4-4-202 16,-1-4 99-16,0-2 49 15,3-6 26-15,6-8-568 0,-2-1 269 0,2-6 131 16,2 0-18-16,0 0 74 0,0-6 37 0,0-5-8 15,8 0 243-15,3-1-98 0,2 2-51 0,1-1 505 16,3 4-277-16,1 0-147 0,4 1-20 0,2 1 426 16,0 0-231-16,-2 1-119 0,4 0-60 0,-6 1 51 15,4 0-59-15,-2 3-26 0,-1 0-1 0,-2 0-251 16,-2 0 113-16,-1 6 65 0,-5 3-650 0,-3 2 349 16</inkml:trace>
  <inkml:trace contextRef="#ctx0" brushRef="#br0" timeOffset="-182745.2">31702 12829 1869 0,'-2'0'0'0,"2"0"0"0,3 0 0 0,14 0 0 0,4-8 0 0,3-2 0 16,5 5 0-16,2-1 0 0,0 2 250 0,0 1-109 0,-1 0-46 0,1 2-69 0,-3-1 7 0,-1 2 0 16,-8 0-377-16,0 0 188 0,0 0 103 15,-8 3 38-15,-3 0-700 0</inkml:trace>
  <inkml:trace contextRef="#ctx0" brushRef="#br0" timeOffset="-182469.93">31938 12353 1451 0,'0'-7'0'0,"0"4"0"0,0 6 0 0,5 17 0 0,-4 7 0 0,1 9 0 0,-2 8 0 0,0 7 408 0,-5 5-188 0,-8 8-93 16,-2-4-48-16,0 2 60 0,-1-10-45 0,0 7-35 15,-3-3-263-15,3-1 118 0,-6-6 59 0,5-15 31 16,2-5-387-16,-2-8 199 0,3-8 100 0,3-6-153 16,3-4 36-16,-2-3 52 0,7 0 50 0,0 0 215 15,1-10-75-15,2 1-37 0,0-1 189 0,0 1-113 16,5-2-64-16,9 1-21 0,5 2 583 16,5-3-225-16,0 3-165 0,6 4-51 15,1 0 205-15,0 2-158 0,5 0-76 0,-4 2-220 16,0 0 73-16,0 2 35 0,-1 8 9 0,1 7-717 15,2-1 372-15</inkml:trace>
  <inkml:trace contextRef="#ctx0" brushRef="#br0" timeOffset="-182336.92">32452 13214 1891 0,'-2'-21'0'0,"2"11"0"0,0 5 0 0,0-4 0 0,0 5 0 0,0-2 0 0,0 4 584 0,0 0-275 15,0 2-139-15,0 0-297 0,0 4 80 0</inkml:trace>
  <inkml:trace contextRef="#ctx0" brushRef="#br0" timeOffset="-161219.68">7182 13765 1817 0,'-3'0'0'0,"3"-1"0"0,-2 1 0 0,2 0 0 0,0 0 0 0,0 0 0 0,0 0 0 0,0 0 226 0,0 0-97 0,0 0-48 16,0 0 121-16,2 4-89 15,1-1-53-15,2 3 1 0,1-3-28 0,-1 1-1 16,1 0 9-16,-1-3-41 0,0 4-1 16,1-4 34-16,-3 2-164 0,0 1 81 0,-1-1 50 0,1 1 12 15,-3-4-379-15,0 1 187 0,1 2 48 16,-1-3-427-16,0 0 255 0,0 2 139 0,0 1-327 15</inkml:trace>
  <inkml:trace contextRef="#ctx0" brushRef="#br0" timeOffset="-161067.09">7169 14057 1438 0,'-13'11'0'0,"9"-3"0"0,-5-4 0 0,5 3 0 0,-3-5 0 0,3-1 0 0,2 0 258 0,1-1-112 0,-2 0-57 0,3 0 93 16,0 0-75-16,0 0-29 0,3 0-8 0,4 4-77 15,3-3 1-15,0 1-448 0,1 3 243 0,0 3 130 16,-2-1 53-16,4 5 31 0,-4 1-650 0</inkml:trace>
  <inkml:trace contextRef="#ctx0" brushRef="#br0" timeOffset="-160905.1">7211 14400 712 0,'-10'8'0'0,"-1"2"0"0,5-6 0 0,1 2 0 0,0-2 0 0,1-2 514 0,3-2-241 15,1 0-120-15,0 0-60 0,1-2 257 0,11-8-150 0,2-2-88 16,3-1 5-16,1-3-43 0,-4 3-20 0,3-2 0 16,-3 2-263-16,3-1 117 0,-2 2 62 0,0 0 32 15,-1 1-557-15,1 2 303 16</inkml:trace>
  <inkml:trace contextRef="#ctx0" brushRef="#br0" timeOffset="-160697.09">7379 13873 1120 0,'0'0'0'0,"0"-2"0"0,0 2 0 0,0 0 0 0,0-2 0 0,0-3 0 0,7 0 659 0,6-3-313 0,4 3-156 0,9-2-79 16,-2 1 220-16,0 2-141 0,5 1-191 0,-3-1 1 15,3 2 33-15,-2 0-160 0,-8 2-117 16,6 0 147-16,-6 0 61 0,-1 0-470 0,-4 0 258 15,-3 4 129-15,-1-3 65 0,-3 3-64 0,-3-2-176 16,-1-1 131-16,-1-1 65 0,-2 0-258 0</inkml:trace>
  <inkml:trace contextRef="#ctx0" brushRef="#br0" timeOffset="-160366.04">7509 13623 1226 0,'-8'-2'0'0,"3"2"0"0,4 0 0 0,-2 0 0 0,3 0 0 0,0 0 0 0,0 3 220 0,3 7-97 0,0 1-46 16,5 1 130-16,-1 4-87 0,-1 1-43 0,0 4-15 16,0 5-51-16,-4-3-1 0,-2 3 23 0,0-2 0 15,0 5-194-15,-2-7 106 16,-10 7 39-16,2-6-132 0,-7 0 90 16,3-2 46-16,-2-3-28 0,-4 4-23 0,5-7 33 15,-2-1-39-15,0-2 249 0,4-2-107 0,5-1-47 16,-1-2-17-16,5-3 304 0,3-2-135 0,1 1-79 15,0 0-5-15,3-3 26 0,10 0-48 0,6 0 0 0,2 0-5 16,4 0-1 0,-4 0-33-16,1 0-70 0,0-3 31 0,0 0 0 0,-1-3 39 0,-2 0-281 15,-4 2 140-15,-3 0 61 16,-1 2 33-16,-4 1-506 0,-2-1 248 0,-3 2 103 16,0 0 69-16,-2 2-166 0,0 8 122 0,0 1 55 15,0-2-250-15,-5 3 153 0,-1-5 76 0</inkml:trace>
  <inkml:trace contextRef="#ctx0" brushRef="#br0" timeOffset="-159975.56">7558 14122 252 0,'-5'0'0'0,"-3"0"0"0,5 2 0 0,0-1 0 0,-3 4 289 0,1 1-120 0,2 1-72 0,-1 1 87 0,0 0-75 0,0 2-38 15,1 1 133-15,-1 0-77 16,-1 3-52-16,-1 1-21 0,1 1 1 0,-3-4-51 0,0 5 29 16,-2 0 8-16,3-4-8 0,-2 0-25 15,0 0 25-15,4-5 0 0,-2-1 0 0,3-1 8 16,2-3 43-16,1 0-26 0,-1-3 0 0,2 0-25 15,0 0 103-15,0 0-43 0,0 0-34 0,5 0-1 16,5 2 8-16,1-1 0 0,5 1-33 0,-2 0-39 16,3 2 16-16,1-3-1 0,-1 2 24 0,1-3 0 15,1 0-190-15,-3 0 101 0,1 0 41 16,1 0-154-16,-4-3 92 0,-1-6 21 0,-2-2-202 16,-1 0 96-16,-5-4 72 0,-1 2 12 15,0-4 22-15,-3 2 2 0,-1 1 21 0,0 2-8 0,0-4 198 16,0 9-94-1,-1-2-49-15,-1 3 378 0,-2 3-205 0,2 1-90 0,2-1-53 0,0 3 12 16,0 0 235-16,0 0-130 0,0 11-55 0,2 2 34 16,5 2-53-16,4 2 7 0,0 3-30 15,1 0-1-15,0-2-22 0,1 2-8 0,2-3 0 16,-4-2-240-16,0-1 121 0,1-2-370 16,-5-1 251-16,1 1 81 0,-3-5-1020 15,3 0 1099-15,-6-1 12 0,0-2 1 0,2-2-9 0,-1-2 8 0,1 0-215 16,-1-2 108-16</inkml:trace>
  <inkml:trace contextRef="#ctx0" brushRef="#br0" timeOffset="-159765.12">7966 13857 2197 0,'0'-6'0'0,"0"5"0"0,0-1 0 0,0 0 0 0,0 0 0 0,0 2 0 15,0 0 366-15,6-1-166 0,5-2 150 0,4-1-163 0,3 1-77 0,2-1-78 16,2 2 1-16,0-2-1 0,1 3 9 0,0-3-291 16,0 1 142-16,-2-3 70 15,-1 2-393-15,-1 0 231 0,-7 0 125 0,3 1 50 0,-5 0-610 16,-3 1 304-16,0 1 144 0,-2 1 77 16,-4 0 30-16</inkml:trace>
  <inkml:trace contextRef="#ctx0" brushRef="#br0" timeOffset="-159576.86">8045 14060 2501 0,'-6'11'0'0,"3"1"0"0,1-4 0 0,2-1 0 0,0-2 0 0,0-3 0 0,0 2 0 0,5-2 0 0,8-2 0 0,4 0 719 0,2 0-342 0,4 0-173 0,-1 0 90 15,1 0-294-15,0-2 0 0,-3-2-165 16,2 0 115-16,-1-1 41 0,-2-1-304 0,-2 3 181 15,-2-1 78-15,-4 1-740 0,0 2 360 0,-3 1 219 0,-3 0 4 16,0 0 81-16</inkml:trace>
  <inkml:trace contextRef="#ctx0" brushRef="#br0" timeOffset="-159398.39">8106 14326 2038 0,'-8'6'0'0,"4"2"0"0,0-3 0 0,2 0 0 0,2-4 0 0,0 1 0 0,0 0 0 0,4 0 0 0,11-2 700 0,2 0-334 16,1 0 75-16,5 0-196 0,3 0-110 0,0 0 35 16,-7 0-170-16,7 0 0 0,-5 0 0 0,5 0-676 15,-5 0 418-15,4 0 145 0,-1 2-828 16,1-1 486-16,-1 2 181 0</inkml:trace>
  <inkml:trace contextRef="#ctx0" brushRef="#br0" timeOffset="-159202.09">8749 13823 2966 0,'-7'-5'0'0,"7"3"0"0,0 1 0 0,0-1 0 0,0 2 0 0,0 0 0 0,0 0 0 0,0 0 0 0,0 0 195 0,0 0-82 0,2 0-39 0,1 0-548 0,1 7 249 15,0 3 129-15,-1 4-952 0,-1 1 507 16</inkml:trace>
  <inkml:trace contextRef="#ctx0" brushRef="#br0" timeOffset="-159067.45">8760 14243 2399 0,'-5'0'0'0,"1"3"0"0,4-1 0 0,0-2 0 0,-2 0 306 0,2 0-129 0,0 0 446 15,0 0-312-15,-2 0-32 0,1 0-279 0,1 0 0 16,0-5 0-16,0-2-661 0,0 0 364 0</inkml:trace>
  <inkml:trace contextRef="#ctx0" brushRef="#br0" timeOffset="-156208.45">9629 13453 925 0,'0'-13'0'0,"0"10"0"0,0 1 0 0,3 2 0 0,-1-2 0 0,0 2 0 0,0 0 120 0,-2 0-44 16,0 0-22-16,0 0 125 0,0 10-77 0,0-2-35 16,0 6 1-16,-2-1-1 0,-5 2-34 0,-5 2 8 15,-3 3-33-15,0 1 0 0,-2 0 25 0,-2 2-1 16,1 1-67-16,-3-2 30 0,2 2 0 0,-1-3-36 15,4-4 37-15,2-1-6 0,2 0 6 0,1-4 125 16,5-3-52-16,-2 3-18 16,5-1 179-16,0-2-97 0,3 1-43 0,0 5-30 15,0-1 85-15,0 2-57 0,0 2-27 0,1 1-1 16,4 2 113-16,3 3-75 0,0 1-32 0,-3-1-42 16,3 2 9-16,-5 3 0 0,2-6 8 0,-2 8-203 15,-1-5 97-15,0-5 50 0,0 1-377 0,0-3 184 16,-2-6 112-16,0-2 6 0,0-4-229 0,0-2 124 15,0-5 81-15,0 0 40 0,0-10-391 0</inkml:trace>
  <inkml:trace contextRef="#ctx0" brushRef="#br0" timeOffset="-155871.12">9363 13764 1265 0,'-3'-12'0'0,"-1"5"0"0,4 2 0 0,0 2 0 0,0-1 0 0,2-2 0 0,11 1 0 0,6-1 270 0,7 1-118 16,4 1-52-16,2-2 273 0,6 1-170 0,4 1-85 15,0 1 14-15,-1 0-49 0,-7 2-17 16,5-4-8-16,-2 4-158 0,-5-3 66 16,-1 2 34-16,-10 0-1 0,0 1-38 0,-2 1 31 15,-8 0 1-15,-2 0-51 0,-1 0 46 0,-4 0-2 16,-3 0-51-16,1 1 166 0,-2 7-74 0,0 3 0 16,0 0 302-16,0 4-155 0,0 4-56 0,0 4-50 15,-2 1 196-15,2 1-115 0,0 1-59 0,0 2-28 16,0 2 142-16,2 0-204 0,2 2 0 0,1-2 0 15,3-1 0-15,2 0 0 0,-5-6 0 0,4 8 0 16,-3-11 0-16,2 2 0 0,-4-1-328 16,-1-2 224-16,-1-2 21 0,-2-4 46 15,0-4-281-15,0 1 144 0,0-3 63 0,-9-4 31 16,-5 0-235-16,0-3 141 0,-4 0 70 0,-4-3-166 16,0-9 118-16,-3-7 52 0,-5-9-409 15,0-6 239-15,2-4 118 0</inkml:trace>
  <inkml:trace contextRef="#ctx0" brushRef="#br0" timeOffset="-155611.25">9581 13910 984 0,'-14'0'0'0,"1"0"0"0,5 0 0 0,0 8 0 0,3 0 0 0,2 2 0 0,3 0 0 0,0 1 275 15,0 0-122-15,0 0-60 0,5-2 160 0,2 1-103 16,2 1-62-16,0-5-28 0,-1 0-57 0,0-2 0 16,-1-3 30-16,-1-1-185 0,0 0 89 15,-2-4 48-15,1-9 24 0,-1-5-60 0,1 1 43 0,2-2 28 16,2 3-159-16,-2 0 75 0,2 3-13 15,-2 5 35-15,3 3 95 0,-1 1-40 0,2 2-32 0,2 2-5 16,-5 0 215-16,1 10-99 16,0 1-33-16,-4 3-30 0,-1 4 217 0,-2-2-111 15,-2 3-34-15,0 0-21 0,-2-2-24 0,-7-2 8 16,-3-4-65-16,-2-2 1 0,-4-1 33 0,1-3 0 16,-5-4-217-16,3-1 116 0,0 0 47 0,2 0 26 15,4-6-499-15,5-5 243 0,4-2 82 0,4-5 68 16</inkml:trace>
  <inkml:trace contextRef="#ctx0" brushRef="#br0" timeOffset="-155393.81">10314 13760 1701 0,'-25'-12'0'0,"12"4"0"0,3 7 0 0,9 1 0 0,1 0 0 0,0 0 0 0,0 0 0 0,0 0 401 16,0 0-176-16,1 0-101 0,11 0-162 0,3 0 36 15,2 6-1-15,1 1 36 0,2 2-201 0,-3 3 97 16,-1-1 51-16,2 0 27 0,-4 3-700 0,0-5 336 16</inkml:trace>
  <inkml:trace contextRef="#ctx0" brushRef="#br0" timeOffset="-155194.34">10588 13491 930 0,'2'-7'0'0,"0"3"0"0,0 4 0 0,0 0 0 0,-2 4 0 0,0 14 682 0,0 10-316 0,-11 12-170 16,-3 6 486-16,-8 17-324 0,-4 3-163 0,-4 7-81 16,-2 4 174-16,-7 15-4 0,2-8-284 0,0 3 0 15,1-2 0-15,4-14 0 0,0 4 0 0,4-9 0 16,9-18-212-16,3-6 204 0,4-5 0 0,6-14-601 15,4-8 329-15,1-6 113 0,1-5-688 0,0-4 411 16,10-13 206-16,8-21 103 0</inkml:trace>
  <inkml:trace contextRef="#ctx0" brushRef="#br0" timeOffset="-154924.56">10659 13807 727 0,'11'-2'0'0,"-1"2"0"0,-4 8 0 15,-3 6 0-15,-3 7 329 0,0 0-139 0,0 8-83 0,0 2-38 0,0-1 523 16,2-2-280-16,4-7-139 0,4 0 173 16,2-3-160-16,6-2-77 0,-2-6-161 0,5-6 43 15,2-4 20-15,-3 0 9 0,5-6-316 0,-6-13 165 16,-3-4 81-16,-2-6 42 0,-5-1-147 0,-4-1 102 16,-3-3 39-16,-2 2-89 0,-2-2-216 0,-9 0 126 15,-8 2 81-15,1 2 34 0,-5 3 8 0,-1 7 37 16,-3 7 140-16,1 7-71 0,-1 6-34 0,9 0-8 15,-1 2 180-15,3 14-95 0,6-2-54 0,6 4 14 16,4 2-76-16,0-2 34 0,7 3 7 0,12-2-217 16,6-2 108-16,5-3 66 15</inkml:trace>
  <inkml:trace contextRef="#ctx0" brushRef="#br0" timeOffset="-154585.47">11159 13596 1002 0,'0'-1'0'0,"2"-5"0"0,6 2 0 0,3-4 0 0,1-1 0 0,6 0 537 0,1 0-252 0,5-1-127 0,0 4-62 15,1 1 208-15,-2 1-128 0,7 0-75 0,-4 2-24 16,1 2-22-16,-2 0 0 0,-4 0-22 0,-2 2-83 16,-4 10 38-16,-4 1 22 0,-8 6-26 0,-3 7 25 15,0 4-1-15,-12 1 33 0,-13 9 91 0,-2-2-50 16,0-3-24-16,-3 1-1 15,-3-1 117-15,10-3-63 0,-6-2-34 0,3-2 63 0,3-1-54 0,5-5-26 16,4-4 8-16,5-3 113 16,5-4-181-16,3 0 0 0,1-3 0 0,0-1 0 15,5-2 0-15,10 2 0 0,7-6 0 0,1 4 0 16,2-5 0-16,0 1 0 0,-2-1 0 0,7 0 0 16,-9 0 0-16,2 0-252 0,-3 0 124 0,-3 0 66 15,-2 0 5-15,-3 0-216 0,-1 0 92 0,-6 0 74 16,-3 0-438-16,0 0 256 0,-2 0 120 0,0 0 72 15,-6 0-448-15,-5 0 255 0</inkml:trace>
  <inkml:trace contextRef="#ctx0" brushRef="#br0" timeOffset="-154441.36">11155 13788 1459 0,'-20'0'0'0,"8"0"0"0,3-2 0 0,4 2 0 0,3 0 0 0,2-2 0 0,0 0 578 0,14 0-277 0,15 2-135 0,8 0 474 16,5-1-304-16,1-1-152 0,-2 2-67 0,12 0-116 15,-8 0 1-15,-7 0 30 0,-1 7-390 16,-2 0 195-16,-1 4 106 0,-2 0 41 16</inkml:trace>
  <inkml:trace contextRef="#ctx0" brushRef="#br0" timeOffset="-153905.72">11833 13264 898 0,'-7'-2'0'0,"5"0"0"0,2 0 0 0,0 2 0 0,9 0 121 0,3-1-47 0,3-2-22 0,2-1 245 16,3-3-132-16,3 1-58 0,5-1-41 0,-3 0 78 16,1 2-55-16,-2-4-28 0,-5 6-213 0,4-3 100 15,-7 4 39-15,0 0 23 0,-7 1-531 0,0 1 266 16,-3 0 132-16</inkml:trace>
  <inkml:trace contextRef="#ctx0" brushRef="#br0" timeOffset="-153616.48">12023 13234 1041 0,'-6'0'0'0,"-1"0"0"0,3 0 0 0,-1 0 0 0,-2 3 0 0,2 1 0 0,-2 5 0 0,-2 1 142 0,-2 3-59 15,1 8-25-15,-3-1 120 0,-5 5-73 0,-1 4-36 16,1-1-120-16,-3-1 38 0,-2 1 23 0,2 1 0 16,-2-3-76-16,-2-2 49 0,5-1 33 0,-1-4-8 15,4-2-34-15,0-2 29 0,4-4-16 0,4 0 0 16,1-2 25-16,5 1-6 0,-1 2-34 15,4-1 233-15,0 1-93 0,0 4-51 16,0 1 193-16,0 2-115 0,2 1-53 0,5 5-27 16,-1-1 29-16,-3 1-28 0,1-1 8 0,0 3-35 15,-3-6-92-15,4 4 45 0,-3-4 24 0,0-2-125 16,-1-7 82-16,1 0 29 0,0-4 0 0,-2-3-480 16,0-4 201-16,0-1 135 0,0 0-347 0,0-1 234 15,0-13 115-15,0-4 56 0,-4-10-203 0</inkml:trace>
  <inkml:trace contextRef="#ctx0" brushRef="#br0" timeOffset="-153330.25">11631 13650 1178 0,'0'-20'0'0,"0"6"0"0,5 4 0 0,6 0 0 0,3 3 0 0,6-3 0 0,5 1 0 0,5 0 0 0,9-1 375 0,1 0-171 16,-3 3-77-16,13-2-51 0,-2 2 157 0,1 1-100 16,-1 0-50-16,0 2-69 0,-7 2 27 0,1-3-8 15,-1 1 0-15,-8 0-35 0,-3 2 0 0,-10 1 35 16,1 1-60-16,-9 0 26 0,-3 0 0 0,-3 0 33 15,-3 0 16-15,-1 0-7 16,-2 0-44-16,0 0 29 0,0 9 210 0,-2 0-102 16,-3 4-55-16,0 2 170 0,3 5-111 0,0 4-53 15,2 0-26-15,0 4 39 0,0 0-32 0,0 3 8 16,4-1-96-16,3 2 27 0,0 0 0 0,0-2 28 16,2 1-276-16,-2-7 146 0,-2 9 61 0,1-7 34 15,-4-3-515-15,-1-1 256 0,2-3 68 0,-3 0-323 16,0-4 246-16,-6-2 119 0,-5-2 59 15,-5-4-330-15,0-1 194 0,-3-4 90 0,-9-2-106 16</inkml:trace>
  <inkml:trace contextRef="#ctx0" brushRef="#br0" timeOffset="-153151.72">11955 13570 1237 0,'-7'-7'0'0,"3"5"0"0,2 2 0 0,1 0 0 0,1 5 0 0,0 12 0 0,0 6 0 0,0 5 0 0,0 3 530 0,0 5-248 0,0 0-125 0,0 6 187 0,-2 1-160 16,0-8-76-16,2 3-37 0,0-4-231 16,0-3 96-16,0-5 57 0,0-3-216 0,0-2 128 15,0-4 64-15,4-7 32 0,1-4-600 0,1-6 234 16,3 0 181-16</inkml:trace>
  <inkml:trace contextRef="#ctx0" brushRef="#br0" timeOffset="-152997.15">12085 13491 1593 0,'8'-1'0'0,"1"1"0"0,-2 10 0 0,-1 8 0 0,0 2 0 0,-2 7 0 0,-1 1 0 0,1 2 0 0,0 1 427 0,-1 1-189 16,1 1-107-16,-2 0-149 0,1-1 26 0,0-1-1 0,-1-3 26 16,-2-2-209-16,0 3 101 0,0-8 54 0,-2 4 26 15,-8-4-571-15</inkml:trace>
  <inkml:trace contextRef="#ctx0" brushRef="#br0" timeOffset="-152842.43">11971 13826 587 0,'0'-10'0'0,"0"3"0"0,0 0 0 0,2 2 0 0,5-1 0 0,4-1 469 16,2 2-210-16,4-1-117 0,0 1 237 15,4-2-173-15,-3 4-86 0,2 1-44 0,-4-1-179 0,1 2 64 16,-4 1 35-16,1 0 1 0,-3 0-247 0,-6 12 141 15</inkml:trace>
  <inkml:trace contextRef="#ctx0" brushRef="#br0" timeOffset="-152706.09">12042 13913 1298 0,'-2'0'0'0,"2"0"0"0,0 0 0 0,0 0 0 0,0 0 0 0,2-1 0 0,9-3 0 0,2-2 0 0,0 2 159 15,1 3-63-15,0-1-32 0,-3 2-263 0,3 0 111 0,-3 0 61 16</inkml:trace>
  <inkml:trace contextRef="#ctx0" brushRef="#br0" timeOffset="-152542.52">11914 14161 2321 0,'-9'-2'0'0,"5"2"0"0,2 0 0 0,2 0 0 0,0-1 0 0,0 1 0 0,8-2 0 0,14-2 0 0,2-2 0 0,10-1 238 0,6-4-103 0,-4 1-43 16,10-5-280-16,-7 2 110 0,3 0 56 0,-8 2 27 15,3-3-656-15,-1 3 347 0</inkml:trace>
  <inkml:trace contextRef="#ctx0" brushRef="#br0" timeOffset="-152364.91">12525 13626 1372 0,'0'-12'0'0,"0"2"0"0,9 2 0 0,8 1 0 0,1-3 0 0,3 5 0 0,4-3 383 0,3 3-175 16,0-1-87-16,0 2-45 0,0 3-127 0,-3-2 50 16,-1 3 12-16,-1 0-490 0,-3 0 254 0,-1 0 126 15,-4 6 65-15,-5 0-321 0</inkml:trace>
  <inkml:trace contextRef="#ctx0" brushRef="#br0" timeOffset="-151790.45">12672 13324 1301 0,'-5'-4'0'0,"1"2"0"0,2 2 0 0,2 0 0 0,0 0 0 0,0 9 0 0,0 7 0 0,8 6 0 0,2 6 386 0,1 5-168 16,0 10-97-16,1-2 28 0,-3 4-59 0,0 2-28 0,-1-8 8 15,-1 12-214-15,-1-6 89 0,-4-2 43 0,-1-1-112 16,-1-3 78-16,0-3 48 0,-3 3-8 16,-8-3-206-16,-3 0 58 0,0-4 79 0,-4-4-55 15,5-7 48-15,-4-3 20 0,3-5 0 0,-4-3 229 16,6-7-100-16,-2-3-50 0,3 0-32 0,0-1 259 16,3-7-126-16,2-7-31 0,3-3 9 0,3 0-7 15,0-3-27-15,0-6 15 0,3 0-112 0,11-3 33 16,4-8 1-16,1 1 34 0,2 3-206 15,3-10 87-15,-1 2 55 0,0 2-3 16,-3 2-414-16,1 0 180 0,-2 7 113 0,-1 1-195 16,-1 2 159-16,0 4 80 0,0 1-18 0,-3 2 48 15,2 3 16-15,-3-3 8 0,0 6 70 0,-2-1-23 16,-2 4 0-16,0 3-23 0,-6 1 279 0,1 4-146 16,-2 0-67-16,0 2 407 0,-2 0-223 0,0 2-49 15,0 0-73-15,0 0 167 0,0 8-115 0,0 5-57 16,0 0-43-16,0 1-14 0,0 0 8 0,0 3-8 15,0-5-193-15,0-1 96 16,0-2 49-16,3-3 24 0,5-4-268 0,-2-2 101 16,3 0 89-16,-3-2-194 0,-1-11 120 0,-1-2 31 15,2-6 31-15,-4 1 72 0,2-7 0 0,-3 1-24 16,1 2 137-16,0-3-68 0,0 5-42 0,0 0 7 16,-1 1 90-16,1 3-32 0,2 2-41 0,0 9 28 15,2-2 324-15,-1 3-139 0,6 2-101 0,1 2 156 16,-1 2-126-16,4 0-64 0,-2 0 49 0,0 9-60 15,-1 5-26-15,-1 2 0 16,-2 3-225-16,-1 6 100 0,-4-3 57 0,-2 4 17 16,0 1-209-16,-2 0 117 0,0 0 58 0,0-1 37 15,-4 6-702-15,-6-4 329 0,-1-2 164 0</inkml:trace>
  <inkml:trace contextRef="#ctx0" brushRef="#br0" timeOffset="-151501.25">12987 13647 836 0,'-12'3'0'0,"3"-1"0"0,3 3 0 0,5-5 0 0,-1 1 0 0,2 1 0 0,0 2 208 0,2 0-87 0,7-1-44 0,3 5 278 16,2-1-161-16,1 5-73 0,0-1 76 0,0 4-83 16,-2 4-40-16,-3-1-1 0,-3 9-145 0,-5-5 60 15,-1 8 19-15,-1-1-1 0,0 0-140 0,-12-1 83 16,-6-1 42-16,0-3 29 0,-5-3-110 0,2-4 60 16,3-6-43-16,-5-3-204 0,1-2 85 0,0-6 75 15,3 0 34-15,-4-6-81 0,8-12 66 0,0-3 33 16,4-4-94-16,4 5 56 0,3-5 38 15,2 4 1-15,2 3 194 0,0 1-81 0,2 3-41 16,9 3-8-16,2 3 180 0,6 2-107 16,5 5-53-16,3-1 553 0,-1 2-237 0,4 0-147 15,2 9 237-15,0 6-197 0,2 5-98 0,-2-1-49 16,0 1-94-16,0 0 31 0,-1-3-9 0,1-1 23 16,0-4-570-16,0-4 285 0,-2-3 142 0,-5-5 80 15</inkml:trace>
  <inkml:trace contextRef="#ctx0" brushRef="#br0" timeOffset="-151322.18">13394 13250 1271 0,'0'-16'0'0,"0"12"0"0,2 4 0 0,4 0 0 0,-1 0 0 0,-1 2 610 0,2 7-293 15,-1 1-142-15,-1 1-72 0,2 2 292 16,-3 2-182-16,3 2-81 0,-2 2-54 0,0-4-436 0,1-1 195 15,-3-4 98-15,4 0-331 16,-5-3 222-16,1-3 99 0,0-2 54 0</inkml:trace>
  <inkml:trace contextRef="#ctx0" brushRef="#br0" timeOffset="-151108.75">13394 13035 1138 0,'0'-13'0'0,"8"0"0"0,1 5 0 0,4 0 0 0,2 3 0 0,2 0 0 0,4 2 0 0,5 2 176 0,-2 1-71 0,1 0-36 15,0 0 141-15,-6 0-89 16,6 0-36-16,-4 1-30 0,-2 5 18 0,-2-1-41 16,-2 5 1-16,-4-2 56 0,-2 3-21 0,-3 2-7 15,-2 2 52-15,-2 2-40 0,-2 5 0 0,0 3-41 16,0-3 182-16,-6 9-96 0,2-3-42 0,-1 2-21 16,1-1-98-16,0 2 39 0,1-5 7 15,1 6 30-15,2-5-570 0,0-6 265 0,0 2 147 0,0 0-740 16</inkml:trace>
  <inkml:trace contextRef="#ctx0" brushRef="#br0" timeOffset="-150942.18">13373 13401 1078 0,'-18'-5'0'0,"6"-2"0"15,7 4 0-15,-1-1 0 0,3 1 0 0,3-3 289 0,0-3-133 0,0 0-61 0,12 2-31 0,11 0 403 0,2-2-217 16,-3 3-100-16,6-2-63 0,2 1-10 0,-4 3-22 15,-3 0 1-15,2 2-532 0,-5 1 250 16,-3 1 129-16,-4 0-652 0,-3 1 380 16</inkml:trace>
  <inkml:trace contextRef="#ctx0" brushRef="#br0" timeOffset="-150792.68">13379 13512 855 0,'-15'3'0'0,"8"1"0"0,0 0 0 0,4-4 0 0,1 0 0 0,2 0 169 0,0 0-68 15,2 0-34-15,10 0 0 0,4-2 271 0,1 0-145 16,0-2-84-16,2 1-38 0,0-1 14 0,-1 0-26 16,0 0 0-16,-6 4-443 0,2-3 205 0,-3 1 106 15,-4 2-493-15,-3 0 288 0</inkml:trace>
  <inkml:trace contextRef="#ctx0" brushRef="#br0" timeOffset="-150515.28">13475 13541 703 0,'0'0'0'0,"0"0"0"0,0 0 0 0,0 0 0 0,0 0 0 0,2 0 0 0,2 0 0 0,-1 0 164 0,1 0-66 0,-2 3-32 0,2 4-1 16,-3 1-68-16,-1 1 44 0,0 2-8 0,0 1 0 15,0-1-211-15,-7 2 105 0,-4-2 53 0,-1 0-290 16,0-1 159-16,0-3 81 0,-1 3-50 0,0-4 15 16,0-1 40-16,3-1-10 0,1 0 246 0,-1-1-108 15,7-3-48-15,-1 3-24 0,2-3 171 0,2 0-90 16,0 0-44-16,0 0 15 15,2 0 313-15,11 0-124 0,0 0-100 0,4-3 8 16,2 2-58-16,0-1-24 0,1-1-128 0,1 0 51 16,0-1 34-16,-3 1-8 0,-2 1-317 0,-2-1 171 15,-4 3 86-15,-2 0 14 0,-3 0-382 0,-3 0 200 16,-2 8 84-16,0 4 25 0,-4-2 56 16,-7 0 56-16</inkml:trace>
  <inkml:trace contextRef="#ctx0" brushRef="#br0" timeOffset="-150265.95">13488 13758 377 0,'-11'3'0'0,"1"0"0"0,3-2 0 0,0-1 0 0,1 3 0 0,1-2 0 0,2 3 152 0,1 0-63 16,2 1-28-16,0 4 67 0,0 2-47 0,0 5-24 16,2 2 7-16,4-1 131 0,2 7-82 0,-1 0-40 15,-2-4 75-15,1 3-57 0,-2-1-22 0,0-1-7 16,-2-2-47-16,0-4 17 0,-2-2 1 0,0-4 0 16,0 0-55-16,0-3 23 0,0-1 0 15,-8-5-35-15,0 0 34 0,-3 0-1 16,0 0 42-16,-1-3-209 0,0-7 67 0,-2 0 54 0,-2-4-7 15,-4-3-128-15,6 3 56 0,-3-2 55 16,-2 2-17-16,2 2 27 0,1 3 0 0,0 4 28 16,1 2 170-16,2 1-81 0,0 2-44 0,3 0-23 15,3 2 292-15,1 8-143 0,3-1-50 0,3 4-11 16,0-2-5-16,0 3-26 0,3-3-338 0,12-1 154 16,4-3 96-16</inkml:trace>
  <inkml:trace contextRef="#ctx0" brushRef="#br0" timeOffset="-150126.31">13591 13898 1716 0,'12'3'0'0,"1"4"0"0,-4-2 0 16,-5 1 0-16,0 0 0 0,0-1 0 0,-3 4 0 0,1-2 0 0,-2 0 467 0,0 3-222 0,0-1-105 0,2-4-352 0,-2 4 123 0,2-7 69 16,2 3 22-16,3-5-362 0,3 0 196 0</inkml:trace>
  <inkml:trace contextRef="#ctx0" brushRef="#br0" timeOffset="-149955.75">13965 13189 2166 0,'1'-11'0'0,"2"7"0"0,3 2 0 0,-3 2 0 0,-1 0 0 0,-2 4 0 0,0 7 0 0,-3 2 0 0,-8 6 0 16,-1 5 489-16,-3 2-219 0,0 5-123 0,-2-1-290 0,2 1 88 0,2-1 44 0,-1-1-320 0,7-5 190 15,0 7 83-15,3-6 45 16</inkml:trace>
  <inkml:trace contextRef="#ctx0" brushRef="#br0" timeOffset="-149807.15">14051 13402 1920 0,'12'8'0'0,"-1"5"0"0,-7 1 0 0,-2-1 0 0,-2 2 0 0,-6 7 0 0,-7 3 0 0,-4 1 326 0,-2 4-138 0,1-2-82 0,-2 0-35 16,4 0 0-16,-1-1-38 0,2-3-641 0,5-8 328 16,3 2 153-16,7-8 79 0,0-5-408 0</inkml:trace>
  <inkml:trace contextRef="#ctx0" brushRef="#br0" timeOffset="-149675.81">14131 13640 1397 0,'11'0'0'0,"2"7"0"0,-6 11 0 0,-5 6 0 0,-2 3 0 0,-9 9 0 0,-12 7 183 15,-5 5-67-15,-12 11-46 0,-7 4 585 0,-17 15-312 16,-7 3-155-16,-22 16-77 0,11-14 77 0,-33 19-81 16,6-14-37-16,-5-3-817 0,-5-3 389 15</inkml:trace>
  <inkml:trace contextRef="#ctx0" brushRef="#br0" timeOffset="-128853.78">15409 13426 1128 0,'-3'0'0'0,"-1"0"0"0,2 3 0 0,2-2 0 0,0 4 0 0,0-3 0 0,0 1 0 0,0 0 173 0,9 0-69 0,9-1-36 16,1-2 214-16,4 0-125 0,6 0-54 0,-1 0-39 16,0 0 64-16,2 0-48 0,0 0-24 0,4 0 65 15,-4 0-37-15,0 0-29 0,-2 0 0 16,-5 0-102-16,1 0 40 0,-5 0 1 0,-3 0-154 0,-4 0 92 16,-3 0 51-16,-2 0 24 15,-5 0-361-15,-1 0 153 0,-1 0 54 0,0 0 67 16,-6 0-188-16,-7 2 118 0,-1 3 59 0</inkml:trace>
  <inkml:trace contextRef="#ctx0" brushRef="#br0" timeOffset="-128471.3">15411 13500 1348 0,'-9'0'0'0,"3"0"0"0,3 4 0 0,1-4 0 0,0 0 0 0,0 0 0 0,2 0 0 0,0 2 0 0,0 2 381 0,9-2-175 15,4 5-78-15,3-1-52 0,2 3 131 0,-1 1-88 16,1 1-43-16,0 0-21 0,-1 2 10 0,-1 3-32 16,-2-2-57-16,-1 3 28 0,-2 2 1 0,-3 6 28 15,-2-5-108-15,-5 6 50 0,1 1 29 0,-2-1 0 16,0 2-109-16,-7 2 65 16,-7-2-2-16,0 1 25 0,-6-5-100 0,2 1 54 0,-3-7 10 15,0-1 6-15,3-5 8 0,-3-1 19 16,0-4 116-16,5-1-56 0,2-2-28 0,3-3-4 15,4-1 293-15,3 0-147 0,2 0-58 0,1 0-41 16,1 0 286-16,0 0-146 0,0 5-85 0,12-3-39 16,6 4 93-16,4-2-66 0,2 0-33 0,-1 0 147 15,7 2-212-15,-2 1 0 0,2-2 0 0,-1 3 0 16,-4-2 0-16,-2 1 0 16,5 0-198-16,-7 0 132 0,1-3 49 0,-3 3 25 0,-3-4-567 15,-4-1 272-15,1 0 92 0,-1-2 85 16,-1 0-537-16,-2 0 307 0,1-2 153 0,-3-12-445 15</inkml:trace>
  <inkml:trace contextRef="#ctx0" brushRef="#br0" timeOffset="-128306.68">16012 13440 1332 0,'0'-7'0'0,"4"4"0"0,5 2 0 0,-1 1 0 0,-2 0 0 0,1 0 0 0,2 0 446 0,1 0-198 15,1 0-112-15,2 0-51 0,3 0-29 0,-2 6-23 16,0 2 0-16,2-1-482 0,-2 0 237 0,0 1 122 16,0-2-235-16,-1-5 178 0</inkml:trace>
  <inkml:trace contextRef="#ctx0" brushRef="#br0" timeOffset="-128030.4">16275 13275 914 0,'0'0'0'0,"0"0"0"0,0 0 0 0,5 0 0 0,-2 0 0 0,3 4 0 0,-3 2 0 0,1 1 388 0,-2 2-170 0,0 6-96 0,-2 1 31 16,0 6-59-16,-10 1-31 0,-5 1 8 0,-1 2-191 15,-4 0 76-15,0-1 39 0,-2-3-157 0,-1-1 98 16,0-6 56-16,-4 2 17 0,4-4-32 0,2-5 3 16,0 0 21-16,5-3-71 0,2-1 128 15,1-2-64-15,6 0-7 0,1-2-31 16,5 0 411-16,-1 0-168 0,2 0-92 0,0 0 183 15,11 0-129-15,10 0-65 0,2 0 50 0,7 0-57 16,0 0-20-16,2-4-8 0,2-2-52 0,1 0-1 16,-3 2 25-16,0 1 0 0,-9 1-271 0,2 0 131 15,-6 2 71-15,-4 0-659 0,-5 0 343 16,-3 4 110-16,-5 7 98 0</inkml:trace>
  <inkml:trace contextRef="#ctx0" brushRef="#br0" timeOffset="-127855.88">16069 13752 1560 0,'-17'8'0'0,"8"0"0"0,-1-5 0 0,6 1 0 0,2-2 0 0,2-2 0 0,0 2 295 0,14-2-124 0,10 0-72 15,0 0 333-15,4 0-199 0,2 0-100 0,2 0-51 16,2-4 17-16,1 0-37 0,-5-2 0 0,-3 2-310 16,-6 3 140-16,0-1 71 0,-10 0 43 15,1 2-559-15,-5 0 293 0,-3 0 146 16,-4 0-623-16,0 0 341 0,-8 0 173 0</inkml:trace>
  <inkml:trace contextRef="#ctx0" brushRef="#br0" timeOffset="-127687.31">16149 13604 1461 0,'-3'-2'0'0,"1"2"0"0,2 0 0 0,0 4 0 0,0 13 0 0,0 3 0 0,0 5 0 0,2 2 0 0,-1 2 464 0,1 3-215 0,-2 1-109 0,0 4-53 0,0-2 62 16,-5 1-50-16,-4-3-37 0,-2 0-133 15,-1-3 51-15,-3-2 27 0,-2-4-385 0,2-3 214 16,-2-3 94-16,1-4 52 0,0-5-565 0,7-7 290 16,-5-2 144-16</inkml:trace>
  <inkml:trace contextRef="#ctx0" brushRef="#br0" timeOffset="-127538.71">16085 13848 2571 0,'14'3'0'0,"1"9"0"0,-2-4 0 0,-2 1 0 0,2-2 0 0,1 1 0 0,2 1 0 0,1 0 0 0,3 1 356 0,0 1-154 16,4 1-88-16,-1-1-2 0,0-2-39 0,-5 0 0 16,3 2-449-16,-1-2 213 0,1-4 93 0,-4 3 52 15,1-4-692-15,0-2 371 0,-5-2 186 0</inkml:trace>
  <inkml:trace contextRef="#ctx0" brushRef="#br0" timeOffset="-127357.2">16546 13544 1553 0,'0'-11'0'0,"5"8"0"16,9 2 0-16,0-2 0 0,2 0 0 0,-2-2 0 0,6-1 285 0,-4 2-129 0,10-2-62 16,-1 1 133-16,1-2-96 0,1-1-50 0,-4 4-15 15,0-2-347-15,0 3 157 0,-4 2 79 0,-1 1-586 0,-6 0 309 16,-1 0 158-16</inkml:trace>
  <inkml:trace contextRef="#ctx0" brushRef="#br0" timeOffset="-127189.65">16465 13748 1601 0,'-6'0'0'0,"6"5"0"0,0-2 0 0,0-1 0 0,10-2 0 0,3 0 0 16,8 0 0-16,3-2 345 0,5-2-147 0,3-5-87 0,3-2 254 0,-1-2-165 15,0 5-84-15,-3-2-42 0,-6 4-270 0,1 0 110 16,-4 2 60-16,-4 2-584 0,-4-1 320 0,-2 3 160 16,-5 0-339-16</inkml:trace>
  <inkml:trace contextRef="#ctx0" brushRef="#br0" timeOffset="-126958.27">16670 13568 1213 0,'-10'-2'0'0,"3"2"0"0,4 0 0 0,-4 6 0 0,7 9 0 0,0 4 0 0,0 9 0 0,0 3 611 0,2 9-289 0,6 0-145 0,-1 1 271 16,1-4-199-16,2 11-112 0,-3-7-53 0,-1-7-19 15,1 3 0-15,0-4-32 0,-2-6-64 0,-2 3 27 16,-1-12 1-16,0 2 36 0,-2-7-40 16,0-4 1-16,-2-1 47 0,-10-4-8 15,-4-4-77-15,-5 0 39 0,-4-2 0 0,0-9-154 16,-3-6 85-16,-9-7 11 0,5-3 31 0,0-5-482 15,0-3 240-15,6-2 121 0,6 7-657 0</inkml:trace>
  <inkml:trace contextRef="#ctx0" brushRef="#br0" timeOffset="-119467.65">17250 13660 937 0,'-13'0'0'0,"-1"0"0"0,7 0 0 0,1 0 0 0,5 0 0 0,-1 0 0 0,0 0 0 0,0 2 303 0,2-2-135 0,2 0-68 0,11 0-33 16,6 0 122-16,4 0-82 0,4 0-38 0,1 0 1 15,0 0-11-15,-1 2 0 0,-6 7-18 0,5 7-72 16,-6 4 33-16,-2 3-1 0,-7 3-1 16,-4 4 1-16,-4 4 40 0,-3 1-8 15,0 1-39-15,-7 0 7 0,-7 0 1 0,-6-1-7 16,-1-3 64-16,2-4-24 0,-6-4-18 0,0-3-17 16,-1-6 14-16,2-3 8 0,3-7 1 0,-2-1-182 15,5-4 86-15,3 0 41 0,2-2-359 0,9-7 176 16,2-6 100-16,2-5 27 0,4-4-169 0,14 0 113 15,11-7 55-15</inkml:trace>
  <inkml:trace contextRef="#ctx0" brushRef="#br0" timeOffset="-119260.2">17599 13662 1153 0,'0'-8'0'0,"0"4"0"0,0 1 0 0,-4 1 0 0,-7 0 0 16,-2 2 0-16,-2 0 269 0,2 2-110 0,-2 11-67 0,-2 8 217 0,3 1-138 0,2 7-69 15,0 5 40-15,3 0-46 0,1 4-36 0,5-1 0 16,3-2-101-16,0-3 37 0,0-2 0 16,7-9 45-16,8 4-109 0,2-5 51 0,4-4 24 15,-1-2-245-15,-1-4 135 0,2-2 30 16,1-3 44-16,4-4-423 0,-1-1 211 0,-2 0 98 16,0-6-250-16,2-7 172 0,-2-6 98 0</inkml:trace>
  <inkml:trace contextRef="#ctx0" brushRef="#br0" timeOffset="-118986.73">17841 13760 1124 0,'0'-12'0'0,"0"7"0"0,-4 1 0 0,-1 2 0 0,-1 2 0 0,-3 0 0 0,1 15 0 0,1 6 409 0,1 1-188 0,5 5-95 0,1-3-38 16,0 7 113-16,0-3-84 0,9 1-42 0,6-4 52 16,3-5-47-16,3-6-15 0,6 1-9 0,-1-8-160 15,3-3 69-15,-4-4 33 0,0 0-219 0,-4-3 134 16,1-13 57-16,-5-1 31 0,-6-3-202 0,-1-4 103 15,-8-3 50-15,-2-3-42 0,0-2 50 0,-4 0 7 16,-12-2 1-16,-2 1 56 0,-5 4-36 0,1 3 8 16,-5 7-29-16,4 6 160 0,-6 7-56 15,3 5-44-15,3 1 168 0,-3 3-95 16,3 12-22-16,6 0-31 0,2 2 26 0,4 0-23 16,6-1 26-16,5 2-43 0,0-1-324 0,0-4 155 15,12 0 74-15,11-1 39 0,3-5-293 0,6-7 155 16</inkml:trace>
  <inkml:trace contextRef="#ctx0" brushRef="#br0" timeOffset="-118825.16">18198 13587 1540 0,'0'-2'0'0,"0"2"0"0,-2 0 0 0,-1 0 0 0,1 2 0 0,-2 9 0 0,2 5 0 0,2 0 617 0,0 4-291 0,0-2-139 0,2 3-81 16,6-3-9-16,6 7-32 0,2-6 0 0,0-2-569 15,0-5 276-15,2 3 127 0,-1-3 66 0,2-3-312 16,0-3 187-16</inkml:trace>
  <inkml:trace contextRef="#ctx0" brushRef="#br0" timeOffset="-118637.09">18512 13462 1138 0,'0'-7'0'0,"0"3"0"15,0 3 0-15,0 1 0 0,-6 3 0 0,-1 19 0 0,-3 3 548 0,-3 16-258 0,-2 5-120 0,-9 17-73 0,-1 2 405 0,-3 4-234 16,-2 4-118-16,-2-1 128 0,6-10-115 0,-6 15-69 16,5-12-31-16,5 2-68 15,0-8 0-15,4-10 37 0,2 2-422 0,1-4 208 16,6-13 107-16,-1-3 54 0,6-12-685 0,2-8 259 16,2-5 215-16,0-6 72 0</inkml:trace>
  <inkml:trace contextRef="#ctx0" brushRef="#br0" timeOffset="-118042.68">18619 13458 1386 0,'8'-14'0'0,"6"8"0"0,5 3 0 0,2-2 0 0,-1 2 0 0,1-1 0 0,2 3 0 0,1-1 100 0,4 2-33 0,-2 0-1 15,1 0-174-15,-4 0 77 0,0 0 27 0,-4 6 0 16,2 1-424-16,-8 0 202 0,-1 3 100 0,-5-5-118 15,-3 2 110-15,-2 2 51 0,-2-4 25 0,-2 1 67 16,-9-3-21-16,-3-1-8 0,0 2 90 16,-5-4-51-16,2 2-26 0,-4 0 0 15,2 0 330-15,-1 3-150 0,1 1-93 0,-4 5 17 16,3 3 398-16,3 0-231 0,-2 5-115 0,8 0 241 16,-4 10-183-16,5 0-87 0,3 1-43 0,3 4 159 15,1-1-101-15,3 7-44 0,0-2 14 0,0 1-36 16,0-3-1-16,3 0-35 0,5-5-100 0,-1-5 59 15,3-3 16-15,-3-2 0 0,0-4-273 0,-3-6 150 16,0-3 73-16,-2-4-469 0,0-3 252 0,0-1 60 16,-2 0 83-16,0-8-164 0,-2-15 124 15,-6-1 53-15,-3-5-77 0,0-5 73 16,-4-6 37-16,6 9 1 0,-3-5 24 0,4 10 4 16,1 0 8-16,2 3 1 0,3 4 161 0,2 6-81 15,0 1-49-15,2 1 9 0,10 2 335 0,13 2-132 16,5-3-113-16,2 0 288 0,7 1-169 0,5 0-96 15,-8 4 2-15,3-2-46 0,-4 4-22 0,1 1 1 16,-10-2-38-16,10 3-7 16,-8-2 22-16,-2 1 0 0,1 1-33 0,-8-1 0 0,-4 2 41 15,-2 0 46-15,-2 0-27 0,-2 0 0 16,0 8 93-16,-4 2-61 0,-1 4-21 0,-3 2-8 16,1 5 188-16,0 4-109 0,0 0-55 0,0 1-27 15,1-2 54-15,1 5 79 0,2 0-193 0,0-1 0 16,-1 3 0-16,1-3 0 0,-1-2 0 0,-1 6-455 15,1-4 286-15,-4 0 102 0,-1-5 49 0,0 1-670 16,0-3 309-16,0-3 177 0,-8-3-364 16,-3 1 266-16,-2-7 134 0,-4-4 67 15,-2-5-308-15</inkml:trace>
  <inkml:trace contextRef="#ctx0" brushRef="#br0" timeOffset="-117877.68">18861 13705 843 0,'-6'-9'0'0,"3"3"0"0,3 5 0 0,-2-2 0 0,2 2 0 16,0 1 325-16,2 5-146 0,5 10-65 0,5 7 401 0,-3 3-242 0,0 3-120 16,-1 5-60-16,0-2 253 15,-3 2-149-15,-1 0-86 0,1-3-252 0,-3-2 87 16,3 1 43-16,-4-10 22 0,1 6-500 0,-2-3 257 16,2-8 132-16,-2-7 66 0,0-2-723 15,0-5 362-15</inkml:trace>
  <inkml:trace contextRef="#ctx0" brushRef="#br0" timeOffset="-117732.06">18993 13665 885 0,'5'-3'0'0,"1"1"0"0,1 2 0 0,0 0 0 0,-2 0 0 0,1 10 133 0,-1 0-50 16,0 6 252-16,1 1 57 0,0 2-184 0,-2 0-87 16,0 3 42-16,-3 0-65 0,3 1-33 0,-2-2 9 15,-2-1-460-15,2-3 210 0,-2 0 104 0,0-5 52 16,0-4-650-16</inkml:trace>
  <inkml:trace contextRef="#ctx0" brushRef="#br0" timeOffset="-117606.77">18949 13871 1392 0,'-7'0'0'0,"3"0"0"0,1 0 0 0,1 0 0 0,2 0 0 0,0 0 0 0,0 0 0 0,2 0 0 0,7 0 174 0,6 0-67 0,2 0-36 0,0 0 2 15,-1 0-7-15,2 0-33 0,-2 0-380 0,0 0 190 16</inkml:trace>
  <inkml:trace contextRef="#ctx0" brushRef="#br0" timeOffset="-117484.88">18923 14048 679 0,'-8'4'0'0,"3"1"0"0,3-4 0 0,0-1 0 0,1 0 0 0,1 0 0 0,0 0 355 0,1 0-153 15,10 0-89-15,3 0-326 0,1 0 119 16,-2 0 58-16</inkml:trace>
  <inkml:trace contextRef="#ctx0" brushRef="#br0" timeOffset="-117350.04">18929 14221 1096 0,'-8'5'0'0,"6"-2"0"0,0 1 0 0,0-4 0 0,2 0 0 0,0 0 251 0,0 0-110 0,6 0-46 0,9 0-35 15,8 0 176-15,-1-7-101 0,6-6-52 0,1-3-25 16,3-1-456-16,1-4 211 0</inkml:trace>
  <inkml:trace contextRef="#ctx0" brushRef="#br0" timeOffset="-117025.18">19393 13685 1214 0,'0'-15'0'0,"2"-1"0"0,7 5 0 0,4 0 0 0,2-2 0 0,0 2 417 0,0-1-192 16,3 5-88-16,-4 1-56 0,5 5 8 0,-2-2-28 15,0 3 0-15,-2 0-29 0,-2 10-79 0,-4 7 36 16,-3 6 21-16,-6 2-169 0,0 4 96 16,-6 1 48-16,-11 4-97 0,-7 3 68 15,0-3 38-15,-3-1-23 0,5-7-169 0,-7 1 68 16,8-10 53-16,-4-4-15 0,4-5-30 0,2-4 45 16,4-4 22-16,2-2 0 0,3-13-45 0,5-10 38 15,5-2 0-15,0 0-11 0,0-1 41 0,2 3-1 16,3 7 238-16,5-1-115 0,-2 10-61 0,2-3-31 15,4 6 510-15,-1 5-236 0,2 1-130 0,2 1-25 16,2 14 153-16,-3 2-119 0,2 4-58 16,0 3 218-16,-1 2-131 0,1 1-77 15,-4-3-36-15,3 1-319 0,0-4 142 0,0-3 72 16,0-4-661-16,2-5 362 0,-1-3 184 0</inkml:trace>
  <inkml:trace contextRef="#ctx0" brushRef="#br0" timeOffset="-116864.6">19703 13551 2107 0,'-4'-4'0'0,"4"1"0"0,0 0 0 0,2 2 0 0,11-1 0 0,4 0 0 0,3 0 0 0,3 1 0 0,3 1 185 0,3-3-76 0,-1 2-39 0,4-2-82 16,0 2 23-16,-2-1 7 0,0-2-476 0,-7 3 246 15,-3-2 122-15,1 0 61 0,-12 3-653 0</inkml:trace>
  <inkml:trace contextRef="#ctx0" brushRef="#br0" timeOffset="-116593.09">19877 13198 1138 0,'-7'0'0'0,"1"0"0"0,3 10 0 0,3 9 0 0,0 5 0 0,0 8 0 0,9 9 533 0,3 4-251 15,0 6-124-15,1 1 128 0,4 10-127 0,-6-11-55 16,5 7-1-16,-5-3-35 0,1-1-1 0,-3-4-34 15,-4 1-205-15,-1-11 111 0,-2 3 43 0,-2-9 25 16,0-4-248-16,0-11 137 16,-9-2 68-16,-5-8-205 0,-3-4 79 0,-2-5 76 15,-4 0-28-15,0-3 62 0,0-10 20 0,2 1-9 16,-3-6 151-16,5 7-71 0,0-3-36 0,3 1 0 16,2 2 261-16,7 2-148 0,-1-1-37 0,7 0-45 15,1 2 292-15,0-5-149 0,5 3-64 16,12-3-399-16,7-5 155 0,3 2 82 0,1-2 41 0,4 3-356 15,1-5 187-15</inkml:trace>
  <inkml:trace contextRef="#ctx0" brushRef="#br0" timeOffset="-116449.47">20521 13223 1480 0,'-5'-5'0'0,"-1"-4"0"15,5 8 0-15,-5-1 0 0,-4-1 0 0,-1 3 0 0,-2 0 0 0,-2 3 156 0,-3 12-62 0,0-1-22 0,-3 9-209 0,3-1-206 0,1 7 178 16,-3 7 88-16</inkml:trace>
  <inkml:trace contextRef="#ctx0" brushRef="#br0" timeOffset="-116327.33">20211 13596 1131 0,'-5'12'0'0,"1"-1"0"0,4-4 0 0,0-1 0 0,0-3 0 0,0-1 0 0,2-2 246 0,11 0-106 15,4 0-54-15,6-3 318 0,3-7-177 0,5 1-102 16,-1 0-13-16,2-1-40 0,-1-1 0 0,-2 3-39 15,-6 3-381-15,2 1 186 0,-2 1 97 0,-5 1 50 16</inkml:trace>
  <inkml:trace contextRef="#ctx0" brushRef="#br0" timeOffset="-116144.72">20441 13438 1190 0,'-10'5'0'0,"6"0"0"0,3 8 0 15,1 1 0-15,0 2 0 0,0 8 0 0,0 5 663 0,1 6-307 0,5 9-166 0,-2-3 307 0,-2 2-232 16,0 1-116-16,0 0-58 16,-2-9-19-16,0 8-9 0,0-8-30 0,0-3 0 15,0-7-440-15,0-3 228 0,-4-5 102 0,1-6 55 16,-2-4-624-16,0-4 314 0,-3-3 178 0,5-3-580 16</inkml:trace>
  <inkml:trace contextRef="#ctx0" brushRef="#br0" timeOffset="-116006.78">20399 13665 705 0,'-4'-1'0'0,"-1"1"0"0,1 6 0 0,-5 10 0 0,-4 7 0 0,-2 1 469 16,-4 4-223-16,-4 6-106 0,3-6 190 0,-1 0-149 15,-2 1-74-15,7-8-29 0,-1-1-249 0,4-5 102 16,6-5 51-16,-2-6 25 0,8-4-254 0,1 0 148 16,0-11 62-16,10-15-598 0</inkml:trace>
  <inkml:trace contextRef="#ctx0" brushRef="#br0" timeOffset="-115900.08">20381 13713 860 0,'11'-2'0'0,"8"2"0"0,-4 0 0 0,0 5 0 0,-2 6 0 0,-1 1 234 0,0-3-93 16,-1 3-58-16,1-3 269 0,-1 1-160 0,-2-5-80 15,3-1-40-15,-1-3-224 0,3-1 89 0,0 0 47 16,5-1-537-16,1-12 292 0</inkml:trace>
  <inkml:trace contextRef="#ctx0" brushRef="#br0" timeOffset="-115466.23">20863 13134 1463 0,'3'-4'0'0,"-3"4"0"0,0 0 0 0,0 0 0 0,0 10 0 0,-8 0 0 0,0 1 0 0,1 0 428 0,2-1-190 0,-2-2-106 0,2 2-50 16,-1-2 48-16,3-1-49 0,-3-3-24 0,4 0-28 16,0-3 3-16,2-1 1 0,0 0-105 0,0 0 52 15,2 0 35-15,9 0-9 0,7 0-92 0,0 0 60 16,1 0 29-16,1 0 0 0,-1 0-283 15,2 0 139-15,-5 5 29 0,2-2-23 0,-6 0 31 0,-1 2 36 16,-2 0-8-16,-6 2 18 16,-1 1 0-16,-2 1 25 0,0 2 80 0,-5 1-41 15,-11 1-7-15,0 0-32 0,-2 1 234 0,0-1-116 16,1 2-43-16,2-2-33 0,0 2 388 0,4 2-193 16,2 1-58-16,1 7 216 0,6-1-164 0,2 4-83 15,0 5-33-15,2 6 35 0,6 3-42 16,5 1-22-16,-1 1 9 0,4 2 0 15,-3-7-21-15,4 8-8 0,-1-7-152 0,-2-9 76 16,-1 1 38-16,-3-5 0 0,-3-7-133 0,-2 1 81 0,-3-10 34 16,0 0-207-16,-2-3 92 0,0-4 64 15,-9-4-13-15,-8 0-10 0,-5 0 22 0,-3-2 21 16,-5-8-129-16,-7-4 75 0,4-3 29 0,-10-6 9 16,4-2-205-16,2 1 121 0,-2-1 61 0,11 4 30 15,1 1-176-15,8 3 108 0,1 0 48 0,9 3-87 16,6 2 69-16,1 3 34 0,2 0-9 0,3 1-60 15</inkml:trace>
  <inkml:trace contextRef="#ctx0" brushRef="#br0" timeOffset="-115333.14">21141 13650 1422 0,'17'12'0'0,"2"6"0"0,-4 0 0 0,-1-5 0 0,-3 2 281 15,0-1-116-15,-1 2-70 0,1-1 639 0,-2 0-350 16,-1 0-176-16,-1 0-87 0,-1-4 145 0,-5-2-120 15,1-1-57-15,0-4 95 0</inkml:trace>
  <inkml:trace contextRef="#ctx0" brushRef="#br0" timeOffset="-113933.04">22500 13433 956 0,'0'-15'0'0,"0"2"0"0,0-3 0 0,0 2 0 0,0-6 0 0,-2-2 0 0,2 0 0 0,0 0 0 0,0-5 73 15,0 6 0-15,0-1-40 0,-3-1 38 0,1 3 8 16,1-1-47-16,-3 4 1 0,-2 2-23 0,1 2 22 16,-4 3 1-16,1 3 8 0,-3 1 39 0,-3 3-23 15,0 3-1-15,-4 0 72 0,-2 0-48 0,1 11-16 16,-4 8 36-16,7 1-33 0,-2 5-1 15,4 1-33-15,2 4 147 0,5 2-78 16,3 1-35-16,4 3 1 0,0 0 84 0,0 1-60 16,4 0-21-16,8-1 43 0,0 2-40 0,4 2-1 15,-2-1-40-15,-3-6-32 0,3 5 7 0,-5-3 25 16,-2-1-33-16,-3 3-1 0,-1-2 34 0,-3 0-1 16,0-2-67-16,-7-2 30 0,-3-2 0 0,-5-4 3 15,-2-3-77-15,-1-5 29 0,2-2 33 16,-3-4-200-16,1-5 105 0,0-2 37 0,2-4 31 0,-1 0-317 15,4-3 156-15,3-5 90 16,6-9-363-16,4-8 222 0,0 1 112 0,9-6 56 16,10-2-180-16,11-8 122 0</inkml:trace>
  <inkml:trace contextRef="#ctx0" brushRef="#br0" timeOffset="-113690.92">22718 13235 366 0,'18'-42'0'0,"-4"8"0"0,-7 0 0 0,-4 4 0 0,-3 7 0 0,0 3 0 0,-9 5 421 0,-6 6-194 0,-2 5-89 0,-2 4 250 0,-4 0-178 16,2 11-89-16,0 9-44 0,-2 9 177 16,5 2-102-16,-1 9-64 0,8 0 98 0,4-8-77 15,4 6-38-15,3 0 0 0,0-2 10 0,1 0-8 16,9-2-40-16,5-3-1 0,1 4 28 0,-4-2-27 16,2 0 8-16,-3 1-64 0,-2 5 28 0,-4-3-1 15,-3 3 29-15,-2-2-126 0,0-2 70 0,0 2 24 16,-9-2-242-16,-4-5 109 0,0-2 68 0,-2-4 7 15,1-5-435-15,0 0 234 0,-2-4 112 16,2-3 57-16,-2 1-187 0,2-5 121 16</inkml:trace>
  <inkml:trace contextRef="#ctx0" brushRef="#br0" timeOffset="-113514.08">22348 14089 1312 0,'-9'2'0'0,"6"2"0"0,1-1 0 0,2-3 0 0,0 0 0 0,0 0 0 0,5 0 0 0,18 0 0 0,5 0 605 0,4-7-291 0,2 3-140 16,2-3 310-16,-1 4-226 0,2 2-112 0,-4 1-49 16,-1 0-29-16,0 0 0 0,-2 0-35 0,-5 0-1 15,-5 3-422-15,-1 2 219 0,-4 2 98 0,-5 0-256 16,-5-2 181-16,-3 3 90 0,-2-1 24 0,0 3-771 16,-6-2 391-16</inkml:trace>
  <inkml:trace contextRef="#ctx0" brushRef="#br0" timeOffset="-113230.48">22400 14089 1041 0,'-17'-5'0'0,"5"4"0"0,7-2 0 0,-1 2 0 0,5-1 0 0,-1 2 0 0,2 0 231 15,2 0-99-15,10 0-42 0,11 12 341 0,0-3-199 16,1 8-100-16,-2 0 121 0,3 2-111 0,-8-1-46 16,5 7-36-16,-8-4-60 0,-5-3 33 0,-2 4-1 15,-4-1-139-15,-3 0 78 0,0-2 27 0,-12 1 0 16,-4-5-87-16,-5 0 62 0,-2-4 29 15,3-1 9-15,-10 0-33 0,3-1 1 16,1-1-11-16,5-3 0 0,3 1 267 0,4-3-114 16,3 0-59-16,6-2 279 0,0 1-151 0,5-2-78 15,0 2-40-15,8 0 18 0,14-2-32 0,6 0-1 16,4 0-59-16,2 0 1 0,4 0 42 0,0 0 123 16,6 0-585-16,0-2 292 0,-3-6 81 0,-2 1 41 15,0 0-696-15,5-3 345 0,-5 3 124 16,-2 1-494-16,6-4 348 0</inkml:trace>
  <inkml:trace contextRef="#ctx0" brushRef="#br0" timeOffset="-112872.14">23191 13435 1644 0,'-10'-17'0'0,"9"13"0"0,1 2 0 0,0 0 0 0,0-3 0 0,3-3 0 0,12 2 0 0,6 1 399 0,3 1-186 0,7 2-91 0,0 2 7 16,1 0-48-16,0 0-24 0,-2 9-146 0,-3 3 56 16,-5 3 34-16,-7-1-1 0,-2 6-40 0,-5-1 37 15,-6 3 7-15,-2 6 29 0,-2 0-92 0,-15 2 25 16,-8 5 30-16,-3-4-4 0,1-4-18 0,-10 6-17 16,3-3 0-16,-1-2 206 15,1 0-82-15,0-1-41 0,10-4 164 0,-3-1-85 0,13-7-47 16,-2 0-1-16,11-4 48 0,-1-1-44 0,6-3-13 15,0 0-8-15,4 0 37 0,12-1-29 16,7-5 0-16,2 1-29 0,5-2 32 0,-2 0-8 16,4 0-24-16,-4 0-180 0,1-6 90 0,-3 0 45 15,-8 1-152-15,3-2-188 0,-5 2 178 0,-5 2 56 16,-2 1-231-16,-6-1 149 0,1 2 76 0,-2-1 49 16,-2 1-445-16,0-5 243 0,-4 1 123 0,-7-12 60 15,-4-5-355-15</inkml:trace>
  <inkml:trace contextRef="#ctx0" brushRef="#br0" timeOffset="-112740.1">23224 13662 1266 0,'-14'-8'0'0,"5"4"0"0,6 4 0 0,1-3 0 0,-2 1 0 0,4 0 0 0,0 0 282 0,9 1-124 0,14-2-63 0,2 1 292 16,3 1-177-16,2 1-80 0,4 0-271 0,1 0 86 16,1 3 44-16,0 10 22 0,0-1-645 0,0 3 339 15,-3 0 158-15,1 0 83 0,-11-7-379 0</inkml:trace>
  <inkml:trace contextRef="#ctx0" brushRef="#br0" timeOffset="-112337.36">24008 13718 1278 0,'0'-13'0'0,"0"-2"0"15,0-4 0-15,-10-2 0 0,3 1 0 0,-4-1 0 0,-1 3 0 0,1 2 226 0,-3 6-89 0,0 4 132 0,-5 6-118 0,-5 0-59 0,1 16-30 16,-3 15 13-16,3-2-13 0,-2 15-9 0,9-1-20 15,2 0 93-15,7 2-47 16,3-9-23-16,4 2 8 0,0-3-15 0,2-7-16 16,12-3-1-16,1-4-89 0,4-8 44 0,-1-4 32 15,3-3-218-15,0-6 113 0,1 0 40 0,0-5 33 16,-1-13-240-16,-3-6 108 0,2-4 40 16,-1-13 44-16,-5 0-155 0,2-5 92 0,-3-7 46 0,-1-3-27 15,0-18 40-15,-1 2 0 0,1-7 32 0,-1-16-72 16,2 6 37-16,0 12-9 15,-2-10 73-15,-2 9-29 0,-2 23 0 0,-5 12 1 16,-2 15 282-16,0 8-149 0,0 8-63 0,-4 8-35 16,-8 4 462-16,-1 24-226 0,0 10-68 0,2 16-74 15,0 11 98-15,3 2-80 0,0 7-42 0,3 5 215 16,1 0-120-16,1 3-71 0,-1 2-33 0,2-3-6 16,-1-2 0-16,3-6-25 0,0-10-246 15,0 1 118-15,0-4 65 0,0-7 31 16,7-12-591-16,2 0 301 0,4-12 93 0,4 2 95 15,2-14-576-15,5-5 322 0</inkml:trace>
  <inkml:trace contextRef="#ctx0" brushRef="#br0" timeOffset="-112053.91">24710 13465 1178 0,'0'-32'0'0,"0"1"0"0,-4 4 0 0,-7 3 0 0,-4 0 0 0,-2 8 0 0,-2 6 461 0,-7 5-218 0,-3 5-105 0,2 0-53 15,-6 9 251-15,0 16-152 16,7-1-67-16,2 6 72 0,4 4-78 0,9-1-39 16,8 1 0-16,3 0-17 0,0 0 8 0,11 0-30 15,10-2-51-15,5 1 25 0,1-2 0 0,-4-5 25 16,4 0-179-16,-1 0 85 16,-3-1 48-16,-3-1 23 0,-5-1-247 0,-7-3 124 0,-3 2 22 15,-3 0 44-15,-2-4-70 0,-5 0 45 16,-17 0 5-16,1-4 172 0,-9-4-81 0,-2 1-24 0,-10-2 0 15,3-6 39-15,-2 0-27 0,7 0 1 16,-6-3-122-16,6 0 48 0,6-3 33 0,10-7 18 16,4-7-491-16,9-6 234 0,5-3 109 0</inkml:trace>
  <inkml:trace contextRef="#ctx0" brushRef="#br0" timeOffset="-111894.4">24867 13568 1265 0,'18'-3'0'0,"-1"1"0"0,-2 0 0 0,0 2 0 0,-2 0 0 0,-2-2 0 0,3 0 564 16,2 0-269-16,3 0-132 0,6 0 118 0,-1-2-125 16,2 1-61-16,2-1-23 0,0 2-94 0,1 0 27 15,-1 2 0-15,-7 0 28 0,0 0-533 0,-3 0 274 16,-4 5 126-16,-2 5-705 0,-4-2 402 0,-7-1 114 16</inkml:trace>
  <inkml:trace contextRef="#ctx0" brushRef="#br0" timeOffset="-111745.8">24926 13791 1290 0,'-15'10'0'0,"10"-4"0"0,1 0 0 0,2-3 0 0,2-1 257 0,0-2-104 0,11 0 623 15,12 0-709-15,2 0-34 0,7-2 0 0,2-1-56 16,3-3 37-16,0 1-9 0,0 0 28 0,1-1-575 16,0 4 287-16,-4-1 144 0,1 1 81 0,3 0 26 0</inkml:trace>
  <inkml:trace contextRef="#ctx0" brushRef="#br0" timeOffset="-111455.9">25694 13458 1735 0,'-10'0'0'0,"0"7"0"0,-4 8 0 0,0 5 0 0,-2 3 0 0,2 7 791 15,0 6-713-15,7 9-8 0,3-4-37 0,4-1 150 0,1-2-75 16,12-5-30-16,12 7-8 0,3-9 17 15,6-4-27-15,6-7-224 0,1-3 182 16,-3-8 23-16,11-5-8 0,-4-4-1 0,-1 0-268 16,2-13 134-16,-5-7 67 0,-10-4 42 0,4-5-262 15,-13 1 136-15,-1-13 25 0,-12 1 45 0,-7-7-149 16,-2-2 74-16,-5-3 50 0,-18-9-128 16,-3 18 85-16,-16 0 42 0,-11 6 21 0,3 16 176 15,-7 8-74-15,-11 9-40 0,8 4 0 0,7 4 308 16,6 14-174-16,9 1-75 0,6 4-43 0,6 5 184 15,9 2-74-15,8 4-58 0,4 2-438 0,5 3 215 16,3 11 84-16,10-4 47 0</inkml:trace>
  <inkml:trace contextRef="#ctx0" brushRef="#br0" timeOffset="-109110.61">15315 14584 1397 0,'0'0'0'0,"0"0"0"0,0 0 0 0,12 2 0 0,8-2 0 0,8 1 0 0,4-1 0 0,9 0 194 0,-1 0-81 16,0 0 39-16,-3-1-52 0,9-3-37 0,-5-1-1 15,-6 1-85-15,2 0 28 0,-7 1 0 16,-8 2 36-16,0 1-203 0,-4 0 97 0,-7 0 49 16,-2 0-362-16,-4 0 189 0,-3 0 96 15,-2 4 7-15,0 4-154 0,-13-1 94 0,-1 1 57 16</inkml:trace>
  <inkml:trace contextRef="#ctx0" brushRef="#br0" timeOffset="-108781.49">15458 14604 833 0,'-10'3'0'16,"1"1"0"-16,7 1 0 0,1 3 0 0,1-5 0 0,0 3 0 0,0 0 181 0,1-1-67 0,8 3-44 0,3 1 270 0,1 0-154 15,3 3-76-15,-2 1-39 16,0 0 98-16,-1 2-72 0,-1 2-32 0,-3 0-54 15,-2-1 22-15,-3 4 0 0,-3 1 8 0,1-1-93 16,-2 2 42-16,-2 3 22 0,-12-2-115 0,-4 1 67 16,0-1 43-16,-5-3-8 0,1 1-96 0,-3-6 55 15,1-1-11-15,5-4 27 0,-2 1 77 0,5-3-28 16,4-4-14-16,3 0 244 0,3-3-118 0,3 1-62 16,3-2-15-16,0 0 110 0,2 2-50 0,9 0-42 15,11-1 39-15,1 1-42 0,1 1-11 16,9 1-9-16,-4-1 55 0,4 1-38 15,-1-3 0-15,-1 5-37 0,0-2-50 0,-1 0 21 16,-3 1 0-16,-1 0-299 0,-3-3 164 0,0 2 82 16,-5-1 27-16,-1 2-300 0,0-5 125 0,-3 0 94 15,0 0-492-15,-2 0 281 0,1 0 132 0,-3-10 79 16</inkml:trace>
  <inkml:trace contextRef="#ctx0" brushRef="#br0" timeOffset="-108623.92">15901 14534 1488 0,'7'-9'0'0,"-2"6"0"0,2 1 0 0,1 2 0 0,-1 0 0 0,1 0 0 0,0 0 0 0,-1 0 226 0,5 0-88 0,-1 8-130 0,1 0 1 16,4-1 23-16,-3 2 1 0,2 1-187 0,0-1 101 16,-2-1 39-16,2-1 23 0,0-3-564 0,0-2 280 15</inkml:trace>
  <inkml:trace contextRef="#ctx0" brushRef="#br0" timeOffset="-108372.18">16236 14414 967 0,'0'-8'0'0,"3"2"0"16,-1 4 0-16,0 1 0 0,1 1 0 0,-3 0 0 0,0 0 0 0,0 11 151 0,-3 3-60 0,-6 7-28 0,-4 4 64 0,-2 1-47 0,0 2-15 16,-4 1-140-16,1-1 54 0,-3 0 27 0,0-2 0 15,1-4-48-15,1-2 46 16,-4 0-8-16,5-7 36 0,0 0-86 0,4-3 22 15,4-4 30-15,1-3-42 0,1-1 194 0,2 0-94 16,4-2-26-16,2 0 314 0,0 0-159 0,0 0-55 16,8 0 18-16,9-4-58 0,4-4-29 0,3 1 1 15,3-2-50-15,-5 4 8 0,9-2 13 0,-4 1 0 16,-1 3-81-16,-5 1 40 0,-1 0 0 0,-1 1 49 16,-1 1-398-16,-5 0 154 0,-4 1 110 15,-4 9-585-15,0 3 322 0</inkml:trace>
  <inkml:trace contextRef="#ctx0" brushRef="#br0" timeOffset="-108211.61">16039 14868 832 0,'-21'0'0'0,"6"3"0"0,5 2 0 16,1-5 0-16,6 1 0 0,1-1 0 0,2 0 352 0,2 0-161 0,12 0-78 0,9 0 219 0,5 0-154 16,0 0-73-16,4 0-36 0,0 0 14 0,0 0-25 15,0 0 8-15,-2 0-33 16,-2 0-204-16,-7 0 102 0,1 0 51 0,-4 0 26 15,-6 0 7-15,-2 0 18 0,-6 0 0 0</inkml:trace>
  <inkml:trace contextRef="#ctx0" brushRef="#br0" timeOffset="-108041.16">16174 14698 1378 0,'-6'3'0'0,"1"10"0"0,3 10 0 0,0 0 0 0,0 6 0 0,2 10 0 0,-3 1 0 0,-4 1 0 0,2 2 416 0,-4 2-191 15,0-8-88-15,-3 10-41 0,1-15-31 0,-3 3 0 16,3-4-33-16,-1-4-226 0,0-7 122 0,1-3 48 16,-1-4-395-16,5-5 226 0,1-4 112 0,1-4 58 15,3 0-516-15,2-12 259 0</inkml:trace>
  <inkml:trace contextRef="#ctx0" brushRef="#br0" timeOffset="-107913.99">16041 15131 800 0,'5'-8'0'0,"1"1"0"0,1 7 0 0,3 0 0 0,-1 0 0 0,0 0 0 0,5 3 238 0,0 7-103 0,4-2-51 15,0 0 370-15,3 2-215 0,2 1-103 0,0 0-52 16,0-2 157-16,2 2-104 0,-2-6-44 0,5 0-355 16,-2-2 148-16,-2-3 73 0,1 0 37 0,-4 0-279 15,1-4 166-15,-3-3 71 0</inkml:trace>
  <inkml:trace contextRef="#ctx0" brushRef="#br0" timeOffset="-107747.43">16469 14582 831 0,'6'-2'0'0,"6"2"0"15,2 0 0-15,-1 0 0 0,2 0 0 0,3 0 486 0,2 0-219 0,6 0-122 0,-1 0 157 0,0 0-135 0,3 0-67 16,1-1-34-16,-5-1-68 0,1-1 13 0,-2 2 0 16,-3-1 22-16,-3 0-426 15,-8 2 214-15,-2 0 113 0,-3 0-620 0</inkml:trace>
  <inkml:trace contextRef="#ctx0" brushRef="#br0" timeOffset="-107587.86">16510 14773 657 0,'-14'4'0'0,"3"2"0"0,6 2 0 0,3-6 0 0,2 2 0 0,0-1 0 0,2-1 406 0,14 0-179 0,5-2-101 0,6 0-46 16,1 0 234-16,4 0-141 15,0 0-70-15,0 0-124 0,0 0 22 0,-4 0 1 16,-7 0-177-16,2 0 104 0,-5 0 52 0,-6 0 34 15,-3 2-532-15,-4-1 264 0,-1 2 132 0</inkml:trace>
  <inkml:trace contextRef="#ctx0" brushRef="#br0" timeOffset="-107387.39">16648 14676 1228 0,'-10'-6'0'0,"2"5"0"0,1 1 0 0,3 0 0 0,1 8 0 0,3 16 0 0,0 2 0 0,0 7 0 0,2 9 0 0,1 1 478 0,5 1-223 0,-1 4-111 0,-4-6 260 15,6 6-190-15,-7-10-91 0,1-1-1 0,-1-2-44 16,-2-11-15-16,0 1-8 0,0-5-107 0,-5-3 42 16,-9-7 22-16,-1 0-1 0,-4-4-202 0,0-4 107 15,-1-2 59-15,-1 0-377 0,3 0 210 0,-1-2 34 16,1-9 71-16,6-7-368 0,1-2 210 0,6-4 107 16,3-4-387-16</inkml:trace>
  <inkml:trace contextRef="#ctx0" brushRef="#br0" timeOffset="-107189.91">16921 14831 1073 0,'19'3'0'0,"4"6"0"0,1 3 0 0,0-3 0 0,0 4 0 0,-1-1 0 0,0 6 0 0,-5-1 382 0,5 5-178 0,-7 1-86 0,-2 1 100 16,-5 3-93-16,-3 1-46 15,-6-5-15-15,0 7-65 0,-4-4 0 0,-11-2 34 16,-6-4-124-16,-3 0 62 0,-4-4 39 0,0-4-9 15,-5-3-248-15,3-4 138 0,-1-5 70 0,4 0-20 16,4 0-183-16,4-8 64 0,4-13 79 0,10-4-300 16</inkml:trace>
  <inkml:trace contextRef="#ctx0" brushRef="#br0" timeOffset="-107003.84">17319 14742 880 0,'0'9'0'0,"0"8"0"0,-9 8 0 0,-10-2 0 16,-5 12 0-16,-1 1 0 0,1 3 606 0,3-3-278 0,-1 9-152 0,8-14 349 0,5 4-246 16,5-4-123-16,4-1-62 0,0-6 64 0,4 4-67 15,11-7-29-15,6-3 0 0,1-4-216 0,1-6 101 16,9-4 39-16,-2-4-485 0,2 0 265 0,0-2 134 16,0-11 67-16,-2-4-816 15</inkml:trace>
  <inkml:trace contextRef="#ctx0" brushRef="#br0" timeOffset="-106740.09">17541 14881 743 0,'-12'0'0'0,"5"2"0"0,-2 12 0 0,-5 5 0 0,3 4 0 0,2 6 454 0,1 3-211 16,4 1-105-16,4 0-45 0,0 2 365 0,0-5-213 0,9 0-107 0,7-5 38 16,3-5-72-16,-1-6-27 15,3-2-9-15,6-5-124 0,-4-7 45 0,4 0 21 16,-1-6-294-16,1-12 167 0,-4-5 70 0,-3-1 41 15,-5-4-295-15,-2-3 162 0,-5-2 4 0,-4-3 66 16,-2-7-128-16,-2 2 82 0,-4 0 41 0,-10 2 0 16,-2 8 21-16,-5 1-9 0,-4 8 29 0,-3 6 73 15,-4 11-36-15,-2 3-1 0,1 2 222 0,1 7-137 16,3 7-35-16,13-1-39 0,1 3 166 0,5 0-87 16,9 3-11-16,1-3-27 15,3 2-319-15,15-2 140 0,9-3 83 0,5-3-562 16</inkml:trace>
  <inkml:trace contextRef="#ctx0" brushRef="#br0" timeOffset="-106410.33">18031 14686 1542 0,'-6'0'0'0,"4"0"0"0,2 0 0 0,0-4 0 0,2-1 0 0,14 3 0 0,2-4 0 0,8 0 0 0,3 2 323 0,-3 0-146 16,-1 3-64-16,6-1-44 0,-2 2 4 0,-3 0-41 15,0 2 1-15,-7 5-77 0,2 7 46 0,-8 1-7 16,-4 3 37-16,-5 8-29 0,-4 0-1 0,-4 7 31 16,-13 0 30-16,-9 9-9 0,-4-6-21 0,-2 1 0 15,-4-1 59-15,-1-1-32 0,-1-1-13 16,0-4-17-16,10-5 32 0,2-3-1 0,7-5-27 16,4 0 72-16,8-6-28 0,3 0-8 0,2 1-37 15,2-3 44-15,6 1-22 0,11-4 0 16,3 3 13-16,10-2-8 0,2-1-27 0,2-3-1 15,2-1-60-15,-2-2 30 0,0 0 9 0,-3 0 22 16,0 0-359-16,-5 0 161 0,-4 0 90 0,-1-2-463 16,-6 2 225-16,-4-2 143 0,-4 1 69 0,-1 1-402 15,-4 0 236-15,-2-2 116 0,0-3-142 0</inkml:trace>
  <inkml:trace contextRef="#ctx0" brushRef="#br0" timeOffset="-106263.02">17961 14937 1291 0,'-16'0'0'0,"6"0"0"0,3 0 0 0,7 0 0 16,0 0 0-16,0 6 222 0,19-1-94 0,7 5-39 0,4 0-33 0,11 1 396 0,2-3-210 15,5 2-104-15,0 2 4 0,-4-5-46 0,8 1-36 16,-3-3 0-16,0-1-571 0,-3-4 272 0,2 0 136 16,-7 0 76-16</inkml:trace>
  <inkml:trace contextRef="#ctx0" brushRef="#br0" timeOffset="-106076.95">18632 14595 1340 0,'6'-24'0'0,"11"11"0"0,11 6 0 0,2-1 0 0,2-1 0 0,0-1 0 0,-2 2 209 0,-2 3-88 0,2-1-44 15,2 2-76-15,0 0-1 0,-6 1 41 16,2 0-382-16,-7 3 174 0,-4 0 87 0,-4 0 43 15,-6 3-402-15,-3 4 194 0,-4 3 111 0,0-3 50 16</inkml:trace>
  <inkml:trace contextRef="#ctx0" brushRef="#br0" timeOffset="-105652.7">18951 14539 750 0,'-16'0'0'0,"0"0"0"0,3-2 0 0,0 1 0 0,-2 1 0 0,1 0 0 0,-2 0 0 0,2 0 211 0,-4 10-82 0,1 6-51 0,2 4-23 15,-2 3 99-15,1 5-60 0,-4 8-30 0,6-3 187 16,-7 10-113-16,5 1-53 0,0-1-26 0,3 1 166 15,1-2-96-15,5-6-40 0,2 3 57 0,-1-3-56 16,4-2-29-16,1-4 0 0,1-7-104 0,0-1 46 16,0-3-8-16,0-8 38 0,1-2-120 0,3-3 60 15,1-3 30-15,1-3-419 0,-1 0 174 16,1-9 123-16,-2-7-367 0,0-1 227 0,-2-4 113 16,-2-1 48-16,0-6-154 0,0 1 110 15,-2-3 55-15,-6 0 27 0,-3 0 3 0,2 0-7 16,2 4 31-16,-2 3 0 0,4 2 162 0,3 4-81 15,2 3-41-15,0-1 150 0,2 3-90 0,12 0-51 16,7 2-24-16,8-1 365 0,6 0-119 0,7-1-111 16,-1 2 79-16,2 1-87 0,1 2-43 0,-2-1-22 15,-4 4 16-15,2 1-37 0,-4-1 0 0,-5 2 0 16,-1 2-33-16,-9 0 0 0,-1 0 41 16,-2 0 15-16,-7 0-24 0,-2 7 1 15,-3 2 0-15,-4 5 89 0,-2 3-37 0,0 4-30 16,-2 2 203-16,-6 6-112 0,3 1-57 0,-1 2-28 15,4 2 87-15,2 1-62 0,0-1-26 0,0 0-1 16,0 0-229-16,6-4 102 0,1-4 58 0,5 4-162 16,-3-6 102-16,0-5 52 15,-1 3-540-15,0-6 276 0,-3-3 78 0,-1 0 92 0,-2-3-401 16,-2 0 240-16,0-3 121 0</inkml:trace>
  <inkml:trace contextRef="#ctx0" brushRef="#br0" timeOffset="-105470.2">18790 14794 1788 0,'-9'-18'0'0,"5"8"0"0,2 4 0 0,0 3 0 0,2 1 0 0,0 2 0 0,0 2 0 0,0 13 0 0,2 11 215 0,2 1-92 0,-1 4-44 0,1 5 109 0,-2 2-69 0,0 0-47 16,-2-2-31-16,0-2-9 15,0-1 1-15,0-3 0 0,0-8-385 0,0 0 189 16,-4-2 98-16,4-9 48 0,-2-1-557 0,2-7 289 15,-2-3 66-15</inkml:trace>
  <inkml:trace contextRef="#ctx0" brushRef="#br0" timeOffset="-105314.61">18884 14698 1228 0,'7'-3'0'0,"5"3"0"0,0 0 0 0,0 13 0 0,-1 2 0 0,-2 4 0 0,-1 4 390 0,0 3-183 0,-1 2-87 16,-3 0 107-16,-1 4-96 0,-1-2-50 0,0-3-16 15,-2 6 3-15,0-5-36 0,0-5 1 0,0-1 0 16,0-3-486-16,0-7 251 0,0 1 114 0,0-4-593 16</inkml:trace>
  <inkml:trace contextRef="#ctx0" brushRef="#br0" timeOffset="-105179.97">18803 14905 637 0,'0'-8'0'0,"0"3"0"0,0 2 0 0,4 1 0 0,2-2 0 0,1 2 308 15,2 0-142-15,3 0-67 0,-1 1 46 0,2 1-56 16,0 0-28-16,2 0 8 0,-3 0-76 0,0 3 0 16,2 5 40-16,-5-3 0 0</inkml:trace>
  <inkml:trace contextRef="#ctx0" brushRef="#br0" timeOffset="-105053.3">18837 14995 780 0,'0'2'0'0,"0"2"0"0,0-1 0 0,2-2 0 0,2-1 0 16,5 0 0-16,3 2 106 0,-1-2-37 0,3 0-7 0,0 0-21 0,2 2-8 0,0-2 0 16,-2 0-376-16,-4 2 171 0</inkml:trace>
  <inkml:trace contextRef="#ctx0" brushRef="#br0" timeOffset="-104913.09">18745 15202 924 0,'-8'0'0'0,"4"4"0"0,4-3 0 0,0 2 0 0,0-3 0 0,2 0 0 0,10 0 163 0,4 0-69 0,9 0-31 0,1 0 165 16,4 0-97-16,2-8-50 0,2-2-15 0,2-3-292 15,-1 0 129-15,-1 1 66 0</inkml:trace>
  <inkml:trace contextRef="#ctx0" brushRef="#br0" timeOffset="-104578.45">19312 14738 1384 0,'2'-7'0'0,"5"1"0"0,5 4 0 0,2-2 0 0,2 1 0 0,-1 3 0 0,2 0 0 0,-1 5 0 0,2 5 167 0,-2 3-67 0,-1 1 38 0,-2 4-57 16,-3 3-24-16,-2 2 0 0,-5 0-92 0,-3 2 33 15,0-4 9-15,-7 10 26 0,-10-5-151 0,-3 3 76 16,-5-3 37-16,-5 6-178 0,3-7 84 0,-8 4 56 15,8-8-12-15,-1-4-91 0,7-8 35 0,1-1 44 16,7-8-26-16,-2 0 24 0,5-5-1 0,4-16 38 16,6-4 36-16,0-1-1 0,0-2-43 15,4-2 7-15,6 3 142 0,3 3-71 0,-2 5-35 0,3 2 1 16,-2 4 348-16,4 6-176 16,-2 3-57-16,4 2 94 0,-2 2-69 0,1 0-56 15,0 13-19-15,2 4 86 0,-2 2-61 0,-2 0-31 16,0 3-69-16,0 1 0 0,-1-6 47 0,-2 3-8 15,-1-3-424-15,3-5 212 0,-3-3 106 0,3-5 53 16,-2-4-692-16</inkml:trace>
  <inkml:trace contextRef="#ctx0" brushRef="#br0" timeOffset="-104436.98">19551 14779 1012 0,'2'-21'0'0,"3"8"0"0,6 0 0 0,4 2 0 0,0 0 0 0,4 2 143 16,0 3-55-16,1 2-19 0,9 3-8 0,-5-2-1 15,3 2-27-15,-1 1-1 0,1 0-100 0,-6 0 58 16,4 0 18-16,-4 0-1 0,-1 0-405 16,-8 1 210-16,-3 3 106 0</inkml:trace>
  <inkml:trace contextRef="#ctx0" brushRef="#br0" timeOffset="-104163.71">19729 14484 1239 0,'0'-7'0'0,"0"1"0"0,0 4 0 0,0 2 0 0,0 0 0 0,4 20 0 0,0 6 0 0,1 12 0 0,-1 6 135 0,-2 7-52 0,-2 15-24 16,0-4 261-16,0-6-135 0,0 14-80 0,0-16-37 15,0 1 40-15,0-3-38 0,0-6 0 0,0-11-151 16,0 0 53-16,0-4 30 16,0-10 0-16,0-3-177 0,-4-5 104 0,-2-4 60 15,1-7-210-15,-7-2 89 0,3 0 66 0,-2-4-16 16,-1-11 37-16,-1-1-26 0,0-6 9 0,4 1 29 15,0 2 92-15,1-3-45 0,5 1-24 0,-2 1 237 16,3 2-121-16,2 1-47 0,0 2-37 0,0 2 179 16,12 0-94-16,1 0-8 0,4 0-40 0,1 2-143 15,2 0 59-15</inkml:trace>
  <inkml:trace contextRef="#ctx0" brushRef="#br0" timeOffset="-98877.14">20270 14436 1721 0,'0'-17'0'0,"0"13"0"0,3 3 0 0,3-3 0 0,0 0 0 0,-2 2 0 0,-2-2 214 0,0 2-91 0,-1 2-44 16,-1 0 95-16,2 0-70 0,0 0-27 15,-2 0-9-15,0 6-41 0,0 8 6 0,-2 6 0 16,-9 2-1-16,-2 2-156 0,-4 1 74 0,0 3 41 0,0-1-525 16,0-1 280-16,3 0 141 0,-2 2 25 0,0 1-563 15</inkml:trace>
  <inkml:trace contextRef="#ctx0" brushRef="#br0" timeOffset="-98714.47">20020 14892 1545 0,'2'2'0'0,"0"0"0"0,1-1 0 0,3-1 0 0,4 0 0 0,-1 0 0 0,5-1 0 0,4-8 179 16,3-1-65-16,7-1-45 0,-1 1 343 0,1 1-189 16,-3 0-95-16,0 2-40 0,-1 1 52 0,-1 0-53 15,-1 2-28-15,-1 3-414 0,-2-1 194 0,-4 0 104 16,0 2 42-16,-6 0 23 15,0 0 1-15,2 0 23 0</inkml:trace>
  <inkml:trace contextRef="#ctx0" brushRef="#br0" timeOffset="-98539.4">20283 14626 1180 0,'-15'-6'0'0,"6"4"0"0,0 2 0 0,2 0 0 0,4 0 0 0,-1 6 0 0,4 6 302 0,0 10-135 0,2 1-67 0,5 4-25 16,3 5 485-16,1 7-263 0,-2 2-133 0,-1 3 134 15,0-1-133-15,-3-6-58 0,1 11-41 16,-3-13-310-16,1 3 138 0,1-2 70 0,-4-4-522 0,-1-8 304 16,0 2 140-16,0-5 73 15,0-6-328-15,-3-6 81 0,-2-5 132 0</inkml:trace>
  <inkml:trace contextRef="#ctx0" brushRef="#br0" timeOffset="-98397.46">20245 14913 537 0,'0'0'104'0,"0"3"-51"0,0 11-27 0,-4 4 199 0,-5 6-101 16,-2 4-45-16,-2-1-23 0,0 5 389 16,-1 2-206-16,2-4-95 0,-2 1-59 0,7-11-40 15,-2 1-12-15,3-4-496 0,2-9 248 0,3 0 132 16,1-4 54-16,0-4-637 0</inkml:trace>
  <inkml:trace contextRef="#ctx0" brushRef="#br0" timeOffset="-98267.8">20369 14934 1448 0,'7'2'0'0,"-4"8"0"0,3 0 0 0,-5-1 0 0,3-2 0 0,0 5 0 0,-1-1 0 0,4 1 300 15,0-1-133-15,0-2-95 0,1-2-39 0,2-1 8 16,1-2-8-16,1-4-563 0,4 0 272 0,-2-4 134 16</inkml:trace>
  <inkml:trace contextRef="#ctx0" brushRef="#br0" timeOffset="-97822.99">20732 14477 743 0,'17'-14'0'0,"-8"3"0"0,4 6 0 0,-5 3 0 0,-2 2 27 0,-5 0 413 0,-1 2-204 0,0 9 123 16,0 7-167-16,-10 2-80 0,-4 2-39 0,-1 1 0 0,0 1-38 16,2-3 5-16,-1 1-143 0,2-1 68 15,1-4 33-15,1-4 1 0,4-3 34 0,3-3-170 16,1-1 81-16,2-5 44 0,0 3-158 0,0-4 68 0,11 0 56 15,1 0-27-15,2 0-40 16,0 0 22-16,2-4 14 0,-3-2 47 16,1 2-3-16,-4 0-8 0,1-2 8 0,-2 2 30 15,-4 0-1-15,-1 3-29 0,-2-1 125 0,-1 2-62 0,-1 0-25 16,0 3-6-16,0 12 312 0,-5 6-146 16,-2 4-81-16,-1 4-19 0,2 3-29 0,0 5 349 15,5 0-177-15,-1 0 144 0,2 9-160 0,0-12-72 16,0 5-47-16,2 0 26 0,5-2-32 0,3-4-1 0,-3-1-34 15,-1-9-50-15,1 5 20 0,-2-8 1 0,-2-3-163 16,-1-2 96-16,-2-5 49 0,0-2 32 16,0 0-209-16,-4-4 91 15,-7-1 61-15,-4-3-240 0,-2 0 128 0,-1 0 37 16,-2 0-31-16,-4-7 56 0,4-8 29 0,-1-2 0 16,3-2-158-16,-2-3 97 0,5 0 44 0,4 5 23 15,-1 2-42-15,5 5 33 0,1 1-9 0,3 3 40 0,1 4 84 16,2 0-42-16,0 2-21 0,0 0 0 0,0 4-88 15,0 8 37-15,2-4-451 16,10 2 240-16</inkml:trace>
  <inkml:trace contextRef="#ctx0" brushRef="#br0" timeOffset="-97684.36">21027 15012 812 0,'7'6'242'15,"2"3"-121"-15,2 6-60 0,-6-3 295 0,0-1-165 0,1 0-80 16,-1 2-38-16,4 2 713 0,-4-3-376 15,1 5-181-15,-3-5-102 16,-1-2-205-16,0-2 55 0,-2 0 28 0,2 3-962 0,-1-1 504 0</inkml:trace>
  <inkml:trace contextRef="#ctx0" brushRef="#br0" timeOffset="-96392.93">22449 14727 568 0,'2'-11'0'0,"-1"3"0"0,1 1 0 0,-2-1 0 0,2 1 273 16,-2-6-121-16,0 1-59 0,0-1-30 0,0 1 92 15,0 0-65-15,0-4-29 0,0 3 1 0,0-2-29 16,-2 1-1-16,-3 4 9 0,-1-3-8 0,1 2-26 15,-5 1-1-15,3 3 27 16,-4 1 13-16,-1 4-5 0,-1 0-8 0,-1 2 0 16,0 0 99-16,-2 0-49 0,2 11-25 0,1 5 139 0,-3 3-87 15,7 3-38-15,1 2 0 0,3 3 37 0,3 1-38 16,2 2 8-16,0-1-46 0,0 2 111 0,3-1-55 16,6 0-28-16,0 0 9 0,-2-4-54 0,0 5-8 15,0-2 25-15,-2-3-77 0,-3 2 38 0,0 1 0 16,-2-3-56-16,0 2 44 0,0-1 25 0,0-8-1 15,0-1-94-15,-4 0 38 16,2-10 31-16,-1 2-11 0,-4-2-10 0,4-5 1 16,-3-1 1-16,1-2 3 0,-3 0-88 0,-2 0 48 15,3-3-373-15,0-8 209 0,0-3 102 0,0 1 53 16,4 2-426-16,-1-3 242 0,4 1 118 0,0 0 59 16</inkml:trace>
  <inkml:trace contextRef="#ctx0" brushRef="#br0" timeOffset="-96105.64">22739 14639 1171 0,'4'-19'0'0,"-1"4"0"0,-3 0 0 0,0 2 0 0,0-2 0 0,-10-1 0 0,1 4 0 0,-4 0 157 0,1 3-62 0,-1 1-22 0,-4 6 158 15,1 2-98-15,-2 0-51 0,-1 0-24 0,1 15 152 16,4 1-80-16,0 1-53 0,3 3-22 0,4 1 189 15,2 1-106-15,3 4-53 0,2-5-17 0,0 8 61 16,0-5-49-16,2 2-23 16,3-1 37-16,2 1-30 0,-2-3 7 0,1 2-89 15,-3 0 25-15,1-1 0 0,-2 1 26 0,-2-1-175 16,0-3 96-16,0 1 35 0,0 2 22 0,-7-4-316 16,-1-4 155-16,-2-1 40 0,1-2-179 0,-2 0 110 15,1-3 73-15,-1-2-386 0,4 0 229 0,0-4 115 16,-2 1 49-16,0 2-369 0</inkml:trace>
  <inkml:trace contextRef="#ctx0" brushRef="#br0" timeOffset="-95809.21">22300 15223 1751 0,'-7'3'0'0,"0"4"0"0,0-1 0 0,2 2 0 0,3-1 0 0,2-3 0 0,0 2 0 0,2-2 161 0,13 1-64 0,7-3-32 0,6-2 171 16,2 0-102-16,7 0 194 0,-2-2-152 15,1-2-71-15,-2-1-36 0,-2-1-1 0,-8 4-48 16,3-3-9-16,-5 3 21 0,-2 0-317 15,-2 0 159-15,-5 0 79 0,-4 0 48 0,-1 2-579 16,-4 0 258-16,-3 0 165 0,1 0-5 0,-2 0-233 16,-2 0 172-16</inkml:trace>
  <inkml:trace contextRef="#ctx0" brushRef="#br0" timeOffset="-95527.96">22349 15269 1623 0,'-13'2'0'0,"5"2"0"0,5 0 0 0,1 1 0 0,2-1 0 0,0 2 0 0,0 0 0 0,9 1 0 0,8 1 133 0,2 0-49 0,2 3-26 0,-2 2 204 16,-1 0-114-16,-1 4-114 0,0-2-1 0,-4 2-1 15,-4 0 1-15,-3 1 0 0,-2-1-193 0,-4 0 104 0,0 0-6 16,-2-3 48-16,-13 2 23 0,0-5 0 16,-4 1 24-16,-1-3 42 0,-7 0-83 0,9-3 338 15,-5-1-162-15,4 1-74 0,3 0-38 0,4-4 4 16,1 2 269-16,5-4-148 0,3 2-3 15,3-2-73-15,0 2-36 0,1-1 157 16,16 1-226-16,9 0 0 0,3-1 0 0,1-1 0 16,3 2 0-16,5-2-313 0,0 0 194 0,-1 0-620 15,1 0 340-15,-3 0 197 0,1 0 29 0,-1 0 63 16</inkml:trace>
  <inkml:trace contextRef="#ctx0" brushRef="#br0" timeOffset="-95023.77">23063 14731 1588 0,'-5'-10'0'0,"3"5"0"0,2 5 0 0,0 0 0 0,0 0 0 0,0 0 0 0,7 0 497 0,4 5-223 0,4 3-125 0,4 1 97 16,2 3-106-16,-2-4-54 0,4 4-27 0,-3-3 18 16,-1 1-44-16,1-1 0 0,-3 0-314 0,-2-1 157 15,-2 0 79-15,-4 0 46 0,1-1-571 0,-4 0 300 16,-2-1 75-16,-3-1 99 0,1 1-576 0</inkml:trace>
  <inkml:trace contextRef="#ctx0" brushRef="#br0" timeOffset="-94824.33">23399 14528 801 0,'2'-4'0'0,"-2"4"0"0,2 0 0 0,-2 4 0 0,0 11 0 0,0 6 0 0,-9 5 645 0,-3 10-305 16,-3 3-154-16,-2 4 422 0,-3 6-288 0,-3 4-135 0,-1 8-80 16,3-14 136-16,-1 7-104 0,1 0-52 0,2-5-26 15,4-8-237-15,-4 4 101 0,8-11 55 0,-1-4-503 16,1-4 279-16,2-6 140 15,0-2-226-15,1-3 175 0,2-8-25 16,5-2 83-16,1-2-499 0,0-3 283 0</inkml:trace>
  <inkml:trace contextRef="#ctx0" brushRef="#br0" timeOffset="-94381.78">23748 14916 639 0,'4'-16'0'0,"-2"-3"0"0,-2 4 0 0,0 0 0 0,0-2 0 0,0-1 213 16,0 0-90-16,-4-1-45 0,-3 3 241 0,-2-2-143 15,-1 5-64-15,-1 4-43 0,-2 2 170 0,-4 5-103 16,-1 2-51-16,0 0-27 0,1 15 127 0,-3 7-80 16,2 4-36-16,4 4 127 0,2 2-81 0,5 5-42 15,3-2 9-15,2 2 20 0,2-5-35 0,0 0 0 16,4-4-59-16,5-7 9 0,7 0 15 0,-2-6 1 15,0-3-170-15,2-5 86 16,0-2 41-16,-2-5 30 0,4 0-303 0,-2-8 118 16,0-10 86-16,-2-6-246 0,0-7 147 0,0-4 63 15,2-8-25-15,-5-3 9 0,0-2 49 16,-1-6 25-16,1-10-25 0,-2 7 16 0,1-15 8 16,-1 7 25-16,0 0-25 0,1 14-1 0,-4-3 26 15,-1 13-7-15,-1 6 156 0,-3 12-74 0,-1 9-37 16,0 2 437-16,0 8-228 0,0 4-79 0,0 4-68 15,-9 22 294-15,2 12-164 0,-3 2-83 16,3 9 107-16,1 3-86 0,1 4-56 0,-3 12-23 16,4-4 157-16,-2 1-90 0,1 2-46 0,1-10-13 15,1 5-133-15,1-5 51 0,2-3 26 0,0-9-499 16,0-9 262-16,0-6 140 0,5-3-767 16,6-10 403-16,5-5 211 0,0-9 104 0,7-3-511 15</inkml:trace>
  <inkml:trace contextRef="#ctx0" brushRef="#br0" timeOffset="-94081.7">24261 14616 642 0,'4'-29'0'0,"-4"13"0"0,0 3 0 0,0 0 0 0,0 2 0 0,-7 5 0 0,-10 2 607 0,4 2-287 16,-10 2-144-16,2 3 367 0,-6 11-256 15,4 5-118-15,-4 3 224 0,5 5-181 0,2 0-89 16,6 4-45-16,5-3 153 0,9-5-91 15,0 9 34-15,0-8-174 0,10 1 0 16,12-3 0-16,1 0 0 0,4-1 0 0,1-2 0 16,0-3 0-16,-2 3 0 0,1-1 0 15,-6-4-171-15,-1 1 168 0,-4 1-95 0,-5-2 31 0,-6 2 41 16,-3-4-27-16,-2 1 76 0,0 1-37 0,-18-1 1 16,-7 1-38-16,-3-3 178 0,-6 0-69 15,-1-1-27-15,-4-4 1 0,2 0-20 0,1-2 16 0,3-4-25 16,1 0-344-16,9 0 170 0,3-4 83 15,3-8-577-15,9-6 316 0,8-5 158 16,0 1 79-16,13-4-618 0</inkml:trace>
  <inkml:trace contextRef="#ctx0" brushRef="#br0" timeOffset="-93904.91">24520 14701 1690 0,'16'-3'0'0,"-9"-2"0"0,2 3 0 0,1 1 0 0,-4-2 0 0,-1-1 0 0,2 2 154 15,2-3-61-15,7 4 591 0,0-4-325 16,5 4-155-16,2-3-90 0,2 0 26 0,-2 2-54 0,4 1-27 16,-3-2 1-16,-3 3-524 0,3 0 244 15,-3 0 127-15,-2 0-743 0,-4 0 435 16,-2 8 217-16</inkml:trace>
  <inkml:trace contextRef="#ctx0" brushRef="#br0" timeOffset="-93747.14">24573 14907 1718 0,'-30'0'0'0,"13"0"0"0,5 4 0 0,5-4 0 0,1 0 0 0,6 0 0 0,0 0 372 0,3 0-169 0,15-2-77 15,9-3-51-15,6-2-21 0,1-1 391 0,1 5-206 0,6-2-316 16,-4 1 50-16,0 3 30 0,-1 1 0 16,-1 0-683-16,-1 0 356 0,1 0 186 15,-3 1 82-15,-4 5 44 0,-6-2-835 0</inkml:trace>
  <inkml:trace contextRef="#ctx0" brushRef="#br0" timeOffset="-93427">25366 14611 573 0,'-2'-11'122'0,"-2"3"-60"0,2 3-32 0,-2 4 412 16,0 1-204-16,-3 0-103 0,-3 9 386 0,3 12-247 15,0 3-122-15,3 5-59 0,2 3 375 0,2 1-218 0,0 1-100 16,11 5-67-16,6-8-25 0,4 0 0 15,5-3-25-15,4-5-149 0,2-4 83 16,4-4 29-16,0-7 0 0,1-7-90 16,1-1 63-16,-3 0 33 0,-1-9 7 0,-3-8-340 15,-2-2 178-15,-6-5 0 0,-6-1-50 0,-6-3 73 0,-7-3 41 16,-1-3 32-16,-3-10 29 0,-7 3-5 16,-11-2 0-16,-3 0 0 0,-2 7 40 0,-13-5-16 15,1 10 0-15,-7 11 271 0,-1 6-148 16,-6 6-56-16,8 5-12 0,-12 3 171 0,10 0-73 15,11 11-65-15,2 5 8 0,3 2 50 16,13 1-44-16,-1 8-235 0,7-4 87 0,5 6 44 16,3 0 22-16,0 1-768 0,0 2 373 0,11-2 193 0</inkml:trace>
  <inkml:trace contextRef="#ctx0" brushRef="#br0" timeOffset="-88300.58">7077 16019 675 0,'-6'-12'0'0,"1"6"0"0,3 2 0 0,2-3 0 0,0 4 0 0,0-1 0 0,0-2 0 0,0 1 0 0,0 0 194 0,8-1-72 0,3 1-49 0,2 0 167 15,4 0-103-15,1 3-53 0,3 0 120 0,-1 0-77 16,6 2-51-16,-6 0-22 0,3 0 56 0,3 0-39 16,0 0 1-16,-7 2-31 0,5 0-41 0,-2-2 0 15,-1 0 32-15,-1 0-76 0,-3 0 39 0,-3 0 8 16,-2-6 29-16,-3-2-250 0,-3 0 94 16,-3-2 72-16,-1 0-315 0,-2 1 146 15,0 2 71-15,-2-3 59 0,-11 6-201 0,-1-1 130 16,-1 3 64-16,-4 2 25 0,2 0-67 0,-2 0 54 15,0 0 27-15,4 2 38 0,3-1-12 0,1 3-8 16,-1-3 9-16,3 2 164 0,0-1-82 0,4 0-41 16,0-1 291-16,3 4-173 0,0 0-30 0,2 3-56 15,0 5 318-15,0 2-164 0,0 4-80 0,2 2-33 16,1 9 164-16,3-1-106 16,0 4-54-16,0 2 45 0,-3 3-49 0,2-1-16 15,-2 9-9-15,-2-5 15 0,1 3 1 0,-2 4-41 16,0-1-86-16,0-4 52 0,0 7 13 0,-2-6 0 15,-2-11-146-15,-7 3 84 0,2-8 42 0,-2-6 29 16,-5-1-182-16,2-3 84 0,-5-8 9 0,0 0 100 16,0-2-60-16,0-4 9 0,2-3-25 0,0 1 136 15,5-2-58-15,0 0-25 0,4 0 310 0,5 0-156 16,-1 0-55-16,4 0-46 0,0 0 209 16,0 0-119-16,4 0-50 0,15 0-39 15,3 0 32-15,4 0-31 0,7 0 0 0,-2 0-56 16,1 0 8-16,3 0 18 0,-2 2 0 0,-1 0-123 15,-2-2 61-15,0 0 31 0,-6 0-440 0,4 0 224 16,-7 0 71-16,2 0 71 16,-3-4-571-16,1-3 305 0,-2-5 145 0,-1 0 84 15</inkml:trace>
  <inkml:trace contextRef="#ctx0" brushRef="#br0" timeOffset="-88128.04">7728 16211 695 0,'-6'0'0'0,"6"-2"0"0,0 2 0 0,0-2 0 0,0 2 493 0,2-2-230 16,5 2-115-16,4 0 163 0,3 0-144 0,-1 0-67 15,4 0-33-15,-3 0 128 0,4 0-81 0,-3 0-32 16,0 0-9-16,-1 0-361 0,-4 0 160 16,0 0 80-16,-1 4 41 0,-2-1-563 0,-2 7 294 15</inkml:trace>
  <inkml:trace contextRef="#ctx0" brushRef="#br0" timeOffset="-87983.43">7741 16415 884 0,'-10'8'0'16,"5"-6"0"-16,3 4 0 0,0-4 0 0,2 1 0 0,0-3 181 0,0 2-78 0,2-2-35 0,11 0 0 0,2 0 153 16,2 0-94-16,4 0-39 0,1-2-32 0,-4-4-247 15,5-1 111-15,4-1 57 16,-6 3-537-16</inkml:trace>
  <inkml:trace contextRef="#ctx0" brushRef="#br0" timeOffset="-87561.09">8540 15967 959 0,'0'-16'0'0,"0"3"0"0,0 0 0 0,0-3 0 0,0 0 0 0,0-1 0 0,0-5 76 0,0 1-22 0,-1-6 0 0,-3 5 52 16,-1 1-28-16,0-1-9 15,-6 1-36-15,0 1 25 0,0 1 0 0,-3 4-25 16,0 3 8-16,-3 3 67 0,-2 3-37 0,-2 5-1 15,2 1-37-15,-1 0 131 0,-1 0-57 0,2 9-42 16,0 8 1-16,1 1 34 0,3 4-33 0,1 2 164 16,4 4-91-16,0 0-57 0,4 4-26 0,4 2 127 15,2 3-75-15,0 6-39 0,0-3 9 16,5 12-16-16,6-7 0 0,1 3-30 0,2 0 0 0,1 1-150 16,-2 1 83-16,0-2 29 15,-2 3 0-15,1 1-65 0,-5-1 51 0,1-1 26 16,-5-6-307-16,2-1 153 0,-3-6 32 0,-2-3-253 15,0-13 167-15,0-2 85 0,0-8 33 0,0-3-273 16,0-4 162-16,0-4 81 0,0 0 40 0,0-12-279 16,0-12 165-16,0-12 76 0</inkml:trace>
  <inkml:trace contextRef="#ctx0" brushRef="#br0" timeOffset="-87282.32">8665 15809 1137 0,'3'-23'0'0,"2"5"0"0,-4 6 0 0,-1-1 0 0,0 2 0 0,0 5 0 0,-15 0 366 0,0 5-167 16,1 1-75-16,-5 3-50 0,-1 14 207 0,-2 7-124 15,-3 11-63-15,6 1-30 0,-3 10 180 0,3 3-109 16,4 3-52-16,6-2 174 0,6 2-112 0,3-6-56 16,0-5 56-16,7 7-60 0,7-9-26 15,2-6 0-15,4 0 11 0,1-2 158 0,0-4-228 16,-1-3 0-16,-1 1 0 0,-2-3 0 0,1-1 0 15,-10 0 0-15,2-1-378 0,-5 3 274 0,-3 0 61 16,-2 3 36-16,0-3-441 0,-5 1 214 0,-7-3-311 16,-4 5 260-16,0-4 126 0,0 1 63 0,-2-2-184 15,2-6 124-15,-1-1 53 0,0 1 39 16,0-7-376-16</inkml:trace>
  <inkml:trace contextRef="#ctx0" brushRef="#br0" timeOffset="-87101.8">8347 16858 829 0,'-11'0'0'0,"1"2"0"0,6 0 0 0,-1 1 0 0,3-3 0 0,2 0 354 0,0 0-160 16,2 0-81-16,9 0 423 0,8 0-243 16,6-5-135-16,3-4-62 0,4 2 379 0,2-1-222 0,-1 1-110 15,1 1-46-15,-4 0-10 0,0 2-27 0,-1 0 1 16,-7 2-29-16,2-1-153 16,-3 1 72-16,-2 1 41 0,-4-2-508 0,-2 3 274 15,-5 0 138-15,-3 0-647 0,-3 0 315 16,0 0 202-16,-2 6-329 0,0-1 265 0</inkml:trace>
  <inkml:trace contextRef="#ctx0" brushRef="#br0" timeOffset="-86806.59">8400 16825 1587 0,'-17'0'0'0,"0"4"0"0,9-3 0 0,-1-1 0 0,5 0 0 0,1 0 0 0,3 1 0 0,0-1 138 0,5 6-52 15,11 1-27-15,0 1 9 0,5 5-35 16,-1-1 351-16,1 5-175 0,1 2-88 0,-5 1-45 15,-3-1-113-15,3 5 31 0,-8-5 0 0,1 4 38 16,-5 0-162-16,-3-2 81 0,-2-1 49 0,0-2-8 16,-4 0-46-16,-9-1 43 0,0-3-18 0,-4-1 177 15,0-1-84-15,-4-3-30 0,5-1 171 0,-2-1-97 16,6-1-48-16,1-2-25 0,2-1 388 16,4-1-200-16,3-2-94 0,2 2 74 15,0 0-203-15,2 1 0 0,13-1 0 0,7 2 0 0,3-1 0 16,1-2 0-16,4 0 0 0,2-1 0 0,-2 0-297 15,2 0 181-15,0 0 74 0,-2 0-336 16,0-1 132-16,-1 0 119 0,-3-2-45 0,2-3-508 16,2 3 323-16,-6-3-399 0</inkml:trace>
  <inkml:trace contextRef="#ctx0" brushRef="#br0" timeOffset="-86524.35">8992 16180 1542 0,'-23'-20'0'0,"12"10"0"0,11 10 0 0,0 0 0 0,0 0 0 0,9 0 155 16,6 0-61-16,5 0-30 0,5 2 255 0,3 8-134 0,9 3-81 0,-1 3 4 16,1 4-38-16,-10 0 1 15,3 5-39-15,0 0-147 0,-5 4 70 0,-4-3 39 16,-5 0-1-16,-6 2-50 0,-4-1 45 0,-5 1 30 15,-1 0-7-15,-7 0-51 0,-12 1 11 0,-4-4-1 16,-2-1-3-16,-2-4-11 0,-5-2 2 0,1-6-85 16,-1-3 49-16,0-2 30 0,4-4-2 0,10-3-277 15,2 0 151-15,8-10 71 0,8-8 37 0,0-5-309 0,17-4 173 16,9-2 77-16</inkml:trace>
  <inkml:trace contextRef="#ctx0" brushRef="#br0" timeOffset="-86347.94">9463 16145 1425 0,'2'-13'0'0,"-2"6"0"0,0 2 0 0,-6 2 0 0,-8 1 0 0,-6 2 311 16,-4 0-139-16,2 17-69 0,-3 3-36 0,1 8 259 15,-1 9-151-15,7-2 429 0,8 0-285 0,3 1-144 16,5 0-70-16,2-2 26 16,3-3 51-16,15-3-182 0,3-1 0 0,6-2-362 15,8-3 214-15,-3-5 99 0,10-2 37 0,-4-3-666 16,3-3 356-16,1-4 112 0,-1-1-647 0,-4-4 404 0,0 0 215 15</inkml:trace>
  <inkml:trace contextRef="#ctx0" brushRef="#br0" timeOffset="-85937.48">10000 16267 946 0,'-10'-15'0'0,"-1"3"0"0,1 3 0 0,-4 0 0 0,-1 2 0 0,0-1 0 0,-2 6 222 0,-2 2-99 0,-4 0 186 15,3 6-138-15,1 8-69 0,0 10-34 0,3 1 227 16,0 5-136-16,3 4-62 0,4 2-33 0,4 0 134 16,0-1-83-16,5-1-33 0,0-4-29 0,2-2 20 15,8-3 0-15,5-4-104 0,4-7 32 16,-3-2 7-16,3-4 25 0,5-5-229 0,-5-3 114 16,8 0 58-16,-6-11-282 15,0-10 167-15,-1-5 45 0,1-4 48 0,-2-9-238 16,-3-2 125-16,0-1 63 0,-2-6 24 0,0-4-40 15,-1-13 39-15,-4 0 1 0,-1-4 39 0,-3-9-141 16,1-1 63-16,-2-1 43 0,-1 7 21 0,-1 4 14 0,0 16 0 16,-2 10 1-16,0 11 285 0,0 2-139 15,0 14-73-15,-4 6 477 0,1 8-263 16,-5 2-102-16,3 5-70 0,-2 20 147 0,4 4-98 16,-1 15-50-16,4 1-25 0,0 8 257 0,0 5-132 15,0 13-79-15,0-3-35 0,0-1 89 0,2 1-62 16,2-4-31-16,-1-10 8 0,5 6-183 0,-2-3 71 15,1-4-476-15,0-3 275 0,4-3 136 0,-2-12 65 16,2 0-763-16,4-4 386 0,1-8 191 0,5-9 97 16</inkml:trace>
  <inkml:trace contextRef="#ctx0" brushRef="#br0" timeOffset="-85650.07">10718 16002 1985 0,'0'-21'0'0,"-6"8"0"0,-1 4 0 0,-10-1 0 0,-3 5 0 0,-5 3 0 0,-2 2 0 0,1 0 0 0,-4 14 255 0,2 6-115 0,-1 2 355 15,3 3-230-15,3 3-117 0,9 1-57 0,5-4 105 0,2 4-86 16,7-1-38-16,0-4-1 16,3 1 196-16,8-5-267 0,3-1 0 0,11 3 0 15,0-4 0-15,-1-1 0 0,1 3 0 0,-1-1 0 16,-2 3 0-16,-1 0 0 0,-4 3 0 15,-5 1 0-15,-5 1 0 0,-5-1 0 0,-2-3 0 16,0 5 0-16,-11-5 0 0,-8-1 0 16,-6-3 0-16,-1-3 0 0,-5-4 0 15,0-5 0-15,-3-3 0 0,0-4 0 0,2 0-714 16,2-5 402-16,4-13 132 0,6-2 77 0,2-5-738 0</inkml:trace>
  <inkml:trace contextRef="#ctx0" brushRef="#br0" timeOffset="-83208.04">11157 16209 1326 0,'-7'0'0'0,"5"0"0"0,2 0 0 0,0 0 0 0,0 0 0 0,0 0 0 0,3 0 0 0,11 0 0 0,8-2 150 0,1-3-58 16,3-1-30-16,2 1 85 0,-3 2-48 0,9-1-37 15,-6 3-71-15,2 1 42 0,0 0 0 0,-3 0 0 16,-2 0-254-16,0 0 124 0,-2 0 64 0,-3 3 33 15,-5 2-253-15,-2 3 134 0</inkml:trace>
  <inkml:trace contextRef="#ctx0" brushRef="#br0" timeOffset="-83057.45">11284 16527 1305 0,'-7'0'0'0,"5"0"0"0,2 0 0 15,0 0 0-15,0 0 0 0,4 0 0 0,8 0 0 0,2 0 189 0,6 0-77 0,3 0-40 0,-2 0 10 0,7 0-29 16,-3 0 0-16,3 0-20 0,-1 0-397 0,1 0 199 16,-2 0 107-16</inkml:trace>
  <inkml:trace contextRef="#ctx0" brushRef="#br0" timeOffset="-82642.08">12281 16120 894 0,'0'-20'0'0,"0"7"0"0,0-2 0 0,0-3 0 0,0-3 0 0,-2 1 0 0,0 0 115 0,-4-5-41 16,2-1-21-16,-2 2 48 0,-1-8-38 0,-2 3 0 15,-1 3-45-15,-1 1 14 0,0 7 1 0,-3-1 8 16,0 4 30-16,-2 5 0 0,0 3-39 0,-3 4 1 15,1 1 138-15,0 2-62 0,-3 0-41 0,0 11 139 16,3 3-87-16,1 6-44 0,4 1-21 0,4-1 84 16,-1 10-58-16,6 0-24 0,2 1 109 15,2 8-67-15,0 3-34 0,2-3 10 16,12 7 16-16,1-1-29 0,0 0 1 0,0 5-31 16,2-3 37-16,-2-2-28 0,0 4-8 0,-2-1-82 15,-1 0 40-15,-1-1 21 0,-2-1-71 0,-2-7 54 16,-2 7 14-16,-2-4-3 0,-1-8-30 0,-2 4 24 15,0-5-9-15,-5-3-9 0,-6-3-47 0,-3-4 22 16,2-7 21-16,-8 1-6 0,3-6-197 0,-1-3 89 16,0-4 61-16,1-4-316 0,2 0 179 15,2 0 89-15,2-9 46 0,5-12-377 0,6-10 214 16,0-1 104-16,2-7-167 0,13-1 135 16</inkml:trace>
  <inkml:trace contextRef="#ctx0" brushRef="#br0" timeOffset="-82385.38">12453 15981 635 0,'8'-30'0'0,"-4"8"0"0,-1-3 0 0,-1 1 0 0,-2 3 0 0,0 5 0 0,0 6 398 0,-5-1-186 16,-5 5-90-16,-1 5 168 0,0-2-129 0,-3 3-65 16,0 4 115-16,-2 13-93 0,3 4-43 0,1 1-21 15,5 6 154-15,3 2-87 0,3 0-36 0,1 4-31 16,0-2 67-16,3 2-45 0,9-3-21 0,-1 2 0 15,0-4 82-15,3 2-56 0,-5 0-24 0,0 0 8 16,1-1 0-16,-5 0-32 16,-1 0-50-16,0-1 20 0,-2 0 1 0,-2 2 29 0,0-5-236 15,0 2 118-15,-2-7 67 0,-6 5 3 0,-2-2-253 16,1-2 103-16,-2 3 81 0,-1-1-9 16,0 2-567-16,1 5 318 0,-3 0 154 0</inkml:trace>
  <inkml:trace contextRef="#ctx0" brushRef="#br0" timeOffset="-82165.95">12098 17100 1122 0,'-9'0'0'0,"-1"2"0"0,3 2 0 0,0 3 0 0,-2 0 0 0,2 4 267 16,3-1-109-16,3 7-67 0,-1-1 298 0,2 3-178 15,0-1-89-15,0 5-45 0,0 1 60 0,2-1-56 16,1 1-24-16,-1-4-1 0,0 3-23 0,0-2 0 15,0 0 8-15,-2-6-319 0,0-4 156 0,0-2 77 16,0-1-383-16,0-6 202 0,0-1 53 0,0-1 84 16,0 0-378-16,0-3 218 0,0-14 107 15,0-7 47-15</inkml:trace>
  <inkml:trace contextRef="#ctx0" brushRef="#br0" timeOffset="-81952.5">12042 17054 1486 0,'-4'-21'0'0,"2"8"0"0,2 3 0 0,0 1 0 0,0 2 0 0,8-1 0 0,9 3 0 0,1 0 0 0,10 3 156 0,2 1-62 0,2 1-31 0,0 0 279 16,0 0-155-16,0 8-69 0,-4 5-47 16,1 5 69-16,-7 3-55 0,-3 2-25 0,-4 1-77 15,-6 4 32-15,-3 4-7 0,-6 2 25 16,0 7-107-16,-9-1 54 0,-12-3 26 0,1-4 8 16,-11 9-75-16,1-8 47 0,0-2-20 0,-2-5-18 15,4-7-1-15,-4-3 27 0,4-4-20 0,5-5-130 16,-1-3 68-16,5-3 43 0,6-2-225 0,4 0 120 15,3 0 72-15,4 0 33 0,2-6-348 0,4-3 189 16</inkml:trace>
  <inkml:trace contextRef="#ctx0" brushRef="#br0" timeOffset="-81757.95">12419 17275 719 0,'2'0'0'0,"-2"0"0"0,0 2 0 0,0 0 0 0,0 0 0 0,0 0 0 0,0 1 751 0,0 3-359 16,0 0-180-16,5 1 367 0,5 0-265 0,3 4-145 0,1-2-68 16,-1 0 8-16,2 1-38 0,0-1 0 15,-3 1-378-15,2 1 165 0,-1-4 88 16,-1 0 43-16,-3-1-606 0,0 1 333 0,1-3 155 16,-3 0 11-16,1-3-322 0,-1-1 183 0</inkml:trace>
  <inkml:trace contextRef="#ctx0" brushRef="#br0" timeOffset="-81574.44">12701 17135 1165 0,'1'-8'0'0,"2"4"0"0,-3 1 0 0,0 3 0 0,0 9 0 0,0 9 0 0,-8 9 0 0,-3 3 0 0,-4 11 539 0,0 0-253 0,-4 5-118 0,1 1-72 16,-3 3 320-16,2-1-191 0,-1 0-97 0,0-1 25 15,6-7-52-15,-5 11-38 0,2-11-1 0,4-5-112 16,0-2 42-16,3-5 20 0,4-11-393 15,3-6 202-15,3-1 107 0,0-4 52 0,0-7-692 0,12 0 293 16,8-18 185-16</inkml:trace>
  <inkml:trace contextRef="#ctx0" brushRef="#br0" timeOffset="-81255.29">12741 17312 1848 0,'5'-10'0'0,"1"4"0"0,-1 0 0 0,2 1 0 0,0 3 0 0,0 0 0 0,4 0 0 0,5 0 0 0,2 0 258 0,6 1-116 15,1-3 74-15,1 4-92 0,1 0-45 0,-1 0-23 16,-6 0-39-16,9 0-7 0,-10 11 23 0,-1-2 0 16,-3 5-68-16,-4-1 33 0,-2 2 9 0,-6 1 26 15,-3 3-38-15,0 4 38 16,-6-3-1-16,-9 5 170 0,-2 0-76 0,-1-1-51 16,-5 0-21-16,4-1 191 0,1-1-106 0,-2-2-53 15,8-2 203-15,0-1-289 0,3-3 0 0,3-2 0 16,4-1 0-16,2-1 0 0,0-1 0 0,2-3 0 15,9 1 0-15,7-1 0 0,-2-3 0 0,5-1 0 16,0 0 0-16,1 0 0 0,0 0 0 16,1-2-253-16,-5 2 134 0,2-2 25 15,-5 1-385-15,-2 1 223 0,-2 1 111 0,-3 0 56 16,-1 0-168-16,-1 1 104 0,-3 1 64 0,-1-2 28 0,-2 3-368 16,0-2 198-16,0-3-270 0,0-1 226 0</inkml:trace>
  <inkml:trace contextRef="#ctx0" brushRef="#br0" timeOffset="-81103.4">12900 17519 1214 0,'-19'-11'0'0,"5"0"0"0,3 5 0 0,4-1 0 0,0 1 0 0,5 0 0 0,2 3 0 0,0-3 533 16,2 3-250-16,12 1-117 0,11 0 421 0,2 2-276 16,3 0-140-16,2 0-69 0,-1 2 66 0,3 3-59 15,2 2-42-15,-4-1-1 0,-2 0-270 0,0-3 119 16,0 2 58-16,-6 0-816 0</inkml:trace>
  <inkml:trace contextRef="#ctx0" brushRef="#br0" timeOffset="-79696.46">13419 15949 1000 0,'0'-5'0'0,"0"1"0"0,0 2 0 0,0 0 0 0,0 2 0 0,0 0 0 0,0-2 0 0,0 2 0 0,3 0 134 0,10 0-50 15,6 0-26-15,6 0 231 0,3-4-128 0,4-1-56 16,4-2-41-16,8-4 152 0,0 1-92 0,4 0-46 15,3-1 65-15,8-2-47 0,10 2-35 0,0 3-1 16,3 1 67-16,1 1-47 0,6 2-24 0,2 1-34 16,2 1 11-16,14 2-1 0,-7 0 1 0,1 0-72 15,-15 0 36-15,7 0 8 0,-4 2 28 0,-6 1-146 16,-2 3 72-16,-5-2 13 0,-11-2-160 16,1 3 81-16,-8-1 53 0,-13 0-1 0,1 0-55 15,-12-3 25-15,-2 1 30 0,-6 0-139 16,-4-2 85-16,-5 0 38 0,-4 2 0 0,-1-2-83 15,-2 0 60-15,0 0 23 0,-3 0 7 0,-13 0-180 16,-7 0 106-16,-3 0 52 0</inkml:trace>
  <inkml:trace contextRef="#ctx0" brushRef="#br0" timeOffset="-79254.81">13546 16011 1291 0,'-28'-13'0'0,"14"12"0"0,5 1 0 0,2 0 0 0,2 1 0 0,-3 8 0 0,6 6 0 0,0 2 93 0,2 6-31 0,0 9 1 0,2 8 116 15,6-5-65-15,5 14-44 16,-3-4-1-16,1 2 43 0,-2-2-40 0,0-2 1 15,-3-5-25-15,-2 1-15 0,-1-1 0 0,-1-3-1 16,-2 0 29-16,0-3-29 0,0-6 9 0,-5 5-17 16,-2-12 9-16,-5 2-1 0,-1-6 1 0,-1-4-49 15,3-5 33-15,-6-4-8 0,2-2 18 0,0 0-138 16,-3-10 66-16,0-8 24 16,4-6-166-16,-2-7 93 0,2-7 35 0,0 1 27 0,5 4-129 15,0 4 69-15,1 9 10 0,2 10 62 16,1-2-20-16,1 7 7 0,-1 3 1 0,-3 2 205 15,2 13-108-15,-3 16-42 0,3 0-17 0,-1 6 168 16,1 0-73-16,0 3-52 0,2 0 80 0,1-1-58 16,1-3-1-16,0-3-21 0,0-7-159 0,2 0 75 15,0-6 37-15,0-5-365 0,0-2 174 16,0-3 95-16,0-4 23 0,0-3-195 0,2-1 104 0,2 0 64 16,7-1 33-16,4-17-265 0,2-5 148 0</inkml:trace>
  <inkml:trace contextRef="#ctx0" brushRef="#br0" timeOffset="-79043.96">13837 16095 1468 0,'7'-1'0'0,"-6"1"0"0,3 0 0 0,-2 13 0 0,0 6 0 0,-2 5 0 0,0 4 241 0,0 6-104 0,0 10-52 0,0-9 176 15,0 12-118-15,0-5-55 16,0-7-28-16,0 2 160 0,1 1-94 0,3-2-39 15,2-4-161-15,-1-4 53 0,1-4 27 0,2-4 0 16,-3 0-383-16,-1-7 212 0,1-4 96 0,-3-1-500 16,0-4 239-16,3-2 156 0,-4-2 34 0,1 0-251 15,2-14 183-15</inkml:trace>
  <inkml:trace contextRef="#ctx0" brushRef="#br0" timeOffset="-78910.33">13916 16429 904 0,'0'-18'0'0,"0"9"0"0,2 0 0 0,4 0 0 0,-1 5 0 0,5-2 0 0,1 0 366 15,4 0-170-15,2 3-82 0,2-2-40 0,1 0 133 16,1 2-87-16,2 1-36 0,-3-1 104 0,1 2-77 16,0 1-40-16,-3 0-369 0,1 0 166 0,-2 0 90 15,0 0 33-15,-4 0-518 0,0 0 279 0,-2 1 139 16</inkml:trace>
  <inkml:trace contextRef="#ctx0" brushRef="#br0" timeOffset="-78745.09">14235 16222 1504 0,'-5'-4'0'0,"1"3"0"0,2 1 0 0,2 0 0 0,-1 0 0 0,1 0 0 0,0 0 0 0,0 0 243 0,9 0-96 0,4 2-62 15,2 8 139-15,2-1-96 0,0 2-47 0,2 2-24 16,-3-2-136-16,3 0 51 0,1-1 31 0,-2 2-473 16,1-3 252-16,-3 1 125 0,0-2 71 0,-2-3-614 15</inkml:trace>
  <inkml:trace contextRef="#ctx0" brushRef="#br0" timeOffset="-78555.03">14492 16093 1395 0,'0'-6'0'0,"0"6"0"0,0 0 0 0,-3 7 0 0,-3 18 0 16,1 10 0-16,-2 5 0 0,-1 6 172 0,-4 7-69 0,-2 13-36 0,0-12 398 15,-4 16-221-15,2-5-105 0,2-1 89 16,0-9-97-16,1 1-50 0,2-11-15 0,-2 7-243 15,4-15 105-15,0-4 52 0,-1-10 27 0,2-4-464 16,5-6 253-16,-1-6 114 0,2-4-529 0,0-3 264 16,2 0 161-16,0-23 81 0</inkml:trace>
  <inkml:trace contextRef="#ctx0" brushRef="#br0" timeOffset="-78299.83">14506 16047 1127 0,'16'-14'0'0,"0"6"0"0,1 0 0 0,1 2 0 0,0 2 0 0,-2 2 0 0,2 1 0 0,-4 1 301 0,2 0-134 0,-4 11-67 16,0 5-34-16,-4 5 16 0,-7 6-28 0,1 1-1 15,-2 2-106-15,-2 1 43 0,-10-2 21 0,-6-1 9 16,1-3-48-16,1-6 30 0,-2-7 1 0,2 0-33 16,0-5 32-16,5-3 8 0,2-2-50 15,1-2 75-15,4 0-33 0,1 0 3 16,3 0 1-16,0 0 155 0,2-2-69 0,13-3-38 15,1-1-50-15,4 0 21 0,-2 3-1 0,3-1-277 16,0 3 134-16,-3-2 67 0,1 3 32 0,-2 0-234 16,-2 0 125-16,-4 8 42 0,-3 2 2 0,-4 3-398 15</inkml:trace>
  <inkml:trace contextRef="#ctx0" brushRef="#br0" timeOffset="-78143.84">14626 16499 1001 0,'-5'6'0'0,"-1"2"0"0,5-1 0 0,-2-1 0 0,1-2 0 0,2 0 0 16,0 2 0-16,0-1 404 0,8-2-190 0,5 1-91 0,3-1 239 0,2 0-165 16,1-3-82-16,-1 0-33 0,5 0-196 0,-2 0 73 15,2-3 37-15,-3-2-224 0,1-4 130 0,0 2 74 16,-3-3 24-16,1 0-581 0</inkml:trace>
  <inkml:trace contextRef="#ctx0" brushRef="#br0" timeOffset="-77795.51">14974 16243 1498 0,'-4'0'0'0,"2"0"0"0,2 0 0 0,0 0 0 0,0 0 0 16,0 0 0-16,9 1 0 0,5 0 0 0,4 3 242 0,1-3-97 0,8 1 140 0,-3-2-126 0,2 0-64 0,0 0-30 0,-5 0-60 16,2 0 36-16,-3 0-8 0,-3 0 0 0,-6 0-35 15,1 0 0-15,-5 0 35 16,-1 0-53-16,-2 7 22 0,-4 3 0 0,0 2 31 15,0 6 73-15,-8 3-37 0,-4 5 9 0,-6 2-45 16,-3 8 81-16,1-1-40 0,-3 4-1 0,2 3-80 16,3-6 48-16,-3 11-8 0,2-8 0 0,5-7-55 15,-2 0 27-15,5-3 0 0,4-8 36 0,0 0-34 16,2-6 26-16,1-4 0 0,4-1 13 16,0-4-14-16,0 0-21 0,0 0 71 0,2 1-32 15,10-4 0-15,1 1-28 0,4 0 85 16,3-2-28-16,5-1 141 0,-1 1-220 0,1-2-251 15,-3 0 201-15,1 0 42 0,-2 0 28 0,-2 0-232 16,-3 0 116-16,0 0 58 0,-7 0-634 0,0 0 320 16,-4 0 151-16,2 0-446 0,-6 0 307 0,1 0 154 15,-2-2 76-15</inkml:trace>
  <inkml:trace contextRef="#ctx0" brushRef="#br0" timeOffset="-77640.92">15073 16540 726 0,'-9'-6'0'0,"5"6"0"0,1-2 0 0,3 2 0 0,0-2 0 0,0 2 501 0,5-3-235 0,11 3-116 16,0 0 233-16,3 0-178 0,-1 0-87 0,3 0-42 15,2 0-65-15,-3 0 1 0,3 0 29 0,-4 0-444 16,-1 0 219-16,1 0 108 0,-4 0 54 16,-1 0-668-16</inkml:trace>
  <inkml:trace contextRef="#ctx0" brushRef="#br0" timeOffset="-77387.61">15406 16088 502 0,'15'-8'0'0,"0"5"0"0,4 1 0 0,-1 2 0 0,-1 0 0 0,1 0 355 16,-2 0-161-16,0 0-80 0,-2 5 58 16,-1 5-62-16,-1-2-42 0,-3 2 68 0,-4 4-51 15,-3 1-26-15,-2 2-1 0,0 4-60 16,-5 1 13-16,-8 0 0 0,-4-1 21 0,0 1 12 15,2-5-12-15,-2-3 9 0,2-1-8 0,6-5 123 16,0-2-61-16,2-3-32 0,3-1 189 0,3-2-102 16,1 0-63-16,0 0-26 15,0 0 62-15,12-2-46 0,8-7-21 0,4-1 13 0,1-1-36 0,5-2 0 16,0 2-1-16,0 1-368 0,2 1 185 0,0-1 99 16,0 3 39-16</inkml:trace>
  <inkml:trace contextRef="#ctx0" brushRef="#br0" timeOffset="-75113.73">17342 15538 984 0,'0'-2'0'0,"0"0"0"0,0 2 0 0,0 0 0 0,1 0 0 0,1 14 0 0,4 1 0 0,0 6 276 15,-2 2-122-15,1 2-61 0,-1-1 140 0,1 9-105 16,-1-3-47-16,1 0-25 0,0-2 33 0,-1 0-28 16,-1-4 7-16,-1 4-12 0,0-5 0 15,0-1-24-15,0-1 1 0,-1-2-58 0,-1-6 37 16,0 0-9-16,2-5 30 0,-2-1-247 16,0-3 123-16,0-1 54 0,0 2-422 0,0-2 222 15,0 1 72-15,0 4 67 0,-7 1-289 0,0 1 169 16</inkml:trace>
  <inkml:trace contextRef="#ctx0" brushRef="#br0" timeOffset="-74670.34">16429 16300 726 0,'-13'-7'0'0,"6"1"0"0,0 5 0 0,0-4 0 0,2 4 0 0,-1 0 0 0,3-2 306 0,-1 1-128 0,2 1-77 0,0 1 274 15,2 0-170-15,0 0-87 0,0 0-42 0,0 0 78 16,0 0-65-16,9 0-28 0,6 0 0 0,10 0 124 15,3 0-77-15,6 0-29 0,11 0 168 0,3 0-108 16,14-1-53-16,0-9-26 0,7 0 94 0,6-2-52 16,4-1-39-16,2 3 22 15,13-6-26-15,-7 6 0 0,1 3-26 0,-9 1-23 0,23 1 166 16,-10 2-176-16,-2 2 0 0,-14 0 0 16,6 1 0-16,-13 0 0 0,10 0-249 0,-15 1 199 15,-4 5 13-15,-8-3 30 0,-3 2-170 0,-10-2 88 16,-1 1 17-16,-8 0-72 0,-7-4 48 0,-4 2 35 15,-10-2-11-15,-2 0-46 0,-5 0 42 0,0 0 22 16,0 0 0-16,-2 0-138 0,-6 0 71 0,-8 0 49 16,-9 0-352-16,-2 0 196 0,-3 0 98 0,-4 5 48 15</inkml:trace>
  <inkml:trace contextRef="#ctx0" brushRef="#br0" timeOffset="-74305.58">16660 16560 1200 0,'-30'-2'0'0,"6"-2"0"0,7 2 0 0,4 2 0 0,4 0 0 0,0 0 0 0,5 0 0 0,1 0 229 15,1 0-91-15,2 0-56 0,5 0 236 0,18 0-143 16,16 0-71-16,5-4-36 0,11-1 179 0,16-4-111 16,2 2-51-16,8-1 125 15,13-6-88-15,-8 5-45 0,-5-3-14 0,17 3 84 0,-10 2-57 16,-2 3-29-16,-10 2 0 0,0 2-62 16,-14 0 7-16,12 0 27 0,-22 2-67 0,4 4 34 15,-6-3 0-15,-6 1 33 0,-10-2-163 0,0-1 73 16,-10-1 44-16,-1 0-259 0,-10 0 134 0,-3 0 37 15,-7 0 41-15,-1 0-181 0,-2 0 105 0,0-1 51 16,-7-3-210-16,-12-3 123 0,-6-3 74 0,-1 4 33 16,-6 1-217-16,-11-1 125 0</inkml:trace>
  <inkml:trace contextRef="#ctx0" brushRef="#br0" timeOffset="-73922.66">16625 16573 689 0,'-25'-13'0'15,"6"3"0"-15,8 8 0 0,2 2 0 0,2 4 0 0,-3 12 392 0,3 4-184 0,1 10-88 16,1 11 210-16,0 0-149 0,1 7-74 0,1 2 82 16,1 1-82-16,-2 1-38 0,2 1 1 0,1-5 60 15,-1 0-48-15,0-13-17 0,2 3-8 0,0-6-54 16,0-9 30-16,0-3 0 0,-2-9-110 0,0 0 64 15,1-5 18-15,-4-2 0 0,-4-4-85 0,-2 0 57 16,-5 0 27-16,0-11-89 0,-5-6 48 0,0-4-8 16,-1-5 24-16,-4-9-154 0,1 2 80 15,4 4 13-15,-1-4 32 0,3 5-66 0,6 10 41 0,0 0 21 16,5 9 134-16,1 2-65 16,2 5-20-16,-2 0 0 0,4 2 113 0,-1 10-61 15,0 8-33-15,3 5-15 0,-3 5 109 0,0 2-56 16,3 2-26-16,-1 2 6 0,-1-3 1 0,3-4 14 15,0 5 9-15,0-12-264 0,0 1 109 16,0-2 55-16,3-4 26 0,-1-4-387 0,5-1 168 0,-2-4 102 16,6-3-251-16,1-3 177 0,6 0 88 15,1-18 36-15</inkml:trace>
  <inkml:trace contextRef="#ctx0" brushRef="#br0" timeOffset="-73591.54">16600 16710 1192 0,'11'-11'0'0,"5"5"0"0,-5 4 0 0,1 2 0 0,-7 3 0 0,-1 15 0 16,-3 5 0-16,1 7 0 0,0 1 0 0,-2 3 402 0,0 4-184 0,0-1-93 15,0 3-38-15,0-3 137 0,-4-1-96 0,3-4-47 16,1-4-125-16,0-6 39 0,0-2 8 0,0 0-310 16,0-11 169-16,0 1 86 0,0-4 42 0,0-4-476 15,0-2 208-15,0 0 136 0,0 0-3 0,0-9-45 16,0-9 79-16,0-2 39 0,0 0-175 0,0-2 114 15,0 0 67-15,1 1 66 0,1 2 0 0,0 0 0 16,0 6 0-16,0-3 0 0,0 3 93 0,3 5-62 16,1-4-32-16,0 3 380 0,3 2-182 15,3-1-104-15,1 1 4 0,-1-1 160 0,6 2-87 0,-2 1-69 16,1 0 198-16,1 4-138 16,-2-1-64-16,3 0-32 0,-2 2-70 0,0 0 0 15,-1 0 46-15,0 0-9 0,-2 0-362 0,0 0 181 16,-3 0 90-16,0 2-466 0,-1-2 232 0,-5 0 145 15</inkml:trace>
  <inkml:trace contextRef="#ctx0" brushRef="#br0" timeOffset="-73444.93">16949 16759 817 0,'-2'-4'0'0,"1"3"0"0,-1-2 0 0,2 3 0 0,0 0 0 0,0 0 320 0,0 0-144 0,0 3-71 15,3 2 147-15,8 4-113 0,-1 0-54 0,1 1-26 16,3-1 62-16,-2 2-37 0,2 1-29 0,-1-1 0 15,2-1-347-15,0-3 162 0,-2 1 82 0,2-3-453 16,-2 0 262-16,1-2 137 0</inkml:trace>
  <inkml:trace contextRef="#ctx0" brushRef="#br0" timeOffset="-73254.44">17197 16699 1176 0,'2'-6'0'0,"0"4"0"0,-2 2 0 0,0 0 0 0,0 6 0 0,0 12 0 0,-6 7 0 0,0 4 0 0,1 11 240 15,-6 0-103-15,3 3-53 0,-3 5 263 0,-2 0-149 16,-1 2-87-16,4 2-39 0,-4-4 44 0,3 0-41 16,2-5-21-16,1-8-212 0,-2 0 91 0,1-2 50 15,2-7 25-15,-1-5-382 16,1-2 204-16,1-9 92 0,4-2 48 0,1-4-480 16,-1-4 238-16,2 0 120 0,0-21-23 0,2-9 63 15</inkml:trace>
  <inkml:trace contextRef="#ctx0" brushRef="#br0" timeOffset="-72992.24">17230 16667 893 0,'21'-22'0'0,"2"7"0"0,-2 5 0 0,-1 2 0 0,1 5 0 0,0 1 0 0,-1 2 209 0,-1 0-88 16,-1 2-44-16,2 9 131 0,-3 2-92 0,-2 2-42 16,-2 2-20-16,-2 0-35 0,-4 1 14 0,-1 0 8 15,-4-3-129-15,-2 0 60 0,0-2 30 0,-8 0 1 16,-4-1-4-16,-4-2 9 0,-2 0 25 0,1-3-1 15,0 0-15-15,0-2-22 0,1 1 0 0,7-1 217 16,0-1-98-16,2-3-52 0,3 2-21 0,2-3 176 16,2 0-85-16,0 0-53 0,0 1-43 0,11-1-4 15,4 0 1-15,4 0 0 16,2 0-129-16,-1 0 60 0,3-1 34 0,2-6-164 16,-5 4 100-16,1-1 49 0,-2 3 33 0,-5 1-626 15,0 0 295-15,-5 0 112 0,-3 12 85 0</inkml:trace>
  <inkml:trace contextRef="#ctx0" brushRef="#br0" timeOffset="-72831.03">17490 17041 1137 0,'-14'0'0'0,"7"2"0"0,0-2 0 0,1 0 0 0,3 0 0 0,-1 0 0 0,1 0 264 16,3 0-116-16,0 0-57 0,0 0 227 0,9 0-146 15,5 0-70-15,4-5 1 0,0 2-35 0,6-5 0 16,-3 4-28-16,6-3-306 0,-1 1 149 0,-2 1 75 15,0-1 37-15,3 2-546 0,-8 3 291 0</inkml:trace>
  <inkml:trace contextRef="#ctx0" brushRef="#br0" timeOffset="-72476.36">17832 16725 1435 0,'0'0'0'0,"0"0"0"0,0-2 0 0,0 1 0 0,2-1 0 0,9 0 0 0,2-1 0 0,4 3 188 0,7 0-78 0,-3 0-31 0,6 0 35 16,-1 0-41-16,-2 0 0 0,2 0-40 0,-5 0-24 16,2 0 9-16,-3 0 15 0,-4 0-1 0,-7 0-95 15,0 3 48-15,-5 4 32 16,-2 4-12-16,-2 2 0 0,-4 7 28 0,-13 6 148 16,-4-1-74-16,-2 4-29 0,0 1-33 0,0 0 68 15,0-2-39-15,3 0-1 0,1-1-41 0,2-4 84 16,0 0-47-16,4-5 1 0,4-2-7 0,-1-1-30 15,5-5 0-15,1-1 8 0,2-2 21 0,2-1 1 16,0 2-31-16,0 0 29 0,0-2 18 16,4 4-15-16,5-2-9 0,2 3 51 0,5-1-37 15,-2 1 128-15,4-1-197 0,-2-2 0 16,1 2 0-16,1-3 0 0,2-2 0 0,-3 1-206 16,-2-2 136-16,0 0 60 0,-2 0-603 0,-2-2 301 15,-1-1 114-15,-3-1 87 0,0 3-520 0,-3-3 291 16,-2 0 157-16,0 0-346 0,0-3 248 0</inkml:trace>
  <inkml:trace contextRef="#ctx0" brushRef="#br0" timeOffset="-72331.73">17941 16945 1291 0,'-12'0'0'0,"7"-2"0"0,1 2 0 0,1 0 0 0,1 0 0 0,2-2 0 0,0 1 0 0,2-2 0 0,9 1 204 0,2 0-86 0,0 2-34 16,4 0 96-16,0 0-74 0,0 0-37 0,1 0-351 15,3 0 157-15,0 0 88 0,-1 4 30 0</inkml:trace>
  <inkml:trace contextRef="#ctx0" brushRef="#br0" timeOffset="-72089.38">18213 16765 954 0,'3'-4'0'0,"4"2"0"0,0-1 0 0,4 3 0 0,1 0 0 0,1 0 0 0,0 0 0 0,2 0 152 15,1 0-51-15,-2 5-39 0,1 2 1 0,-4 0 0 16,-1 4-31-16,-5-1-92 0,-3 1 54 0,-2 5 15 16,0-3 0-16,-13 6-84 0,-6-2 51 0,-1-1 25 15,-1-3 7-15,-7 5 121 0,1-7-52 16,1 0-37-16,6-1-21 0,-1-6 109 16,6 1-49-16,2-4-31 0,5-1 199 0,3 0-107 15,5 0-54-15,0 0-5 0,7-7-16 0,16-7-8 16,1 0-24-16,4-1-323 0,2 2 162 0,0 0 80 15,0 3 48-15,2 1-681 0</inkml:trace>
  <inkml:trace contextRef="#ctx0" brushRef="#br0" timeOffset="-71594.19">18967 16558 995 0,'0'-24'0'0,"-4"7"0"0,0 1 0 0,0 1 0 0,0 1 0 0,-1-3 0 0,-3 0 0 0,-1 4 0 0,-1 5 215 15,1 2-91-15,-2 5-46 0,-4 1-14 0,-5 1 89 16,-1 21-61-16,-4 15-29 0,2 2 58 0,1 6-44 15,1 2-14-15,6 2-8 0,4-5 72 0,5-9-48 16,5 1-22-16,1-8 3 0,0-2-27 0,7-5-1 16,8-6 1-16,0-5-102 15,4-7 50-15,1-3 35 0,3 0-9 0,0-13-180 16,0-11 84-16,-3-3 57 0,1-10-237 0,-5 3 115 16,1-15 42-16,-4 3 46 0,-1-2-104 0,-5-5 69 15,-1-4 34-15,-1 0 5 0,-1-11 29 0,-1 0 0 16,0-2 0-16,3-4 1 0,-1-1-1 0,1 17-8 15,-5 2 8-15,1 20 241 0,0 11-114 0,-2 10-62 16,0 2 440-16,0 9-227 0,0 4-82 0,0 17-69 16,0 19 85-16,-7 5-73 0,1 17-37 15,1-3 122-15,-1 22-83 0,2-4-38 16,0 0 0-16,4 0 92 0,0-1-65 0,0-10-24 16,2 13-8-16,6-21-200 0,3 3 83 0,5-6 43 15,-2-6-408-15,-1-10 234 0,4-3 75 0,1-7 65 16,-4-12-699-16,5-4 355 0,-1-9 177 0,2 0-323 15</inkml:trace>
  <inkml:trace contextRef="#ctx0" brushRef="#br0" timeOffset="-71461.83">19195 16522 1323 0,'-5'-17'0'0,"1"6"0"0,1 5 0 0,1 1 0 0,2 2 0 0,0 2 230 0,0 1-99 0,0 0-49 0,7 0 72 15,4 9-61-15,1 2-22 0,1 3-9 0,0 0-8 16,0 4-22-16,3 0 1 0,0-2-455 0,1-1 236 15,1-2 105-15,3-3 57 0</inkml:trace>
  <inkml:trace contextRef="#ctx0" brushRef="#br0" timeOffset="-71275.33">19577 16215 1438 0,'2'-10'0'0,"-2"6"0"0,0 2 0 0,0 2 0 0,-2 3 0 0,-13 19 0 0,-4 6 0 0,-2 13 498 0,-5 7-225 0,-8 18-124 15,1 4-58-15,-7 13 157 0,0-5-107 0,1 2-54 16,4-12 110-16,-5 6-87 16,0-1-38-16,5-1 0 0,1-3-222 0,4-5 91 0,9-14 54 15,8-8-559-15,8-11 299 0,5-7 148 16,0-7 75-16,5-8-751 0,16-9 366 0</inkml:trace>
  <inkml:trace contextRef="#ctx0" brushRef="#br0" timeOffset="-70865.36">19951 16641 1066 0,'13'-45'0'0,"-2"3"0"0,0 7 0 0,-2-4 0 0,-3-5 0 0,-1 3 0 0,-5 8 0 0,0 4 274 0,-5 3-120 0,-8 10-53 0,-4 4 305 16,-7 5-187-16,-2 7-93 0,-3 0-46 0,-4 22 78 15,1 13-55-15,2 5-39 0,3 8 0 0,5-1-33 16,5 0 1-16,7 0 1 0,8-11-25 0,2 3 25 15,0-5 0-15,4-8 0 0,8-7-132 0,4 0 66 16,3-9 41-16,2-2-208 0,3-8 110 16,2 0 17-16,3-8 40 0,3-13-255 15,-6-5 126-15,6-11 47 0,-7 0 41 0,-1-8-103 16,-4-3 71-16,-3-4 37 0,0-4-40 0,-2-9 42 16,-2-2 0-16,1-5 34 0,-1-6-76 0,0-5 30 15,2 5 9-15,-1 4 58 0,-7 20-21 0,0 4 0 16,-5 15 0-16,0 11 342 0,-2 9-167 0,0 2-88 15,0 7-43-15,0 5 387 16,-2 2-192-16,-7 23-47 0,0 10 47 0,-1 9-87 16,-1 16-43-16,2 3-22 0,-1 6 94 0,2-4-49 15,1 18-38-15,0-6 33 0,-2-3-31 0,4-4 1 16,1-3-31-16,3-7-187 0,-1 11 89 0,0-17 49 16,2 2 25-16,0-7-410 0,0-10 211 0,0-9 74 15,4 0-553-15,5-11 318 0,3-6 159 0</inkml:trace>
  <inkml:trace contextRef="#ctx0" brushRef="#br0" timeOffset="-70549.64">20411 16157 944 0,'0'-23'0'0,"4"14"0"0,10 6 0 0,4 1 0 0,1 1 0 0,-1-1 343 15,1 2-159-15,3-2-76 0,1 0-37 0,7 2 149 16,0-2-93-16,2-1-40 0,0 2 21 0,-2 1-38 15,0 0 1-15,-4 0-39 0,-5 0-63 0,-1 10 40 16,-4 2-9-16,-5 4 13 0,-8 4 20 0,-3 9 0 16,0 4 0-16,-16-3 81 15,-12 12-44-15,-4-3 0 0,-9 7-38 0,-5 0 68 16,-3-1-33-16,3-1 8 0,-9 5-6 0,19-15 0 16,8-3-36-16,3-1 0 0,11-7 96 0,0-2-39 15,9 1-33-15,5-7 7 0,0 0-31 0,3-5 0 16,18 1-1-16,4-4-13 0,5-3 13 0,11-2 1 15,0-2 0-15,3 0-228 0,-7-2 122 0,4-6 49 16,-3 0-595-16,-4 1 302 0,-9 4 117 16,-2 0-435-16,-3 2 293 0,-8 1 158 15,-2-2 76-15</inkml:trace>
  <inkml:trace contextRef="#ctx0" brushRef="#br0" timeOffset="-70372.11">20289 16390 1742 0,'-17'-26'0'0,"13"16"0"0,4 7 0 0,5 3 0 0,16 0 0 0,4 0 0 0,3 3 250 0,4 4-100 0,7 1-63 15,4 3 164-15,5-1-110 0,-2 1-53 0,1 1-28 16,-6-1-91-16,9 5 28 0,-8 0 1 0,-1 0-576 16,-8-4 301-16,3 5 149 0,-6 1 82 0,-5-3-416 15</inkml:trace>
  <inkml:trace contextRef="#ctx0" brushRef="#br0" timeOffset="-69912.28">16917 16413 1072 0,'0'-26'0'0,"0"14"0"15,0 11 0-15,11 1 0 0,8 10 0 0,6 16 124 0,3 4-45 0,4 5 266 0,12 14-160 0,2 0-76 16,7-2-39-16,5 2 212 16,15 5-125-16,-7-9-54 0,26 11-39 0,-4-5-253 15,4 0 111-15,4-1 55 0,0-3 29 0,-12-3-730 16</inkml:trace>
  <inkml:trace contextRef="#ctx0" brushRef="#br0" timeOffset="-69392.33">13847 15737 1106 0,'-3'-15'0'0,"3"13"0"0,3 2 0 0,23 14 0 0,2 4 0 0,0 2 0 0,2-1 190 0,2 2-78 15,2 4-40-15,2 3 47 0,5 9-34 0,6 12-31 16,-2 10 0-16,6 18-53 0,-6 5 32 0,2 12 0 16</inkml:trace>
  <inkml:trace contextRef="#ctx0" brushRef="#br0" timeOffset="-68519.78">21475 16280 1129 0,'-3'-1'0'0,"1"1"0"0,2 0 0 0,0 0 0 0,0 5 0 0,4 1 0 0,6-2 177 0,1 1-73 0,5 0-27 15,9-2 289-15,-1 2-167 0,3-3-83 0,1-2-41 16,2 0 91-16,0 0-58 0,0 0-41 0,-3 0-90 16,-6 0 28-16,2 0 0 0,-4 1 28 15,-6 2-333-15,3 1 170 0,-7-3 78 0,-2 5-243 16,-5-1 109-16,-2 7 97 0,0 3-51 0</inkml:trace>
  <inkml:trace contextRef="#ctx0" brushRef="#br0" timeOffset="-68354.22">21546 16610 2101 0,'-9'0'0'0,"6"2"0"0,3 1 0 0,0-1 0 0,0-1 0 0,0-1 0 0,5 2 0 0,13-2 0 0,4 0 0 0,2 0 313 16,2 0-140-16,5 0-62 0,-3-2 119 0,0-1-99 16,-2-2-49-16,1 2-364 0,-6-2 158 0,1 4 86 15,-1-1 31-15,0 0-299 0,-3 2 169 16,-1 0 85-16</inkml:trace>
  <inkml:trace contextRef="#ctx0" brushRef="#br0" timeOffset="-66890">22787 16122 840 0,'0'-17'0'0,"0"2"0"0,0 0 0 0,0 0 0 0,2-4 0 0,0-5 0 0,-1 4 0 0,1-10 105 0,0 3-36 0,0 1 36 15,0-1-36-15,-2 1 1 0,0 4-29 0,0 1-31 16,-2 2 23-16,-5 0 0 0,-3 2-1 15,-3 4-12-15,0 4 21 0,-3 2-8 0,-2 2 0 16,-1 4 39-16,1 1-40 0,-3 0 1 16,0 6 68-16,3 7-38 0,0 2 0 0,1 5-31 15,6 3 129-15,2 3-65 0,4 6-23 0,5 9 150 16,0 1-96-16,1 5-46 0,12 3-25 0,5 1 148 16,0 4-77-16,4 7-51 0,-4-14-22 0,0 7 10 15,1-1 0-15,-4-3-31 0,0 0-68 0,-4-4 30 16,-2-1 0-16,-2-4 37 0,-5-4-120 0,-2-1 60 15,0-4 39-15,0 0-93 16,-9-7 39-16,-3-2 34 0,-1-5-21 0,-5-3-103 16,-1-2 45-16,1-4 41 0,-1 0-5 0,-1-7-84 15,1-3 40-15,1 0 35 0,6 0-292 0,3-16 164 16,0-7 78-16,9-15-154 0,0-2-119 0,10-5 176 16,9-4 80-16</inkml:trace>
  <inkml:trace contextRef="#ctx0" brushRef="#br0" timeOffset="-66640.33">23022 15923 991 0,'7'-26'0'0,"-1"3"0"0,-3 3 0 0,-1 0 0 0,-2 8 0 0,0-1 0 0,-2 8 426 0,-5-1-201 0,-2 3-96 16,-3 3-48-16,-4 3 193 0,-2 15-121 0,-1 10-51 16,-3 14 33-16,3 5-51 0,7 3-25 0,0 5 167 15,6-3-96-15,6-8-41 0,0 10-32 0,0-9 102 16,11-5-63-16,6-3-32 0,1-6 0 0,2 2-60 15,1-3-8-15,0-4 36 0,-3 0 1 0,-1 1-166 16,-2-4 83-16,-8 3 50 16,0 2-116-16,-6-2 70 0,-1 3 39 0,0-1-229 15,-12-2-48-15,-4 2 86 0,-3 0 89 0,-4 1-345 16,0-2 211-16,-2 3 105 0,0-1 53 0,2 1-465 16</inkml:trace>
  <inkml:trace contextRef="#ctx0" brushRef="#br0" timeOffset="-66451.76">22659 17016 1421 0,'2'0'0'0,"0"0"0"0,0 0 0 0,0 6 0 0,-1 5 0 0,1 3 0 16,0 4 357-16,0 2-154 0,0 8-89 0,-1-3 345 0,1 4-213 0,-2-3-106 15,0 0-54-15,2-4-68 0,1 1 14 0,-1-2 1 16,0-4 0-16,-1-8-472 0,3 0 235 0,0-2 127 15,-1-2-645-15,-1-5 365 0,2 0 183 16,-2 0-16-16</inkml:trace>
  <inkml:trace contextRef="#ctx0" brushRef="#br0" timeOffset="-66223.38">22652 16933 1062 0,'4'-14'0'16,"1"1"0"-16,4 6 0 0,5 0 0 0,0 1 0 0,6-1 0 0,1 3 0 0,6 2 384 0,1 2-176 0,-1 0-87 0,1 10-37 0,-2 6 173 15,-1 5-112-15,-3 6-57 0,-5 0-27 0,-6 4 8 16,-6-1 7-16,-3 2-43 16,-2-1-32-16,-7 2 32 0,-13 3-1 0,-5-5 32 15,1-5-23-15,-12 8-8 0,2-11-1 0,-1 0-33 16,2-7-1-16,1-1 35 0,-2-3 7 0,4-5-198 16,5-1 72-16,4-5 53 0,2-1 10 0,8 0-395 15,4 0 178-15,5-6 112 0,2-4 18 0,3-8-349 16,16 2 213-16,5-3 107 0,1 1-255 0</inkml:trace>
  <inkml:trace contextRef="#ctx0" brushRef="#br0" timeOffset="-66084.74">22849 17144 1156 0,'24'-17'0'0,"-4"8"0"0,3 1 0 0,-4 4 0 0,-2 3 0 0,-2 1 0 0,0 0 0 0,-3 5 260 16,-1 10-114-16,-2 0 388 0,1 4-243 0,-1-3-133 16,0 4-63-16,0-4 111 0,3 2-87 0,-1-4-43 15,1-2-13-15,1-1-111 0,-1-3 40 0,0-3 1 16,-1-1 40-16,3-4-509 0,-5 2 263 0,0-2 118 15,1 0-687-15,-5 0 387 16</inkml:trace>
  <inkml:trace contextRef="#ctx0" brushRef="#br0" timeOffset="-65907.21">23258 17005 1438 0,'4'-4'0'0,"-3"2"0"0,1 2 0 16,-2 0 0-16,0 11 0 0,0 4 0 0,-9 10 0 0,-4 3 531 0,-2 7-249 0,-1 1-117 0,-9 11-70 0,2 0 143 15,-3 0-102-15,2-2-52 16,-1 1 28-16,4-10-32 0,-5 10-7 0,8-12-40 16,-1-2-267-16,1-3 133 0,9-12 67 0,2 1-235 15,3-5-152-15,3-6 227 0,1-4 70 0,1-3-570 16,12 0 331-16</inkml:trace>
  <inkml:trace contextRef="#ctx0" brushRef="#br0" timeOffset="-65585.08">23292 17093 748 0,'13'-19'0'0,"2"3"0"0,1 6 0 0,-2 0 0 0,0 2 0 0,0 3 499 16,2 2-233-16,2 1-117 0,3 2-58 0,2 0 144 15,-3 0-105-15,6 0-48 0,-1 0 132 0,-2 3-90 16,-3 1-46-16,0 2-14 0,0-2-61 0,-4 0 30 16,-7-2 0-16,1 3-34 0,-2-2 1 15,-5 5 41-15,-3 3-9 0,0 6 1 0,-12 6 0 16,-11 5 0-16,-4 2 51 0,1-2-17 0,-8 12-8 15,2-6-45-15,2 4 96 0,0-5-38 16,4-1 0-16,4-6-3 0,3-2-36 0,6-5-1 16,3 1 1-16,4-8 49 0,5-1-24 0,1 1 7 15,0-3-32-15,5-2-22 0,12-1 0 0,2-2 22 16,5 0-90-16,-3-4 53 0,9 0 15 0,-3 0-1 16,1 0-113-16,-3-2 55 0,2-5 34 0,-6-1-390 15,2 1 197-15,-5-1 71 0,-3 3 58 0,-4 0-415 16,0 0 222-16,-3 3 123 0,-2-2 58 0,-4 0-413 15,0 1 235-15,-2-4 117 0</inkml:trace>
  <inkml:trace contextRef="#ctx0" brushRef="#br0" timeOffset="-65431.49">23491 17258 1411 0,'-28'-9'0'0,"7"3"0"0,3 4 0 0,1 2 0 0,7 0 0 0,0-1 0 0,5 1 244 15,3 0-105-15,2 0-54 0,2 0 192 0,13 0-122 16,5 0-54-16,11 0 208 15,2 0-138-15,9-3-70 0,-8 2-34 0,3-1-305 16,-1-1 143-16,-1 1 60 0,0-1 34 0,-3 1-592 16,-2 2 313-16,-3 0 156 0,0 0-573 0</inkml:trace>
  <inkml:trace contextRef="#ctx0" brushRef="#br0" timeOffset="-64991.86">24188 16438 1145 0,'-11'-37'0'0,"0"5"0"0,-1 4 0 0,-1 1 0 0,-1 4 0 0,-2-3 0 0,2 11 0 0,-2 2 304 0,0 5-135 0,3 4-68 16,3 4 186-16,-4 0-131 0,1 18-62 0,0 8-30 16,0 12 94-16,2 4-63 0,1 7-23 0,4 0 15 15,3 2-27-15,3-2 0 0,0-6-27 0,0-9-29 16,7-1 9-16,7-4 20 0,-1-11 0 0,2 0-114 15,0-9 57-15,2-4 36 16,-1-5-245-16,2 0 128 16,2-13 34-16,1-10 40 0,0-10-237 0,-5 1 99 0,5-12 49 0,-6 0-1 15,-2-5 44-15,0-4 23 0,-1-9-1 0,-3 6-54 16,0-19 43-16,1 1-1 0,-1-4 34 0,2-17-30 16,-2 19 31-16,1 10-9 0,-2 1 82 0,-7 21-36 15,1 14-1-15,-2 10-37 0,0 3 439 0,0 9-215 16,0 6-73-16,-2 6 265 0,-7 26-167 0,-1 9-93 15,5 6-44-15,-1 10 163 16,1 18-109-16,5-1-50 0,0 3-25 0,0 0 240 16,0-1-132-16,2-12-58 0,10 13-98 0,-1-20 0 15,1 2 23-15,2-5 0 0,-1-3-424 0,-2-11 220 16,0-1 98-16,0-9-652 0,0-7 325 0,-1-4 192 16,-1-5 50-16,-1-7-232 0,0-1 183 0,-3-4 87 15,-3-4 43-15,-2-21-386 0</inkml:trace>
  <inkml:trace contextRef="#ctx0" brushRef="#br0" timeOffset="-64844.24">24442 16318 1120 0,'2'-25'0'0,"-2"11"0"0,2 7 0 0,-1 0 0 0,1 1 0 0,-2 4 0 0,2 1 233 0,0 1-100 0,3 0-41 16,4 0 269-16,1 6-164 0,-1 4-82 0,2-1-41 16,1 7-143-16,-1-1 59 0,-2 2 17 0,3 0-524 15,-1-1 275-15,0-1 138 0,3 1 68 0,1-5-569 16,2-4 295-16,-2-5 145 0,2-2 35 15</inkml:trace>
  <inkml:trace contextRef="#ctx0" brushRef="#br0" timeOffset="-64676.69">24796 16104 1100 0,'2'-25'0'0,"0"10"0"0,-2 5 0 0,0 5 0 0,0 1 0 0,0 2 160 16,0 2-64-16,-4 13-23 0,-10 21-9 0,-5 8 530 0,-10 12-281 15,1 5-140-15,-7 10-70 0,-1 1 383 0,-7 16-231 16,0-6-110-16,3 3-90 15,1-1 0-15,-3-1-22 0,12-12 8 0,-2-1-475 16,6-6 234-16,8-14 116 0,-2 0 58 0,8-12-670 16,0-1 332-16,3-2 81 0,-2-6-212 0,-1-9 231 15</inkml:trace>
  <inkml:trace contextRef="#ctx0" brushRef="#br0" timeOffset="-64054.93">25246 16395 874 0,'0'-27'0'0,"-2"5"0"0,0 7 0 0,0 6 0 0,2-3 0 0,-3-1 0 15,0-4 25-15,-3 2 8 0,-1 0 8 16,-2 2 15-16,-3 0 1 0,-1 4-24 0,-4-1 113 15,1 6-56-15,-5 2-21 0,-4 2-7 0,5 0 44 16,-3 12-36-16,0 6-1 0,-1 9-36 0,4 4 155 16,-3 9-81-16,7 0-37 0,4-2 71 0,4-2-53 15,3 2-28-15,5-11 8 0,0 8-18 0,0-14-18 16,5 0 1-16,8-7-25 0,3-2 0 0,0-6 33 16,3-6-8-16,3 0-119 0,1-5 59 0,0-15 30 15,3-10 0-15,-3 2-182 0,5-14 95 16,-6 1 21-16,1-4-193 0,0-3 103 0,-5-2 66 15,1-4-3-15,-1-8-65 0,-1 0 62 16,1-6 30-16,0-3-8 0,-1-3 0 0,0 13 30 16,-4-2 8-16,-3 13 7 0,-7 16-7 0,-1 11 0 15,0 9 0-15,-2 2 271 0,0 8-132 0,0 4-69 16,-12 16 269-16,0 12-152 0,-3 15-76 0,2 4 4 16,-4 15 275-16,6 3-161 0,-1 3-82 0,3 5 38 15,1 0-59-15,3-8-22 0,-2 14-8 16,4-12 31-16,-4-2-30 0,5-2 0 15,-2-11-32-15,2 4-204 0,0-5 98 0,2-13 53 16,0-4-424-16,0-11 234 0,2-5 80 0,6-7 73 16,5-6-631-16,1-5 327 0,8-1 165 0</inkml:trace>
  <inkml:trace contextRef="#ctx0" brushRef="#br0" timeOffset="-63692.42">25584 15983 1004 0,'0'-28'0'0,"0"19"0"0,0 9 0 0,7 0 0 0,6 0 191 16,0 0-79-16,2 0-40 0,2 0 9 0,4 2 204 16,1-1-127-16,5 4-62 0,6-3 222 0,-1 3-143 15,0 1-63-15,0 1-44 0,-4 2-65 0,-1 1 30 16,-8 1 0-16,1 2 0 0,-6 3-24 0,-5 3-7 16,-6 6 31-16,-3 2 28 0,-5 9 1 0,-18-1-29 15,-7 5 8-15,-11 7 112 16,-2-5-61-16,-4 3-29 0,-2 1 81 0,0 0-56 0,8-7-19 15,-12 8-8-15,16-11 3 0,-1 0 0 16,12-10-31-16,2 0 28 0,8-5 127 0,5-6-188 16,6-2 0-16,3-1 0 0,2-1 0 0,0-3 0 15,13 1 0-15,8-3 0 0,3 2 0 0,4-3 0 16,1-2 0-16,6 0 0 0,1-1 0 0,-1-2 0 16,-1 0 0-16,0 0 0 0,-2-2 0 0,-4-2-331 15,-3-3 151-15,-1 1 87 0,-7-1 18 0,-2 4-411 16,-4 1 226-16,-7 1 114 15,1-1 48-15,-3 0-210 0,0 0 137 0,-2 0 69 16,0-3-398-16,0-7 233 0,-6-7 110 0,-5-7 65 16</inkml:trace>
  <inkml:trace contextRef="#ctx0" brushRef="#br0" timeOffset="-63529.94">25473 16290 1645 0,'-25'-4'0'0,"7"-9"0"0,8 7 0 0,4 2 0 0,3 3 0 0,3-4 0 0,0 0 0 0,10 5 592 15,19 0-271-15,11 5-149 0,3 5-69 0,8-1 466 16,13 5-269-16,-2-4-133 0,-11 0 59 0,10 2-493 16,-5-1 209-16,-1 0 46 0,-4 0-331 0,-8-2 196 15,10 4 85-15,-11 0 48 0,-15 2-949 0,-10 2 402 16</inkml:trace>
  <inkml:trace contextRef="#ctx0" brushRef="#br0" timeOffset="-60608.07">26534 16390 1388 0,'-3'-15'0'0,"3"14"0"0,0 1 0 0,7 3 0 0,6 7 0 0,1-7 0 0,4 2 0 0,3-2 193 15,1-3-84-15,8 3-38 0,1-3-1 0,0 0 131 16,0 0-84-16,-5 0-34 0,9 0-107 16,-13-3 29-16,3 2-1 0,-4-1 29 15,-3 0-305-15,-2-1 148 0,-7 3 79 0,3 0-464 16,-7 0 217-16,-3 8 139 0</inkml:trace>
  <inkml:trace contextRef="#ctx0" brushRef="#br0" timeOffset="-60444.5">26694 16663 1404 0,'-16'4'0'0,"3"3"0"0,5 1 0 0,3-3 0 0,1-2 0 0,2-2 0 0,2 1 0 0,0-1 240 0,4 2-95 15,15-3-61-15,6 0 278 0,3 0-165 16,-1 0-82-16,4 0-41 0,0 0-11 0,0-3-8 15,-1 2-22-15,0-1-411 0,-4 2 205 0,2 0 104 16,-3 0 58-16,5 0-675 0,-1 0 343 0</inkml:trace>
  <inkml:trace contextRef="#ctx0" brushRef="#br0" timeOffset="-60213.51">27362 16262 1619 0,'0'-22'0'0,"0"11"0"0,3 6 0 0,6 0 0 0,5-2 0 0,5 2 0 0,4-3 0 0,4 3 483 0,4-1-225 0,5 2-104 0,3-2 161 15,4 1-141-15,-8 1-70 0,4 0-36 16,0 2-122-16,-2-1 51 0,-2-1 14 0,1 0-131 0,-4-1 76 16,-2-1 38-16,-9 2 0 0,1 1-322 15,-3 1 176-15,-7-1 92 0,-4 3-570 16,-3 0 299-16,-5 0 140 0,0 0 84 0,-5 8-300 15,-12 0 188-15,-6-3 92 0</inkml:trace>
  <inkml:trace contextRef="#ctx0" brushRef="#br0" timeOffset="-60049.15">27618 16231 1115 0,'-21'9'0'0,"5"1"0"0,9 3 0 0,2 3 0 0,1-4 0 0,2 3 0 0,2 1 372 15,0 2-174-15,0 9-83 0,0-4 476 0,0 6-279 16,0-1-140-16,0 4-61 0,0 2 72 0,-2 0-75 15,-3 3-37-15,0-1-225 0,-2 1 93 0,2-1 56 16,-2-4 14-16,4-1-477 0,2-7 250 0,1-3 126 16,0-9 62-16,0-1-678 0,0-5 349 0,4-6 116 15</inkml:trace>
  <inkml:trace contextRef="#ctx0" brushRef="#br0" timeOffset="-59881.55">27785 16211 2028 0,'1'-4'0'0,"1"4"0"0,0 2 0 0,3 8 0 0,0 5 0 0,-1 8 0 0,-1 4 0 0,-1 7 0 0,2 9 201 0,-4-3-77 0,0 11-49 0,0 2 283 15,0 11-163-15,-8-4-81 0,-2 1-40 0,-2-10-341 16,-1 10 146-16,-2-3 77 0,0-1-623 16,1-5 351-16,5 1 174 0</inkml:trace>
  <inkml:trace contextRef="#ctx0" brushRef="#br0" timeOffset="-59710.01">28227 16911 2864 0,'3'-26'0'0,"3"16"0"0,3 10 0 0,-1 0 0 0,-2 0 0 0,-3 0 0 0,-3 0 0 0,0 0 292 16,0 0-121-16,-10 0-74 0,-2 0-387 0,-1 0 161 15,-5-2 81-15,6 1-1053 0,-4-11 551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20T07:43:48.1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9649 4408 697 0,'0'-5'0'0,"0"4"0"0,0 1 0 0,1 0 0 0,1 0 0 0,0 0 0 0,4 0 97 0,-4 0-32 0,2 1-1 0,1 4 26 16,1 1-21-16,-1 1-8 0,2 2-28 0,-1 0-34 15,-3 2-1-15,-1 1 35 0,-1 3 8 0,-1 0-41 16,0 4-1-16,-10 4 34 0,-6-1-68 0,-2 1 42 15,-5 0-12-15,-2 0 37 0,-1-2-72 0,1 0 30 16,0-1-4-16,2-4 81 0,-5 1-15 0,3-6-39 16,6-2-10-16,1-1 124 15,2-3-51-15,4-1-14 0,3-1-7 0,0-3 28 0,4 0-15 16,3 0-8-16,0 0-26 0,2 0 95 16,0 0-52-16,0 0-22 0,0 6 19 0,0 2-21 15,0 3 0-15,0 4 33 0,2 2-31 0,0 1 0 16,0 3-23-16,1 5-26 0,2-1-1 0,-1-4 36 15,0 6-8-15,-1 0-36 0,-1-2 0 0,1-1 36 16,-1-3-168-16,1 2 71 0,-2-3 41 16,1 1 21-16,-1-3-236 0,-1-2 118 15,0-2 40-15,0 0-253 0,0-4 154 0,0-1 73 16,0-4 37-16,0-1-298 0,0-4 167 0,2 0 76 0</inkml:trace>
  <inkml:trace contextRef="#ctx0" brushRef="#br0" timeOffset="379.02">9420 4879 900 0,'-7'-8'0'0,"2"5"0"0,1 1 0 0,3 0 0 0,1 0 0 0,0 0 139 0,0-2-57 0,13 0 280 16,7 1-165-16,5 1-82 0,3 0-41 0,4-1 88 16,4 1-68-16,-1 2-31 0,3 0 0 0,0 0-116 15,-3 0 42-15,-3 0 31 0,-2 0-9 0,-5 0-132 16,0 0 77-16,-7 0 39 0,-1 2-36 0,-6-1 45 15,-1 1-8-15,-5 0-40 0,-1 0 26 0,-2-2-21 16,-2 1 0-16,0-1 272 0,0 0-115 0,0 2-56 16,0-2-29-16,0 3 285 0,0 0-133 15,0 1-81-15,0 2-36 0,0 1 75 16,0 0-55-16,2 4-27 0,1 3-10 0,3-1-18 16,1 2-1-16,1 2 1 0,0-2-31 0,-1 4 0 15,0-1 39-15,3 1-100 0,-1 2 46 0,-1-1 23 16,0 0 0-16,-1 0-157 0,0-1 88 15,-1 0 9-15,-1-1 29 0,0 0-134 0,-1-2 72 0,-3-1 18 16,2-1-109-16,-3 0 66 0,0-4 38 16,0 1-80-16,0-3 59 0,-6-1 29 15,-2-1-9-15,-2-3-273 0,0 1 155 0,-2-4 78 16,-3 0 39-16,-2 0-357 0,-1 0 190 16</inkml:trace>
  <inkml:trace contextRef="#ctx0" brushRef="#br0" timeOffset="663.27">9604 5089 1094 0,'-14'0'0'0,"5"0"0"0,4 0 0 0,-1 0 0 0,3 0 0 0,1 0 0 0,-1 0 0 0,3 0 0 0,0 2 132 0,0 2-49 0,0-1-16 16,0 2-34-16,5-3 0 0,0 0 8 0,2-2-129 16,1 0 60-16,2 0 30 0,1 0 1 0,0-2-115 15,0-5 81-15,0-2 28 0,0 2-1 0,1 0-97 16,-3 2 56-16,0 2-10 0,0-1 122 0,0 2-52 15,-4 2 0-15,1 0 209 0,-3 0-110 0,-1 6-50 16,1 3-10-16,-3 4 104 0,0 1-67 0,0 0-5 16,-3 1-27-16,-4 1 72 0,-1-4-41 0,2 0-33 15,-2-2 0-15,0-1-82 16,-1-1 29-16,0-5-1 0,-3 1-184 0,1-4 103 16,2 0 56-16,-3 0-339 0,1 0 186 0,2-2 67 15,-1-10 14-15,2 1-117 0,5-2 85 0,1-2 47 16,2-4 23-16,0-4-213 0</inkml:trace>
  <inkml:trace contextRef="#ctx0" brushRef="#br0" timeOffset="928.55">10206 4780 1319 0,'2'1'0'0,"-2"3"0"0,3-3 0 0,-1 1 0 0,0 1 0 0,1-1 244 0,5-1-97 0,1 1-61 0,4 2 81 15,2 2-67-15,0 2-33 0,0-1-1 0,-1 4 35 16,-2 2-38-16,-1 0-1 0,-1 4-29 0,-4 1-111 16,-3 3 56-16,-1 2 35 15,-2 3-143-15,0-3 81 0,-5 0 41 0,-4-5-1 16,-5 3-129-16,-1-5 86 0,0-1-24 0,-2-3-76 16,-3-3 50-16,-1-4 39 0,1 0-4 0,-1-4-42 15,3-1 42-15,2 0 0 0,2 0 34 0,3-1-141 16,4-11 71-16,5-2 27 0,2-6-158 0,0-2 101 15,9-4 50-15</inkml:trace>
  <inkml:trace contextRef="#ctx0" brushRef="#br0" timeOffset="1137.99">10470 4678 829 0,'7'-1'0'0,"-3"1"0"0,-1 0 0 0,-3 7 0 0,0 6 0 0,-5 3 0 0,-10 7 426 0,3 1-196 0,1 2-99 16,1 2-49-16,0 3 249 0,4-1-154 0,1 2-71 15,3-2-37-15,2 0 61 0,0-5-40 0,0 4-33 16,2-8 7-16,5 1-31 0,3-1 0 0,1-3-164 16,2-1 91-16,0-3 32 15,0 0 0-15,1-3-302 0,-3-2 171 0,0 1 86 16,-1-6-1-16,-1 0-428 0,0-4 208 0,3 0 120 16,-1 0 61-16,3-5-127 0,2-10 86 0,1-5 55 0</inkml:trace>
  <inkml:trace contextRef="#ctx0" brushRef="#br0" timeOffset="1442.24">10781 4785 1378 0,'-7'0'0'0,"-2"3"0"0,-1 11 0 0,3-2 0 0,-2 4 0 0,0 4 0 0,0 5 0 0,4 3 0 0,-1 0 380 16,5 2-174-16,1-2-87 0,0-3-34 0,0 3 43 15,3-3-48-15,8-5-23 0,3-4-1 0,6 1-58 16,-3-9 7-16,10 2 28 0,-1-8-204 0,1-2 102 15,2 0 51-15,-3-8-76 0,-7-4 72 16,6-8-4-16,-9-1 25 0,0-3-214 0,-7 0 102 16,-2-4 13-16,-5-2 30 0,0 0-3 15,-2-4 0-15,0-2 40 0,-6 0 0 0,-7 3 83 16,-2 3-49-16,-3 4-12 0,-3 5 107 0,-2 5-49 16,-3 8-34-16,0 3 217 0,1 4-114 0,-5 1-44 15,6 1-34-15,6 11 91 0,0 3-52 0,5 0-7 16,5 2 8-16,3 1-247 0,5 1 101 0,0 1 51 15,0-2 25-15,9 0-585 0,8-2 282 16,8-3 116-16</inkml:trace>
  <inkml:trace contextRef="#ctx0" brushRef="#br0" timeOffset="1612.78">11109 4736 1265 0,'1'-9'0'0,"-1"3"0"0,0 5 0 15,0-2 0-15,0 0 0 0,0 2 0 0,0 1 0 0,0 0 478 0,2 1-222 0,4 12-104 0,1 0-63 0,0 0 29 16,3 4-42-16,-2-1-22 0,1 4 1 16,1-2-390-16,-1 1 180 0,4-4 94 15,2-2-488-15,-2-3 277 0,2-2 140 0,0-4-160 16,0 0 138-16</inkml:trace>
  <inkml:trace contextRef="#ctx0" brushRef="#br0" timeOffset="1798.29">11405 4656 760 0,'0'-15'0'0,"0"5"0"0,0 2 0 0,0 5 0 0,0 1 0 0,0 0 0 0,0 2 406 0,-2 2-186 0,-5 15-86 16,-2 7-55-16,-9 8 319 0,2 4-182 15,-5 7-92-15,-4 4-46 0,1 2 228 0,0 3-141 16,-2 1-66-16,-1-1-42 0,2 0-1 16,3 0-23-16,0-1-113 0,3 1 52 0,1-5 30 15,4-4 0-15,5-11-433 0,0-6 232 0,6-7 124 16,1-3 49-16,0-8-641 0,2-6 316 0,0-2 160 0</inkml:trace>
  <inkml:trace contextRef="#ctx0" brushRef="#br0" timeOffset="2379.25">11497 4525 903 0,'24'-11'0'0,"-1"4"0"0,7 2 0 0,-1-4 0 0,1 4 0 0,0 1 0 0,-2 4 162 0,-6-3-56 0,4 3-41 0,-3 0 0 16,-2 0-57-16,-5 0-1 0,-2 3 26 0,-7 4 8 16,-1 0-104-16,-4 2 48 0,-2 3-43 0,0 3 41 15,-11-1 1-15,-7 1 46 0,-4 6 168 0,-2 2-85 16,-2 1-41-16,-1 2-24 0,-3 6 149 0,5-4-74 16,-3 8-49-16,5-3-21 0,7-5 309 0,-1 5-165 15,6-3-82-15,3-4-33 0,3 6 144 0,5-7-97 16,0-3-149-16,0 0 27 0,0 1-1 15,2-4 35-15,3-2-333 0,1-2 163 16,-1-2 80-16,1-4 42 0,-2-2-188 0,0-1 78 0,-2-2 65 16,-1-1-63-16,-1-3-353 15,0 0 218-15,0-4 108 0,0-12-107 0,-1 0 112 16,-9-7 52-16,0-6 27 0,1 1-22 0,-1-3 23 16,1-1-7-16,2 1 121 0,2 3-45 0,3 6-23 15,2-3 1-15,0 4 213 0,2 0-126 0,12 0-50 16,9 2-31-16,3 0 156 0,6 2-39 0,2 3-59 15,1 2 144-15,-1 1-32 0,3 3-63 0,2 3-35 16,-2-1 32-16,-3 4-34 0,-8 0 8 16,4 2 103-16,-10 0-73 0,1 4-35 15,0 5 0-15,-6 5 60 0,-1-1-40 0,-5 1-32 16,0 2 0-16,-3-1 24 0,-2 2-24 0,0-1 0 16,-3 2-16-16,1 0 119 0,0 1-63 0,0-2-32 15,0 2 75-15,-1 1-54 0,3-1-18 0,2 1-68 16,0 2 0-16,1 1 33 0,-1-4 0 0,-1 5-208 15,-1-5 100-15,2 3 54 0,-2-1 27 0,-2-3-168 16,0 0 64-16,-1-1 61 0,-1-1-29 16,0-3-445-16,0-4 238 0,0 0 121 15,0 1-292-15,-7-4 198 0,-5-3 110 0,-1 0-259 16,-2-3 180-16,-3 0 92 0,-7 0 45 0</inkml:trace>
  <inkml:trace contextRef="#ctx0" brushRef="#br0" timeOffset="2546.8">11769 4827 1311 0,'-5'-10'0'0,"1"4"0"0,2 4 0 0,2 0 0 0,-1 1 0 0,-1 1 0 0,0 0 0 0,2 11 0 0,0 6 474 15,0 5-221-15,0 1-102 0,0 7 99 0,0-2-109 16,0 2-54-16,0 0-27 0,2-4-4 0,0-1 8 16,-1 0-31-16,3-3-355 0,-2-1 177 0,0-3 89 15,-1-2 45-15,1-7-495 0,0-4 265 0,0-1 54 16,-2-4 94-16,2-2-406 0,0-16 234 0</inkml:trace>
  <inkml:trace contextRef="#ctx0" brushRef="#br0" timeOffset="2678.71">11820 4687 868 0,'2'-2'0'0,"0"2"0"0,2 0 0 0,-1 6 0 0,1 9 0 0,1 2 0 0,4 6 433 0,-2-1-200 0,-2 4-101 15,3 1 79-15,-4-5-81 0,2 8-53 0,-1-4-103 16,-1-5 29-16,-1 2 1 0,1-5 28 0,0 1-454 15,-2-4 223-15,-1 0 115 0</inkml:trace>
  <inkml:trace contextRef="#ctx0" brushRef="#br0" timeOffset="2828.31">11773 4886 891 0,'-6'0'0'0,"5"3"0"0,1 0 0 16,0-2 0-16,0 3 0 0,3-3 190 0,6 0-79 0,1 3-38 0,0-2 90 0,2 2-69 15,0-1-30-15,-3 2-98 16,0-2 34-16,1 2-1 0,-4 2 42 0,-1 2-483 0,-3-2 229 0</inkml:trace>
  <inkml:trace contextRef="#ctx0" brushRef="#br0" timeOffset="2961.95">11715 5085 945 0,'-6'2'0'0,"1"2"0"0,3-2 0 0,0-2 0 0,2 0 0 0,0 0 0 0,4 0 0 0,7 0 312 0,4 0-140 0,0 0-70 16,0 0-151-16,0 0 37 0,0 0 22 16,-4 0-214-16,1 4 118 0</inkml:trace>
  <inkml:trace contextRef="#ctx0" brushRef="#br0" timeOffset="3111.55">11656 5262 706 0,'-9'0'0'0,"4"2"0"0,1 0 0 0,2-2 0 0,2 0 0 0,0 0 0 0,4 0 479 0,10 0-216 0,9-2-119 0,2-6-55 0,5 1 169 16,4-2-112-16,1-3-57 15,1 1-303-15,0 0 119 0,-2-1 64 0,-2 3-256 16,-2-1 159-16</inkml:trace>
  <inkml:trace contextRef="#ctx0" brushRef="#br0" timeOffset="3306.03">12130 4772 1614 0,'0'-10'0'0,"2"5"0"0,5 1 0 0,7 0 0 0,1-1 0 0,2-1 0 16,1 0 260-16,7 1-114 0,-1-1-56 0,3-1-97 0,-4 4 39 0,-2-1 9 15,2 3-8-15,-5-1-182 0,0 2 90 0,-3 0 46 16,-4 0 23-16,-2 0-495 0,-1 0 252 15,-4 6 129-15,-2 1-383 0,-2-1 229 0</inkml:trace>
  <inkml:trace contextRef="#ctx0" brushRef="#br0" timeOffset="3807.69">12288 4486 1038 0,'-6'-9'0'0,"1"3"0"0,0 4 0 0,4 0 0 0,-1 2 0 0,2 2 0 0,0 13 0 0,0 8 158 0,0 5-54 0,0 4-40 0,2 10 53 15,-1 1-42-15,2 3-22 0,-1 2 1 0,-2-6-31 16,0 13 10-16,0-8-1 0,0 0 1 16,0-4-117-16,-5-7 58 0,-2 0 38 15,2-4-129-15,-3-6 75 0,-1-5 30 0,1-2-65 16,-1-7 24-16,2-4 31 0,-5-3-21 0,1-5 136 16,0 0-57-16,-1 0-22 0,3-11-9 0,3-5 47 15,1-11-21-15,5 3 0 0,0-5 19 0,2-1 1 16,9 1-8-16,6-4-71 0,1 2 11 0,9-4 36 15,-3 2 14-15,5 3-144 0,-5 1 63 0,6-4 29 16,-6 7 8-16,2-1-173 0,-1 2 79 16,-4 7 47-16,-3 4-1 0,1 0-58 15,-2 2 27-15,-4 5 29 0,-4 3 41 0,-1 2-13 16,-5 2-8-16,0 0 126 0,-3 6-59 0,0 8-29 16,-6 2 0-16,-5 1 245 0,-2 1-122 0,1 0-46 15,1-3-39-15,2 0 133 0,3-8-57 0,0 3-44 16,3-5 19-16,3-1-77 0,0-3 24 0,0-1-1 15,0 0-163-15,3-1 81 0,6-10 50 0,3-6 12 16,1-4-158-16,-1-1 63 16,-1-4 47-16,2-1-55 0,-2-1 39 0,0 2-2 15,-3 5 1-15,2-1 121 0,-3 5-43 0,-2 8-9 16,1-1-43-16,-2 4 140 0,0 5-60 0,0 1-16 16,1 0 1-16,-3 8-3 0,4 8 2 0,-3-1-68 15,3 3 21-15,-2 1 17 0,2 0 8 0,-1 1-325 16,1 0 152-16,-5-2 68 0,3-1 41 0,-2 0-332 15,-2-1 174-15,0-4 87 0</inkml:trace>
  <inkml:trace contextRef="#ctx0" brushRef="#br0" timeOffset="4108.1">12528 4804 713 0,'-17'5'0'0,"3"0"0"0,3 2 0 0,2-1 0 0,4-5 0 0,3 3 0 0,2-1 0 0,0 2 246 16,4-2-107-16,7 1-53 0,4 4-18 0,0-1 140 15,0 2-87-15,2 2-44 0,-2 4 12 0,-2-2-28 16,-1 5 8-16,-5-1-60 0,-3 4-1 0,-4-1 25 15,0 4 0-15,0-2-75 16,-11-2 45-16,-5 4-7 0,0-5 37 0,0-4-92 16,-2-2 47-16,-3-2 17 0,2-5-7 15,1-2-223-15,1-4 114 0,2 0 31 0,-1-6-171 0,6-11 93 16,-4-6 67-16,7-5-33 0,1 0 45 0,2-4 23 16,1 2 0-16,3 8-24 0,0-4 47 0,0 11 1 15,0 3-1-15,0 0 267 0,2 8-133 0,5-1-75 16,2 5-26-16,3 0 472 0,1 2-237 0,-1 10-75 15,8 2 282-15,-3 2-197 0,5 8-110 0,-3-3 16 16,0 1-59-16,3 3-30 0,1 1 1 16,3-4-266-16,4-1 115 0,2-5 60 15,0 0 30-15,0-3-481 0,-2-1 255 0,0-3 137 0</inkml:trace>
  <inkml:trace contextRef="#ctx0" brushRef="#br0" timeOffset="4281.89">12755 4586 817 0,'0'-4'0'0,"0"2"0"0,0 2 0 0,0 0 0 0,0 0 0 0,0 0 554 16,2 6-264-16,2 3-129 0,4 1-64 0,1-1 113 16,0 2-89-16,-1-4-36 0,2 5-30 0,-3-4-353 15,0-1 165-15,0-2 83 0,2-2-251 0,-4-3-204 0</inkml:trace>
  <inkml:trace contextRef="#ctx0" brushRef="#br0" timeOffset="4540.21">12776 4282 1127 0,'-7'-15'0'0,"2"5"0"0,5 5 0 0,0 1 0 0,0 0 0 0,9 0 0 0,5 2 0 0,9 0 209 0,2 2-88 0,1 0-44 15,1 0-22-15,3 0 137 0,-3 0-71 0,7 0-48 16,-6 0-1-16,-2 2-93 0,-3 2 27 0,0-2 0 15,-5 2-93-15,1-2 56 16,-8 0 32-16,1 2-45 0,-3-1 39 0,-3 1 0 16,-3 2 20-16,-1-1 28 0,0 3-56 0,-2 1 1 15,0 2-15-15,0 0 229 0,0 1-96 0,0 3-48 16,0-2-10-16,0 2 131 0,0 2-70 0,2 0-38 16,0 2-168-16,2-1 61 0,0 3 35 0,-1 3-1 15,1-3-471-15,-2 1 242 0,2 3 103 0,-3-6-260 16,1-1 151-16</inkml:trace>
  <inkml:trace contextRef="#ctx0" brushRef="#br0" timeOffset="4723.72">12856 4532 1214 0,'-21'0'0'0,"3"0"0"0,11 0 0 16,0 0 0-16,3-2 0 0,4-1 0 0,0 1 0 0,2 1 204 0,13-1-85 0,9-1 124 0,1 2-105 0,1 0-53 15,-2-2-17-15,10 3-116 0,-4-2 41 16,-2 1 0-16,-2 1 40 0,-5 0-151 16,2 0 83-16,-5 0 30 0,0 0 1 0,-6 0-414 15,-4 0 179-15</inkml:trace>
  <inkml:trace contextRef="#ctx0" brushRef="#br0" timeOffset="4887.28">12909 4636 765 0,'-11'0'0'0,"4"0"0"0,1 2 0 0,6-2 0 0,0 0 0 0,0 0 163 0,3 0-57 16,13 0-40-16,3 0 198 0,-1 0-115 0,5 0-59 15,-2-2-28-15,1 1-67 0,-1-2 15 0,0 2 0 16,-5-1 22-16,-2 1-151 0,-3 1 76 0,-2 0 46 16,1 0-449-16,-3 0 232 0</inkml:trace>
  <inkml:trace contextRef="#ctx0" brushRef="#br0" timeOffset="5005.96">13060 4620 703 0,'-6'0'0'0,"4"0"0"0,-1 0 0 0,-1 0 0 0,0 0 0 0,2 0 0 0,0 3 0 0,-2 6 71 16,2 3 0-16,-1 0-38 0,-1 2 0 0,-1 1-304 16,-1 3 137-16</inkml:trace>
  <inkml:trace contextRef="#ctx0" brushRef="#br0" timeOffset="5166.54">12877 4828 863 0,'0'0'0'0,"2"0"0"0,4 0 0 0,4 0 0 0,-1 0 0 0,2 0 0 0,4-1 0 0,0-3 105 16,4-1-37-16,0 1 27 0,-1-1-31 0,2 0 8 16,-4 0-39-16,1 0-175 0,-2 2 88 0,-5 0 43 15,-1 1 22-15,-2 1-360 0,-1 1 175 0,-4 0 87 16,-2 0 45-16,0 8-198 0</inkml:trace>
  <inkml:trace contextRef="#ctx0" brushRef="#br0" timeOffset="5454.25">13039 4855 442 0,'-15'11'0'0,"-2"0"0"0,2-2 0 0,2 2 0 0,2-3 0 0,3-1 0 0,3 3 0 0,1-2 183 0,0-1-76 0,4 3-36 16,0 1-1-16,0 1 129 0,2 0-75 0,8 3-50 16,-3 2 64-16,2 1-52 0,-1 2-27 0,0 1 63 15,-1-1-36-15,-2 0-31 0,-1 1 0 0,0-2-64 16,-2 0 20-16,0-3 1 0,-2-2 29 15,0-1-79-15,0-4 36 0,0-1 0 0,-2-3 35 16,-6-1-75-16,1-4 46 0,-4 0-15 16,3 0-78-16,-3-4 39 0,2-9 28 0,-3 1-41 15,1-6 31-15,2-1 3 0,-5 1 1 0,3-1-40 16,-4 4 28-16,2-1-9 0,-2 6 31 0,-2 2 81 16,-4 4-39-16,-1 3-6 0,-2 1-33 0,4 0 178 15,4 7-84-15,0 2-33 0,9-2 64 0,0 7-42 16,5-1-26-16,2 1-129 0,0-2 57 0,4 0 22 15,12-3 31-15,5-2-486 16,4-4 229-16,3-3 103 0,0 0 58 0</inkml:trace>
  <inkml:trace contextRef="#ctx0" brushRef="#br0" timeOffset="5568.96">13022 5095 1523 0,'6'-6'0'0,"1"4"0"0,-3 0 0 0,-1 2 0 0,0 0 0 0,-1 0 0 0,0 0 0 0,1 8 0 0,-1 2 0 0,2 0 425 0,-2 0-196 0,1 3-98 16,1-1-50-16,1-1-87 0,0-2 47 0,1 1-9 15,1-3-489-15,2-1 245 0,5-6 123 0,0 0-263 16</inkml:trace>
  <inkml:trace contextRef="#ctx0" brushRef="#br0" timeOffset="5737.02">13419 4408 1927 0,'0'3'0'0,"0"7"0"0,0 4 0 0,-2-2 0 0,-6 1 0 0,-5 2 0 0,-1 3 0 0,2 3 0 0,-5 6 0 0,2-1 0 0,0 0 0 0,0 1 308 0,0 1-137 0,3-4-61 15,3 7-470-15,4-11 197 0,3 1 98 0,2-6-259 16,0-6 178-16</inkml:trace>
  <inkml:trace contextRef="#ctx0" brushRef="#br0" timeOffset="5882.14">13475 4591 1333 0,'0'4'0'0,"0"8"0"0,0 1 0 0,-2-1 0 0,-4 4 0 0,-1 0 0 0,1 4 0 0,-3 0 0 0,1 1 482 15,-1 3-229-15,-2-1-110 0,3-4-9 0,1 1-50 16,-1-1-26-16,1-2-426 0,3 0 197 0,0-2 110 16,4-5 43-16,0-2-347 0</inkml:trace>
  <inkml:trace contextRef="#ctx0" brushRef="#br0" timeOffset="6020.28">13587 4781 643 0,'6'10'0'0,"-3"6"0"0,0 9 0 0,-3 5 0 0,0 1 636 0,-8 11-301 0,-6 3-144 15,-6 6-82-15,-6 9 285 0,-4-1-180 0,-8 0-91 16,-6 5 411-16,-7 0-243 0,-15 6-133 0,1-10-62 16,-9-4-234-16,-5-1 85 0,-9-3 43 0,-6-1-834 15,-5-3 435-15</inkml:trace>
  <inkml:trace contextRef="#ctx0" brushRef="#br0" timeOffset="13309.66">12723 6083 1116 0,'0'0'0'0,"0"0"0"0,0 0 0 16,0 0 0-16,8 0 0 0,4-4 0 0,0 0 62 0,2 2 1 0,2 0-31 0,2-1-2 0,0 1 3 15,3-2 8-15,0 2-22 0,-1 0 14 0,1 0 0 16,2 0-1-16,-3 1-27 0,1-2 9 0,-2 2 18 16,-3-1 1-16,2 0-42 15,-2 2 0-15,-1 0 26 0,-4 0-22 0,3 0-6 16,-5 0 33-16,-2 0-11 0,1 0-3 0,-2 0 5 15,0 0 0-15,-3 0 29 0,-1 0-26 0,0 0-2 16,0 0 2-16,-2 0 24 0,0 0-22 0,2 0-1 16,-2 0 4-16,0 2 4 0,0 7-7 15,0 3 8-15,-4 4 62 0,-7 5-33 0,-3 5 6 0,-2 3-43 16,-5 6 12-16,2-5 4 0,-3 8-1 16,3-8-54-16,-2 4 24 0,3-1 0 0,-2-2 27 15,8-9-22-15,-4 6-7 0,5-9 22 16,2 0-6-16,1-2 22 0,2-4-23 0,5-4 9 15,-1-1 19-15,2 0 0 0,0-3-25 0,0-1 1 16,0-1 16-16,0 1-7 0,2 0 1 0,9-2 29 16,2-1-27-16,0-1-5 0,4 0 6 0,2 0 49 15,0 0-27-15,2 0 0 0,-3 0-18 0,1 0-37 16,-4 0 33-16,2 0 7 16,-3 0-102-16,0 0 45 0,-5 0 21 0,1 0-223 15,-1 0 112-15,-3 0 61 0,-1 0 15 0,-1 0-145 16,-2 0 65-16,0 3 49 0,-1-3-11 0,-1 0-319 15,0 0 183-15,0 0 89 0,0 0 43 0,0 0-292 0</inkml:trace>
  <inkml:trace contextRef="#ctx0" brushRef="#br0" timeOffset="13526.09">12823 6291 1143 0,'-7'-2'0'0,"1"-1"0"0,4 1 0 0,2 2 0 0,0 0 0 0,0 0 0 0,4 0 260 0,7 0-117 0,4 0-56 16,10 0-27-16,-1 0 301 0,2 0-164 0,0 0-74 15,8 0 13-15,-4 0-51 0,2 2-26 0,-2 0-219 16,-5-1 105-16,7 1 40 0,-6 2 23 16,-5 0-396-16,1-3 210 0,-1 3 105 0,0 0 53 15,-5-1-330-15,2-3 94 0</inkml:trace>
  <inkml:trace contextRef="#ctx0" brushRef="#br0" timeOffset="13701.61">13435 6090 1435 0,'0'0'0'0,"2"0"0"0,3 0 0 0,4 2 0 0,0 0 0 0,2 0 0 0,2-1 0 0,2-1 206 0,1 0-86 0,0 0-36 0,3 0-29 15,0 0 1-15,1 0-23 0,-1 0-1 0,-2 0-235 16,-4 0 126-16,2 0 50 0,-3 0-539 0,-5 2 279 0</inkml:trace>
  <inkml:trace contextRef="#ctx0" brushRef="#br0" timeOffset="13870.16">13465 6280 1065 0,'-14'9'0'0,"0"1"0"0,3-5 0 0,2 1 0 0,3-2 0 0,0-2 0 0,4-2 418 0,2 1-192 0,0 0-97 16,0 2-40-16,12-1 104 0,5-2-80 0,5 0-40 16,3 0-73-16,0 0 33 0,0 0 8 0,5-5-9 15,-3 3-366-15,-3-4 183 0,3 4 92 0,-3-2-557 16,0 2 313-16</inkml:trace>
  <inkml:trace contextRef="#ctx0" brushRef="#br0" timeOffset="14352.98">14055 5895 981 0,'-22'-15'0'0,"7"13"0"0,5 2 0 0,5 0 0 0,5 0 0 0,-2 0 267 16,2 0-117-16,0 0-51 0,7 0-37 0,16 0 163 15,6 0-96-15,8-2-48 0,0-4 36 0,-3 4-52 16,3-1-9-16,1 1-23 0,-2 0-36 0,-2 1 0 16,-6-2 36-16,-6 1-132 0,3 2 62 15,-4 0 35-15,-5 0 0 0,-6 0-58 0,-1 0 46 0,-5 0-15 16,-1 0 21-16,-1 0-41 0,-2 0 25 0,0 8-9 16,-9 3 229-16,-8 4-100 0,-3 5-48 15,-3 2-17-15,-2 2 80 0,1 2-34 16,-2 2-29-16,0 2 79 0,1 1-51 0,1-2-21 15,-1 1-1-15,5 1-71 0,-1-1 25 0,2-4 8 16,2 0 16-16,2-1-64 0,4-8 33 0,2 1-1 16,1-3 33-16,2-5-61 0,3-1 24 0,3-2-8 15,0-1 0-15,0 1 15 0,0-4 9 0,1 1 33 16,11-2-3-16,3 1-34 16,2-3 2-16,3 2 139 0,5-2-64 0,-2 0-18 15,5 0-6-15,-4 0 5 0,-2 0-1 0,1 0-33 16,0 0-127-16,-5 0 73 0,-1 0 23 0,-2 0 0 15,-5 0-338-15,1 0 166 0,-6 0 74 0,-1 0-196 16,0 0 107-16,-2 0 79 0,0 0 39 0,-2 0-388 16,0 0 204-16,0-2 114 0,-4-3 52 0,-5-2-300 15,-1-6 177-15</inkml:trace>
  <inkml:trace contextRef="#ctx0" brushRef="#br0" timeOffset="14500.58">14113 6123 1359 0,'-18'-7'0'16,"1"6"0"-16,6-4 0 0,1 4 0 0,2-1 0 0,5 0 0 0,1 2 0 0,2 0 242 0,0 0-104 0,7 0-53 0,11 0 189 0,4 0-120 16,0 0-53-16,8 0 21 0,0 0-45 0,0 0-22 15,1 2 0-15,-1 1-236 0,-4 2 115 0,4 1 46 16,-3 1 26-16,-1 0-570 0,0 3 289 0</inkml:trace>
  <inkml:trace contextRef="#ctx0" brushRef="#br0" timeOffset="14785.82">14825 5771 1221 0,'-15'-7'0'0,"2"4"0"0,0 2 0 0,0 1 0 0,0 0 0 0,-2 0 0 0,-2 11 0 16,-2 7 322-16,4 5-145 0,-1 5-72 0,-4 10-36 0,5 1 85 16,6-1-53-16,-2 9-38 0,7-11 0 0,4 3 69 15,0-3-50-15,0 0-16 0,11-5-64 16,4-2 0-16,4-5 30 0,2 0 1 16,1-3-258-16,-1-6 137 0,3 2 56 0,-3-4-448 15,-1-3 212-15,-1-3 131 0,-2-4 10 0,0-3-344 16,-2 0 224-16</inkml:trace>
  <inkml:trace contextRef="#ctx0" brushRef="#br0" timeOffset="15010.93">14839 5981 973 0,'-16'-16'0'0,"5"4"0"0,6 5 0 0,-1 1 0 0,0 2 0 0,6 3 0 0,0-2 266 0,2 3-117 16,19 0-49-16,5 8 201 0,2 2-134 15,2 6-68-15,1 2-32 0,-1 2 74 0,-4 2-45 16,1 2-36-16,-7 3-158 0,-1-4 65 0,-7 3 33 15,-3-6 0-15,-6 4-190 0,-3-4 107 0,0-1 58 16,-10-1 29-16,-8-3-96 0,-7-4-3 0,1-1-20 16,-8-5-25-16,0 0 58 0,2-5-1 0,0 0 25 15,7 0-40-15,1-3 24 0,3-4 9 16,8-4-78-16,5-5 55 0,6-2 28 16,0-7 0-16,17 2-176 0,13-9 106 0</inkml:trace>
  <inkml:trace contextRef="#ctx0" brushRef="#br0" timeOffset="15182.98">15276 5805 843 0,'2'0'0'0,"-2"0"0"0,0 13 0 0,-19 4 0 0,-3 3 0 0,-6 10 622 0,1 2-294 0,6-3-140 0,-5 10 167 0,9-9-161 16,0 5-80-16,8-1-41 0,5-2 251 16,4-2-137-16,0 1-81 0,13-5-109 15,8 0 0-15,4-3 36 0,3-1 8 0,0-5-422 16,2 0 208-16,-1-7 102 0,-2 3 52 0,-1-6-687 15,-1-5 353-15,5 0 85 0,-4-2-153 0</inkml:trace>
  <inkml:trace contextRef="#ctx0" brushRef="#br0" timeOffset="15336.57">15573 6077 1550 0,'-6'-2'0'0,"2"0"0"0,1 2 0 0,-3 0 0 0,2 0 0 0,-3 10 0 0,2 3 0 0,-2 4 0 0,4 1 495 0,-5 8-231 0,1 1-116 15,-1-4-49-15,-1 9-6 0,0-4-31 0,3-2 1 16,3-3-30-16,0-1-446 0,3-3 232 0,0-5 102 16,0-4-614-16,6-2 360 0</inkml:trace>
  <inkml:trace contextRef="#ctx0" brushRef="#br0" timeOffset="15504.12">15680 5953 1776 0,'-2'-7'0'0,"0"4"0"0,2 2 0 0,0 1 0 0,0 0 0 0,4 0 0 0,8 0 0 0,2 0 316 0,1 1-141 0,0 6-63 0,0 3 243 0,0 0-161 16,0 1-81-16,-1 0-40 0,-2 2-297 0,2-1 137 15,-3-3 55-15,0 0-556 0,-1 1 310 16,-3-5 155-16,4 3-229 16,-1-6 201-16,-1-2-44 0</inkml:trace>
  <inkml:trace contextRef="#ctx0" brushRef="#br0" timeOffset="15668.68">15973 5868 972 0,'0'-15'0'0,"0"8"0"0,0 1 0 0,0 2 0 0,0 3 0 0,0 1 232 0,-8 4-99 0,-3 14-51 0,0 7 174 0,-1 4-111 0,-4 10-48 15,-5 6-37-15,2 1 363 0,-3 5-195 0,-3-4-98 16,1 2-48-16,-1-1 122 16,3 0-90-16,-4-3-41 0,-2 2-285 0,-1-1 122 15,-4 9 61-15,6-11-496 0,-1 0 275 0,3-2 142 16,9-11 64-16,4-8-333 0,5-8 108 0,3-3 109 0</inkml:trace>
  <inkml:trace contextRef="#ctx0" brushRef="#br0" timeOffset="15869.29">16050 5585 1806 0,'17'-14'0'0,"5"13"0"0,4 1 0 0,1 0 0 0,-2 8 0 0,-3 6 0 0,2 6 351 0,1 3-158 0,-1 8-73 0,-3 6 387 15,-6 5-237-15,-8 5-119 0,-7 3 59 16,0 13-88-16,-11-9-37 0,-14 12-30 0,-1-10 170 0,-4-2-225 16,-4 1 0-16,-5-5 0 0,2-1 0 15,-16 11-177-15,3-5 174 0,-5 1-736 16,0-1 386-16,1-5 135 0</inkml:trace>
  <inkml:trace contextRef="#ctx0" brushRef="#br0" timeOffset="20928.03">7059 14655 431 0,'7'4'0'0,"4"0"0"0,2 2 0 0,-1-2 0 0,1-2 0 0,-2 0 0 0,-1 2 0 0,1-4 63 0,-4 1 1 0,2 0-33 0,-2 2 38 16,-2-2-1-16,-1 2-36 0,0-3 53 0,1 3-27 16,0-1 9-16,-2 0-34 0,2-1 59 0,-1 3-30 15,0-2 0-15,0 1-29 0,1-2 46 0,2 1-47 16,0-2 1-16,0 0 29 0,4 0-1 0,-1 0-28 15,1 0 8-15,0 0 1 0,1 0-9 0,-3 0 0 16,0-2-13-16,2 1 13 0,-5-2 8 16,2 1-8-16,-3 1-26 0,3 1 26 15,-2 0 0-15,-1 0-1 0,-1 0-11 0,3 0 11 16,0 0-7-16,0 0 3 0,2 0-3 0,0 0 12 16,5 3-13-16,-2 0 4 0,5-2-1 0,-2 1 1 15,1 2-22-15,2-2 7 0,1-2 13 0,0 5 1 16,1-3-39-16,1 2 0 0,0 0 33 0,-2-1 8 15,7 0-51-15,-1-2 42 0,-1-1-6 0,0 0-10 16,3 0 7-16,-5 0 10 0,8 0-14 16,-5 0 23-16,1 0-18 0,-2 0 2 15,-3 0-10-15,3 0 14 0,-1 0-3 0,-1 0-1 16,1 2 3-16,3 2-2 0,-3 2 1 0,-3-2 2 16,7 0-5-16,-3 3 2 0,1-4-1 0,-1 2-2 15,2 1 2-15,-2-2 4 0,5-1-6 0,-5 2-22 16,1-3 22-16,0 2 2 0,0-3-3 0,0 1 5 15,3 2-4-15,0-4 1 0,-1 2 18 0,1-2-18 16,0 0-1-16,-3 0 4 0,5 0 32 16,-5 0-34-16,4 0 1 0,0 0-9 0,-2 0 10 15,-2 0 3-15,7 0-1 0,-4 0-19 16,1 0 19-16,-2 0-2 0,3 0-23 0,-3 0 4 16,5 0 15-16,0 0 2 0,0 0-18 0,1 0 15 15,3 0-3-15,-2-2 5 0,1 0 4 0,-1 0-7 16,1-1-2-16,-1 0 12 0,3 2-10 0,-2-1 3 15,1 0-2-15,1-1 7 0,5 0-5 0,-3 2-2 16,2-2 25-16,-4 1 3 0,11 1-23 0,-3-2-2 16,0 2-2-16,0-3 3 0,0 2 1 15,-6 1 3-15,9-4-28 0,-7 3 1 16,-6 1 22-16,5-1-32 0,-2 2 30 0,1 0 3 16,-2 0-5-16,3 0-2 0,3 0-1 0,0 0 3 15,-2 0-8-15,10 0 39 0,-3 0-35 0,-2 0 2 16,3 0 24-16,0-1-22 0,-6 1 7 15,12-3-7-15,-5 3 22 0,1 0-20 0,-1 0 4 0,3 0-35 16,2 0 35-16,0 0-2 0,-4 0-1 16,2 0-28-16,-2 0 26 0,-1 0 0 15,-6 0-23-15,6 0-5 0,-2 0 25 0,-1 0-6 16,-4 0-6-16,3 0 11 0,4 0-5 0,-1 0-3 16,3 0 0-16,-1 0 2 0,4 0 3 0,-4 0-11 15,6 0 11-15,-1-1-1 0,10-4 0 0,-8 2-38 16,3-1-1-16,2 0 38 0,-4 1-3 0,10-1-33 15,-5 0 33-15,0 0-8 0,0 1-5 16,2-3 5-16,-6 0 2 0,13 0-6 16,-2-1-18-16,1-1-4 0,-1 0 26 0,-3-2-39 15,-7 0 33-15,11-1 1 0,-8 0 1 0,-2 2 37 16,-10 3-1-16,16-4-33 0,-12 6 27 0,10-3 3 16,-6 2-29-16,-7 0 1 0,3 2 34 0,3-1 6 15,-5 1-37-15,0 0 16 0,-1 0-51 0,-2-2 47 16,-1 3-6-16,-1-3-39 0,-6 4 0 0,5-4 36 15,-11 3 0-15,-2-3-7 0,1 2 4 0,-4 1-8 16,-8 0 5-16,3 0 25 0,-6 1-24 16,-3-1-8-16,-2 0 36 0,-6 2 1 15,-2-2-28-15,0 2 8 0,-4 0-11 0,-3 0 13 16,1 0-6-16,-2 0-40 0,0 0-1 0,0 0 40 16,0 0 0-16,0 0-10 0,0 0 7 0,0 0-5 15,0 0-89-15,0 0 43 0,-2-2 22 0,-7-2-9 16,-6 2-173-16,-8 2 86 0,-9 0 45 0,-11 2-637 15</inkml:trace>
  <inkml:trace contextRef="#ctx0" brushRef="#br0" timeOffset="28570.6">5111 15987 314 0,'-1'0'0'0,"-2"0"0"0,3 0 0 0,0 0 0 0,0 0 0 0,0 0 0 0,0 0 0 0,0 0 0 0,0 0 31 15,0 0 2-15,0 0-23 0,0 0 61 0,0 0-26 16,4 2 0-16,3 7-27 0,-1 6 36 0,2 2-34 16,2 2 0-16,-2 5 1 0,2-3 64 0,-1-2-29 15,4 2 6-15,-1-5-3 0,3-1 1 16,0-4-22-16,0-1-6 0,4-2 29 15,0-5-20-15,1-1-8 0,6-2 65 0,1 0-32 16,6 0-1-16,-1-3-32 0,3-9 68 0,8-3-38 16,1 0 0-16,-1-5-1 0,6 3-29 0,-1-5 0 15,-1 0 8-15,1 0-36 0,1 1 1 0,-2 1 27 16,2 0-29-16,0 2 29 0,2 2 8 0,-2 2-9 16,1 1-32-16,0 2 28 0,3 2 4 0,-2 2-18 15,1 6-1-15,3-1 4 16,-1 2 7-16,-3 0-40 0,5 0 0 0,-1 8 40 15,0 4-3-15,-4-1-48 0,-1 1 22 0,-3 0-4 16,-2-2 26-16,-4-2-23 0,5 1-4 0,-3-1 10 16,-7-4-25-16,-1 0 24 0,1-3 7 0,-2-1-13 15,-4 0 50-15,-2 0-5 0,-5 0-32 0,-2 0 24 16,-1-1 0-16,-4-6-14 0,-2 1-7 0,-3 2 65 16,-1-2-30-16,-2 0 9 0,-2 1 3 0,1-3-26 15,-5 4-9-15,2-1 10 0,1 1-34 16,-4 2 4-16,-1 0 23 0,2 0 9 15,-2 2-213-15,0 0 92 0,-8 0 50 0,-16 19-594 16,-9 16 301-16</inkml:trace>
  <inkml:trace contextRef="#ctx0" brushRef="#br0" timeOffset="51620.89">14341 15450 624 0,'-10'-6'0'0,"3"6"0"0,1 0 0 0,3 0 0 0,1 0 0 0,2 0 0 0,0 0 0 0,0 0-43 0,0 0 30 16,0 0 4-16,0 0 85 0,0 0-25 0,0 0-1 16,0 0-25-16,0 0 92 0,0 0-33 0,0 0-30 15,0 0 41-15,0 0-31 0,2 0 0 16,0 0-31-16,1 0 71 0,-1 0-40 0,0 0 1 0,0 0-33 16,-1 0 37-16,-1 0 0 0,2 0-28 0,-2 0 22 15,0 0-1-15,0 0-30 16,0 0 1-16,2 0 22 0,0 0 8 0,4 0-30 15,2-1-35-15,-1-3 58 0,4 3-23 0,1-3-1 16,-3 1-19-16,4-2-8 0,-2-2 27 0,0 2 1 16,-2 2-30-16,-2-1 30 0,0 2-3 0,-1 1-9 15,1-2-3-15,-1 1 9 0,0 1-13 0,1-2 18 16,0 1-1-16,3 1-5 0,-1-2-9 0,2 2 9 16,3-1-3-16,-1-2 1 15,0 0-18-15,2 1-7 0,1-3 25 0,-2 0 0 16,2 1-34-16,-2-1 0 0,4 1 31 0,-4-3-2 15,2 3-3-15,-2 1 2 0,1 0-6 0,0 0 11 16,0 1-10-16,2-1 2 0,0 2-14 0,0 0 14 16,2-2 0-16,-1 2 3 0,1 1-29 0,2-1 25 15,-1-3 1-15,1 3 0 0,0 1-3 0,-3-4 6 16,3 4-6-16,0 0-14 0,1-2 13 0,-1 3 1 16,2 0-2-16,-1 0-23 0,1 0 23 0,-2 0 0 15,1 0 0-15,-2 0-27 16,1 0-1-16,-1 0 29 0,-2 0-29 0,1 0 24 15,-3 0-4-15,3 3 3 0,1-1 31 0,-2 3-30 16,1-4-4-16,1 4 29 0,3-1-26 0,-2-3 1 16,5 3 2-16,-6 0 19 0,7-1-19 0,-1 1-1 15,1-2 9-15,-3 2-38 0,3 0 34 0,-2-2 1 16,5 2-38-16,0-3 32 0,0 1-1 0,0 2 1 16,0-4-23-16,1 1 19 0,-1 2 2 0,0-1 0 15,-2-1 28-15,2 1-28 16,0 0-3-16,-2 2 39 0,2-2-2 0,-1 3-29 15,1-1-2-15,0 2 31 0,0-1-24 0,0 3 7 16,0-3-31-16,0 3 26 0,0-2-4 0,2 1 7 16,0 1-40-16,0-1 3 0,-2-2 29 15,0 4-28-15,0-5 0 0,-2 4 19 0,1-2 5 0,-8-1-8 16,8 2 5-16,-5-2-5 0,1 1 41 0,-5-1-40 16,1 1 3-16,2 1 1 0,-2-1 34 15,1-1 5-15,-1 1-37 0,1 0 9 0,0 0 14 16,-1-1-10-16,6 3-8 0,-5-1-13 0,2-1 14 15,2 0 3-15,1-1-2 0,-4-1-25 0,5 1-3 16,-2 0 24-16,-2-3 1 16,-2 3-34-16,1-3 32 0,0 2-6 0,-3-2-13 15,-1 0 11-15,2-1 4 0,-3 1-6 0,1-2 29 16,0 2-4-16,-2-1-20 0,2 1 42 0,-1 3-39 16,0-4 2-16,-2 1 0 0,1-1-3 0,0 2 3 15,-2-2 4-15,2-1-3 0,-2 3-20 0,0-1 23 16,0-2-1-16,0 1-39 0,0-1 33 0,2 0 2 15,0 0-5-15,2 0 13 0,-1 0-15 0,2 0 5 16,-2 0-5-16,1 0 4 16,0 0-1-16,1 0 2 0,-3 0-5 0,3 0 4 15,-2 0 2-15,1 0-2 0,-1 0-22 0,-1 0 24 16,2 0-2-16,-2 0-13 0,2 0 12 0,-1 0 0 16,2 0-4-16,-2 0-10 0,1-1 8 0,2 1 4 15,-1-2 15-15,1 2-15 0,-2-3 0 0,1 3 0 16,-1-1 18-16,2 1-17 0,-3 0 1 0,1 0-3 15,0 0 4-15,2 0-1 0,-2 0 1 0,1 0-8 16,3 0 8-16,-1 0-1 0,5 0 2 16,-7 1 11-16,6 2-13 0,1-1 0 15,-3-1-5-15,3 2 5 0,-1-3 0 0,-4 0 1 16,8 2-5-16,-3-2 3 0,-1 0 1 0,0 1-1 16,3-1 10-16,-3 0-8 0,4 1 0 0,0-1-9 15,-1 3 8-15,0-1 0 0,1 1-2 0,2-1-30 16,2 0 30-16,0 0 1 0,0 0-25 0,1 0 0 15,1 1 20-15,-1-3 3 0,3 0-9 16,0 0 7-16,-2 0-4 0,3 0 7 16,5 0 17-16,-9 0 0 0,11 0-22 0,-2 0 30 15,-1 0-26-15,2 0-1 0,4 0 4 0,0 0-3 16,-1 0 6-16,2 0-5 0,-4 0-29 0,3-3 30 16,-2 1 2-16,2 0 0 0,-2 0-30 0,2 0 0 15,0 0 23-15,1-1-6 0,3-2 4 0,0 1-5 16,-3 0 6-16,3-2 3 0,-2 0-5 0,-1-2 1 15,-6 5-3-15,12-4 13 0,-8-1-10 16,4 3 0-16,-6-3 29 0,3 2 0 16,2 1-23-16,-1-3 3 0,1 3 47 0,0-1-25 15,-2 0 7-15,0 1 138 0,1-1-172 0,-1 1 0 16,2-4 0-16,-2 4 0 0,0-1 0 0,1 3 0 16,3-1 0-16,0 0 0 0,0 1 0 0,-2-1 0 15,2 2 0-15,-2 1 0 0,1-2 0 0,-1 1 0 16,0 1 0-16,-1 1 0 0,2-2 0 0,0 2 0 15,2-1 0-15,1 1 0 0,0-4 0 16,-1 4 0-16,-2-2 0 0,-1 2 0 0,2-1 0 16,-3-1 0-16,1 0 0 0,0 0 0 15,-2 1 0-15,2-3 0 0,1 2 0 0,-1-3 0 16,1 2 0-16,-2-2 0 0,0 3 0 0,1-2 0 16,-2-2 0-16,1 1 0 0,1 1 0 0,2-2 0 15,-3-1 0-15,7 1 0 0,1 0 0 0,6-1 0 16,-11 1 0-16,7 1 0 0,-3-1 0 0,1-1 0 15,1 1 0-15,1 2 0 0,-2-4 0 0,8 1 0 16,-2 2 0-16,-1-1 0 16,-8-1 0-16,5 1 0 0,8-2 0 0,-8 0 0 15,-3 0 0-15,4 1 0 0,-6 0 0 0,12-2 0 16,-5 1 0-16,1 1 0 0,-2-1 0 0,-6 1 0 16,3 2 0-16,1-1 0 0,-1-3 0 0,8 5 0 15,-9-2 0-15,5-1 0 0,-4 3 0 0,14-5 0 16,-10 6 0-16,0-3 0 0,0 3 0 15,-2-3 0-15,-5 3 0 0,11-1 0 0,-6 0 0 16,2 1 0-16,0-1 0 0,-4-2 0 16,10 2 0-16,-8 1 0 0,0-3 0 0,-8 2 0 15,6 0 0-15,0 0 0 0,-1 1 0 16,7-2 0-16,-5 3 0 0,2 0 0 0,-8-1 0 0,2 0 0 16,2-1 0-16,-2 2 0 0,-2-2 0 0,-2 2 0 15,1 0 0-15,-7 1 0 0,10-2 0 0,-3 1 0 16,1-1 0-16,-4 1 0 0,3 1 0 0,-8-1 0 15,9 2 0-15,-5-2 0 0,0 2 0 16,-1 0 0-16,2 0 0 0,-6 0 0 16,12 0 0-16,-5 0 0 0,2 0 0 0,0 0 0 15,-2 0 0-15,-6 0 0 0,10 0 0 16,-5 4 0-16,0-3 0 0,-1 1 0 0,2 2 0 0,-1-3 0 16,1 3 0-16,3-2 0 0,-2 0 0 0,1 0 0 15,-1 2 0-15,-6-2 0 0,9 0 0 0,-6 1 0 16,-3 0 0-16,2-2 0 0,-3 2 0 0,-5-1 0 15,10 1 0-15,-4-3 0 0,3 5 0 16,-4-3 0-16,4 0 0 0,-9 0 0 16,7 0 0-16,-3 0 0 0,-1 1 0 0,-9 0 0 15,6-2 0-15,-4 1 0 0,0 2 0 0,0-3 0 16,-3 2 0-16,0-1 0 0,-2-2 0 0,-5 1 0 16,7-1 0-16,-5 0 0 0,-2 0 0 0,-4 0 0 15,1 0 0-15,-1 0 0 0,-5 0 0 0,0 0 0 16,-2 3 0-16,0-3 0 0,-6 0 0 0,2 0 0 15,-1 0 0-15,-4 0 0 0,1 0 0 0,-4 1 0 16,1-1 0-16,-1 0 0 16,0 0 0-16,-1 0 0 0,1 0 0 0,-2 0 0 15,0 0 0-15,0 0 0 0,0 0-230 0,0 0 186 16,0 0 12-16,0 0-709 0,0 0 346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20T07:45:04.2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10605 13988 397 0,'-8'-22'0'0,"3"11"0"0,1 7 0 0,2 3 0 0,2-2 0 0,0 3 0 0,0 0 169 0,2 0-67 0,6 8-35 0,4 5-114 16,2 2 30-16,0 2 0 0,0-1 35 0,1 4-27 15,-3-2 0-15,-1-1 26 0,-2 2-41 0,-1-4 34 16,-3 0 0-16,1 1-1 0,-4-4 66 0,-1-2-28 16,1 1-3-16,0 0 68 0,-2-4-48 0,0 1-16 15,0-2 0-15,0-2 70 16,0-1-47-16,0 0 1 0,0-3-39 0,0 0 38 15,0 0 0-15,0 0-30 0,2 0 15 0,0 0 0 16,0 2-23-16,4 0 0 0,-1-1 37 0,3 1-9 16,1 0-28-16,3 2 17 0,-1-2-17 0,1 1-1 15,2 1 9-15,2 2-47 0,4-2 38 0,-1-1 1 16,3-1 0-16,2 2-27 0,1-3 7 0,5-1 20 16,0 0-30-16,2 0 17 0,2 0 10 0,-1 0-16 15,3 0-4-15,-1-1-17 0,2-3 30 16,0 0-7-16,-1 0 5 0,-1 3-4 0,-1-2 8 15,1 0-47-15,2 3 41 0,-1 0 0 16,-3 0-1-16,-1 0-27 0,0 0 5 0,0 0 17 16,-2 0-22-16,0 0 20 0,-2 3 4 0,1 0-8 15,-3-2 2-15,4 2-2 0,-3-2 3 0,2 1 32 16,-1 0-31-16,2-2-2 0,0 0 5 0,0 0 23 16,4 0-25-16,-2 4 4 0,4-4-3 0,2 0-19 15,-3 0 23-15,2 0 0 0,-1 0-3 16,0 0-19-16,2 0 18 0,-3 0 0 15,1 0 5-15,-1 0-8 0,1 0 3 0,1 0 34 16,0 0-34-16,0 0-2 0,1 0 4 0,4 0 29 16,0 0-30-16,1 0 3 0,1 0-2 0,1 0-14 15,-4 0 19-15,8-4-1 0,-5 4-24 0,2-4 21 16,-3 0 0-16,2 0-1 0,-4 4-10 0,9-6 8 16,-8 3 1-16,4 0-18 0,0 0 17 0,0 0-4 15,-5 1 6-15,10-1-30 0,-8 1 25 0,0-1-1 16,1 2 2-16,-3-4-32 15,-4 4 32-15,8 0-4 0,-5-4-21 0,-5 1 20 16,9 0 1-16,-3 1-3 0,-4-2-5 0,9 0 4 16,-5 0 2-16,-2 0-27 0,-5-1 26 0,2 0-2 15,0 2-1-15,-2-1-13 0,-3 1 14 0,1-2-1 16,-2 3-17-16,2-2 17 0,-2 4-2 0,0-3 2 16,-1 2-23-16,-1-1-2 0,0 1 23 0,2 0-3 15,-1 0-3-15,1 0 3 0,-3 2 1 0,1 0 6 16,0 0-7-16,-1 0-3 15,3 0 1-15,-2 0 22 0,2 0-20 0,-1 0 1 16,1 0-1-16,1 0 37 0,0 4-32 0,0-2-3 16,1 1 19-16,2-1-17 0,0 0 4 0,1 0-3 15,1-2 37-15,2 2-35 0,5-2 1 0,-2 0 22 16,1 0-19-16,-7 0-2 0,12 0 4 0,-5 0 20 16,-1 0-19-16,3 0-3 0,0 0 4 15,-5-2 6-15,12 0-6 0,-6-2-3 16,3 1-37-16,-2-3 37 0,3 2 1 0,-6 2 2 15,8-3-46-15,-2 0 42 0,-4 3-5 0,2-3-12 16,0 1 10-16,-5 1 4 0,8-1-6 0,-3-1 4 16,-2 1-3-16,4-2 2 0,1 0-5 0,1 2 3 15,0-1 1-15,-1 2 1 0,0-1-3 0,-2 0 3 16,-2 1 0-16,-7 0 0 0,10 2-29 0,-8 1 28 16,1 0 0-16,-1 0-29 0,2 0 27 0,-3 0 0 15,10 0-3-15,-3 0-2 16,-1 0 1-16,4 0 2 0,-6 0-3 0,0 0-3 0,6 0 3 15,-3 0 3-15,0 0 8 0,0 0-9 16,2 0-1-16,0 0 0 0,4 0 17 0,1 0-16 16,2-3 2-16,2 2 29 0,1-4-28 0,-1 4-1 15,7-5 3-15,-4 3 8 0,1-2-8 0,0 1-1 16,3 0 3-16,-3-1 7 0,17 0-7 0,-7 1-1 16,-3-1-1-16,5-1 1 0,-1 1 1 0,2-1-1 15,2 0 13-15,15-1-12 0,-6-1-1 0,-9 2 0 16,9-1 1-16,8-3-1 15,-7 2 0-15,0 1-2 0,5 0 2 0,0 0 1 16,-14 0 1-16,19 3-10 0,-12-1 9 0,2-2-1 16,3 3-3-16,2-2 3 0,-9 5 0 0,16-5 0 15,-8 5 27-15,-1-3-26 0,0 1-1 0,6 3-5 16,-8-3 7-16,21 0-1 0,-12 2 1 0,2-2-30 16,0 0 29-16,4 0 0 0,6-1 0 0,-2-2-19 15,-1 3 17-15,-2-3 1 16,-1 2-17-16,5-2 15 0,-3 4-4 0,-1-3 4 0,-5 3 3 15,0 0-5-15,-1 1-1 0,4-1 26 16,-8 2 0-16,16 0-22 0,-11 0-1 0,5 0 21 16,-3 0-17-16,11 0-2 0,1 0 1 0,0 0 4 15,0-2-3-15,1 0 0 0,18 0-16 0,-9 0 16 16,-19 1 1-16,13-2 0 0,0 2-40 0,12-2 38 16,-7 2-3-16,-17-1-12 0,10 2 10 15,-2 0-1-15,1 0 2 0,16 0 7 0,-25 0-7 16,8 2 0-16,-1 2-2 0,-1 3 7 15,17-1-5-15,-25 1 0 0,10 0-33 0,0-1 33 16,-3 2-1-16,18-3 2 0,-10 3-38 0,-14-4-2 16,10 0 36-16,1 0 8 0,1 2-12 0,16-3-3 15,-28 1 4-15,9 1 25 0,-1-2 0 0,-4 3-26 16,4 0 28-16,-1 2 1 0,-6-3-25 0,-1 3 5 16,0-2 5-16,-1 1 1 0,3-2-8 0,-2 3 15 15,-4-3-48-15,-1 1 3 0,-2 2 32 16,-3-3-43-16,-6 0 40 0,18 0-4 15,-14 1 3-15,-3-3 11 0,-12 1-12 0,3 2-7 16,1-3-23-16,0 1 27 0,-2-2 1 0,-7 0-2 16,-2-2-51-16,-13 0 21 0,3 0 3 0,-6-2 27 15,-9-4-167-15,-12-1 71 0,-6-2 41 0,-9 1-223 16,-7 2 131-16,-9-1 61 0,-2 1 32 0,-32 4-429 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20T07:45:44.7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10926 2410 434 0,'-3'0'0'0,"-1"-3"0"0,1 1 0 0,0 1 0 0,-1-1 71 0,2-1 1 16,-1 2-40-16,-1-1 46 0,2 0-22 0,0 2 7 16,0-1-30-16,2 1 57 0,-1-2-28 0,1 2-1 15,0 0-28-15,0 0 43 0,0 0-9 0,0 0-34 16,0 0 0-16,0 0 0 0,0-3-1 0,0 3 16 16,1-1-15-16,3 1 0 0,2-2-1 15,-1 2 9-15,0-2-8 0,4 2 8 16,-4 0-9-16,4-2 18 0,0 2-17 0,0 0 0 15,2 0-1-15,-2-3 7 0,4 3-6 0,-2 0 0 16,3 0-33-16,-1 0 33 0,1 0-1 0,5 0-25 16,1 0 25-16,0 0-1 0,2 0 0 0,1 0-21 15,4 0 20-15,-4 0 2 0,7 0-3 0,-1 0-27 16,2 0 24-16,1 0-5 0,0 0 6 16,5 0 31-16,0 0-32 0,0 0-1 0,-1-7-37 0,1 2 37 15,2 2 7-15,-4-1-40 16,1 0 0-16,-1 0 31 0,1 2-1 0,2-2-6 15,-2 3 7-15,1-1-2 0,2 2-6 0,-3-3-34 16,2 3 37-16,5 0-7 0,-6 0-1 0,11-1-20 16,-4 0-5-16,2-6 28 0,2 2-10 0,1-3 8 15,4 1 1-15,-3-2-24 0,1 2-2 0,-1 1 23 16,-2-2-2-16,-5 4-25 16,-3 3 0-16,6-1 23 0,-4-1-3 0,-6 1-9 15,1 2 8-15,0 0 2 0,1 0-3 0,0 0-3 0,3 0 1 16,-7 0 3-16,5 0 9 0,3 0-10 15,-7 0-1-15,5 0 1 0,-1-1 7 0,1-2-6 16,-3 2 1-16,1-2-20 0,-5 2 20 0,-1-1-1 16,-2 0 2-16,-7 0-38 0,2 2 35 0,-5 0 0 15,1 0-2-15,-6 0-29 0,0 0-4 0,-4 0 31 16,1 0-10-16,-3 0 8 0,-2 0-6 0,3 0 34 16,-4 0-30-16,-3 2 2 0,1-2-3 0,-2 0-3 15,-1 0 4-15,1 0 1 16,-2 0 3-16,0 0-17 0,0 0 18 0,0 0-3 15,0 0 1-15,0 0-71 0,0 0 32 0,-7 0 0 16,-2-2-315-16,-3 1 164 16,3-2 70-16,0 0-281 0,-3 2 186 15,3-4 94-15,-4 2 47 0</inkml:trace>
  <inkml:trace contextRef="#ctx0" brushRef="#br0" timeOffset="231.38">13323 2007 785 0,'0'2'0'0,"0"2"0"0,4 2 0 0,7-5 0 0,4 2 0 0,2 1 120 16,9-1-43-16,0 4-22 0,5 4 222 0,2-3-114 15,-3 5-69-15,0 2 23 0,-1 3-42 0,-5-2-21 16,0 3 0-16,-1 0-56 0,0 0 14 0,-5-2-1 16,-3-3 22-16,-2 1-2 0,-3 3 1 15,-6-4 9-15,-2 1-8 16,-2 0-48-16,-4 0 23 0,-15 2 1 0,-2-2-87 15,-5 0 36-15,-4 0 28 0,-12 3-194 0,-1 0 95 0,-8 2 55 16,-12 3 15-16,-5 0-348 0,-18 5 183 0,1-2 87 16,-3 2 45-16</inkml:trace>
  <inkml:trace contextRef="#ctx0" brushRef="#br0" timeOffset="1026.77">12435 2355 839 0,'0'-6'0'15,"0"5"0"-15,0-3 0 0,0-2 0 0,0 2 0 0,0-2 0 0,0 3 0 0,0-1 0 0,0 2 109 0,0 0-38 0,0 0 33 0,0 1-36 0,0-1 1 16,0 2-28-16,0 0 38 0,-2 0-23 0,0 0 0 16,-4 0-23-16,-2 2-40 0,1 5 48 15,-4 4-8-15,-1 5-1 0,-2 0 31 16,-6 3-30-16,-1 3 0 15,-2 5 32-15,-11 4-8 0,-1 2-25 0,-2 2 32 0,-11 7-31 0,-3-1 0 16,3-4 8-16,-11 13 16 0,3-6 0 0,1 2-24 16,0-2-1-16,2 2 23 0,9-9 8 15,-9 8-31-15,14-10 1 0,0-2 33 0,1-1 0 0,2-6-33 16,4-1 27-16,-4 3-27 0,1-4-1 0,1-1-34 16,6-2 35-16,-4 0 0 0,4 0 8 15,-2 0-49-15,3-1 41 0,4-2 0 16,3-2 0-16,5-2-68 0,-2 0 33 0,4-2-7 15,4-3 36-15,1-3-100 0,3 0 44 0,0-3 13 16,3 1-74-16,1-3 46 0,-1-1 15 0,2 0-100 16,0 0 61-16,0 0 22 0,0 0 3 0,0 0-58 15,0 0 28-15,0 0 25 0,0 0-5 0,0 0-183 16,0 0 93-16,0 0 59 0,0 0 26 0,0 0-277 16,8-1 151-16,5-10 76 0,0-2-159 15,2-3 121-15,0-4 57 0,2-1-71 0,-4 1 64 16,2-3 31-16,-4 4-7 0,1-2 72 15,-1 0 0-15,-2 0 0 0,1 2 0 0,-3 0 0 16,1 0 0-16,-1 1 0 0,1 0 0 0,-1 3 116 16,1 0-80-16,-1 2-34 0,0 5 337 0,0 0-168 15,-6 3-45-15,3 3 134 0,-2-1-114 0,0 3-48 16,-2 0-37-16,0 18 2 0,-9 3-31 0,-9 12 1 16,-3 2 0-16,-4 5 90 15,-3 2-49-15,-1-2-20 0,3-2-1 0,5-8-16 16,1 3-4-16,4-9 8 0,4 0-8 0,0-5-1 15,8-6 1-15,1-4-38 0,3-2 38 0,0-1 8 16,1-4-8-16,17-2 16 0,10 0-16 0,11-11 0 16,6-8-10-16,6-3 46 0,13-6-40 0,-1-1 2 15,-1 4-2-15,2-1-189 0,-4 6 87 0,-5 5 52 16,5 0-434-16,-3 5 223 0,-4 7 90 0,0 1-416 16</inkml:trace>
  <inkml:trace contextRef="#ctx0" brushRef="#br0" timeOffset="2119.96">12423 785 416 0,'0'-2'0'0,"0"0"0"0,0 0 0 0,-2 0 0 0,2 1 0 0,-2-1 0 0,0 0 0 0,0 0 33 15,2 0-1-15,-1 2 10 0,1 0-1 0,0 0-9 16,0 0 1-16,0 0 2 0,0 0-3 0,0 0 9 16,0 0-8-16,0 0-29 0,0 0 29 0,0 0 0 15,0 0-1-15,0 0-20 0,0 0 20 0,0 0-3 16,-2 0-8-16,0 0 6 0,0 0 3 16,0 2 35-16,1 2-36 0,-1 1-3 15,0-1 3-15,0 2 16 0,2 1-15 0,-2-1 10 16,2 1-10-16,0 3-18 0,0 0 19 0,0 3 3 15,0-3-3-15,0 6-30 0,-3-1 29 0,3 1-28 16,-1 4 25-16,-1 0 1 0,0 1 0 0,2 1-23 16,-2 4 18-16,2-1 1 0,-2 1-2 0,2 2 14 15,0 2-13-15,-1 0 6 0,1 3-7 16,0-4 31-16,-2 4-28 0,2-2 0 0,0 3 1 0,0-3 25 16,-2 2-22-16,2-2-3 0,0 2-28 15,-2 1 1-15,0-2 27 0,0 1-27 16,2-1-7-16,0 2 31 0,-1 0-4 0,1 0-26 15,0 1 21-15,-2 0 10 0,0 4-15 0,0-4-24 16,-1 2 23-16,0 2 7 0,-3-2-12 0,1 1-2 16,1-2 7-16,-3 5-20 0,0-4-2 15,2-2 23-15,0 2 0 0,1-4 9 0,0-1-11 16,2 0 1-16,1-3-2 0,-1-2 26 16,2-4-25-16,0 0 3 0,0-2-5 0,0-3 32 15,0-1 1-15,0-2-28 0,0-6-15 0,0 2 19 16,0-5 1-16,0 0-3 0,0-4-68 0,0-1 33 15,0 1-1-15,0-2-103 0,0 0 59 0,0 0 33 16,0 0 7-16,0 0-248 0,0-5 116 0,-2-7 59 16,0-1 26-16,2-6-154 0,0-7 99 0,0-2 48 15</inkml:trace>
  <inkml:trace contextRef="#ctx0" brushRef="#br0" timeOffset="2353.34">12453 659 434 0,'-9'0'0'0,"0"0"0"0,0 0 0 0,0 3 0 0,-2 0 0 0,-2 2 0 0,2 3 63 15,-4-1 6-15,1 5-43 0,0-1-1 0,-2 2-126 16,2 0 54-16,-2 2 29 0,4-4-78 0,0-1 48 16</inkml:trace>
  <inkml:trace contextRef="#ctx0" brushRef="#br0" timeOffset="2516.9">12318 599 854 0,'5'7'0'0,"3"7"0"0,0-3 0 0,1 0 0 0,4 1 0 0,0 0 0 0,4 4 0 0,2-1 296 0,-3 0-123 0,9 6-74 16,-2-3-34-16,1 3-1 0,-1-1 1 0,1 3-33 15,0 2-299-15,3 0 146 0,-2 4 77 0,3 3-210 16,-6 0 137-16</inkml:trace>
  <inkml:trace contextRef="#ctx0" brushRef="#br0" timeOffset="3661.11">11307 2426 258 0,'-5'-1'0'0,"-1"-1"0"0,1-1 0 0,0 2 0 0,0-2 0 0,1 0 49 15,1 2-16-15,-1-4-1 0,0 3 1 0,2 1 36 16,2-1-28-16,-1 2-8 0,1 0 33 0,0 0 0 16,0 0-34-16,0 0 27 0,0 0 9 0,0 0-35 15,0 0-1-15,0 0-15 0,0 0 16 16,0 0 0-16,0 0 8 0,1 0 21 0,3 2-30 16,2 1 1-16,-1 3 0 0,2 1 25 15,2-1-17-15,0 3-9 0,0-1 8 0,-1 2-7 16,1-1 0-16,2 0-15 0,-1-2 23 0,3 3-9 15,-2 0 1-15,2-1 0 0,2 0 0 0,-1-3 0 16,2 3 8-16,0-1-25 0,2-1 15 0,1 2 2 16,0-5-5-16,-1 4 1 0,1-2 8 15,0-1-6-15,0 1-39 0,-2 0 37 0,-2-1 0 0,0 1-28 16,0-1 5-16,-1 1 21 0,-2 0-4 0,3 0-21 16,-2-2-2-16,2 0 23 15,1 1 0-15,-2-2-26 0,5 2 21 0,-1-4 1 16,2 1-4-16,1-1 5 0,0-1-1 0,0 0-2 15,2 0-29-15,-2 0 29 0,-1 0-2 16,1 0-35-16,0 2 2 0,-3-2 31 0,3 2-2 0,-3 0-47 16,2 0 20-16,-1 1-3 0,-1 0 26 0,3 0-35 15,-2-2-6-15,1 0 36 0,3-1-10 0,0 0-4 16,-1 0 9-16,4 0 0 16,-1 0-12-16,1 0 31 0,-1 0-23 0,-4-2-1 15,8-5 9-15,-5 1-5 0,-3 2 1 0,4 0-13 16,-3-1 13-16,-1 2 1 0,2-2-1 0,-3 1-18 15,1 2 17-15,-2-3-1 0,1 2 0 0,3 1 16 16,-2-4-15-16,3 1-3 16,-2-1 14-16,-1 0-12 0,5-3 0 0,-3 2 22 15,3-4-21-15,-2 0 2 0,1-1 0 0,0 0-10 0,-3 3 10 0,-2-3 1 16,7 2 0-16,-6-2-24 0,1 1 0 16,0 0 21-16,-1-1 1 0,-2 3-21 15,5-4 19-15,-1 1-4 0,0-1-8 0,-3 0 7 16,3-3 2-16,-6 7-5 0,3-7 5 0,-1 2-3 15,0 3 2-15,-2 0 31 0,-4 0-30 0,-2 3 0 16,-2 1 0-16,-1 2 18 0,-4 0-17 0,0 2 4 16,-2 0-3-16,-1 1 25 0,1-3-23 0,-2 1 1 15,0 0-51-15,0 1 24 0,0-1 1 0,0 0-71 16,0 0 45-16,0-1 19 16,-3 4 0-16,-3-3-316 0,-2 2 160 0</inkml:trace>
  <inkml:trace contextRef="#ctx0" brushRef="#br0" timeOffset="4089.14">11091 2337 752 0,'-2'-9'0'0,"1"0"0"0,1 0 0 0,0 0 0 0,0-3 0 0,0-1 0 0,1 1 0 0,5 0 72 0,8-1-1 0,0-2-38 16,4 1 8-16,6-4-89 0,0 3 41 0,6-3 0 15,0 1-209-15,2 3 112 0,0-2 58 0,0 4-227 16</inkml:trace>
  <inkml:trace contextRef="#ctx0" brushRef="#br0" timeOffset="4216.8">11613 1976 216 0,'10'0'0'0,"-2"0"0"0,-1 0 0 0,0 0 0 0,1-5 171 16,-2 2-61-16,1-1-43 0,2 0 1 0,5 1-59 15,1 1 24-15,4 2 8 0,-1 0-8 0,8 0-235 16</inkml:trace>
  <inkml:trace contextRef="#ctx0" brushRef="#br0" timeOffset="4356.42">12086 1945 487 0,'5'4'0'0,"-3"0"0"0,2-2 0 0,-1 0 0 0,1-2 0 0,-1 0 107 0,3 0-37 15,2 0 0-15,3 0-73 0,4 0 14 0,2 0 0 16,6 0 22-16,0 0-284 0,4 0 128 0</inkml:trace>
  <inkml:trace contextRef="#ctx0" brushRef="#br0" timeOffset="4480.1">12647 1968 406 0,'5'3'0'0,"3"-1"0"0,1 1 0 0,1-1 0 0,-1 1 0 0,2-1 0 0,1 2-74 0,-1 1 40 0,1 2 1 0,4 1 40 0,-2-2-155 16</inkml:trace>
  <inkml:trace contextRef="#ctx0" brushRef="#br0" timeOffset="4614.74">13039 2078 450 0,'10'4'0'0,"1"1"0"0,-4-2 0 0,3 1 0 0,-4 0 0 0,1-2 0 0,-2 1 102 15,1 1-34-15,0-1 7 0,1 3-42 0,1 0-46 16,1 2 23-16,-1-1-1 0,-1 0-71 0,2 1 53 16,1 2 16-16,1 1-271 0</inkml:trace>
  <inkml:trace contextRef="#ctx0" brushRef="#br0" timeOffset="5728.12">11263 1166 456 0,'0'-4'0'0,"0"-1"0"0,0 3 0 0,0-2 0 0,0 0 0 0,0 1 0 16,0 0 0-16,0 1 0 0,0-1 59 0,0 1-26 0,0 0 31 0,0 2 1 15,0 0-24-15,0 0-8 0,0 0-25 16,0 0 24-16,0 0 1 0,0 0 0 0,0 0-13 16,1 0 12-16,1 0 1 0,0 4 0 0,0 4-6 15,0-1 6-15,-2 1 15 0,2 1-15 0,-2 1 0 16,0-3-7-16,1 2-6 0,-1 0 15 0,2 1-5 15,-2-1-1-15,0 3-19 0,2-4 20 0,-2 5 0 16,0-3 10-16,0 3-36 0,0 1 26 0,0 1-1 16,0 0-18-16,0 1 17 15,0 3 3-15,0-2-38 0,0 3 30 0,0-2 3 16,0 3-5-16,0 1-19 0,0 0 26 0,0 5-5 16,0 0-2-16,0-1-7 0,0 2 7 0,0 0 1 15,0 4 2-15,0-1 8 0,0 2-11 0,0 0 0 16,0 2 8-16,0 0-8 0,0 1 6 0,0-2 1 15,0 1-5-15,0-1-1 0,0 0 2 0,0 0-30 16,0-2 34-16,2-1-6 0,1-1 0 0,2 0-35 16,-1 3 0-16,-1-3 32 0,-1-5 3 15,2 4-50-15,-2-7 22 0,-1 3-7 0,1-3-7 16,-2 1 32-16,0-4-7 0,0-1-27 16,0-2 0-16,0-1 20 0,0-6 6 0,0 2-57 15,0-4 23-15,0-2-7 0,-3 0 34 0,1-1-55 16,-4-2 24-16,3-1-7 0,-1 2 29 0,-2-2-114 15,4-1 53-15,0 0 20 0,0 0-1 0,0 0-199 16,2 0 102-16,0 0-102 0,0 0 109 0</inkml:trace>
  <inkml:trace contextRef="#ctx0" brushRef="#br0" timeOffset="6554.54">13293 1117 154 0,'0'-5'0'0,"0"1"0"0,0 2 0 0,-5-1 0 0,4 1 0 0,-3-1 0 0,0 2 0 0,-1 1 22 0,-1 0-10 0,3 0 1 16,-3 0 0-16,2 0 13 0,0 0-8 0,2 0-5 15,2 0 1-15,-2 0 24 0,2 0 0 0,0 0-22 16,0 0 44-16,0 0-5 0,0 0-35 0,0 0 40 15,0 0 4-15,0 0-40 0,0 4 13 0,0 0 55 16,0-1-27-16,0 4 0 0,0 1-29 0,0 0 47 16,0 2-17-16,0 4-9 15,0-1-24-15,0 2 21 0,0 2 1 0,0-1-23 16,0 5 9-16,2 2 34 0,2 1-22 0,0 1 11 16,2 3 0-16,-2 0-31 0,-1 3 8 0,1 4 2 15,0 1-10-15,-3 1 0 0,3 6 0 0,0 1 0 16,-3-2 8-16,4 9-8 0,-3-2 0 0,0 2 1 15,-2 0-1-15,0-3-1 0,0-1-22 0,0 4-9 16,0-5 32-16,0-2-66 0,0-3 27 0,-2 1 0 16,-2-6 31-16,0 1-66 0,-2-1 26 15,3-3 0-15,-1-4 21 0,0-6-83 16,1-1 39-16,1-5 20 0,0-8-15 0,0-1-17 16,0-5 14-16,2 0-1 0,-2-3-138 0,2 0 80 15,-2 0 25-15,2-12-267 0,0-5 151 0,0-5 77 16</inkml:trace>
  <inkml:trace contextRef="#ctx0" brushRef="#br0" timeOffset="7356.88">11204 1258 152 0,'0'-2'0'0,"0"-3"0"0,0 1 0 0,0-1 0 0,0 3 0 0,0-3 148 0,0 4-58 0,2 0-10 15,0-2-23-15,0 3 8 0,3 0-33 0,1 0 15 16,4 0-14-16,-1 0 0 0,2 7 8 0,2 1 19 16,2 3 1-16,6 3-28 0,2 0 0 0,0 4 26 15,4-2 8-15,3 1-34 16,4 0 23-16,4 2 0 0,-1-4-23 0,4 0 30 16,-5-4 9-16,13 3-39 0,-2-3 0 0,4-4 30 15,1 0-30-15,3 1 0 0,3-4 8 0,10 0-34 16,-2-1 25-16,-1-1 1 0,1 1 0 0,1-2-45 15,-7-1 31-15,16 0-9 0,-9 0-54 0,-1 0 35 16,0 0 1-16,-1 0-49 0,-10 0 36 16,5 0-4-16,-3-1 23 0,-6-5-22 0,1 0 1 15,-3-3 11-15,-8-1-3 0,8-3-47 16,-8-1 23-16,-9 4-1 0,2-3 33 0,-6-1-42 16,-5 3 9-16,3-5 3 0,-10 3 33 0,4-1-12 15,-6 0-7-15,-2-1 32 0,-3 2-31 0,-2 0 4 16,-1 2 1-16,-2 0-8 0,-2 2 10 0,0 2-2 15,-2-2 3-15,0 4-52 0,0-1 24 0,0 5 1 16,-6-2 22-16,-5 3-181 0,-2 0 71 0,-2 10 52 16</inkml:trace>
  <inkml:trace contextRef="#ctx0" brushRef="#br0" timeOffset="8147.27">11120 1351 214 0,'0'-3'0'0,"-2"-3"0"16,2 2 0-16,0-1 0 0,0-1 0 0,0 3 131 0,0-4-50 0,2 2-15 0,5-5-9 0,5 2-28 16,-1-2 4-16,0 0 0 15,4 1-1-15,1 0-12 0,2-2 12 0,5 0 0 16,-2-1-19-16,2 2 19 0,2-4-1 0,1 1-15 16,2 0 14-16,4 0-1 0,2 1 1 0,7-3-25 15,1 2 0-15,-5 0 26 0,13-1-5 0,2 4-24 16,0-3-1-16,3 1 20 0,1 1 8 0,10 0-31 15,-7 0-1-15,6 4 20 0,-1 0-12 0,0 1 10 16,-8 3 7-16,14-3-25 0,-7 5 19 16,1-1-4-16,0 0 4 0,0-1 12 0,-6 2-10 15,13 1-3-15,-7 0 0 0,-2 0 38 16,-9 6-37-16,5 4 2 0,-5 5 2 0,-3 3-10 16,-3 4 7-16,-6 1 4 0,-1 0-47 0,-9-2 21 15,0 4 4-15,-3-2-22 0,-4-1 37 0,-1-2-4 16,-2 0 3-16,-3-7 36 0,-2 2-35 0,-2-3-9 15,-2-2 6-15,-3-2 35 0,1-3 1 0,-5 1-37 16,-1-4 5-16,-3 0 35 0,2 0 1 16,-3-2-26-16,0 0 53 0,0 0-24 15,0 0 6-15,0 0 7 0,0 0-39 0,0 0 10 16,-3 0-8-16,-4 0-312 0,0 0 154 0,-2 0 65 16</inkml:trace>
  <inkml:trace contextRef="#ctx0" brushRef="#br0" timeOffset="19759.66">15648 1708 888 0,'-13'0'0'0,"5"0"0"0,4 0 0 0,3 0 0 0,1-3 0 0,0 1 0 0,0-2 0 0,13-1 278 0,9-1-122 15,4-1-62-15,5-3-31 0,2 2 84 16,3 1-49-16,0 2 64 0,-2-1-64 0,2 2-33 15,-5 3 1-15,0-2-99 0,-7 1 41 0,1 2-8 16,-5 0 33-16,-3 0-244 0,-6 0 122 0,-2 0 61 16,-2 6 39-16,-6 1-492 0,-1 0 238 0,0 1 67 15,-10 0 75-15,-4 4-250 0,-4-3 151 16</inkml:trace>
  <inkml:trace contextRef="#ctx0" brushRef="#br0" timeOffset="19920.24">15869 1730 787 0,'-7'0'0'0,"3"-3"0"0,3 2 0 0,1 1 0 0,0 0 0 0,0 0 0 0,0 0 0 0,0 1 267 0,1 10-109 0,1 4-67 16,0 3 100-16,-2 3-78 0,0 1-41 0,0 5 164 16,-11 1-93-16,-3 1-60 0,-4 3-25 0,-4 2-46 15,-3-2 20-15,0 0 1 0,3-6 8 0,-4 2-216 16,0-1 103-16,1-5 53 0,4-1 26 0,5-8-421 16,0-1 221-16,7-5 46 0,4-3-178 15,3-4 120-15</inkml:trace>
  <inkml:trace contextRef="#ctx0" brushRef="#br0" timeOffset="20078.82">15795 1987 1368 0,'12'0'0'0,"2"0"0"0,-3 5 0 0,-2 2 0 0,1 1 0 0,-4 2 0 0,-1 5 184 0,-1 2-76 0,-2 5-38 0,1 3 333 0,-1-1-186 0,-2-2-83 16,0 11-56-16,0-7-42 0,0 3-3 15,0-4-1-15,0-4 1 0,0 1-347 16,0-5 169-16,0-6 89 0,0 0-515 0,2-9 296 15,1-2 149-15,-2-1-314 0</inkml:trace>
  <inkml:trace contextRef="#ctx0" brushRef="#br0" timeOffset="20219.43">15951 1960 1444 0,'1'-1'0'0,"3"-1"0"0,1 2 0 0,-1 0 0 0,1 0 0 0,-2 3 0 0,1 3 0 0,0-1 272 0,-1 4-119 0,3-2-52 16,1 2-38-16,1 1 23 0,-2-2-27 0,-1 5 1 15,1-7-28-15,-1 2-400 0,3-1 196 0,0-6-506 16,-1-1 339-16</inkml:trace>
  <inkml:trace contextRef="#ctx0" brushRef="#br0" timeOffset="20477.27">16283 1573 928 0,'4'-1'0'0,"-2"1"0"0,-1 1 0 0,-1 11 0 0,0 1 0 0,0 3 189 15,-7 5-79-15,-5-1-30 0,0 6-8 0,-6-2 30 16,4 2-35-16,-6 0 1 0,4-5-100 0,1-4 41 16,-2 0-8-16,2-6 3 0,4-1 1 0,4-4 27 15,0-3 9-15,3-1 111 0,3-2-60 0,1 0-30 16,0 0 0-16,3 0 80 0,11-5-47 0,4-4-35 16,1 0 0-16,2 2 13 15,-1 1 1-15,3 0-42 0,0 2-33 0,0 1 12 16,-3 0 1-16,-1 1-294 0,-1-1 157 0,-1 2 79 15,-2 1 48-15,-1 0-570 0,-3 0 253 0,0 0 147 16,-3 0 40-16,-1 0-282 0,-5 0 181 0</inkml:trace>
  <inkml:trace contextRef="#ctx0" brushRef="#br0" timeOffset="20611.57">16416 1735 921 0,'0'-5'0'0,"0"1"0"0,0 2 0 0,0 0 0 0,0 0 0 0,0 2 0 0,0 0 420 0,2 0-186 0,0 0-104 16,5 2-49-16,0 6 120 0,2 0-84 0,-2 5-42 15,0 0-13-15,0 1 42 0,0 0-36 0,-2 6 0 16,-1-2-445-16,-2 0 204 0,0 1 111 0,-2-1-551 16,0 0 315-16</inkml:trace>
  <inkml:trace contextRef="#ctx0" brushRef="#br0" timeOffset="20787.09">16213 2006 1096 0,'-7'7'0'0,"3"5"0"0,0-2 0 0,3 3 0 0,-1-1 0 0,2 5 0 0,0 2 508 16,0 1-237-16,0 2-119 0,0 2-52 0,0-1 105 16,0 0-86-16,0 2-120 0,2-3 1 0,-1-1 33 15,3-2 8-15,-2-2-425 0,0-6 208 0,-1-2 105 16,1-2 52-16,0-2-534 16,-2-4 279-16,0-1 63 0</inkml:trace>
  <inkml:trace contextRef="#ctx0" brushRef="#br0" timeOffset="21061.37">16151 1998 1156 0,'-2'-7'0'0,"2"3"0"0,0 2 0 0,5-2 0 0,6-1 0 0,5-1 0 0,3 2 0 0,9-2 0 0,-1 3 292 0,1 1-130 0,-1-2-26 16,-6 2-51-16,2 2-19 0,0 0-7 0,-5 0-67 16,-2 0 20-16,-5 0 0 0,1 0 21 15,-5 6-13-15,-2-1-9 0,-1 3 22 16,-2 2 0-16,-2-1 95 0,0 2-47 0,0 3-16 15,0-1 128-15,0 2-79 0,0 4-42 0,0-1 30 16,0 1-35-16,0 3 9 0,0-2-44 0,0 7-25 16,2-2 0-16,3 0 26 0,3 2-1 15,0-5-167-15,-1 5 79 0,-2-6 45 0,2 1 21 0,-2-3-310 16,-1-1 158-16,-2-6 42 0,-1 1-264 16,1-4 155-16,-2-1 88 0,0-2-78 0,0-5 84 15,-9 2 33-15,-5-3 28 0,2 0-273 16,-4-3 148-16</inkml:trace>
  <inkml:trace contextRef="#ctx0" brushRef="#br0" timeOffset="21193.74">16221 2144 671 0,'-14'-9'0'0,"5"5"0"0,2 1 0 0,4 1 0 0,1 0 119 0,2 0-43 0,0 0-22 0,7 0 253 0,7 0-141 0,4 1-66 16,0-2-34-16,3 1 35 15,0 2-33-15,-1 0 7 0,-3 0-42 0,-2 0-327 16,-1 8 163-16,-7 4-178 0,-3 2-104 0</inkml:trace>
  <inkml:trace contextRef="#ctx0" brushRef="#br0" timeOffset="21320.4">16268 2268 820 0,'-9'0'0'0,"5"0"0"0,0 0 0 0,2-1 0 0,2-6 0 0,0 2 185 0,2-4-80 0,11 0-36 16,3-1 55-16,2 1-46 0,1-1-22 15,-1 1 8-15,3 0-143 0,0-1 56 0,-1 3 28 16,-1-2 0-16,2-1-435 0,-6 0 219 0</inkml:trace>
  <inkml:trace contextRef="#ctx0" brushRef="#br0" timeOffset="21816.6">16666 1627 1088 0,'0'-7'0'0,"-2"6"0"0,-5 1 0 0,-2 3 0 0,-1 10 0 0,1 7 0 0,-1 6 174 0,2 2-71 0,3 1 193 16,1 4-132-16,2-2-65 0,2-3-25 0,0 5-6 15,4-8 1-15,5-5-36 0,5-2-1 0,-2-2-99 16,4-5 58-16,-1-4 17 0,-2-3 0 0,0-4-153 16,1 0 89-16,-5 0-170 0,-2-7 105 0,-1-6 67 15,-3-5-21-15,-1 2-103 0,-2-3 55 16,0 0 44-16,-2 1 16 0,-7 1 0 0,-2 0 1 16,-4 4 29-16,2 4 0 0,-4 3 24 15,2 1-31-15,-2 4 7 0,4 1 35 0,-1 0-1 16,5 4-33-16,2 5 5 0,3 2-14 0,2 5 9 15,2-3 4-15,0 2-97 0,0 1 46 0,0-1 24 16,2 1-9-16,5-2-31 0,1 1 32 0,-1 0-1 16,-1 0 32-16,0 3 59 0,-4-2-60 0,0 3 33 15,-2 3 181-15,0 3-119 0,0-1-48 16,-2-1 479-16,-6 5-231 0,2-1-127 0,1-4-30 16,1-2 352-16,2 0-212 0,2 0-98 0,0-6-61 15,0 0 35-15,2-5-44 0,5-2-22 16,5-3 0-16,1-4-49 0,4-1-8 0,-2 0 35 15,2-1 0-15,-2-11-200 0,-2-2 99 0,0-6 59 16,-2 2-252-16,-3-1 147 0,-4 2 15 0,-2 0-117 16,-2 4 64-16,0 4 55 15,-2-1 24-15,-12 4 123 0,1 4-41 0,-4 0-21 0,-1 2 0 0,-3 0 205 16,-4 12-108-16,9-2-60 0,-5 3-7 16,6 0 92-16,2-1-28 0,4-2-69 0,1-1 2 15,7 1 0-15,1-2 31 0,0-5-460 16,1 0 211-16,14-3 98 0,6 0 53 0</inkml:trace>
  <inkml:trace contextRef="#ctx0" brushRef="#br0" timeOffset="21978.7">16944 1741 1657 0,'0'-3'0'0,"0"3"0"0,0 0 0 0,0 0 0 0,-4 0 0 0,-3 6 0 0,3 3 0 0,1 2 167 16,-2 0-67-16,1 0-34 0,3 4-8 0,-1-2-25 15,0 0 0-15,2-3-385 0,0-1 193 0,0-4 104 16,0-1 39-16,0-4-588 0,0 0 285 16</inkml:trace>
  <inkml:trace contextRef="#ctx0" brushRef="#br0" timeOffset="22261.98">16875 1635 1073 0,'-4'-15'0'0,"4"4"0"0,0 2 0 0,4 0 0 0,10 1 0 0,9 1 0 0,2 3 0 0,4 0 0 0,3 2 315 0,2 0-141 0,-1 0-70 15,1 2 74-15,0 0-72 0,-4 0-29 0,-2 4-82 16,-7 2 0-16,2 3 37 0,-7 2 1 0,-4 0-208 16,-4 5 112-16,-7 0 44 0,-1 7 25 0,-3-3-249 15,-16 5 135-15,-11 3 18 16,3-6-70-16,-10 7-6 0,1-9 68 0,4-2 147 0,-3-1-41 16,-1-5 1-16,10-2-50 0,1-2 121 15,5-3-56-15,9-2-28 0,4-3-1 0,3 0 359 16,4 0-180-16,0 0-50 0,4 0-58 0,12 0 105 15,8-3-69-15,-1 0-35 0,-3-2 9 0,4-2-78 16,-1 1 35-16,0 1-262 0,-5 0 131 0,-2 1 65 16,-7 2 42-16,0 0-450 0,-4 0 223 0,-2 2 85 15,-1 0 61-15,-2 0-184 0,0 0 104 0,-12 0 63 16</inkml:trace>
  <inkml:trace contextRef="#ctx0" brushRef="#br0" timeOffset="22708.69">17028 1730 714 0,'0'-3'0'0,"0"3"0"0,-2 0 0 0,1 6 0 0,-3 3 0 0,-3 6 0 0,0 1 0 0,2 3 246 0,-3 1-106 0,1 3-54 16,-1-3-18-16,-3 7 167 0,2-5-101 0,-4 0-50 15,0 0 13-15,1-6-12 0,-1 0-17 16,6-8-10-16,2 2 1 0,-2-2-27 16,4-5 1-16,3 1-24 0,0 0 8 0,0-2 16 15,1-2 0-15,11 1-78 0,5-1 39 0,2 3 8 16,2-3-2-16,0 0-8 0,0 2 7 0,2 0-14 15,-5-1-9-15,-1 1 42 0,-2 1-18 0,-5 1 76 16,-1 0-34-16,-3 0 1 0,-3-1-31 0,-1 2 144 16,0-2-65-16,-2 3-33 0,0 1-8 0,0 1 83 15,0 2-51-15,0 1-16 16,0 0-9-16,0 4 74 0,2-1-49 0,2 4-25 0,2-1-52 0,3 2 36 16,-2 1-9-16,3 1-100 15,-1-2 50-15,-1 2 25 0,-1 0 1 0,-1-1-35 16,0-4 26-16,-4 3 0 0,-2-4 5 0,0-1 25 15,0-4-57-15,0 0 26 0,-11-1-65 0,-3 0-68 16,-3-5 24-16,0 2-144 0,-9-4 105 0,3 1 51 16,-7-3 36-16,-2 0-56 0,0 0 44 0,-1-8 21 15,-1-3-1-15,2-5-25 0,4 1 8 16,5-2 39-16,9 2 0 0,0-2 34 16,8 0-1-16,5 3-41 0,1-4 9 0,0 3 80 15,12 0-40-15,9 2 0 0,2 3-3 0,0 0-7 16,9-2 0-16,-4 5-206 0,2-1 95 0,-2 5 43 15,0-2 10-15,-4 4-402 0,0 1 218 0</inkml:trace>
  <inkml:trace contextRef="#ctx0" brushRef="#br0" timeOffset="23127.91">17405 1775 1316 0,'-7'-8'0'0,"7"6"0"16,0 2 0-16,0 0 0 0,7-1 0 0,9 1 0 0,0 0 363 0,7 0-165 0,7 0-82 0,2 0-42 0,4 0 104 15,-1 0-65-15,1-2-44 0,-2-2 0 0,0-1-58 16,-4 3 22-16,-10-3-40 16,3 1 8-16,-4 3 32 0,-8-2 0 0,-2 2-32 15,-3 1 32-15,-2 0 0 0,-2 0 8 0,-2 9 34 16,-6 10-22-16,-9 3 1 0,-4 6-21 0,-5 6 95 15,5-6-40-15,-2 7-31 0,3-2 0 0,-1 0-55 16,4-2 31-16,1-3 0 0,2-3-26 0,-2 3-7 16,1-3 33-16,0-5-68 0,0-1 33 0,-2-4 1 15,2 0 42-15,0-6-61 16,5-1 23-16,-1-3-7 0,1-1 0 0,5-2 125 16,-1-2-47-16,2 0-35 0,2 0 1 0,0 0 143 15,0 0-75-15,0 2-86 0,11-1 147 0,8-1-169 16,5 3 0-16,2-1 0 0,1-1 0 0,3-1 0 15,-6 3 0-15,8-3-288 0,-5 2 169 0,-1-1 58 16,-6-1 41-16,1 3-544 16,-2-2 259-16,-4-1 133 0,-4 2 70 0,-3-2-415 0,-2 0 242 0,-5 0 121 15,-1 0-178-15,0-2 153 0</inkml:trace>
  <inkml:trace contextRef="#ctx0" brushRef="#br0" timeOffset="23271.52">17515 2014 1515 0,'-18'-1'0'0,"9"0"0"0,2-2 0 0,1 1 0 0,4 1 0 0,2-1 0 0,2 0 158 0,19-1-63 0,3 3-23 0,6 0 290 16,4 0-165-16,0 0-82 0,1 0-41 0,3 0-143 15,-4 7 59-15,0-4 17 0,-2 2 0 16,-2 1-553-16,0-1 290 0</inkml:trace>
  <inkml:trace contextRef="#ctx0" brushRef="#br0" timeOffset="23423.12">18031 1860 1743 0,'-2'-3'0'0,"2"0"0"0,0 0 0 0,8 0 0 0,7-3 0 0,0 3 0 0,0-1 0 0,4 0 0 0,3 0 0 0,-3 3 170 16,2-2-73-16,1 3-32 0,-3 0 0 0,0 0-460 15,-5 8 214-15,-2 5-546 0</inkml:trace>
  <inkml:trace contextRef="#ctx0" brushRef="#br0" timeOffset="23566.74">18044 2088 1136 0,'-23'6'0'0,"11"-2"0"0,0 1 0 0,5-3 0 0,3-2 0 0,2 0 0 0,2 0 455 0,0-2-211 0,11-3-98 0,12-3-60 0,3-1 8 16,3-1-31-16,4 1 1 15,1-2-31-15,0 1-315 0,-4 2 153 0,0 2 81 16,-9 2 41-16</inkml:trace>
  <inkml:trace contextRef="#ctx0" brushRef="#br0" timeOffset="23905.84">18386 1730 1570 0,'9'-4'0'0,"8"0"0"0,4-3 0 0,-1-3 0 0,3 3 0 0,-2 1 0 0,6-2 0 0,2 2 318 16,-1 4-143-16,0-3-72 0,-5 3-26 0,5 1 13 15,-8 1-28-15,0 0-1 0,-3 0-28 0,-4 9-43 16,-8-2 30-16,1 8-11 0,-6 3 0 0,0 3 24 16,-10 5 0-16,-6 0 33 0,-5-1-25 0,0 2-8 15,-1-2 0-15,-1-1-30 0,1 0 1 0,-1-3 29 16,-1 2-13-16,0-2-16 16,-1-2-6-16,0 2 28 0,1-1-34 0,2-1 1 15,5-5 36-15,0 1 33 0,3-1-41 0,4-1 1 16,4-2-9-16,1-2 75 0,5 0-27 0,0-1-7 15,0-1-28-15,11-1 40 0,3-4-33 0,9-2-4 16,-2 0 21-16,9 0-94 0,0-3 40 0,0-9 0 16,0 1 41-16,-2 0-193 0,-8 3 89 0,3-2-481 15,-4 3 251-15,-4 2 138 0,-4-1 37 0,-3 2-369 16,-2 1 221-16,-5-3 123 16,-1 0 57-16,0-1-330 0</inkml:trace>
  <inkml:trace contextRef="#ctx0" brushRef="#br0" timeOffset="24046.06">18444 1901 1347 0,'-15'-10'0'0,"9"4"0"0,3 1 0 15,3 0 0-15,0-3 0 0,0 1 0 0,5 1 0 0,11 1 0 0,2 4 468 0,5 1-217 0,0 0-109 16,1 0-55-16,3 1 36 0,-7 7-37 0,6 5-283 0,-1 0 114 16,-3 2 58-16,0 0 29 0,-1 2-598 15,-2-8 322-15</inkml:trace>
  <inkml:trace contextRef="#ctx0" brushRef="#br0" timeOffset="24223.27">18927 1694 764 0,'-12'-8'0'0,"0"6"0"0,-4 2 0 0,2 0 0 0,-9 2 0 0,4 15 531 16,-1 6-249-16,2 3-125 0,4 4-62 0,4 2 366 15,2 0-218-15,8-1-25 0,0 4-93 0,0-5-46 16,4-1-23-16,8-4-174 0,6 2 71 0,0-5 40 15,3-5 0-15,-5-4-456 0,3-4 247 0,1-1 133 16,-1-4 54-16,2-4-733 0</inkml:trace>
  <inkml:trace contextRef="#ctx0" brushRef="#br0" timeOffset="24421.86">18955 1769 1233 0,'2'-7'0'0,"6"4"0"0,4 2 0 0,4 0 0 0,0-3 0 0,2 4 224 0,0 0-100 0,1 4 257 15,6 8-174-15,-7 1-88 0,-4 3-42 0,0 1 31 16,-4 3-41-16,-3 5-1 0,-5-2-33 0,-2 2-80 16,0 0 39-16,-12 1 9 0,-6-4 32 0,-3 1-223 15,-1-2 112-15,-4-5 55 0,0-1 28 0,-3-3-368 16,3-5 188-16,-1-4-304 16,7-3 224-16,3 0 110 0,4 0 57 0,5-10-98 15,4-13 81-15</inkml:trace>
  <inkml:trace contextRef="#ctx0" brushRef="#br0" timeOffset="24606.23">19271 1609 1273 0,'2'-2'0'0,"0"2"0"0,-2 0 0 0,0 2 0 0,-6 9 0 0,-11 6 0 0,0 4 0 0,-2 5 538 16,-2 2-252-16,3 2-127 0,3 1 124 0,4-2 11 15,3 0-131-15,7-1-41 0,1-7-44 0,0 2-23 16,1-1 8-16,8-3-269 0,6-3 120 0,2 0 59 15,3-5 30-15,0 0-233 0,2-3 140 0,1-2 57 16,-3-4 33-16,1 1-803 0,0-3 363 16</inkml:trace>
  <inkml:trace contextRef="#ctx0" brushRef="#br0" timeOffset="24747.36">19466 1915 1293 0,'5'-5'0'0,"1"1"0"0,6 2 0 0,-5-1 0 0,-2 0 0 0,-3 1 0 0,0 1 0 0,0 1 0 0,0 0 327 0,-2 1-148 0,0 13-72 15,-9 6 139-15,-4-2-106 0,-1-2-46 0,-2 8-265 16,0-3 101-16,0 0 52 0,4-3 25 0,-1-3-222 16,4-1 132-16,1-3 53 0,3-1 32 0</inkml:trace>
  <inkml:trace contextRef="#ctx0" brushRef="#br0" timeOffset="24904.94">19575 1805 1700 0,'2'0'0'16,"5"0"0"-16,6 0 0 0,1 0 0 0,-5 0 0 0,0 0 0 0,3 0 252 0,-1 0-109 0,-2 0-47 0,6 2 82 0,-7 1-73 0,1 2-36 15,-1 3 0-15,-2 0-499 16,-1 0 240-16,0 1 107 0,-1-2 58 0,3 1-288 16,-4-2 172-16</inkml:trace>
  <inkml:trace contextRef="#ctx0" brushRef="#br0" timeOffset="25073.49">19891 1633 756 0,'1'-6'0'0,"5"4"0"0,-1 2 0 0,1 0 0 0,-2 8 0 0,-4 8 449 0,0 6-208 16,-1 6-96-16,-17 10-60 0,-3 2 291 0,-2 3-172 16,-4 0-85-16,-3 4-44 0,-2 0-64 0,-4 0 22 15,0-2-1-15,2 0-308 0,4-2 154 0,2-3 77 16,8-9-186-16,-1 0 128 0,10-11 67 0,1-4 35 15,5-8-628-15</inkml:trace>
  <inkml:trace contextRef="#ctx0" brushRef="#br0" timeOffset="25252.01">20015 1552 1875 0,'22'1'0'0,"14"22"0"0,3-3 0 0,0 1 0 0,1 3 0 0,-8 3 299 16,6 8-137-16,-10 3-65 0,-8 3 237 15,-6 0-151-15,-9 3-75 0,-5-3-30 0,0 11-52 16,-19-3 7-16,-8 1 0 0,-14 1-372 0,-1 1 185 16,-11-2 102-16,-9-2-636 15,-13 7 343-15,-1-6 173 0</inkml:trace>
  <inkml:trace contextRef="#ctx0" brushRef="#br0" timeOffset="25707.92">15441 2856 963 0,'7'-11'0'0,"2"1"0"0,7 7 0 0,7-3 0 0,1 0 0 0,3 2 76 0,3-5-21 0,4 6 358 16,3 1-194-16,9-1-93 0,-13 2-47 0,5-1-23 0,-1 2 97 16,-3 0-53-16,-2 0-209 0,-2 0 71 0,-8 0 35 15,1 0 0-15,-6 0-328 0,-4 0 190 16,-4 0 83-16,-1 2 45 0,-6-1-246 0,-2 2 82 15,0 0-160-15,-8 2 22 0,-15 1 145 16</inkml:trace>
  <inkml:trace contextRef="#ctx0" brushRef="#br0" timeOffset="25851.54">15757 2832 482 0,'-13'-4'0'0,"4"2"0"0,1 1 0 0,5-1 0 0,-2 2 330 0,1 0-149 0,3 0-66 16,-3 2-45-16,2 11 105 0,-3 5-71 0,-3 4-36 15,-2 6 202-15,-2 1-111 0,-6 9-66 16,2-2-90-16,-3 0 0 0,2-5 30 0,0 3 0 15,-2-2-295-15,4-3 144 0,1-2 75 0,2-6 38 16,-1-1-498-16,5-5 230 16,2-7 137-16</inkml:trace>
  <inkml:trace contextRef="#ctx0" brushRef="#br0" timeOffset="26001.14">15678 3045 824 0,'11'0'0'0,"1"0"0"0,1 4 0 0,-2 8 0 0,-5 0 57 0,1 2 316 16,-3 9-170-16,-2 1-85 0,-1 4 151 0,1 3-111 15,-2-1-66-15,0-1 71 0,0 1-65 16,0 1-33-16,0-5 0 0,0-4-24 0,0-5-351 16,0 0 170-16,0-6 87 0,0-3-513 15,0-4 299-15,0-3 158 0</inkml:trace>
  <inkml:trace contextRef="#ctx0" brushRef="#br0" timeOffset="26142.85">15756 3161 675 0,'3'-8'0'0,"4"6"0"0,6 2 0 0,-3-2 0 0,-1 2 23 0,0 0 385 0,2 0-188 0,-2 0-93 16,0 6 92-16,-2 1-85 0,3 7-54 0,-3-3-26 16,1 2-21-1,-1-2-1-15,-1 2 1 0,0-5-401 0,-1-1 196 16,2 0 103-16,-1-2 50 0,-1-4 27 0</inkml:trace>
  <inkml:trace contextRef="#ctx0" brushRef="#br0" timeOffset="26396.18">16202 2663 1562 0,'5'-10'0'0,"4"8"0"0,-4 2 0 0,-3 0 0 0,0 0 0 0,-2 9 0 0,0 5 131 0,-6 3-49 16,-6 6-25-16,-2-3 71 0,-3 5-48 0,-2 1-15 16,-2-1-9-16,0-3-38 0,3-3 14 0,3-7-67 15,-2 2 34-15,7-6 8 0,1 0 25 0,4-5 1 0,1-1 28 16,2-2-1-16,2 0-33 15,0 2 14-15,2-1-8 0,11-1 0 0,4 2 56 16,1-2-28-16,7 0-14 0,-4 0-10 0,5 0 0 0,0 0-79 16,-2 0 41-16,3 0-390 15,-2 0 198-15,-3-2 105 0,0 1 36 0,-1-1-557 0,0 0 288 16,-4 0 145-16,-4 1 71 0,-6-4 28 0</inkml:trace>
  <inkml:trace contextRef="#ctx0" brushRef="#br0" timeOffset="26515.86">16379 2785 1053 0,'-4'-9'0'0,"-1"3"0"0,0 2 0 0,2 1 0 0,1 0 0 0,-2 2 0 0,2-1 0 0,2 2 365 0,0 0-170 0,0 0-81 16,0 0-41-16,0 2 17 15,6 8-29-15,1-1-154 0,1 6 59 0,-1-1 34 0,1 4-1 16,-1 1 34-16,-1 4-583 0</inkml:trace>
  <inkml:trace contextRef="#ctx0" brushRef="#br0" timeOffset="26697.37">16191 3136 805 0,'-12'0'0'0,"5"0"0"0,5 8 0 0,2-1 0 0,-2 3 0 0,1-1 0 0,-1 6 491 0,2 0-229 16,-2 2 186-16,2 2-208 0,0 1-96 0,0 2-59 16,0-2-216-16,0 2 82 0,0-3 41 0,0-1-1 15,4-2-153-15,-1-7 94 0,1 2 50 0,-1-3-511 16,1-3 271-16,-2 0 134 0,1-5 71 0,-1 0-452 15</inkml:trace>
  <inkml:trace contextRef="#ctx0" brushRef="#br0" timeOffset="26942.89">16167 3061 921 0,'0'-16'0'0,"0"2"0"0,0 4 0 0,3 1 0 0,6 0 0 0,5-3 0 0,0 4 0 0,4 3 0 0,3 0 288 15,-1 3-120-15,3-2-71 0,-1 3 100 0,0-2-83 0,-3 3-40 16,1 0-21-16,-10 0 12 0,3 0-8 15,-1 0 17-15,-5 7-21 0,-1-2 1 0,-3 2-22 16,-1 2 9-16,0 6 90 0,-2 0-50 0,0 4-24 16,0 2 1-16,0 4 88 0,0-4-48 15,0 10-36-15,0-5-63 0,0 3 0 0,0-3 34 16,2 0 0-16,1-4-126 0,4 7 59 16,0-6 34-16,-3-3-444 0,1 3 228 0,-1-4 85 15,1-4 67-15,-4-2-484 0,1-4 258 0,-2 0 128 16,0-4 65-16</inkml:trace>
  <inkml:trace contextRef="#ctx0" brushRef="#br0" timeOffset="27075.54">16198 3190 870 0,'-10'-12'0'0,"1"8"0"0,7 0 0 0,2-2 0 0,0-3 0 0,0-1 149 0,12 3-59 0,3-1 17 15,6 5-41-15,-3 0 0 0,5 2-33 0,-2 1 0 0,0 0-124 16,-3 0 70-16,-1 9-401 0,-6 3 208 15,-2 1 104-15</inkml:trace>
  <inkml:trace contextRef="#ctx0" brushRef="#br0" timeOffset="27211.74">16283 3296 385 0,'-10'0'29'16,"5"0"0"-16,-1 0 101 0,3 0-49 16,1 0-24-16,2 0 0 0,0-2-25 0,0-7 201 15,9 1-104-15,5-2-70 0,2-1-1 0,5 1-25 0,-3 0 0 16,3-2 8-16,4-1-333 0,-9 2 160 0,7-2 80 15,-2 0 41-15,-5-6-414 0</inkml:trace>
  <inkml:trace contextRef="#ctx0" brushRef="#br0" timeOffset="27688.59">16632 2663 558 0,'0'-10'0'0,"0"6"0"0,0 3 0 0,0 1 0 0,-5 0 206 0,-3 11-87 0,0 10-43 16,1 3-22-16,1 4 271 0,1 4-150 0,1 2 68 15,1 0-105-15,3-3-52 0,0 0-27 0,0-9 8 0,3 1-59 16,8-5-1-16,0-2 26 16,1-6-111-16,-1-2 55 0,0-4 37 0,4-4-9 15,-4 0-133-15,1 0 80 0,-3-5 41 16,-1-10-3-16,-3-1-62 0,0-2 3 0,-3-3 35 0,-2 1-127 16,0-2 70-16,0 3 6 0,-9-2 32 0,-2 2-33 15,0 4 26-15,0 4 0 0,-4 1 55 16,1 5-9-16,2 4-19 0,-1 1 1 0,1 0 75 15,3 8-38-15,0 5 1 0,2 5-4 0,4-1 7 0,1 10-24 16,2-2-11 0,0 0-27-16,0 4 1 0,0-2 45 0,0 5-62 15,0-3 28-15,2 3-1 0,3-2 24 0,2 2 83 16,-4-2-47-16,3 0-16 0,-1-1 218 0,-1-1-112 16,-1-2-56-16,1-5-29 0,-1 0 8 0,2-3 234 15,-1-3-110-15,0-4-65 0,1 0 30 0,-1-5-44 16,1-2-13-16,3-4-44 0,0 0 13 0,1 0 1 15,1-2 0-15,-1-11 0 0,0-2-73 0,-2-2 32 16,0-1-120-16,-4 0 80 0,-1-1 41 16,-2 1-1-16,0 1 14 0,-2 2-67 15,-10-1 19-15,0 6 23 0,-4 1-23 0,0 2 37 0,-5 4-33 16,3 0 27-16,-3 3 73 0,0 0-36 0,1 5-69 16,4 4 37-16,5-1 1 0,1-1-1 15,5 3 15-15,3-3-369 0,2 2 168 0,0 1 86 16,9-7 29-16,7-1-366 0</inkml:trace>
  <inkml:trace contextRef="#ctx0" brushRef="#br0" timeOffset="28318.48">17097 2745 1201 0,'14'-25'0'0,"-3"7"0"0,0 2 0 0,-6 3 0 0,0 3 0 0,-3 2 0 0,-2 4 0 0,0 1 0 0,-7 3 277 16,-4 0-114-16,-3 1-69 0,-5 13-30 0,0 1-11 0,-1 3-50 15,-3 3 38-15,0-2-76 16,3 2 34-16,1-2-1 0,5-2 35 0,-4-3 22 0,6 4 8 16,0-5-30-16,5 1 32 15,1 1-32-15,1 0 0 0,3 1-1 0,-1 2 64 16,3 1-35-16,0 5-11 0,0-1-2 0,0 4-15 16,0-1-1-16,0-2 9 0,0 11-159 0,0-6 75 0,0 1 38 15,-4 1-1-15,-1-4-268 0,3-4 136 16,-2-1 72-16,1-1-126 0,1-2 89 0,0-8 17 0,0-2 31 15,2-4-256-15,0-2 143 0,0-3 67 16,0 0-169-16,0-4 118 0,0-13 60 0,0-1 21 16,0-11 8-16,0 1-79 15,0-2 71-15,0-4 71 0,0 0 0 0,0 0 0 16,0 1 0-16,-3 1 76 0,-4 4-51 0,4 5-29 0,-3 0 0 16,3 5 136-16,1 0-78 0,2 4-30 15,0 1 367-15,2 0-161 0,12-1-105 0,5 6-13 16,8-5-44-16,-1 5 119 0,4 1-77 0,2 1 0 15,0 0-38-15,-1 3 7 0,1 0-46 0,0 0 0 0,-4 3-41 16,-5 0 1-16,1 0 40 0,-1 0 8 16,-4 0-38-16,-3 0 30 15,-2 0 33-15,-5 6-1 0,0-5-32 0,-2 2 8 0,-2 2 99 16,-1-2-54-16,-3 0-27 0,1 1 1 16,0 0 112-16,0 2-61 0,-2 1-44 0,0 4 105 15,2 1-70-15,0 1-34 0,1 5-1 0,1 2-26 0,-1 4 13 16,4 3 0-16,-3 2-51 0,-1 3 1 0,3 3 28 15,-1-1 9-15,1 3-8 16,2-4-122-16,-3 3 61 0,3-4-109 0,-3-2 84 16,0-4 32-16,4 1 20 0,-6-5-113 0,1-1 59 15,0-7 11-15,-3-3-2 0,-1-1-47 0,0-4 38 16,0-2 6-16,0-2 0 0,0-2-23 16,-9 0 9-16,-3 0 8 0,0 0 22 0,-5-9-234 15,-2-5 118-15,0-3-350 0,-1-4 225 0,-3-1 125 16,0-4 58-16,-3-2 29 0,0-1-374 0</inkml:trace>
  <inkml:trace contextRef="#ctx0" brushRef="#br0" timeOffset="28615.41">16968 3076 772 0,'-7'0'0'0,"2"-2"0"0,2 2 0 0,1 0 0 0,2 0 0 0,0 0 0 0,0 0 102 0,0 0-35 16,2 7 9-16,3 4 116 0,0-1-79 0,-2 2-40 15,-1 2-1-15,0 0-7 0,0 1 8 0,-2-2-40 16,0-6-66-16,0 3 33 0,0-4 0 0,0-3-57 15,-2-1 53-15,0-2 15 0,0 0-1 0,2-5-119 16,0-11 62-16,0 0 37 0,2-3-65 16,11-3 40-16,-1 4 4 0,2 2 1 15,2 1-10-15,-2 1 99 0,2 6-43 0,0 5 71 16,0 2-48-16,-4 1-22 0,2 0 4 0,-1 3-27 16,-6 8 15-16,0 3 145 0,-2 0-58 0,-3 1 69 15,-2 4-58-15,0-2-38 0,-2 0 11 0,-10-2-47 0,-1 0-31 16,0-4 1-16,-2-2-110 0,-2-1 71 15,2-5 42-15,0-2-8 0,0-1-121 16,4 0 73-16,3 0 21 0,1-6-372 0,5-5 174 16,2-2 105-16,0-3 16 0,2-2 37 15</inkml:trace>
  <inkml:trace contextRef="#ctx0" brushRef="#br0" timeOffset="28849.29">17535 2859 1763 0,'10'-3'0'16,"-3"1"0"-16,4 0 0 0,3-1 0 0,0-2 0 0,0 0 0 0,-1 1 0 0,2 2 142 0,2 2-54 0,2 0 163 15,-1 0-109-15,3 6-55 0,-2 7-23 0,-1 4-31 0,0 2 0 16,-4 0-1-16,-7 2-105 0,2 1 52 0,-6 1 35 0,-3 4-8 16,0-2 27-16,-12-1-166 0,-7 1 83 0,-2 0-181 15,-6-4 135-15,1-7 23 0,-4 0 41 16,2-5-38-16,2-7-169 0,5-2 94 0,2 0 47 15,4 0-77-15,6-11 71 0,4-9 36 0,5-6 0 0,3-2-266 16,12-4 142-16</inkml:trace>
  <inkml:trace contextRef="#ctx0" brushRef="#br0" timeOffset="29018.85">17873 2753 767 0,'12'-4'0'0,"-1"3"0"0,-6 1 0 0,-3 0 0 0,-2 0 113 0,0 7-32 0,-13 7-8 0,-4 4 350 16,1 5-195-16,-4-1-98 0,4 6 284 0,-1 2-183 15,4 0-103-15,5 2-48 0,2-4-23 0,6-2 125 16,0 0-74-16,0-7-208 16,7 3 63-16,13-1 34 0,1-9 1 0,0-1 35 0,4-4-218 15,0-3 117-15,5-2 46 0,-4-2-592 16,1 0 311-16,-1-2 79 0,-2-5 102 0,-1-2-439 0</inkml:trace>
  <inkml:trace contextRef="#ctx0" brushRef="#br0" timeOffset="29311.78">18177 2859 917 0,'0'-8'0'0,"0"6"0"0,-3-1 0 0,-3 3 0 0,-3 0 0 0,-3 6 0 0,0 13 387 0,0 4-177 15,4 1-81-15,1 6-52 0,3-1-22 0,3 5 233 16,1-3-128-16,0 0-13 0,1-9-49 0,10 6-37 0,5-6 1 16,-3-6-59-16,6-1 30 0,-3-6 0 15,3-4-148-15,-1-5 69 0,3 0 40 0,-1 0 0 16,-2-14 38-16,-3-7-257 0,-2 2 137 0,1-11-234 15,-5 2 156-15,-4-4 47 0,-1-3 47 0,-2-6 3 0,-2 6-83 16,0-10 64 0,-9 6 5-16,-4 8 25 0,-4 0 0 0,-6 6 25 15,1 6-8-15,-4 6 105 0,-3 6-48 0,3 5 239 16,-1 2-144-16,3 0-72 0,6 5-44 0,0 9 12 0,6 4 104 16,4-1-39-16,5 4-34 0,3 1-233 15,0 2 104-15,5 1 63 0,10-1 22 16,6-1-225-16,1 0 117 0</inkml:trace>
  <inkml:trace contextRef="#ctx0" brushRef="#br0" timeOffset="29479.33">18444 2869 1883 0,'0'-3'0'0,"2"0"0"16,2 2 0-16,3-1 0 0,1 2 0 0,1 0 0 0,4 0 175 0,3 3-72 0,-2 7 111 0,5 2-82 0,-4 3-54 15,2-1-395-15,-2 0 175 0,0 2 88 0,-2-3 43 16,1 1 30-16,-1-3-326 0,-4-3 165 16,3-3 83-16</inkml:trace>
  <inkml:trace contextRef="#ctx0" brushRef="#br0" timeOffset="29626.93">18784 2653 2079 0,'2'-7'0'0,"2"6"0"0,-2 1 0 0,-2 0 0 0,0 15 0 0,-20 19 0 0,-7 10 0 0,-7 9 207 0,-4 8-88 0,-1 11 388 16,-10 13-241-16,2-7-117 0,-2 5-58 0,-3 1-29 16,-4 5-294-16,-6 6 141 15,-8 13-803-15,6-8 464 0,2 4 231 0</inkml:trace>
  <inkml:trace contextRef="#ctx0" brushRef="#br0" timeOffset="30781.04">18989 2546 785 0,'-15'0'0'0,"8"-5"0"0,3 3 0 0,4 0 0 0,0-4 0 0,0 1 0 0,11-3 0 0,10 0 211 16,9 0-94-16,4 0-42 0,7-2-21 0,-4 3 189 16,-2 1-106-16,2 1 1 0,0-2-57 0,-1 1-24 15,-4-1 0-15,-4 4-140 0,-5-2 58 0,0 2 37 16,-3 0-8-16,-5 2-242 0,-6-2 136 0,-1 1 67 16,-5 1 32-16,1-1-188 0,-4 2 54 0,0 0 67 15,-6 0-212-15,-8 0 125 0,-5 5 54 0,-6 5 14 16,1 1 29-16,-2-1-1 0,1 0 28 0,6-1 120 15,-1 3-68-15,-1-2-21 0,4-1-1 16,4-2 211-16,4 1-120 0,-1-4-61 16,3 5 1-16,1-2 140 0,1 5-44 0,-1-1-58 15,0 4 177-15,2 2-104 0,-1 2-46 0,-1 5 51 16,1 1-56-16,-1 2-28 0,0 0 0 0,0 1 24 16,-1 4-18-16,2 0-8 0,-3 1-25 0,2 2 37 15,1-3-37-15,-1-1 0 0,2-4 8 0,1 2 1 16,1-5-9-16,-2-2-1 0,4-2-39 0,-1-3-1 15,-2-4 49-15,3 1-161 0,-2-3 75 0,0-4 37 16,2-1 3-16,0-2-254 0,0-2 118 0,-2-2 50 16,-1 0 41-16,-1 0-237 15,-1 0 123-15,-1-6 66 0,-2-7 24 0,1-2-178 16,-2-4 109-16,-1-5 55 0,2-1 28 0,1-1-32 16,1 4 22-16,-1-9 28 0,4 9 9 0,-6 1 1 15,4 1-1-15,1 5 171 0,1 3-94 0,1 2-34 16,2 2-22-16,0 1 286 0,2-2-148 0,12 5-37 15,7-1-50-15,11-1 209 0,7 2-110 0,5-5-44 16,2 4-31-16,4-1 20 0,4 1-18 16,0-3-10-16,-1 1 1 0,-2 1-24 15,-6 0 1-15,-8 2-29 0,1 1 9 0,-6 1 20 16,-10 0-1-16,1 2 11 0,-6 0-11 0,-6 0 1 16,-2 0 8-16,-2 4 106 0,-4 3-57 0,-1 5-29 15,-2 1 101-15,0 2-65 0,0 4-23 0,0-1 99 16,0 8 17-16,0 0-78 15,0-3-40-15,0 5 19 0,0-5-21 0,2 8-8 0,3-5-29 0,4-2-193 16,0 1 97-16,-2-4 55 0,2-1 17 16,-2 0-355-16,-1-1 188 0,0-2 51 15,-4 0 62-15,0-4-489 0,-2 0 254 0,0-2-50 16,0-1 148-16,-10 0 75 0,-3-3 36 0,-2-4-305 16,-7 2 176-16</inkml:trace>
  <inkml:trace contextRef="#ctx0" brushRef="#br0" timeOffset="30948.62">19248 2851 655 0,'-11'-2'0'0,"1"2"0"0,3 0 0 0,1 10 0 0,3 6 0 0,1 7 352 16,2 0-160-16,0 8-79 0,0-1 217 0,0 0-141 16,0 3-82-16,0-4-41 0,4 3 0 0,3-4-33 15,0 0 0-15,0-5-258 0,0-1 124 16,-2-1 68-16,1-4 32 0,-1-6-411 0,1-1 216 0,-2-5 113 15</inkml:trace>
  <inkml:trace contextRef="#ctx0" brushRef="#br0" timeOffset="31117.57">19395 2832 1287 0,'2'-7'0'0,"0"5"0"0,3 2 0 0,2 0 0 0,-1 0 0 0,2 8 0 0,-3 5 0 0,3 3 190 0,-3 2-79 0,3 10-38 0,-6-6 79 15,0 7-64-15,-2-1-27 0,0 3-1 0,0-1-56 16,0-3-1-16,0-5 38 16,0 3-8-16,0-7-417 0,0 1 209 0,-2-5 104 15</inkml:trace>
  <inkml:trace contextRef="#ctx0" brushRef="#br0" timeOffset="31274.15">19285 3021 773 0,'-3'-5'0'0,"1"0"0"0,2 3 0 0,0-2 0 0,0-1 0 0,7 3 234 0,3-1-100 16,1 1-51-16,2 2-25 0,3 0 27 15,-2 0-18-15,2 2-8 0,-2 3-26 0,0 4-219 16,-1 0 110-16,-4 3 55 0,-5-5-176 0</inkml:trace>
  <inkml:trace contextRef="#ctx0" brushRef="#br0" timeOffset="31390.84">19342 3124 811 0,'-5'3'0'0,"3"0"0"0,2-1 0 0,0-2 0 0,0 0 0 0,9 0 0 0,2 0 92 0,4 0-29 15,3 0 7-15,0 0-70 0,1 0 33 0,-1 0-1 16,-1 0 1-16,0 4-393 0</inkml:trace>
  <inkml:trace contextRef="#ctx0" brushRef="#br0" timeOffset="31546.42">19263 3285 613 0,'-18'3'0'0,"8"2"0"0,2-4 0 0,3-1 0 0,3 0 160 0,2 0-64 0,4 0-32 15,15 0 256-15,13 0-147 0,5 0-71 0,2-1 172 16,5-5-121-16,1 0-60 0,-8 0-21 0,14 0-232 16,-8 3 96-16,-1-1 49 0,-7 2 23 0,3 2-507 15,-5 0 260-15</inkml:trace>
  <inkml:trace contextRef="#ctx0" brushRef="#br0" timeOffset="31983.49">19889 2696 816 0,'-10'-15'0'0,"6"7"0"0,4 3 0 0,2 3 0 0,15-5 0 0,4-1 330 16,3-1-148-16,-1 2-75 0,7-1-37 0,0 2 164 15,2-1-104-15,-2 1-49 0,0 3-24 16,-2-1-144-16,-5 2 60 0,0 1 38 0,-3 1-357 15,-3 0 186-15,-4 0 94 0,-1 0-199 0,-7 0 135 16,-1 0 65-16,-2 0 35 0,-2 0-355 16,0-3 176-16,-11-4 89 0</inkml:trace>
  <inkml:trace contextRef="#ctx0" brushRef="#br0" timeOffset="32534.1">20086 2435 339 0,'-17'-18'0'0,"4"5"0"0,2 2 0 0,3 5 0 0,2 0 0 0,2 3 0 0,2 3 312 0,2 0-139 0,0 18-70 16,0 6-28-16,6 7 176 0,8 8-109 0,-3-1-55 15,2 9-27-15,0-1 157 16,-4-1-84-16,7 6-68 0,-5-2 0 0,0-2-32 16,-3 0 0-16,-3 0-133 0,-1-6 75 0,-2 4 25 15,-2-11-1-15,0 2-44 0,0-4 38 0,-6-10 1 16,-3 1 47-16,-1-6-158 0,-1-5 29 0,-2-7 46 16,-2-3-33-16,0-2 32 0,0 0-11 0,-2-5 104 15,0-7-38-15,-2-7 1 0,4 0-31 0,0-2 147 16,2 1-63-16,2-7-35 0,1 1-2 0,5 2 41 15,3-2-17-15,2-1-20 0,0 3 16 16,5-4 14-16,11 3-6 0,0 1-1 16,5 1 2-16,2 1-199 0,2 1 91 0,-2 2 34 15,2 3-384-15,-1 2 197 0,-1 0 80 0,-5 4-277 16,3 1 175-16,-1-1 101 0,-2 0 45 0,1 3-66 16,-5-1 56-16,0-1 28 0,-5 1-8 0,-1 1-1 15,-5 2 0-15,-1-4 70 0,0 5 0 0,-2-4 76 16,0 2-73-16,0 1 246 0,0 1-142 0,-7 1-69 15,-1 0-35-15,-1 3 287 16,1 0-111-16,-3 0-85 0,2 6 13 0,2 7 20 16,-2 4-48-16,4 0-22 0,1 2 7 0,4 0-28 15,0-3-3-15,0 2 0 0,0-6 0 0,0-2-55 16,2-1 23-16,5-3 0 0,-1-4-33 0,2-2 33 16,-1 0 0-16,1 0 3 0,2-6-4 0,-3-9 0 15,0 0-7-15,2-4 1 0,0-2-10 0,0 1 30 16,-2-1-15-16,0 0 21 0,2 3-15 0,-2 0 4 15,-2 4 51-15,1 2-21 0,-3 3 4 16,1 3-30-16,-1 3 98 0,-1 1-45 16,1 2-17-16,3 0-36 0,-3 0 17 0,3 5-4 15,-1 8 8-15,2 5-89 0,-4 0 42 0,1 5 6 16,0 6 37-16,-3-4-211 0,-1 6 91 0,0-2 52 16,0 4-284-16,0-3-134 0</inkml:trace>
  <inkml:trace contextRef="#ctx0" brushRef="#br0" timeOffset="32840.83">20282 2970 643 0,'-14'3'0'0,"-1"2"0"0,5 0 0 0,3 2 0 0,-2-2 0 0,2-1 196 0,0 0-85 0,4-1 285 15,1 0-182-15,2 2-90 0,0 1-46 0,0 1 164 16,0 1-108-16,0-1-51 0,0 2-25 0,2-1-91 16,-1 1 33-16,1-1 8 0,0 2 24 0,-2-2-218 15,0-2 109-15,0 1 55 0,-7 2-109 0,-1-5 90 16,-4 0 33-16,-2-4-318 15,1 0 156-15,1 0 25 0,0 0 57 0,3-7-21 0,-1-8 42 0,2-1 0 16,3-4 35-16,-1-1 34 16,5 0 0-16,-1 3-43 0,2 5 8 0,0 3 245 15,0 4-123-15,0 0-60 0,0 5 388 0,0-2-185 16,3 3-112-16,8 0-15 0,4 11 100 0,6 2-86 16,0 5-44-16,3-2 225 0,0 4-138 0,4 1-65 15,-1-4-32-15,3 2-55 0,-2-1 8 0,-1-4 14 16,-1 0 1-16,0-1-435 0,-4-4 217 0,-1-2 109 15,2 0-585-15,-5-6 291 16,3-1 176-16,-3 0-187 0</inkml:trace>
  <inkml:trace contextRef="#ctx0" brushRef="#br0" timeOffset="33037.92">20591 2507 1512 0,'-4'-9'0'0,"4"7"0"0,0 2 0 0,0 0 0 0,0 0 0 0,3 0 0 0,-2 0 0 0,1 2 456 0,0 2-211 0,2 1-106 16,-1 0-45-16,3 3-35 0,-3-2-1 0,1 3-25 15,3-1-389-15,-4-2 194 0,3 0 106 0,-3-4-231 16,1 3 155-16,0-5 78 0,-1 0 39 0,2 0-541 16,-3 0 253-16,-2-5 139 0</inkml:trace>
  <inkml:trace contextRef="#ctx0" brushRef="#br0" timeOffset="33258.33">20632 2328 415 0,'-9'-27'0'0,"1"6"0"0,3 4 0 0,-1 3 0 0,4 2 0 0,1 1 0 0,1 0 340 16,0 4-145-16,5 1-85 0,11 5-39 0,2-1 104 15,8 1-72-15,-1 1-35 0,-1 0 9 0,8 0-8 16,-5 0 0-16,0 3-36 0,-1 2-47 0,-5-1 24 16,2 4 8-16,-6 0 11 0,0 1 4 0,-4-2 0 15,-3 4 0-15,-3-1 44 0,-3 0-14 16,-2 5-8-16,-2-5-22 0,0 4 105 0,0 0-53 15,0 2-18-15,-2-1 4 0,-2-1-38 0,0 3 0 16,1-1-239-16,3 0 120 0,-3-1 67 16,3 3 22-16,0-5-484 0,0 2 228 0,0-3 123 15,0 0 31-15,0-1-194 0,0-3 134 0,0 1 63 16</inkml:trace>
  <inkml:trace contextRef="#ctx0" brushRef="#br0" timeOffset="33439.83">20597 2518 977 0,'-7'0'0'0,"2"0"0"0,5 0 0 0,0 0 0 0,2 0 0 0,10-2 203 0,4-2-77 0,7 1-50 0,3 1 152 16,1 0-98-16,1 0-48 0,0 1-25 0,-4 1-36 16,1 0 11-16,-1 0 1 0,-3 0 0 0,-4 1-291 15,-2 6 145-15,-6 1 82 0,-3 2-481 0,-5 5 256 16,-1-2 129-16</inkml:trace>
  <inkml:trace contextRef="#ctx0" brushRef="#br0" timeOffset="33590.44">20666 2646 822 0,'-14'0'0'0,"4"0"0"0,4 0 0 0,1 0 0 0,5 0 0 0,0 0 0 0,0-1 114 0,1-7-33 16,10 3-7-16,7 0 115 0,0 2-78 0,3-1-39 15,0 0 0-15,2 0-87 0,-3 2 16 0,1 0 0 16,-2 0 32-16,-5 2-126 15,1 0 63-15,-5 0 39 0,-1 4-389 0,-3 6 158 16,-3-3 116-16</inkml:trace>
  <inkml:trace contextRef="#ctx0" brushRef="#br0" timeOffset="33734.25">20788 2670 614 0,'-5'0'0'0,"3"0"0"0,2 0 0 0,-2 0 0 0,2 0 0 0,-2 0 0 0,2 0 147 0,0 0-61 0,0 0-27 0,2 0 16 16,2 3-21-16,-1 4 0 0,1 2-13 0,-2 4-189 15,0 1 90-15,-2-2 45 16,0 4 23-16,0-1-361 0,0 0 171 0,-9 0 88 16</inkml:trace>
  <inkml:trace contextRef="#ctx0" brushRef="#br0" timeOffset="34131.75">20684 2845 865 0,'-9'0'0'0,"4"0"0"0,1 0 0 0,1 0 0 0,1 0 0 0,2-1 0 0,0-2 0 0,0 1 0 0,0 1 84 0,7-4-26 0,7 4 59 0,2 0-33 0,0-2-30 15,4 1 0-15,-1 2-103 16,2-1 41-16,-1 1 0 0,-3 0 49 0,-1 0-273 16,-2 0 133-16,-5 0 65 0,-1 0 34 0,-5 7-343 15,-1 0 165-15,-2 0 42 0,0 3 3 0,-2-3 49 16,-7 1 84-16,-2-2-22 0,1-2 22 0,-4 0 0 16,3-1 0-16,2 2 88 0,-2-4-62 0,4 1-29 15,4 0-8-15,-4 0 284 16,3-1-142-16,4 5-33 0,0 0-47 0,0 2 180 0,0 4-91 15,2 3-58-15,7-1 65 0,-2 1-57 16,0 3-29-16,0-1-5 0,0 2 8 0,-2-2-32 16,1 1 1-16,-3-3-37 0,-1-1 1 0,0-2 35 15,-2-2 9-15,0 0-76 0,0-3 34 0,0-1 0 16,0-2 34-16,-5-3-106 0,-3-1 55 0,-4 0-1 16,0 0-67-16,-2 0 37 0,1-3 26 0,-1-7-28 15,-2 1 24-15,2-4-19 0,-4-1 40 0,4 1-41 16,-2 1 1-16,0 0 20 0,0 1 12 0,2 3 65 15,0 3-32-15,1 1-3 16,3 3-30-16,-1-2 161 0,2 3-75 0,1 0-29 16,3 0-15-16,-1 4 10 0,4 5-28 0,2 0-120 15,0 5 58-15,0-3 40 0,8 1 0 0,7-2-433 16</inkml:trace>
  <inkml:trace contextRef="#ctx0" brushRef="#br0" timeOffset="34275.37">20930 3066 716 0,'5'0'0'0,"1"5"0"0,-3 0 0 0,1-1 0 0,-2-3 0 0,-2 1 0 0,0-2 376 16,0 3-171-16,0-2-86 0,0 1-44 0,0 1 105 15,0 0-77-15,0 1-36 0,1-3 1 0,-1 3-308 16,2-2 137-16,0-1-470 0,4-1 283 0,4 0 139 16</inkml:trace>
  <inkml:trace contextRef="#ctx0" brushRef="#br0" timeOffset="34455.17">21192 2410 1187 0,'0'0'0'0,"0"6"0"0,0 6 0 0,0 1 0 0,0 0 0 0,-2-1 0 0,-3 3 178 0,-1 0-73 0,-2 1-24 15,1 5-8-15,1 1-40 0,1 0-1 0,-1-1-428 16,5-3 200-16,-1 3 103 0,2-7 48 0</inkml:trace>
  <inkml:trace contextRef="#ctx0" brushRef="#br0" timeOffset="34603.75">21307 2582 1123 0,'0'8'0'16,"0"5"0"-16,0-2 0 0,0-1 0 0,0 3 0 0,0-2 0 0,-7 4 0 0,-3 2 0 0,2 1 248 0,-1 1-99 0,-5 6-34 0,4-1-41 15,0-1-21-15,0-2 1 0,5 1-366 16,1 0 181-16,2-1 78 0,2-3 43 0</inkml:trace>
  <inkml:trace contextRef="#ctx0" brushRef="#br0" timeOffset="34750.54">21429 2863 644 0,'2'10'0'0,"-2"7"0"0,0 2 0 0,0 0 0 0,-14 3 215 15,0 5-91-15,-9 7-46 0,0 0 346 0,-3-1-195 16,0-4-90-16,-8 9 69 0,2-5-87 0,1 2-45 16,-1 1-21-16,2-3-290 0,5-4 143 0,0 1 58 15,3-4 33-15,5-2-627 0</inkml:trace>
  <inkml:trace contextRef="#ctx0" brushRef="#br0" timeOffset="34922.08">21769 3326 1957 0,'0'-12'0'15,"0"7"0"-15,0 5 0 0,11 0 0 0,-4 0 0 0,0 0 0 0,-6 0-443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15AC0E-DC9C-4C0A-A40B-A2331465BEE6}" type="datetimeFigureOut">
              <a:rPr lang="zh-CN" altLang="en-US" smtClean="0"/>
              <a:t>2021/3/2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03F28-4B63-4EED-8D95-F4A3C09F10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8005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www.officeplus.cn/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3545" y="910683"/>
            <a:ext cx="10064910" cy="1150770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757238" y="2328863"/>
            <a:ext cx="10677524" cy="9858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600" b="1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2116931" y="910683"/>
            <a:ext cx="7958138" cy="76095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757238" y="3314701"/>
            <a:ext cx="10677524" cy="5857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4657725" y="4530394"/>
            <a:ext cx="2876550" cy="39290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cxnSp>
        <p:nvCxnSpPr>
          <p:cNvPr id="9" name="直接连接符 79"/>
          <p:cNvCxnSpPr/>
          <p:nvPr/>
        </p:nvCxnSpPr>
        <p:spPr>
          <a:xfrm>
            <a:off x="1764181" y="4715060"/>
            <a:ext cx="2755900" cy="0"/>
          </a:xfrm>
          <a:prstGeom prst="line">
            <a:avLst/>
          </a:prstGeom>
          <a:ln>
            <a:solidFill>
              <a:srgbClr val="7776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80"/>
          <p:cNvCxnSpPr/>
          <p:nvPr/>
        </p:nvCxnSpPr>
        <p:spPr>
          <a:xfrm>
            <a:off x="7637986" y="4715060"/>
            <a:ext cx="2755900" cy="0"/>
          </a:xfrm>
          <a:prstGeom prst="line">
            <a:avLst/>
          </a:prstGeom>
          <a:ln>
            <a:solidFill>
              <a:srgbClr val="7776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5266806"/>
            <a:ext cx="12193057" cy="1591194"/>
          </a:xfrm>
          <a:prstGeom prst="rect">
            <a:avLst/>
          </a:prstGeom>
        </p:spPr>
      </p:pic>
      <p:sp>
        <p:nvSpPr>
          <p:cNvPr id="13" name="任意多边形 29"/>
          <p:cNvSpPr/>
          <p:nvPr userDrawn="1"/>
        </p:nvSpPr>
        <p:spPr>
          <a:xfrm>
            <a:off x="125378" y="5499101"/>
            <a:ext cx="11941243" cy="1259002"/>
          </a:xfrm>
          <a:custGeom>
            <a:avLst/>
            <a:gdLst>
              <a:gd name="connsiteX0" fmla="*/ 6096000 w 12192000"/>
              <a:gd name="connsiteY0" fmla="*/ 0 h 1591193"/>
              <a:gd name="connsiteX1" fmla="*/ 6410502 w 12192000"/>
              <a:gd name="connsiteY1" fmla="*/ 322781 h 1591193"/>
              <a:gd name="connsiteX2" fmla="*/ 12192000 w 12192000"/>
              <a:gd name="connsiteY2" fmla="*/ 322781 h 1591193"/>
              <a:gd name="connsiteX3" fmla="*/ 12192000 w 12192000"/>
              <a:gd name="connsiteY3" fmla="*/ 1591193 h 1591193"/>
              <a:gd name="connsiteX4" fmla="*/ 0 w 12192000"/>
              <a:gd name="connsiteY4" fmla="*/ 1591193 h 1591193"/>
              <a:gd name="connsiteX5" fmla="*/ 0 w 12192000"/>
              <a:gd name="connsiteY5" fmla="*/ 322781 h 1591193"/>
              <a:gd name="connsiteX6" fmla="*/ 5781498 w 12192000"/>
              <a:gd name="connsiteY6" fmla="*/ 322781 h 1591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591193">
                <a:moveTo>
                  <a:pt x="6096000" y="0"/>
                </a:moveTo>
                <a:lnTo>
                  <a:pt x="6410502" y="322781"/>
                </a:lnTo>
                <a:lnTo>
                  <a:pt x="12192000" y="322781"/>
                </a:lnTo>
                <a:lnTo>
                  <a:pt x="12192000" y="1591193"/>
                </a:lnTo>
                <a:lnTo>
                  <a:pt x="0" y="1591193"/>
                </a:lnTo>
                <a:lnTo>
                  <a:pt x="0" y="322781"/>
                </a:lnTo>
                <a:lnTo>
                  <a:pt x="5781498" y="322781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757238" y="6062403"/>
            <a:ext cx="10677524" cy="40983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79821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三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8" y="1609727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8" y="2940846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0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8" y="4271964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0484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四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8" y="1104902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8" y="2436021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8" y="3767139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6449768" y="5098258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7756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五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7" y="947740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7" y="2043115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7" y="3138490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6449767" y="4233865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3" name="文本占位符 3"/>
          <p:cNvSpPr>
            <a:spLocks noGrp="1"/>
          </p:cNvSpPr>
          <p:nvPr>
            <p:ph type="body" sz="quarter" idx="16"/>
          </p:nvPr>
        </p:nvSpPr>
        <p:spPr>
          <a:xfrm>
            <a:off x="6449767" y="5329241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86418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六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7" y="762003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7" y="1697358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7" y="2632713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6449767" y="3568068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3" name="文本占位符 3"/>
          <p:cNvSpPr>
            <a:spLocks noGrp="1"/>
          </p:cNvSpPr>
          <p:nvPr>
            <p:ph type="body" sz="quarter" idx="16"/>
          </p:nvPr>
        </p:nvSpPr>
        <p:spPr>
          <a:xfrm>
            <a:off x="6449767" y="4503423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4" name="文本占位符 3"/>
          <p:cNvSpPr>
            <a:spLocks noGrp="1"/>
          </p:cNvSpPr>
          <p:nvPr>
            <p:ph type="body" sz="quarter" idx="17"/>
          </p:nvPr>
        </p:nvSpPr>
        <p:spPr>
          <a:xfrm>
            <a:off x="6449767" y="5438780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12720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9" y="0"/>
            <a:ext cx="12193057" cy="6078239"/>
          </a:xfrm>
          <a:prstGeom prst="rect">
            <a:avLst/>
          </a:prstGeom>
          <a:ln>
            <a:noFill/>
          </a:ln>
        </p:spPr>
      </p:pic>
      <p:sp>
        <p:nvSpPr>
          <p:cNvPr id="3" name="任意多边形 5"/>
          <p:cNvSpPr/>
          <p:nvPr userDrawn="1"/>
        </p:nvSpPr>
        <p:spPr>
          <a:xfrm rot="10800000">
            <a:off x="178065" y="142981"/>
            <a:ext cx="11835867" cy="5718804"/>
          </a:xfrm>
          <a:custGeom>
            <a:avLst/>
            <a:gdLst>
              <a:gd name="connsiteX0" fmla="*/ 12192000 w 12192000"/>
              <a:gd name="connsiteY0" fmla="*/ 6074228 h 6074228"/>
              <a:gd name="connsiteX1" fmla="*/ 0 w 12192000"/>
              <a:gd name="connsiteY1" fmla="*/ 6074228 h 6074228"/>
              <a:gd name="connsiteX2" fmla="*/ 0 w 12192000"/>
              <a:gd name="connsiteY2" fmla="*/ 293914 h 6074228"/>
              <a:gd name="connsiteX3" fmla="*/ 5632768 w 12192000"/>
              <a:gd name="connsiteY3" fmla="*/ 293914 h 6074228"/>
              <a:gd name="connsiteX4" fmla="*/ 6096002 w 12192000"/>
              <a:gd name="connsiteY4" fmla="*/ 0 h 6074228"/>
              <a:gd name="connsiteX5" fmla="*/ 6559235 w 12192000"/>
              <a:gd name="connsiteY5" fmla="*/ 293914 h 6074228"/>
              <a:gd name="connsiteX6" fmla="*/ 12192000 w 12192000"/>
              <a:gd name="connsiteY6" fmla="*/ 293914 h 6074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074228">
                <a:moveTo>
                  <a:pt x="12192000" y="6074228"/>
                </a:moveTo>
                <a:lnTo>
                  <a:pt x="0" y="6074228"/>
                </a:lnTo>
                <a:lnTo>
                  <a:pt x="0" y="293914"/>
                </a:lnTo>
                <a:lnTo>
                  <a:pt x="5632768" y="293914"/>
                </a:lnTo>
                <a:lnTo>
                  <a:pt x="6096002" y="0"/>
                </a:lnTo>
                <a:lnTo>
                  <a:pt x="6559235" y="293914"/>
                </a:lnTo>
                <a:lnTo>
                  <a:pt x="12192000" y="293914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71" name="组 70"/>
          <p:cNvGrpSpPr/>
          <p:nvPr userDrawn="1"/>
        </p:nvGrpSpPr>
        <p:grpSpPr>
          <a:xfrm>
            <a:off x="3685541" y="345797"/>
            <a:ext cx="4820918" cy="4822970"/>
            <a:chOff x="3683902" y="345797"/>
            <a:chExt cx="4820918" cy="4822970"/>
          </a:xfrm>
        </p:grpSpPr>
        <p:grpSp>
          <p:nvGrpSpPr>
            <p:cNvPr id="17" name="组合 11"/>
            <p:cNvGrpSpPr/>
            <p:nvPr/>
          </p:nvGrpSpPr>
          <p:grpSpPr>
            <a:xfrm>
              <a:off x="3812098" y="462897"/>
              <a:ext cx="4568634" cy="4568633"/>
              <a:chOff x="3651549" y="975481"/>
              <a:chExt cx="2929467" cy="2929467"/>
            </a:xfrm>
          </p:grpSpPr>
          <p:sp>
            <p:nvSpPr>
              <p:cNvPr id="69" name="椭圆 68"/>
              <p:cNvSpPr/>
              <p:nvPr/>
            </p:nvSpPr>
            <p:spPr>
              <a:xfrm>
                <a:off x="3651549" y="975481"/>
                <a:ext cx="2929467" cy="2929467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椭圆 69"/>
              <p:cNvSpPr/>
              <p:nvPr/>
            </p:nvSpPr>
            <p:spPr>
              <a:xfrm>
                <a:off x="3856282" y="1186757"/>
                <a:ext cx="2520000" cy="251982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8" name="直接连接符 30"/>
            <p:cNvCxnSpPr>
              <a:cxnSpLocks/>
            </p:cNvCxnSpPr>
            <p:nvPr/>
          </p:nvCxnSpPr>
          <p:spPr>
            <a:xfrm rot="16200000" flipH="1">
              <a:off x="3751182" y="250933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31"/>
            <p:cNvCxnSpPr>
              <a:cxnSpLocks/>
            </p:cNvCxnSpPr>
            <p:nvPr/>
          </p:nvCxnSpPr>
          <p:spPr>
            <a:xfrm rot="16623528" flipH="1">
              <a:off x="3767588" y="224333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32"/>
            <p:cNvCxnSpPr>
              <a:cxnSpLocks/>
            </p:cNvCxnSpPr>
            <p:nvPr/>
          </p:nvCxnSpPr>
          <p:spPr>
            <a:xfrm rot="17047059" flipH="1">
              <a:off x="3816559" y="198137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33"/>
            <p:cNvCxnSpPr>
              <a:cxnSpLocks/>
            </p:cNvCxnSpPr>
            <p:nvPr/>
          </p:nvCxnSpPr>
          <p:spPr>
            <a:xfrm rot="17470587" flipH="1">
              <a:off x="3897350" y="172740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34"/>
            <p:cNvCxnSpPr>
              <a:cxnSpLocks/>
            </p:cNvCxnSpPr>
            <p:nvPr/>
          </p:nvCxnSpPr>
          <p:spPr>
            <a:xfrm rot="17894117" flipH="1">
              <a:off x="4008739" y="148529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35"/>
            <p:cNvCxnSpPr>
              <a:cxnSpLocks/>
            </p:cNvCxnSpPr>
            <p:nvPr/>
          </p:nvCxnSpPr>
          <p:spPr>
            <a:xfrm rot="18317648" flipH="1">
              <a:off x="4149036" y="125870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36"/>
            <p:cNvCxnSpPr>
              <a:cxnSpLocks/>
            </p:cNvCxnSpPr>
            <p:nvPr/>
          </p:nvCxnSpPr>
          <p:spPr>
            <a:xfrm rot="18741176" flipH="1">
              <a:off x="4316115" y="105107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37"/>
            <p:cNvCxnSpPr>
              <a:cxnSpLocks/>
            </p:cNvCxnSpPr>
            <p:nvPr/>
          </p:nvCxnSpPr>
          <p:spPr>
            <a:xfrm rot="19164706" flipH="1">
              <a:off x="4507442" y="86555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38"/>
            <p:cNvCxnSpPr>
              <a:cxnSpLocks/>
            </p:cNvCxnSpPr>
            <p:nvPr/>
          </p:nvCxnSpPr>
          <p:spPr>
            <a:xfrm rot="19588235" flipH="1">
              <a:off x="4720118" y="70495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39"/>
            <p:cNvCxnSpPr>
              <a:cxnSpLocks/>
            </p:cNvCxnSpPr>
            <p:nvPr/>
          </p:nvCxnSpPr>
          <p:spPr>
            <a:xfrm rot="20011765" flipH="1">
              <a:off x="4950919" y="57169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40"/>
            <p:cNvCxnSpPr>
              <a:cxnSpLocks/>
            </p:cNvCxnSpPr>
            <p:nvPr/>
          </p:nvCxnSpPr>
          <p:spPr>
            <a:xfrm rot="20435294" flipH="1">
              <a:off x="5196345" y="46781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41"/>
            <p:cNvCxnSpPr>
              <a:cxnSpLocks/>
            </p:cNvCxnSpPr>
            <p:nvPr/>
          </p:nvCxnSpPr>
          <p:spPr>
            <a:xfrm rot="20858824" flipH="1">
              <a:off x="5452677" y="39488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42"/>
            <p:cNvCxnSpPr>
              <a:cxnSpLocks/>
            </p:cNvCxnSpPr>
            <p:nvPr/>
          </p:nvCxnSpPr>
          <p:spPr>
            <a:xfrm rot="21282352" flipH="1">
              <a:off x="5716029" y="354004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43"/>
            <p:cNvCxnSpPr>
              <a:cxnSpLocks/>
            </p:cNvCxnSpPr>
            <p:nvPr/>
          </p:nvCxnSpPr>
          <p:spPr>
            <a:xfrm rot="105883" flipH="1">
              <a:off x="5982408" y="34579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44"/>
            <p:cNvCxnSpPr>
              <a:cxnSpLocks/>
            </p:cNvCxnSpPr>
            <p:nvPr/>
          </p:nvCxnSpPr>
          <p:spPr>
            <a:xfrm rot="529412" flipH="1">
              <a:off x="6247777" y="37038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45"/>
            <p:cNvCxnSpPr>
              <a:cxnSpLocks/>
            </p:cNvCxnSpPr>
            <p:nvPr/>
          </p:nvCxnSpPr>
          <p:spPr>
            <a:xfrm rot="952941" flipH="1">
              <a:off x="6508112" y="427402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46"/>
            <p:cNvCxnSpPr>
              <a:cxnSpLocks/>
            </p:cNvCxnSpPr>
            <p:nvPr/>
          </p:nvCxnSpPr>
          <p:spPr>
            <a:xfrm rot="1376471" flipH="1">
              <a:off x="6759468" y="51597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47"/>
            <p:cNvCxnSpPr>
              <a:cxnSpLocks/>
            </p:cNvCxnSpPr>
            <p:nvPr/>
          </p:nvCxnSpPr>
          <p:spPr>
            <a:xfrm rot="1800000" flipH="1">
              <a:off x="6998034" y="63476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48"/>
            <p:cNvCxnSpPr>
              <a:cxnSpLocks/>
            </p:cNvCxnSpPr>
            <p:nvPr/>
          </p:nvCxnSpPr>
          <p:spPr>
            <a:xfrm rot="2223529" flipH="1">
              <a:off x="7220194" y="78197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49"/>
            <p:cNvCxnSpPr>
              <a:cxnSpLocks/>
            </p:cNvCxnSpPr>
            <p:nvPr/>
          </p:nvCxnSpPr>
          <p:spPr>
            <a:xfrm rot="2647059" flipH="1">
              <a:off x="7422579" y="95537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50"/>
            <p:cNvCxnSpPr>
              <a:cxnSpLocks/>
            </p:cNvCxnSpPr>
            <p:nvPr/>
          </p:nvCxnSpPr>
          <p:spPr>
            <a:xfrm rot="3070588" flipH="1">
              <a:off x="7602123" y="115231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51"/>
            <p:cNvCxnSpPr>
              <a:cxnSpLocks/>
            </p:cNvCxnSpPr>
            <p:nvPr/>
          </p:nvCxnSpPr>
          <p:spPr>
            <a:xfrm rot="3494117" flipH="1">
              <a:off x="7756103" y="136984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52"/>
            <p:cNvCxnSpPr>
              <a:cxnSpLocks/>
            </p:cNvCxnSpPr>
            <p:nvPr/>
          </p:nvCxnSpPr>
          <p:spPr>
            <a:xfrm rot="3917647" flipH="1">
              <a:off x="7882185" y="160463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53"/>
            <p:cNvCxnSpPr>
              <a:cxnSpLocks/>
            </p:cNvCxnSpPr>
            <p:nvPr/>
          </p:nvCxnSpPr>
          <p:spPr>
            <a:xfrm rot="4341176" flipH="1">
              <a:off x="7978457" y="185314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54"/>
            <p:cNvCxnSpPr>
              <a:cxnSpLocks/>
            </p:cNvCxnSpPr>
            <p:nvPr/>
          </p:nvCxnSpPr>
          <p:spPr>
            <a:xfrm rot="4764706" flipH="1">
              <a:off x="8043462" y="211160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55"/>
            <p:cNvCxnSpPr>
              <a:cxnSpLocks/>
            </p:cNvCxnSpPr>
            <p:nvPr/>
          </p:nvCxnSpPr>
          <p:spPr>
            <a:xfrm rot="5188236" flipH="1">
              <a:off x="8076213" y="237608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56"/>
            <p:cNvCxnSpPr>
              <a:cxnSpLocks/>
            </p:cNvCxnSpPr>
            <p:nvPr/>
          </p:nvCxnSpPr>
          <p:spPr>
            <a:xfrm rot="5611765" flipH="1">
              <a:off x="8076213" y="264259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57"/>
            <p:cNvCxnSpPr>
              <a:cxnSpLocks/>
            </p:cNvCxnSpPr>
            <p:nvPr/>
          </p:nvCxnSpPr>
          <p:spPr>
            <a:xfrm rot="6035294" flipH="1">
              <a:off x="8043462" y="290707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58"/>
            <p:cNvCxnSpPr>
              <a:cxnSpLocks/>
            </p:cNvCxnSpPr>
            <p:nvPr/>
          </p:nvCxnSpPr>
          <p:spPr>
            <a:xfrm rot="6458824" flipH="1">
              <a:off x="7978457" y="3165534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59"/>
            <p:cNvCxnSpPr>
              <a:cxnSpLocks/>
            </p:cNvCxnSpPr>
            <p:nvPr/>
          </p:nvCxnSpPr>
          <p:spPr>
            <a:xfrm rot="6882353" flipH="1">
              <a:off x="7882185" y="3414042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60"/>
            <p:cNvCxnSpPr>
              <a:cxnSpLocks/>
            </p:cNvCxnSpPr>
            <p:nvPr/>
          </p:nvCxnSpPr>
          <p:spPr>
            <a:xfrm rot="7305883" flipH="1">
              <a:off x="7756103" y="364883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61"/>
            <p:cNvCxnSpPr>
              <a:cxnSpLocks/>
            </p:cNvCxnSpPr>
            <p:nvPr/>
          </p:nvCxnSpPr>
          <p:spPr>
            <a:xfrm rot="7729412" flipH="1">
              <a:off x="7602123" y="386635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62"/>
            <p:cNvCxnSpPr>
              <a:cxnSpLocks/>
            </p:cNvCxnSpPr>
            <p:nvPr/>
          </p:nvCxnSpPr>
          <p:spPr>
            <a:xfrm rot="8152941" flipH="1">
              <a:off x="7422579" y="406330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63"/>
            <p:cNvCxnSpPr>
              <a:cxnSpLocks/>
            </p:cNvCxnSpPr>
            <p:nvPr/>
          </p:nvCxnSpPr>
          <p:spPr>
            <a:xfrm rot="8576471" flipH="1">
              <a:off x="7220194" y="423670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64"/>
            <p:cNvCxnSpPr>
              <a:cxnSpLocks/>
            </p:cNvCxnSpPr>
            <p:nvPr/>
          </p:nvCxnSpPr>
          <p:spPr>
            <a:xfrm rot="9000000" flipH="1">
              <a:off x="6998034" y="438390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65"/>
            <p:cNvCxnSpPr>
              <a:cxnSpLocks/>
            </p:cNvCxnSpPr>
            <p:nvPr/>
          </p:nvCxnSpPr>
          <p:spPr>
            <a:xfrm rot="9423529" flipH="1">
              <a:off x="6759468" y="450270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66"/>
            <p:cNvCxnSpPr>
              <a:cxnSpLocks/>
            </p:cNvCxnSpPr>
            <p:nvPr/>
          </p:nvCxnSpPr>
          <p:spPr>
            <a:xfrm rot="9847059" flipH="1">
              <a:off x="6508111" y="459127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67"/>
            <p:cNvCxnSpPr>
              <a:cxnSpLocks/>
            </p:cNvCxnSpPr>
            <p:nvPr/>
          </p:nvCxnSpPr>
          <p:spPr>
            <a:xfrm rot="10270589" flipH="1">
              <a:off x="6247777" y="464829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68"/>
            <p:cNvCxnSpPr>
              <a:cxnSpLocks/>
            </p:cNvCxnSpPr>
            <p:nvPr/>
          </p:nvCxnSpPr>
          <p:spPr>
            <a:xfrm rot="10694117" flipH="1">
              <a:off x="5982408" y="467288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69"/>
            <p:cNvCxnSpPr>
              <a:cxnSpLocks/>
            </p:cNvCxnSpPr>
            <p:nvPr/>
          </p:nvCxnSpPr>
          <p:spPr>
            <a:xfrm rot="11117648" flipH="1">
              <a:off x="5716029" y="466467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70"/>
            <p:cNvCxnSpPr>
              <a:cxnSpLocks/>
            </p:cNvCxnSpPr>
            <p:nvPr/>
          </p:nvCxnSpPr>
          <p:spPr>
            <a:xfrm rot="11541176" flipH="1">
              <a:off x="5452677" y="462379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71"/>
            <p:cNvCxnSpPr>
              <a:cxnSpLocks/>
            </p:cNvCxnSpPr>
            <p:nvPr/>
          </p:nvCxnSpPr>
          <p:spPr>
            <a:xfrm rot="11964706" flipH="1">
              <a:off x="5196345" y="455086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72"/>
            <p:cNvCxnSpPr>
              <a:cxnSpLocks/>
            </p:cNvCxnSpPr>
            <p:nvPr/>
          </p:nvCxnSpPr>
          <p:spPr>
            <a:xfrm rot="12388235" flipH="1">
              <a:off x="4950919" y="444698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73"/>
            <p:cNvCxnSpPr>
              <a:cxnSpLocks/>
            </p:cNvCxnSpPr>
            <p:nvPr/>
          </p:nvCxnSpPr>
          <p:spPr>
            <a:xfrm rot="12811765" flipH="1">
              <a:off x="4720118" y="431372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74"/>
            <p:cNvCxnSpPr>
              <a:cxnSpLocks/>
            </p:cNvCxnSpPr>
            <p:nvPr/>
          </p:nvCxnSpPr>
          <p:spPr>
            <a:xfrm rot="13235294" flipH="1">
              <a:off x="4507443" y="415312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75"/>
            <p:cNvCxnSpPr>
              <a:cxnSpLocks/>
            </p:cNvCxnSpPr>
            <p:nvPr/>
          </p:nvCxnSpPr>
          <p:spPr>
            <a:xfrm rot="13658824" flipH="1">
              <a:off x="4316115" y="396759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76"/>
            <p:cNvCxnSpPr>
              <a:cxnSpLocks/>
            </p:cNvCxnSpPr>
            <p:nvPr/>
          </p:nvCxnSpPr>
          <p:spPr>
            <a:xfrm rot="14082352" flipH="1">
              <a:off x="4149036" y="375997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77"/>
            <p:cNvCxnSpPr>
              <a:cxnSpLocks/>
            </p:cNvCxnSpPr>
            <p:nvPr/>
          </p:nvCxnSpPr>
          <p:spPr>
            <a:xfrm rot="14505883" flipH="1">
              <a:off x="4008739" y="353338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78"/>
            <p:cNvCxnSpPr>
              <a:cxnSpLocks/>
            </p:cNvCxnSpPr>
            <p:nvPr/>
          </p:nvCxnSpPr>
          <p:spPr>
            <a:xfrm rot="14929413" flipH="1">
              <a:off x="3897350" y="329127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79"/>
            <p:cNvCxnSpPr>
              <a:cxnSpLocks/>
            </p:cNvCxnSpPr>
            <p:nvPr/>
          </p:nvCxnSpPr>
          <p:spPr>
            <a:xfrm rot="15352941" flipH="1">
              <a:off x="3816559" y="303730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80"/>
            <p:cNvCxnSpPr>
              <a:cxnSpLocks/>
            </p:cNvCxnSpPr>
            <p:nvPr/>
          </p:nvCxnSpPr>
          <p:spPr>
            <a:xfrm rot="15776472" flipH="1">
              <a:off x="3767588" y="277533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2" name="直接连接符 132"/>
          <p:cNvCxnSpPr/>
          <p:nvPr userDrawn="1"/>
        </p:nvCxnSpPr>
        <p:spPr>
          <a:xfrm>
            <a:off x="4840431" y="2195273"/>
            <a:ext cx="1127340" cy="0"/>
          </a:xfrm>
          <a:prstGeom prst="line">
            <a:avLst/>
          </a:prstGeom>
          <a:ln>
            <a:solidFill>
              <a:srgbClr val="F5F0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134"/>
          <p:cNvCxnSpPr/>
          <p:nvPr userDrawn="1"/>
        </p:nvCxnSpPr>
        <p:spPr>
          <a:xfrm>
            <a:off x="6218348" y="2195273"/>
            <a:ext cx="1127340" cy="0"/>
          </a:xfrm>
          <a:prstGeom prst="line">
            <a:avLst/>
          </a:prstGeom>
          <a:ln>
            <a:solidFill>
              <a:srgbClr val="F5F0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椭圆 73"/>
          <p:cNvSpPr/>
          <p:nvPr userDrawn="1"/>
        </p:nvSpPr>
        <p:spPr>
          <a:xfrm>
            <a:off x="5996400" y="2094038"/>
            <a:ext cx="199137" cy="199137"/>
          </a:xfrm>
          <a:prstGeom prst="ellipse">
            <a:avLst/>
          </a:prstGeom>
          <a:noFill/>
          <a:ln>
            <a:solidFill>
              <a:srgbClr val="F5F0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75" name="文本占位符 3"/>
          <p:cNvSpPr>
            <a:spLocks noGrp="1"/>
          </p:cNvSpPr>
          <p:nvPr>
            <p:ph type="body" sz="quarter" idx="12" hasCustomPrompt="1"/>
          </p:nvPr>
        </p:nvSpPr>
        <p:spPr>
          <a:xfrm>
            <a:off x="4837016" y="1471967"/>
            <a:ext cx="2517968" cy="59054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 b="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标题</a:t>
            </a:r>
          </a:p>
        </p:txBody>
      </p:sp>
      <p:sp>
        <p:nvSpPr>
          <p:cNvPr id="76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4382780" y="2477356"/>
            <a:ext cx="3415788" cy="71564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4683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183931" y="176048"/>
            <a:ext cx="11824138" cy="6505904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五边形 4"/>
          <p:cNvSpPr/>
          <p:nvPr userDrawn="1"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83588" y="0"/>
            <a:ext cx="587830" cy="74623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/>
              <a:t>0</a:t>
            </a:r>
            <a:endParaRPr kumimoji="1" lang="zh-CN" altLang="en-US" dirty="0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4208707" cy="46442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326217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749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62361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标注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345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字体使用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行距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背景图片出处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4239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英文 </a:t>
            </a:r>
            <a:r>
              <a:rPr kumimoji="0" lang="is-I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Microsoft YaHei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中文 微软雅黑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正文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1.3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cn.bing.com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本网站所提供的任何信息内容（包括但不限于 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PPT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模板、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Word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文档、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Excel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图表、图片素材等）均受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中华人民共和国著作权法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信息网络传播权保护条例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及其他适用的法律法规的保护，未经权利人书面明确授权，信息内容的任何部分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(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包括图片或图表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)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不得被全部或部分的复制、传播、销售，否则将承担法律责任。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" charset="0"/>
                <a:cs typeface="Segoe UI Light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4110898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图片素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40603" y="7598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/>
                <a:cs typeface="Segoe UI Light"/>
              </a:rPr>
              <a:t>背景图片素材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kumimoji="1"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 charset="0"/>
                <a:cs typeface="Segoe UI Light"/>
              </a:rPr>
              <a:t>OfficePLUS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1051757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4447955" y="4458724"/>
            <a:ext cx="3296095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点击</a:t>
            </a:r>
            <a:r>
              <a:rPr kumimoji="1" lang="en-US" altLang="zh-CN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Logo</a:t>
            </a:r>
            <a:r>
              <a:rPr kumimoji="1" lang="zh-CN" alt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获取更多优质模板（放映模式）</a:t>
            </a:r>
          </a:p>
        </p:txBody>
      </p:sp>
      <p:pic>
        <p:nvPicPr>
          <p:cNvPr id="5" name="图片 4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227832"/>
            <a:ext cx="3048000" cy="40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766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3468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7" r:id="rId3"/>
    <p:sldLayoutId id="2147483688" r:id="rId4"/>
    <p:sldLayoutId id="2147483689" r:id="rId5"/>
    <p:sldLayoutId id="2147483685" r:id="rId6"/>
    <p:sldLayoutId id="2147483662" r:id="rId7"/>
    <p:sldLayoutId id="214748368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592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2" r:id="rId2"/>
    <p:sldLayoutId id="214748368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customXml" Target="../ink/ink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customXml" Target="../ink/ink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1.png"/><Relationship Id="rId4" Type="http://schemas.openxmlformats.org/officeDocument/2006/relationships/image" Target="../media/image13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customXml" Target="../ink/ink7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customXml" Target="../ink/ink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wmv"/><Relationship Id="rId1" Type="http://schemas.microsoft.com/office/2007/relationships/media" Target="../media/media2.wmv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customXml" Target="../ink/ink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customXml" Target="../ink/ink12.xml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customXml" Target="../ink/ink13.xml"/><Relationship Id="rId4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customXml" Target="../ink/ink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0.png"/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0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1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image" Target="../media/image5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hyperlink" Target="https://www.bilibili.com/video/BV1D54y127X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>
                <a:solidFill>
                  <a:srgbClr val="777671"/>
                </a:solidFill>
              </a:rPr>
              <a:t>曲线积分</a:t>
            </a:r>
            <a:endParaRPr lang="en-US" altLang="zh-CN">
              <a:solidFill>
                <a:srgbClr val="777671"/>
              </a:solidFill>
            </a:endParaRPr>
          </a:p>
          <a:p>
            <a:r>
              <a:rPr lang="zh-CN" altLang="en-US">
                <a:solidFill>
                  <a:srgbClr val="777671"/>
                </a:solidFill>
              </a:rPr>
              <a:t>与曲面积分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微积分</a:t>
            </a:r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srgbClr val="777671"/>
                </a:solidFill>
              </a:rPr>
              <a:t>                                   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4373696" y="4530394"/>
            <a:ext cx="3444608" cy="392907"/>
          </a:xfrm>
        </p:spPr>
        <p:txBody>
          <a:bodyPr/>
          <a:lstStyle/>
          <a:p>
            <a:r>
              <a:rPr lang="zh-CN" altLang="en-US" sz="2000" b="1">
                <a:solidFill>
                  <a:srgbClr val="7776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理学院数学系 王玉超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0BA8D7E-40D9-4A09-87C5-5F56A419A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9013" y="2128838"/>
            <a:ext cx="3695749" cy="354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1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格林公式及其应用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1171418" y="924232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回顾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8281A77-A911-4B1D-9A1B-B6760FE636A9}"/>
              </a:ext>
            </a:extLst>
          </p:cNvPr>
          <p:cNvSpPr/>
          <p:nvPr/>
        </p:nvSpPr>
        <p:spPr>
          <a:xfrm>
            <a:off x="877503" y="1772350"/>
            <a:ext cx="11007703" cy="19451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格林公式；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平面曲线积分与路径无关的条件；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二元函数的全微分求积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24558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格林公式及其应用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62DB4EE-F408-4D89-9B87-2707B23A6432}"/>
                  </a:ext>
                </a:extLst>
              </p:cNvPr>
              <p:cNvSpPr/>
              <p:nvPr/>
            </p:nvSpPr>
            <p:spPr>
              <a:xfrm>
                <a:off x="877503" y="1462788"/>
                <a:ext cx="11007703" cy="39324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格林公式：设闭区域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𝑫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由分段光滑的曲线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围成，函数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𝑷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𝑸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𝑫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上具有</a:t>
                </a:r>
                <a:r>
                  <a:rPr lang="zh-CN" altLang="en-US" sz="3200" b="1" kern="0" dirty="0">
                    <a:solidFill>
                      <a:srgbClr val="E73A1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一阶连续偏导数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，则有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𝑫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𝝏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𝑸</m:t>
                                  </m:r>
                                </m:num>
                                <m:den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𝝏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</m:den>
                              </m:f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𝝏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𝑷</m:t>
                                  </m:r>
                                </m:num>
                                <m:den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𝝏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den>
                              </m:f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𝒅𝒙𝒅𝒚</m:t>
                          </m:r>
                        </m:e>
                      </m:nary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∮"/>
                          <m:limLoc m:val="undOvr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𝑳</m:t>
                          </m:r>
                        </m:sub>
                        <m:sup/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𝑷𝒅𝒙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𝑸𝒅𝒚</m:t>
                          </m:r>
                        </m:e>
                      </m:nary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𝑫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的取正向的边界曲线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62DB4EE-F408-4D89-9B87-2707B23A64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3" y="1462788"/>
                <a:ext cx="11007703" cy="3932423"/>
              </a:xfrm>
              <a:prstGeom prst="rect">
                <a:avLst/>
              </a:prstGeom>
              <a:blipFill>
                <a:blip r:embed="rId2"/>
                <a:stretch>
                  <a:fillRect l="-1440" t="-620" b="-41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D06BCCEE-E29D-40A9-B671-0A2720E30723}"/>
                  </a:ext>
                </a:extLst>
              </p14:cNvPr>
              <p14:cNvContentPartPr/>
              <p14:nvPr/>
            </p14:nvContentPartPr>
            <p14:xfrm>
              <a:off x="1077120" y="4670280"/>
              <a:ext cx="9333720" cy="19753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D06BCCEE-E29D-40A9-B671-0A2720E3072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7760" y="4660920"/>
                <a:ext cx="9352440" cy="199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1540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格林公式及其应用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495" y="556659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平面曲线积分与路径无关的条件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/>
              <p:nvPr/>
            </p:nvSpPr>
            <p:spPr>
              <a:xfrm>
                <a:off x="877495" y="1131754"/>
                <a:ext cx="11007703" cy="55125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设开区域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𝑮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是 </a:t>
                </a:r>
                <a:r>
                  <a:rPr lang="zh-CN" altLang="en-US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单连通区域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𝑷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𝑸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𝑮</m:t>
                    </m:r>
                  </m:oMath>
                </a14:m>
                <a:r>
                  <a:rPr lang="en-US" altLang="zh-CN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内具有</a:t>
                </a:r>
                <a:r>
                  <a:rPr lang="zh-CN" altLang="en-US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一阶连续偏导数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，则以下四个条件等价：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1)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沿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𝑮</m:t>
                    </m:r>
                  </m:oMath>
                </a14:m>
                <a:r>
                  <a:rPr lang="en-US" altLang="zh-CN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内任意分段光滑闭曲线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，有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sub>
                      <m:sup/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𝑷𝒅𝒙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𝑸𝒅𝒚</m:t>
                        </m:r>
                      </m:e>
                    </m:nary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2)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𝑮</m:t>
                    </m:r>
                  </m:oMath>
                </a14:m>
                <a:r>
                  <a:rPr lang="en-US" altLang="zh-CN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内任一分段光滑曲线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sub>
                      <m:sup/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𝑷𝒅𝒙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𝑸𝒅𝒚</m:t>
                        </m:r>
                      </m:e>
                    </m:nary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与路径无关，只与起止点有关；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3)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𝑷𝒅𝒙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𝑸𝒅𝒚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𝑮</m:t>
                    </m:r>
                  </m:oMath>
                </a14:m>
                <a:r>
                  <a:rPr lang="en-US" altLang="zh-CN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内是某一函数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𝒖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的全微分；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4)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𝑮</m:t>
                    </m:r>
                  </m:oMath>
                </a14:m>
                <a:r>
                  <a:rPr lang="en-US" altLang="zh-CN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内恒有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5" y="1131754"/>
                <a:ext cx="11007703" cy="5512599"/>
              </a:xfrm>
              <a:prstGeom prst="rect">
                <a:avLst/>
              </a:prstGeom>
              <a:blipFill>
                <a:blip r:embed="rId2"/>
                <a:stretch>
                  <a:fillRect l="-1440" r="-50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B40DE38D-9224-4726-AF5D-B390BE11AF47}"/>
                  </a:ext>
                </a:extLst>
              </p14:cNvPr>
              <p14:cNvContentPartPr/>
              <p14:nvPr/>
            </p14:nvContentPartPr>
            <p14:xfrm>
              <a:off x="1017720" y="1746720"/>
              <a:ext cx="9246240" cy="45525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B40DE38D-9224-4726-AF5D-B390BE11AF4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8360" y="1737360"/>
                <a:ext cx="9264960" cy="4571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82392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格林公式及其应用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495" y="556659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二元函数的全微分求积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/>
              <p:nvPr/>
            </p:nvSpPr>
            <p:spPr>
              <a:xfrm>
                <a:off x="877495" y="1569791"/>
                <a:ext cx="11007703" cy="23880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𝑷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𝑸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</a:t>
                </a:r>
                <a:r>
                  <a:rPr lang="zh-CN" altLang="en-US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单连通区域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𝑮</m:t>
                    </m:r>
                  </m:oMath>
                </a14:m>
                <a:r>
                  <a:rPr lang="en-US" altLang="zh-CN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内具有</a:t>
                </a:r>
                <a:r>
                  <a:rPr lang="zh-CN" altLang="en-US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一阶连续偏导数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𝑷𝒅𝒙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𝑸𝒅𝒚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𝑮</m:t>
                    </m:r>
                  </m:oMath>
                </a14:m>
                <a:r>
                  <a:rPr lang="en-US" altLang="zh-CN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内是某一函数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𝒖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的全微分的充要条件是在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𝑮</m:t>
                    </m:r>
                  </m:oMath>
                </a14:m>
                <a:r>
                  <a:rPr lang="en-US" altLang="zh-CN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内恒有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5" y="1569791"/>
                <a:ext cx="11007703" cy="2388026"/>
              </a:xfrm>
              <a:prstGeom prst="rect">
                <a:avLst/>
              </a:prstGeom>
              <a:blipFill>
                <a:blip r:embed="rId2"/>
                <a:stretch>
                  <a:fillRect l="-1440" r="-1163" b="-5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F97C1EE-02F5-485D-8B7F-0080E2EB6599}"/>
                  </a:ext>
                </a:extLst>
              </p:cNvPr>
              <p:cNvSpPr/>
              <p:nvPr/>
            </p:nvSpPr>
            <p:spPr>
              <a:xfrm>
                <a:off x="877502" y="4513392"/>
                <a:ext cx="10730306" cy="10331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𝒖</m:t>
                    </m:r>
                    <m:d>
                      <m:dPr>
                        <m:ctrlP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</m:sub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</m:sup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𝑷𝒅𝒙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𝑸𝒅𝒚</m:t>
                        </m:r>
                      </m:e>
                    </m:nary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F97C1EE-02F5-485D-8B7F-0080E2EB65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4513392"/>
                <a:ext cx="10730306" cy="1033168"/>
              </a:xfrm>
              <a:prstGeom prst="rect">
                <a:avLst/>
              </a:prstGeom>
              <a:blipFill>
                <a:blip r:embed="rId3"/>
                <a:stretch>
                  <a:fillRect l="-1477" b="-5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DEA6BCCB-1B0A-4D3A-967D-EE19F28DC8F0}"/>
                  </a:ext>
                </a:extLst>
              </p14:cNvPr>
              <p14:cNvContentPartPr/>
              <p14:nvPr/>
            </p14:nvContentPartPr>
            <p14:xfrm>
              <a:off x="3870360" y="2230200"/>
              <a:ext cx="7058880" cy="31366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DEA6BCCB-1B0A-4D3A-967D-EE19F28DC8F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61000" y="2220840"/>
                <a:ext cx="7077600" cy="315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29887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第四节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对面积的</a:t>
            </a:r>
            <a:endParaRPr kumimoji="1" lang="en-US" altLang="zh-CN" dirty="0"/>
          </a:p>
          <a:p>
            <a:r>
              <a:rPr kumimoji="1" lang="zh-CN" altLang="en-US" dirty="0"/>
              <a:t>曲面积分</a:t>
            </a:r>
          </a:p>
        </p:txBody>
      </p:sp>
    </p:spTree>
    <p:extLst>
      <p:ext uri="{BB962C8B-B14F-4D97-AF65-F5344CB8AC3E}">
        <p14:creationId xmlns:p14="http://schemas.microsoft.com/office/powerpoint/2010/main" val="3814926503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对面积的曲面积分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746234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对弧长的曲线积分的例子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/>
              <p:nvPr/>
            </p:nvSpPr>
            <p:spPr>
              <a:xfrm>
                <a:off x="877495" y="1798024"/>
                <a:ext cx="11007703" cy="19504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曲线形构件的质量：曲线形构件所占的位置在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𝒙𝑶𝒚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面内的一段曲线弧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上，起点是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，终点是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𝑩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已知构件在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处的线密度为连续函数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𝝆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，那么构件的质量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=?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5" y="1798024"/>
                <a:ext cx="11007703" cy="1950470"/>
              </a:xfrm>
              <a:prstGeom prst="rect">
                <a:avLst/>
              </a:prstGeom>
              <a:blipFill>
                <a:blip r:embed="rId2"/>
                <a:stretch>
                  <a:fillRect l="-1440" r="-941" b="-9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3C8117F6-1D15-494C-B812-6B8733FEF107}"/>
              </a:ext>
            </a:extLst>
          </p:cNvPr>
          <p:cNvSpPr/>
          <p:nvPr/>
        </p:nvSpPr>
        <p:spPr>
          <a:xfrm>
            <a:off x="877501" y="5046177"/>
            <a:ext cx="10730306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求在某曲线段上分布不均匀的量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C382BB01-4F8E-4499-8E30-22E9EBF81611}"/>
                  </a:ext>
                </a:extLst>
              </p14:cNvPr>
              <p14:cNvContentPartPr/>
              <p14:nvPr/>
            </p14:nvContentPartPr>
            <p14:xfrm>
              <a:off x="5645520" y="672120"/>
              <a:ext cx="1147680" cy="12398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C382BB01-4F8E-4499-8E30-22E9EBF8161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36160" y="662760"/>
                <a:ext cx="1166400" cy="125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90291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对面积的曲面积分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928C639-2329-469E-99C5-609419ACC8D2}"/>
              </a:ext>
            </a:extLst>
          </p:cNvPr>
          <p:cNvSpPr/>
          <p:nvPr/>
        </p:nvSpPr>
        <p:spPr>
          <a:xfrm>
            <a:off x="877495" y="1127904"/>
            <a:ext cx="11007703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弧长积分的</a:t>
            </a:r>
            <a:r>
              <a:rPr lang="zh-CN" altLang="en-US" sz="3200" b="1" kern="0" dirty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物理意义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：曲线形构件的质量；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/>
              <p:nvPr/>
            </p:nvSpPr>
            <p:spPr>
              <a:xfrm>
                <a:off x="877494" y="2312348"/>
                <a:ext cx="10730306" cy="22333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弧长积分的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几何意义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：设柱面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𝑪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的准线为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，平行于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轴的直线为母线，且母线在点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处长度为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𝒇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，则柱面的面积就变为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sub>
                      <m:sup/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𝒇</m:t>
                        </m:r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</m:d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𝒅𝒔</m:t>
                        </m:r>
                      </m:e>
                    </m:nary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4" y="2312348"/>
                <a:ext cx="10730306" cy="2233304"/>
              </a:xfrm>
              <a:prstGeom prst="rect">
                <a:avLst/>
              </a:prstGeom>
              <a:blipFill>
                <a:blip r:embed="rId2"/>
                <a:stretch>
                  <a:fillRect l="-1477" t="-1090" b="-4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5617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对面积的曲面积分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746234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一、对面积的曲面积分的概念与性质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/>
              <p:nvPr/>
            </p:nvSpPr>
            <p:spPr>
              <a:xfrm>
                <a:off x="877495" y="1798024"/>
                <a:ext cx="11007703" cy="19504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曲面形构件的质量：曲面形构件所占的位置在空间一片曲面片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其面密度为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上连续函数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𝝆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，那么构件的质量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=?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5" y="1798024"/>
                <a:ext cx="11007703" cy="1950470"/>
              </a:xfrm>
              <a:prstGeom prst="rect">
                <a:avLst/>
              </a:prstGeom>
              <a:blipFill>
                <a:blip r:embed="rId2"/>
                <a:stretch>
                  <a:fillRect l="-1440" b="-9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/>
              <p:nvPr/>
            </p:nvSpPr>
            <p:spPr>
              <a:xfrm>
                <a:off x="877494" y="4135487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若面密度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𝝆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为常数，则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𝒎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𝝆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𝑺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4" y="4135487"/>
                <a:ext cx="10730306" cy="664797"/>
              </a:xfrm>
              <a:prstGeom prst="rect">
                <a:avLst/>
              </a:prstGeom>
              <a:blipFill>
                <a:blip r:embed="rId3"/>
                <a:stretch>
                  <a:fillRect l="-1477" t="-3670" b="-30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DE71FBD5-B1D3-4884-962C-D9670F6C118B}"/>
                  </a:ext>
                </a:extLst>
              </p14:cNvPr>
              <p14:cNvContentPartPr/>
              <p14:nvPr/>
            </p14:nvContentPartPr>
            <p14:xfrm>
              <a:off x="7003800" y="346320"/>
              <a:ext cx="2588760" cy="41457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DE71FBD5-B1D3-4884-962C-D9670F6C118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94440" y="336960"/>
                <a:ext cx="2607480" cy="416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8182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对面积的曲面积分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/>
              <p:nvPr/>
            </p:nvSpPr>
            <p:spPr>
              <a:xfrm>
                <a:off x="877501" y="834912"/>
                <a:ext cx="10730306" cy="6701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问题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：若面密度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𝝆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不为常数，怎么求？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834912"/>
                <a:ext cx="10730306" cy="670120"/>
              </a:xfrm>
              <a:prstGeom prst="rect">
                <a:avLst/>
              </a:prstGeom>
              <a:blipFill>
                <a:blip r:embed="rId2"/>
                <a:stretch>
                  <a:fillRect l="-1477" b="-2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1" y="1606789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把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曲面分成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𝒏</m:t>
                    </m:r>
                  </m:oMath>
                </a14:m>
                <a:r>
                  <a:rPr lang="en-US" altLang="zh-CN" sz="3200" b="1" i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个小块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𝑺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𝑺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也代表曲面的面积）；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606789"/>
                <a:ext cx="10730306" cy="664797"/>
              </a:xfrm>
              <a:prstGeom prst="rect">
                <a:avLst/>
              </a:prstGeom>
              <a:blipFill>
                <a:blip r:embed="rId3"/>
                <a:stretch>
                  <a:fillRect l="-1477" t="-3670" b="-30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1" y="2425308"/>
                <a:ext cx="10730306" cy="6803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每一小块质量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𝒎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≈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𝝆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𝝃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𝜼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𝜻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𝑺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𝝃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𝜼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𝜻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∈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𝑺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2425308"/>
                <a:ext cx="10730306" cy="680379"/>
              </a:xfrm>
              <a:prstGeom prst="rect">
                <a:avLst/>
              </a:prstGeom>
              <a:blipFill>
                <a:blip r:embed="rId4"/>
                <a:stretch>
                  <a:fillRect l="-1477" t="-3604" b="-279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1" y="3937222"/>
                <a:ext cx="10730306" cy="24774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总质量近似值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𝒎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≈</m:t>
                      </m:r>
                      <m:nary>
                        <m:naryPr>
                          <m:chr m:val="∑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𝒊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=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𝒏</m:t>
                          </m:r>
                        </m:sup>
                        <m:e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𝝆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𝝃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𝜼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𝜻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𝚫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lang="en-US" altLang="zh-CN" sz="3200" b="1" i="0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3937222"/>
                <a:ext cx="10730306" cy="2477409"/>
              </a:xfrm>
              <a:prstGeom prst="rect">
                <a:avLst/>
              </a:prstGeom>
              <a:blipFill>
                <a:blip r:embed="rId5"/>
                <a:stretch>
                  <a:fillRect l="-1477" t="-9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1835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对面积的曲面积分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1" y="977056"/>
                <a:ext cx="10730306" cy="24774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取极限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𝝀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为各小块曲面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最大直径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𝒎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func>
                        <m:func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3200" b="0" i="0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3200" b="0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𝝀</m:t>
                              </m:r>
                              <m:r>
                                <a:rPr lang="zh-CN" altLang="en-US" sz="3200" b="0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→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𝟎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𝒊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=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𝒏</m:t>
                              </m:r>
                            </m:sup>
                            <m:e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𝝆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𝝃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𝜼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𝜻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)</m:t>
                              </m:r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𝚫</m:t>
                              </m:r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977056"/>
                <a:ext cx="10730306" cy="2477409"/>
              </a:xfrm>
              <a:prstGeom prst="rect">
                <a:avLst/>
              </a:prstGeom>
              <a:blipFill>
                <a:blip r:embed="rId2"/>
                <a:stretch>
                  <a:fillRect l="-1477" t="-9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>
            <a:extLst>
              <a:ext uri="{FF2B5EF4-FFF2-40B4-BE49-F238E27FC236}">
                <a16:creationId xmlns:a16="http://schemas.microsoft.com/office/drawing/2014/main" id="{BC1B94D2-273D-430D-BA06-9B50751AED9F}"/>
              </a:ext>
            </a:extLst>
          </p:cNvPr>
          <p:cNvSpPr/>
          <p:nvPr/>
        </p:nvSpPr>
        <p:spPr>
          <a:xfrm>
            <a:off x="877501" y="4066313"/>
            <a:ext cx="10730306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三个步骤：</a:t>
            </a:r>
            <a:r>
              <a:rPr lang="zh-CN" altLang="en-US" sz="3200" b="1" kern="0" dirty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分割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3200" b="1" kern="0" dirty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求（近似）和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3200" b="1" kern="0" dirty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取极限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C1B94D2-273D-430D-BA06-9B50751AED9F}"/>
              </a:ext>
            </a:extLst>
          </p:cNvPr>
          <p:cNvSpPr/>
          <p:nvPr/>
        </p:nvSpPr>
        <p:spPr>
          <a:xfrm>
            <a:off x="877501" y="5046177"/>
            <a:ext cx="10730306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求在某曲面上分布不均匀的量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26526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对面积的曲面积分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/>
              <p:nvPr/>
            </p:nvSpPr>
            <p:spPr>
              <a:xfrm>
                <a:off x="877500" y="639183"/>
                <a:ext cx="11007703" cy="60051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设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𝒇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在光滑曲面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上有界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将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任意分成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𝒏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个小曲面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𝑺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𝑺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也代表曲面的面积） 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在每个小曲面上任取一点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𝝃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𝜼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𝜻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𝒊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，作乘积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𝒇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𝝃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𝜼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𝜻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𝑺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，并作和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limLowPr>
                      <m:e>
                        <m:limUpp>
                          <m:limUp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∑</m:t>
                            </m:r>
                          </m:e>
                          <m:lim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lim>
                        </m:limUpp>
                      </m:e>
                      <m:li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lim>
                    </m:limLow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𝒇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𝝃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𝜼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𝜻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𝑺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如果当各小曲面的直径的最大值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𝝀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时，该和式的极限存在，且与划分、点的选取无关，则称此极限为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𝒇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在曲面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上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对面积的曲面积分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或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第一类曲面积分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，记为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∬"/>
                        <m:limLoc m:val="undOvr"/>
                        <m:ctrlP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𝚺</m:t>
                        </m:r>
                      </m:sub>
                      <m:sup/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𝒇</m:t>
                        </m:r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𝒛</m:t>
                            </m:r>
                          </m:e>
                        </m:d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𝑺</m:t>
                        </m:r>
                      </m:e>
                    </m:nary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0" y="639183"/>
                <a:ext cx="11007703" cy="6005170"/>
              </a:xfrm>
              <a:prstGeom prst="rect">
                <a:avLst/>
              </a:prstGeom>
              <a:blipFill>
                <a:blip r:embed="rId2"/>
                <a:stretch>
                  <a:fillRect l="-1440" t="-406" r="-609" b="-12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1B4ADEE8-C1DB-4427-9D4B-7276C22E3282}"/>
                  </a:ext>
                </a:extLst>
              </p14:cNvPr>
              <p14:cNvContentPartPr/>
              <p14:nvPr/>
            </p14:nvContentPartPr>
            <p14:xfrm>
              <a:off x="1018560" y="5015914"/>
              <a:ext cx="5077440" cy="18273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1B4ADEE8-C1DB-4427-9D4B-7276C22E328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9200" y="5006554"/>
                <a:ext cx="5096160" cy="1846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1973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对面积的曲面积分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/>
              <p:nvPr/>
            </p:nvSpPr>
            <p:spPr>
              <a:xfrm>
                <a:off x="877501" y="834912"/>
                <a:ext cx="10730306" cy="27144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即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𝚺</m:t>
                          </m:r>
                        </m:sub>
                        <m:sup/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𝒛</m:t>
                              </m:r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𝒅𝑺</m:t>
                          </m:r>
                        </m:e>
                      </m:nary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func>
                        <m:func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3200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3200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𝝀</m:t>
                              </m:r>
                              <m:r>
                                <a:rPr lang="zh-CN" altLang="en-US" sz="3200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→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𝟎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𝒊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=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𝒏</m:t>
                              </m:r>
                            </m:sup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𝒇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𝝃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𝜼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𝜻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)</m:t>
                              </m:r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𝚫</m:t>
                              </m:r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;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834912"/>
                <a:ext cx="10730306" cy="2714461"/>
              </a:xfrm>
              <a:prstGeom prst="rect">
                <a:avLst/>
              </a:prstGeom>
              <a:blipFill>
                <a:blip r:embed="rId2"/>
                <a:stretch>
                  <a:fillRect l="-1477" t="-8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1" y="3469346"/>
                <a:ext cx="10730306" cy="6681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𝒇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被积函数；</a:t>
                </a:r>
                <a14:m>
                  <m:oMath xmlns:m="http://schemas.openxmlformats.org/officeDocument/2006/math">
                    <m:r>
                      <m:rPr>
                        <m:brk m:alnAt="24"/>
                      </m:rP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积分曲面；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3469346"/>
                <a:ext cx="10730306" cy="668132"/>
              </a:xfrm>
              <a:prstGeom prst="rect">
                <a:avLst/>
              </a:prstGeom>
              <a:blipFill>
                <a:blip r:embed="rId3"/>
                <a:stretch>
                  <a:fillRect l="-1477" t="-3636" b="-2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14FEDD77-6030-43AE-9529-F29FDD96F9D2}"/>
                  </a:ext>
                </a:extLst>
              </p:cNvPr>
              <p:cNvSpPr/>
              <p:nvPr/>
            </p:nvSpPr>
            <p:spPr>
              <a:xfrm>
                <a:off x="877501" y="4294503"/>
                <a:ext cx="10730306" cy="13102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当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𝒇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在光滑曲面 </a:t>
                </a:r>
                <a14:m>
                  <m:oMath xmlns:m="http://schemas.openxmlformats.org/officeDocument/2006/math">
                    <m:r>
                      <m:rPr>
                        <m:brk m:alnAt="24"/>
                      </m:rP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上连续时，对面积的曲面积分一定存在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14FEDD77-6030-43AE-9529-F29FDD96F9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4294503"/>
                <a:ext cx="10730306" cy="1310295"/>
              </a:xfrm>
              <a:prstGeom prst="rect">
                <a:avLst/>
              </a:prstGeom>
              <a:blipFill>
                <a:blip r:embed="rId4"/>
                <a:stretch>
                  <a:fillRect l="-1477" t="-1860" b="-144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122594BC-8253-4A55-8F3B-C16F11B600D0}"/>
                  </a:ext>
                </a:extLst>
              </p14:cNvPr>
              <p14:cNvContentPartPr/>
              <p14:nvPr/>
            </p14:nvContentPartPr>
            <p14:xfrm>
              <a:off x="2720880" y="1240560"/>
              <a:ext cx="2489040" cy="24091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122594BC-8253-4A55-8F3B-C16F11B600D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11520" y="1231200"/>
                <a:ext cx="2507760" cy="242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31550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对面积的曲面积分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A0318E-51D2-4CA7-8980-E4E8CDBF4C35}"/>
              </a:ext>
            </a:extLst>
          </p:cNvPr>
          <p:cNvSpPr/>
          <p:nvPr/>
        </p:nvSpPr>
        <p:spPr>
          <a:xfrm>
            <a:off x="877495" y="1160775"/>
            <a:ext cx="10730306" cy="13102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对面积的曲面积分有类似二重积分的性质，如</a:t>
            </a:r>
            <a:r>
              <a:rPr lang="zh-CN" altLang="en-US" sz="3200" b="1" kern="0" dirty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线性性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3200" b="1" kern="0" dirty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区域可加性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3200" b="1" kern="0" dirty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中值定理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3200" b="1" kern="0" dirty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保序性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4F35571-9AF8-4F54-922A-3AC8AA26D8D9}"/>
                  </a:ext>
                </a:extLst>
              </p:cNvPr>
              <p:cNvSpPr/>
              <p:nvPr/>
            </p:nvSpPr>
            <p:spPr>
              <a:xfrm>
                <a:off x="877495" y="3586112"/>
                <a:ext cx="10730306" cy="9529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nary>
                      <m:naryPr>
                        <m:chr m:val="∬"/>
                        <m:limLoc m:val="undOvr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𝚺</m:t>
                        </m:r>
                      </m:sub>
                      <m:sup/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𝒅𝑺</m:t>
                        </m:r>
                      </m:e>
                    </m:nary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为曲面 </a:t>
                </a:r>
                <a14:m>
                  <m:oMath xmlns:m="http://schemas.openxmlformats.org/officeDocument/2006/math">
                    <m:r>
                      <m:rPr>
                        <m:brk m:alnAt="24"/>
                      </m:rP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的面积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4F35571-9AF8-4F54-922A-3AC8AA26D8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5" y="3586112"/>
                <a:ext cx="10730306" cy="952953"/>
              </a:xfrm>
              <a:prstGeom prst="rect">
                <a:avLst/>
              </a:prstGeom>
              <a:blipFill>
                <a:blip r:embed="rId2"/>
                <a:stretch>
                  <a:fillRect l="-1477" b="-121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9457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对面积的曲面积分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746234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回顾对弧长的曲线积分的计算：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6ADFD24-61BF-485D-A022-CBBE2DE338C8}"/>
                  </a:ext>
                </a:extLst>
              </p:cNvPr>
              <p:cNvSpPr/>
              <p:nvPr/>
            </p:nvSpPr>
            <p:spPr>
              <a:xfrm>
                <a:off x="877501" y="1416354"/>
                <a:ext cx="10260399" cy="50078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设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𝒇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在曲线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上连续，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的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参数方程为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𝒙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zh-CN" altLang="en-US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𝝋</m:t>
                      </m:r>
                      <m:d>
                        <m:d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𝒕</m:t>
                          </m:r>
                        </m:e>
                      </m:d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𝒚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zh-CN" altLang="en-US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𝝍</m:t>
                      </m:r>
                      <m:d>
                        <m:d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𝒕</m:t>
                          </m:r>
                        </m:e>
                      </m:d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  <m:r>
                        <a:rPr lang="zh-CN" altLang="en-US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𝜶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Cambria Math"/>
                        </a:rPr>
                        <m:t>≤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Cambria Math"/>
                        </a:rPr>
                        <m:t>𝒕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Cambria Math"/>
                        </a:rPr>
                        <m:t>≤</m:t>
                      </m:r>
                      <m:r>
                        <a:rPr lang="zh-CN" altLang="en-US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𝜷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𝝋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𝝍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</m:d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[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𝒂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𝒃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]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上具有一阶连续导数，且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𝝋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′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𝝍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′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sub>
                      <m:sup/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𝒇</m:t>
                        </m:r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</m:d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𝒅𝒔</m:t>
                        </m:r>
                      </m:e>
                    </m:nary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存在，且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𝑳</m:t>
                          </m:r>
                        </m:sub>
                        <m:sup/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𝒅𝒔</m:t>
                          </m:r>
                        </m:e>
                      </m:nary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sub>
                        <m:sup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𝜷</m:t>
                          </m:r>
                        </m:sup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𝒇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[</m:t>
                          </m:r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𝝋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𝒕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),</m:t>
                          </m:r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𝝍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𝒕</m:t>
                              </m:r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]</m:t>
                          </m:r>
                          <m:rad>
                            <m:radPr>
                              <m:degHide m:val="on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𝝋</m:t>
                                  </m:r>
                                </m:e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′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𝒕</m:t>
                                  </m:r>
                                </m:e>
                              </m:d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𝝍</m:t>
                                  </m:r>
                                </m:e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′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 (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𝒕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)</m:t>
                              </m:r>
                            </m:e>
                          </m:ra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𝒅𝒕</m:t>
                          </m:r>
                        </m:e>
                      </m:nary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6ADFD24-61BF-485D-A022-CBBE2DE338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416354"/>
                <a:ext cx="10260399" cy="5007846"/>
              </a:xfrm>
              <a:prstGeom prst="rect">
                <a:avLst/>
              </a:prstGeom>
              <a:blipFill>
                <a:blip r:embed="rId2"/>
                <a:stretch>
                  <a:fillRect l="-15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5FE3A2BF-90E4-4224-9DC1-99B2EAE52AB0}"/>
                  </a:ext>
                </a:extLst>
              </p:cNvPr>
              <p:cNvSpPr/>
              <p:nvPr/>
            </p:nvSpPr>
            <p:spPr>
              <a:xfrm>
                <a:off x="877500" y="5858970"/>
                <a:ext cx="10260399" cy="78463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回顾弧长微元为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zh-CN" altLang="en-US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𝝋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′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 </m:t>
                        </m:r>
                        <m:d>
                          <m:d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𝒕</m:t>
                            </m:r>
                          </m:e>
                        </m:d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zh-CN" altLang="en-US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𝝍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′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 (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𝒕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)</m:t>
                        </m:r>
                      </m:e>
                    </m:ra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𝒅𝒕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5FE3A2BF-90E4-4224-9DC1-99B2EAE52A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0" y="5858970"/>
                <a:ext cx="10260399" cy="784638"/>
              </a:xfrm>
              <a:prstGeom prst="rect">
                <a:avLst/>
              </a:prstGeom>
              <a:blipFill>
                <a:blip r:embed="rId3"/>
                <a:stretch>
                  <a:fillRect l="-1545" b="-224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1170481C-BC1E-4E93-BEF4-F54C55B5467C}"/>
                  </a:ext>
                </a:extLst>
              </p14:cNvPr>
              <p14:cNvContentPartPr/>
              <p14:nvPr/>
            </p14:nvContentPartPr>
            <p14:xfrm>
              <a:off x="4190400" y="2737440"/>
              <a:ext cx="6771240" cy="319140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1170481C-BC1E-4E93-BEF4-F54C55B5467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81040" y="2728080"/>
                <a:ext cx="6789960" cy="321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1098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4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对面积的曲面积分</a:t>
            </a:r>
          </a:p>
        </p:txBody>
      </p:sp>
      <p:pic>
        <p:nvPicPr>
          <p:cNvPr id="7" name="QQ图片20200305231349">
            <a:hlinkClick r:id="" action="ppaction://media"/>
            <a:extLst>
              <a:ext uri="{FF2B5EF4-FFF2-40B4-BE49-F238E27FC236}">
                <a16:creationId xmlns:a16="http://schemas.microsoft.com/office/drawing/2014/main" id="{8A39ED87-28E4-42B9-9B74-CF469AE9B97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599165" y="803572"/>
            <a:ext cx="4993670" cy="5250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218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2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对面积的曲面积分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1" y="678072"/>
                <a:ext cx="10730306" cy="19504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回顾曲面的面积：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𝒙𝑶𝒚</m:t>
                    </m:r>
                  </m:oMath>
                </a14:m>
                <a:r>
                  <a:rPr lang="en-US" altLang="zh-CN" sz="3200" b="1" i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面上小闭区域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𝒅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𝝈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对应的曲面部分面积可用对应的切平面上与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𝒅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𝝈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对应部分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𝒅𝑨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来近似，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𝒅𝑨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称为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面积微元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678072"/>
                <a:ext cx="10730306" cy="1950470"/>
              </a:xfrm>
              <a:prstGeom prst="rect">
                <a:avLst/>
              </a:prstGeom>
              <a:blipFill>
                <a:blip r:embed="rId2"/>
                <a:stretch>
                  <a:fillRect l="-1477" b="-9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747F8937-D0A7-4E8A-88A7-109B9866C93D}"/>
                  </a:ext>
                </a:extLst>
              </p:cNvPr>
              <p:cNvSpPr/>
              <p:nvPr/>
            </p:nvSpPr>
            <p:spPr>
              <a:xfrm>
                <a:off x="877501" y="2628542"/>
                <a:ext cx="10760480" cy="13102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可知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𝒅𝑨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3200" b="0" i="0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cos</m:t>
                            </m:r>
                          </m:fName>
                          <m:e>
                            <m:r>
                              <a:rPr lang="zh-CN" altLang="en-US" sz="3200" b="0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𝝋</m:t>
                            </m:r>
                          </m:e>
                        </m:func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𝒅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𝝈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lang="zh-CN" altLang="en-US" sz="3200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𝝋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是点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𝑴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处切平面与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𝒙𝑶𝒚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面的夹角；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747F8937-D0A7-4E8A-88A7-109B9866C9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2628542"/>
                <a:ext cx="10760480" cy="1310295"/>
              </a:xfrm>
              <a:prstGeom prst="rect">
                <a:avLst/>
              </a:prstGeom>
              <a:blipFill>
                <a:blip r:embed="rId3"/>
                <a:stretch>
                  <a:fillRect l="-1473" t="-1860" b="-144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DA0638F-D939-4F8B-837D-4985F0FB6E06}"/>
                  </a:ext>
                </a:extLst>
              </p:cNvPr>
              <p:cNvSpPr/>
              <p:nvPr/>
            </p:nvSpPr>
            <p:spPr>
              <a:xfrm>
                <a:off x="877501" y="3938837"/>
                <a:ext cx="10760480" cy="27901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夹角为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(−</m:t>
                    </m:r>
                    <m:sSub>
                      <m:sSub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sub>
                    </m:sSub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),−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sub>
                    </m:sSub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的夹角，则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3200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zh-CN" altLang="en-US" sz="3200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𝝋</m:t>
                              </m:r>
                            </m:e>
                          </m:func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</m:sub>
                                <m:sup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,</m:t>
                                  </m:r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e>
                              </m:d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sub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,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e>
                              </m:d>
                            </m:e>
                          </m:rad>
                        </m:den>
                      </m:f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DA0638F-D939-4F8B-837D-4985F0FB6E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3938837"/>
                <a:ext cx="10760480" cy="2790187"/>
              </a:xfrm>
              <a:prstGeom prst="rect">
                <a:avLst/>
              </a:prstGeom>
              <a:blipFill>
                <a:blip r:embed="rId4"/>
                <a:stretch>
                  <a:fillRect l="-14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7197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对面积的曲面积分</a:t>
            </a:r>
          </a:p>
        </p:txBody>
      </p:sp>
      <p:pic>
        <p:nvPicPr>
          <p:cNvPr id="2" name="QQ图片20200305231356">
            <a:hlinkClick r:id="" action="ppaction://media"/>
            <a:extLst>
              <a:ext uri="{FF2B5EF4-FFF2-40B4-BE49-F238E27FC236}">
                <a16:creationId xmlns:a16="http://schemas.microsoft.com/office/drawing/2014/main" id="{8B610F7D-FB68-4568-8AE5-7EFEC238191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865521" y="842043"/>
            <a:ext cx="6460958" cy="51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454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3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对面积的曲面积分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1" y="678072"/>
                <a:ext cx="10730306" cy="20353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曲面面积的面积微元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𝒅𝑨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radPr>
                        <m:deg/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</m:sub>
                            <m: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sub>
                            <m: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</m:d>
                        </m:e>
                      </m:rad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𝒅</m:t>
                      </m:r>
                      <m:r>
                        <a:rPr lang="zh-CN" altLang="en-US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𝝈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;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678072"/>
                <a:ext cx="10730306" cy="2035301"/>
              </a:xfrm>
              <a:prstGeom prst="rect">
                <a:avLst/>
              </a:prstGeom>
              <a:blipFill>
                <a:blip r:embed="rId2"/>
                <a:stretch>
                  <a:fillRect l="-1477" t="-11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DA0638F-D939-4F8B-837D-4985F0FB6E06}"/>
                  </a:ext>
                </a:extLst>
              </p:cNvPr>
              <p:cNvSpPr/>
              <p:nvPr/>
            </p:nvSpPr>
            <p:spPr>
              <a:xfrm>
                <a:off x="877501" y="2713373"/>
                <a:ext cx="10760480" cy="27290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因此曲面面积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𝑺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𝑫</m:t>
                          </m:r>
                        </m:sub>
                        <m:sup/>
                        <m:e>
                          <m:rad>
                            <m:radPr>
                              <m:degHide m:val="on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</m:sub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,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e>
                              </m:d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sub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,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e>
                              </m:d>
                            </m:e>
                          </m:ra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𝒅𝒙𝒅𝒚</m:t>
                          </m:r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DA0638F-D939-4F8B-837D-4985F0FB6E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2713373"/>
                <a:ext cx="10760480" cy="2729080"/>
              </a:xfrm>
              <a:prstGeom prst="rect">
                <a:avLst/>
              </a:prstGeom>
              <a:blipFill>
                <a:blip r:embed="rId3"/>
                <a:stretch>
                  <a:fillRect l="-1473" t="-8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6252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对面积的曲面积分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746234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二、对面积的曲面积分的计算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6ADFD24-61BF-485D-A022-CBBE2DE338C8}"/>
                  </a:ext>
                </a:extLst>
              </p:cNvPr>
              <p:cNvSpPr/>
              <p:nvPr/>
            </p:nvSpPr>
            <p:spPr>
              <a:xfrm>
                <a:off x="877501" y="1416354"/>
                <a:ext cx="10260399" cy="36561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设光滑曲面 </a:t>
                </a:r>
                <a14:m>
                  <m:oMath xmlns:m="http://schemas.openxmlformats.org/officeDocument/2006/math">
                    <m:r>
                      <m:rPr>
                        <m:brk m:alnAt="24"/>
                      </m:rP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en-US" altLang="zh-CN" sz="3200" b="1" i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由方程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给出，</a:t>
                </a:r>
                <a14:m>
                  <m:oMath xmlns:m="http://schemas.openxmlformats.org/officeDocument/2006/math">
                    <m:r>
                      <m:rPr>
                        <m:brk m:alnAt="24"/>
                      </m:rP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en-US" altLang="zh-CN" sz="3200" b="1" i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𝒙𝑶𝒚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面上的投影区域为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𝑫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𝒙𝒚</m:t>
                        </m:r>
                      </m:sub>
                    </m:sSub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𝑫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𝒙𝒚</m:t>
                        </m:r>
                      </m:sub>
                    </m:sSub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上具有连续偏导数，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𝒇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在 </a:t>
                </a:r>
                <a14:m>
                  <m:oMath xmlns:m="http://schemas.openxmlformats.org/officeDocument/2006/math">
                    <m:r>
                      <m:rPr>
                        <m:brk m:alnAt="24"/>
                      </m:rP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上连续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.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则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∬"/>
                        <m:limLoc m:val="undOvr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𝚺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𝒇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𝒅𝑺</m:t>
                        </m:r>
                      </m:e>
                    </m:nary>
                  </m:oMath>
                </a14:m>
                <a:endParaRPr lang="en-US" altLang="zh-CN" sz="3200" b="1" i="1" kern="0" dirty="0">
                  <a:solidFill>
                    <a:srgbClr val="676661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∬"/>
                        <m:limLoc m:val="undOvr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𝑫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𝒙𝒚</m:t>
                            </m:r>
                          </m:sub>
                        </m:sSub>
                      </m:sub>
                      <m:sup/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𝒇</m:t>
                        </m:r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𝒛</m:t>
                            </m:r>
                            <m:d>
                              <m:dPr>
                                <m:ctrlP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𝒙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,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𝒚</m:t>
                                </m:r>
                              </m:e>
                            </m:d>
                          </m:e>
                        </m:d>
                        <m:rad>
                          <m:radPr>
                            <m:degHide m:val="on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𝒙</m:t>
                                </m:r>
                              </m:sub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𝒙</m:t>
                                </m:r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,</m:t>
                                </m:r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𝒚</m:t>
                                </m:r>
                              </m:e>
                            </m:d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𝒚</m:t>
                                </m:r>
                              </m:sub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𝒙</m:t>
                                </m:r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,</m:t>
                                </m:r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𝒚</m:t>
                                </m:r>
                              </m:e>
                            </m:d>
                          </m:e>
                        </m:rad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𝒅𝒙𝒅𝒚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.</m:t>
                        </m:r>
                      </m:e>
                    </m:nary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6ADFD24-61BF-485D-A022-CBBE2DE338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416354"/>
                <a:ext cx="10260399" cy="3656194"/>
              </a:xfrm>
              <a:prstGeom prst="rect">
                <a:avLst/>
              </a:prstGeom>
              <a:blipFill>
                <a:blip r:embed="rId2"/>
                <a:stretch>
                  <a:fillRect l="-15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5FE3A2BF-90E4-4224-9DC1-99B2EAE52AB0}"/>
                  </a:ext>
                </a:extLst>
              </p:cNvPr>
              <p:cNvSpPr/>
              <p:nvPr/>
            </p:nvSpPr>
            <p:spPr>
              <a:xfrm>
                <a:off x="877501" y="5072548"/>
                <a:ext cx="10260399" cy="13951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回顾曲面的面积微元为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radPr>
                      <m:deg/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sub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bSup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</m:d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sub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bSup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</m:d>
                      </m:e>
                    </m:ra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𝒅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𝒙𝒅𝒚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5FE3A2BF-90E4-4224-9DC1-99B2EAE52A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5072548"/>
                <a:ext cx="10260399" cy="1395126"/>
              </a:xfrm>
              <a:prstGeom prst="rect">
                <a:avLst/>
              </a:prstGeom>
              <a:blipFill>
                <a:blip r:embed="rId3"/>
                <a:stretch>
                  <a:fillRect l="-15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9634350F-514A-445E-BF35-7B41E0A28CD1}"/>
                  </a:ext>
                </a:extLst>
              </p14:cNvPr>
              <p14:cNvContentPartPr/>
              <p14:nvPr/>
            </p14:nvContentPartPr>
            <p14:xfrm>
              <a:off x="1613520" y="2679480"/>
              <a:ext cx="8400240" cy="24152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9634350F-514A-445E-BF35-7B41E0A28CD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04160" y="2670120"/>
                <a:ext cx="8418960" cy="2433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578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4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对面积的曲面积分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928C639-2329-469E-99C5-609419ACC8D2}"/>
              </a:ext>
            </a:extLst>
          </p:cNvPr>
          <p:cNvSpPr/>
          <p:nvPr/>
        </p:nvSpPr>
        <p:spPr>
          <a:xfrm>
            <a:off x="877495" y="1127904"/>
            <a:ext cx="11007703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计算对面积的曲面积分的步骤：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/>
              <p:nvPr/>
            </p:nvSpPr>
            <p:spPr>
              <a:xfrm>
                <a:off x="877494" y="2179694"/>
                <a:ext cx="10730306" cy="27340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将被积函数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𝒇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中的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替换为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求出 </a:t>
                </a:r>
                <a14:m>
                  <m:oMath xmlns:m="http://schemas.openxmlformats.org/officeDocument/2006/math">
                    <m:r>
                      <m:rPr>
                        <m:brk m:alnAt="24"/>
                      </m:rP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在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𝒙𝑶𝒚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投影区域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𝑫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𝒙𝒚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确定面积元素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𝒅𝑺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radPr>
                      <m:deg/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sub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bSup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</m:d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sub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bSup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</m:d>
                      </m:e>
                    </m:ra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𝒅𝒙𝒅𝒚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4" y="2179694"/>
                <a:ext cx="10730306" cy="2734082"/>
              </a:xfrm>
              <a:prstGeom prst="rect">
                <a:avLst/>
              </a:prstGeom>
              <a:blipFill>
                <a:blip r:embed="rId2"/>
                <a:stretch>
                  <a:fillRect l="-1477" t="-8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3781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对面积的曲面积分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22324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：计算曲面积分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∯"/>
                        <m:limLoc m:val="undOvr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𝚺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𝒙𝒚𝒛𝒅𝑺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m:rPr>
                        <m:brk m:alnAt="24"/>
                      </m:rP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是由平面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及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所围成的四面体的整个边界曲面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2232406"/>
              </a:xfrm>
              <a:prstGeom prst="rect">
                <a:avLst/>
              </a:prstGeom>
              <a:blipFill>
                <a:blip r:embed="rId2"/>
                <a:stretch>
                  <a:fillRect l="-1543" b="-81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D2EBE766-5125-4523-9138-DF2C982AA6B0}"/>
                  </a:ext>
                </a:extLst>
              </p14:cNvPr>
              <p14:cNvContentPartPr/>
              <p14:nvPr/>
            </p14:nvContentPartPr>
            <p14:xfrm>
              <a:off x="713880" y="362880"/>
              <a:ext cx="10781280" cy="63100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D2EBE766-5125-4523-9138-DF2C982AA6B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4520" y="353520"/>
                <a:ext cx="10800000" cy="632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98121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对面积的曲面积分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22324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：计算曲面积分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∯"/>
                        <m:limLoc m:val="undOvr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𝚺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𝒙𝒚𝒛𝒅𝑺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m:rPr>
                        <m:brk m:alnAt="24"/>
                      </m:rP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是由平面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及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所围成的四面体的整个边界曲面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2232406"/>
              </a:xfrm>
              <a:prstGeom prst="rect">
                <a:avLst/>
              </a:prstGeom>
              <a:blipFill>
                <a:blip r:embed="rId2"/>
                <a:stretch>
                  <a:fillRect l="-1543" b="-81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2" y="3949859"/>
                <a:ext cx="10730306" cy="10832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𝟔</m:t>
                            </m:r>
                          </m:e>
                        </m:rad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𝟐𝟒𝟎</m:t>
                        </m:r>
                      </m:den>
                    </m:f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3949859"/>
                <a:ext cx="10730306" cy="1083245"/>
              </a:xfrm>
              <a:prstGeom prst="rect">
                <a:avLst/>
              </a:prstGeom>
              <a:blipFill>
                <a:blip r:embed="rId3"/>
                <a:stretch>
                  <a:fillRect l="-1477" b="-56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826BCD02-47ED-40A9-B219-B02D0D535D46}"/>
              </a:ext>
            </a:extLst>
          </p:cNvPr>
          <p:cNvSpPr/>
          <p:nvPr/>
        </p:nvSpPr>
        <p:spPr>
          <a:xfrm>
            <a:off x="877502" y="5151858"/>
            <a:ext cx="10730306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曲面上的点满足的关系可以代入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88875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对面积的曲面积分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1445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：求曲面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夹在曲面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和曲面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之间部分的面积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1445396"/>
              </a:xfrm>
              <a:prstGeom prst="rect">
                <a:avLst/>
              </a:prstGeom>
              <a:blipFill>
                <a:blip r:embed="rId2"/>
                <a:stretch>
                  <a:fillRect l="-1543" r="-1009" b="-139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CF8C016B-0D7A-4501-BD87-8EF89818D23C}"/>
                  </a:ext>
                </a:extLst>
              </p14:cNvPr>
              <p14:cNvContentPartPr/>
              <p14:nvPr/>
            </p14:nvContentPartPr>
            <p14:xfrm>
              <a:off x="410040" y="2072160"/>
              <a:ext cx="10288800" cy="33134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CF8C016B-0D7A-4501-BD87-8EF89818D23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0680" y="2062800"/>
                <a:ext cx="10307520" cy="333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4381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对面积的曲面积分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1445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：求曲面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夹在曲面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和曲面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之间部分的面积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1445396"/>
              </a:xfrm>
              <a:prstGeom prst="rect">
                <a:avLst/>
              </a:prstGeom>
              <a:blipFill>
                <a:blip r:embed="rId2"/>
                <a:stretch>
                  <a:fillRect l="-1543" r="-1009" b="-139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2" y="4028071"/>
                <a:ext cx="10730306" cy="10832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  <m:rad>
                          <m:radPr>
                            <m:degHide m:val="on"/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e>
                        </m:rad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𝟒</m:t>
                        </m:r>
                      </m:den>
                    </m:f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𝝅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4028071"/>
                <a:ext cx="10730306" cy="1083245"/>
              </a:xfrm>
              <a:prstGeom prst="rect">
                <a:avLst/>
              </a:prstGeom>
              <a:blipFill>
                <a:blip r:embed="rId3"/>
                <a:stretch>
                  <a:fillRect l="-1477" b="-62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36AF447D-36CB-4ECB-A76C-F7D4483FF001}"/>
              </a:ext>
            </a:extLst>
          </p:cNvPr>
          <p:cNvSpPr/>
          <p:nvPr/>
        </p:nvSpPr>
        <p:spPr>
          <a:xfrm>
            <a:off x="877502" y="5116242"/>
            <a:ext cx="10730306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关键在于确定投影区域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91256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对面积的曲面积分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/>
              <p:nvPr/>
            </p:nvSpPr>
            <p:spPr>
              <a:xfrm>
                <a:off x="877495" y="1127904"/>
                <a:ext cx="11007703" cy="13102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将对面积的曲面积分化为二重积分时，向哪一个坐标面投影，取决于 </a:t>
                </a:r>
                <a14:m>
                  <m:oMath xmlns:m="http://schemas.openxmlformats.org/officeDocument/2006/math">
                    <m:r>
                      <m:rPr>
                        <m:brk m:alnAt="24"/>
                      </m:rP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的方程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5" y="1127904"/>
                <a:ext cx="11007703" cy="1310295"/>
              </a:xfrm>
              <a:prstGeom prst="rect">
                <a:avLst/>
              </a:prstGeom>
              <a:blipFill>
                <a:blip r:embed="rId2"/>
                <a:stretch>
                  <a:fillRect l="-1440" r="-2713" b="-144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/>
              <p:nvPr/>
            </p:nvSpPr>
            <p:spPr>
              <a:xfrm>
                <a:off x="877494" y="2819869"/>
                <a:ext cx="10730306" cy="13247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如 </a:t>
                </a:r>
                <a14:m>
                  <m:oMath xmlns:m="http://schemas.openxmlformats.org/officeDocument/2006/math">
                    <m:r>
                      <m:rPr>
                        <m:brk m:alnAt="24"/>
                      </m:rP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: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介于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𝒉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𝒉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&gt;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之间的柱面，不能向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𝒙𝑶𝒚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面投影；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4" y="2819869"/>
                <a:ext cx="10730306" cy="1324786"/>
              </a:xfrm>
              <a:prstGeom prst="rect">
                <a:avLst/>
              </a:prstGeom>
              <a:blipFill>
                <a:blip r:embed="rId3"/>
                <a:stretch>
                  <a:fillRect l="-1477" t="-922" r="-5170"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ECB3ADFB-1A48-485E-9E36-3F01390294FA}"/>
                  </a:ext>
                </a:extLst>
              </p:cNvPr>
              <p:cNvSpPr/>
              <p:nvPr/>
            </p:nvSpPr>
            <p:spPr>
              <a:xfrm>
                <a:off x="877495" y="4526325"/>
                <a:ext cx="10730306" cy="1445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m:rPr>
                        <m:brk m:alnAt="24"/>
                      </m:rP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: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可以表达为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=±</m:t>
                    </m:r>
                    <m:rad>
                      <m:radPr>
                        <m:degHide m:val="on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向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𝒚𝑶𝒛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面投影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ECB3ADFB-1A48-485E-9E36-3F01390294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5" y="4526325"/>
                <a:ext cx="10730306" cy="1445396"/>
              </a:xfrm>
              <a:prstGeom prst="rect">
                <a:avLst/>
              </a:prstGeom>
              <a:blipFill>
                <a:blip r:embed="rId4"/>
                <a:stretch>
                  <a:fillRect l="-1477" r="-114" b="-130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A06F4229-B025-40C7-B45C-5E2253171213}"/>
                  </a:ext>
                </a:extLst>
              </p14:cNvPr>
              <p14:cNvContentPartPr/>
              <p14:nvPr/>
            </p14:nvContentPartPr>
            <p14:xfrm>
              <a:off x="1104840" y="1417680"/>
              <a:ext cx="10370160" cy="47289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A06F4229-B025-40C7-B45C-5E225317121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95480" y="1408320"/>
                <a:ext cx="10388880" cy="4747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61883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对面积的曲面积分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928C639-2329-469E-99C5-609419ACC8D2}"/>
              </a:ext>
            </a:extLst>
          </p:cNvPr>
          <p:cNvSpPr/>
          <p:nvPr/>
        </p:nvSpPr>
        <p:spPr>
          <a:xfrm>
            <a:off x="877495" y="959881"/>
            <a:ext cx="11007703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利用对称性简化计算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/>
              <p:nvPr/>
            </p:nvSpPr>
            <p:spPr>
              <a:xfrm>
                <a:off x="877495" y="1911810"/>
                <a:ext cx="11007702" cy="15931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设 </a:t>
                </a:r>
                <a14:m>
                  <m:oMath xmlns:m="http://schemas.openxmlformats.org/officeDocument/2006/math">
                    <m:r>
                      <m:rPr>
                        <m:brk m:alnAt="24"/>
                      </m:rP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brk m:alnAt="24"/>
                          </m:r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𝚺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brk m:alnAt="24"/>
                          </m:r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𝚺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brk m:alnAt="24"/>
                          </m:r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𝚺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brk m:alnAt="24"/>
                          </m:r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𝚺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关于平面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𝒚𝑶𝒛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面对称，则 </a:t>
                </a:r>
                <a14:m>
                  <m:oMath xmlns:m="http://schemas.openxmlformats.org/officeDocument/2006/math">
                    <m:nary>
                      <m:naryPr>
                        <m:chr m:val="∬"/>
                        <m:limLoc m:val="undOvr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𝚺</m:t>
                        </m:r>
                      </m:sub>
                      <m:sup/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𝒇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𝒅𝑺</m:t>
                        </m:r>
                      </m:e>
                    </m:nary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∬"/>
                        <m:limLoc m:val="undOvr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𝚺</m:t>
                        </m:r>
                      </m:sub>
                      <m:sup/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𝒇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(−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𝒅𝑺</m:t>
                        </m:r>
                      </m:e>
                    </m:nary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5" y="1911810"/>
                <a:ext cx="11007702" cy="1593128"/>
              </a:xfrm>
              <a:prstGeom prst="rect">
                <a:avLst/>
              </a:prstGeom>
              <a:blipFill>
                <a:blip r:embed="rId2"/>
                <a:stretch>
                  <a:fillRect l="-1440" t="-1533" r="-5094" b="-72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ECB3ADFB-1A48-485E-9E36-3F01390294FA}"/>
                  </a:ext>
                </a:extLst>
              </p:cNvPr>
              <p:cNvSpPr/>
              <p:nvPr/>
            </p:nvSpPr>
            <p:spPr>
              <a:xfrm>
                <a:off x="877495" y="3611763"/>
                <a:ext cx="10730306" cy="9529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如果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𝒇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</m:d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的奇函数，</a:t>
                </a:r>
                <a14:m>
                  <m:oMath xmlns:m="http://schemas.openxmlformats.org/officeDocument/2006/math">
                    <m:nary>
                      <m:naryPr>
                        <m:chr m:val="∬"/>
                        <m:limLoc m:val="undOvr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𝚺</m:t>
                        </m:r>
                      </m:sub>
                      <m:sup/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𝒇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𝒅𝑺</m:t>
                        </m:r>
                      </m:e>
                    </m:nary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ECB3ADFB-1A48-485E-9E36-3F01390294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5" y="3611763"/>
                <a:ext cx="10730306" cy="952953"/>
              </a:xfrm>
              <a:prstGeom prst="rect">
                <a:avLst/>
              </a:prstGeom>
              <a:blipFill>
                <a:blip r:embed="rId3"/>
                <a:stretch>
                  <a:fillRect l="-1477" b="-121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01A4C06-7504-4C27-B31E-F9103E20CB5E}"/>
                  </a:ext>
                </a:extLst>
              </p:cNvPr>
              <p:cNvSpPr/>
              <p:nvPr/>
            </p:nvSpPr>
            <p:spPr>
              <a:xfrm>
                <a:off x="877495" y="4564716"/>
                <a:ext cx="10730306" cy="10361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如果是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的偶函数，</a:t>
                </a:r>
                <a14:m>
                  <m:oMath xmlns:m="http://schemas.openxmlformats.org/officeDocument/2006/math">
                    <m:nary>
                      <m:naryPr>
                        <m:chr m:val="∬"/>
                        <m:limLoc m:val="undOvr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𝚺</m:t>
                        </m:r>
                      </m:sub>
                      <m:sup/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𝒇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𝒅𝑺</m:t>
                        </m:r>
                      </m:e>
                    </m:nary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nary>
                      <m:naryPr>
                        <m:chr m:val="∬"/>
                        <m:limLoc m:val="undOvr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brk m:alnAt="24"/>
                              </m:rP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𝚺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</m:sub>
                      <m:sup/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𝒇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𝒅𝑺</m:t>
                        </m:r>
                      </m:e>
                    </m:nary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01A4C06-7504-4C27-B31E-F9103E20CB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5" y="4564716"/>
                <a:ext cx="10730306" cy="1036117"/>
              </a:xfrm>
              <a:prstGeom prst="rect">
                <a:avLst/>
              </a:prstGeom>
              <a:blipFill>
                <a:blip r:embed="rId4"/>
                <a:stretch>
                  <a:fillRect l="-1477" r="-1420" b="-5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A505EB55-E472-4D6C-8CF4-5E12E62E0FC6}"/>
                  </a:ext>
                </a:extLst>
              </p14:cNvPr>
              <p14:cNvContentPartPr/>
              <p14:nvPr/>
            </p14:nvContentPartPr>
            <p14:xfrm>
              <a:off x="2581200" y="2758320"/>
              <a:ext cx="8834400" cy="29703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A505EB55-E472-4D6C-8CF4-5E12E62E0FC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71840" y="2748960"/>
                <a:ext cx="8853120" cy="298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76807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对面积的曲面积分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928C639-2329-469E-99C5-609419ACC8D2}"/>
              </a:ext>
            </a:extLst>
          </p:cNvPr>
          <p:cNvSpPr/>
          <p:nvPr/>
        </p:nvSpPr>
        <p:spPr>
          <a:xfrm>
            <a:off x="877495" y="959881"/>
            <a:ext cx="11007703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利用轮换对称性简化计算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/>
              <p:nvPr/>
            </p:nvSpPr>
            <p:spPr>
              <a:xfrm>
                <a:off x="877495" y="1911810"/>
                <a:ext cx="11007702" cy="13102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m:rPr>
                        <m:brk m:alnAt="24"/>
                      </m:rP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具有轮换对称性是指 </a:t>
                </a:r>
                <a14:m>
                  <m:oMath xmlns:m="http://schemas.openxmlformats.org/officeDocument/2006/math">
                    <m:r>
                      <m:rPr>
                        <m:brk m:alnAt="24"/>
                      </m:rP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的方程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𝑭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满足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𝑭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𝑭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𝑭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5" y="1911810"/>
                <a:ext cx="11007702" cy="1310295"/>
              </a:xfrm>
              <a:prstGeom prst="rect">
                <a:avLst/>
              </a:prstGeom>
              <a:blipFill>
                <a:blip r:embed="rId2"/>
                <a:stretch>
                  <a:fillRect l="-1440" t="-1860" b="-144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727DA47D-3CED-40E9-BF45-BFDDF99347EB}"/>
                  </a:ext>
                </a:extLst>
              </p:cNvPr>
              <p:cNvSpPr/>
              <p:nvPr/>
            </p:nvSpPr>
            <p:spPr>
              <a:xfrm>
                <a:off x="877501" y="3503914"/>
                <a:ext cx="11075013" cy="27144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若 </a:t>
                </a:r>
                <a14:m>
                  <m:oMath xmlns:m="http://schemas.openxmlformats.org/officeDocument/2006/math">
                    <m:r>
                      <m:rPr>
                        <m:brk m:alnAt="24"/>
                      </m:rP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具有轮换对称性</a:t>
                </a:r>
                <a14:m>
                  <m:oMath xmlns:m="http://schemas.openxmlformats.org/officeDocument/2006/math">
                    <m:r>
                      <a:rPr lang="zh-CN" altLang="en-US" sz="3200" b="1" i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，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则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𝚺</m:t>
                          </m:r>
                        </m:sub>
                        <m:sup/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𝒇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𝒙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𝒚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𝒛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𝒅𝑺</m:t>
                          </m:r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𝚺</m:t>
                          </m:r>
                        </m:sub>
                        <m:sup/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𝒇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𝒚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𝒛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𝒙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𝒅𝑺</m:t>
                          </m:r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𝚺</m:t>
                          </m:r>
                        </m:sub>
                        <m:sup/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𝒇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𝒛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𝒙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𝒚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𝒅𝑺</m:t>
                          </m:r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727DA47D-3CED-40E9-BF45-BFDDF99347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3503914"/>
                <a:ext cx="11075013" cy="2714461"/>
              </a:xfrm>
              <a:prstGeom prst="rect">
                <a:avLst/>
              </a:prstGeom>
              <a:blipFill>
                <a:blip r:embed="rId3"/>
                <a:stretch>
                  <a:fillRect l="-1431" t="-8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98303187-8FCE-4419-932B-52BCEC069287}"/>
                  </a:ext>
                </a:extLst>
              </p14:cNvPr>
              <p14:cNvContentPartPr/>
              <p14:nvPr/>
            </p14:nvContentPartPr>
            <p14:xfrm>
              <a:off x="1181160" y="2595960"/>
              <a:ext cx="10061280" cy="38674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98303187-8FCE-4419-932B-52BCEC06928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71800" y="2586600"/>
                <a:ext cx="10080000" cy="388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1991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对面积的曲面积分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17052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：计算曲面积分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∬"/>
                        <m:limLoc m:val="undOvr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𝚺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𝒅𝑺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m:rPr>
                        <m:brk m:alnAt="24"/>
                      </m:rP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为上半球面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𝑹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1705275"/>
              </a:xfrm>
              <a:prstGeom prst="rect">
                <a:avLst/>
              </a:prstGeom>
              <a:blipFill>
                <a:blip r:embed="rId2"/>
                <a:stretch>
                  <a:fillRect l="-1543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78DDBF34-853D-48C7-91C3-321F7162BE21}"/>
                  </a:ext>
                </a:extLst>
              </p14:cNvPr>
              <p14:cNvContentPartPr/>
              <p14:nvPr/>
            </p14:nvContentPartPr>
            <p14:xfrm>
              <a:off x="325080" y="1591560"/>
              <a:ext cx="9830520" cy="44960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78DDBF34-853D-48C7-91C3-321F7162BE2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5720" y="1582200"/>
                <a:ext cx="9849240" cy="4514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50305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对面积的曲面积分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17052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：计算曲面积分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∬"/>
                        <m:limLoc m:val="undOvr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𝚺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𝒅𝑺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m:rPr>
                        <m:brk m:alnAt="24"/>
                      </m:rP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为上半球面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𝑹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1705275"/>
              </a:xfrm>
              <a:prstGeom prst="rect">
                <a:avLst/>
              </a:prstGeom>
              <a:blipFill>
                <a:blip r:embed="rId2"/>
                <a:stretch>
                  <a:fillRect l="-1543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2" y="4588586"/>
                <a:ext cx="10730306" cy="6778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𝝅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𝑹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4588586"/>
                <a:ext cx="10730306" cy="677814"/>
              </a:xfrm>
              <a:prstGeom prst="rect">
                <a:avLst/>
              </a:prstGeom>
              <a:blipFill>
                <a:blip r:embed="rId3"/>
                <a:stretch>
                  <a:fillRect l="-1477" t="-1802" b="-297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85988AC2-DF43-4195-B21C-814D8DBA515D}"/>
              </a:ext>
            </a:extLst>
          </p:cNvPr>
          <p:cNvSpPr/>
          <p:nvPr/>
        </p:nvSpPr>
        <p:spPr>
          <a:xfrm>
            <a:off x="877502" y="5376009"/>
            <a:ext cx="10730306" cy="677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利用对称性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06412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对面积的曲面积分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15922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：计算曲面积分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∬"/>
                        <m:limLoc m:val="undOvr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𝚺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𝒅𝑺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m:rPr>
                        <m:brk m:alnAt="24"/>
                      </m:rP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1592231"/>
              </a:xfrm>
              <a:prstGeom prst="rect">
                <a:avLst/>
              </a:prstGeom>
              <a:blipFill>
                <a:blip r:embed="rId2"/>
                <a:stretch>
                  <a:fillRect l="-1543" b="-118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C55BFBAC-ACB3-43F4-B601-B0136F9CB60E}"/>
                  </a:ext>
                </a:extLst>
              </p14:cNvPr>
              <p14:cNvContentPartPr/>
              <p14:nvPr/>
            </p14:nvContentPartPr>
            <p14:xfrm>
              <a:off x="431280" y="2116800"/>
              <a:ext cx="11184840" cy="37605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C55BFBAC-ACB3-43F4-B601-B0136F9CB60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1920" y="2107440"/>
                <a:ext cx="11203560" cy="377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60747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对面积的曲面积分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15922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：计算曲面积分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∬"/>
                        <m:limLoc m:val="undOvr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𝚺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𝒅𝑺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m:rPr>
                        <m:brk m:alnAt="24"/>
                      </m:rP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1592231"/>
              </a:xfrm>
              <a:prstGeom prst="rect">
                <a:avLst/>
              </a:prstGeom>
              <a:blipFill>
                <a:blip r:embed="rId2"/>
                <a:stretch>
                  <a:fillRect l="-1543" b="-118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2" y="4180074"/>
                <a:ext cx="10730306" cy="10832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𝟑</m:t>
                            </m:r>
                          </m:e>
                        </m:rad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𝟔</m:t>
                        </m:r>
                      </m:den>
                    </m:f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4180074"/>
                <a:ext cx="10730306" cy="1083245"/>
              </a:xfrm>
              <a:prstGeom prst="rect">
                <a:avLst/>
              </a:prstGeom>
              <a:blipFill>
                <a:blip r:embed="rId3"/>
                <a:stretch>
                  <a:fillRect l="-1477" b="-62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51026CC3-880D-4B0C-87AA-E70AF86C9B3F}"/>
              </a:ext>
            </a:extLst>
          </p:cNvPr>
          <p:cNvSpPr/>
          <p:nvPr/>
        </p:nvSpPr>
        <p:spPr>
          <a:xfrm>
            <a:off x="877502" y="5301495"/>
            <a:ext cx="10730306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利用轮换对称性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80571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对面积的曲面积分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16019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：计算曲面积分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∬"/>
                        <m:limLoc m:val="undOvr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𝚺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𝒅𝑺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m:rPr>
                        <m:brk m:alnAt="24"/>
                      </m:rP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为半球面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1601913"/>
              </a:xfrm>
              <a:prstGeom prst="rect">
                <a:avLst/>
              </a:prstGeom>
              <a:blipFill>
                <a:blip r:embed="rId2"/>
                <a:stretch>
                  <a:fillRect l="-1543" b="-117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4A96F471-9356-4565-BD95-0E3F3371BF65}"/>
                  </a:ext>
                </a:extLst>
              </p14:cNvPr>
              <p14:cNvContentPartPr/>
              <p14:nvPr/>
            </p14:nvContentPartPr>
            <p14:xfrm>
              <a:off x="199800" y="2080080"/>
              <a:ext cx="11666160" cy="45291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4A96F471-9356-4565-BD95-0E3F3371BF6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0440" y="2070720"/>
                <a:ext cx="11684880" cy="454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6904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对面积的曲面积分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16019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：计算曲面积分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∬"/>
                        <m:limLoc m:val="undOvr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𝚺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𝒅𝑺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m:rPr>
                        <m:brk m:alnAt="24"/>
                      </m:rP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为半球面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1601913"/>
              </a:xfrm>
              <a:prstGeom prst="rect">
                <a:avLst/>
              </a:prstGeom>
              <a:blipFill>
                <a:blip r:embed="rId2"/>
                <a:stretch>
                  <a:fillRect l="-1543" b="-117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46FF2F72-1C8E-4E43-940D-E1979480D729}"/>
                  </a:ext>
                </a:extLst>
              </p14:cNvPr>
              <p14:cNvContentPartPr/>
              <p14:nvPr/>
            </p14:nvContentPartPr>
            <p14:xfrm>
              <a:off x="379440" y="1976040"/>
              <a:ext cx="11503800" cy="44524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46FF2F72-1C8E-4E43-940D-E1979480D72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0080" y="1966680"/>
                <a:ext cx="11522520" cy="4471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885071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对面积的曲面积分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16019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：计算曲面积分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∬"/>
                        <m:limLoc m:val="undOvr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𝚺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𝒅𝑺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m:rPr>
                        <m:brk m:alnAt="24"/>
                      </m:rP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为半球面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1601913"/>
              </a:xfrm>
              <a:prstGeom prst="rect">
                <a:avLst/>
              </a:prstGeom>
              <a:blipFill>
                <a:blip r:embed="rId2"/>
                <a:stretch>
                  <a:fillRect l="-1543" b="-117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2" y="3633809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𝝅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3633809"/>
                <a:ext cx="10730306" cy="664797"/>
              </a:xfrm>
              <a:prstGeom prst="rect">
                <a:avLst/>
              </a:prstGeom>
              <a:blipFill>
                <a:blip r:embed="rId3"/>
                <a:stretch>
                  <a:fillRect l="-1477" t="-3670" b="-30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874D5B70-6435-4D37-8D87-A78F8138E50E}"/>
                  </a:ext>
                </a:extLst>
              </p:cNvPr>
              <p:cNvSpPr/>
              <p:nvPr/>
            </p:nvSpPr>
            <p:spPr>
              <a:xfrm>
                <a:off x="877502" y="4512250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向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𝒙𝑶𝒚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面投影，或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向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𝑶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面投影；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874D5B70-6435-4D37-8D87-A78F8138E5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4512250"/>
                <a:ext cx="10730306" cy="664797"/>
              </a:xfrm>
              <a:prstGeom prst="rect">
                <a:avLst/>
              </a:prstGeom>
              <a:blipFill>
                <a:blip r:embed="rId4"/>
                <a:stretch>
                  <a:fillRect l="-1477" t="-3670" b="-30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5F0E6EF9-364C-4C1E-B2D9-F22BD9960D6F}"/>
              </a:ext>
            </a:extLst>
          </p:cNvPr>
          <p:cNvSpPr/>
          <p:nvPr/>
        </p:nvSpPr>
        <p:spPr>
          <a:xfrm>
            <a:off x="877502" y="5390691"/>
            <a:ext cx="10730306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注意对称性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64042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对面积的曲面积分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1171418" y="924232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8281A77-A911-4B1D-9A1B-B6760FE636A9}"/>
              </a:ext>
            </a:extLst>
          </p:cNvPr>
          <p:cNvSpPr/>
          <p:nvPr/>
        </p:nvSpPr>
        <p:spPr>
          <a:xfrm>
            <a:off x="877503" y="1772350"/>
            <a:ext cx="11007703" cy="13049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对面积的曲面积分的概念与性质；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对面积的曲面积分的计算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76912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对面积的曲面积分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6ADFD24-61BF-485D-A022-CBBE2DE338C8}"/>
                  </a:ext>
                </a:extLst>
              </p:cNvPr>
              <p:cNvSpPr/>
              <p:nvPr/>
            </p:nvSpPr>
            <p:spPr>
              <a:xfrm>
                <a:off x="877501" y="891719"/>
                <a:ext cx="10260399" cy="5502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有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𝚺</m:t>
                          </m:r>
                        </m:sub>
                        <m:sup/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𝒇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𝒙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𝒚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𝒛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𝒅𝑺</m:t>
                          </m:r>
                        </m:e>
                      </m:nary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𝒙𝒚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𝒛</m:t>
                              </m:r>
                              <m:d>
                                <m:dPr>
                                  <m:ctrlP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,</m:t>
                                  </m:r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e>
                              </m:d>
                            </m:e>
                          </m:d>
                          <m:rad>
                            <m:radPr>
                              <m:degHide m:val="on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</m:sub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,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e>
                              </m:d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sub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,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e>
                              </m:d>
                            </m:e>
                          </m:ra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𝒅𝒙𝒅𝒚</m:t>
                          </m:r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其中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𝑫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𝒙𝒚</m:t>
                        </m:r>
                      </m:sub>
                    </m:sSub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为 </a:t>
                </a:r>
                <a14:m>
                  <m:oMath xmlns:m="http://schemas.openxmlformats.org/officeDocument/2006/math">
                    <m:r>
                      <m:rPr>
                        <m:brk m:alnAt="24"/>
                      </m:rP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en-US" altLang="zh-CN" sz="3200" b="1" i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𝒙𝑶𝒚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面上的投影区域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.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6ADFD24-61BF-485D-A022-CBBE2DE338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891719"/>
                <a:ext cx="10260399" cy="5502660"/>
              </a:xfrm>
              <a:prstGeom prst="rect">
                <a:avLst/>
              </a:prstGeom>
              <a:blipFill>
                <a:blip r:embed="rId2"/>
                <a:stretch>
                  <a:fillRect l="-1545" b="-17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C32843A2-559F-40D9-BE43-000BA79E195E}"/>
                  </a:ext>
                </a:extLst>
              </p14:cNvPr>
              <p14:cNvContentPartPr/>
              <p14:nvPr/>
            </p14:nvContentPartPr>
            <p14:xfrm>
              <a:off x="1838520" y="1524960"/>
              <a:ext cx="8676000" cy="43070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C32843A2-559F-40D9-BE43-000BA79E195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29160" y="1515600"/>
                <a:ext cx="8694720" cy="432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42315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对面积的曲面积分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928C639-2329-469E-99C5-609419ACC8D2}"/>
              </a:ext>
            </a:extLst>
          </p:cNvPr>
          <p:cNvSpPr/>
          <p:nvPr/>
        </p:nvSpPr>
        <p:spPr>
          <a:xfrm>
            <a:off x="877495" y="1127904"/>
            <a:ext cx="11007703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计算对面积的曲面积分的步骤：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/>
              <p:nvPr/>
            </p:nvSpPr>
            <p:spPr>
              <a:xfrm>
                <a:off x="877494" y="2179694"/>
                <a:ext cx="10730306" cy="27340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将被积函数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𝒇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中的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替换为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求出 </a:t>
                </a:r>
                <a14:m>
                  <m:oMath xmlns:m="http://schemas.openxmlformats.org/officeDocument/2006/math">
                    <m:r>
                      <m:rPr>
                        <m:brk m:alnAt="24"/>
                      </m:rP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在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𝒙𝑶𝒚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投影区域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𝑫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𝒙𝒚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确定面积元素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𝒅𝑺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radPr>
                      <m:deg/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sub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bSup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</m:d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sub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bSup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</m:d>
                      </m:e>
                    </m:ra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𝒅𝒙𝒅𝒚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4" y="2179694"/>
                <a:ext cx="10730306" cy="2734082"/>
              </a:xfrm>
              <a:prstGeom prst="rect">
                <a:avLst/>
              </a:prstGeom>
              <a:blipFill>
                <a:blip r:embed="rId2"/>
                <a:stretch>
                  <a:fillRect l="-1477" t="-8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BF0D3B24-5CC7-412A-BA02-2D305C317300}"/>
                  </a:ext>
                </a:extLst>
              </p14:cNvPr>
              <p14:cNvContentPartPr/>
              <p14:nvPr/>
            </p14:nvContentPartPr>
            <p14:xfrm>
              <a:off x="3810960" y="4952880"/>
              <a:ext cx="6835680" cy="1785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BF0D3B24-5CC7-412A-BA02-2D305C31730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01600" y="4943520"/>
                <a:ext cx="6854400" cy="19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10751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对面积的曲面积分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/>
              <p:nvPr/>
            </p:nvSpPr>
            <p:spPr>
              <a:xfrm>
                <a:off x="877495" y="1127904"/>
                <a:ext cx="11007703" cy="13102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将对面积的曲面积分化为二重积分时，向哪一个坐标面投影，取决于 </a:t>
                </a:r>
                <a14:m>
                  <m:oMath xmlns:m="http://schemas.openxmlformats.org/officeDocument/2006/math">
                    <m:r>
                      <m:rPr>
                        <m:brk m:alnAt="24"/>
                      </m:rP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𝚺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的方程；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5" y="1127904"/>
                <a:ext cx="11007703" cy="1310295"/>
              </a:xfrm>
              <a:prstGeom prst="rect">
                <a:avLst/>
              </a:prstGeom>
              <a:blipFill>
                <a:blip r:embed="rId2"/>
                <a:stretch>
                  <a:fillRect l="-1440" t="-1860" b="-144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6F3E4E4D-64E0-4B5B-9540-9E89DCBBE64E}"/>
              </a:ext>
            </a:extLst>
          </p:cNvPr>
          <p:cNvSpPr/>
          <p:nvPr/>
        </p:nvSpPr>
        <p:spPr>
          <a:xfrm>
            <a:off x="877495" y="2888031"/>
            <a:ext cx="11007703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利用对称性简化计算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DFA34A39-3B6B-4CD9-9D42-AE50C7FC8FFB}"/>
                  </a:ext>
                </a:extLst>
              </p14:cNvPr>
              <p14:cNvContentPartPr/>
              <p14:nvPr/>
            </p14:nvContentPartPr>
            <p14:xfrm>
              <a:off x="3921480" y="215640"/>
              <a:ext cx="3925080" cy="11347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DFA34A39-3B6B-4CD9-9D42-AE50C7FC8FF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12120" y="206280"/>
                <a:ext cx="3943800" cy="1153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95967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对面积的曲面积分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904716" y="921364"/>
            <a:ext cx="10791983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作业：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P239 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习题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9-4(A) 1(1)(4)(7), 2(1), 3, 4.</a:t>
            </a:r>
          </a:p>
        </p:txBody>
      </p:sp>
    </p:spTree>
    <p:extLst>
      <p:ext uri="{BB962C8B-B14F-4D97-AF65-F5344CB8AC3E}">
        <p14:creationId xmlns:p14="http://schemas.microsoft.com/office/powerpoint/2010/main" val="3986071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矩形 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1741714" y="318796"/>
            <a:ext cx="8708571" cy="622040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5600" rIns="355600"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20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网络视频</a:t>
            </a:r>
          </a:p>
          <a:p>
            <a:pPr algn="just">
              <a:lnSpc>
                <a:spcPct val="130000"/>
              </a:lnSpc>
            </a:pPr>
            <a:endParaRPr lang="zh-CN" altLang="en-US" sz="1600" dirty="0">
              <a:solidFill>
                <a:srgbClr val="F8F8F8"/>
              </a:solidFill>
              <a:latin typeface="Microsoft Yahei"/>
              <a:ea typeface="Microsoft Yahei"/>
              <a:sym typeface="Microsoft Yahei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600" dirty="0">
                <a:solidFill>
                  <a:srgbClr val="F8F8F8"/>
                </a:solidFill>
                <a:latin typeface="Microsoft Yahei"/>
                <a:ea typeface="Microsoft Yahei"/>
                <a:sym typeface="Microsoft Yahei"/>
                <a:hlinkClick r:id="rId4"/>
              </a:rPr>
              <a:t>https://www.bilibili.com/video/BV1D54y127XG</a:t>
            </a:r>
            <a:endParaRPr lang="en-US" altLang="zh-CN" sz="1600" dirty="0">
              <a:solidFill>
                <a:srgbClr val="F8F8F8"/>
              </a:solidFill>
              <a:latin typeface="Microsoft Yahei"/>
              <a:ea typeface="Microsoft Yahei"/>
              <a:sym typeface="Microsoft Yahei"/>
            </a:endParaRPr>
          </a:p>
          <a:p>
            <a:pPr algn="just">
              <a:lnSpc>
                <a:spcPct val="130000"/>
              </a:lnSpc>
            </a:pPr>
            <a:endParaRPr lang="en-US" altLang="zh-CN" sz="1600" dirty="0">
              <a:solidFill>
                <a:srgbClr val="F8F8F8"/>
              </a:solidFill>
              <a:latin typeface="Microsoft Yahei"/>
              <a:ea typeface="Microsoft Yahei"/>
              <a:sym typeface="Microsoft Yahei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100" dirty="0">
                <a:solidFill>
                  <a:srgbClr val="C8C8C8"/>
                </a:solidFill>
                <a:latin typeface="Microsoft Yahei"/>
                <a:ea typeface="Microsoft Yahei"/>
                <a:sym typeface="Microsoft Yahei"/>
              </a:rPr>
              <a:t>温馨提示：此视频框在点击“上传手机课件”时会进行转换，用手机进行观看时则会变为可点击的视频。此视频框可被拖动移位和修改大小</a:t>
            </a:r>
          </a:p>
        </p:txBody>
      </p:sp>
    </p:spTree>
    <p:extLst>
      <p:ext uri="{BB962C8B-B14F-4D97-AF65-F5344CB8AC3E}">
        <p14:creationId xmlns:p14="http://schemas.microsoft.com/office/powerpoint/2010/main" val="144746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EBVIDEO" val="blblvideo/id/45027485"/>
</p:tagLst>
</file>

<file path=ppt/theme/theme1.xml><?xml version="1.0" encoding="utf-8"?>
<a:theme xmlns:a="http://schemas.openxmlformats.org/drawingml/2006/main" name="模板页面">
  <a:themeElements>
    <a:clrScheme name="自定义 99">
      <a:dk1>
        <a:srgbClr val="000000"/>
      </a:dk1>
      <a:lt1>
        <a:srgbClr val="FFFFFF"/>
      </a:lt1>
      <a:dk2>
        <a:srgbClr val="000000"/>
      </a:dk2>
      <a:lt2>
        <a:srgbClr val="FFFDFD"/>
      </a:lt2>
      <a:accent1>
        <a:srgbClr val="78A4B1"/>
      </a:accent1>
      <a:accent2>
        <a:srgbClr val="CDCAC2"/>
      </a:accent2>
      <a:accent3>
        <a:srgbClr val="456D79"/>
      </a:accent3>
      <a:accent4>
        <a:srgbClr val="F4EFE9"/>
      </a:accent4>
      <a:accent5>
        <a:srgbClr val="5C91A1"/>
      </a:accent5>
      <a:accent6>
        <a:srgbClr val="666560"/>
      </a:accent6>
      <a:hlink>
        <a:srgbClr val="0563C1"/>
      </a:hlink>
      <a:folHlink>
        <a:srgbClr val="954F72"/>
      </a:folHlink>
    </a:clrScheme>
    <a:fontScheme name="自定义 46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lnSpc>
            <a:spcPct val="130000"/>
          </a:lnSpc>
          <a:defRPr sz="12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lnSpc>
            <a:spcPct val="130000"/>
          </a:lnSpc>
          <a:spcBef>
            <a:spcPts val="600"/>
          </a:spcBef>
          <a:defRPr sz="1200" kern="0" dirty="0">
            <a:latin typeface="微软雅黑" panose="020B0503020204020204" pitchFamily="34" charset="-122"/>
            <a:ea typeface="微软雅黑" panose="020B0503020204020204" pitchFamily="34" charset="-122"/>
            <a:cs typeface="+mn-ea"/>
            <a:sym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自定义 99">
    <a:dk1>
      <a:srgbClr val="000000"/>
    </a:dk1>
    <a:lt1>
      <a:srgbClr val="FFFFFF"/>
    </a:lt1>
    <a:dk2>
      <a:srgbClr val="000000"/>
    </a:dk2>
    <a:lt2>
      <a:srgbClr val="FFFDFD"/>
    </a:lt2>
    <a:accent1>
      <a:srgbClr val="78A4B1"/>
    </a:accent1>
    <a:accent2>
      <a:srgbClr val="CDCAC2"/>
    </a:accent2>
    <a:accent3>
      <a:srgbClr val="456D79"/>
    </a:accent3>
    <a:accent4>
      <a:srgbClr val="F4EFE9"/>
    </a:accent4>
    <a:accent5>
      <a:srgbClr val="5C91A1"/>
    </a:accent5>
    <a:accent6>
      <a:srgbClr val="666560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15393</TotalTime>
  <Words>2109</Words>
  <Application>Microsoft Office PowerPoint</Application>
  <PresentationFormat>宽屏</PresentationFormat>
  <Paragraphs>201</Paragraphs>
  <Slides>41</Slides>
  <Notes>0</Notes>
  <HiddenSlides>0</HiddenSlides>
  <MMClips>2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41</vt:i4>
      </vt:variant>
    </vt:vector>
  </HeadingPairs>
  <TitlesOfParts>
    <vt:vector size="50" baseType="lpstr">
      <vt:lpstr>Microsoft Yahei</vt:lpstr>
      <vt:lpstr>Microsoft Yahei</vt:lpstr>
      <vt:lpstr>Arial</vt:lpstr>
      <vt:lpstr>Calibri</vt:lpstr>
      <vt:lpstr>Cambria Math</vt:lpstr>
      <vt:lpstr>Century Gothic</vt:lpstr>
      <vt:lpstr>Segoe UI Light</vt:lpstr>
      <vt:lpstr>模板页面</vt:lpstr>
      <vt:lpstr>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OfficePLUS</dc:creator>
  <cp:lastModifiedBy>Wang Yuchao</cp:lastModifiedBy>
  <cp:revision>1042</cp:revision>
  <dcterms:created xsi:type="dcterms:W3CDTF">2015-08-18T02:51:41Z</dcterms:created>
  <dcterms:modified xsi:type="dcterms:W3CDTF">2021-03-02T05:45:45Z</dcterms:modified>
</cp:coreProperties>
</file>