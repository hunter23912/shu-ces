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Override1.xml" ContentType="application/vnd.openxmlformats-officedocument.themeOverrid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  <p:sldMasterId id="2147483679" r:id="rId2"/>
  </p:sldMasterIdLst>
  <p:notesMasterIdLst>
    <p:notesMasterId r:id="rId25"/>
  </p:notesMasterIdLst>
  <p:sldIdLst>
    <p:sldId id="587" r:id="rId3"/>
    <p:sldId id="1007" r:id="rId4"/>
    <p:sldId id="1013" r:id="rId5"/>
    <p:sldId id="988" r:id="rId6"/>
    <p:sldId id="997" r:id="rId7"/>
    <p:sldId id="998" r:id="rId8"/>
    <p:sldId id="1000" r:id="rId9"/>
    <p:sldId id="1001" r:id="rId10"/>
    <p:sldId id="1002" r:id="rId11"/>
    <p:sldId id="1004" r:id="rId12"/>
    <p:sldId id="1005" r:id="rId13"/>
    <p:sldId id="1006" r:id="rId14"/>
    <p:sldId id="1008" r:id="rId15"/>
    <p:sldId id="1009" r:id="rId16"/>
    <p:sldId id="1010" r:id="rId17"/>
    <p:sldId id="967" r:id="rId18"/>
    <p:sldId id="977" r:id="rId19"/>
    <p:sldId id="1012" r:id="rId20"/>
    <p:sldId id="1011" r:id="rId21"/>
    <p:sldId id="999" r:id="rId22"/>
    <p:sldId id="737" r:id="rId23"/>
    <p:sldId id="858" r:id="rId24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80"/>
    <a:srgbClr val="E73A1C"/>
    <a:srgbClr val="F23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52" autoAdjust="0"/>
    <p:restoredTop sz="93673"/>
  </p:normalViewPr>
  <p:slideViewPr>
    <p:cSldViewPr snapToGrid="0" snapToObjects="1">
      <p:cViewPr varScale="1">
        <p:scale>
          <a:sx n="72" d="100"/>
          <a:sy n="72" d="100"/>
        </p:scale>
        <p:origin x="624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57" units="1/cm"/>
          <inkml:channelProperty channel="Y" name="resolution" value="1820.3889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12-21T00:01:32.8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17142 6873 0 0,'25'0'0'0,"-6"-3"0"0,3 3 0 0,0 0 0 16,0 0 0-16,2 0 0 15,6 0 0-15,-3 0 0 0,-1 0 0 0,2 0 0 16,2 0 0-16,-1 0 0 0,6 0 0 0,-6 0 0 16,1 5 0-16,-1-2 0 0,3 3 0 0,-3-2 0 15,9-2 0-15,-9 3 0 0,1-3 0 0,-2 0 0 16,5 1 0-16,-2-3 0 0,6 2 0 0,-5-2 0 16,2 0 0-16,3 0 0 0,-1 0 0 0,3 0 0 15,7 0 0-15,-7 0 0 16,0 0 0-16,2-2 0 0,-2 0 0 0,0 1 0 15,9-1 0-15,-10 0 0 0,-1 2 0 16,5-3 0-16,-1-1 0 0,4 1 0 0,8-1 2444 0,-10 0-1242 0,1 0-917 16,0-1-285-16,-1-2 0 0,0 3 0 15,1-1 0-15,-9 2 0 0,-7-1 0 0,3 2 0 16,-6 0 0-16,-4 1 0 0,5 1 0 0,-9 0 0 16,-3 0 0-1,0 0 0-15,-3 0 0 0,0 0 0 0,3 0 0 0,-6 0 0 0,-2 0 0 0,1 0 0 16,-1 0 0-16,1-3 0 15,1 3 0-15,-2 0 0 0,2 0 0 0,-2 0 0 16,0 0 0-16,4 0 0 0,-1 0 0 0,-1 0 0 16,0 0 0-16,1 0 0 15,0 0 0-15,2 0 0 0,-3 0 0 0,4 0 0 0,-3 0 0 0,6 0 0 32,-1 0 0-32,4 0 0 0,0 0 0 0,3 0 0 0,1 0 0 0,3 0 0 15,2 0 0-15,5-1 0 0,3-1 0 0,-1 2 0 16,3-2 0-16,4-2 0 0,2 1 0 0,8-2 0 0,-6 2 0 0,0 1 0 15,5-1 0-15,1-2 0 0,2 1 0 16,14-1 0-16,-6-1 0 0,4 0 0 0,4 1 0 0,3 1 0 31,-1-2 0-31,7 3 0 0,-14 1 0 0,0-2 0 0,1 3 0 0,1-1 0 16,2 0 0-16,10 2 0 0,-16 0 0 0,2-3 0 16,2 1 0-16,3 1 0 0,2-5 0 0,8 1 0 15,-14 1 0-15,0-2 0 0,-4 3 0 0,-3-3 0 16,1 3 0-16,6-2 0 15,-18 3 0-15,7 1 0 0,1 1 0 0,-2 0 0 16,0 0 0-16,4 0 0 0,-12 0 0 0,-1 0 0 16,-1 0 0-16,0 0 0 0,-4-1 0 0,3 1 0 15,-10 0 0-15,-5 0 0 16,0 0 0-16,1 0 0 0,0 0 0 0,-8 0 0 0,0 0 0 0,-2-3 0 16,0 3 0-16,-4-2 0 0,3 2 0 0,-9-1 0 15,0 1 0-15,-3 0 0 0,0-1 0 0,-3 1 0 16,0 0 0-16,1 0 0 15,-2 0 0-15,-1 0 0 0,0 0 0 0,0 0 0 16,0 0 0-16,0 0 0 0,0-3 0 0,0 3 0 0,-6 0 0 0,-6-3 0 16,-6 2 0-16,-5 1 0 0,-8 0-859 15</inkml:trace>
  <inkml:trace contextRef="#ctx0" brushRef="#br0" timeOffset="1013.37">18297 4770 811 0,'0'0'0'0,"0"-4"0"0,0-1 0 0,0 1 0 0,0 1 0 0,2 0 216 15,-1 1-90 1,1 2-44-16,-1 0 0 0,3 0 46 0,-3 0-51 0,1 9 1 0,-2 3-40 0,0 2-29 0,0 4 38 0,0 1-9 16,-8 1 11-16,-2 3-11 0,-2-1-1 0,1 0 77 15,-5 0-28-15,4-2-11 16,-2-3-37-16,2 0 172 0,-1-3-87 0,1-1-42 15,1 1 8-15,4-7 27 0,0-4-40 0,4 0 1 0,3 0-40 0,0-3 117 16,1 0-49-16,12 0-39 16,2-3 26-16,5-3-27 15,4 0 0-15,-2 0-28 0,3-1-108 0,-2 2 49 0,-1 0 30 16,-2 2-351-16,1 1 180 0,-1 0 97 0,2 1 16 0,-4 1-604 16,-3 0 297-16,-2 0 160 31,-2 0 80-31,1 0-176 0,-1 0 119 0,-4 0 72 0,-1 0-280 0,-2 0 172 15,0-2 87-15</inkml:trace>
  <inkml:trace contextRef="#ctx0" brushRef="#br0" timeOffset="1232.13">18503 4855 873 0,'0'-8'0'0,"0"2"0"0,0 1 0 0,0-1 0 0,0 0 0 0,0 3 0 0,0 3 0 0,0 0 218 0,0 0-90 0,0 9 192 16,0 6-132-16,0 5-80 0,-6 3-35 0,-1 2 0 0,0 5-36 0,-3 2 1 15,-4 1 9-15,3 0-10 0,-1-4 1 0,-1 1-1 16,-3-2 0-16,1-1 10 0,0-3-9 15,2-7-1-15,2 0 1 0,-1-9-1 0,4 0 0 16,0-2 10-16,5-6 316 0,0 0-162 16,3 0-83-16,0 0 43 0,0-2-62 0,0 1-21 15,8-4-10-15,4-2-158 0,2 3 64 0,1-3 32 16,3 1-1 0,1-1-355-16,-2 5 188 0,-1-1 76 15,1-1-618-15,-2 2 313 0,-2 1 177 0,4 1-179 0,-6 0 183 0,-2 0 86 0</inkml:trace>
  <inkml:trace contextRef="#ctx0" brushRef="#br0" timeOffset="1406.13">18364 5413 904 0,'-15'2'0'0,"4"4"0"0,0-1 0 0,-1 0 0 0,5 0 0 0,2-3 704 0,5 4-333 0,0-3-167 0,0 3-83 0,7-4 297 15,8 1-195-15,3 0-92 0,2-2-149 0,1 0 28 47,1-1 0-47,3 0-457 0,-3 0 237 0,1 0 124 0,-2 0 62 0,-1 0-635 0,3-1 332 0,-5 0 165 0,0-6 82 0</inkml:trace>
  <inkml:trace contextRef="#ctx0" brushRef="#br0" timeOffset="1595.07">18673 5049 1808 0,'-5'-12'0'0,"-4"2"0"0,3 3 0 0,3 2 0 0,3-2 0 0,0 3 0 0,0 0 408 16,3-3-177-16,10 2 261 0,2 1-227 0,2-1-114 16,1 3-57-16,1 0-114 0,3-2 37 0,-5 4-8 15,3-4 28-15,-1 4-476 0,-3 0 238 0,2 0 119 16,0 0 69-16,-5 0-298 0,-2 4 175 0,-2 4 86 16,-2 4-789-16,-7-3 400 0</inkml:trace>
  <inkml:trace contextRef="#ctx0" brushRef="#br0" timeOffset="1767.14">18733 5121 1829 0,'-11'3'0'0,"-1"-2"0"0,3 0 0 0,-1 2 0 0,4 0 0 0,-4-2 0 0,9 1 0 0,1 1 306 0,0 0-134 0,0-2-68 0,4 3 162 16,8-2-118-16,0 0-56 0,4-2-27 0,-2 3-151 16,1-2 62-16,0 0 40 15,-3-1-10-15,0 3-384 0,-2-3 207 0,0 0 104 16,-2 1-450-16,0-1 217 0,-2 0 146 0,-1 0-148 0,1 0 133 0,-3 0 65 15,1 0 34-15,0-4-248 0</inkml:trace>
  <inkml:trace contextRef="#ctx0" brushRef="#br0" timeOffset="2125.84">18777 4841 881 0,'-11'-5'0'0,"3"-2"0"0,0 2 0 0,0 2 0 0,1 1 0 0,-1 2 296 0,3 0-133 0,2 13-64 15,2 8-30-15,-1 7 361 16,2 7-196-16,0 9-89 15,0 4-59-15,0 5 279 0,0 11-163 0,2 2-83 0,1 4 16 0,3 6-40 16,4-14-33-16,-1-4-125 0,2-4 51 0,2-8 25 16,2-8-1-1,-1 2-247-15,0-19 132 0,-1-4 70 0,0-7 35 16,-2-3-128-16,-3-7 81 0,2 0-29 0,-4 0-48 0,-2-7-103 0,1-10 80 0,0-7 53 16,-2-5 98-16,0-4-8 46,-1 3-36-46,-2 0 71 0,0-2-36 0,0 5 1 0,0-1-45 0,-3 9 218 0,-5 3-85 0,-2 3-55 0,0 3 0 0,0 3 211 0,-3 0-96 0,-1 5-67 0,0 2-4 16,-2 0-5 0,0 9 1-1,-1 2 1-15,-1 2-215 0,3 4 86 0,2-2 50 0,0-1-478 0,2-2 240 0,4-4 125 63,-3 1 42-63,6-4-545 0,1-5 293 0,3 0 146 0</inkml:trace>
  <inkml:trace contextRef="#ctx0" brushRef="#br0" timeOffset="2206.23">18839 4821 1286 0,'2'-10'0'0,"-1"-1"0"0,3 6 0 0,0-5 0 0,0 9 0 0,0 1 0 0,3 0 334 15,0 4-148-15,3 7-75 0,-1 3-137 0,3 3 27 16,-1 6 0-16,3-4-667 0</inkml:trace>
  <inkml:trace contextRef="#ctx0" brushRef="#br0" timeOffset="2365.05">19057 5166 925 0,'-1'4'0'0,"-1"-1"0"0,-1 0 0 0,-1 3 0 0,2-3 0 0,1 3 667 0,1-1-314 0,0 0-158 0,0 3-79 0,0-1 254 16,0 1-170-16,0-2-82 0,1 2-40 0,5 2-207 0,-1-1 83 0,-2-1 51 16,2 0-528-1,0-2 280-15,-2-1 140 0,2 0-601 16,0-2 341-16,0 1 166 0,-2-4 91 0</inkml:trace>
  <inkml:trace contextRef="#ctx0" brushRef="#br0" timeOffset="2561.06">19140 4730 936 0,'0'-7'0'0,"0"1"0"15,0 1 0-15,0 1 0 0,0 2 287 0,0 2-129 0,1 6-60 0,3 12-31 0,2 9 556 0,0 7-293 0,1 8-137 16,0 6 248-16,-2 4-202 0,-2 8-100 0,0 6 5 0,-1 7-53 0,1 6-18 31,-1-11-9-31,-1-1-373 0,-1-6 174 0,0-6 85 0,0-4 45 0,0 4-562 16,0-20 297-16,0-6 155 15,0-5-20-15,0-7-316 0,0-4 176 0,0-13 124 0</inkml:trace>
  <inkml:trace contextRef="#ctx0" brushRef="#br0" timeOffset="2709.99">19266 5298 1790 0,'0'-14'0'0,"0"6"0"0,0 0 0 0,0 2 0 0,0 3 0 0,0-2 0 0,0 3 397 0,2 2-184 0,-1 0-88 0,3 0 62 0,2 2-75 0,-1 6-37 15,0 1 9-15,3 3-467 0,-1 0 210 0,-1-1 105 16,0 0 53-16,0 1-775 16,0-2 380-16</inkml:trace>
  <inkml:trace contextRef="#ctx0" brushRef="#br0" timeOffset="3006.35">19441 4900 1907 0,'0'0'0'15,"0"-2"0"-15,0 0 0 0,0 2 0 0,0 0 0 0,0 8 0 0,0 8 0 0,0 6 0 0,0 3 546 0,0 8-254 0,0-1-127 0,0 4-83 0,0 5-35 0,0-4-10 0,0-1 1 16,0-5-496-16,0-3 248 0,0-4 124 0,0-1-448 0,0-11 281 15,0-8 146-15,0-4 71 0,0 0-310 0,0-4 155 0,0-12 61 16,0-3 51-16,0-4-72 16,0-1 57-16,6 2 28 15,-3 0 1 1,3-2 161-16,0 7-62 0,1 2-36 0,1 0 360 0,1 4-197 0,1 1-100 0,3-4 436 0,0 7-205 0,3 0-133 31,3 2-33-31,5 2 71 0,-1 1-80 0,5 1-30 0,-1 1-9 0,-3 0-164 0,0 0 62 0,-2 1 31 16,-2 5-1-16,-2 3-540 15,-6-1 281-15</inkml:trace>
  <inkml:trace contextRef="#ctx0" brushRef="#br0" timeOffset="3207.32">19502 5218 1698 0,'-13'2'-1'0,"1"-1"1"0,-1 3-1 0,5 0 0 0,2-1 1 0,-2-2-1 0,8 3 320 0,0 1-142 16,5-2-70-16,9 0 256 0,5 1-155 0,0-2-91 15,4 1-41-15,2-1-5 0,0-2 0 0,-5 0-36 16,5 0-145-16,-6 0 69 0,-4 0 38 0,2 0 1 16,-4 0-377-16,-2 0 207 0,3 0 114 15,-6 0-439-15,-2 0 187 0,-2 0 145 0,-2 0 16 0,0-5-203 16,-1-4 148-16,-1-1 88 0,0-1 40 0,-3-6-219 16</inkml:trace>
  <inkml:trace contextRef="#ctx0" brushRef="#br0" timeOffset="3488.26">19619 4928 556 0,'-7'-3'0'15,"1"-2"0"-15,0 4 0 0,0 1 0 0,3 0 0 0,1 0 403 0,1 6-184 0,1 9-90 0,0 4-38 0,0 3 169 0,0 5-112 0,0 6-55 0,0 1-15 0,0 5 0 16,-4 5-32-16,0-2-51 16,-6 0-1-16,0 0 43 0,-3-2-1 15,2-3-89-15,-7-2 54 0,8-10-9 16,-4-3 45-16,4-7 25 0,1-3 0 0,2-3-36 0,0-2 199 0,6-5-100 15,-1-2-43-15,2 0 206 0,0 0-125 0,0 0-63 16,2 0-22-16,2 0 196 16,7 0-118-16,-2 0-60 0,4 0-42 0,2 0-54 15,-2 0 0-15,1 0 0 0,3 0 0 0,0 3 0 16,1-3 0-16,2 3 0 31,-2-3 0-15,-2 1-130-16,1 0 69 0,-1 1 49 0,1-1-674 0,-1 2 295 0,1-3 132 0,-5 0-478 0,2 0 350 0,-3 0 175 0</inkml:trace>
  <inkml:trace contextRef="#ctx0" brushRef="#br0" timeOffset="3656.75">19967 4775 1310 0,'4'-12'0'0,"0"2"0"16,3 0 0-16,-3 4 0 0,4 3 130 0,-3 3-47 0,3 0-22 0,-1 0 261 0,2 0-133 0,-2 7-81 0,-2 5-413 31,-3 2 171-31,0 4 85 0,0 3 43 0</inkml:trace>
  <inkml:trace contextRef="#ctx0" brushRef="#br0" timeOffset="3812.94">19867 5052 1289 0,'-8'3'0'0,"1"0"0"0,-1 0 0 0,4-3 0 0,-1 5 0 0,2-5 0 0,3 1 0 0,0 0 592 0,0 1-268 0,2-2-148 0,8 0 225 0,6 0-183 15,3 0-90-15,1 0 9 16,3 0-41-16,1-2-34 0,2 1-1 0,-1-3-247 0,0 2 111 0,-3-1 56 16,3-1 37-16,-5 2-638 0,-1 0 329 0,-4 2 164 15,0 0 82-15,-5 0-859 0</inkml:trace>
  <inkml:trace contextRef="#ctx0" brushRef="#br0" timeOffset="3997.71">19907 5241 1648 0,'-17'1'0'0,"2"6"0"0,2-2 0 0,3 0 0 0,2 1 0 0,7-3 0 0,1 0 0 0,0 0 270 0,2-1-116 0,12 1-59 16,1 1 181-16,1-3-124 15,1 1-57-15,2 0-45 0,-1-2-13 0,2 1 0 0,1-1 9 0,-4 0-145 16,-2 2 68-16,1-2 33 0,-2 0 1 0,0 0-363 16,-1 0 207-16,-3 0 91 15,-2 0-564 1,-1 0 296-16,-1 0 142 0,-1 0 66 0,-3 0-221 0,-2-3 153 0,0-6 77 0</inkml:trace>
  <inkml:trace contextRef="#ctx0" brushRef="#br0" timeOffset="4304.78">20028 5158 751 0,'-5'-5'0'0,"-1"0"0"0,3 3 0 0,0-2 0 0,0 3 0 0,0 1 0 0,0 0 0 0,3 0 271 0,-3 0-117 0,3 7-58 0,0 7 125 16,0-2-92-16,0 6-37 0,0 3-9 0,0-1-14 0,0 4 0 0,0 0-32 15,-1 1 0-15,-3 1-46 0,-4-3 19 16,1 0 0-1,-1 1-89-15,-3-5 58 0,2-2 29 0,-4 2 26 0,1-9 3 0,2 0 0 16,1-5-51-16,-2-2 248 0,3-3-111 0,2 0-39 16,1 0-24-1,2 0 214-15,1 0-118 0,2-1-60 16,0-1-30-16,0-1 100 0,7-2-69 0,4 5-30 0,4-2 19 0,-1 0-25 0,5 2 1 0,0 0-55 16,1 0-9-16,0 0 39 15,0 0 0-15,2 0-281 0,-2 4 141 0,4 1 79 16,-5 1 26-16,1 0-577 0,-3-2 282 0,0 0 88 15,-1 0 87-15,1 2-414 0,-3-6 253 0,-3 2 120 0,-2-2-316 16,-1 0 218 15</inkml:trace>
  <inkml:trace contextRef="#ctx0" brushRef="#br0" timeOffset="4721.72">20521 4775 1091 0,'-3'0'0'0,"-1"0"0"0,1 0 0 0,0 0 0 0,-3 0 0 0,0 0 0 0,4 0 277 0,-2 3-121 0,-1 1-60 0,-3 2-126 0,2 1 33 0,-2 0 10 0,0 2-176 0,-1 1 89 0,-2-1 43 0,0 2 1 0,-3-2 8 16,2 1 1-16,0-3 23 31,0 3 0-31,3-3 75 0,1 0-37 0,-1 0 1 0,3-1-75 0,4-2 255 0,2 1-121 0,0 1-47 0,2 0 243 0,11-3-131 15,2 1-52-15,5-3 55 0,2 2-65 0,4-2-34 16,2 1 0-16,0-2-58 0,3 1 9 0,-4-1 16 16,-1 0 0-16,-1 0-258 0,-3 0 129 0,2 0 74 15,-5 0 22-15,-4 0-229 16,-3 0 93-16,-2 0 76 0,-7 0-583 0,3 2 293 16,-6-1 159-16,0 1-203 0,-9 2 178 15,-7-1 88-15,0-1 44 0,-2 3-2 0,-1-3 45 0,-1 4 38 0,-3-2 0 16,3-1 58-16,-1 1-65 0,-1 2-9 15,5-2-19-15,0 1 421 32,4 0-229-32,-1 0-97 0,4 0 209 0,-2 0-142 0,6 0 16 0,2-1 159 0,1 3-133 0,3-2-66 15,0-1-34-15,0 4-54 0,0-4-10 0,0 4 31 0,3-5 0 16,3 3-344-16,1 0 172 0,0-1 94 16,2-4 35-16,2 2-491 0,0-3 247 0,3 0 59 0,2 0-47 0</inkml:trace>
  <inkml:trace contextRef="#ctx0" brushRef="#br0" timeOffset="4973.13">20669 5034 566 0,'11'0'0'0,"-2"0"0"0,0-2 0 0,-2 2 0 0,-1 0 0 0,0 0 0 0,-3 0 0 0,-3 0 263 16,0 0-113-16,-4 2-57 0,-11 5 144 0,-1 2-91 15,-5 2-60-15,-2 1 11 0,-2 0-30 0,-3 3 0 32,0-1-31-32,-2 0 32 0,6-1-32 0,0-1 0 0,1-3 0 0,2 3 32 0,1-1 9 0,3-2-41 15,7-3 0-15,0 0 77 16,7-1-39-16,1 0 0 0,2-1 32 0,0 0-40 15,2-3 1-15,8 1-3 0,3-2 0 0,5 0-28 32,0 0 9-32,0 0-41 0,0 0 0 0,2 0 32 0,0-2 0 0,-3-2-219 0,5 0 119 0,-5 0 43 15,-1 0 28-15,-1 1-522 16,-3-3 253 0,1 5 87-16,3-2-423 0,-8 1 286 0,1 0 138 0,-3 2-191 0,-3 0 183 0</inkml:trace>
  <inkml:trace contextRef="#ctx0" brushRef="#br0" timeOffset="5173.32">20592 5269 934 0,'-6'5'0'0,"0"0"0"0,-1 2 0 0,1-2 0 0,-4 4 0 0,2-5 0 0,0 5 0 0,-3-2 0 0,2-2 137 0,-2 4-50 0,-3 1-17 0,1-3 73 16,-1 3-53-16,2-1-27 0,1-1-1 0,-1-1 37 0,-1 0-22 0,5 0-10 16,4-3-31-16,-1 0 26 0,2-2-26 0,3-2 1 31,0 2 2-31,0-2-3 0,9 0 0 0,2 0 33 0,5 0 0 0,1-2-23 15,0 0-10-15,2-3-95 0,1 1 48 0,-1-2 24 16,1 4-1-16,1-3-284 0,-5 1 131 0,1 1 78 0,-1 0 19 0,-1 0-223 16,0-1 102-16,0 2 29 0</inkml:trace>
  <inkml:trace contextRef="#ctx0" brushRef="#br0" timeOffset="6050.01">20772 4943 1341 0,'0'-7'0'0,"0"-4"0"0,0 4 0 0,0-3 0 0,0 4 0 0,0-1 0 0,1-2 0 0,10 1 0 0,5 0 296 0,4 2-131 0,2 0-64 0,3 1-33 16,1 0-2-16,4 0 9 0,-2 3-39 0,-4 2-46 0,-3 0 23 0,-2 0 0 0,0 4-173 31,-7 6 94-31,-7 2 51 0,-5 5 26 0,0 0-236 0,0 1 122 0,-11 3 15 16,-4-1 45-16,-2-2-119 0,2 0 67 0,-3-1 12 0,2-3 23 15,2 3 83-15,2-6-24 0,0 0-1 16,4-2 34-16,2 0-34 47,1-2 0-31,-1 2 172-16,6-5-92 0,0 3-25 0,0-1-31 0,0-2 20 0,3 3 0 0,7 1 4 0,-2-2-2 0,3 2 224 0,-2 4-116 15,2-4-59-15,-3 4-14 0,4-2-34 0,-5 1-9 31,0-1 0-31,-1 2-39 0,-1-2 0 0,-3 0 39 0,-1 2-35 0,-1-4 35 0,0-2 0 0,0 1 1 0,-1-2-126 16,-6 0 58-16,-2-2 22 0,1-3-6 0,-3 0-229 0,0 0 122 0,2 0 45 0,-3-5 36 16,1-5-253-1,1-4 135-15,-1-1 50 0,2-7 36 0,1-3 0 0,0-2 37 0,-3-4 84 16,5 3-37-16,0 5-24 0,-1-2 0 0,2 5 171 0,0 3-97 0,0-1-58 31,1 9-14-31,3 3 632 0,0 5-255 0,1 1-168 0,0 12-56 0,0 13 191 16,0 9-148-16,0 9-75 0,1 6 66 0,0 4-70 15,3 7-26-15,-1-2-349 0,2 1 152 0,-2 3 76 32,1-3 39-32,-3 3-626 0,2 9 323 0,-3-14 162 0,0 0 6 0,-11 1-315 15,-5 0 205-15</inkml:trace>
  <inkml:trace contextRef="#ctx0" brushRef="#br0" timeOffset="6235.26">21350 5748 2264 0,'0'0'0'0,"0"0"0"0,0 0 0 0,0-3 0 0,0 1 0 0,0 1 0 0,0 0 0 0,0-2 0 0</inkml:trace>
  <inkml:trace contextRef="#ctx0" brushRef="#br0" timeOffset="17623.09">2652 8690 902 0,'-2'0'0'0,"-7"0"0"0,4 0 0 0,2-2 0 0,1 0 0 0,0-1 0 0,2 1 271 0,0-1-103 0,0 0-67 15,0 0-30-15,6-2 174 16,6 3-101-16,-1-2-51 16,3 0 11-16,1 2 90 0,-2-2-76 0,2 3-37 15,2 0 0-15,3-1 81 0,-4 0-65 0,3 1-27 0,0-1 110 0,1 2-68 16,0 0-35-16,1-2 50 0,1 2-48 0,0 0 0 16,2 0-36-16,-2 0 100 0,2 0-50 0,7 0 3 15,-4 2-96-15,1 1 0 0,3 1 0 0,4-3 0 16,-1 3 0-16,9-1 0 15,-4-1 0-15,2-2 0 0,3 2 0 0,4-2 0 16,0 0 0-16,9 0 0 0,-7 0 0 0,1 0 0 16,1 3 0-16,2-2 0 0,2 0 0 0,11 4 0 15,-12-4 0-15,1-1 0 0,9 1 0 0,-2-1 0 16,6 0 0-16,12 0 0 0,-10 0 0 0,1 0 0 16,6-1 0-16,1-4 0 0,3 2 0 0,16-2 0 15,-16 0 0-15,6 0 0 16,0 1 0-16,2 1 0 0,2 0 0 0,13 0 0 0,-16 0 0 0,2 2 0 15,3 0 0-15,-3-2 0 16,2 2 0-16,15-1 0 0,-20 2 0 0,4 0 0 16,2 0 0-16,1 0 0 0,3 0 0 0,14 3 0 15,-18 2 0-15,2 2 0 0,2 0 0 0,0 0 0 16,1 0 0-16,11-1 0 16,-22 5 0-16,-6-3 0 0,1 1 0 0,-2-1 0 0,5 0 0 0,-14-3 0 15,-4 1 0-15,-1-2 0 16,-2 2 0-16,1-2 0 0,2 0 0 0,-13 0 0 0,-2-1 0 15,-2 0 0-15,-1 0 0 0,-8-2 0 16,1 1 0-16,-13-2 0 0,-5 0 0 0,0 0 0 16,-4 0 0-16,-1 0 0 0,0 0 0 0,-4-2 0 15,-2-2 0-15,-1 1 0 0,0-1 0 0,3-1 0 16,-2-2 0-16,-2 0 0 16,1 2 0-16,-2-3 0 0,1 2 0 0,-4-3 0 0,3 1 0 0,-7 1 0 15,2-1 0-15,-3 0 0 16,0 2 0-16,-3-2 0 0,0 2-929 0,0 5 226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57" units="1/cm"/>
          <inkml:channelProperty channel="Y" name="resolution" value="1820.3889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12-21T00:03:02.1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19692 4189 1609 0,'-5'0'0'0,"-3"0"0"0,1 0 0 0,5 0 0 0,2 0 0 0,0 0 0 0,2 0 315 15,14 0-143-15,6 0-67 0,8-2 164 0,6-3-116 16,3 1-58-16,3-3-3 16,-3 3-9-16,3 0-46 0,-2 1 0 15,1 0-99-15,4-3 58 0,-9 5 17 16,-5-1-1-16,-1 0-33 0,-5-1 29 0,-5 0 0 0,0 2 39 0,-9-1-203 0,-5 2 40 0,-3-5-267 15,-2 3 164 1,-1 2 98-16,0-5 9 0,0 4-340 0,-7 0 208 0,-3-1 103 0,-3 2 52 16</inkml:trace>
  <inkml:trace contextRef="#ctx0" brushRef="#br0" timeOffset="309.89">19844 4376 1778 0,'-15'5'0'0,"2"2"0"16,-2 1 0-16,5 1 0 0,3-2 0 0,2-1 0 0,-1 1 0 0,4 0 270 0,2-3-108 0,0 2-60 15,0-3-33-15,4 1 0 0,6-1-32 0,1-2-105 16,3 0 61-16,0-1 18 0,3 0 0 0,-1 0-93 31,2 0 59-31,-2 0 31 0,4 0 8 0,-4 0-16 0,0 0-6 0,-4 0 42 16,0 2-64-16,0 2 43 0,0 2-40 0,-5-2 110 0,0 3-41 15,-4-1 0-15,-1 3-26 0,-1 3 35 0,-1 2 11 0,-1-1-45 16,-11-1 29-16,0 4-89 0,-2-3 39 0,-3-1 14 16,1 0 15-1,-2-6-246-15,-1 2 115 0,4-5-102 0,-1 0 91 0,-3-3 31 16,7 0 37-16,-3 0-344 0,6-6 177 0,3-8 88 16,1-5 45-16,3-3-314 0,2-6 183 0</inkml:trace>
  <inkml:trace contextRef="#ctx0" brushRef="#br0" timeOffset="525.91">19960 4278 872 0,'9'-14'0'0,"-1"6"0"0,-2 2 0 0,2 1 0 0,-2 1 0 0,0 2 0 0,2 1 526 0,0 1-249 0,0 0-120 15,-2 9-60-15,0 8 407 0,1 5-234 0,0 3-106 16,-2 6-69-16,0 6 239 16,-2 4-148-16,-2 7-74 0,1 2 6 0,0 9-32 0,-2-3-8 0,0 3-130 15,0 0 45-15,0-1 0 0,0-3 44 0,0 3-256 16,-4-14 123-16,0-6 67 15,-4-5 33-15,0-3-187 0,-2-6 102 0,0-1-17 0,-1-12 48 16,2-7-132-16,-1-1 74 0,-1-3 23 16,0 0-235-16,3-11 146 0,1-7 69 0,4-6-446 15,1-9 257-15,2-9 129 0,0-10 54 0</inkml:trace>
  <inkml:trace contextRef="#ctx0" brushRef="#br0" timeOffset="698.36">20366 4088 1381 0,'10'-11'0'0,"-5"8"0"0,4 0 0 0,-5 3 0 0,0 0 0 0,-2 5 364 16,-1 10-155-16,-1 3-90 0,0 5-41 0,-1 4 350 15,-9 2-195-15,-2 1-98 0,-1 8-22 0,-2-5-43 32,-1 3 1-32,-3 0-330 0,0 3 148 0,1-3 74 0,-2 5 46 0,4-11-579 0,-1-1 303 0,2-4 152 15,3-4 5-15,3-7-309 0,6-2 144 0</inkml:trace>
  <inkml:trace contextRef="#ctx0" brushRef="#br0" timeOffset="848.37">20315 4405 712 0,'3'-5'0'0,"3"2"0"0,-1 0 0 0,0 2 0 0,1 1 642 16,0 0-293-16,1 4-161 0,-2 11-75 0,2 5 254 0,-2 4-164 0,-1 3 216 16,0 6-195-16,-3 0-93 0,0 4-48 0,-1 2-183 15,0 3 68-15,0 5 44 0,0-10-10 0,-1-3-504 16,-4-2 270-16,2-2 134 0,-3-7 68 0,1-1-673 15,0-12 284-15,0-6 201 0</inkml:trace>
  <inkml:trace contextRef="#ctx0" brushRef="#br0" timeOffset="1317.21">20773 4000 1075 0,'5'-1'0'0,"1"-2"0"0,0 3 0 0,-1 0 0 0,-3 0 0 0,-1 10 347 32,-1 4-155-32,0 1-78 0,-1 5-39 0,-7 2-70 0,-3 1-10 0,-3 4 41 47,-4 0 1-47,1 1-211 0,-4-3 102 0,-1 4-84 0,1-8 80 0,-2 0 41 0,0-6-1 0,-3-2 69 0,7-2-31 0,-3-3 0 0,8-3 0 0,3-5 226 0,5 0-112 0,3 0-85 31,3 0 0-31,0-2 329 0,3-6-170 0,14-1-53 0,3-1-50 0,3 1 37 15,5-1-35-15,0 0-43 0,0 2-9 0,2 1-1 0,0 0 0 0,-2 3-26 16,3-1 10-16,-7 2 16 16,-3 1 0-16,-1 2-61 15,-2 0 30-15,-5 0 1 0,2 2 39 0,-8 6-323 0,-5 2 149 0,-2 1 40 16,0 3 48-16,-9-2-250 0,-6 3 99 0,-4-1 80 16,0-1 38-16,-3-1 0 0,-3 0 38 0,0-1 168 15,-3 2-93-15,3-5-33 0,1 1 0 16,-1-2 104-16,2-1-73 0,3-1-36 15,0 2 14-15,7-3 346 0,4-3-135 0,4 1-102 16,4-2 20-16,1 0-54 0,0 0-18 0,8 0-58 0,9 0 22 16,0 0 0-16,5-2 1 0,-1 1-121 15,2-4 69-15,-2 1 21 0,-1-2 1 16,-2 3-333-16,2-1 154 0,-3 2 92 0,-1-3 11 0,-3 2-206 16,-3 2 88-16,-1-1 77 0,-2 1 26 0,-3-1-376 15,-2-1 202-15,-2 3-258 0</inkml:trace>
  <inkml:trace contextRef="#ctx0" brushRef="#br0" timeOffset="1508.12">20639 4323 1058 0,'-9'0'0'0,"0"2"0"0,-1 1 0 0,2 2 0 0,-3 0 0 0,2 3 573 16,0 3-273-16,2 3-132 0,-2 3-66 0,1 6-33 0,-1 2 1 0,-3 7-25 15,2 0-9-15,-3 2 357 0,0 4-179 0,0 0-89 16,-2-1-44-16,0 4-99 0,2-7 22 0,2-3-492 31,1-4 262-31,1-5 131 0,3-3 65 0,3 1-745 0,3-14 376 0,0-6 185 31</inkml:trace>
  <inkml:trace contextRef="#ctx0" brushRef="#br0" timeOffset="1902.44">20524 4613 967 0,'0'-3'0'16,"0"-5"0"-16,0 5 0 0,0 3 0 0,0-3 0 0,0 3 688 0,0 0-326 0,0 8-153 0,1 9-92 0,1 2 249 31,0 1-165-31,1 5-82 0,-2 0-188 0,4 2 62 0,-4-3 17 0,2 0-215 16,1-2 120-16,-3 0 60 0,2-3 31 0,-1 0-569 15,-1-8 290-15,0-3 149 0,2-3 74 0,-3-4-509 16,0-1 252-16,0 0 139 0,0-3 67 0,0-12-20 16,-3-3 42-16,1-5 0 0,-1-3 95 0,1-1-22 15,-1-4 1-15,3 2 130 16,0 1-81-16,0 3-40 0,0-2-9 0,0 5 126 0,3 3-78 15,7 0-20-15,2 2-26 0,2 4 420 0,6-3-192 16,2 7-59-16,5 2-64 0,4 1 107 16,2 1-87-16,4 5-42 0,3-3 111 0,-2 3-82 15,-2 0-36-15,-4 0 91 0,2 3-63 0,-7 6-33 16,1 0 9-16,-8 2 74 0,-4 1-57 0,-6 0-29 16,-1 0 0-16,-3 3-29 0,2 5 9 0,-7-6-9 15,-1 2 1-15,0 2-1 0,0 1 0 0,0-1 0 16,-1 5 10-16,-5-4-10 15,3 4 0-15,1-5 0 0,0 4 0 0,1-2 1 16,1 4 8-16,0-5-9 0,0-2 0 0,0-3 1 16,0 1-437-16,0-5-315 0,0 2 330 0,0-7 179 15,-2 1 85-15,-1-5-434 0,-3 1 259 0</inkml:trace>
  <inkml:trace contextRef="#ctx0" brushRef="#br0" timeOffset="2120.91">20573 4705 1468 0,'-19'0'0'0,"4"-5"0"0,0 1 0 0,2 3 0 0,8-1 0 0,5 2 551 0,0 0-258 0,4 0-128 0,13 0-65 0,8 0 82 16,4 0-77-16,2 0-35 0,4 0 0 0,-2 0-251 16,0 0 108-16,-2 0 64 15,-3 2-243-15,-5-1 144 16,-1 3 72-16,-3-2-578 0,-4 1 323 0,1 0 169 0,-9 1-86 0</inkml:trace>
  <inkml:trace contextRef="#ctx0" brushRef="#br0" timeOffset="2271.86">20708 4630 1400 0,'-7'0'0'0,"-2"1"0"0,-2 2 0 0,5 0 0 0,-1 3 0 0,3 2 0 0,-1 3 644 0,1 1-303 0,2 5-144 0,2 0-16 0,0 1-72 0,0 4-37 0,0 0-169 15,0 0 76-15,2-1 24 0,4-1 0 16,-2 0-505-16,-1-6 269 0,2 0 135 31,0 0 76-31,-2-7-628 0,2-3 322 0</inkml:trace>
  <inkml:trace contextRef="#ctx0" brushRef="#br0" timeOffset="2416.52">20806 4608 1440 0,'0'0'0'0,"0"0"0"0,0 0 0 0,0 0 0 0,0 0 0 0,0 5 322 31,0 3-143-31,0 4 57 0,0 2-90 0,0 3-60 0,0 3-25 0,0 1-118 0,2 0 46 0,2 1 24 0,-1 1 9 0,-1-2-452 16,-1-4 233-16,2-1 117 0,-2-5 58 0,2-2-646 16</inkml:trace>
  <inkml:trace contextRef="#ctx0" brushRef="#br0" timeOffset="2765.13">21239 4275 1410 0,'23'-11'0'0,"4"0"0"0,3 0 0 0,-1 3 0 0,1 2 0 0,3 1 0 0,-10 3 0 0,-3 2 234 0,-4 0-99 0,-2 0-49 0,-6 5-25 0,1 3-5 0,-7 0-19 0,-2 5-1 16,-4-2-26-16,-10 4 0 0,-3 0 26 15,-3 0 132-15,-4 2-71 0,1-3-30 16,-1 3 0 0,0-2 142-16,3-1-86 0,-3 1-34 0,5-5-10 0,3 1 40 15,2-3-42-15,5 1 0 0,-1-5-41 0,1 4 10 16,4-5-10-16,5 0 0 0,0-2-197 0,0-1 99 31,0 0 48-15,7 0-247-16,7 0 124 0,0-4 82 0,3-3 1 0,-1-4-491 0,1 2 238 0,0-3 127 0,-6 2 76 0,3-1-381 0,0-1 225 0,-5-1 111 0,2 1 57 15</inkml:trace>
  <inkml:trace contextRef="#ctx0" brushRef="#br0" timeOffset="2884.86">21356 4328 830 0,'-15'9'0'0,"3"0"0"0,-2 2 0 0,-1-1 0 0,-4 6 0 0,5-3 0 0,-1 2 441 0,0 1-202 0,2 0-101 0,0 2-42 0,5-1 349 0,5-3-205 0,2 1-101 0,1-2 125 0,0 1-114 0,1 0-47 0,8-5 143 16,2-3-105-16,5 2-52 0,-2-7-26 0,4 2-36 31,3 1 18-31,-2-4-8 0,1 0-1 0,0 0-324 0,-1-4 162 0,1 0 81 0,-1-4 50 0,-2 2-731 16,-5 1 363-16,2 2 100 0,-4-1-497 0,-2 2 362 0</inkml:trace>
  <inkml:trace contextRef="#ctx0" brushRef="#br0" timeOffset="3318.15">21270 4657 1165 0,'-20'7'0'0,"-4"3"0"0,9-3 0 0,-2 0 0 0,6-2 0 0,0-2 0 0,6 1 224 15,2-2-84-15,3 1 122 0,0-3-113 0,8 0-56 0,9 0-29 0,1 0 35 16,3 0-22-16,3-5-10 0,-1-2-31 16,0 2-200-16,-1-2 100 0,1 0 50 15,1 0 35-15,-7 2-413 47,2 0 215-47,-5 0 106 0,0 0-433 0,-2 0 200 0,4 3 128 0,-7-4-90 0,-3 3 115 0,0 0 76 0,-2 0 36 0,-3-1 39 0,-1 1 0 0,0-2 0 0,0 5 0 16,-5-3 0-16,-4 1 0 0,1-2 0 15,-1 2 0-15,0 1 195 0,0-1-134 0,2 2-49 0,-1 0 474 16,-1 0-197-16,3 0-92 0,1 5 185 16,-1 4-173-16,3 6-86 0,-2-1-44 0,-1 6 269 15,2 0-161-15,2 4-75 32,-2 4-38-32,1 2 80 0,0 5-59 0,-3 2-21 0,4-6-8 0,-2 4-26 0,-1-4-4 0,2 2-140 15,-3-6 70-15,-1 0 44 0,1-6-9 0,-1-4-56 0,-1-7 46 0,-1 0 22 31,1-9 1-31,-4 2 89 0,3-3-44 0,-2-3-36 0,2-10-55 0,-1-3 133 16,3 0-49-16,-3-1 4 0,8-2-38 0,-2 2 49 16,4 3-8-16,0-1 0 0,0 3 65 0,0-3-35 47,0 6-9-47,4-1-116 0,8 2 36 0,-1-1 0 0,0 4 36 0,3-5-347 0,-4 7 155 0,4-1 90 0,1 2 23 15,-3 1-741-15,4-2 370 0,1 3 181 0</inkml:trace>
  <inkml:trace contextRef="#ctx0" brushRef="#br0" timeOffset="3472.33">21838 5085 3559 0,'0'-12'0'0,"0"0"0"15,0 3 0-15,0 3 0 0,0-2 0 0,4 2 0 0,-3 0 372 0,4-3-372 0,3 0 0 0,0 3 0 0,1-3-681 0</inkml:trace>
  <inkml:trace contextRef="#ctx0" brushRef="#br0" timeOffset="19475.38">22138 4182 1652 0,'-5'-11'0'0,"1"3"0"0,-1 2 0 0,0-1 0 0,2 3 0 0,0 0 0 0,2 2 0 0,1 1 239 0,0 1-102 0,0 0-49 0,0 0 135 15,1 0-98-15,8 0-44 0,2 0 0 0,6 0 71 16,2 0-58-16,6 0-19 0,2 0-10 0,2 0 39 16,6-2-33-16,1 2-1 15,7-3 68-15,5 1-42 0,2 0-34 0,5 2 35 16,2 0-31-16,6-3 1 0,1 3-30 0,13 0 74 15,-8 0-111-15,-3 0 0 0,2 0 0 0,-3 0 0 16,0 0 0-16,5 5 0 0,-16 0 0 0,1-2 0 16,-2 0 0-16,-3 2 0 0,-4-4 0 0,3 1 0 31,-14 1 0-31,-2-3 0 0,-6 0 0 0,0 0 0 0,-6 0 0 0,2 0 0 0,-9 0-7 0,-6 0-29 16,-2 0 28-16,-2-3-5 0,-3 2-2 0,-1 0-4 15,0 0 6-15,0-4-207 16,-5 1 99-16,-3-3 49 0,-1 0-532 0,-5 3 288 15,1 0 140-15,-4 1-614 0,-1 1 376 0</inkml:trace>
  <inkml:trace contextRef="#ctx0" brushRef="#br0" timeOffset="19820.83">22818 3456 1484 0,'0'-14'0'0,"-2"2"0"0,1 5 0 0,0 2 0 0,1 0 0 0,0 2 0 0,0 3 231 0,0 0-102 15,0 0-46-15,6 17 232 0,4 3-139 0,-1 8-69 16,4 9-26-1,-2 8 146-15,1 5-95 0,2 10-48 0,-3 8-23 0,2 14 57 0,-2 5-46 16,-5 13 1-16,0 14 11 0,-6 9-23 16,0 0-1-16,-6 10-14 0,-4-20 18 0,-1-8-27 15,1-9 0-15,2-15-222 0,6-12 111 0,1-1 64 16,1-24 20-16,0-8-319 0,0-1 140 0,0-3 89 16,0-2 5-16,0-3-354 0,0-13 195 15,-2-7 98-15,0-7-219 0,-1 0 159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57" units="1/cm"/>
          <inkml:channelProperty channel="Y" name="resolution" value="1820.3889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12-21T00:05:31.7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27376 6038 981 0,'0'-4'0'0,"0"-3"0"0,-1 1 0 0,1 1 0 0,0-2 0 0,0 0 0 0,0-3 0 0,0-1 190 16,0 3-75 0,1-4-39-16,3-2-1 0,4-1-26 0,-2-1-1 0,0 3-11 0,2-4-17 0,-3 2 18 0,-2-2 0 0,0 2-1 0,2-4 19 0,-4 3-18 0,-1 2 0 0,0 0 44 15,0 1 0-15,-1 2-44 0,-8-3 9 0,0 8 33 16,-2-1-42-16,-1 3 0 0,-2 4-1 0,-2-2 4 16,0 2 6-16,-1 0-9 0,0 6 4 0,3 7-4 15,-1 2-1-15,-1 5 79 0,4 3-43 16,3-2-1-16,0 7-34 0,4 1 140 15,3 2-69-15,-1 6-27 0,3-4-9 16,0 4 114 0,1 1-75-16,6 3-37 0,7 1 0 0,-1 10-53 15,2-8-9-15,-1 4 25 0,0-3-70 0,-2 3 36 16,-3-7-1-16,1 9-163 0,-5-11 94 0,-1-5 52 0,-3-2 26 0,-1-1-204 0,0-4 100 0,0 2 12 31,-8-11 37-31,-2-3-45 0,0-5 32 0,-2-3-11 16,0-6 1-16,1 1-98 0,-1-2 68 0,2-2 29 0,-4-8-292 0,2-5 161 15,2-6 80-15,-4 1-200 0,2-6 144 0,3 1 69 0,-4-4 33 16</inkml:trace>
  <inkml:trace contextRef="#ctx0" brushRef="#br0" timeOffset="206.18">27012 6167 2256 0,'0'0'0'0,"0"0"0"0,0 0 0 0,0 0 0 16,4 0 0-16,9 0 0 0,6 0 0 0,5 0 438 0,11-3-192 0,3 2 216 0,4-1-213 16,4 1-106-16,1-2-53 0,-2 0-48 15,5 3-37-15,-12-4-5 0,-3 0 0 0,-2 1-175 16,-4 0 48-16,-2-2 82 0,1 2 50 0,-11-1-588 16,-3 1 310-16,-3 1 155 0,-3 1-712 0,-2-1 388 15,-2 2 193-15</inkml:trace>
  <inkml:trace contextRef="#ctx0" brushRef="#br0" timeOffset="496.66">27772 5895 1788 0,'0'-2'0'0,"-1"-3"0"0,-2 0 0 0,-2 2 0 0,1-1 0 0,0 2 0 0,0 2 303 0,1 0-136 16,-3 5-65-16,2 7 234 0,1 5-150 0,0 4-63 0,0 4-48 0,0 1 74 15,2 6-56-15,1 1-27 0,0 1 71 16,0 3-40-16,0-1-34 0,0 0-89 16,1 0 32-16,8-1 0 0,-4-2 32 0,3 3-314 15,-1-11 153-15,1-1 80 0,1-4 41 0,-2-6-549 16,2 0 239-16,2-2 143 0,-2-11 13 15,1-1-177-15,4 0 147 0,-2-7 74 16,1-8-415-16</inkml:trace>
  <inkml:trace contextRef="#ctx0" brushRef="#br0" timeOffset="857.97">27964 5968 1596 0,'-6'5'0'0,"-1"0"0"0,1 4 0 0,-2 4 0 0,3 6 0 0,3 3 0 0,-1 7 0 0,1 0 530 0,2 4-246 0,0 5-114 16,0-6-71-16,2-2 17 0,3-1-39 0,7-3 0 16,-4-4-111-16,6-2 46 0,-2-8-10 0,0-3-216 15,2-6 126-15,1-3 63 16,-4 0 31-16,8-5-196 0,-5-12 110 0,1 0-7 16,-3-5 51-16,2-3-180 0,-1-3 86 0,-2 0 29 15,0-2 31-15,-3 1 5 0,4-1 0 0,-7 2 27 16,6-2 69-16,-5 7-29 0,-4 3-1 0,5 3 78 15,-6 2-59-15,1 5-12 0,-2-1-9 16,0 9 344-16,0 2-172 0,0 0-60 0,0 2-52 0,-2 11 212 16,1 3-107-16,-2 3-68 15,2 3-29-15,1 1 100 0,0 2-65 0,0 2-32 16,0 0-108-16,0-3 34 0,0 0-1 0,0 1-101 16,0-3 72-16,1 2 36 0,2 0 9 0,-2-5-445 15,1-5 224-15,0 1 65 0,-1-5 72 0,1-1-535 16,0-3 276-16,3-6 151 0,-1 0-299 0,1 0 222 15</inkml:trace>
  <inkml:trace contextRef="#ctx0" brushRef="#br0" timeOffset="1015.59">28313 6208 1115 0,'4'-5'0'0,"0"5"0"0,2-1 0 0,-1-1 0 0,-3 2 0 0,4 0 0 0,-2 0 0 0,-1 0 0 0,0 3 469 0,-1 5-220 15,-1 3-106-15,0 2 161 0,-1 2-134 0,0 2-56 16,0-1-43-16,0 1-60 0,0-1 26 15,0 2 1-15,-2-2 0 0,-3 1-307 0,1-5 148 16,-3-1 80-16,5-4 39 0,-2 0-586 0,1-7 238 0,0 0 179 16</inkml:trace>
  <inkml:trace contextRef="#ctx0" brushRef="#br0" timeOffset="1244.98">28544 5997 1057 0,'10'0'0'0,"0"-2"0"0,3-1 0 0,-2 3 0 0,3 0 526 0,-1 6-244 0,-1 5-122 0,1 2-62 0,5 4 154 16,-7 1-112-16,0 4-51 0,-1 0 61 0,-3 0-56 15,-1 4-28 17,-2 1 9-17,-4-1-159-15,0-1 60 0,-4 2 32 0,-9-3-152 0,-3-2 91 0,-2 0 55 0,-1-5-10 16,-1-6-225-16,-2 1 106 0,1-8 74 0,-4 0-39 0,3-1-360 15,4-3 205-15,3 0 104 0,3-3-131 0,3-8 118 0,5-3 59 0,4-5 20 0,0-3-309 0</inkml:trace>
  <inkml:trace contextRef="#ctx0" brushRef="#br0" timeOffset="1422.8">28742 5978 1805 0,'4'-10'0'0,"-1"5"0"0,1-1 0 0,-3 5 0 0,1-1 0 0,-2 2 0 0,0 2 0 0,0 10 360 0,-3 3-166 16,-2 4-78-16,-2 1 400 0,1 4-240 0,0 1-118 15,2 0-51-15,-1 1 87 0,5-3-79 16,0 0-38-16,0 0-363 0,0-1 161 16,2 0 91-16,7-5 32 0,2-1-319 0,3-4 179 15,1-1 91-15,1-5-833 0,4-1 428 0,-1-5 166 16,-4 0 126-16</inkml:trace>
  <inkml:trace contextRef="#ctx0" brushRef="#br0" timeOffset="1594.34">28986 6203 1416 0,'-3'-1'0'0,"1"-3"0"0,1 1 0 0,-1 1 0 0,1 0 0 0,-2 2 0 0,3 0 659 0,-3 0-311 0,3 9-155 15,-1 2 266-15,-1 2-201 0,0 4-115 0,1-1-53 16,-3 2-166-16,0 0 57 0,-1-1 28 0,1 2-221 16,-1-2 119-16,2-4 66 0,0 1 32 0,-3-5-685 15,2-1 359-15,-1 2 153 16,2-6 95-16,-4-4-765 0</inkml:trace>
  <inkml:trace contextRef="#ctx0" brushRef="#br0" timeOffset="1769.85">29119 6012 2898 0,'0'0'0'0,"0"0"0"0,0 0 0 0,0 0 0 16,0 0 0-16,0 0 0 0,2 1 0 0,6 7 408 0,-1 1-184 0,-2 0-94 0,4 2-53 0,1 2 1 0,0-1-31 15,-1 2-9-15,1-2-366 0,-3 0 183 0,0-2 91 16,2 2-828-16,-1-2 441 0,-2-3 222 0,-1-2 110 16,-2-2-696-16</inkml:trace>
  <inkml:trace contextRef="#ctx0" brushRef="#br0" timeOffset="1956.53">29295 5975 1890 0,'0'0'0'0,"0"0"0"16,0 0 0-16,0 0 0 0,0 0 0 0,-1 5 0 0,0 7 0 0,-2 5 758 0,0 4-351 0,-2 6-189 0,-3 7-90 0,1 3 129 16,-2 6-109-16,0 3-55 15,-4 4-61-15,3-7-32 0,-1 0 0 0,-1-4 0 16,4-3-254-16,-4-5 78 0,2 3 116 0,1-13-640 16,1-6 369-16,0 0 184 15,-1-7-29-15,4-4-677 0,-2-4 398 0,4 0 214 0</inkml:trace>
  <inkml:trace contextRef="#ctx0" brushRef="#br0" timeOffset="2143.02">29480 5790 3092 0,'7'0'0'0,"6"0"0"0,-4 1 0 0,5 7 0 0,2 4 0 0,0 8 0 16,-2 6 0-16,4 8 0 0,-6 7 0 0,-4 7 425 0,-5 6-195 0,-3 4-96 0,0 7-84 15,-16-5-50-15,-6-2 0 0,-5-4 0 0,1-2-187 0,-4-5-72 0,0 0 156 16,-1-10-950-16,1-8 545 16,-8-9 272-16</inkml:trace>
  <inkml:trace contextRef="#ctx0" brushRef="#br0" timeOffset="3922.67">30023 5651 1491 0,'0'-6'0'0,"0"0"0"0,0-1 0 0,0 4 0 0,0 1 0 0,0 0 0 0,0 2 0 0,3 0 0 0,5 3 0 0,0 8 374 0,0 4-160 0,1 4-93 16,3 3-42-16,-5 0 88 15,0 3-66-15,2 5-22 0,-6-3-94 0,1-1 25 0,-3 3 1 16,-1-1-157 0,0 2 91-16,-1 0 55 0,-7-4-9 0,-3-4-108 0,1 0 69 0,-4-4 41 0,2-3 1 0,0 1-549 15,-1-9 235-15,7-4 141 0,-4-3 71 0,6 0-339 16,1-8 205-16</inkml:trace>
  <inkml:trace contextRef="#ctx0" brushRef="#br0" timeOffset="4082.38">30077 5838 1202 0,'1'-14'0'0,"2"4"0"0,0 3 0 0,4-1 0 0,1 2 0 0,3-1 0 0,2 0 0 0,4 4 441 0,3 0-203 0,3 2-100 0,4-1 154 0,-2 2-127 0,4 0-55 15,-4 0-41-15,0 0-212 0,-2 0 90 0,1 0 45 16,-3 0 0-16,2 3-165 0,-8-1 100 0,0 2 55 31,-6-1-631-31,-2-1 332 0</inkml:trace>
  <inkml:trace contextRef="#ctx0" brushRef="#br0" timeOffset="4257.01">30174 5897 1341 0,'-13'0'0'0,"6"3"0"0,-1 0 0 0,0 0 0 0,3 3 0 0,2-1 0 0,-4 5 251 0,7-1-111 31,0 2-52-31,0 1 174 0,0 2-113 0,3 0-56 0,1 3-18 0,2 0-231 0,-1-4 97 0,3 3 48 0,-3-2 24 0,1 0-211 16,1 0 127-16,-2-4 49 0,-3-1-511 0,1-4 282 31,1-1 32-31</inkml:trace>
  <inkml:trace contextRef="#ctx0" brushRef="#br0" timeOffset="4501.5">30188 5941 877 0,'0'-7'0'0,"0"0"0"0,0 1 0 0,0 1 0 0,0-1 0 0,0 2 0 0,6 1 0 0,2 0 299 0,1 1-131 16,5 1-66-16,2 1-23 0,0 0 107 31,1 0-75-15,3 0-36-16,0 0 74 0,-2 6-55 0,3-3-20 0,-5 3-9 0,0-2 25 0,-3 2-26 0,-2 1-1 0,0 2 125 15,-3-1-66 1,1 2-47-16,-6 0 0 0,0 2 102 31,-2-1-70-31,0 2-26 0,1 1-9 0,-2-2-82 0,0 3 24 0,0-1-1 0,0 4 24 16,0-1-215-16,0-1 103 0,0-2 56 0,0 1-422 0,0-2 206 0,0-2 121 0,0 2-245 0,0-6 167 0,-2 0 64 15,1-4 45-15,0 1-349 0,-2-3 198 0,0 1 89 16,-6-2 59-16</inkml:trace>
  <inkml:trace contextRef="#ctx0" brushRef="#br0" timeOffset="5127.32">30245 6022 1061 0,'8'0'0'16,"-3"0"0"-16,4-1 0 0,-2 1 0 0,5 0 0 0,-4 0 0 0,6 0 0 0,-2 0 83 0,-2 0 0 0,3 0-46 0,-4 0-40 16,1 0 1-16,0 3 48 0,-3 1-9 0,-2 2-146 0,-3-1 70 15,0 2 36 1,-2 0-88-16,0 1 58 0,0 1 22 0,-6-1 0 16,-4 0 55-16,-1 0 1 0,-1 0-78 0,-1 3 127 0,0-5-49 0,1 0 0 15,1 2-33-15,0-1 35 16,-2-1-3-16,4 0-4 0,3-1 17 15,-2-2-40-15,4 1 27 0,-1 2-16 0,2-2-64 0,0 0 28 16,3-1 1-16,0 1 34 0,0-1-80 0,0 0 35 16,0 1 12-16,4-1 21 0,1-1-11 0,0 0 5 15,0-1-15-15,0-1 95 16,-1 5-38-16,-1-4-2 0,-2 1-38 0,0 2 65 0,0-2-24 0,1 1-4 16,-2 1 88-16,0 1-56 0,0-2-9 0,0 2-1 15,0 1-3-15,0-3-30 31,0 5 9-31,-3-3-50 0,2-1 41 0,1 3 0 0,-1 0 0 0,1-1-69 0,0 2 43 0,0-1-8 16,0 2 34-16,0-1-41 0,2-1 8 16,5 4-1-16,1 2-8 0,-3-3-5 15,4 4 13-15,-3-2 15 0,2 1 27 0,-2 1 1 0,0 2-32 0,-4-1 28 16,0-1 1-16,-2 2-25 0,0-4 7 16,0 2-49-16,-4 1 9 0,-5-6 35 0,-5 0 6 0,0-1-181 15,-4-4 81-15,0-1 42 0,-2-1-90 0,0-2 61 31,1 0 16-15,-1-5 0-16,0-7-127 0,-1 0 46 0,4-2 51 0,2-3 62 0,2 1-24 0,2 0 0 0,3 2 0 0,-2-1 249 0,9 6-118 16,1 0-58-1,0 1-33-15,0 2 336 0,4 3-166 0,12 0-48 0,2 3 53 0,4 0-53 16,6 0-43-16,2 2-1 0,5 6 33 0,5-1-29 16,-4 5-9-16,2 0-143 15,1-3 52-15,2 2 27 16,1 2-1-16,7 0-397 0,-8-3 206 0,-2 2 74 0,-2-3 65 0,0 0-635 15,-2-6 320-15,1 5 150 0,-10-8-319 0,-4 0 245 16,-3 0 121-16,-4-8 61 0</inkml:trace>
  <inkml:trace contextRef="#ctx0" brushRef="#br0" timeOffset="5342.63">31036 5695 2119 0,'0'4'0'0,"-1"1"0"0,-2 5 0 0,-3 3 0 0,-1 5 0 0,-2 7 0 0,-6 4 0 0,-1 4 0 0,-6 6 242 0,-1 2-103 0,-4 1-51 15,0 6-37-15,2-11-15 16,2-1 1-16,1-6-142 0,3-3 71 0,2-5 35 0,-2 3 10 0,9-11-550 16,-3-5 287-16,8-4 145 31,2-5 71-31,1 0-763 0</inkml:trace>
  <inkml:trace contextRef="#ctx0" brushRef="#br0" timeOffset="5520.71">30885 5979 1577 0,'10'1'0'0,"-2"0"0"0,7 4 0 0,-2-2 0 0,-1 0 0 0,4 5 0 0,0 1 0 0,2 1 0 0,5 4 500 0,-3-2-236 31,3 3-113-31,3 0-49 0,-1 1-33 0,-1 1 0 0,6 3-23 16,-7-6-161-16,-2 1 76 0,-1-1 37 47,-2 0 1-47,-3-3-493 0,-2 1 275 0,-4-5 123 0,-8-2-652 0,-1-1 358 0</inkml:trace>
  <inkml:trace contextRef="#ctx0" brushRef="#br0" timeOffset="5664.87">30807 6222 1112 0,'-6'0'0'0,"-2"-2"0"0,5 2 0 0,1 0 0 0,2 0 0 0,0 0 0 0,2 0 166 0,9 0-56 0,4 0-41 0,5 0-62 0,3 2 0 0,1 2 29 0,1-1 0 0,4 2-159 0,-5 0 75 0,-1-1 42 0,0-1-471 0,-2 3 246 0,-6-2 123 0</inkml:trace>
  <inkml:trace contextRef="#ctx0" brushRef="#br0" timeOffset="5894.2">30891 6370 641 0,'-8'0'0'16,"3"0"0"-16,0 3 0 0,1-2 0 0,2 0 0 0,1 3 0 0,1-2 142 0,0 1-44 0,0 0-35 0,1 0 75 16,10 2-52-16,-1-1-24 0,2 1 0 0,0 2 17 15,-1-2-9-15,2 2-33 16,-5-2 19-16,4 5-20 0,-5-3 1 0,0 5 8 0,-4-3 33 0,0-1 0 16,0 2-41-16,-3-1 36 0,0 1-37 0,0-2 10 15,-7-2-10-15,-4 2-55 0,1-4 27 0,-4-1 0 31,-1-1 38-31,0-2-226 0,1 0 104 0,-1 0 40 0,1-9-356 0,-1-2 180 32,5-3 97-32,3-5 23 0,5-3-178 0,2-4 117 0,0-6 59 0</inkml:trace>
  <inkml:trace contextRef="#ctx0" brushRef="#br0" timeOffset="6039.83">31290 5762 1283 0,'15'-17'0'0,"-1"4"0"0,-4 5 0 0,2 3 0 0,-4 2 0 0,1 1 0 0,-6 2 0 0,-1 0 0 0,1 5 306 16,2 3-135-16,-1 3-67 0,0 3-25 0,-1-3-262 0,0 2 109 16,0 2 56-16,1 1-459 0,1-3 254 15,0 1 135-15,1-3 55 0</inkml:trace>
  <inkml:trace contextRef="#ctx0" brushRef="#br0" timeOffset="6313.99">31654 5817 888 0,'0'0'0'0,"0"0"0"0,0 0 0 0,0 3 0 0,0-3 0 0,0 1 0 0,-1 2 104 0,-7 1-35 0,-6 3 1 0,-3 3 133 16,-4 1-83-16,-7 4-33 15,-3 0-9-15,-5 2-75 0,-2-3 0 0,0 3 33 0,-2 0-72 0,-3-2 45 16,7-6-9-16,4-1 37 16,4-1-52-16,4-5 26 0,7 1-1 0,0-1 61 31,12-2-36-31,3 0-8 0,2 0-37 0,0 0 82 0,10 0-8 0,7 0-39 0,6-2 6 0,4-1 142 0,4 3-60 15,6 0-39-15,1 0 6 0,3 0 9 16,1 0-53-16,1 0-21 0,2 0 22 0,-2 0-1 16,5 0 0-16,2 0-202 0,-8 0 96 0,0 0 54 15,-5 0 26-15,-5 0-267 0,-3 0 115 0,0 0 80 16,-12 5-8-16,-9 0-623 16,-6 0 328-16</inkml:trace>
  <inkml:trace contextRef="#ctx0" brushRef="#br0" timeOffset="6522.44">31330 6185 1712 0,'-10'10'0'0,"0"-2"0"0,3 6 0 0,3 3 0 0,0-1 0 0,-1 7 0 0,5-4 0 0,0 3 284 0,0-2-124 16,0 3-61-16,1-1 46 0,7 3-44 0,-4-6-38 15,2 0 1-15,0 0-125 0,1-4 48 0,-5 2 25 16,3-3-374-16,-4-6 194 0,2-1 103 0,-1-6 50 15,-2 1-536-15,0-2 276 0,0 0 50 0,0-2-167 16,-5-7 178-16,-2-5 89 16,1-5 44-16,-4-1 17 0,2-3 35 0</inkml:trace>
  <inkml:trace contextRef="#ctx0" brushRef="#br0" timeOffset="6841.84">31264 6246 599 0,'3'-14'0'0,"3"-1"0"0,4 5 0 0,-2-2 0 0,6-2 0 0,0 7 359 0,2 3-161 0,2-2-81 0,1 5-40 0,1 1 250 0,3 0-136 0,-3 0-82 31,-2 1-36-31,-1 9 278 0,-2 0-158 0,-2 1-78 0,1 3 107 0,-5 1-97 32,-1 2-44-32,-3 3 0 0,-4-1 121 0,0 3-82 0,2 2-33 0,-1 0-41 0,-2-4-10 0,0 2 1 31,0-1-1-31,0 0-220 0,0 2 119 0,0-5 47 0,0 0 26 0,0-3-425 16,0-1 218-16,0-4 50 0,0 2-457 0,0-7 290 0,0-2 139 0,0-2 71 15,0-1-161-15,-6 0 107 16,-3 0 66-16,-3 0-327 0,-4-4 193 0,0-7 95 125</inkml:trace>
  <inkml:trace contextRef="#ctx0" brushRef="#br0" timeOffset="6920.27">31313 6367 796 0,'0'-10'0'0,"0"3"0"0,0 2 0 0,0-1 0 0,0 1 0 0,0 2 0 0,0 0 458 0,4 1-215 0,2 0-94 0,0 2 112 0,3 0-112 0,-1 0-56 0,2 0-20 0,-4 2-124 0,3 3 43 0,-4 2 0 0,0 0 45 0,-1-2-264 0,-1 4 141 0,0-1 56 0,-2 0-161 0,-1 1 111 0,0-3 55 0,0 1-50 0,0 0-312 0,0-2 152 0,0-3 99 31,2 3-109-31,-1-5 105 0,3 0 51 0,-2 0 18 0,3 0-35 0</inkml:trace>
  <inkml:trace contextRef="#ctx0" brushRef="#br0" timeOffset="7065.8">31606 6263 1385 0,'1'0'0'0,"2"0"0"0,-2 0 0 0,2 0 0 0,0 0 0 0,-2 0 0 0,2 0 0 0,0 0 241 0,-1 0-107 0,-1 0-49 0,1 0-16 0,-1 0 0 0,0 0-33 31,1 0 9-15,-1 4-137-16,1-1 65 0,-1 2 31 0,2 0 0 0,0-2-505 0,-1 2 269 0,2-2 125 0</inkml:trace>
  <inkml:trace contextRef="#ctx0" brushRef="#br0" timeOffset="7287.24">31746 6145 1266 0,'0'-8'0'0,"0"1"0"0,0 0 0 0,0 3 0 0,0 1 0 0,0 0 0 16,0 3 322-16,0 0-147 0,0 0-69 0,2 15 488 0,1 2-279 0,1 6-139 0,-1 5-61 0,1 3 337 16,-1 1-208-16,1 2-104 0,2 1-114 0,-1 0-26 46,0 3 0-46,0-2 0 0,2-3 0 0,0 1-1 0,-1-4-7 0,2-3-295 0,-4 2 179 0,-2-10 76 0,3-4 42 0,-4-3-510 16,-1-7 254-16,0 1 50 0,0-1 78 0,-4-5-293 31,-4 0 195-31,-5-2 98 0,2-10-345 0,-1 0 212 0,3-8 120 0,1-7 55 0</inkml:trace>
  <inkml:trace contextRef="#ctx0" brushRef="#br0" timeOffset="7522.61">32141 6109 1946 0,'4'-1'0'0,"-1"-5"0"0,-1 0 0 0,4-1 0 0,1 2 0 0,-2 2 0 0,2-3 665 0,0 3-315 31,0 1-156-31,5-1 37 0,-4-1-102 0,4 2-46 0,-1 1-24 0,4-2-124 0,1 3 50 15,1 0 36-15,0 0-10 0,2 0-484 0,-3 0 256 0,0 4 126 0,-2 3-852 16,3 0 459 0,-5 2 236-16</inkml:trace>
  <inkml:trace contextRef="#ctx0" brushRef="#br0" timeOffset="7692.34">32152 6291 1719 0,'-11'0'0'0,"0"0"0"0,2 0 0 0,0 1 0 0,4 0 0 0,-2 3 0 0,4-3 0 0,3 3 305 0,0-2-134 0,3 3-67 0,7 0 135 16,5-3-92-16,6 3-60 16,1-2-25-16,7 1-1 0,2-3-24 0,1 3-1 0,2-3-467 0,-4 3 229 15,1-3 120-15,-6 2 59 0,3 1-679 0,-6 0 355 16,3 2 96-16</inkml:trace>
  <inkml:trace contextRef="#ctx0" brushRef="#br0" timeOffset="7840.3">32163 6515 1001 0,'-13'0'0'0,"0"0"0"0,5 0 0 15,2 0 0-15,3 0 0 0,-1 0 0 0,4 0 457 0,0 2-201 0,0-2-114 0,5 6-53 0,7-1 141 16,3-4-97-16,5 4-48 0,3-2 58 0,1 1-57 16,4-4-25-16,-1 3 0 15,4-2-381-15,-2-1 169 0,4 1 108 0,-4-1-578 0,0 0 326 0,3 0 162 0</inkml:trace>
  <inkml:trace contextRef="#ctx0" brushRef="#br0" timeOffset="8074.78">32583 6154 2498 0,'1'-8'0'0,"4"4"0"0,6-1 0 0,-1 1 0 0,8 1 0 0,1 1 0 0,4-1 0 0,8 3 0 0,2 0 328 0,5 0-145 79,2 0-73-79,3 0 23 0,-4 0-53 0,-3 0 0 15,0 0-43-15,-6 0-229 0,-1 3 114 0,0-3 67 0,-12 2-459 0,-1-2 254 0,-5 2 126 0,-3-1 64 0,-7 1-322 0,2 0 85 0,-3 1 122 0,-6 2-461 0,-12 2 283 0</inkml:trace>
  <inkml:trace contextRef="#ctx0" brushRef="#br0" timeOffset="8250.15">32711 6304 1119 0,'-7'0'0'0,"2"5"0"0,-2-4 0 0,2 4 0 0,2 1 0 0,-2-3 0 0,-2 2 0 0,4 2 451 0,-2-1-198 0,0 2-112 0,-3 1-16 0,0 2-43 0,0-2-1 0,-1 1-44 0,-6 1-153 0,5 0 72 0,-5-5 41 0,1 5-182 15,1-2 110-15,2-4 57 47,-2 2 36-47,6-2-467 0,-3-2 230 0,7-3 53 0</inkml:trace>
  <inkml:trace contextRef="#ctx0" brushRef="#br0" timeOffset="8763.16">32603 6298 667 0,'-11'0'0'0,"2"0"0"0,1 0 0 0,3 0 0 0,-1 0 0 0,0 0 0 0,2 0 0 0,0 0 0 0,4 0 276 0,0 0-119 0,0 0-60 0,0 0 157 0,1 0-109 0,10 0-44 0,2 0-37 16,6 0 137-16,3 0-82 0,7 0-41 0,1 0 0 16,6-3 29-16,-4-1-40 0,5 0 1 15,-1-1-61-15,-1 0 0 0,4 1 39 0,-6-1-9 0,-2 3-174 0,-1-3 87 16,-4 5 43-16,-2-2-378 15,3 2 183-15,-11 0 65 0,-5 0 68 0,-1 0-445 32,-4 0 239-32,-4 2 118 0,-2 4 52 0</inkml:trace>
  <inkml:trace contextRef="#ctx0" brushRef="#br0" timeOffset="9040.54">32825 6326 1080 0,'-2'0'0'0,"1"0"0"0,-2-2 0 0,2 2 0 0,-1 0 0 0,-1 0 0 0,0 0 213 0,-1 0-93 0,1 10-42 0,-2 1 295 0,0 3-168 0,2 1-84 0,-3 3-33 0,3 1-9 0,1-2-42 0,0 4 0 16,2 0 208-16,0-1-104 16,0 4-43-16,0-6-35 0,6 2 141 0,6-4-83 15,3 1-42-15,0-3 118 16,6 1-71-16,2-5-50 0,-2-1 1 0,4-4-4 0,-2-2-73 0,5 0 0 15,-1-2 0-15,-4-1 0 16,-1 0 0-16,-1-1 0 0,-3-5 0 0,2-3 0 0,-9-3 0 0,-2 1 0 16,-1-5 0-16,-4 1-128 0,-3-4 66 0,3-5-321 15,-4 0 141-15,0-2 107 0,0-4 20 0</inkml:trace>
  <inkml:trace contextRef="#ctx0" brushRef="#br0" timeOffset="12204.92">26875 7117 1413 0,'-19'-2'0'0,"-1"-2"0"0,4 0 0 0,0 3 0 0,3 1 0 0,4 0 0 0,2 0 0 0,4 0 206 0,3 0-85 16,0 0-42-16,0 0 37 0,0 0-44 0,6 4 0 31,8 1-35-31,-1 0 76 0,6 2-38 0,0-2 9 0,1 2-48 0,4 0 34 0,-2 1-34 0,3 1 1 15,-1-2-38-15,4 5 9 0,-5-4 28 0,-3 2 1 16,0 1-79-16,-1-1 39 31,-5 3 1-31,3 1 4 0,-8 1-2 0,-6 4-1 0,-3 1-6 0,0 2 25 0,-7 1-21 0,-10 7 21 0,-5-4-26 0,-7 0 194 63,2 2-82-63,-4-3-41 0,3 0 193 0,-5 1-100 0,10-3-64 0,1-4-28 0,6-2 79 0,3-4-54 15,8-2-26-15,1 1-49 0,4-4 22 0,4-4 1 0,14 2-28 0,3-3-9 0,4-3 0 0,7 3 0 16,-2-3 0-16,2 0 0 0,0 0-31 0,-1-3 31 31,-3 0-383-31,3-3 194 0,-8 1 59 0,-2-2 61 0,-6 1-401 0,-2 0 217 0,0-2 99 0,-8 4-330 0,-3-1 224 0,0-2 112 16,-2 0 55-16,0 0-191 31</inkml:trace>
  <inkml:trace contextRef="#ctx0" brushRef="#br0" timeOffset="12384.25">26791 7324 1574 0,'-14'-6'0'0,"0"1"0"0,6 3 0 0,5 2 0 0,3 0 0 0,0 0 268 0,2 0-115 31,14 7-50-31,6 2 331 0,2-1-199 0,1 0-100 0,4 1-50 0,0-1-14 0,5 2-26 0,-6-3-10 16,0-1 1-16,-1 2-200 0,0 1 100 0,0-3 50 15,5 1-604-15,-7-2 322 16,-4 0 166-16</inkml:trace>
  <inkml:trace contextRef="#ctx0" brushRef="#br0" timeOffset="14367.08">27337 7228 1650 0,'-8'0'0'0,"-1"0"0"0,3 0 0 0,0 0 0 0,-1 1 0 0,2 1 0 0,2 1 0 0,1-1 0 0,2 2 0 0,0 1 204 0,0-1-83 0,5 1-33 0,3-1 33 0,5 1-41 0,2-3-1 0,0 3-232 15,0-3 96-15,3 1 56 16,-1-1 14-16,1 0-167 0,0 1 96 0,-4-3 47 15,1 3 24-15,-2-1-565 0,2 0 205 0</inkml:trace>
  <inkml:trace contextRef="#ctx0" brushRef="#br0" timeOffset="14534.33">27416 7473 1708 0,'-7'2'0'15,"-2"1"0"-15,1 1 0 0,4 0 0 0,1 0 0 0,-2-2 0 0,5 1 0 0,0 1 0 0,0-1 243 0,5-1-107 0,5 1-50 0,4-3 16 0,2 3-33 0,3-3 1 16,1 0-24-16,-1 0-148 31,1 0 70-31,2 0 34 0,-3 0-500 0,-1-3 263 0,4 3 140 0,-6-3 58 0</inkml:trace>
  <inkml:trace contextRef="#ctx0" brushRef="#br0" timeOffset="15426.93">27958 6973 849 0,'0'-23'0'0,"0"5"0"15,0 0 0-15,0-1 0 0,-3 1 0 0,2 2 0 0,-2-5 0 0,-1 6 120 0,-4 0-41 0,1 0 100 31,0 4-72-31,-2 1-34 0,0-2 9 0,0 7 37 0,0 5-41 0,-1-3 0 0,3 3-41 0,1 0 27 0,-4 7 8 0,6 7-34 16,-2 9-1-16,3 2 5 16,-1 9-4-16,4 4 0 0,-2 8 75 0,2 2-42 31,0 5 0-15,0 3-34-16,0 5 91 0,0 4-46 0,0 7 10 0,0-2-10 0,2 3-1 0,-1-1-43 0,2 0 0 0,-2 10-41 0,-1-18 17 0,0-3-1 15,0-8 24-15,0-1-150 31,-5-7 75-31,-2 5 48 0,0-20-78 0,-2-9 29 0,0-4 31 0,0-10 1 0,-1-3-224 0,0-2 84 16,3-2 69-16,-5-2-307 0,4-11 174 0,-3-2 87 0,4-1 43 0,-3-6-393 16,3-2 223-16</inkml:trace>
  <inkml:trace contextRef="#ctx0" brushRef="#br0" timeOffset="15550.43">27667 7347 1409 0,'0'-11'0'0,"0"2"0"0,0 0 0 0,0-1 0 0,0 6 0 0,5-1 241 16,7 2-102-16,6 0 98 0,1 1-100 0,3 0-40 31,3 0-34-31,-1 2-146 0,2 0 61 0,3 0 30 0,2 0-1 0,4 4-525 16,-4 1 266-16,-1-2 136 0</inkml:trace>
  <inkml:trace contextRef="#ctx0" brushRef="#br0" timeOffset="15793.04">28244 7059 1458 0,'0'-6'0'0,"-5"-2"0"0,1 0 0 0,1 3 0 0,3 1 0 0,0-1 332 0,0-1-147 0,3 3-73 16,9-4-28-16,2 4 333 0,3 2-190 0,1-3-95 15,1 2-46-15,2 0-94 0,0 1 11 0,-2-1 35 16,-2 1-394-16,3 1 197 31,-2 0 99-15,-2 0 49-16,1 0-488 0,-7 0 264 0,1 0 0 0,-5 0-184 0,1 1 190 0,-3 1 96 31,-1 1 38-31</inkml:trace>
  <inkml:trace contextRef="#ctx0" brushRef="#br0" timeOffset="16028.28">28336 7039 782 0,'-12'6'0'0,"-1"-1"0"0,0 4 0 16,5 1 0-16,-4 3-1 0,7 2 195 0,0 1-80 0,3 3-38 0,2 6 231 0,0 1-136 15,0 8-59-15,0-5-43 0,0 4 113 16,0-1-74 15,0 0-36-31,0 4 21 0,0-8-33 0,0 1 0 0,0-5-25 0,0-1 48 0,0-4-24 0,0 4 10 0,0-9-33 0,0 0 49 16,0-3-24-16,0-3 0 0,0 1 90 0,4-1-47 16,3-5-39-16,-2 0 0 31,4-3 6-31,0 1 0 0,6-1-34 0,-3 0-149 0,1 0 70 0,1 0 40 0,3-1-1 0,-5-2-419 0,0-4 208 0,4 3 119 15,-5-2 20-15,0 1-558 0,2-1 297 0,-5 0 150 47,5 1 74-47,0-2-206 0</inkml:trace>
  <inkml:trace contextRef="#ctx0" brushRef="#br0" timeOffset="16435.93">28614 7169 1147 0,'-14'0'0'0,"-1"1"0"0,5 3 0 0,0 3 0 0,1 1 0 0,-1 2 545 0,6 2-253 0,0 6-119 0,4 1-72 0,0 1 203 0,3 1-133 0,9 1-67 15,3 2-35-15,5-1-23 0,0-4-9 0,5-1 0 16,0-6-84-16,-2-1 41 16,6 0 10-16,-4-4-194 0,-4-4 113 0,3-3 57 15,-2 0 28-15,0 0-212 0,0-3 116 0,-7-8-24 0,-1-3 52 0,0-2-147 16,-2-2 84-16,-4-1 44 0,2-3-57 0,-5 2 54 31,-4-2 0-31,1-2 45 0,-2-1-51 0,0 0 26 0,0-5-10 0,0 5 22 0,-5 2 13 0,-5 2 0 16,0 3 0-16,-3 1 155 0,-1 2-86 15,0 9-31-15,1 4 1 0,-2 1 356 0,-1 1-186 16,4 3-66 0,-3 9 299-16,1 4-171 0,6 4-98 0,-2 5-50 15,3 2 117-15,1 7-83 0,-2 3-33 0,8 2 16 16,-2 2-33-16,2 0 0 0,0 0-33 0,0 2-18 0,0 5 28 0,2-12-10 15,7 2 0-15,-1-5-265 0,3-4 132 0,-3-1 67 32,3 1-384-32,-3-12 182 0,2-3 118 0,0-3 6 0,-1-6-399 0,2-2 235 15,0 0 107-15,0-3-313 0,3-3 220 0,-1-9 110 32,1-4 55-32</inkml:trace>
  <inkml:trace contextRef="#ctx0" brushRef="#br0" timeOffset="16612.24">29133 7147 1728 0,'-10'-9'0'0,"4"3"0"0,0 3 0 0,-1 2 0 0,0 1 0 0,-3 0 0 0,0 6 0 0,1 9 0 0,1 5 285 16,1 3-125-16,2 3-61 0,1 2 121 0,2 5-83 0,2-4-54 0,0 1-191 16,0 2 73-16,6-2 36 0,6-3 0 0,0 4-385 15,-1-7 207-15,4-5 106 0,-1-1 55 0,-2-6-233 31,3-2 75-31,-1-1 91 0,-3-6-447 0,0-3 247 0,-4 0 123 0</inkml:trace>
  <inkml:trace contextRef="#ctx0" brushRef="#br0" timeOffset="16854.32">29196 7285 1304 0,'0'-10'0'0,"0"0"0"0,0-1 0 0,0 5 0 0,3-1 0 0,0 4 0 0,4 1 0 0,0 2 191 0,5 0-77 31,-2 0-38-31,5 9 68 0,-4 4-58 0,0 1-25 0,2 3 1 0,-2 1-61 16,2 2 9-16,-5-2 27 0,-4 1-39 0,1-1 0 16,-3 0 39-16,-2-1-1 0,0 2-71 0,0-5 32 15,-8 1-1 1,-3-2-61-16,-2-2 23 0,-1-5 32 0,-3 3-9 0,2-6-186 0,-3 0 100 0,2-3 50 16,0 0 8-16,5 0-284 0,-4-6 129 0,8-3 85 15,4-5-82-15,0-3 80 16,3-5 41-16</inkml:trace>
  <inkml:trace contextRef="#ctx0" brushRef="#br0" timeOffset="17023.43">29355 7193 936 0,'1'0'0'0,"2"0"0"0,-3 0 0 0,1 0 0 0,-1 0 0 0,0 6 289 0,0-1-131 0,0 4-60 0,0 2 336 16,0 3-198-16,0 2-100 0,0 5-40 0,0-2 42 78,0 0-53-78,2 3-25 0,1 0 1 0,3-2-249 0,2 1 121 0,0-4 47 0,-1-3-412 0,4-1 235 0,0-3 116 0,-1-2 59 0,2 0-296 0,-2-5 72 0,1-3 113 0,-2 0-331 0,2 0 213 0,-3 0 108 0,5-10 43 0</inkml:trace>
  <inkml:trace contextRef="#ctx0" brushRef="#br0" timeOffset="17178.32">29569 7375 1149 0,'3'-4'0'0,"2"3"0"0,-1-3 0 0,0 3 0 0,0 1 0 0,-1 0 0 0,0 0 0 0,-1 0 132 0,0 3-39 0,-2 6-32 0,0 3 181 0,0-1-103 0,0 4-51 15,0-1-26-15,0 4 31 16,-7-4-33-16,-2 3 0 0,1-3-172 16,-2 4 75-16,1-6 37 0,-2 2 9 0,2-2-331 0,-1-4 180 15,0-4 89-15,1 0-255 0,4-3 157 0,-3-1 8 16,3 0 65-16,2-5-362 0</inkml:trace>
  <inkml:trace contextRef="#ctx0" brushRef="#br0" timeOffset="17335.03">29624 7240 1849 0,'3'-2'0'15,"-2"0"0"-15,2 1 0 0,1 1 0 0,-1 0 0 0,3 0 0 0,0 0 0 0,0 0 0 0,0 0 0 0,3 6 189 0,0 1-77 0,2 2-28 16,-4-1-215-16,4-1 84 16,-4 3 42-16,4 1-482 0,-5-2 269 0,4 0 122 0,-5 0 65 0,1-2-549 15,-3-1 276-15,-2-1 139 0</inkml:trace>
  <inkml:trace contextRef="#ctx0" brushRef="#br0" timeOffset="17519.12">29807 7229 790 0,'4'-5'0'0,"1"-2"0"0,-1 1 0 0,-1 5 0 0,3-5 0 0,-5 6 100 32,0 0-32-32,1 0 1 0,-1 0 316 0,-1 7-173 0,0 6-79 0,0 4-53 15,0 3 215-15,-3 4-129 0,-5-1-65 0,-1 5-1 16,1 4-22-16,-3-5-10 0,2 3-31 0,-3-1-233 0,0 1 116 0,0 2 59 47,-5 1 38-47,3-5-399 0,2-1 210 0,-3-2 104 0,1-1-271 0,2-3 165 0,-3 1 3 0,4-10 74 0</inkml:trace>
  <inkml:trace contextRef="#ctx0" brushRef="#br0" timeOffset="17774.27">29986 7040 1264 0,'3'0'0'0,"2"0"0"0,0 0 0 0,-1 0 0 0,2 2 0 0,0 3 185 0,0 5-74 0,-1 4-38 0,4 1 452 0,-2 6-249 0,1 3-120 0,0 2-59 0,-1 6 60 15,2 3-61-15,-4 2-20 0,-3-2-9 16,-1 4-161-16,-1-3 66 0,0-1 32 15,-10-2-233-15,-4 3 142 0,-1-10 58 0,-3-2 32 0,-2-3-150 16,1-3 55-16,-4-5 58 0,-2 4-582 16,5-12 294-16,0 0 143 0</inkml:trace>
  <inkml:trace contextRef="#ctx0" brushRef="#br0" timeOffset="18047.66">30190 7464 1324 0,'4'0'0'15,"1"0"0"-15,1 1 0 0,0 0 0 0,-4 1 0 0,3 1 0 0,0 4 495 0,-2-3-229 0,2 3-106 0,-4-1 2 16,0 3-64-16,1 1-30 0,-2 0 0 0,0 2-114 125,0 2 51-125,-3-1-10 0,-4-3 41 0,-5 2-344 0,4-2 172 0,-3 0 86 0,-4-1-507 0,3-3 284 0,0-3 54 0,1-1-343 0,1-2 281 0</inkml:trace>
  <inkml:trace contextRef="#ctx0" brushRef="#br0" timeOffset="18266.84">30391 7187 1341 0,'14'-6'0'0,"1"0"0"0,2 3 0 0,3 0 0 0,0 3 0 0,-1 0 0 0,0 0 620 15,1 9-292-15,-3 2-146 0,4 2 225 0,-6 3-189 16,-3 1-92-16,0 2-45 0,-4 3-32 0,-3 1-13 0,-1 2 8 0,-4-2-278 31,0 1 134-31,-13 3 68 0,-3-5 34 0,-5 1-339 0,0 2 196 0,-2-7 84 0,-3-2 5 0</inkml:trace>
  <inkml:trace contextRef="#ctx0" brushRef="#br0" timeOffset="18301.36">30481 7519 2205 0,'-25'9'-243'0,"-6"2"95"0,11-8-312 0,0-2 212 0,4-1 106 0,4 0 53 0,2-7-333 0</inkml:trace>
  <inkml:trace contextRef="#ctx0" brushRef="#br0" timeOffset="18389.74">30647 7159 1330 0,'0'0'0'0,"0"0"0"0,0 0 0 0,-2 0 0 0,-3 0 0 0,2 2 0 0,-2 6 670 0,0 5-322 0,-2 4-156 0,0 2-78 0,1 3 264 0,0 1-172 0,3 5-76 0,1-2-21 0,2 0-36 0,0 1-1 0,0-2-331 0,2 0 148 0,10 0 82 31,3-6 28-31,0-5-568 0,4-2 302 0,2-3 152 0,1-4 75 0,3 2-777 0,-3-7 394 0,0 0 195 16</inkml:trace>
  <inkml:trace contextRef="#ctx0" brushRef="#br0" timeOffset="18535.34">30896 7411 1068 0,'0'0'0'0,"0"-2"0"0,-1 0 0 0,-1 1 0 0,-2 1 0 0,3 0 0 0,-4 0 512 0,3 0-230 0,-1 0-127 15,-2 9 199-15,1 0-159 0,1 2-79 0,-1 1-40 0,-3 1 14 16,-1 0-32-16,3 3 1 0,-4-3-296 16,1 4 137-16,0-5 67 0,-2 3 44 0,1-3-571 0,-2 0 298 15,2-1 137-15</inkml:trace>
  <inkml:trace contextRef="#ctx0" brushRef="#br0" timeOffset="18780.16">30923 7282 1600 0,'4'0'0'15,"0"0"0"-15,-1 0 0 0,2 0 0 0,0 0 0 0,3 0 0 0,-1 0 0 0,0 0 740 0,2 0-353 0,0 0-175 0,3 0-89 0,-1 3-10 0,1 3-44 0,1-1 1 0,-2 3-399 0,2-1 182 0,-1-1 91 0,1 1 54 0,-3 0-303 16,0-2 169-16,-1 1 86 16,-2-1 42-16,3 0-859 0,-3-3 420 0,-2 1 206 15</inkml:trace>
  <inkml:trace contextRef="#ctx0" brushRef="#br0" timeOffset="18991.84">31209 7217 1518 0,'-2'-1'0'0,"-2"-2"0"0,3 3 0 0,-2 0 0 0,-1 0 0 0,-1 0 0 0,3 0 275 0,-1 7-120 0,-2 2-60 0,-1 7 409 0,3 4-235 0,-4 2-108 0,-1 4-67 0,3 4 152 0,-3 4-105 0,-1 0-53 0,1 0-75 0,-3 4 9 15,3-5 12-15,-2 0 1 0,3-4-344 0,1-1 172 0,-3-1 86 0,1 0-493 0,2-10 285 0,3-1 146 0,1-6-37 0,2-6-520 0,0 0 318 0,0-3 150 16,0-1 88-16,0-4-278 0,2-11 196 0</inkml:trace>
  <inkml:trace contextRef="#ctx0" brushRef="#br0" timeOffset="19348.18">31268 7045 549 0,'5'-10'0'0,"2"-1"0"0,3-2 0 0,0 8 0 0,-1-2 0 0,4 2 0 0,1 2 0 0,0 1 483 0,7-1-215 0,-4 3-120 0,1 0-57 47,2 0 69-47,-2 0-62 0,1 2-32 0,1 2 88 0,-3 1-64 0,-2 2-27 0,-3-2-1 16,-1 1 34-16,-3 2-31 0,2-2 9 0,-5 0 92 0,-4 1-66 0,2 1-32 0,-1 1-1 0,-2 1 128 0,0 1-71 15,0-2-49-15,0 5 0 0,0 0 65 0,0 1-52 0,0 5-27 16,0 2 15-16,-2-1-9 0,2 4-32 0,0 3-1 15,0 1-27-15,0 5 0 0,0 2 36 0,0 0-7 0,2-1-36 0,2 0 0 16,0 1 0-16,3-4 0 16,1 4 0-16,-4-10 0 0,-1-1 0 0,0-4 0 15,1-2 0-15,-2-6 0 0,-2 3 0 0,0-10 0 16,0 0 0-16,-4-2 0 16,-7-3 0-16,-5-1 0 0,-3 0 0 0,-2 0 0 15,-3 0 0-15,-5 0 0 16,-2 0 0-16,-6-1-802 0,-2-2 358 0,-7 2 205 0</inkml:trace>
  <inkml:trace contextRef="#ctx0" brushRef="#br0" timeOffset="19952.52">28072 7998 1203 0,'0'0'0'32,"0"0"0"-17,0 0 0-15,0 0 0 0,0 2 0 0,0 4 0 0,0 6 0 0,3 2 150 0,-2 7-56 0,1 4-20 0,-1 3 1 0,-1 2 1 0,0 6-39 0,0 3-1 0,0 0-187 0,0 1 102 0,-4-5 39 0,-2-2-153 0,3-3 99 0,-2-4 51 0,2-7 25 0</inkml:trace>
  <inkml:trace contextRef="#ctx0" brushRef="#br0" timeOffset="19999.36">28198 8182 1532 0,'7'-11'0'0,"0"5"0"0,3-1 0 0,0 2 0 0,0 0 0 0,6 1 0 0,3 1 0 0,-2 2 0 0,4 1 463 0,-2 0-213 16,3 0-106-16,-1 0-54 0,4 0-18 0,-5 3-10 0,0 1-25 0,0 2-402 0,-2-5 201 0,-1 5 100 0,-2-1 60 0,-4 1-296 0,-4 0 168 0,-3 2 84 0</inkml:trace>
  <inkml:trace contextRef="#ctx0" brushRef="#br0" timeOffset="20158.36">28232 8349 928 0,'0'0'0'15,"-1"6"0"-15,-3-3 0 0,0 5 0 0,3-4 0 0,-1 4 0 0,2-1 0 0,0 3 369 0,0 0-171 0,0-1-80 0,0 3-128 0,0 0 23 0,3-1 1 0,3 2 32 0,-1-2-367 0,0-2 179 0,0 1 89 0,3-3-450 0,-3-2 243 0,-1 2 117 0</inkml:trace>
  <inkml:trace contextRef="#ctx0" brushRef="#br0" timeOffset="20694.95">28239 8393 806 0,'0'-15'0'0,"0"3"0"0,-1 0 0 0,1 1 0 0,0 0 0 0,0 1 0 0,0 3 0 0,3 2 148 0,8 2-56 0,-1-1-27 16,7 2 8-16,0 2 96 0,4 0-66 0,0 0-33 16,0 3 67-16,3 7-51 0,1 1-15 0,-3 2-9 15,-3 4 38-15,-1 1-32 0,-2-1 0 0,-2 4 25 16,-1 1-19-16,-3 1-9 0,-5-2-28 0,-3 1-28 16,0-1 28-16,-1-1 0 0,-1 2 9 0,0-3-57 15,0-2 25-15,-5-2-1 0,-4-1-244 16,0-2 130 109,2-1 53-125,-2-6-423 0,0-1 210 0,0-2 121 0,0-2 20 0,-2 0-211 0,2 0 138 0,-2-6 82 0,2-4 38 0,-2-2-95 0,1-1 66 0,-1 0 33 0,-4-3-10 0,4 1 50 0,-1 1 24 0,4 0 5 0,-4 1 70 0,4 2-72 0,-3-3-9 0,6 4-26 0,-1 2 17 0,2 1 20 0,2-1 0 0,2 4 402 0,0-4-179 0,0 8-109 15,2-3-6-15,8 3-14 0,-2 0-17 0,3 0 1 0,-4 3-32 0,3 2 68 0,-4 2-39 0,-2 2 1 0,-3 2 52 16,1-1-36-16,-2-1-10 0,0 3-45 0,0 0 248 0,-3-1-124 16,-4 0-62-16,1 3 158 15,-3-1-115-15,1-4-53 0,0 0-25 0,3 2 4 0,0-2 1 0,-2 1-23 16,6-2-9-16,1-2-110 0,0 4 56 16,0-5 26-16,0 2-73 0,8 3 60 0,-1-3 16 0,4-1 0 15,-1 1-221-15,3 1 76 0</inkml:trace>
  <inkml:trace contextRef="#ctx0" brushRef="#br0" timeOffset="20807.16">28359 8721 2534 0,'13'11'-185'0,"-5"0"86"0,0-1 7 0,-3 2 30 0,2 1 70 0,-4-1-45 0,-1 4-9 0,-2-2 9 0,0-2 106 0,0 1-52 0,-8-1-19 16,-1 0 54-16,-2-1-34 0,-1-5 4 0,0-1-14 0,-1-1-59 0,-1-4 61 0,1 0-18 0,-3 0-46 0,4-2 3 0,-2-5 47 0,2-5-3 0,2-2-19 0,-1-2 15 0,0 0-14 0,4 3 11 0,2 0 162 0,2 1-78 0,0 2-40 0,0 2 291 0,3 0-141 0,0 2-84 0,0 4 43 0,4 0-53 15,9 2-17 17,2 0 0-32,5 0 69 0,3 0-56 0,4 7 1 0,1 0-46 0,5 3-89 0,3-3 54 0,-2 5-9 0,1 0 44 0,5-3-429 15,2 2 214-15,0-1 73 0,4 1-585 0,-7-4 309 16,-2-2 173-16,-1-3 85 0,0-2-479 0</inkml:trace>
  <inkml:trace contextRef="#ctx0" brushRef="#br0" timeOffset="21017.82">29127 7923 1114 0,'0'0'0'0,"0"0"0"0,0 0 0 0,-3 2 0 0,-1 5 0 0,-4 8 0 0,-2 7 0 0,-4 5 735 0,-1 6-348 0,-6 9-166 0,-4 2-16 16,0 5-84-16,-3 1-42 0,1-1 0 0,1-1-80 15,-5 2 10-15,10-15 27 0,1-4 1 16,4-2-428-16,2-8 214 0,5-4 106 0,-1-3-714 16,7-8 391-16</inkml:trace>
  <inkml:trace contextRef="#ctx0" brushRef="#br0" timeOffset="21276.9">28945 8263 1573 0,'2'-2'0'0,"-1"1"0"0,0-2 0 0,1 0 0 0,4 3 0 0,2 0 0 0,-2 0 0 0,9 0 601 16,1 6-281-16,4 6-142 0,4-1-71 0,5 2 74 16,-2 2-76-16,4-1-35 0,-1-1 1 0</inkml:trace>
  <inkml:trace contextRef="#ctx0" brushRef="#br0" timeOffset="21317.34">29195 8349 3141 0,'31'12'-13'0,"2"0"33"0,-5-1-461 0,-5-5 239 0,-4 0 119 0,-2 0 60 0,-7-1-657 0,2-1 239 0,-12-1 207 0</inkml:trace>
  <inkml:trace contextRef="#ctx0" brushRef="#br0" timeOffset="21361.22">28929 8545 1204 0,'-2'0'0'0,"0"0"0"0,-1 0 0 0,3 0 0 0,0 2 0 0,0-2 0 0,0 0 194 0,6 0-78 0,9 0-31 0,3 0-6 0,4 0 0 0,2 0-42 0,1 0-297 0,1-2 149 0,-1-1 83 0,1-1 28 0,-1 2-553 0</inkml:trace>
  <inkml:trace contextRef="#ctx0" brushRef="#br0" timeOffset="21558.4">29068 8603 1005 0,'-8'3'0'0,"1"-1"0"0,0 3 0 0,3 0 0 0,1-3 0 0,1 0 0 0,1 1 161 0,1 0-62 16,0 1 49-16,0 1-47 0,0 0-36 0,1 0 0 0,4-1-55 0,1 2 27 0,1-2 0 31,-2 2 9-31,0 2-186 0,3-4 89 0,-3 3 44 0,-1-3-277 0,2 2 161 0,0 0 89 0,0-3-22 0,-2-1-349 0,1 1 159 16,-2-2 108-16,1-1-25 16</inkml:trace>
  <inkml:trace contextRef="#ctx0" brushRef="#br0" timeOffset="21777.47">29094 8651 867 0,'-3'0'0'0,"-1"0"0"0,2 0 0 0,-1 0 0 0,1 0 0 0,2 3 185 0,-2-3-74 16,2 0-37-16,0 0 96 0,0 0-67 0,3 1-24 15,7 1-9-15,1 0 87 0,3 0-61 0,1 3-29 16,-2 1 1-16,3 0 9 0,-3 1-41 0,-3 1 1 16,2 1 12-16,-5-1-13 0,0 2 1 0,-2-1-32 15,-4 1-9-15,-1 0 40 0,0-2 1 0,0 3-89 16,-7-5 44-16,-5 5 8 0,-2-6 5 0,2-1-102 15,-3-1 44-15,-1-3 35 16,1 0-2-16,2 0-325 16,2 0 146-16,-1 0 91 0,6-6-343 0,2-5 208 15,3-4 103-15</inkml:trace>
  <inkml:trace contextRef="#ctx0" brushRef="#br0" timeOffset="22212.2">29687 8103 613 0,'25'-19'0'0,"-9"8"0"0,-1-1 0 0,-4 9 0 0,-4-1 514 16,-1 3-239-16,-5-2-110 16,-1 3-68-16,0 0 280 0,0 3-170 0,-7 5-86 0,-4 2 16 0,-6 1-42 15,3 2-33-15,-4 3-1 0,-1-1-102 0,-3 2 38 16,-2 1 10-16,2-1 30 0,-1 0 0 0,-2-1-1 16,4-1 1-16,2 2-192 0,-3 0 105 0,5 0 13 15,6-4 32-15,-2 5 110 0,1-1-66 0,7 2 0 16,-1 3 71-16,6-3-51 15,0 1 0-15,0 1-11 0,1 2 106 0,5-2-58 16,1 8-20-16,0-8-146 0,-1 2 53 0,-3-1 27 16,3-1 0-16,-5-1-346 0,1 1 188 0,-1-4 63 15,1-4 52-15,-2-3-610 0,0 1 304 0,0-6 150 16,0 0-340-16,0-3 251 16,0-2 120-16,0 0 61 0,0-2-97 0,0-7 79 0,0-4 29 0,0-3 11 15,0-3 75-15,0-4 0 16,0 1 0-16,0-3 0 15,0-1 0-15,0 1 0 0,0 4 0 0,0 0 165 0,-2 1-120 0,2 1-40 16,0-3 539-16,0 8-230 0,0 0-150 0,0 1-7 16,3 2 147-16,4 2-133 0,7-5-58 0,0 7 254 15,4 2-165-15,1 3-82 0,1-1-42 16,4 2 76-16,4 0-49 0,-4-1-39 0,1 2 0 0,-3 0-363 16,2 0 167-16,1 2 93 15,-7 3-631-15,-5 2 346 0,0 0 177 0,-1 1-3 0</inkml:trace>
  <inkml:trace contextRef="#ctx0" brushRef="#br0" timeOffset="22506.6">29633 8592 461 0,'-6'9'0'0,"0"-3"0"0,2 2 0 0,1-1 0 0,-1 2 0 0,2-3 0 0,-2 2 269 15,4-3-120-15,0 0-57 0,0 1-27 0,0-6 107 0,0 4-68 0,0-3-25 31,0-1 102-31,0 0-72 63,0 0-37-63,3 0 1 0,1-2 114 0,1-3-66 0,0 0-47 0,1-2 56 0,0 2-48 0,1 2-22 0,3 0 0 0,-2-1-44 0,3 3-10 0,-2 1 31 0,2 0-1 0,-2 0-129 16,2 0 65-16,-2 2 41 0,-2 5-144 0,-1 2 83 0,-1 1 12 0,1-2 31 0,-5 4-117 0,1 2 62 0,-2-2-1 0,0-1 38 15,0-1-6-15,-7-2 12 0,-3 1-21 16,1-3 44-16,-1-2-29 0,-1-4 2 15,2 0 8-15,-2 0-175 0,2 0 77 0,2-4 46 16,1-5-309-16,3-2 168 0,1-4 86 0</inkml:trace>
  <inkml:trace contextRef="#ctx0" brushRef="#br0" timeOffset="22677.76">30160 8254 1494 0,'9'-4'0'0,"-2"-1"0"0,3 3 0 0,1-2 0 0,2 1 0 0,2-2 0 0,-3 5 661 16,3-2-313-16,2 2-155 0,1 0-79 0,1 0 78 16,2 0-68-16,-1 0-49 0,-1 0-192 0,0 0 76 15,0 2 39-15,-2 4 0 0,2 0-684 0,-8 3 356 16,-1 2 183-16</inkml:trace>
  <inkml:trace contextRef="#ctx0" brushRef="#br0" timeOffset="22849.95">30065 8642 2213 0,'-1'0'0'0,"1"0"0"0,0 0 0 0,0 0 0 0,5 0 0 0,8 0 0 0,11 0 0 0,6 0 0 0,6-2 208 0,5-2-86 0,13-4-35 16,-4 2-3-16,1-1-24 0,2-1-1 0,-1 2-539 15,-6-3 257-15,4 1 138 0,-12 1 56 0,-5 2-792 16</inkml:trace>
  <inkml:trace contextRef="#ctx0" brushRef="#br0" timeOffset="23052.6">30600 8233 1924 0,'0'0'0'0,"0"0"0"0,0 0 0 0,0 0 0 0,5 0 0 0,8 0 0 0,6 0 0 0,10 0 0 0,5 0 623 0,7 0-294 0,4-2-147 0,2 2-74 0,3-3-7 16,-5-2-38-16,-1 1 1 0,-4 0-427 0,-4 3 200 15,-6 0 99-15,2-1 58 0,-15 2-779 16,-4 0 410-16,-6 2 205 0,-5 3-511 0</inkml:trace>
  <inkml:trace contextRef="#ctx0" brushRef="#br0" timeOffset="23621.17">30645 8453 1601 0,'15'-2'0'0,"8"-1"0"0,6-1 0 0,1 3 0 0,0-3 0 0,5 3 0 0,2-4 0 0,-1 4 283 31,6-4-115-31,-8 4-71 0,-7 0-47 0,0 0-15 0,-8-2 0 0,-5 3-303 0,-1 0 161 0,-10 0 66 16,-3 0 39-16,0 3-175 0,-8 2 100 0,-9 4 51 15,-2-2 30-15,-3 1-255 0,1 1 73 0,1 2 77 16,0-4 107-16,0 2 0 0,1 1-50 0,4-2 9 16,1 1 215-16,-3 0-108 0,6-1-53 0,-1 2 254 15,-4 2-118-15,6-5-78 0,-2 3 8 0,-2 2 9 16,3-2-19-16,-1 2 1 16,-5 2-32-16,6-3-124 0,-1-2 57 0,1 2 29 15,2 2-270-15,0-4 144 0,1 3 60 0,7-7 37 16,1 3-417-16,0-4 208 0,0-4 70 0,12 0-109 15,3 0 123-15,5-4 56 16,6-9 28-16,-1 0-2 0,-1-2 0 0,3-2 43 16,-2 4 23-16,-3-1 0 0,2 2 0 0,-4 0 0 0,0 0 187 0,0 3-137 15,-7 3-39-15,-1 1-23 16,-2 5 535-16,-1-2-261 0,-4 2-69 0,2 0 262 0,-4 11-214 16,-1 4-103-16,-1 3-51 0,-1 3 210 15,2 1-131-15,3 2-57 0,3 0-41 0,2 0 114 0,4 0-74 0,2-4-36 16,4 1 32-16,6-3-26 0,-1-6-9 15,2-5-33-15,2-3 91 0,1-4-45 0,0 0-24 16,5-4 97-16,-8-10-70 0,-3-3-85 16,-3-3 0-16,-2-1 0 0,-5-3 0 0,2-6 0 15,-10 5 0-15,-3-1 0 0,-2-3 0 0,-1 2 0 16,-1-1 0-16,-8-3 0 16,-5 7 0-16,-1 4 0 46,-2 5-324-46,1 1 23 0,3 4 143 0,0 1-496 16,3 9 313-16,3 0 153 0,3 0 77 0</inkml:trace>
  <inkml:trace contextRef="#ctx0" brushRef="#br0" timeOffset="23770.41">31807 8797 3931 0,'2'-18'0'0,"-1"-4"0"0,5 11 0 0,4 3 0 0,3-1 0 0,-4 1 0 0,-2 1 0 16,-1-2 0-16,-4 0 0 0,-2 1 0 0,0-1-620 16,0 1 316-16,-2-4 170 0</inkml:trace>
  <inkml:trace contextRef="#ctx0" brushRef="#br0" timeOffset="38686.87">1091 10019 1144 0,'-5'0'0'0,"-5"0"0"0,2 0 0 0,2 0-1 0,1 0-1 0,1 2 307 16,4-2-134-16,0 2-55 0,0-2 161 0,8 1-119 15,7-1-62-15,6 0-8 0,3 0 0 0,3 2-39 16,2 0-9-16,-2 1-106 0,2 2 53 0,-4 2 27 16,0 1 0-16,-1 1-88 0,-10 6 52 0,-3 3 31 15,-4 6 1-15,-6 6 71 0,-1 4-40 0,-10 10-36 16,-15 1 179-16,-5 3-88 16,-3 3-35-16,-5 4 84 0,-2 4-47 0,4-7-26 15,5-7 0-15,2-1 127 0,5-6-79 0,10-5-39 16,4-1 9-16,10-16 27 0,0-2-49 0,5-7-68 15,12 0 0-15,4-3 0 0,4-3 0 0,0-1 0 16,2 0-64-16,-1 0-5 0,3-5 54 0,-4-2-367 16,4-3 202-16,-6 3 66 0,-2 1 57 0,-4-5-229 15,-2 5 127-15,-3 0 36 0,1-2 30 0,-4 4-366 16,-4-1 209-16,-3 4 104 0,0-4 53 0,-2-1 26 16</inkml:trace>
  <inkml:trace contextRef="#ctx0" brushRef="#br0" timeOffset="38892.81">988 10418 2360 0,'-24'0'0'0,"8"-3"0"0,4 3 0 0,8 0 0 0,1 0 0 0,3 0 0 0,0 0 0 0,7 3 326 15,14 1-143-15,0 3-72 0,6-1-36 0,0 3 287 16,2-2-167-16,-2 1-77 0,2 0-301 0,-2 1 112 0,2 0 54 15,-1 1-550 1,-7-2 297-16,0-1 156 0,2 1 76 0,-6-2-625 0,1 1 242 0,2-1 185 16</inkml:trace>
  <inkml:trace contextRef="#ctx0" brushRef="#br0" timeOffset="39055.44">1455 10315 2108 0,'-10'0'0'0,"0"-1"0"0,4-3 0 0,1 1 0 0,3 2 0 0,2 1 0 0,0 0 0 0,2 0 279 15,5 0-119-15,3 0-52 0,3 0-39 0,0 5-709 16,1 2 340-16,-2 0 169 0</inkml:trace>
  <inkml:trace contextRef="#ctx0" brushRef="#br0" timeOffset="39198.75">1461 10564 1263 0,'-9'0'0'0,"2"0"0"0,0 0 0 0,0 0 0 0,3 0 0 0,1 0 0 0,3 0 376 0,0 0-168 16,0 0-85-16,1 0-42 0,6 4-351 16,6-3 164-16,2 0 67 0,0-1 39 0</inkml:trace>
  <inkml:trace contextRef="#ctx0" brushRef="#br0" timeOffset="39481.11">1966 9969 920 0,'-7'-24'0'0,"-1"9"0"0,2 4 0 0,-1 4 0 0,1 2 0 0,-1 4 614 0,1 1-278 0,1 0-153 16,0 9-73-16,1 12 329 0,1 5-200 0,1 5-100 0,2 9 262 15,0 2-186-15,0 6-88 0,0 5 81 16,2 6-208-16,3 0 0 0,0 16 0 0,4-9 0 16,-1 9 0-1,1 2 0-15,-2 1 0 0,1 8 0 0,0-15 0 0,-3-5 0 0,0 1 0 0,-3-7 0 16,-1 1 0-16,-1 5 0 16,0-19-223-16,-1-5-41 0,-8-6 129 0,-2-11-6 0,1-8-438 0,-4-5 260 15,3-12 145-15,-2-2-396 16,-3-13 264-16,1-7 133 0,1-8 67 15,-3-8-193-15</inkml:trace>
  <inkml:trace contextRef="#ctx0" brushRef="#br0" timeOffset="39650">1717 10496 1741 0,'0'-20'0'0,"0"1"0"0,0 1 0 0,2 8 0 0,6-1 0 0,4 6 0 0,5-1 499 15,2 3-231-15,6 0-104 0,2 2 411 0,2 1-267 16,2 0-136-16,4 0-222 0,2 0 44 0,6 1 9 15,-7 5 36-15,1 1-1065 0,0-1 532 0</inkml:trace>
  <inkml:trace contextRef="#ctx0" brushRef="#br0" timeOffset="41502.12">3452 9327 1081 0,'-2'-8'0'16,"-2"-1"0"-16,2-1 0 0,0 0 0 0,-1 1 0 0,3-4 0 0,-2 6 0 0,0-2 239 0,2 1-99 0,0 5-49 15,0 0-1-15,0-2 91 0,0 5-76 16,0 0-32-16,0 5 1 0,2 8 82 0,0 9-57 0,1 3-19 15,1 4 112-15,-2 8-76 0,2 3-37 0,-1-1 3 16,1 0-41-16,1 2 10 0,0-5-10 0,3-3-63 16,1-3 31-16,1-1 1 0,1-5 30 15,5 2-82-15,-1-11 36 0,3-6 0 16,2-8 47-16,2-1-57 0,-2-7-8 0,6-13-6 16,-6-10-16-16,-1-3 12 0,-3-9-1 0,-2 0-7 15,0-2 15-15,-3-7-7 0,-3 5 32 0,-6 0 8 16,2 2-10-16,-4-2-4 0,0 4 4 0,0-1 107 15,0 11-51-15,-2 8-22 0,-2 4 0 0,-1 7 199 16,1 6-104-16,-1 0-38 0,3 7 77 0,1 0-50 16,1 0-37-16,0 12-75 0,0 0 38 0,0 5 11 15,0 5-10-15,0 7-47 0,3 2 0 16,2 3 47-16,2 3-19 0,-3-2-22 0,3 0 0 16,2-1 0-16,-2-3 0 0,3 0 0 15,-3 4 0-15,2-6 0 31,-2-3-158-31,2-2 35 0,-2 0 63 0,-2-4-161 0,3 3 101 0,-3-5 46 0,-1-4 30 0,-3 1-535 0,0-3 269 0,-1 5 135 16,0-2 57-16</inkml:trace>
  <inkml:trace contextRef="#ctx0" brushRef="#br0" timeOffset="42294.76">5162 10478 756 0,'-9'-13'0'0,"2"3"0"0,0 1 0 0,2 2 0 0,5 3 0 0,0-1 497 15,0 3-229-15,9-1-114 0,7 2 118 0,4 1-121 16,0 0-57-16,3 4-27 0,1 3 23 0,4 7-26 16,-1-2 10-16,-3 3-65 15,1 2 1-15,0 3 28 0,-4 2 1 0,0 1-52 16,-1 1 35-16,-6 0-9 0,-5-1 26 0,-2 1-48 16,-4-1 47-16,-3 2 1 0,0-1 9 0,-7-5 31 15,-6 1-1-15,-7-4-65 0,-2-2 62 0,-2-1-47 16,-3 2 11-16,3-5-113 0,-2-3 52 0,0-2 7 15,2 2 48-15,0-3-394 0,-2 2 187 0,8-3 78 16,1-3 50-16,7 0-425 0,1 0 216 0,4 0 109 16,3 0-220-16,2-9 168 0,2-3 80 0,14-2-229 15,4-8 154-15</inkml:trace>
  <inkml:trace contextRef="#ctx0" brushRef="#br0" timeOffset="42471.98">5584 10414 1393 0,'4'-13'0'0,"0"5"0"0,0 1 0 0,-3 4 0 0,2 0 0 0,-3 3 0 0,0 0 0 0,-3 4 179 0,-6 12-70 0,-2 2-35 16,-2 6 399-16,-1 1-222 0,2 1-107 15,2 0-52-15,1 1 261 0,1-3-157 0,3 6-69 0,1-6-54 0,4-1 0 16,0 1-34-16,0-1-1 16,11 1-310-16,5 1 165 0,4-4 68 0,3-4-546 15,5-2 290-15,0-3 161 16,6-1 79-16,2 4-476 0,-6-9 246 0</inkml:trace>
  <inkml:trace contextRef="#ctx0" brushRef="#br0" timeOffset="43123.81">5466 11809 1361 0,'-11'-9'0'0,"3"3"0"0,2 4 0 0,3 0 0 0,-2 1 0 16,5-2 135-16,0 3-48 0,0 0 0 0,0 0 295 0,5 7-171 0,3 2-77 15,1-2-52-15,-1 0 218 0,2 2-131 0,0-1-65 16,1 0-32-16,0 2 148 16,-2-1-95-16,2-3-44 0,-4 3 33 0,2-4-38 0,-1 4 0 0,1-1-79 15,-2 0 16-15,1 1 0 0,0-1 25 0,-1 0-68 16,-1 4 34-16,4-2 9 16,-3 4 26-1,-1-1-222-15,1 1 111 0,-1-2 16 31,0 2 40-31,1 2-418 0,-5-4 211 0,2-1 62 0,-3-1-351 0,1 1 236 0,-1-5 119 0,-1 5-398 0,0-7 263 0,0 0 127 0,0-2 63 0</inkml:trace>
  <inkml:trace contextRef="#ctx0" brushRef="#br0" timeOffset="43466.53">5853 11619 1452 0,'0'-14'0'0,"0"5"0"0,0-2 0 0,0 4 0 0,0 1 0 0,0 6 294 0,0-3-129 0,0 2-63 0,0 1 217 16,0 0-132-16,0 7-79 0,0 8-35 0,0 8 139 0,0 4-87 0,-1 6-44 16,-6 8 9-1,-3 1 161-15,-4 11-107 0,-1 5-53 0,-1 8 99 0,-6 6-143 0,-1 15-47 0,-2-2 0 16,3 7 0-16,-7 2 0 15,2 3 0-15,-1-3 0 0,0 6 0 0,9-28 0 16,4-12 0-16,4-13 0 0,3-9 0 0,4-8 0 0,0-1 0 0,4-17 0 16,0-3 0-16,0-3 0 0,0-3 0 0,0 0 0 15,0-3 0 1,0 0 0-16,0 0 0 0,0 0 0 0,0 0 0 0,0 0-23 0,0 0-74 0,0-3 48 16,0 2 12-16,0-2-446 0,0-2 218 0,0-2 105 15,0-1 65-15,1-1-341 16</inkml:trace>
  <inkml:trace contextRef="#ctx0" brushRef="#br0" timeOffset="46640.8">2226 10825 1085 0,'-4'0'0'0,"-1"0"0"0,1 0 0 0,1-1 0 0,0-1 0 0,-1-1 0 0,3 3 0 0,1 0 0 0,0 0 119 0,0-2-38 15,0 1 0-15,7-1 109 0,0 0-78 0,5-2-35 16,1 1 1-16,1-5 34 0,3 0-34 0,0-1 10 16,3-4-43-16,-1-1-16 0,0-4 15 0,3-2 0 15,1-1 55-15,3-8 11 0,-3 0-66 16,3-4 22-16,1-5-21 0,2-3-1 15,1-2 0-15,4-8-28 0,-3 5-11 0,3 1 39 16,-3-5 0-16,5 1-73 0,1-1 35 0,7-5 10 16,-8 9 12-16,7 2-38 0,-1 0 13 0,-1 1 0 15,1 2-63-15,6-5 45 16,-12 13 3-16,-1 1-56 0,-4 2 32 0,-3 6 0 0,-4 0 26 16,-3 4-12-16,-12 6 22 0,0 7-1 0,-6 1-9 15,-1 1 71-15,0 4-31 0,-2 0 0 16,0 1-30-16,0 0 77 0,0 0-35 0,0 0 0 0,0 0-33 15,0 0 13-15,-2 0-9 0,2 1-189 0,0-1 92 0,-1 0 47 16,1 1 2-16,0-1-603 0,0 5 301 0,1-3 126 16</inkml:trace>
  <inkml:trace contextRef="#ctx0" brushRef="#br0" timeOffset="47855.39">4177 9612 633 0,'-7'-2'0'16,"0"-5"0"-16,0 2 0 0,2 0 0 0,1 2 0 0,0 1 154 0,-2 0-56 0,3 1-17 15,1 1-11-15,2 0 152 0,0 0-90 0,0 8-44 110,2 6-1-110,7 1 112 0,5 7-83 0,5 2-37 0,1 2 146 0,9 6-91 0,4 2-35 0,2 3 51 0,8 1-54 0,3 3-27 0,8 7 0 0,5 5-68 0,13 10 10 0,-8-7 32 15,1 4-1-15,0 1-30 0,-6-2 1 0,-2-2 29 0,4 3-99 0,-17-16 44 0,2-3 28 0,-7-5 0 0,-2-3-206 0,-5-4 106 16,4-2 28-16,-14-10-127 0,-2-3 74 0,-5-4 49 0,1-3 2 0,-6-3-177 15,-1 2 79-15,-5-6 60 0,-2 1 23 0,-2-1-191 0</inkml:trace>
  <inkml:trace contextRef="#ctx0" brushRef="#br0" timeOffset="56950.26">2482 10914 729 0,'-7'-3'0'0,"-3"-1"0"0,6-2 0 0,1 2 0 0,0 1 0 0,1 2 0 0,2-1 0 0,-2 1 0 0,2-1 121 0,0 2-38 0,0-1 0 31,0-1-1-31,4 0-37 0,1 1 10 0,0-1 7 0,2 0-18 0,1 1 1 0,-3-1-1 0,4 0-21 16,-2 1 22-16,1 0-1 15,0-2 1-15,-1 0 8 0,2 2-9 0,1-2 12 16,0 0-12-16,-1 1-3 0,2 1 4 0,0-3-1 16,-1 3-10-16,4-1 21 0,-2-3-17 0,2 4 2 15,1-2 2-15,0 0 1 0,3 1 1 0,6 0-43 16,-2-1 40-16,2 1 0 15,6 0-2-15,2-1-7 0,9-2 4 0,8 0 13 0,4-2-17 0,9-1 6 16,13 0-2-16,6-6 1 0,12-1-41 0,17-3 8 16,-7 1 27-16,9-2-25 0,-2 2 24 0,-4 4 1 15,-1 2-3-15,4 0-58 0,-25 7 23 16,-3 1 0-16,0 0 23 0,-6 2-47 16,1 1 42-16,3 0 13 0,-22 0-30 0,-2 0 21 0,-5 0-9 15,-6 0 8-15,-3 0 9 0,3 0-8 16,-14 0-7-16,-3 0 44 0,2 0-41 0,-4 0 1 15,0 0 1-15,3 0 55 0,-7-1 1 0,-3-5-51 16,0 0 9-16,-1 4 37 16,-7-2 6-16,2-2-38 0,-4 5 10 0,-3-2-14 0,-1 0 7 0,-2 1-6 15,-1-1-38 17,-1 3 46-32,0-3-4 0,0 2-2 0,0-1 5 0,0 1-5 0,0-1 6 0,0-1-163 0,-1 3 63 0,-5-2 41 0,-7 2 2 15</inkml:trace>
  <inkml:trace contextRef="#ctx0" brushRef="#br0" timeOffset="61131.46">2621 10784 723 0,'-5'0'-2'16,"2"0"0"-16,-5 0 1 0,3 0-1 0,2 0 1 0,-1 0-1 0,-2 0 1 0,3 0 0 0,-1 0 103 0,1 0-59 0,3 0 37 0,-2 0-38 0,0 0 1 0,1 0-1 0,1 0 43 16,0 0-10-16,0 0-33 0,0 0 1 0,0 0 33 15,0-3-1-15,3-2-21 0,4-2-11 0,2-1 43 16,0-2-1-16,5 1-42 0,1-3 49 0,0-6 10 15,5 1-59-15,-1-2 23 0,6-4-23 0,-1-2 0 16,2-1 0-16,5-7-1 16,1-1 1-16,0-1 0 0,4-4 0 0,3 0-31 15,1-2 31-15,5-4 11 0,-5 8-11 0,1 1-49 16,-2 2 0-16,-3 4 43 0,1 1-90 0,-1-1 46 16,-10 9-8-16,-6 3-23 0,-2 3 30 0,-5 1-10 15,1 2 42-15,-7 0-35 0,-1 7 25 0,-2-4-13 16,3 3 11-16,-2 1-25 0,-1-2 23 0,-1 2-10 31,0 1 7-15,1 1 0-16,-1 0-1 0,0-1-1 0,1 0-23 0,0 0 25 0,2 1-1 0,-1-1-26 0,0 0 25 0,3-1 0 15,0-3-1-15,-2 3-21 0,3-1 17 0,-4 0 2 16,5-1 1-16,-3 2-42 0,0-1 36 0,-2 0 2 16,1 4-5-16,-4-1-26 0,1-1-2 0,-1 2 30 15,1 1-47-15,0-1 2 0,-3 2 36 0,0 0-135 16,0 0 61-16,0 0 35 0,0 0-18 0,0 0-277 15,0 2 151-15,0 5 77 16,-6 3 38-16,3-3-153 0,0 5 85 0</inkml:trace>
  <inkml:trace contextRef="#ctx0" brushRef="#br0" timeOffset="61748.16">3574 9965 740 0,'-2'-2'0'0,"-1"1"0"0,-2-3 0 0,2 0 0 0,1 3 0 0,-1-1 269 0,2-1-120 0,0 2-54 15,1 1-27-15,0 0 19 0,0 0 1 0,0 0-37 16,0 0 20-16,1 0 1 16,5 4-32-16,4 5 34 0,-3 0 0 0,5 2-23 15,-3 2-10-15,3 1 42 0,1 3 0 0,1 2-42 16,1-2-1-16,2 7 94 0,-1-5-52 0,1 5 0 16,3 0-42-16,1 1 49 0,3 2-48 0,5 6 10 15,-3-4 38-15,1 0 1 0,4 1-49 0,2 1 2 16,-2-2-2-16,8 7 9 0,-6-4-9 0,4-1-26 31,0 4-1-31,2-2 27 0,1 3-1 0,6 6-46 0,-5-3 19 16,0-1-2-16,-2 3 29 0,2 1-64 0,6 5 36 0,-9-6-21 0,2-1-51 15,2 3 34-15,-2-2-1 0,2 5-9 16,10 4 51-16,-12-10-13 0,3 2 8 0,-3-1-57 16,2 0 1-16,-3 1 37 0,4 7 11 0,-12-11-53 15,-1 2 48-15,-3 2-8 0,-2 1 6 0,-1 0 2 16,1 7-6-16,-7-11 1 0,-1 2 26 0,0-3-24 15,-1-1 0-15,1 0 9 16,4 2-11-16,-5-9 2 0,0-2 0 0,0-2 29 0,0-1 1 0,0-1-26 16,-3 1-6-16,1-6 2 15,-2-3 0-15,-4 0 4 0,4 1-2 0,-4-2 17 16,3 1-17-16,-6-6 3 0,1-1 27 0,1-1-27 16,-2 0-1-16,-3-1-63 15,3-2 31-15,-2-1 0 0,1-1 31 0,-2-3-91 0,-1 0 43 0,1 0-6 31,-2 0 47-31,0 0-284 0,0 0 133 0,0 0 50 0,0 0 38 0,0 0-387 0,0 0 201 0</inkml:trace>
  <inkml:trace contextRef="#ctx0" brushRef="#br0" timeOffset="62646.94">2725 10983 619 0,'-3'-6'0'0,"-4"-2"0"0,3 3 0 0,2 1 0 0,1 1 0 0,-2 1 0 0,3-3 73 0,0 2 11 16,0 2 48-16,0-2-45 0,0 3-1 15,0 0-45-15,4 0 79 0,2 0-29 0,1 0-11 0,3 0-39 0,0 0 82 16,0 0-42-16,2 7 1 16,1 0-31-16,2 3 52 0,2 0-31 0,2 3 0 15,1 2 13-15,4 1 0 0,5 5-34 0,-2-2 40 16,9 3-50-16,3 2 0 0,3 0 0 0,9 3 43 16,8 4 9-16,1-6-52 0,2 4 0 0,4-3 32 15,1 2-1-15,2 1-31 16,7 2 10-16,-11-5-59 0,0 1 49 0,-4-1 0 0,-2 1-60 15,-1 0 30-15,6 2 11 0,-11-2-39 0,-1-4 28 0,1 3-18 16,-1 0 42-16,9 3-55 0,-11-7 20 0,2-1-22 16,-3 1 43-16,4 2-80 15,-1-1 36-15,6 4-14 0,-15-7 45 0,2-1-44 16,-2 1-1-16,-1 1 27 0,-1-1-24 0,1 2-5 16,-9-1 35-16,1-2-10 0,-4 2 8 0,0-2-4 15,-3 0 3-15,5 4 28 16,-8-6-28-16,1 1-4 0,1-1 3 0,-5-1 44 0,4-2 1 15,3 3-44-15,-8-6 27 0,-1 1 5 0,1-4-30 16,-2 2 7 0,0-1-6-16,2 0 8 0,-9-3-5 0,3 1 31 0,-4-2-29 0,1-1 3 15,-1 1-2-15,-2-1 31 0,-3 0-1 0,1 0-27 16,0-4-1-16,-3 3 89 0,1-1-42 0,0-1 10 16,0 1-37-16,-2-2 39 0,0 0-15 0,1 0 1 15,1 0-54-15,1 0 44 0,0 0-1 0,-3 0-88 16,1 0 39-16,0 0-1 0,0 0 34 0,3 0-76 15,-3 0 26-15,-2-2 0 0,3 1 18 0,-1-1-330 16,-1-1 147-16,1-2 84 16,-1-2-572-16,0-2 321 0</inkml:trace>
  <inkml:trace contextRef="#ctx0" brushRef="#br0" timeOffset="90961.28">16579 15020 319 0,'0'-5'0'0,"0"1"0"0,0-3 0 0,0 3 0 0,0-2 0 0,0-1 0 0,0-1 0 0,0 2 70 0,0-1-47 0,0 2 0 0,0-1 39 0,0-1 8 0,0 2-41 0,0-1 72 0,0 2-31 16,0 0-1-16,0 0-21 0,2-1 104 0,-1 4-55 0,-1-2-28 15,2 0 0-15,-2 3 74 0,1-2-41 0,1-1-10 16,1 2 19-16,-2 1-36 0,1 0 1 16,-1 0 44-16,3 0-29 0,-1 0-10 0,2 0-40 0,-1 0 113 15,3 0-56-15,2 1-28 16,0 4 10-16,1-2 91 0,2 0-65 0,0 0-32 0,4 3 0 16,1-4 84-16,1 4-48 0,0-2-39 15,2 1 76-15,3 0-53 0,1 1-26 0,0 0 0 16,4 2 21-16,-2-3-10 0,0 2-62 0,2-1-17 15,2 1 0-15,1 0 0 16,3-1 0-16,-3-2 0 0,2 2 0 0,0-4 0 0,3 3 0 16,1-1 0-1,5 1 0-15,-6-2 0 0,0 1 0 0,1-1 0 0,0 0 0 0,-1 0 0 16,7 2 0-16,-10-1 0 0,0 0 0 0,0 3 0 16,0-2 0-16,-1 0 0 0,6 3 0 0,-7-2 0 15,0 0 0-15,4-2 0 0,-3 1 0 0,4 1 0 16,6 0 0-16,-8-2 0 0,4-2 0 0,2 4 0 15,1-5 0-15,7 3 0 0,-9-1 0 16,1-1 0-16,4-2 0 0,0 1 0 0,1-1 0 0,5 1 0 16,-8-1 0-16,0 0 0 15,2 0 0-15,4 0 0 0,-3 0 0 0,10 0 0 0,-10 0 0 0,-1 0 0 16,2 0 0-16,0 3 0 16,2-1 0-16,8-1 0 15,-11-1 0-15,3 1 0 0,2-1 0 0,5 0 0 0,0 0 0 0,8 0 0 31,-11 0 0-31,3 0 0 0,0 0 0 0,1 0 0 16,4 0 0 0,9-1 0-16,-11 0 0 0,6-4 0 0,3 3 0 0,0-3 0 15,3 0 0-15,11-2 0 0,-14 2 0 0,6 0 0 0,1 0 0 16,1 1 0-16,1-1 0 0,11 0 0 31,-18 2 0-31,3-1 0 0,4 0 0 0,0 1 0 16,4-3 0-16,7 2 0 0,-16 2 0 0,3 1 0 15,1 0 0-15,2-2 0 0,1 3 0 0,11 0 0 0,-14 0 0 0,1 0 0 16,2 0 0-16,6 0 0 0,-2 0 0 0,17 0 0 31,-23 0 0-31,7 0 0 0,-2 0 0 0,2 0 0 0,5 0 0 0,9 0 0 47,-18 3 0-31,0-1 0-16,5 0 0 0,0 2 0 0,11-1 0 0,-18 0 0 0,2 0 0 0,0 1 0 0,-2 1 0 0,-1 0 0 0,8-1 0 0,-16 1 0 0,1 2 0 0,-2-2 0 0,-2 0 0 0,-3 2 0 0,5 1 0 0,-18-4 0 47,3 3 0-47,-3-1 0 0,-2 2 0 0,-2-2 0 0,1-1 0 0,-12 0 0 0,-4 0 0 0,-4-2 0 0,-4 2 0 0,-2-1 0 15,-2 1 0-15,-5-2 0 16,-6 0 0-16,2 0 0 0,-5 0 0 0,0-3 0 0,-3 0 0 0,1 2 0 0,-2-2 0 0,0 0 0 0,0 0 0 16,0 0 0-16,0 0 0 0,0 0 0 0,-3 0 0 0,-4 0 0 15,-4-2 0-15,-7-4 0 0,-6 0-357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57" units="1/cm"/>
          <inkml:channelProperty channel="Y" name="resolution" value="1820.3889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12-21T00:07:58.02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9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2-12-21T00:08:02.524"/>
    </inkml:context>
  </inkml:definitions>
  <inkml:trace contextRef="#ctx0" brushRef="#br0">8989 4559 667 0,'0'-10'0'0,"0"2"0"0,0-2 0 0,0 3 0 0,0-6 0 0,0 3 288 0,0-2-126 0,0 0-62 15,0-2-31-15,0 0 118 0,0-5-65 0,0 3-47 16,0 2 0-16,0-3 13 0,0-2-10 0,0 2-40 16,0-2 9-16,0 2-10 46,-1 4 0-46,-3-1 37 0,0 2-1 0,0 0-36 0,-4 2 10 0,0 5 36 0,1-1-46 0,-2 5 0 16,1 1 0-16,-4 0 69 0,1 0-25 0,0 7-10 0,0 5-33 0,2 3 89 16,-2 2-45-16,2 2 0 0,0 6 110 0,2 1-81 0,3 1-38 0,0 1 185 15,3 8-111-15,1 6-79 0,0-5-68 16,0 6 0-16,0 1 0 16,4 6 0-16,3 1 0 0,3 7 0 0,0-4 0 0,3-2 0 15,-5-1 0-15,3 1 0 0,-4-4 0 0,0 7 0 16,-1-13 0-16,-4-1 0 0,0-4 0 0,-2-3 0 15,0-4 0-15,0 3 0 16,-2-13 0-16,-3-4 0 0,-4-5-31 0,2-1-15 16,-3-5-16-16,1-1-20 0,-1-4 17 0,0 0 0 0,-2-2 28 0,-1-11-302 31,1-3 151-31,-4-7 67 0,4-5-536 0,0-6 310 0,0-7 155 0,-1-5-482 16,2 0 319-16,-1-2 149 0</inkml:trace>
  <inkml:trace contextRef="#ctx0" brushRef="#br0" timeOffset="166.22">8643 4832 1008 0,'-11'-13'0'0,"0"1"0"0,1 0 0 0,2 5 0 0,3 1 0 0,1 2 0 0,3 0 508 16,1 1-236-16,0-1-108 0,0 1-68 0,4 0 326 15,10 1-192-15,4 0-96 0,2-2-49 0,3 0 287 0,0 3-172 0,2-1-81 16,2 2-41-16,-1 0-15 16,3 0 0-16,1 0-16 0,-1 0-357 0,-2 2 173 15,2 3 87-15,-4 1-596 16,6 1 350-16,-7 0 162 0,-2 0 14 0,-2-3-694 0,-3 0 389 0</inkml:trace>
  <inkml:trace contextRef="#ctx0" brushRef="#br0" timeOffset="381.05">9466 4256 2670 0,'-2'0'0'16,"1"0"0"-16,-1 0 0 0,1 0 0 0,-1 0 0 0,1 4 0 0,1 3 0 0,0 5 0 0,0 5 548 0,0 0-256 0,0 8-127 16,1 3-54-16,1 2-71 0,2 3-2 0,-1 1-1 0,1 3-7 0,-2-3-332 15,0 3 175-15,-1-9-194 0,-1-2 179 16,0-2 90-16,0-6 45 0,0-3-700 16,-5-2 337-16,0-9 131 0,0-4 101 0</inkml:trace>
  <inkml:trace contextRef="#ctx0" brushRef="#br0" timeOffset="531.89">9512 4391 1656 0,'2'-3'0'0,"-1"1"0"0,-1-3 0 0,1 1 0 0,3 1 0 0,1 0 0 0,2 2 0 0,-1-2 681 16,7 2-322-16,-3 1-161 0,3 0-80 0,5 0 42 16,-5 0-66-16,4 0-523 15,1 0 233-15,-2 1 117 0,1 3 58 0,0 1-325 0,-2 0 187 0,-5 2 98 16,0-1 49-16</inkml:trace>
  <inkml:trace contextRef="#ctx0" brushRef="#br0" timeOffset="707">9574 4536 944 0,'-2'5'0'0,"-4"-1"0"0,1 3 0 0,0 0 0 0,3 1 0 0,-1 2 0 0,-2 0 715 0,3 2-343 0,2 0-136 16,0 0-99-16,0 2-49 0,0-2-26 0,0 1-434 15,4-1 199-15,0-1 106 16,0-1 52-16,1 0-600 0,-2-3 293 0,0 1 141 16,2-5 81-16,-5-1-166 0</inkml:trace>
  <inkml:trace contextRef="#ctx0" brushRef="#br0" timeOffset="955.11">9551 4545 925 0,'0'-7'0'0,"-3"0"0"0,-1 1 0 15,1 1 0-15,3 3 0 0,0-3 0 0,0 3 0 0,0 0 395 0,5 2-179 0,5 0 169 0,4 0-173 0,-1 0-88 16,3 0-33-16,0 0 31 0,0 2-42 0,2 0-1 16,-2 3-41-16,0-3-46 0,0 3 9 0,-1-1 36 15,-3 1 1-15,-1-1 26 0,0 1 0 0,-3 2-26 16,3 2 49-16,-5 0-8 0,-1 2-42 0,1-3 1 16,-4 6-1-16,0-2 1 15,1 5 8-15,-1-4-8 0,0 3-1 16,0-1 1-16,-1 2-1 0,-1-2 1 15,0 4 9-15,0-4-10 0,0-2 1 0,0 0-1 0,0-1 1 0,0-1-1 16,0-1 10-16,0-3-1443 0,0-2 679 0</inkml:trace>
  <inkml:trace contextRef="#ctx0" brushRef="#br0" timeOffset="1572.88">9600 4688 982 0,'-6'0'0'0,"0"0"0"0,1 0 0 0,1 0 0 0,0 0 0 0,4 0 0 0,0 0 307 16,0 0-140-16,4 0-64 31,7 0-33-31,1 0-111 0,1-3 40 0,1 3 9 0,0 0 29 0,-1 0-358 0,0 0 179 0,-3 0-116 0,0 0 138 0,-1 0 74 16,0 0 29-16,-5 3-215 16,-1 2 108-16,0 1-7 15,-2 0 46-15,-1-1 137 0,0 2-40 0,0-1-25 0,-1 3 0 0,-7-4 261 16,0 4-143-16,-3 2-78 0,2-5-27 0,-1 2 353 15,-2 1-172-15,4-4 35 0,-1 2-90 16,0 1-34 0,4-2-10-1,-1-1-90-15,3 1 45 0,-1-2 1 0,1 0-1 0,2 3-67 0,1-3 28 0,0-2 1 0,0 1 38 0,0 1-61 0,0-1 31 0,1 2 11 32,1-3-9-32,1-1-25 0,0 1 0 0,2 1 2 0,-1 1 0 0,-2-2 23 15,0 1 3-15,1-1-42 16,0 3 39-16,0-2 3 0,-2 1 0 0,2 0-79 125,-1 0 37-125,-1 0-2 0,-1 1 37 0,0 2-41 0,0-2 1 0,0 1 20 0,0 0 11 0,0 1 88 0,0-2-43 0,0 1 82 0,0 3-55 0,0-2-31 0,0 0-1 0,0-2 59 15,0 2-39-15,0 0-10 0,1-1 30 0,-1 1-81 0,1-1 33 0,1 1 28 0,-2-1-22 0,0-1-70 0,0 2 44 0,0-4-8 0,0 2 24 0,0-1-48 0,-4-1 15 0,-3-3-6 0,-4 2-3 0,-1-2 34 0,-2 0-14 0,-1 0 90 0,-3 0-41 0,0-5 1 16,-4-2-35-16,4-1 59 0,0 2-22 0,1-1-1 16,4 1-10-16,4 1 145 0,-4-1-64 0,10 3-48 0,1 1-1 0,2-1 5 15,2 3-42-15,9 0 40 0,8 0 11 0,5 0-52 32,3 7 1-32,5 1 24 0,2 0-25 0,3 1 1 0,5 3 8 0,-2-3-176 0,-2 2 84 0,1-2 41 15,3 3 1-15,-3-1-270 16,2-2 127-16,-9 0 78 0,-2-4-699 0,-4-1 366 47,-4-4 182-47,-4 0-452 0</inkml:trace>
  <inkml:trace contextRef="#ctx0" brushRef="#br0" timeOffset="1753.78">10312 4207 3047 0,'0'2'0'0,"-3"4"0"0,-5-3 0 0,5 7 0 0,-5 1 0 0,0 5 0 0,-1 3 0 0,0 5 0 0,-2 6 0 0,0 1 334 0,-3 6-148 0,-1 2-74 0,-1 3-113 0,1-3 39 0,-2 5 9 16,1-8-9-16,1-7-644 0,0 1 321 0,3-7 162 16,0-6 80-16,0 2-907 0</inkml:trace>
  <inkml:trace contextRef="#ctx0" brushRef="#br0" timeOffset="1925.51">10224 4459 1631 0,'4'1'0'0,"1"2"0"0,4 2 0 0,0-2 0 0,2 4 0 0,3 1 0 0,2 1 780 0,5 3-362 16,4-1-194-16,-2 2-94 0,3-2 46 15,1 2-69-15,2-1-35 0,1 1 9 0,-6-3-512 31,-2-1 235-31,-3 0 116 0,-5-4-698 0,-5 3 408 0,-1 1 213 0</inkml:trace>
  <inkml:trace contextRef="#ctx0" brushRef="#br0" timeOffset="2098.73">10131 4706 1684 0,'0'0'0'0,"0"-1"0"16,0 1 0-16,0-5 0 0,5 1 0 0,5 1-4 0,3 1 0 0,3-4 619 0,6 3-292 0,-1-1-145 0,5 0-205 0,2 1 31 0,1-1 10 0,-1 3-618 16,0-1 320-16,-6 2 161 15,0 0 80-15</inkml:trace>
  <inkml:trace contextRef="#ctx0" brushRef="#br0" timeOffset="2291.32">10197 4878 1955 0,'0'0'0'16,"0"2"0"-16,-2-1 0 0,-1-1 0 0,1 3 0 0,2-3 0 0,0 2 0 0,2 0 0 0,4-1 0 0,4 1 171 0,5 2-72 0,-2-3-305 0,2 3 121 0,-2 0 61 0,3 0 31 0,-6 1-366 16,1 2 194-16,-3-2 101 0,-2 2 50 0,-1 0-276 0,-2-1 144 15,-1 1 72 16,-1-2-67-31,-1-2 31 0,0 0 37 0,0-3 0 0</inkml:trace>
  <inkml:trace contextRef="#ctx0" brushRef="#br0" timeOffset="2925.81">10272 4888 1195 0,'-2'0'0'0,"-1"0"0"0,-2 0 0 0,3 0 0 0,-2 0 0 0,1 0 0 0,1 0 195 0,1-2-79 0,-1 0-31 0,2 2 52 0,0-3-50 0,0 0-26 16,2 2 1-16,5-4 25 0,1 4-16 0,6 0-9 15,-4-2-26-15,4 3-59 47,1 0 30-47,0 0 8 0,0 0-124 0,-1 5 72 0,2 4 37 0,-4-2-180 0,2 3 106 0,-1 0 27 0,-4 0 30 0,0 0-87 16,-3-1 51-16,-1 3-11 0,-2-1 25 0,0 0-37 0,-3-1 48 0,0 2-31 47,-6-3 26-47,-5-3 155 0,-4 4-74 0,-1-3-44 0,-1-5 274 0,-2 3-131 0,-1-5-75 0,0 2 293 15,1-1-168-15,-1 1-61 0,3-2-55 0,5 1 222 32,-2-1-133-32,5 3-67 0,1-3-33 0,4 3 60 15,3-1-52-15,1 1 1 0,0 0-43 0,7-1 3 0,8 2-3 0,1-1 9 0,6-3-210 0,1 0 100 0,1 0 51 0,3 0-503 16,-1 0 248-16,4 0 149 15,-4 0 12-15,0 0-680 0,1 0 376 0,-1-7 188 0</inkml:trace>
  <inkml:trace contextRef="#ctx0" brushRef="#br0" timeOffset="3119.13">10859 4290 1914 0,'0'-1'0'0,"-2"-4"0"0,0 2 0 0,-2-3 0 0,4 5 0 0,0 1 0 0,0 0 488 0,0 0-225 0,0 0-114 16,6 7-46-16,-1 1-396 31,1 1 166-31,4-2 81 0,0 1 42 0,2 1-353 0,3-3 196 0,0-1 88 0,1-3-731 0,0 0 384 16</inkml:trace>
  <inkml:trace contextRef="#ctx0" brushRef="#br0" timeOffset="3374.66">11131 4292 805 0,'0'6'0'0,"0"0"0"0,0 1 0 0,-3 0 0 0,-7 5 0 0,0 0 0 0,-7 5 0 0,0 0 92 0,-5 4-28 0,-2 0 67 16,-6 4-37-16,3-2-34 15,-2-3 1-15,1 1 8 0,-5-3 1 0,0-1-33 16,-3 1 9-16,7-6 25 0,1-4 0 0,6-2-35 16,3-2 1-16,6-2 191 0,0-1-87 0,9-1 75 15,4 0-90-15,0 0-44 16,0 0-1-16,13 0 156 0,6-1-90 0,6-5-60 0,6 2-26 0,5-6 119 15,4 5-72-15,12-5-26 0,-4 2-10 0,2-3-13 16,3 4-22-16,2-4 0 0,-2 2-1 0,10-1-99 31,-14 1 45-31,-1 0 27 0,-6 4-587 0,-2-1 276 16,-9 2 160-16,0 2-362 0,-18-1 241 0,-7 3 99 0,-6 0 64 0,-3 3-550 0</inkml:trace>
  <inkml:trace contextRef="#ctx0" brushRef="#br0" timeOffset="3565.84">10862 4717 2346 0,'-5'17'0'0,"-1"-2"0"0,2 3 0 0,1 7 0 0,1-2 0 0,0 3 0 0,2 3 0 0,0 1 419 0,0-2-191 0,0 7-36 0,0-7-83 0,0-2-35 15,0-5-1-15,2 2-239 0,0-2 101 0,-1 0 60 16,1-7 16-16,-1-6-633 0,1-4 330 0,-2-1 164 15,0-3 82-15,0 0-781 16,1-8 381-16</inkml:trace>
  <inkml:trace contextRef="#ctx0" brushRef="#br0" timeOffset="3801.49">10876 4771 976 0,'0'-8'0'0,"5"-2"0"15,-1 3 0-15,1-2 0 0,1 6 0 0,1-1 0 0,4 0 240 0,-1 1-92 0,1 2 209 0,4 1-159 0,-2 0-81 0,3 0-40 0,-2 3 181 0,3 4-102 0,-4 2-64 16,0 1-27-16,-1 3 79 0,-3 4-54 0,1 1-26 16,-3 4 8-16,-2-2 152 0,-4 6-93 0,3-2-48 0,-2 4 56 15,-1-2-52-15,0 4-15 0,1-3-229 0,-2-2 96 16,1 0 50-16,-1 1 23 16,2-5-365-16,1 4 200 0,-2-8 89 15,1-5 4-15,-2-3-468 0,1-4 228 0,-1-2 131 0,0 1 57 16,0-4-152-1,0 0 114-15,-3-4 57 0,-4-4-362 0</inkml:trace>
  <inkml:trace contextRef="#ctx0" brushRef="#br0" timeOffset="4070.66">10918 4916 1127 0,'-4'0'0'0,"-1"0"0"0,2-3 0 0,1 3 0 0,1-5 0 0,1 5 0 0,0-2 397 16,0 0-185-16,1 0-88 31,4 2-43-31,4 0-71 0,-1 0 27 0,1 0 8 0,0 0-8 0,-1 0-282 16,-3 2 140 15,0 2 72-31,-2 4-72 0,1 1 80 0,-2-1 26 0,-2 1-164 0,0 3 88 0,0-3-25 0,0 3 43 0,-2-1 72 31,-2-2-19-31,1 0-25 0,0-2-8 0,0 2 190 0,0-4-89 0,2 2-28 0,-1-5-24 0,2-1 31 0,0-1-25 0,0 0 127 0,0 0-139 0,2-1 48 0,5-7-32 0,5-3-478 16,-1-4 227-16</inkml:trace>
  <inkml:trace contextRef="#ctx0" brushRef="#br0" timeOffset="4178.29">11211 4845 1121 0,'0'2'0'16,"0"-1"0"-16,0 1 0 0,0 1 0 0,0-1 0 0,0-1 0 0,0 3 667 0,0 0-320 0,0-1-156 0,0 0-78 0,0 1 296 15,0 2-187-15,0-2-84 0,0 1-274 0,0 1 86 31,0 0 43-31,0-1 0 0,0 0-679 0,0 0 357 0,0-1 183 0,0 1-347 0</inkml:trace>
  <inkml:trace contextRef="#ctx0" brushRef="#br0" timeOffset="4384.87">11358 4730 1384 0,'0'0'0'0,"0"0"0"0,-3 0 0 0,0 0 0 0,1 0 0 0,0 7 0 0,2 2 0 0,0 2 922 0,0 5-433 0,0 3-231 0,2 6-111 0,4 6 387 0,0 5-337 0,4 5-197 16,-3 5 0-16,1-4 0 16,0 3 0-16,0-4 0 0,-4-2 0 0,1-3 0 15,-2 3 0-15,-1-14 0 0,-2-4-2 0,0-7-19 16,-3-6 29-16,-7-5-184 0,-3-3 15 0,-2 0 82 16,-3-5-78-16,0-8-409 15,-2-4 265-15,-3 0-620 0</inkml:trace>
  <inkml:trace contextRef="#ctx1" brushRef="#br0">25002 17314 0,'0'0'0</inkml:trace>
  <inkml:trace contextRef="#ctx0" brushRef="#br0" timeOffset="4958.68">11957 4668 1945 0,'-21'0'0'16,"3"-1"0"-16,5-2 0 0,1-1 0 0,12 3 0 0,0-1 0 0,7 0 0 0,13-2 0 0,4-1 260 0,4-4-102 0,1 0 41 0,1 2-81 0,1-1-41 15,-4 2 0-15,1 0-128 16,1 4 52-16,-7-1-8 16,-1 0 44-16,-3 3-459 0,-1 0 230 0,-5 0 114 0,-2 9 66 0</inkml:trace>
  <inkml:trace contextRef="#ctx0" brushRef="#br0" timeOffset="5158.46">11851 4963 1684 0,'-23'8'0'0,"4"-1"0"0,6 3 0 0,2-3 0 0,6 0 0 0,5-2 0 0,0 1 782 0,3-4-377 0,17 0-184 47,5-2-92-47,5 0 326 0,2 0-209 0,3 0-237 0,-1 0-9 0,-1-2 0 0,1 0 0 0,-1 0 0 0,-2-1-158 0,8 3-36 15,-9 0 110-15,-5 0-686 0,1 0 403 0,-2 0 202 0,-4 0 14 0,2 0-655 16,-9-1 389-16</inkml:trace>
  <inkml:trace contextRef="#ctx0" brushRef="#br0" timeOffset="5370.82">12411 4616 2394 0,'-2'0'0'0,"-3"0"0"0,2-3 0 0,1 1 0 16,2-2 0-16,0-1 0 0,13 2 0 0,7 0 401 0,7-3-181 0,7-2-83 0,4 1 156 0,1-1-128 0,3 1-63 0,6-1-33 0,0-1-187 0,4 2 87 0,-9 2 29 0,-2-1 1 0,-3 5-475 15,-7-5 257-15,-6 6 127 0,-2 0-247 0,-14 0 117 0,-5 0 117 0,-4 9-674 32,0 2 371-32</inkml:trace>
  <inkml:trace contextRef="#ctx0" brushRef="#br0" timeOffset="5571.3">12447 4797 799 0,'-21'9'0'0,"7"-2"0"0,6 1 0 0,5-3 0 0,3 1 0 0,0-2 583 0,8 1-263 0,11-3-146 16,3-2-69-16,8 0 358 0,1 0-214 0,3 0-105 31,5-2 7-31,-4-3-61 0,-2-1-27 0,0 0-134 0,0 1 54 0,-4-2 27 16,4 2 9-16,-8 0-457 0,-6 0 238 0,-2 3 118 15,-4-2 60-15,-4 2-624 0,-3 1 314 0,-4 1 86 16,-2 0 104-16,-3 0-257 0,-7 0 180 0,-5 0 92 0</inkml:trace>
  <inkml:trace contextRef="#ctx0" brushRef="#br0" timeOffset="5689.26">12741 4806 730 0,'-10'6'0'0,"3"-1"0"0,-1-1 0 0,0 1 0 0,-1 1 0 16,0 0 0-16,-1 3 0 0,0 0 0 0,2 2 0 0,-2 0 0 0,0 2 260 0,-1 4-112 0,-1 0 41 0,-3 1-81 0,4 2-36 15,-2 2 1-15,1 0-210 0,3-3 87 0,-2 1 53 0,6-3-10 0,5-2-120 0,0-5 83 0,0-2 40 16,0-4 0-16</inkml:trace>
  <inkml:trace contextRef="#ctx0" brushRef="#br0" timeOffset="5922.9">12766 4878 922 0,'2'2'0'0,"-1"2"0"0,2 0 0 0,-2 3 0 0,0-1 0 0,-1 4 0 0,0 4 0 0,0 3 522 0,0 7-243 0,0 1-111 0,0 2 260 0,0 1-196 0,0 1-97 0,0-1-40 0,6-2-29 0,7 3 10 16,1-10-39-16,2-2-190 0,2-4 95 0,0-4 47 31,2-7 25-31,1-2-104 0,-2 0 59 0,-2-2 34 0,0-14 0 0,-3-2-240 0,0-2 55 0,0-4 91 16,-4 0-292-16,0-2 173 31,-2-3 86-31,2-3-272 15,2-4 170-15,-1-3 99 0,0-5 46 0</inkml:trace>
  <inkml:trace contextRef="#ctx0" brushRef="#br0" timeOffset="6447.2">13229 4483 1048 0,'9'-15'0'0,"4"0"0"0,-1 3 0 0,1 0 0 0,4 0 0 0,-2 6 0 0,1 0 0 0,2 4 292 0,0-1-128 16,2 3-63-16,3 0-23 0,-5 0 92 16,2 0-67-1,-3 11-33-15,0-1 0 0,-3 5-3 16,2 5-20-16,-8 2-10 0,-5 3 47 0,-2 6-23 15,-1 2 0-15,0 4 142 0,-4 5-73 0,-3-6-52 0,2-1 1 0,-1-1 84 16,0 0-62-16,3 0-33 0,0 0 10 0,3-7-164 0,0-5 61 0,0-2 32 31,0-3-1-31,2-2-218 0,1-2 134 0,0-5 53 0,1-4-134 0,-1-2 61 16,0-2 57-16,-2 0-257 0,-1 0 130 0,0 0 44 16,-1-2 44-16,-9-2 5 0,1-4 38 0,-4 2 0 31,-3-3-9-31,2 0-26 0,-2-1 35 0,-1 2 0 0,1 1-1 0,-5-3 20 15,7 4-19-15,-1 0 0 0,2 1 136 0,-1 0-66 16,0 0-35-16,1 2 106 0,4-1-60 0,3 2-19 16,0 1 0-16,4 0 131 0,2-2-77 0,0 3-16 15,0-3-28-15,11-1-71 0,6 0 27 0,1-2 34 16,5-1-1-16,2 0-228 0,0-3 107 16,3 1 48-16,1-1-126 0,1-2 71 15,-2 2 45-15,3-2-9 0,-6 3 42 0,0-1-49 16,-3 4 39-16,-2 1 155 0,-5-1-76 0,-1 3-52 0,-6 3 8 0,-4 0 191 15,-4 0-102-15,0 0-32 0,-4 6-31 0,-7 2 265 16,-4 2-136-16,-3-1-31 63,2 2 123-63,-3 0-105 0,3-1-52 0,-2 0 119 0,5-2-90 0,-1 0-40 0,5-1-1 0,2-1-10 0,0-1 1 0,-1 0-22 0,7 0-9 0,1-2-48 0,0 1 25 0,0-3-1 62,3 2 24-62,6-2-74 0,3-1 32 0,1 0 0 0,3 0-274 0,-2 0 134 0,1 0 83 0,-1 0-468 0,1 0 234 16,-5 0 129-16,1 0 65 0,-3 0-194 0,-2 0 130 0,0 0 55 0,-2 0 41 0</inkml:trace>
  <inkml:trace contextRef="#ctx0" brushRef="#br0" timeOffset="6764.03">13176 4809 1078 0,'-6'12'0'0,"-1"-1"0"0,4 4 0 0,-1 5 0 0,4-3 0 0,0 1 205 0,0 5-83 0,0-1-43 0,6 2 116 0,-3 1-69 0,0-1-49 0,0-3-1 0,0-1-23 47,-3-2-16-47,0-1 1 0,0 4 8 0,-8-12 19 0,0 0-28 0,-2-3 0 0,0-5 94 0,0-1-47 0,2 0-14 0,2 0 160 15,1-1-96-15,3-5-48 0,2-3-25 16,0 0 157-16,9 1-81 0,7-1-54 15,5 1-1-15,5 1 78 0,5 1-62 0,4 5-30 16,6-4-50-16,-3 5-18 63,5 0 0-63,0 0 0 0,4 0 0 0,-1 0 0 0,7 6 0 0,-9 2-255 0,-3-2 77 0,0 3 108 0,-5-2 16 0,-3-2-616 0,4 2 289 15,-15-4 177-15,-3-2 83 0,-5 0-420 0,-5-1 252 0,0 0 117 0,-7-1 72 0,-2-7-176 0</inkml:trace>
  <inkml:trace contextRef="#ctx0" brushRef="#br0" timeOffset="6945.62">13832 4722 1263 0,'0'-8'0'0,"0"0"0"0,0 4 0 0,-2 1 0 0,2 0-2 0,0 3 384 0,0 0-166 0,0 9-96 0,0 3 511 0,0 8-300 0,0 2-148 0,2 4-75 0,-1 4 271 15,1-2-177-15,1 1-84 0,-1 1-118 0,-1-2 0 16,1 1 0-1,0 3 0-15,-1-6 0 0,-1-5-336 0,2 0 152 0,-2-2 110 0,0-6-613 0,0 0 298 16,1-8 193-16,1-3-312 0,-1-2 236 0,5-2 117 0</inkml:trace>
  <inkml:trace contextRef="#ctx0" brushRef="#br0" timeOffset="7102.36">14004 4542 878 0,'1'-11'0'0,"1"4"0"0,-1 1 0 0,2-1 0 0,0 3 0 0,2 1 729 0,0 0-336 0,1 2-183 0,1 1-87 0,0 0-43 0,1 0 0 16,1 4 314-16,2 3-410 0,-3 0 22 15,0 4-1-15,1-2-665 0,2 2 348 0,-2-3 174 0,2 2 97 16,1-5-415-16</inkml:trace>
  <inkml:trace contextRef="#ctx0" brushRef="#br0" timeOffset="7407.36">14367 4504 715 0,'0'3'0'0,"-4"1"0"0,-4-2 0 0,1 3 0 0,-4 1 0 0,-1 1 0 0,-4 3 547 0,-3-1-246 0,-1 2-137 15,-2 3-64-15,-2-2 207 0,0 3-136 0,-3 1-66 0,-4 0-30 0,1-3-9 16,2 0-30-16,0 0-77 0,-3-4 38 16,6-3 1-16,-4 2 48 0,11-4 44 15,3-2-27-15,5-2 0 0,5 0-26 0,4 0 75 0,-5 0-28 0,6 0-9 16,3 0 74-16,8 0-55 0,7 0-30 0,6-2 1 15,4-2 8-15,4 3-10 0,0-1-26 0,5 0-184 16,1-1 91-16,4 0 56 31,-6 2 14-31,3-2-251 0,-3 0 122 0,-2-1 71 0,0 1 2 0,2-1-197 0,-9 1 75 0,-6 1 74 16,-3 0-413-16,-5 1 233 0,-6-1 117 16,-1 0-337-16,-6 2 231 0,0-3 111 31,-14 2 56-31</inkml:trace>
  <inkml:trace contextRef="#ctx0" brushRef="#br0" timeOffset="7590.01">14203 4366 1593 0,'-8'0'0'0,"-3"0"0"0,5 0 0 0,1 4 0 0,0 3 0 0,2 7 0 0,3 3 0 0,0 9 699 16,0 3-336-16,0 8-164 15,2 4 166-15,4 2-164 0,2 7-82 0,1 4 170 0,-3-8-186 0,1 0-103 31,-1-5 0-31,-4-2 0 0,1-4-28 0,-2 2 20 0,-1-10 18 0,0-7-513 16,0-1 270-16,-1-6 134 0,-3-4 68 0,-2-3-814 31,3-6 408-31,0 0 201 0,1-9-408 0,2-10 304 0</inkml:trace>
  <inkml:trace contextRef="#ctx0" brushRef="#br0" timeOffset="7720.46">14212 4743 1413 0,'-9'0'0'0,"-1"0"0"0,0 0 0 0,-1 3 0 0,-3 4 0 0,-4 1 0 0,3 4 0 0,-2 0 321 0,0 5-143 0,-1 0-70 0,2 2-86 0,-3 1 24 0,8-1-10 0,2-5 1 0,2 1-413 0,1-2 206 0,5-4 103 0</inkml:trace>
  <inkml:trace contextRef="#ctx0" brushRef="#br0" timeOffset="7887.51">14167 4826 1820 0,'5'0'0'0,"1"0"0"0,2 0 0 0,1 0 0 0,2 0 0 0,2 0 0 0,2 3 0 0,5 1 342 0,4 1-143 0,1 2 82 16,1-2-113-16,0 3-66 0,2-1-32 0,-1-1-440 0,3 3 213 15,-8-3 92 1,-2 0 51-16,-3 2-321 0,-5-2 186 0,-4 1 92 31</inkml:trace>
  <inkml:trace contextRef="#ctx0" brushRef="#br0" timeOffset="8531.62">14248 4954 1635 0,'-11'7'0'0,"0"3"0"0,2-2 0 0,3 4 0 0,-1 1 0 0,3 3 0 0,0-1 0 0,1 4 429 0,3 0-200 0,0-1-96 0,0 0-49 15,0-2-7-15,0 0 1 0,2 1-33 0,3-5-8 0,-1 0-59 0,2-5 29 0,-2 0 0 16,1-4-184-16,0-1 116 31,1-2 45-31,-2 0-164 0,-1 0 106 0,0-5 56 0,0-4-51 0,-1 1-95 0,1-1 41 0,-3 1 49 16,0-4-10-16,0 4 127 0,0 1-40 0,0-2-10 15,-5 4-30-15,-1-2 60 0,0 0-23 0,1 2-1 16,-4-1 110-16,3 1-67 0,-1 1-5 0,1-1 15 16,1 1-17-16,-1-1 1 15,3-1-10-15,-1 0-84 0,2 0 32 0,2-3 0 0,0 1 41 16,0-1-128-16,0-2 52 0,5-4 17 31,8-2 1-31,3-2-66 0,8-6 37 0,5-4 26 0,7-10-50 0,7 1 23 0,3-9 1 0,7-8 8 0,6-4 0 0,0-3 28 16,5-1-10-16,-15 14 84 0,-5 7-37 15,-6 4-1 1,-8 10-36-16,-7 5 339 0,-6-1-164 0,-9 16-61 0,-7 3-45 0,-1 3 386 16,0 2-196-16,-9 0-72 0,-3 0 106 0,-3 8-115 15,-5 6-52-15,0 4 118 0,0 2-86 0,-1 2-42 47,0 8 8-47,7-3 60 0,1 4-56 0,1 2-27 0,5 0-1 0,-2 2 37 0,3 9-23 0,6-9-57 0,0 1-21 0,0 4 0 0,3-2 0 16,13 3 0-16,3 3-141 0,2-8 61 31,4-2 58-31,0-3-102 0,0 1 72 0,-5-7 6 0,2 7 31 0,-8-10-153 16,-3-3 76-16,-5-1 4 0,-6-3 30 0,0 0-21 0,-5 0-10 0,-13-7 53 15,-3-1-1-15,-4 0-45 16,-2-4 45-16,-5-1 1 15,0 0 39-15,2-2-15 0,0 0 0 0,1-3 10 0,-1-10 0 0,4-4-22 16,-2-3-19-16,9 2 106 0,6 0-45 0,2-1-16 0,4 3 1 0,2 4 434 16,2 0-214-16,3 6-86 31,0 0-61-15,8 1 290-16,10 4-317 0,2 1-49 0,3 0 0 0,5 0 0 0,5 4 0 0,5 1 0 0,1 4 0 0,11 2 0 0,-6-4 0 0,4 2-42 15,1 1-55-15,1-2 66 16,-1 1 33-16,6 0-978 0,-10-1 474 0</inkml:trace>
  <inkml:trace contextRef="#ctx0" brushRef="#br0" timeOffset="8696.93">15526 5148 3644 0,'-10'0'0'0,"7"0"0"0,-1 0 0 0,4 0 0 0,0 0 0 0,0 0 287 0,0 0-287 0,0 0 0 0,0 0 0 0,1 0 0 15,2 2 0-15,-2 2 0 0,1 0 0 16,0 0 0-16,0-1-8 0,-2-1 12 0</inkml:trace>
  <inkml:trace contextRef="#ctx0" brushRef="#br0" timeOffset="15647.11">16658 4773 1123 0,'0'0'0'0,"0"0"0"0,-3 0 0 0,-3 0 0 0,5 0 0 0,-2 0 0 0,1-2 244 0,-1-2-103 0,1 0-52 0,1-2 112 0,1-2-86 0,0 0-39 15,0-1 0-15,0-3-40 16,0 0 1-16,0-1 10 0,0 0-10 0,0-1-29 15,0 1 1-15,0-1 28 16,-2-2-59-16,1 1 38 0,-3 1-9 0,0 0-6 0,-1 0 0 0,-1 3 37 16,0 2-39-16,-2-1 71 0,0 3-5 0,-1 3-53 15,-1 2 9-15,1 2 99 32,-2 0-45-32,0 6-8 0,2 8-9 0,-2 4 36 0,3 3-29 0,2 8 0 0,1 1 9 0,0 9-27 15,3-1-10-15,2 1 105 0,0 7-52 0,0-1-26 16,0 6 0-16,0 7 59 0,0-6-48 0,0 3 1 31,0 0-39-31,0 0-3 0,0-1 4 0,0 5-36 0,0-12-2 0,-2-5 0 16,-2-6 0-16,-1-3 0 0,0-6-100 0,-2 2 56 0,3-14 34 0,-4-5-125 15,2-5 75-15,0-2 12 16,-1-3 28 0,-4 0-362-16,2 0 180 0,1 0 60 0,-5-7 52 0,1-2-367 15,-2-5 200-15,2-1 115 0,1-6 52 0,-3-5-470 0,3-4 261 0</inkml:trace>
  <inkml:trace contextRef="#ctx0" brushRef="#br0" timeOffset="15831.98">16199 5061 1696 0,'-11'-9'0'0,"3"3"0"0,2 1 0 0,1-1 0 0,3 3 0 0,1 3 0 0,1-6 310 0,0 2-140 16,13 0-67-16,7-1 405 0,5-1-236 0,6 1-117 0,6-4-50 0,-1 4 86 15,3 1-77-15,-1-1-38 0,2 4-1 0,-1 0-158 16,7 1 69-16,-11 0 22 15,-2 0-1-15,-2 0-522 0,-3 4 277 0,-3 3 137 0,3-2-706 0,-9 0 397 16,-2-1 145-16,-3-3-392 16</inkml:trace>
  <inkml:trace contextRef="#ctx0" brushRef="#br0" timeOffset="16397.99">17162 4631 2351 0,'0'-1'0'0,"0"-4"0"0,0 1 0 0,0 1 0 0,0 1 0 0,0 2 0 0,0 0 0 0,-2 0 0 0,-4 3 0 0,-1 8 149 15,-2 1-56-15,-2 3-151 0,0 2 48 0,-3 1 33 0,2 2-9 0,-4-2-168 16,2 0 97-16,0 0 46 16,-2-2 25-16,1 1-21 0,-1-3 18 0,4-2 0 0,-1-1 80 0,3 0-33 15,2-3-90-15,-3 4 40 31,7-7 222-31,0 4-108 0,3-1-45 0,1 1 167 0,0 1-103 0,0 4-43 16,0 0-35-16,3 2 25 0,3-1-26 0,1 6 0 16,-2-1-24-16,0 4-124 0,0-2 58 0,0 2 32 15,-3-2 0-15,2-1-128 0,-1 0 81 0,1 3-456 0,-2-8 224 0,-1-2 136 16,-1-1 18-16,0-5-432 16,0-1 257-16,0-2 121 0,0-5 73 0,0 0-282 15,0 0 173-15,-1-8 87 16,-4-4 43-16,1-5-162 0,0-2 107 0,-1-4 64 0,1-6 37 0,-2 1 35 15,-1-2 0-15,0-4 0 0,1 7 0 0,1-1 0 16,0 1 0-16,1 5 232 0,1-2-154 0,0 1-66 31,3 5-21-31,0 3 522 0,0 2-248 0,2 2-125 0,10-1 14 0,0 8 121 16,5-2-119-16,0 4-59 0,3 0 89 0,0 2-75 16,3 0-27-16,-3 0 23 0,0 0-34 0,-4 7-1 15,0 2-34-15,-1-1 129 0,2 3-55 0,-8 0-42 31,-1 1 0-31,-1 2 169 0,-2 0-101 0,-2 5-50 0,2 0-16 0,-3-1 201 0,-1 2-155 0,-1 0-118 16,2 1 0-16,-1 1 0 16,1 2 0-1,-2-2 0-15,2-1 0 0,-1-1 0 0,1 1 0 0,0-3-43 0,1 6-105 16,-2-10 88-16,0 1 49 0,1-3-644 0,-1-3 315 0,1-2 123 0,-2 1 81 16,0-5-446-1,0-3 273-15,0 3 135 16</inkml:trace>
  <inkml:trace contextRef="#ctx0" brushRef="#br0" timeOffset="16991.59">17009 5022 1691 0,'-3'-5'0'0,"-1"-1"0"0,1 2 0 0,3-3 0 0,0 3 0 0,0 1 0 0,2 1 0 0,4 2 0 0,3 0 0 0,1 0 0 0,1 0 0 0,-2 0 0 0,0 0 0 0,-1 7 65 0,-1 3-28 0,-3 2-234 15,0 0 109-15,-2 2-56 16,-2 1 75-16,0 3 39 0,0-1-1 0,0 4 79 0,-3-5-29 0,-3-1-28 16,0-1-38-16,3-2 68 0,-2-1 1 0,2 0-60 31,-1-6 36-31,3 0 25 0,1-5 0 0,0 0 1 0,0-3-145 0,1-9 66 16,7-9 13-16,7-3-161 0,2-8 89 0,3-3 47 15,2-1 10-15,6-9-76 0,-2 1 50 0,4 1 0 16,0-4 46-16,-1 0 201 0,2 1-100 0,0-2-61 15,-7 13-15-15,-3 2 195 0,-5 8-99 16,-2 3-56-16,-6 10 460 0,-2 0-229 0,-4 8-79 16,-2 4 103-16,0 0-123 0,0 0-61 0,-5 7-31 0,-1 5 76 15,-3 5-58-15,-1 4-24 0,2 1-1 0,0 3 29 16,1 1-26-16,2 4 9 16,2-3-36-16,1 3 16 0,2-1-16 0,0 1 0 15,0 0-26-15,0 3 9 16,8-7 18-16,3 0-131 0,0-2 66 0,4-1 32 15,0 5 9-15,-3-8-138 0,2-1 60 0,-3 0 40 16,0 2 1-16,-5-2-111 0,0 4 51 0,-3-6 38 0,-3-1-2 0,0-3-85 16,-4-1 42-16,-6-2 30 0,-3 0-38 0,0-6 36 15,-2-1-1-15,-1-3 79 0,-1 0-27 0,1 0 1 16,-4-4-37-16,3-7 105 16,3-2-46-16,-2-2-23 0,4-2 7 0,1 2 183 15,-3 0-95-15,6 1-32 0,3 1-31 0,2 2 256 16,1 1-115-16,2-1-71 0,0 1 16 0,0 2-34 15,2 2 1-15,4 0-189 0,5 1 76 0,2 0 38 16,-1 0 10 0,4 1-455 15,-1 0 229-31,1 3 99 16,1-2 64-16,2 0-589 0,0-3 293 0,-1 1 161 0</inkml:trace>
  <inkml:trace contextRef="#ctx0" brushRef="#br0" timeOffset="17130.09">17850 4542 1305 0,'0'-8'0'0,"0"1"0"0,0 0 0 0,0 3-1 0,0-1 1 0,0 3-1 0,1 0 388 0,3 2-175 0,2 0-88 0,1 0-44 0,0 2-173 16,1 7 60-16,-2 2 35 0,1 2-1 0,-2 2-531 16,-2 0 280-16</inkml:trace>
  <inkml:trace contextRef="#ctx0" brushRef="#br0" timeOffset="17301.09">17714 4737 1400 0,'-14'0'0'0,"0"0"0"0,4 0 0 0,3 0 0 0,3 0 0 0,2 0 0 0,2 0 248 0,0 0-96 0,9 0-63 0,10 0 89 0,4-5-70 0,3-2-36 16,2 2 0-16,4-3 51 15,-1 1-48-15,1 1 0 16,1-1-38-16,-3 3-245 0,-3-2 123 0,5 2 70 0,-8 1-522 0,-1 2 286 15,-3 0 145-15,-4 1-588 0</inkml:trace>
  <inkml:trace contextRef="#ctx0" brushRef="#br0" timeOffset="17489.09">17878 4734 817 0,'-6'3'0'0,"1"-3"0"0,1 4 0 0,-3 1 0 0,6-2 294 0,-3 5-129 0,4-1-64 15,0 3-32-15,0 0 457 0,0 3-235 0,0 1-132 16,0 0-123-16,0 2 1 0,0 1 0 16,2-1-470-16,0 2 244 0,-1-2 109 15,1-2 58-15,1-3-644 16,1 1 323-16</inkml:trace>
  <inkml:trace contextRef="#ctx0" brushRef="#br0" timeOffset="17643.27">17993 4766 1182 0,'0'1'0'0,"-1"2"0"0,-3-2 0 0,1 1 0 0,1 0-1 0,0 3 282 16,1-1-113-16,1 1-72 0,0 1 453 15,0-1-258-15,0 2-128 0,0 1-166 16,0-2 48-16,1 3-10 0,1-3 1 0,0 3-467 0,3-1 234 16,-2-3 117-16,-1 2 67 0,-1-1-567 15,-1 0 305-15,0 1 151 0</inkml:trace>
  <inkml:trace contextRef="#ctx0" brushRef="#br0" timeOffset="17831.05">17738 4892 1069 0,'-10'6'0'0,"-1"0"0"0,1 1 0 0,0 0 0 0,4 0 142 0,0-2-52 0,-1 2-27 15,6-1 412-15,0 0-219 0,-1-1-100 47,2 1-65-31,0 0-145-16,0-1 46 0,0-1-1 0,3-1 46 0,5 3-539 0,1-5 264 0,1-1 134 0</inkml:trace>
  <inkml:trace contextRef="#ctx0" brushRef="#br0" timeOffset="18272.02">18095 4812 1155 0,'1'1'0'15,"1"1"0"-15,-1 2 0 0,0-2 0 0,2-2 0 0,-2 3 268 0,1-2-116 0,0 3-49 0,0-3-37 0,0 2 2 16,1 0 1-16,-2-1-33 0,1 3 10 0,-1-1-318 16,1 2 154-16,-2-1 77 0,0 2-378 0,0 0 208 15,0 5 104-15,-3-1-72 0,-7 2 75 16,-2-1 37-16,-3 4 1 0,-1 0 72 16,-1-1-52-16,0 3 10 0,-2-3-1 0,5 0 211 0,-1-1-105 15,4 0-53-15,1-2-36 0,4 0 382 16,2 0-188-16,4-3-38 0,0 2 228 0,0-1-156 15,1 2-76-15,6-1 64 0,3-1-80 0,0 2-40 16,-2 4 1-16,0-2-57 31,-1 3 26-15,-4 0-10 0,-1 2 1-16,-2-2-33 0,0 3 0 0,-7 1 33 0,-6 0 8 0,-2-5-76 0,-1-2 33 0,-4-4 1 0,0 0-166 15,-3-6 96-15,1 1 23 0,0-5-233 0,0 0 119 0,5-5 72 16,-2-9 10-16,4-3-53 0,-4-2 36 0,8-3 32 0,0-3 1 0,5 1 57 15,1 4-34-15,4 0 1 0,-2 0-10 0,3 5 264 16,0 3-128-16,0 3-63 0,4 2 561 0,6 2-290 47,2 0-98-47,4 5 258 0,2 0-210 0,6 0-106 0,-1 5-53 16,9 4 174-16,-4 3-166 0,3 0-97 0,2-1 0 0,-1 3 0 0,4 0-6 0,1 0 5 0,-4-3 8 0,-2 0-302 0,0 1 163 0,-3-2 84 15,0-3-829-15,2-1 430 0,-8-6 140 0</inkml:trace>
  <inkml:trace contextRef="#ctx0" brushRef="#br0" timeOffset="18466.23">18450 4671 1812 0,'-7'-5'0'0,"2"1"0"0,1 1 0 0,1 1 0 0,-2 0 0 0,4 2 0 0,1 0 605 0,0 4-284 0,0 5-143 0,0 1-46 0,0 0-39 31,1 1-34-31,4-2-327 0,0 0 151 0,1 3 77 0,-2-4 37 0,0 1-651 16,-1-4 333-16,0-2 169 0,-1 1 84 0,-1-3-575 0,-1-1 303 0,0 0 144 15</inkml:trace>
  <inkml:trace contextRef="#ctx0" brushRef="#br0" timeOffset="18702.16">18403 4580 575 0,'-6'-23'0'0,"1"0"0"0,0-4 0 0,4 9 0 0,1 1 0 0,0 5 0 0,0 1 0 0,1-2 306 0,9 2-127 0,3 4-76 15,2 2 168-15,5 0-118 0,1 2-58 16,2 1 116-16,5-4-78 0,0 5-54 0,1 1 0 0,3 0 14 16,-3 0-29-16,2 0 0 15,2 0-20-15,-6 0 107 0,-4 7-58 0,-2-2-29 16,-5 5 1-16,0 1 137 16,0 2-74-16,-7 4-51 0,-4 1 0 0,-2 1 233 0,-3 3-137 0,0 3-69 15,0 7-66-15,0-6-38 0,0 1 0 0,0 0 0 16,0 2 0-16,0-3 0 0,0 4 0 0,0-6 0 15,0-3-175-15,0 0 93 0,0-6 59 0,0 0-826 16,0-1 408-16,0-6 172 0,0-5-554 0</inkml:trace>
  <inkml:trace contextRef="#ctx0" brushRef="#br0" timeOffset="18873.25">18522 4637 1362 0,'-10'0'0'0,"1"0"0"0,1-3 0 0,2 2 0 0,4 1 0 0,2 0 338 16,0 0-151-1,7 0-76-15,8 0-38 0,4 4 342 0,3-4-194 0,1 3-93 0,2-2-132 0,-3 0 0 16,1-1 39-16,2 1 9 0,-5-1-594 0,-4 3 292 0,-1-2 147 16,-2 1-698-16</inkml:trace>
  <inkml:trace contextRef="#ctx0" brushRef="#br0" timeOffset="19043.43">18570 4746 754 0,'-5'0'0'0,"-1"0"0"0,0 0 0 0,4 0 0 0,2 0 416 0,0 0-190 0,0 0-96 16,2 0-47-16,10 0 212 0,1 2-134 0,4-1-63 0,0 1-11 16,1 0-26-16,2-1 0 0,-2 2-366 15,1-1 165-15,-5 0 88 0,-2 1 44 0,1 0-656 31</inkml:trace>
  <inkml:trace contextRef="#ctx0" brushRef="#br0" timeOffset="19232.66">18327 4891 1274 0,'-12'0'0'0,"-1"0"0"0,6 0 0 16,3 0 0-16,4 1 0 0,0 2 0 0,4-2 566 0,16 1-257 0,8-2 10 15,6 0-141-15,9 0-72 0,4 0-35 0,6 0 200 16,5-3-110 0,-6-3-66-16,0 1-30 0,1-1-97 0,-2 0 34 0,-5 1-1 15,0 3 44-15,-14 1-408 0,-8-2 199 0,-5 3 100 0,-5 0-611 0,-8 0 293 16,-1 0 183-16,-5 0 21 0</inkml:trace>
  <inkml:trace contextRef="#ctx0" brushRef="#br0" timeOffset="19416.91">18486 5020 1846 0,'-10'9'0'16,"-2"0"0"-16,4 3 0 0,2 1 0 0,2 3 0 0,3-2 0 0,1 2 0 0,0 4 0 0,0-3 568 0,0-1-267 0,5-1-132 16,3 0-202-16,0 2 44 0,1-8-10 0,-1 2-521 15,-2-3 278-15,0-3 138 0,-1 0 70 0,2-3-288 16,-3-2 174-16,-1 0 92 0,-2 0 46 0</inkml:trace>
  <inkml:trace contextRef="#ctx0" brushRef="#br0" timeOffset="19598.75">18475 5049 1010 0,'0'-6'0'0,"0"-3"0"0,0 2 0 0,0 0 0 0,1 4 0 0,10-6 238 0,8 5-101 16,5-2-41-16,4 3-35 0,6-1 258 15,6 4-141-15,1 0-71 0,-1 0 168 0,4 0-111 16,-8 9-69-16,-7-1-35 0,-1 6-1 0,-6-1-23 15,-6 2 0-15,1 2-119 0,-11-2 55 0,-4 2 31 16,-2-2 1-16,0-1-75 16,-2-1 53-16,-7 4 36 0,-5-5-9 0,0 0-392 0,-3-3 143 0,-1 0 116 15,0 0-499-15,-5-1 286 0</inkml:trace>
  <inkml:trace contextRef="#ctx0" brushRef="#br0" timeOffset="19758.41">18540 5174 1262 0,'-5'0'0'0,"1"0"0"0,3-1 0 0,-3-2 0 0,3 3 0 0,1-3 0 0,0 2 469 16,0 1-216-16,6-1-109 15,8 1-54-15,0 0 71 0,5-3-54 0,-1 3-40 16,1 0 0-16,1 0-146 0,0 0 57 0,-1 0 29 16,1-3-573-16,-4 3 297 0</inkml:trace>
  <inkml:trace contextRef="#ctx0" brushRef="#br0" timeOffset="19883.83">18592 5209 959 0,'-3'0'0'0,"0"0"0"0,-2 0 0 0,3 0 0 0,-1 0 0 0,1 0 0 0,2 0 222 16,0 0-94-16,2 0-46 0,6 2-23 0,4-2-168 16,2 0 81-16,2 2 27 0,-2-2 1 0,1 3-457 15</inkml:trace>
  <inkml:trace contextRef="#ctx0" brushRef="#br0" timeOffset="20067.87">18606 5308 1554 0,'-11'4'0'0,"0"-4"0"0,3 1 0 0,0-1 0 0,0 1 0 0,1-1 0 0,4 0 0 0,1 0 238 16,2 2-101-16,0-2-38 0,0 0-32 0,5 0 9 0,4 0-40 16,3 0-39-16,1 0 38 0,2 0 1 15,0 0-1-15,0 0-270 0,-4 0 130 0,1 0 71 16,-2 0 34-16,-1-2-425 15,-1 1 220-15,1 0 43 0,-5-3-267 0,2 3 197 16,-3-2 98-16,-1-1-58 0</inkml:trace>
  <inkml:trace contextRef="#ctx0" brushRef="#br0" timeOffset="20299.75">18688 5020 691 0,'0'2'0'16,"0"2"0"-16,0-3 0 0,0 4 0 0,0 0 0 0,0 4 165 0,0 0-65 0,0 4-32 15,0 4 0-15,0 5 61 0,-6 0-51 0,-1 3 0 0,0 3-43 0,-2 3-79 16,-5-2 40-16,-1 2 9 0,-1-4-10 0,0-5 0 16,-3 0 40-16,-1-5 185 0,2 0-93 0,-1-3-37 15,4-4-31-15,2-3 337 16,5-5-181-16,1 0-89 16,1-2-36-16,6 0 133 0,0 0-94 0,3 0-47 15,13 1-23-15,7-1 131 0,7 1-68 0,3 3-48 0,3-4-71 16,3 1 0-16,2 2 33 15,2-2-547-15,5 4 282 0,-7 0 128 0,0 4 68 0,0-2-1019 0</inkml:trace>
  <inkml:trace contextRef="#ctx0" brushRef="#br0" timeOffset="20473.88">19404 5399 3126 0,'-5'0'0'15,"0"0"0"-15,0-1 0 0,1-2 0 0,2 0 0 0,-4 1 0 0,3-1 309 0,1 1-141 0,1 0-67 0,-1 0-584 0,1 2 259 0,1 0 129 0,-3 0 73 0</inkml:trace>
  <inkml:trace contextRef="#ctx0" brushRef="#br0" timeOffset="21147.59">19310 4705 947 0,'0'0'0'0,"0"0"0"0,0 0 0 0,0 0 0 0,-3 0 0 0,3-3 0 0,-2 1 495 15,1 1-229-15,1 1 98 0,0 0-163 0,0 0-73 16,0 0-50-16,0 0-156 0,1 0 58 0,1 1 28 16,6 4 0-16,-3-2-419 0,2 4 219 0,-2-2 115 15,1 1 57-15,-3 2-631 16,0 1 314-16</inkml:trace>
  <inkml:trace contextRef="#ctx0" brushRef="#br0" timeOffset="21397.63">19277 4954 1162 0,'0'0'0'0,"0"0"0"0,0 0 0 0,2 0 0 0,-1 0 0 0,3 0 0 0,-1 3 0 0,3-1 81 16,0-1-44-16,0 2 1 15,1 1-1-15,1 4-389 0,0 1 174 0,2 0 85 0,-2 2-217 16,-1 3 136-16,-2 2 69 0,0 0 34 0,-3 2-1 16,1 2 72-16,-3-1 0 0,0-1 34 0,0-1-36 0,0-1-30 15,-3-1 32-15,-1-1 126 16,0-2-101-16,-2-4-30 0,1-2-1 0,3-2 107 16,-1 0-63-16,3-4 12 0,0 0-27 0,0 0-48 15,0 0 0-15,0-4 61 0,3-2-111 0</inkml:trace>
  <inkml:trace contextRef="#ctx0" brushRef="#br0" timeOffset="21731.03">19289 5395 1150 0,'0'8'0'0,"-4"-2"0"0,-1 4 0 0,1-5 0 0,2 0 0 0,1 0 0 0,-2-1 218 0,3-4-90 0,0 5-36 0,0-5 78 16,0 0-67-16,6 0-32 15,3-2-1-15,3-10 31 0,3-3-37 0,0-3 0 16,2-3-27-16,2 0-222 0,1-4 111 0,-1-4 64 16,0 3-310-16,0 0 178 15,-3-2 74-15,3-1-389 0,-3-3 184 0,4-3 112 16,-6-1 54-16,-1 0-84 0</inkml:trace>
  <inkml:trace contextRef="#ctx0" brushRef="#br0" timeOffset="22096.83">19591 4781 736 0,'0'-6'0'0,"0"2"0"0,0-1 0 0,0 0 0 0,0 2 0 0,0 2 358 0,0-2-160 0,0 3-81 16,0 0-40-16,0 0 147 16,0 10-98-16,0 4-44 0,0 3 188 15,0 1-117-15,-2 5-57 0,-1-1-20 0,0 1-8 0,0 0-31 0,-1-2 0 16,1-1-192-16,0-2 96 0,0 3 57 16,1-9 15-16,0 0-280 15,0-2 152-15,1-3 76 0,-2-5-9 0,3 0-111 0,0-2 19 0,0-2 63 16,0-8-166-16,0-7 103 0,0-4 52 0,0-4 62 15,3 1-11-15,0-4 0 0,2-2 0 0,0 1 83 63,2-2-42-47,1-1-9-16,-2 3-32 0,6 1 167 0,-1 1-72 0,1 4-46 0,1-3 2 0,-3 12 238 0,2 2-107 0,-4 4-69 0,1 8 93 0,0 0-72 0,-1 0 3 0,-5 18 189 15,0 3-125-15,-1 5-64 0,-1 1-31 0,1 0 206 0,-1 2-110 0,3-5-68 16,-3 2-30-16,5-5 11 0,-1 0-41 0,-1-4 0 0,5 2 9 0,-3-6-205 31,3-2 97-31,0-4 50 0,1-2-453 0,1-5 235 0,0 3 135 0,-2-3-376 0,0 0 225 0,-3-3 66 16,-1-4 72-16</inkml:trace>
  <inkml:trace contextRef="#ctx0" brushRef="#br0" timeOffset="22304.02">19668 4998 1086 0,'0'0'0'0,"-3"0"0"0,0 0 0 0,1 0 0 0,2 0 0 0,0 2 0 0,0 1 431 16,0 1-197-1,5-3-98-15,5 6 55 0,-1 0-77 0,2 3-29 0,-2-1-77 0,1 2 0 0,-1 3 29 16,-3 2 0-16,-1 2-25 0,-4 3-10 0,-1-1 35 16,0 4 0-16,-3-2-110 0,-8 4 55 0,-3-1 36 15,-2-4-8-15,0-1-367 0,0-4 185 0,-1-3 39 16,-2-1-413-16,2-5 244 15,3-5 138-15,2-2-214 0,0 0 190 0</inkml:trace>
  <inkml:trace contextRef="#ctx0" brushRef="#br0" timeOffset="22444.3">19527 5167 2115 0,'-2'-5'0'0,"1"1"0"0,-1-1 0 0,-1 0 0 0,2 1 0 0,1 1 0 0,0 3 0 0,0 0 0 0,1 0 334 0,8 3-148 0,5 11-75 0,1 1 338 15,5 3-210-15,1 2-101 0,0 2-50 0,2 4-4 16,3-1-23-16,2 4 9 0,-1-5-32 15,-1 0-384-15,1-2 192 0,0-2 95 16,-1-2-630-16,2-1 372 0,-6-9 148 0,-1-4-786 0</inkml:trace>
  <inkml:trace contextRef="#ctx0" brushRef="#br0" timeOffset="22628.68">20142 4749 1785 0,'-4'0'0'0,"-2"-1"0"0,1-1 0 0,1-1 0 0,1 3 0 0,0 0 300 16,0 5-132-16,2 5-66 0,0 2 329 0,-1 0-203 15,2 3-95-15,0 0-238 0,0 2 70 0,0-3 36 16,0 3 9-16,0-3-628 0,0-2 327 0,2 0 163 16,0-4 82-16,4-1-746 0</inkml:trace>
  <inkml:trace contextRef="#ctx0" brushRef="#br0" timeOffset="23032.81">20143 4662 727 0,'0'-13'0'16,"0"4"0"-16,0-6 0 0,0 8 0 0,0 0 0 0,9 0 276 0,6 4-121 0,5 1-59 0,3-4 217 0,4 5-143 16,3 1-67-16,5 0 16 0,3 0-41 0,1 0-1 0,2 0-32 0,-6 0 30 15,-5 1 0-15,-4 5-39 0,-4 2 0 0,-2-2 58 16,-1 6-16-16,-11-3-8 0,-3 0-34 15,-4 3 110-15,-1 1-55 0,0 1-18 16,0-1 33-16,-6-2-36 0,-2 3 1 0,-1 0-59 16,0-2 0-16,2 1 33 0,1 1-9 0,-2-3-483 15,2 0 241-15,1 1 102 0,-2-2 66 0,3 3-739 16,-3-2 375-16,-1-4 183 0,3 3 92 0,-3-1-311 16,-2 1 202-16,-4-1 90 0,4-3 38 0,-4 0 35 15,-1-2 73-15,1 0 0 0,-2-2 0 16,-4 3 0-16,3-5 0 0,1 0 319 15,1 0-196 1,2 0-79-16,0 0-40 0,1 0 506 0,6 0-256 0,2 0-32 0,4 0-96 0,0 0 148 16,0 0-119-16,7-2-51 0,7-1 33 0,0-1-51 15,1 1-25-15,1 2-50 0,1-3 0 0,-1 3 34 16,-1-2-9-16,-4 2-307 16,-1-1 153-16,-1 1 77 0,-1-1 38 0,-2 0-503 15,-3 2 253-15,0 0 59 0,-2 0 86 0,-1 0-272 16,0 0 172-16,0 0 77 0</inkml:trace>
  <inkml:trace contextRef="#ctx0" brushRef="#br0" timeOffset="23521">20353 4802 1247 0,'-2'0'0'0,"-3"0"0"0,1 0 0 0,-1 0 0 0,0 0 0 0,-2 0 0 0,2 3 0 0,0 3 0 0,0 4 216 0,-1 1-90 0,0 4 199 0,-3 3-136 0,1 1-81 15,-2-1-36-15,0 5 135 0,0-3-85 0,1 1-43 31,-3-1 8-31,5-3 4 0,1-2-27 0,1-1-1 0,2-5-27 0,1-1 9 16,2 2-1-16,0-6-8 16,2 0-126-16,11-3 63 0,4 1 31 0,2-2-209 0,5 0 127 0,-1 0 52 15,2 0-6-15,2 0-203 0,-4 0 96 0,1 0 62 16,2 0-10-16,-6 0 25 0,-1 0 8 0,-2 0 18 0,-2 3 0 16,-2 2 178-16,2 1-98 15,-6 2-35-15,-5 0 392 0,1 3-204 0,-3 2-78 0,-1-1 321 0,1 6-190 0,-2-2-112 16,0 1-51-16,0 3 40 15,0 0-127-15,0 0 0 0,0 2 0 0,0-2 0 0,0-1 0 0,0 0 0 32,0 0 0-32,0-2 0 0,1 1 0 0,0-4 0 0,-1 0 0 0,0-3 0 15,0-2 0-15,0 0 0 16,-4 0 0-16,-5-2 0 0,-3-3 0 0,-2 1 0 0,-2-1-123 0,-1 3 31 16,-2-4 15-16,-1-1-290 0,1-2 166 0,-4 0 83 15,1 0 40-15,-4-2-124 0,3-8 88 0,2-7 39 16,1 1-148-16,2-3 94 0,1 2 46 15,2-6 177 1,3 9-60-16,5-5-35 0,2 4-1 0,4 1 285 31,1 1-160-31,0-1-88 0,0 4-31 0,1 2 212 0,7 2-79 0,6 1-69 0,0 2 32 0,2-2-42 0,2 4 10 16,1 1 1-16,1 0-258 0,-2 0 113 0,0 0 56 0,1 0-516 16,-2 0 252-16,-1 0 142 0,1 0 21 15,0 0-528-15,0 0 307 0</inkml:trace>
  <inkml:trace contextRef="#ctx0" brushRef="#br0" timeOffset="23770.77">20924 4821 1549 0,'-1'0'0'0,"-5"4"0"0,2 0 0 0,0 0 0 0,-1 1 0 0,-1 2 0 0,1 1 0 0,1-1 165 0,0 0-64 15,-1 0-33-15,2 0 6 0,-1 1 8 0,-2-1-46 0,3-2 1 0,-1-2 40 0,1 1 0 0,0 1-41 16,0-2 10 0,1-1 84-16,2-1-47 0,0 0-23 15,0-1-21-15,0 0-2 0,2 0 8 0,7 0-40 0,5 0 1 0,2 0 30 16,4 0 1-16,2 0-277 0,2 0 144 0,4 0 49 16,-2 0 38-16,2-1-544 0,0 1 268 0,2 0 91 15,1 0 73-15,-5-1-422 0</inkml:trace>
  <inkml:trace contextRef="#ctx0" brushRef="#br0" timeOffset="23931.14">21300 4754 1866 0,'0'0'0'0,"-2"0"0"0,0-1 0 0,-2-1 0 0,1 2 0 0,0 0 0 0,0 0 0 0,2 0 283 0,1 2-124 0,0 6-63 0,0 1 36 15,0 2-40-15,0 0-33 0,0 2 0 0,0 1-282 16,0 0 129-16,0 1 64 0,0 2 43 0,0-2-684 31,0 1 342-31</inkml:trace>
  <inkml:trace contextRef="#ctx0" brushRef="#br0" timeOffset="24162.16">21091 4684 861 0,'-11'8'0'0,"5"0"0"0,0 4 0 0,-1 2 0 0,4 6 260 0,2 4-111 0,-2 8-48 0,3 2-37 0,0 2 482 16,0 5-255-16,4 3-127 0,1-1 16 0,1 3-63 15,1-8-45-15,-3-1-305 0,1-4 135 0,-4-2 67 16,1 0 33-16,-2 1-407 0,0-9 216 16,-8-3 112-16,-1-5 57 0,-2-1-415 15,-3-7 158-15,-2 3 112 0,1-10 68 0,2 0-58 16,-1 0 59-16,1-8 30 0,3-7-125 0,-4-4 69 0</inkml:trace>
  <inkml:trace contextRef="#ctx0" brushRef="#br0" timeOffset="24567.77">20868 5121 1460 0,'-9'0'0'0,"3"0"0"0,-1 0 0 0,2 0 0 0,0 0 0 0,2 0 0 0,-1 5 0 0,3 4 0 0,1 2 0 0,0 1 138 0,0 0-51 15,0 5-17-15,0-3-19 0,1 3-14 0,1 0-1 0,0-3 0 0,-2 2-52 31,0-2 35-31,0-4-9 0,0 1 26 0,0-4 47 0,0 0-23 0,-4-1-1 0,1-2 64 0,-1-1-48 79,2-1 0-79,0-2 190 0,2 0-114 0,0 0-57 0,0 2-21 0,2-2 168 0,9 1-102 0,6-1-52 0,3 0-25 0,5 0 116 0,5 0-62 0,-1 0-44 0,4 0-58 0,0 0-87 0,3 0 26 0,1 0 42 15,5 0-535-15,-8 0 283 0,-2 0 147 0,-1 0-352 16,-5 0 225-16,-2 0 45 0,-1 0 70 0,-9-1-435 15,-2-3 260-15,-5-1 131 0,-4-4 65 0,-3-1-234 0,2-4 140 0,-2 3 85 32,0-2 29-32,-2 0 37 0,-3 2 44 0,2-1 0 0,0-1 214 0,-2 4-143 15,2 2-54-15,2 3 214 0,-1 0-134 0,0 1-66 16,2 1-43-16,0 2 573 0,0 0-271 0,0 2-87 16,0 8-84-16,0 2 311 0,0 1-187 0,2 1-109 15,0 2 101-15,-1-2-100 0,0 1-50 0,1 2-16 16,-2-4-293-16,0-2 130 0,0 1 65 0,0-2-579 15,3-2 322-15,-3-1 170 0,0-2 39 16,2-5-331-16,-2 0 131 0</inkml:trace>
  <inkml:trace contextRef="#ctx0" brushRef="#br0" timeOffset="24732.92">21593 4784 1943 0,'28'-9'0'0,"2"4"0"0,4-2 0 0,9-3 0 0,-5 5 0 0,-3-2 0 0,2 0 0 0,1 2 0 0,-2-1 149 0,2 0-48 0,-10 1-36 0,-2 1-403 15,-4 1 187-15,-3 3 94 0,-6-3 46 0,-4 1-289 16,-7 2 158-16</inkml:trace>
  <inkml:trace contextRef="#ctx0" brushRef="#br0" timeOffset="24865.78">21743 4795 825 0,'-7'5'0'0,"-1"1"0"0,3-1 0 0,0 1 0 0,0 1 0 0,2-1 0 0,3 2 0 0,0 1 233 0,0-1-99 15,0 1-49-15,1-2-230 0,6 3 100 0,2-2 36 16,-1 1 22-16,0-3-507 0</inkml:trace>
  <inkml:trace contextRef="#ctx0" brushRef="#br0" timeOffset="25122.91">21950 4895 577 0,'8'0'0'0,"-1"0"0"0,0-3 0 0,0 2 0 0,-2 1 0 0,0-2 529 0,-3 2-246 0,-1 0-124 16,-1 0-52-16,0 0 328 0,-1 0-200 0,-9 0-99 15,-6 6-16-15,-3 0-42 16,-4 4 10-16,0-2-52 0,-2 1-78 0,-3 0 38 0,-2 1 1 0,-1-3-131 16,-4 5 94-16,2-7 34 0,0 2-1 0,3 0-84 15,1-1 64-15,6-4-10 0,-1 1 35 0,8-1-8 16,7-2 7-16,2 0-51 15,7 0 119-15,0 0-39 16,3 0-1-16,18 0 0 0,8 0 0 0,6 0-2 0,4-2-20 16,1 1 17-16,7-3-5 0,-5 4 19 0,2-5-18 0,-4 3-211 15,-1-1 100-15,1 0 42 16,3 0 29-16,-10-1-364 0,-6 4 180 0,-2-4 69 0,-6 0-304 0,0 1 194 16,-11 0 112-16</inkml:trace>
  <inkml:trace contextRef="#ctx0" brushRef="#br0" timeOffset="25346.24">21912 4516 2382 0,'0'0'0'0,"0"0"0"0,-2 2 0 0,-1 0 0 0,2 7 0 0,-1 3 0 0,2 7 0 0,0 13 0 0,0 13 438 0,0 9-205 0,3 8-98 0,2 9 267 0,-1 1-183 0,0-1-97 0,-2 6-122 0,-1-17 0 0,-1-2 0 16,0-7 0-16,0-5-102 0,-1-5-74 0,-7 3 113 16,-2-16 44-16,-2-4-687 0,2-5 370 0,-2-8 149 15,3-6-802-15</inkml:trace>
  <inkml:trace contextRef="#ctx0" brushRef="#br0" timeOffset="25554.77">21873 5004 1917 0,'-11'3'0'0,"0"-2"0"0,-3 4 0 0,0 2 0 0,-4 5 0 0,-3 2 0 0,-1 7 787 16,-1 0-376-16,-2 5-188 0,2 1-93 0,-2-2-118 93,2 1 33-93,6-5-10 0,4-1 1 0,3-4-290 0,6-3 145 16,0-2 72-16,4-3-998 0</inkml:trace>
  <inkml:trace contextRef="#ctx0" brushRef="#br0" timeOffset="25647.55">21982 5126 1395 0,'7'6'0'0,"3"0"0"0,0 2 0 0,2 1 0 0,9 6 0 0,-3-3 829 16,7 2-398-16,3 6-197 0,8-1-100 0,3 0-26 0,8 5-28 0,-3-6-8 16,2-1-37-16,2-1-632 0,2-1 316 15,-2-3 158-15,9 2-449 0,-8-9 281 0</inkml:trace>
  <inkml:trace contextRef="#ctx0" brushRef="#br0" timeOffset="25802.32">22916 5477 2162 0,'0'0'0'0,"0"2"0"0,0-2 0 0,0 0 0 0,0 0 0 0,0 3 0 0,0-1 0 0,1-1 1134 16,1 0-568-16,3 4-497 0,0-5-69 0,5 5 0 15,-1-2 0-15,2 0 0 16,-1-2 0-16,2 1-53 15,1-2-170-15,0 0 138 0,-1 0-1423 0</inkml:trace>
  <inkml:trace contextRef="#ctx0" brushRef="#br0" timeOffset="28962.56">23395 4586 1082 0,'0'-2'0'0,"0"-2"0"0,-2 1 0 0,-1 1 0 0,1-1 0 0,0 2 351 0,2 1-156 16,0 0-79-16,0 0-39 0,4 0 250 15,3 1-135-15,1 9-82 0,1-2-141 0,2 1 35 16,-2 0 0-16,3 1-409 0,-2 0 232 0,0 2 100 31,-2-3 55-31,-1 1-337 0,-2 2 181 0</inkml:trace>
  <inkml:trace contextRef="#ctx0" brushRef="#br0" timeOffset="29482.47">23310 4865 939 0,'0'0'0'0,"0"0"0"0,0 0 0 0,0 0 0 0,0 0 0 0,0 0 0 0,3 0 175 0,3 0-68 0,5 2-14 15,2 5-18-15,1 3-10 0,0 2-27 0,1 5-147 16,2 0 73-16,-4 7 37 0,1 0 9 0,-2 5-49 16,-5-2 36-16,2 0 0 15,-6 0 37-15,-2 3-41 0,-1-7-6 16,0-9 35-16,0 1 156 0,0-3-78 0,0-9-64 0,-3 3 153 15,2-6-81-15,-1-2-38 0,2-11-1 0,0-8-186 16,0-2 79-16,8-6 48 0,2-1-10 0,2-6-308 16,0 1 165-16,4-4 83 0,0 1 26 0,-1-3-147 15,2 5 55-15,0 1 58 0,-2 4-55 0,0 6 43 16,-4 2 0-16,3 3 279 0,-9 11-114 0,-2 4-61 16,0 5-31-16,-2 0 242 0,1 0-116 0,0 8-73 31,-2 4 8-31,0 2 166 0,0-2-71 0,0 3-60 0,0-1-8 0,0 2-44 31,0-5 1-31,0 0 0 0,0 0-182 0,0-3 91 0,0-4 45 0,0 3-197 0,0-3 96 0,0-4 65 16,0 0 0-16,0 0-19 0,0 0 11 0,-2-4-2 78,-1-7-9-78,0-2 152 0,0-4-66 0,1-1-1 0,0-5-67 0,1-1 175 0,1-3-69 0,0 1-37 0,0-1 58 0,0 3-41 0,3-1 6 0,5 1 114 0,0 8-70 0,-1 3-16 15,4 6 0-15,0 0-44 0,1 4 22 0,0 3-16 0,-2 0 1 0,1 4-13 0,-1 6 12 16,2 4 1-16,1 0 9 0,-5 2-111 0,1-1 50 0,0 2 20 16,-2-2-151-16,0 2 75 0,2 1 50 0,-2-3-541 15,-1 0 269-15,-1-1 104 0,-2-2 77 0</inkml:trace>
  <inkml:trace contextRef="#ctx0" brushRef="#br0" timeOffset="29697.39">23706 4884 734 0,'-2'0'0'0,"2"2"0"0,-2 0 0 0,2 1 0 0,0-2 0 0,0 5 0 0,0-3 236 0,4 2-99 0,4 2-50 0,-1 0 13 0,4 1-31 16,-3 4 10-16,1 2 3 0,-2-1-44 0,-1 5-1 16,-5 0 1-16,-1 5 58 15,0 3-19-15,0 1-11 0,-14-2-29 0,0 4-32 16,-4-3 1-16,-1-3 31 0,-1 2 9 0,0-8-215 15,3-4 103-15,-3-5 42 0,5-5-434 0,-2-3 214 16,1 0 117-16,4-1-324 0,2-13 206 0</inkml:trace>
  <inkml:trace contextRef="#ctx0" brushRef="#br0" timeOffset="29861.26">23543 5007 1995 0,'0'-5'0'0,"0"-1"0"0,0 1 0 0,0 2 0 0,0 0 0 0,0 2 0 0,0-2 0 0,0 3 304 0,1 0-133 16,11 10-66-16,2 1 186 0,5 5-131 0,1 1-61 15,5 6-31-15,-1-2 156 0,4 4-94 16,2 4-36-16,0-4-10 0,-1-1-389 0,5 1 171 0,-3-2 86 16,1-1-594-16,4-1 348 0,-9-8 141 0,-1-3-630 15,-2-3 373-15,-1-6 186 16</inkml:trace>
  <inkml:trace contextRef="#ctx0" brushRef="#br0" timeOffset="30284.85">24249 4778 372 0,'-4'7'0'0,"-1"5"0"0,0 2 0 0,2 0 0 0,2 4 351 15,-2 4-157-15,3 2-79 0,-2 6 320 0,2-2-203 16,0 0-99-16,0 1 8 16,3-1-52-16,4-1-27 0,6 1 9 0,-3-11-98 0,3 0 31 0,2-3 0 15,2-7 32-15,-1-1-153 0,4-4 85 0,-3-2 29 16,3-6 1-16,2-12-104 16,-1-4 55-16,-1-3 40 0,1-8-117 0,-3 4 65 0,-1-4-15 0,-5-4-34 15,3-2 29-15,-2-2 28 16,3-5-11-16,-8 9 28 0,1 1 2 15,-2 2 1-15,-4 2-1 0,-2 7 221 16,1-1-108-16,-2 14-40 0,0 6-30 0,0 4 402 0,-3 2-198 0,-1 0-77 16,-2 8 66-16,1 13-80 0,1 6-43 0,2 6 71 15,0 4-57-15,2 7-27 0,0 1 9 0,0-1-15 16,0-1-22-16,2-2 0 0,6 0 0 0,2-1-217 16,3 4 117-16,-3-9 46 15,7-5-431-15,-3-4 209 0,1-4 124 0,1-1 14 16,-2-14-494-16,2-6 280 0,-3-1 141 0</inkml:trace>
  <inkml:trace contextRef="#ctx0" brushRef="#br0" timeOffset="30636.53">24823 4789 1563 0,'-4'0'0'0,"3"0"0"0,-2 0 0 0,2 0 0 0,-2-1 0 0,3-2 0 0,0 2 0 0,0-1 588 0,0 1-276 15,3 0-138-15,7-1 9 0,1-1-64 0,4 3-47 16,1 0 1-16,3 0-293 0,-2 0 128 0,4 0 64 0,-1 0 41 16,1 0-276-16,-1 5 150 0,-2-3 74 15,0 4 38-15</inkml:trace>
  <inkml:trace contextRef="#ctx0" brushRef="#br0" timeOffset="30808.61">24843 4974 1777 0,'-9'0'0'0,"1"0"0"0,0 0 0 0,0 0 0 0,4 0 0 0,-1 0 392 0,5 0-183 0,0 3-86 0,5-1 373 15,10 3-231-15,4-3-114 31,6 3-48-31,1-5 13 0,2 4-40 0,-1-3 1 0,4-1-304 0,-4 2 131 0,4-2 76 0,-9 0-827 16,3 0 441-16,-4 2 222 0</inkml:trace>
  <inkml:trace contextRef="#ctx0" brushRef="#br0" timeOffset="31572.11">25343 4853 1042 0,'-15'-17'0'16,"9"5"0"-16,-1 0 0 0,1 0 0 0,5 3 0 0,1-2 0 0,0-3 317 0,1 5-145 0,15-2-67 0,4 5-34 0,6 3 6 16,2 0 1-16,3 3-31 0,-3 0-36 0,2 0 0 15,-2 12 26-15,-1 3-117 0,-2 5 58 0,0 4 39 16,-9 0-9-16,-6 3-116 16,-5 3 73-16,-4 0 36 15,-1-1-9-15,0 3-20 0,-14-6-5 0,-3-3 0 16,-3-3-14-16,-4 0 105 0,-2-7-22 0,-4 4-45 0,4-10 92 0,-2-1-41 15,5-6-16-15,2 0 1 16,3 0-160-16,-1 0 69 0,10-5 46 0,4-6-454 0,5-7 221 0,2-3 114 16</inkml:trace>
  <inkml:trace contextRef="#ctx0" brushRef="#br0" timeOffset="31771.15">25703 4678 1291 0,'-12'0'0'0,"2"0"0"0,-2 0 0 0,0 0 0 0,-1 10 0 0,1 4 0 0,-1 1 623 0,0 9-293 0,0 6-137 16,5 1 228-16,2 3-192 31,3 2-96-31,3 0-48 0,0 3 23 0,10-8-40 0,8-2 0 0,3-4-223 0,4-5 96 0,3-4 48 0,3 3 34 0,-3-11-462 32,0-3 239-32,-4-3 118 0,1-2 60 0,-3 0-622 0,3 0 300 0,-10-7 138 15,1-4-331-15,-5-5 251 0</inkml:trace>
  <inkml:trace contextRef="#ctx0" brushRef="#br0" timeOffset="31946.04">25873 4812 1847 0,'-10'0'0'0,"0"0"0"0,0-1 0 0,3-1 0 0,-2 0 0 0,5 1 0 0,2 1 0 0,2 0 282 0,0 0-122 16,3 0-62-16,10 0-21 0,3 0 120 15,1 0-80-15,3 0-40 0,0 0 0 0,1 0-235 16,2 1 108-16,-4 3 38 31,0-3-523-31,-1 0 286 0,-2 3 143 0,1-2-576 0,0 0 283 0,-4-2 186 16</inkml:trace>
  <inkml:trace contextRef="#ctx0" brushRef="#br0" timeOffset="32115.85">26161 4693 1519 0,'0'-5'0'0,"-7"2"0"0,0-1 0 0,4 1 0 0,-1 0 0 0,2 2 0 0,-1 0 405 0,3 1-184 0,0 0-92 15,0 0-46-15,8 5 192 0,-1 2-124 16,4 3-57-16,-1 1-31 0,5 0-26 0,-4 2 0 0,1 3-417 16,3-4 203-16,-4 1 107 15,0 0 54-15,2-2-591 16,-1 3 308-16,1-2 155 0,0-1-17 0,1-2-211 0</inkml:trace>
  <inkml:trace contextRef="#ctx0" brushRef="#br0" timeOffset="32309.63">26533 4524 1842 0,'0'-6'0'0,"0"0"0"0,0 3 0 0,0 1 0 0,0 2 0 0,-1 0 0 0,0 5 0 0,-3 14 0 0,0 9 276 0,-5 9-119 0,1 9-61 0,-3 7 251 16,-6 9-156-16,-3 11-67 0,0-1-48 0,-4 5 37 15,-1 3-38-15,-4-1 0 0,0 7-29 0,5-19-113 16,0-2 52-16,-1-2 26 0,0-8-400 0,2-2 213 15,1-3 116-15,7-18-709 0,5-9 373 0,1-9 187 16</inkml:trace>
  <inkml:trace contextRef="#ctx0" brushRef="#br0" timeOffset="32479.61">26722 5055 1705 0,'0'3'0'0,"0"-2"0"0,0 1 0 0,0 3 0 0,0 2 0 0,0-1 0 0,-1 8 0 0,-4 2 573 0,-2 3-269 0,-2 3-134 15,-2 5-291-15,-1 3 87 0,-2-2 31 16,-1 2 0-16</inkml:trace>
  <inkml:trace contextRef="#ctx0" brushRef="#br0" timeOffset="34707.15">27277 4705 1407 0,'0'0'0'0,"0"0"0"0,0 3 0 0,0 3 0 0,0 2 0 0,0 4 0 0,0 2 0 0,0 5 0 0,4 6 154 0,0 4-48 15,4 0-40-15,-2 2-63 0,3 1-1 0,-3 0 35 16,0-2 1-16,1 3-103 0,-1-9 47 0,-2-4 27 16,0-2 1-16,0-6-60 0,0 1 48 15,-3-8-7-15,1-3 49 0,-1-2-58 16,3 0 36-16,-1-3 170 0,6-9-82 0,-2-7-49 0,3 0-1 16,1-4 148-16,3-1-83 0,0-3-42 15,2-5 10-15,-3 2-79 0,3 1 27 0,0-2 1 16,-1-3-1-16,-1 0-131 0,2-2 75 15,-3 7 24-15,-1 0-266 0,-3 2 134 16,-2 4 77-16,2 3 7 0,-3-2-201 0,-1 10 76 0,-1 7 76 16,1 0-414-16,0 3 234 0</inkml:trace>
  <inkml:trace contextRef="#ctx0" brushRef="#br0" timeOffset="34910.93">27671 4784 1565 0,'-12'0'0'0,"3"0"0"0,3 0 0 0,2-2 0 0,-2 2 0 0,4-1 0 0,0 0 509 0,2-1-240 0,2-1-116 0,10 1-51 16,4-1-32-16,4-3 9 0,2 0-41 0,1 1-151 16,4-2 76-16,-1 2 37 0,-1 1-1 0,4-3-414 15,-8 3 221-15,-2 1 116 16,1 2-632-16,-4-1 342 0</inkml:trace>
  <inkml:trace contextRef="#ctx0" brushRef="#br0" timeOffset="35075.67">27757 4936 1858 0,'-15'1'0'15,"-4"2"0"-15,9 0 0 0,-1 3 0 0,1-3 0 0,2 2 0 0,4-1 304 0,1 1-125 16,3 0-75-16,0-1 5 0,2-1-35 0,9 3-1 0,3-5-36 0,4 2-58 0,2-3 24 0,1 0 1 15,0 0-371-15,2 0 203 0,0 0 100 16,0-3-521-16,-4-4 294 0,1 0 148 16,-1-3-18-16</inkml:trace>
  <inkml:trace contextRef="#ctx0" brushRef="#br0" timeOffset="35310.75">28032 4454 1254 0,'-5'-18'0'16,"3"6"0"-16,2 0 0 0,0 0 0 0,0 3 0 0,4 1 0 0,12-2 0 0,4 4 286 0,1 5-124 0,7-1-63 16,-2 2 191-16,1 0-126 0,4 0-54 0,-7 10 37 15,-2 2-55-15,-1 2-28 0,-5 0 1 0,-3 6-19 16,-1-2 0-16,-8 0-8 0,-4 1-1 0,0 3-28 16,-2-2 29-16,-12 1-1 0,1-1 9 0,-3 0-32 15,0-4 0-15,-2-1 23 0,-3-4-159 0,2 1 79 16,-2-1 20-16,4-6-453 0,1-1 232 15,1-3 94-15,3-1 65 0,3 0-445 0,0 0 237 16,7-10 133-16</inkml:trace>
  <inkml:trace contextRef="#ctx0" brushRef="#br0" timeOffset="35516.08">28397 4306 1353 0,'0'2'0'0,"0"1"0"0,0-3 0 0,-2 3 0 0,-2 3 0 0,-2-1 0 0,-3 7 0 0,2 0 651 15,-3 3-307-15,3 5-153 0,-2 1 209 0,0 4-173 0,4-2-99 16,3 2-45-16,2 1 10 0,0-3-28 0,0 0 0 16,7 2-194-16,6-7 78 0,-1-1 44 0,5-4 0 15,0-3-309-15,3-2 177 0,0-2 97 16,0-4 35-16,-2-2-500 0,-2 0 248 16,2 0 47-16,-5 0-330 0,1-2 242 0,-4-3 137 15,-4 0-199-15</inkml:trace>
  <inkml:trace contextRef="#ctx0" brushRef="#br0" timeOffset="35719.76">28084 4792 1361 0,'-9'0'0'0,"0"3"0"0,2-3 0 0,3 2 0 0,4 1 0 0,0-1 0 0,6 2 0 0,16-3 487 0,7-1-226 0,5 0-111 0,6 0 59 0,5 0-77 16,-3 0-52-16,2-1-81 0,1-6 38 0,1-1 1 15,-3-1-1-15,6 1-47 0,-15 1 19 0,-2 3 0 16,-4-2 29-16,-5 2-403 16,-6 0 202-16,2 3 109 0,-13-1-47 0,-5 2-645 15,-1 0 354-15</inkml:trace>
  <inkml:trace contextRef="#ctx0" brushRef="#br0" timeOffset="35884.37">28199 4911 1451 0,'-3'2'0'0,"-2"3"0"0,1-3 0 0,3 3 0 0,-2 0 0 0,3 1 0 0,0 1 0 0,0 2 397 0,10 0-180 0,0 1-89 0,5 0-46 15,-1 2 15-15,3-1-21 0,-4 0-9 16,3-1-30-16,-3-1-272 0,2 0 136 0,-3-2 68 16,4 4-567-16,-3-6 314 0,-3-1 160 0,4-1-477 15</inkml:trace>
  <inkml:trace contextRef="#ctx0" brushRef="#br0" timeOffset="36059.82">28545 4867 1728 0,'-1'0'0'0,"-2"0"0"0,0 0 0 0,-1 4 0 0,-1 2 0 0,1 5 0 0,-5 7 0 0,-4 9 718 16,-3 14-330-16,-2 5-181 0,-7 13 95 15,-4 10-132-15,-1 4-67 0,-5 10-23 16,5-14-30-16,1-1-12 0,-1-3-1 0,1-2-543 0,0-4 272 0,-1 5 145 15,4-14 59-15,1-2-794 16,1-3 380-16</inkml:trace>
  <inkml:trace contextRef="#ctx0" brushRef="#br0" timeOffset="36408.39">28971 5304 3057 0,'-1'0'0'0,"-1"0"0"0,0 0 0 0,1 2 0 0,-4-1 0 0,2 4 0 0,-3-4 0 0,2 2 0 0,-2 1 0 0,2-2 417 15,-4 1-183-15,4 1-103 0,-2-2-825 0,-1 1 365 16,4-3 182-16</inkml:trace>
  <inkml:trace contextRef="#ctx0" brushRef="#br0" timeOffset="37766.51">29556 4584 1401 0,'-8'-12'0'0,"2"1"0"0,2 2 0 0,1 2 0 0,0 0 0 0,0 0 0 0,3 3 374 16,0 1-170-16,9-3-83 0,6 1-43 16,3 4 86-16,5 0-55 0,2 1-41 0,0 0 36 0,3 0-34 15,1 2 0-15,1 3-34 0,4 2-144 0,-8 2 68 16,1-2 38-1,-2 1-246-15,-1 2 142 0,-4-2 72 0,1 0 43 0,-5 1-291 0,-5-1 137 0,-3-1 69 16,-3 4-32-16,-3 0 54 16,-2 2 6-16,0 2 12 0,-15 3 106 0,-6 3-53 15,-4 1-27-15,-5 2 1 0,-7 6 210 0,1-3-88 16,0 1-66-16,-2 0 217 0,2-3-124 0,2 3-27 16,0 0-36-16,9-6 73 0,4-5-58 0,5 2-27 15,8-5 0-15,5-3 10 0,1 3 10 0,2-7-49 16,6-4-31-16,10 3 32 15,1-4-1-15,6-1-17 0,3 1 26 0,3-2-9 0,-2 0 1 0,2 0-6 16,-2 0 5-16,1 3 1 16,1-2 8-16,-5-1-114 0,1 0 51 0,-4 2 15 15,-2-2-1-15,4 2-263 0,-7-2 136 0,-4 0 54 16,-2 0-443-16,0 0 234 0,-3 0 124 0,0 0 55 16,-6 0-193-16,1 0 132 0,-2 0 66 15,0-2-437-15,0-6 251 0</inkml:trace>
  <inkml:trace contextRef="#ctx0" brushRef="#br0" timeOffset="37964.81">29575 4734 1524 0,'-17'-2'0'0,"0"-1"0"0,2-1 0 0,7 2 0 15,5 2 0-15,3 0 0 0,0 0 302 0,0 2-133 0,11 5-57 0,6 1 224 0,5 1-149 16,4 0-76-16,2 0-28 0,0 2-24 0,2 0 9 15,0-3-32-15,-4 2-305 0,3-2 152 0,-2 1 77 16,0-3 38-16,3 2-595 16,-6-1 306-16,2-2 158 0,-3-2-591 0,0-3 344 0</inkml:trace>
  <inkml:trace contextRef="#ctx0" brushRef="#br0" timeOffset="38136.51">30134 4700 995 0,'-3'-5'0'16,"2"1"0"-16,-2 1 0 0,3-1 0 0,0 1 542 0,0 0-244 0,3 0-136 0,5 2-63 0,6 0 120 15,4 1-91-15,0 0-46 0,5 0-14 0,-3 0 30 0,2 0-31 0,1 0 0 16,2 0-455-16,-1 0 212 0,0 0 116 0,-5 2 43 31,-2 4-734-31</inkml:trace>
  <inkml:trace contextRef="#ctx0" brushRef="#br0" timeOffset="38278.99">30197 4824 1053 0,'-18'0'0'0,"3"0"0"0,0 1 0 0,3 0 0 0,-2 2 0 0,9-2 0 0,5 1 0 0,0 2 179 16,0-4-71-16,9 2-36 0,5 1 9 0,5-1-86 16,4-2 0-16,2 2 41 0,0-2-346 0,4 0 173 15,0 0 95-15,0 0 35 0,-3 0-510 16</inkml:trace>
  <inkml:trace contextRef="#ctx0" brushRef="#br0" timeOffset="38583.93">30941 4275 1270 0,'0'-12'0'0,"-1"-1"0"0,-3 2 0 0,-5 0 0 0,-2 7 0 0,-3 3 0 0,0 1 284 0,-7 0-125 0,1 8-61 0,0 8 355 16,0 7-214-16,1 3-101 16,3 3-50-16,4 9 240 0,1 2-146 0,1 7-63 15,3-2-46-15,5 3 152 0,2 5-94 0,0 3-48 16,0 2-22-16,2 10-61 16,7-10 0-1,-1-2 0-15,-5 1 0 0,3-3 0 0,-4-2 0 0,-1 7-21 0,-1-18-56 0,0 3 57 16,0-5 28-16,-9-4-357 15,1-4 178-15,-6 4 36 0,2-18 64 0,2-3-341 16,-3-9 188-16,4-2 93 16,-1-3-355-16,0 0 216 0,1-8 121 0,1-7-336 0,-2-4 225 0,3-5 112 0</inkml:trace>
  <inkml:trace contextRef="#ctx0" brushRef="#br0" timeOffset="38740.16">30540 4732 1049 0,'-1'-18'0'0,"-1"-1"0"0,2 9 0 0,0 0 0 0,0 2 0 0,1 1 0 0,12 2 610 0,5 1-277 0,4 2-153 16,2 0-72-16,6 2 241 16,4 0-156-16,3 0-79 0,7 4-141 0,-6 2 27 15,0 1 0-15,-3 0-526 0,1 0 282 0,-3-1 140 16,3 1 79-16,-10-2-710 0,0 1 357 0</inkml:trace>
  <inkml:trace contextRef="#ctx0" brushRef="#br0" timeOffset="38948.16">31153 4541 2333 0,'-10'0'0'0,"0"0"0"0,0 2 0 0,-1 10 0 0,0 1 0 0,3 6 0 0,0 10 0 0,1 4 425 0,0 6-186 0,4 3-106 0,2-1 250 0,1 1-174 0,0-2-86 16,0-1-44-16,4 1-242 0,4-11 94 0,4-4 53 0,2-3-239 15,-2-4 145-15,4-6 73 0,0 0 46 0,-1-7-663 16,-1-5 345-16,4 0 96 0,-2 0-615 16,4-6 396-16</inkml:trace>
  <inkml:trace contextRef="#ctx0" brushRef="#br0" timeOffset="39292.47">31379 4662 1992 0,'-1'0'0'0,"-2"0"0"0,-4 0 0 0,4 0 0 0,-3 6 0 0,3 7 0 0,0 1 0 0,0 6 0 0,2-1 562 16,1 5-262-16,0 0-123 0,0 0-7 0,0-1-67 15,1 1-33-15,5-6-105 0,1-1 35 0,2 1 10 16,2-8 26-16,1-1-271 0,-1-6 135 0,4-3 68 16,1 0 35-16,0 0-289 0,1-9 157 0,-4-4-1 15,4-5-147-15,-2-3 104 16,1-5 68-16,-1-3 25 0,-2-1 1 0,-1-1 1 15,-1 2 41-15,-2-1 37 0,-2 0-45 0,-3 8 8 16,-2 0 1-16,0 5 286 0,-2 2-143 0,0 8-71 16,0-4-46-16,-4 10 529 0,0 1-254 0,0 0-81 15,0 1 89-15,1 13-118 0,0 0-51 0,1 6-38 16,2 4 87-16,0 0-58 0,0 3-29 0,0-1-82 16,0 5 35-16,5-5-9 0,-1 0 26 0,0-1-574 15,1 0 287-15,1-1 144 0,-1 3 80 0,2-8-896 16,1 0 444-16,-1-4 221 0,2-6-389 15</inkml:trace>
  <inkml:trace contextRef="#ctx0" brushRef="#br0" timeOffset="39460.16">31802 4872 933 0,'-2'0'0'0,"-1"-1"0"0,2-3 0 0,-1 2 0 0,1 1 0 15,-3 1 584-15,2 0-273 16,-1 3-138-16,1 7 264 0,-3 1-192 0,-1 3-108 0,0 2-51 0,-1 2 25 15,-2 0-38-15,2-1 1 0,-6 3-29 0,6-4-348 16,-3-3 170-16,4 1 85 0,-2-2-636 0,2-3 359 0,2 2 185 16,2-7 82-16,2-1-719 0</inkml:trace>
  <inkml:trace contextRef="#ctx0" brushRef="#br0" timeOffset="39724.69">31989 4675 1380 0,'4'3'0'0,"2"4"0"0,1 1 0 0,3 4 0 0,-4 0 0 0,1 5 266 0,-3 3-115 0,1 4-58 15,0 0 383-15,-2 4-211 0,-1-5-119 0,0 2-54 16,-1-3 20-16,-1-3-38 16,0-1 1-16,0-1-61 0,0-8-8 0,2-1 30 0,-2-8 0 0,2 0 31 46,1 0-31-46,4 0 9 0,0-5-8 0,-1-11 24 0,3-1-25 0,0 0 0 32,2-4-69-32,-1-4 44 0,2 0-20 0,0 1 43 0,0-2-356 0,1-2 167 0,-2 2 70 0,1-3-481 0,1 5 256 0,-4 0 138 0,1 2 67 0,-2 3-550 15,1 0 310-15,1-1 145 0</inkml:trace>
  <inkml:trace contextRef="#ctx0" brushRef="#br0" timeOffset="39928.75">32409 4466 1003 0,'7'2'0'15,"-2"0"0"-15,4 0 0 0,-1 4 0 0,1-1 0 0,-1 4 0 0,1 2 574 0,1 2-269 0,2 7-125 0,-3 1 621 0,0 6-382 0,-2 2-192 16,-3 5-95-16,-3 4 158 0,-1 7-290 0,0-4 0 16,-7 0 0-16,-10 0 0 0,-2-3 0 0,-4-1 0 15,-6 6 0-15,4-14-193 16,-8-2 107-16,2 0 62 0,-5-3-332 0,1-2 196 0,-6 3 107 15,6-9-1035-15,3-2 526 16</inkml:trace>
  <inkml:trace contextRef="#ctx0" brushRef="#br0" timeOffset="40110.91">32524 5320 1916 0,'1'-6'0'0,"2"-2"0"0,-2 2 0 0,1 2 0 0,-1-1 0 0,-1 3 0 0,0 1 0 0,-1 1 0 0,-11 0-61 16,2 0 25-16,-4-2-9 0</inkml:trace>
  <inkml:trace contextRef="#ctx0" brushRef="#br0" timeOffset="46973.47">3830 6578 762 0,'0'-25'0'0,"-1"6"0"0,-1 2 0 0,-1 0 0 0,1-2 0 0,-2-1 250 0,0-3-95 0,3 2-63 0,-3 4-30 0,0-2 126 16,1 1-76-16,-1-3-38 0,-3 0 11 16,2 7 26-16,2-1-37 0,-6 3 1 15,3 2 38-15,0 1-36 0,-2 2 9 0,0 3-2 16,-1 3 1-16,1 1-46 0,-3 0 1 15,2 8 71-15,-2 5-26 0,2 5-9 16,-3 4-37-16,5 6 91 0,-3 1-45 0,3 8-10 0,0 4-26 0,5 0 130 78,0 10-70-78,2 0 10 0,0 6-40 0,0 7 1 0,2 9-31 0,5-3-45 0,8 2-1 0,-2 8 37 0,6-2-1 0,-2-3-51 16,1 8 35-16,-5-19-18 0,0-3-5 0,-8-3-57 0,-4-8 24 0,-1-4 21 0,0 2 9 0,-8-16-87 0,-8-6 52 0,-7-5 11 15,-1-4 1-15,-4 1 12 0,0-11-8 0,1-5-230 16,-2-2 112 0,2 0 60-16,1 0 31 0,-2-4-518 0,9-10 269 0,1-4 129 15,2-5 65-15,-1-9-264 0,5-3 164 0,-5-10 72 0</inkml:trace>
  <inkml:trace contextRef="#ctx0" brushRef="#br0" timeOffset="47133.07">3352 7056 2575 0,'0'-9'0'0,"0"2"0"0,-2-1 0 0,2 0 0 0,0 2 0 0,0-1 0 0,10 2 0 0,5-2 0 0,6 0 0 0,5-3 394 16,2 5-182-16,6-2 359 0,2 1-392 0,5-2-179 15,5 2 0-15,0-3 0 0,-3 6 0 0,-2 1 0 0,-4 0 0 0,0 0 0 32,-5 2-65-32,1 0-10 0,-11-3 52 0,-3 3-405 0,-2 0 234 0,-4-1 116 15</inkml:trace>
  <inkml:trace contextRef="#ctx0" brushRef="#br0" timeOffset="48455.79">5657 6096 879 0,'-5'0'0'0,"-2"-2"0"0,4 0 0 0,-1 2 0 0,2 0 0 0,0 4 323 0,1 9-142 0,1 6-62 0,0 3-44 16,0 6 229-16,0 3-133 0,0 6-65 16,1 2 11-16,5 5-29 0,1-6-9 0,3-1-125 0,2-1 43 15,0-6 0-15,3-7 42 0,0 1-51 16,-1-9 20-16,1-9 1 0,3-3 30 0,0-3-129 15,2-7 64-15,2-13 23 16,-3-8-9-16,1-6-144 0,0-2 80 0,-2-5 8 0,-1-1-32 0,0-4 26 16,-6 3 30-16,-1 2 32 15,-3 2-11-15,0 3-6 0,-1-1 3 0,-4 0 61 16,0 13-26-16,-2 3 1 0,0 9-32 0,0 4 5 16,-4 0-10-16,1 8 17 0,-4 0-10 0,4 0 785 0,2 8-363 15,-1 5-182-15,0 4-21 0,2 3-85 16,0 8-38-16,0-1 23 15,0 7-30-15,5-2 0 0,5 8-21 0,-3-5-428 16,4 3 209-16,-3-2 105 0,5 3 52 0,-4 0-359 0,3 8 153 16,-3-7 113-16,-1 1-27 0</inkml:trace>
  <inkml:trace contextRef="#ctx0" brushRef="#br0" timeOffset="48864.78">5664 7338 1462 0,'-2'-5'0'0,"-1"0"0"0,1 1 0 0,0 3 0 0,2-2 0 0,0 1 512 0,0 2-241 0,0 2-117 0,4 11-58 0,4 6 80 16,3 0-69-16,-3 8-26 0,5 0-32 0,-1 2-12 16,0 3 1-16,2 1-154 15,-4 1 77-15,4 0 48 0,-2-3-10 0,-1-3-47 0,-2-3 43 16,-1-3-1-16,-1-7 44 0,1 1 94 0,-4-11-74 0,0-5-1 16,2 0-72-16,-1-9 310 15,2-12-137-15,4-7-57 0,-2-3 50 0,2-5-56 16,1-3-29-16,1-2-48 0,2 0-18 0,3-6 0 15,0 6 0-15,-3-1 0 0,1 0-40 0,1 3 29 16,-4 3 24-16,2-1-244 0,-5 12 124 16,-1 5 33-16,-6 5 46 15,2 5-263-15,-3 3 134 0,-1 2 17 0,-1 5-203 0,0 0 152 16,0 0 77-16,0 3-227 0,0 4 152 0,0 2 67 0</inkml:trace>
  <inkml:trace contextRef="#ctx0" brushRef="#br0" timeOffset="51665.42">2591 6904 586 0,'-12'-12'0'0,"3"1"0"0,-1 3 0 0,5-1 0 0,2 4 0 0,3 3 0 0,0-2 298 0,0 0-130 0,1 4-64 16,8-6 34-16,4 4-54 15,1-2-1-15,1 3-69 0,1-1-1 0,2 2 26 16,-1 0 10-16,1 0-87 0,1 0 39 0,-5 0 0 16,0 0 38-16,2 0-30 0,-3 3-9 0,-4 9 39 15,-2-2-41-15,-4 6-33 0,-2 4 12 0,-1 5 4 16,0 2 84-16,-9 1-25 15,-6 1-10-15,-1 2 154 0,-2-1-77 0,0 4-35 0,-1-5-17 16,-1-3 93-16,2-2-54 0,2 0-28 31,1-2 0-31,3-1 81 0,4-7-60 0,5-3 1 0,3-2-49 0,0-3 9 0,5-2-9 0,10 0 10 16,3-4-50-16,3 0 40 0,5 0 0 0,0-6-141 31,-3 1 71-31,6-1 44 0,-5 0-9 0,-2 1-382 0,-1 1 180 0,-2 1 103 0,0 2 20 0,1-2-526 16,-8 3 286-16,-3 0 138 0,-2 0 69 0</inkml:trace>
  <inkml:trace contextRef="#ctx0" brushRef="#br0" timeOffset="51852.62">2536 7040 1760 0,'-15'0'0'0,"4"0"0"0,0 0 0 0,6 0 0 0,1 0 0 0,4 0 0 0,0 2 0 0,6 1 0 0,7-3 479 0,4 0-220 0,1 2-110 0,4-1-54 0,-1 1-47 16,5 1 1-16,-5 1-9 0,0-2-209 0,1 2 105 15,1 2 51-15,2-1-670 0,0-1 370 0,-4 0 172 0</inkml:trace>
  <inkml:trace contextRef="#ctx0" brushRef="#br0" timeOffset="51993.25">2932 6882 922 0,'-9'-1'0'0,"6"-5"0"0,-1 4 0 0,3-1 0 0,-2 3 0 0,3 0 381 0,0 0-161 0,0 0-96 16,6 0-484-16,3 0 178 0,2 5 89 0</inkml:trace>
  <inkml:trace contextRef="#ctx0" brushRef="#br0" timeOffset="52119.61">2993 7063 1540 0,'-16'2'0'0,"3"-1"0"15,-3 4 0-15,9-2 0 0,3-3 0 0,-1 4 378 0,4-2-170 0,-2 0-74 0,3-1-53 0,0-1 142 16,7 0-92-16,3 0-46 0,4 0 0 0,3 0-610 16</inkml:trace>
  <inkml:trace contextRef="#ctx0" brushRef="#br0" timeOffset="54220.5">7718 6004 639 0,'-7'-2'0'0,"-2"-3"0"0,3 0 0 0,-2 2 0 0,5 0 0 0,3 0 347 0,0 1-153 0,0 2-78 0,9 0-39 0,4 0 58 16,4 0-53-16,2 0 86 0,2 0-65 0,-2 6-31 15,6 2 9-15,-5 1-68 0,-3-1 0 0,2 1 26 16,-5 3 0-16,-1-2-102 16,1 4 60-16,-5 1 17 0,-3 2-1 0,-5 3-11 0,-1-1 37 15,0 3-21-15,-6 2 10 0,-8-2-13 0,-7-1 11 0,-3 1 34 31,-3 0 0-31,-3-1-45 0,-2 1 11 0,0-5-22 0,-1-2 21 0,0-1 12 16,4-2-9-16,2-4-366 0,-1 3 177 0,11-8 77 16,7-1 46-16,4-2-465 0,6 0 234 0,2-2 106 15,12-12-285-15</inkml:trace>
  <inkml:trace contextRef="#ctx0" brushRef="#br0" timeOffset="54398.29">8016 5963 1456 0,'-2'0'0'0,"-6"0"0"0,2 0 0 0,-5 0 0 0,2 0 329 0,-4 5-144 0,1 7-64 0,0 0 238 16,-4 8-161-16,3 1-79 0,0-1-40 0,3 2 278 15,-1 4-149-15,5-2-90 0,4 3-39 0,2-1 7 16,0-1 0-16,8 4-38 16,6-9-408-16,7 1 199 0,4-2 101 0,-1-2-636 15,3-2 367-15,2 6 164 0,-2-9-16 16,0 4-644-16</inkml:trace>
  <inkml:trace contextRef="#ctx0" brushRef="#br0" timeOffset="54819.74">7590 7257 2068 0,'-10'-8'0'0,"5"5"0"0,-3 0 0 0,3 0 0 0,3 1 0 0,2 2 0 0,0 0 267 16,0 0-113-16,2 0 277 0,7 7-187 0,5 1-107 15,2 2-49-15,1 2 52 16,2-2-50-16,-1 4-26 0,2 0 10 0,-4 1-371 0,2 0 168 0,-3 2 84 15,2 0 42-15,0-2-637 0,0 6 348 16,-1-5 96-16,-1 4-343 0,-1-4 216 0</inkml:trace>
  <inkml:trace contextRef="#ctx0" brushRef="#br0" timeOffset="55001.77">8032 7074 1148 0,'0'0'0'0,"0"0"0"16,-1 0 0-16,-5-3 0 0,1 3 0 0,3 0 745 0,-4 12-353 0,0 11-177 31,-2 12-88-31,-6 11 462 0,0 12-280 0,-5 13-135 0,-4 13-170 0,-2 14-1 16,-4 10 36-16,-4 18-334 0,5-10 162 0,2 2 86 16,-6 4 42-16,4 1-1110 0</inkml:trace>
  <inkml:trace contextRef="#ctx0" brushRef="#br0" timeOffset="62072.25">10494 6310 1271 0,'-4'-12'0'0,"-1"1"0"0,4 2 0 0,1-1 0 0,0 1 0 0,0 2 0 0,6 1 0 0,6 3 301 0,2 1-130 0,6 0-57 0,-1 2 97 0,0 0-96 0,3 2-33 0,-2 7 3 0,0 4 0 0,2 2-35 47,-3 4-11-47,-5 2-28 0,0 2 1 0,-5 3 27 0,-1 0 0 0,-2 6-70 0,-4-5 30 0,-2 3 0 15,0 0 41-15,-3-1-129 0,-10 3 63 0,-4 2 8 16,-2-5-27-16,-4-3 15 0,-2-2 1 0,0-4 52 16,-4-2-19-1,-3-2-20-15,7-6 16 0,-2-8 45 0,0-2-1 0,0 0-37 0,3-1-4 0,-3-12 41 16,9-5-36-16,4-3 14 0,2-1-12 0,7 0 47 0,-2 2-1 0,4-6-25 0,3 7 85 0,0 2-43 0,1 0-1 0,9 2 16 16,0-1-29-16,3-1 14 0,3 6-39 15,-1 0-2 1,2 1 5-16,2 4 12 0,0 0-9 0,3-1-146 0,-2 2 66 15,-1 2 41-15,2 2 0 0,-1-2-506 0,-1 3 253 0,5-3-481 16,-4 3 351-16,-1 0 172 0,-1 0 85 0</inkml:trace>
  <inkml:trace contextRef="#ctx0" brushRef="#br0" timeOffset="62432.02">10797 6203 898 0,'0'-3'0'0,"0"-4"0"0,0 5 0 0,0-4 0 0,0 2 339 16,2 1-150-16,7 1-74 0,6 0-38 0,1 2 378 16,5-4-198-16,0 2-114 0,2 1 43 15,3-2-73-15,1 0-37 0,0 2-101 16,2-2 41-16,-2 3-9 0,-5 0 32 0,0 0-124 0,-3 3 62 0,-7 7 31 16,3 1 10-16,-12 6-20 15,-1 5 0-15,-2 2 41 0,-5 6-61 0,-10 3-1 16,-3 2-15-16,-2 0 47 0,-2 1 98 0,-2 3-49 15,1-5-2-15,-1 0 122 0,0 4-62 0,4-11-49 16,6-3-3-16,2-4 91 0,1-4-58 0,6 0-29 16,1-3 10-16,4-8-30 15,0 1-9-15,0-5-3 0,7 1-36 0,6-2 0 16,-3 3 0-16,5-3 0 0,0 0 0 0,2 0 0 0,0-3 0 16,-2 0-162-16,3-3 44 0,-3 1 67 15,0-2 10-15,1-2-456 0,-4 3 213 0,0-2 127 16,4 0 29-16,-7-1-435 0,-1 2 262 0,-1-2 131 15,-2-2-194-15</inkml:trace>
  <inkml:trace contextRef="#ctx0" brushRef="#br0" timeOffset="62604.49">10815 6411 1818 0,'-14'0'0'0,"2"0"0"0,3 0 0 0,1 0 0 0,8 0 0 0,0 0 0 0,0 5 0 0,8 0 526 15,7-1-244-15,2-1-111 16,6 2-70-16,-1-1 74 0,0-1-68 0,3-1-33 0,3 1-415 16,-3 1 200-16,0-1 85 0,-4 2-259 15,0-3 177-15,-2 3 89 0,-2 0 44 0,2 0-762 0,-8 2 377 0</inkml:trace>
  <inkml:trace contextRef="#ctx0" brushRef="#br0" timeOffset="62871.68">10389 6836 1471 0,'-16'4'0'0,"1"-1"0"0,3 3 0 0,5-2 0 0,1 2 0 0,6 0 382 0,8-1-172 0,15 0-86 15,9-3-42-15,12-2 330 0,9 0-178 16,-2-2-102-16,7-9-47 0,0 0 141 0,2-1-94 0,1 0-47 15,8 0 10-15,-10 2-97 0,-1 1 1 0,-4-3-175 16,-4 7 108-16,-6-1 53 0,5 1 36 0,-21 3-384 16,-6 0 180-16,-3 0 104 15,-10 0 52-15,-1 2-294 0,-5 0 89 0,-3 0 102 0,0 0 45 16,-13 0-334-16,-4 0 190 0,-4 7 96 16,-6 5-367-16</inkml:trace>
  <inkml:trace contextRef="#ctx0" brushRef="#br0" timeOffset="63198.98">10476 7074 958 0,'-8'0'0'0,"3"-3"0"0,2 1 0 0,0-4 0 0,3 2 472 0,6 4-216 0,13-2-110 0,4 1-53 0,7-2 204 0,2 3-134 0,0 0-62 15,2 0-32-15,1 4 0 0,1 4 0 0,0 4-21 16,-8 0-110-16,-1 3 51 15,-5 3 24-15,-4 1-136 0,-9 3 81 0,2 1 49 0,-11 1-9 0,0-3-5 0,-15 2-4 16,-2-1 49-16,-6-2-61 0,-4 1 99 16,-1-7-33-16,0-5-35 0,-1-2-29 0,1-2 78 15,0-5-23-15,-2 1 1 0,5-1 41 0,5 0-28 0,1-6 4 0,3-3 35 16,5-1-18-16,-3-1 8 16,11 0-23-16,2-1 37 0,1 0-27 0,0 0 1 0,8-1-27 0,3-1-86 15,7 2 38-15,-4 1 24 16,8 1 0-16,-1 2-134 15,-2-1 70-15,5-1 46 0,-2 2-556 0,1 2 274 0,-1 0 110 0,3 0-459 16,-2 1 299-16,5-2 139 0,-4 1 84 16,-1-1-323-16</inkml:trace>
  <inkml:trace contextRef="#ctx0" brushRef="#br0" timeOffset="63410.99">10921 7080 1355 0,'0'-6'0'0,"0"3"0"0,0-3 0 0,0 0 0 0,0 4 0 0,2-3 0 0,-1 0 0 0,3 3 0 0,1-1 372 16,1 1-167-16,3 1-84 15,2 1-31-15,1 0 147 0,1 0-99 0,1 9-50 0,3 2-25 0,-3 4 8 16,4-1 9-16,-8 4-41 0,2 0-108 0,-6 3 54 16,-1-1 26-16,-3 4-40 15,-2-2 44-15,0 1-11 0,-7-3 35 0,-9 2-89 16,-2-4 44-16,-4-1-16 0,-4 3 6 0,2-9-201 16,-3 0 109-16,1-3 26 0,3-1 36 0,0-4-404 0,1 1 196 15,11-4 113-15,2 0-370 0,9-9 236 16</inkml:trace>
  <inkml:trace contextRef="#ctx0" brushRef="#br0" timeOffset="63585.22">11202 7025 1656 0,'3'-2'0'0,"0"-3"0"0,0 2 0 0,-1 2 0 0,-1-2 0 0,-1 3 373 0,0 0-173 16,0 3-80-16,-4 8 230 0,-4 4-155 0,0 4-79 15,-1 2-29-15,1-1 361 0,2 7-205 0,2-2-103 16,1 1-137-16,3-2-3 0,0 5 0 0,0-2 0 15,7-3 0-15,7 0 0 0,3-2 0 0,6 2-525 16,0-8 239-16,5-2 162 16,2-4 81-16,3-2-863 0,2-2 434 0,3-1 207 0</inkml:trace>
  <inkml:trace contextRef="#ctx0" brushRef="#br0" timeOffset="63774.96">11632 7358 2626 0,'-10'0'0'0,"-2"-1"0"0,5-3 0 16,3 3 0-16,1-1 0 0,3 2 0 0,0 0 505 0,0 0-234 0,0 0 153 0,0 0-319 0,0 0-105 15,2 0 0-15,3 0 0 0,1 2-101 0,1 0 62 16,0 1 33-16,-1-2 0 16,-1 1 42-1,3-1 1 1</inkml:trace>
  <inkml:trace contextRef="#ctx0" brushRef="#br0" timeOffset="65020.35">4132 7243 1060 0,'-11'0'0'0,"0"0"0"0,1 0 0 0,1 0 0 16,-2 0 0-16,4 0 0 0,5 0 0 0,-1 0 0 0,3 0 279 0,0 0-120 0,0 0-49 0,1 0 31 0,10 0-50 16,7-8-25-16,4-3 130 15,4-3-78-15,4-6-30 0,1 0-9 16,3-3 38-16,3-4-39 0,4-4 1 0,1-2-39 0,11-9 57 16,-3 1-10-16,5-8-47 15,7-2-1-15,5-5 22 0,4-4-23 16,9-6 11-16,-16 10-90 0,4-1 41 15,-2 4-1-15,-4 3-29 0,-7 8 35 0,1-2 10 0,-21 18 23 0,-2 4-163 0,-9 2 73 0,-1 3 18 16,-2 4 24-16,-2-3-85 16,-8 8 48-16,-4 2 4 0,-2 2 1 0,-1 1-17 15,-2-1 0-15,-1 3-42 0,-1 1 41 0,0 0-5 16,0 0 40-16,0 0-93 16,0 0 44-16,0 0 8 0,-1 0 8 0,-1 1-404 0,0 8 212 15</inkml:trace>
  <inkml:trace contextRef="#ctx0" brushRef="#br0" timeOffset="65519.71">6195 6257 904 0,'-8'-3'0'0,"4"-2"0"0,0 0 0 0,0 2 0 0,4-3 0 0,0 3 360 0,0-2-165 0,1 2-79 16,10-1-39-16,9-1 264 0,7-1-152 0,3 0-66 15,9 1-47-15,6-2 216 16,3 1-128-16,10-1-62 0,10-1 50 0,11-1-47 15,3 2-39-15,9-4 1 0,5 1 47 0,4 0-39 0,1 0 1 0,9 1-68 16,-20 1 30-16,-3 1 1 16,-2 0-1-16,-9 0-145 0,-7 2 72 0,2-1 46 0,-21 2-9 0,-9-2-161 15,-4 2 74-15,-5-1 56 0,-3-1-11 16,-5 1-70-16,-9-1 19 0,-7 2 42 16,-4 1-276-16,-4 3 145 0,0-2 68 0,-8-1-361 15,-14 3 222-15,-6 0 107 0</inkml:trace>
  <inkml:trace contextRef="#ctx0" brushRef="#br0" timeOffset="65983.63">4234 7103 1174 0,'-10'-3'0'0,"-1"1"0"0,3-1 0 0,-1-1 0 0,3 1 0 0,3 1 0 0,3 2 0 0,0 0 373 0,0 0-166 0,5 0-72 16,10 3 173-16,6 6-133 0,3-1-67 0,5 1 132 16,6 3-99-16,6-1-40 0,0 0-9 0,4 1-24 15,5 2-26-15,8 3 0 0,6 4-1 0,17 6 41 16,-2 1-12-16,4 4-28 15,3 6 0-15,1 1-127 0,-5 1 63 0,10 3 43 16,-22-8-11-16,-5-6-186 0,-4-3 63 0,-4-1-172 0,-7-6 142 0,0-2 42 16,-20-8 13-16,-5-4-194 0,-8-5 112 0,-2 0 63 15,-3 0 32-15,0 0-181 0,-5 0 113 16,-4 0 50-16</inkml:trace>
  <inkml:trace contextRef="#ctx0" brushRef="#br0" timeOffset="66530.5">6295 7633 1297 0,'-11'0'0'0,"3"0"0"0,-1 0 0 0,3 2 0 0,-1-2 0 0,3 0 0 0,1 0 0 0,1 0 388 15,2 0-174-15,0 0-88 16,0-4-33-16,2-5 189 0,10-5-122 0,7-4-60 0,1-5-31 0,8-5 130 16,11-9-70-16,6-1-50 0,9-9 183 0,14-5-112 15,14-9-55-15,14-12 2 0,21-29-19 0,-7 1-10 16,10-3-29-16,3-3-173 0,-11-4 87 0,-4 1 53 15,-38 31-11-15,-12 14-339 0,-8 5 191 0,-7 6 72 16,-2 4 56 0,1 1-230-16,-15 13 122 0,-3 4 4 15,-2 6 236-15,-2 3-80 0,-4 5-34 0,0 0 164 0,-9 7-93 0,2 4-51 16,-2 0-26-16,-4 3 373 16,-2 0-179-16,-1 1-37 0,0 3-65 0,0 0 29 0,0 0-34 0,0 0-62 15,-4 0-12-15,0 0-379 0,-5 3 154 0,3 8 131 16</inkml:trace>
  <inkml:trace contextRef="#ctx0" brushRef="#br0" timeOffset="67287.62">12000 6686 1703 0,'-10'-9'0'0,"1"-1"0"0,1 5 0 0,4 4 0 0,3-2 0 0,1 2 0 0,0 1 0 0,0 0 264 0,5 0-117 15,11 0 107-15,4 0-108 0,2-2-54 16,3-1-26-16,4-4 128 0,-1 0-82 0,2 2-37 16,-2-2 0-16,-1 1-175 15,-1-2 70-15,2 2 44 0,-9 3-10 0,-1-1-463 0,-5 4 248 0,-1 0 125 16,-7 1-853-16</inkml:trace>
  <inkml:trace contextRef="#ctx0" brushRef="#br0" timeOffset="67460.42">12033 6995 1112 0,'-15'2'0'0,"1"1"0"0,5 1 0 0,3-2 0 0,4-1 0 0,2 1 0 0,0-2 704 16,6 0-323-16,11 0-175 0,6 0-84 0,3 0 281 15,0-5-183-15,6-2-90 0,0 1-362 16,-1-3 130-16,-1 4 71 0,0-2-752 16,-2 1 402-16,0-2 200 0,3 2 106 0</inkml:trace>
  <inkml:trace contextRef="#ctx0" brushRef="#br0" timeOffset="68508.96">12868 6226 855 0,'0'-10'0'0,"0"2"0"15,-4 0 0-15,3-1 0 0,-1 3 0 0,0-3 0 0,2 3 135 0,0-3-47 0,0 2 9 0,0-1-56 0,0 4 133 16,4-1-66-16,1 1-34 0,2 3 0 0,1-3 50 16,1 4-47-16,2 0 54 0,0 0-45 0,3 0 0 15,-1 0-46-15,4 7 33 0,-3 1-33 0,1 1 1 16,1 2-1-16,-2 4-16 15,-1 0 16-15,2 3 11 0,-4 3-11 0,0-1-23 0,-2 2 23 16,-4 2 1-16,0 0-1 0,-1 4-21 16,-2-1-10-16,-2 0-36 0,0 0 25 0,-6-1 1 15,-4 3 19-15,-5 0-25 0,1-3-12 0,-7-6 43 16,1 0-10-16,0-2-32 16,-2-3-4-16,-4 0 43 0,5-6-15 0,-2-6-26 0,1 0 24 15,1-3 7-15,1 0-30 0,0-3 2 0,2-5 19 0,5-4 14 16,2-3-12-16,1-1 1 15,4 1-4-15,0-4 67 0,5 4-31 0,1 2-1 0,0-3-27 0,6 1 60 16,1-1-22-16,7 5-3 16,0-2-18-16,1 1 6 0,1 1-2 0,2 2-9 15,4 0 26-15,-5 0-63 0,3 2 9 0,-2 2-165 16,2 2 91-16,-3 0 46 0,2 0 20 0,-4 1-455 16,-2 2 211-16,1 0 117 0,-4 0 27 0,-1 2-598 15</inkml:trace>
  <inkml:trace contextRef="#ctx0" brushRef="#br0" timeOffset="69089.35">13567 6150 999 0,'0'-13'0'0,"0"-2"0"0,0 2 0 0,2 0 0 0,-1-1 0 0,-1 2 0 0,2-4 146 0,-1 0-44 0,1 0-36 0,-2 1 36 0,3-2-31 0,-3 2 0 0,0-4-32 0,0-3 72 0,0 5-40 0,0 3-1 0,-8-3-31 0,2 2 34 16,-5 3-1-16,0-2-24 0,0 4 45 0,-4 6-27 15,1 1 0-15,-2 3 60 16,0 0-44-16,-2 0 11 0,4 17-54 0,-1 4 46 16,3 6 1-16,2 7-47 0,3 7 0 0,1 7 129 0,6-1-69 15,0 6-30 1,0-1-1-16,0 2 70 16,6 1-50-16,1 6-15 0,2-12-15 0,0 2-19 0,-1-3 0 0,1-2-146 15,-4 4 83-15,-2-11 26 0,-1-7 1 0,-2-3-192 0,0-2 113 16,0-8 37-16,-8 0 10 0,-5-9-116 0,2-5 41 0,-2-5 49 15,0 0-28-15,0 0-272 16,-2-1 149-16,4-9 88 16,-3-1-367-16,3-2 223 0,0-4 111 0,0-2-398 0,0-7 245 15</inkml:trace>
  <inkml:trace contextRef="#ctx0" brushRef="#br0" timeOffset="69260.14">13184 6326 806 0,'-8'-8'0'0,"0"-1"0"0,3 7 0 0,4-1 0 0,1 3 658 0,0-2-310 0,4 0-154 0,12 0-68 16,6 2 383-16,4-1-235 0,4-1-118 16,1 2-58-16,2-2 106 15,1 1-72-15,-2 1-52 0,-1 0-67 0,0 0 26 0,0 0 0 0,-1 0-445 16,2 0 233-16,-8 0 100 0,-4 0 57 0,-4 0-621 16,-3 0 289-16,-5 0 180 0,1 1-22 0,-8 6-556 15</inkml:trace>
  <inkml:trace contextRef="#ctx0" brushRef="#br0" timeOffset="69568.69">12791 6775 1680 0,'-25'-1'0'0,"-3"-3"0"0,9 3 0 0,5 0 0 0,2 1 0 0,6 0 0 0,6 0 0 0,0 0 658 0,9-2-314 16,14-3-153-16,10 1 53 0,3-6-102 0,9 3-53 16,5-3 174-16,2 3-117 0,0 0-54 15,4 1-27-15,2-1-48 0,1 3-17 0,10-1 0 16,-12 3 0-16,1 1 0 0,-6 1 0 16,-2 0 0-16,-8 0 0 0,3 8-247 0,-17-1 106 15,-9 2 44-15,-6 0-444 0,-5 0 227 0,-6-2 137 0,0 4-155 16,-2-3 151-16,-9 1 72 15,-9-2 35-15,-1 2-436 32,-2 0 236-32,-6 1 109 0</inkml:trace>
  <inkml:trace contextRef="#ctx0" brushRef="#br0" timeOffset="69888.78">12955 6917 1175 0,'-14'0'0'0,"3"0"0"0,4 0 0 0,3 0 0 0,4 0 0 0,0 0 0 16,1 0 459-16,12 1-210 0,7 9-106 0,2-2 220 0,4 6-163 15,-1 1-70-15,2 2-56 16,-1 0 1-16,-1 5-36 0,-1-1-1 0,-1 2-65 0,2 5 43 16,-7-1-10-16,-6 0 32 0,-4 1-228 15,-5 1 114-15,-3 3 57 0,0 2 39 16,-15-10-197-16,-6-1 103 0,-4-4-29 0,-3-3 29 0,-2-4 1 16,-4-5-12-16,3-3 167 0,1-4-53 0,-6 0-12 15,5-5-46-15,1-7 167 0,-4-1-71 0,10-1-37 16,3 0 0-16,2-1 117 0,7 4-70 15,1-1-8-15,1 1 12 0,10 2 250 16,0 2-147-16,0 0-72 0,10 0 51 0,5 3-62 16,3-3-22-16,3 1-137 0,3 3 49 0,1 2-1 15,-2 0 49-15,5-2-446 0,2 1 232 16,-4 1 112-16,1 1 31 0,-1 0-297 0,1-3 117 0,2 3 98 16,-5 0-40-16,3-3-459 0,-4 3 287 0,1 0 143 15</inkml:trace>
  <inkml:trace contextRef="#ctx0" brushRef="#br0" timeOffset="70197.78">13340 7037 1974 0,'0'0'0'0,"0"0"0"0,0 0 0 0,0 0 0 0,-3 0 0 0,-1 3 0 0,3 9 0 0,-2 2 0 0,3 6 284 0,0 1-122 0,0 3-63 16,0 1 205-16,0 0-138 0,1-2-63 0,6 2-33 0,4-2-70 15,1-5 38-15,3 1 10 16,0-8-10-16,1-3-67 0,3-5 34 0,2-3-1 0,-1 0-167 0,3-9 110 15,-1-8 41-15,0-7-237 16,-3-2 98-16,1-5 83 0,-2-1-24 0,1-4-92 16,-3 4 52-16,-5 2 47 0,-1 1-1 0,-2 5 189 15,-6 2-71-15,-1 2-45 0,-1 11 10 0,0 6 447 16,0 1-221-16,-3 2-118 0,-7 2 167 0,3 13-84 16,1 3-84-16,3 6 225 15,0 0-173 1,3 2-156-1,0 0 0-15,0 5 0 0,4-6 0 0,6 0 0 0,5-2 0 0,0 2 0 0,5 3 0 0,0-9 0 0,1-1 0 0,3-4-212 0,-1-2-83 0,2-4 166 32,2 0-577-32,-7-8 313 0</inkml:trace>
  <inkml:trace contextRef="#ctx0" brushRef="#br0" timeOffset="72807.92">14104 6675 1478 0,'-9'-8'0'0,"0"4"0"0,3 3 0 0,2 0 0 0,0 1 0 0,1 0 231 16,1 0-87-16,2 0 131 16,0 0-118-16,0 0-60 0,0 0-30 0,2 0 34 15,6 1-37-15,-2 2 0 16,2-1-26-16,2 1-130 0,-2-2 64 0,0 3 43 0,0 0-10 0,0-4-389 0,-1 3 211 15,-2 1 105-15,3-2-599 0,-2 1 277 16</inkml:trace>
  <inkml:trace contextRef="#ctx0" brushRef="#br0" timeOffset="73136.07">14327 6298 1130 0,'2'-15'0'0,"0"-1"0"0,1 6 0 0,2 2 0 0,4 2 0 0,2 0 306 0,4 4-134 0,4 1-57 16,-1 1-44-16,6 5 342 47,-2 8-188-47,3 2-93 0,0 5 70 0,1 3-72 0,-4 3-51 0,-2 1-150 0,-1 2 54 0,-3 1 28 0,-4 2-1 0,-1 4-240 16,-8-4 128-1,-1-1 71-15,-2 3 34 0,-4-4-224 0,-10 0 81 0,-4 2 77 0,-4-9-37 0,-3-5 5 0,-2-4-6 0,1-6 31 16,-5 1 63-16,3-9 10 0,1 0-41 0,4-1 162 15,0-9-81-15,4-3-41 0,-1-3-7 0,9 0 233 16,3 0-104 0,5-1-65-16,3 0-1 0,0 3 138 0,2-3-60 0,8 3-57 0,4 4-1 0,5-2-54 15,1 4 14-15,-1-1 0 0,3 0-186 0,-2 3 89 16,-1 1 48-16,2 2-468 0,-2 2 229 0,0-2 127 16,4 3 29-16,-4-2-529 0,-2 2 293 0</inkml:trace>
  <inkml:trace contextRef="#ctx0" brushRef="#br0" timeOffset="73477.09">14773 6379 1592 0,'-6'2'0'0,"4"-1"0"0,-4 1 0 0,3 3 0 0,0 1 0 0,0 3 0 0,0 3 0 0,1 5 182 0,2 2-72 0,0 1 138 15,0 4-105-15,0 0-53 0,3 1-16 0,5-2-147 16,3-3 55-16,1-2 28 0,1-3 0 15,2-3-222 1,1-4 135-16,-2-5 52 0,0-3 32 0,1 0-195 0,0-6 106 0,0-10-8 16,-4-3-51-16,-1-5 27 0,0 0 41 0,-3-3 12 15,-1-1 23-15,2-6-9 0,-2 2 9 0,-2 2 15 16,1 0-15-16,0-2 0 0,0 5 1 0,-1-3 96 16,1 8-42-16,-4 5-13 15,1 6 0-15,-2 5 307 0,0 4-158 0,0 1-62 0,0 1 180 16,-2 13-109-16,-2 5-65 0,2 7 49 15,-2 0-54-15,4 4-17 0,0-2-10 0,0 2-27 16,0 1-1-16,0-3 1 0,0 0 0 0,4 4-191 16,1-6 91-16,1-1 50 0,0-2 25 0,1-3-462 15,-1 0 231-15,3 1 71 0,-4-7-455 0,-2-5 282 16</inkml:trace>
  <inkml:trace contextRef="#ctx0" brushRef="#br0" timeOffset="73725.2">14327 6825 1654 0,'-16'0'0'0,"1"0"0"0,4 0 0 0,1 0 0 0,8 2 0 0,2-1 0 0,8 0 339 15,16-1-150-15,8 0 188 0,10 0-160 0,2 0-95 0,5-2-42 0,6-5 22 16,0 0-32-16,4-3-1 15,12 0-22-15,-7 1-40 0,0-1 1 0,-2-2 29 16,-4 4 0-16,-8 1-211 0,1 0 115 0,-19 5 43 16,-8 0-471-16,-7 0 254 0,-7 2 52 15,-4 0-436-15,-6 0 280 0,0 0 155 0,-6 4 72 0</inkml:trace>
  <inkml:trace contextRef="#ctx0" brushRef="#br0" timeOffset="74088.78">14466 6911 1730 0,'0'0'0'16,"0"0"0"-16,0 0 0 0,0 0 0 0,0 5 0 0,1-3 0 0,7 4 0 0,4 6 292 0,3-1-132 0,2 4-61 0,3 0 36 15,2 5-48-15,2 6-16 0,-3-2-9 0,0 3-222 16,-2-1 99-16,-4 2 49 0,-6 0 25 0,-1 3-107 15,-8-7 62-15,0 1 34 0,-8-3-96 0,-10-3 65 16,-3-3-14-16,-7-1 78 16,2-7-40-16,-2-4 1 0,-2-4-43 0,2 0 211 0,3 0-88 0,-5-9-32 15,9-3 1-15,1-5 122 0,4 3-71 0,2-2-4 16,4-1-28 15,1 0 92-31,9 3-64 0,0 2-7 0,0 1-1 0,5-1-47 0,8 2 1 0,2 0-62 0,1 2 26 0,4 1 0 16,0 1 36-16,0 2-308 15,3 0 151-15,1-1 65 0,-2 5 37 0,0-2-643 32,-1 0 315-32,1 1 136 0,-1 1-439 0,2-3 296 0</inkml:trace>
  <inkml:trace contextRef="#ctx0" brushRef="#br0" timeOffset="74279.49">14805 7032 1240 0,'1'-3'0'0,"3"-3"0"0,0-2 0 0,0 4 0 0,2 0 0 0,2 1 292 0,0 2-127 0,5 1 100 15,-1 0-118-15,2 0-55 16,1 6-27-16,1 3-1 0,1 4-17 0,-2 1-9 16,-3 0-1-16,-3 1 128 0,-1 2-65 0,-5 2-30 0,0 0 8 15,-3-2-177-15,0 0 69 0,-12-2 33 16,-1-3-128-16,-4 2 81 0,-4-2 51 0,0-4-152 0,-1-3 82 0,-3 0-10 16,3-3 37-16,-1-2-344 0,0 2 165 0,6-2 85 15,3 0 46-15,3-2-315 0,6-5 181 0,4-4 90 16</inkml:trace>
  <inkml:trace contextRef="#ctx0" brushRef="#br0" timeOffset="74457.78">15018 6984 1871 0,'1'0'0'0,"-1"0"0"0,0 0 0 0,0 0 0 0,0 0 0 0,0 0 0 0,0 7 373 0,-6 2-167 0,-2 5-76 0,1 3 356 15,-1 2-225-15,1 5-111 0,1 0-57 16,2 2 83-1,4 6-61-15,0-5-45 0,0 3-70 0,12-2 0 0,7-1 0 0,4-4 0 16,7-1-288-16,1-4 91 0,3-7 117 0,4-6 59 16,0 0-921-16,3 0 465 0</inkml:trace>
  <inkml:trace contextRef="#ctx0" brushRef="#br0" timeOffset="75130.23">15635 6771 1761 0,'-6'-10'0'0,"-1"0"0"0,4 1 0 0,-1 3 0 0,4 0 0 0,0 0 0 0,0 3 277 0,9 0-120 0,7-2-59 0,7 1 84 16,3-2-73-16,5-1-26 0,2 5-10 0,0-1 86 0,1 0-60 0,4 1-32 15,-1 1 1-15,3-2-221 0,-7 3 91 0,-3 0 49 16,-4 0-473-16,-4 0 261 16,-8 3 132-16,3 3-694 0,-11-2 384 0,-4 3 165 0</inkml:trace>
  <inkml:trace contextRef="#ctx0" brushRef="#br0" timeOffset="75326.07">15876 6428 1855 0,'-4'0'0'0,"0"0"0"0,1 0 0 0,0 9 0 0,0 3 0 0,3 9 0 0,0 5 0 0,0 7 315 0,0 9-138 0,0 8 50 16,3 0-99-16,-1 6-45 0,2-5 0 0,1 3-385 15,1-8 170-15,1 5 94 0,0-13 34 0,0-8-566 16,-1-3 298-16,-1-6 149 0,1-7 74 0,1-2-340 16</inkml:trace>
  <inkml:trace contextRef="#ctx0" brushRef="#br0" timeOffset="75690.3">16509 6220 1705 0,'8'-17'0'15,"1"2"0"-15,0 6 0 0,1 4 0 0,-1 5 0 0,2 0 0 0,0 0 192 0,3 2-68 0,-5 13 235 16,2 3-160-16,1 5-81 0,-4 4-40 0,2 1 1 31,-2 3-32-31,-4 1-10 0,-1-1 1 0,-3 1-162 0,0 0 80 0,0 3 41 0,-9 0 10 0,-3-4-194 0,-5-4 112 0,-2-3 57 16,-3-4-86-16,-3-2 66 0,-3-4-42 0,2-8-84 0,-1-6 68 0,-3 0 34 0,2 0-13 15,2-8 116-15,-2-4-51 0,6-7 9 0,6-2-36 0,1 1 212 16,5-2-100-16,0 3-35 0,8 2-26 0,2 3 327 16,0 1-163-16,0 4-53 15,9-2 40-15,4 2-55 0,2 5-41 0,3-1-64 16,2 1 33-16,1 1-1 0,0 3 0 0,4 0-324 15,-2 0 158-15,0 0 82 16,0 0 43-16,0 0-764 0,0 0 374 0,3 0 131 0</inkml:trace>
  <inkml:trace contextRef="#ctx0" brushRef="#br0" timeOffset="75957.33">17065 5992 619 0,'0'-19'0'0,"-7"0"0"0,1 4 0 0,-4 3 233 0,2 6-102 0,-2 5-48 16,2 1 1-16,-2 0 359 0,3 11-203 0,-1 7-92 15,5 6-60-15,0 5 239 0,3 5-145 0,0 5-72 16,0 2 203-16,0 4-128 16,2-3-79-16,1 1 10 0,3-1-39 0,-1 1 0 15,0 0-40-15,-1 6-34 0,1-11-10 0,-4 1 45 16,1-5-1-16,-2-2-256 0,0 5 137 0,0-13 55 15,-8-4 32-15,0-5-427 0,0-3 217 0,-1-7 43 16,-2 1-412 0,4-6 273-16,-3 0 132 0,2-8-346 0,-2-6 238 0,2-4 120 0</inkml:trace>
  <inkml:trace contextRef="#ctx0" brushRef="#br0" timeOffset="76104.73">16796 6326 1158 0,'-8'-8'0'0,"0"0"0"0,2 2 0 0,1 0 0 0,2 1 0 0,3-1 0 0,0 2 504 15,9 1-233-15,9 0-117 0,6 0-58 0,3 2 124 16,6-2-81-16,-2 1-56 0,3 1 0 0,-2 1 62 16,3 0-53-16,-2 0-28 15,5 0-404-15,-7 0 185 0,-3 0 95 0,-4 0-600 0,-1 3 346 0,-6 4 174 16</inkml:trace>
  <inkml:trace contextRef="#ctx0" brushRef="#br0" timeOffset="76372.86">16306 6777 1698 0,'-6'0'0'15,"-2"-2"0"-15,5-2 0 0,3 2 0 0,0-1 0 0,2-2 0 0,15 1 0 0,13-1 577 0,6 0-270 0,8-2-135 16,4 3-68-16,9-3 179 0,-1 1-128 0,6 1-59 15,2-2-30-15,2 2 48 0,0 2-39 0,0-1 9 16,-16 1-115-16,-5 2 33 0,-8 0 1 0,-7-1-271 16,-2 1 153-16,-3-2 84 0,-14 1 29 0,-5 1-511 15,-3-2 255-15,-3 3 65 16,0-3 84-16,-5 3-452 0,-7-2 266 0,-7 2 130 16,-1 0 64-16</inkml:trace>
  <inkml:trace contextRef="#ctx0" brushRef="#br0" timeOffset="76700.69">16535 6863 1810 0,'-5'0'0'0,"0"0"0"16,-2 0 0-16,6 0 0 0,1 0 0 0,0 7 0 0,1-2 0 0,11 5 193 0,3 2-83 0,3 2-37 0,0 4 196 0,2 0-116 0,1 2-58 16,0 5-21-16,0-2-77 15,-3 2 39-15,-3 1 0 0,-2 1 1 0,-4 1-182 16,-3 5 101-16,-6-6 35 0,0-1-92 0,-7 1 68 15,-9-3 35-15,-7-3-24 16,-2 2 30-16,-2-8-55 0,-1-4 26 0,-1-3 103 0,-1-2-42 0,-1-6-27 16,0 0-22-16,4 0 143 15,2-4-64-15,5-10-14 16,4 1-1 0,4-4 27-1,0-1-21 1,10 1 2-16,2 1 4 0,0 1 2 0,2 3-33 0,10 0-13 0,0-2 23 0,3 6-10 0,0 1 0 0,4 2-13 31,-4 3 13-31,2-1 1 0,1 1 8 0,-1 0-172 0,-3 2 77 0,3 0 34 0,-4 0 1 0,2 0-443 0,-1 0 202 0,-2 0 123 16,-1 0-562-16,0 0 330 0,0 0 164 0,-1 0-391 0</inkml:trace>
  <inkml:trace contextRef="#ctx0" brushRef="#br0" timeOffset="76946.42">16847 6982 1772 0,'0'2'0'0,"0"-2"0"0,0 4 0 0,2-1 0 0,-1 1 0 0,2 8 0 0,1 2 0 0,0 5 327 16,2 6-145-16,0 5-73 0,2 3 206 0,0 7-130 16,0-6-79-16,0 2-34 0,0-4-13 0,0-2 0 15,0-3-22-15,-1-2-53 16,-1-11 21-16,-1-5 1 0,-1-5 31 0,-2-4 78 16,4 0-39-1,0-2 9-15,1-17-49 0,-1-4 96 0,3-1-48 0,-2-5-24 0,5-4 0 0,0-3-39 16,0 1-14-16,1-1-7 15,2 0-246-15,1 1 119 0,0-1 80 0,2-5-649 0,-4 12 325 0,2 0 175 16,-2 4 49-16,1 6-481 0,0 2 297 0,1 0 137 16</inkml:trace>
  <inkml:trace contextRef="#ctx0" brushRef="#br0" timeOffset="77130.98">17498 6759 2222 0,'-3'0'0'0,"-3"0"0"0,2 0 0 0,0 0 0 0,0 0 0 0,1 0 0 0,3 0 480 0,0 0-221 15,0 3-112-15,0 1 414 0,0-1-299 0,3-1-262 0,4 2 0 0,-1-1 0 16,2 0 0 0,-1 0 0-16,0-1-767 0,-1-2 335 0,1 2 235 0,0-2 116 0</inkml:trace>
  <inkml:trace contextRef="#ctx0" brushRef="#br0" timeOffset="77831">17793 6300 785 0,'12'-15'0'0,"-4"3"0"0,6 0 0 0,4 5 0 0,0 2 0 16,2 2 237-16,3 3-100 0,-1 0-50 0,3 4-15 0,-3 9 70 16,-1 6-52-16,-3 3-26 15,-1 2 0-15,-6 4-17 0,6 3 0 0,-11-2-9 0,-1 0-62 0,-4 2 32 16,-1 1-1-16,0 1-54 0,-6 1 52 0,-8-5-9 15,-5 0 42-15,-2-5-41 0,0-2 24 0,-3-5 11 16,-2 2-41-16,5-13 81 0,0-3-13 0,1-3-40 16,0 0-10-16,2-4 58 15,0-7-16-15,5-6-5 0,3-1 49 0,2-3-32 16,3 3-3-16,3-5 44 0,1 1-23 0,1 2-10 0,0 2-33 0,6-2 39 16,7 3-39-16,2 2 0 0,1-3 9 15,1 6-89-15,3 1 40 0,-2 4-1 16,2 0 41-16,0 3-125 31,4 0 61-31,-4 1 26 16,0 3-500-16,-3 0 247 0,2 3 95 0,-5 2-412 0,4 2 256 0,-7 1 143 0,-2-1 66 0</inkml:trace>
  <inkml:trace contextRef="#ctx0" brushRef="#br0" timeOffset="78285.38">18204 6314 1522 0,'1'-7'0'0,"1"0"0"0,-2 2 0 0,1 2 0 0,1-2 0 0,1 3 0 0,2 2 0 0,0 0 0 0,2 10 200 0,-2 4-82 0,4 6 55 0,-2 1-73 0,-1 6-31 0,3 0 0 0,-3 3-48 0,1-1 16 0,-1 1 11 15,1-3-11-15,-2-2-38 0,0-2 0 0,0-1 39 16,-1-5-1-16,0 3 48 0,-1-9-47 0,-2-2 0 15,2-4 64-15,-2-4-33 0,1-1 1 0,0 0 140 16,-1-1-91-16,4-13-40 16,1-3-1-16,1-5-41 0,3-2 11 15,1-2-11-15,3-6 1 0,0 1-70 0,3-1 35 0,1-1 0 16,2-6 44-16,-3 7-232 0,2 0 111 0,-2 2 56 16,-3 3-326-16,-3 5 157 0,2-2 57 0,-4 9-369 15,-5 6 230-15,0 3 116 0,-3 2 58 0,-1 4-432 16,0 0 235-16,0 4 132 0</inkml:trace>
  <inkml:trace contextRef="#ctx0" brushRef="#br0" timeOffset="78568.23">17693 6916 1116 0,'-8'-7'0'0,"1"0"0"0,5 2 0 0,2-2 0 0,0 2 257 0,4 1-109 15,16-2-56-15,7-1 451 0,10-3-243 0,7 1-137 0,4 0 135 16,10-2-130-16,6 2-66 0,3 1-33 16,7-2-37-1,-11 6 5-15,-2-2 0 0,-4 2-1 0,-8 2-233 0,-1 0 117 0,3 0 68 16,-20 1 19-16,-1 1-183 0,-8 0 106 0,-2 0 53 15,-4 0-609-15,-5 0 295 0,-10 0 115 16,-1 0-362-16,0 3 270 0,-12 1 136 0</inkml:trace>
  <inkml:trace contextRef="#ctx0" brushRef="#br0" timeOffset="78885.1">17968 6924 1044 0,'-4'0'0'0,"0"0"0"0,3 0 0 0,1 0 0 0,0 0 0 0,1 0 0 0,12 5 411 16,6 4-187-16,1 6-94 0,4-3 26 16,2 5-51-16,-4 1-38 0,-2 3-100 15,2 0 34-15,-4 6 1 0,-2-1 35 0,0 3-175 0,-12-1 82 0,-2 2 47 16,-2-2 23-16,-2-2-79 16,-15-1 51-16,-2 1 4 15,-2-7-6-15,-6-7 55 0,1-2 1 0,-2-5-88 0,-3 0 232 0,3-5-91 16,2 0-44-16,0-6 70 0,3-8-50 0,1 0-1 15,1-3 6-15,6 2 61 0,5 1-49 0,1 1-25 16,6-1 0-16,2 3 110 0,1 1-58 0,0-1-42 16,4 1-1-16,12 2-56 15,0-1-1-15,2 2 24 0,4 1-261 0,-2 1 126 16,4 3 67-16,1-3-260 0,-2 4 154 0,2 0 53 16,3-3 52-16,-6 2-717 0,0 1 356 0,-1-1 178 0</inkml:trace>
  <inkml:trace contextRef="#ctx0" brushRef="#br0" timeOffset="79094.75">18279 7059 1204 0,'1'0'0'0,"1"-2"0"16,-1-2 0-16,3 3 0 0,0-3 0 0,-1 1 0 0,3 3 0 0,1 0 0 0,1 0 397 0,4 0-180 0,-1 2-91 0,0 7 79 16,4 1-88-16,-2 2-41 0,-3 3-64 15,0 2 0-15,-5 1 25 0,-2 0 9 0,-3-1-55 16,0 3 22-16,-3-1 1 15,-12 0 23-15,-1 1-62 0,-6-4 27 0,-2-3-1 0,-1-1 36 0,-3 0-78 16,2-4 6-16,-5 1 32 0,11-7-319 16,-1 1 158-16,2-3 61 0,7 0-424 0,3 0 245 0,4-5 113 15</inkml:trace>
  <inkml:trace contextRef="#ctx0" brushRef="#br0" timeOffset="79281.02">18531 7006 1239 0,'-17'0'0'0,"-2"5"0"0,-1 1 0 0,1 5 0 0,1 1 0 0,-1 5 0 0,0 4 752 0,2 4-357 0,0 4-170 0,9 2 365 0,6-1-276 0,2 4-139 0,2 0 66 0,15-1-241 0,10 5 0 16,5-10 0-16,10-5-14 0,4-3-124 0,8-3 87 0,2-2 44 0,6-5-788 0,-10-6 412 0,0-3 209 0</inkml:trace>
  <inkml:trace contextRef="#ctx0" brushRef="#br0" timeOffset="82606.63">21058 6384 940 0,'-10'0'0'0,"0"-2"0"0,-1-3 0 0,4 3 0 0,0 1 0 0,4 0 372 0,0-2-168 0,3 3-83 16,-2 0-33-16,2 0 106 0,2 0-78 0,11 0-40 0,5 0 0 0,5 0 149 15,2 0-85-15,3 0-56 16,2 0 7-16,-2 0-27 0,3-3 0 0,-1 3-103 16,4-1 47-16,-9 1-10 0,0 0 39 15,-1 0-89-15,-3 0 44 0,-5 0 0 0,3 0 54 0,-9 4-69 16,-3 7 10-16,-6 1 1 0,-1 8-12 15,-6 4 67-15,-10 3-38 0,-6 2 4 0,-6 7-19 0,-4-1 17 16,-3 5 1-16,-2 0-48 16,-3 7 5-16,4-10 41 0,0 3 6 0,3-3-48 0,0 1 42 15,2-4-2-15,-3 6 0 0,13-12 42 16,5-3-2-16,3-6-41 0,7-2-10 0,1 0 89 16,5-11-39-16,0 0 142 0,5-4-78 0,7 0-43 15,5-1-8-15,2 1 100 0,3-2-65 16,2 0-26-16,2 0-1 0,2 0-71 15,0 0 44-15,3 0 9 0,-7 0-9 0,1 0-154 0,-1-2 77 16,-2 1 38-16,-5-1 1 0,5 0-387 0,-9 2 197 0,-4-3 70 16,-1 2-201-16,-4-1 113 15,-2 2 87-15,0-1-438 0,-2-2 266 16,0 1 128-16,-4-3 65 0</inkml:trace>
  <inkml:trace contextRef="#ctx0" brushRef="#br0" timeOffset="82783.56">20954 6751 1324 0,'-19'-6'0'15,"-1"-1"0"-15,7 5 0 0,3 0 0 0,5 2 0 0,2 0 0 0,3 0 0 0,0 0 530 0,3 0-251 0,12 0-121 16,2 4 129-16,5-2-125 0,2 3-63 0,-1 1-69 16,2 0 7-16,0-2 0 0,0 3 0 0,1-4-451 15,-3 3 225-15,5 1 123 0,-7-1 47 0,1-1-671 16,-2 0 350-16</inkml:trace>
  <inkml:trace contextRef="#ctx0" brushRef="#br0" timeOffset="83001.88">21262 6800 948 0,'0'0'0'0,"0"-1"0"0,0 0 0 0,0-2 0 0,0 1 0 0,0 2 0 0,1 0 401 0,8 0-181 15,-1 0-83-15,3 7 91 0,1 5-95 0,4 1-48 16,-3 3-24-16,2 4 8 0,0 1-23 15,-4 3-9-15,-1-1 0 0,-3 4-76 16,-2 1 38-16,-4 2-1 0,-1 1 9 0,0-5-10 16,-9-4 40-16,-5 0 0 0,-2-6-50 0,-2-2 26 0,-2-2-7 15,2-6-232-15,-2-4 107 0,1-2 62 16,4 0 15-16,-2 0-170 0,3-4 81 0,5-5 59 16,4-4 10-16,5-2-434 0</inkml:trace>
  <inkml:trace contextRef="#ctx0" brushRef="#br0" timeOffset="83218.7">21498 6849 2501 0,'-7'0'0'0,"1"0"0"0,0 0 0 0,-3 0 0 0,1 0 0 0,-3 3 0 0,0 3 0 0,2 6 0 0,-1 0 318 0,0 5-141 31,2 1-70-31,0 3 196 0,3 3-138 0,2-2-64 31,3 3-32-31,0 1 25 0,1-4-29 0,7 4-34 0,7-9-31 0,1 3-57 0,2-6 7 0,2-2-423 0,0-2 256 0,3-1 135 16,-4-5 56-16,0-3-692 0,0-1 307 0,-1 0 187 0,1 0 94 0,2 0-504 15</inkml:trace>
  <inkml:trace contextRef="#ctx0" brushRef="#br0" timeOffset="83446.03">21775 6677 1250 0,'0'-2'0'0,"0"-3"0"0,0 2 0 0,0-2 0 0,0 0 0 0,0 1 705 0,0 1-334 0,3 2-167 16,5-3-84-16,0 3 392 0,3-2-228 0,2 2-129 15,3-1 38-15,1 2-78 0,5 0-93 0,-1 0-22 16,5-2 0-16,-3 2 0 15,4 0 0-15,-5-1-425 0,6 1 207 0,-3-2 128 16,1 0 72-16,-6 0-889 0,-3 2 445 0</inkml:trace>
  <inkml:trace contextRef="#ctx0" brushRef="#br0" timeOffset="83639.69">21823 6904 1661 0,'-9'3'0'0,"-2"1"0"0,0 2 0 0,5-1 0 0,2 1 0 0,1-5 368 0,3 6-166 0,0-2 430 0,13 1-288 0,3 0-159 16,4-3-74-16,3 0 74 16,3 0-74-16,0 0-38 0,2-1-14 0,-3 1-59 15,0-3 0-15,-2 0 0 0,-1 0 0 0,-5 0-256 16,5 0 89-16,-8 0 98 0,-2 0-581 0,-4 0 315 16,-3 0 179-16,-3 0-639 0,0 0 371 0,-2 0 198 15</inkml:trace>
  <inkml:trace contextRef="#ctx0" brushRef="#br0" timeOffset="84506.53">22791 6392 943 0,'0'-17'0'0,"0"5"0"0,0-1 0 15,0-3 0-15,0 3 0 0,0-4 0 0,0-2 125 0,0 2-49 0,0 3 11 0,0-3-26 16,0 0 1-16,0 4-25 0,-2-6 46 16,-3 5-46-16,-3 1 0 0,0 2 0 0,-2 3 46 15,-2 1 0-15,-2 2-37 0,1 3-9 0,1 2 130 16,-1 0-65-16,0 5-33 0,3 11 126 0,-1-1-69 16,7 9-50-16,0 4 100 0,4 6-70 0,0 8-34 15,0 4-1-15,0 9 10 0,2 4-10 0,1 3-34 16,2 5 0-16,1 7-5 0,-2 7 5 0,3 12 9 31,-3-8-9-31,0-2-128 0,-3-2 64 0,1-7 32 0,-2-6-213 0,0 3 110 16,0-22 29-16,-9-6-132 0,0-8 99 0,-4-3 26 15,-3-9 31-15,-2-4-126 0,5-13 61 0,-3-6 37 16,1 0-1-16,-1-9-289 0,2-9 162 0,-1-8 73 16,2-2 50-16,1-6-353 0</inkml:trace>
  <inkml:trace contextRef="#ctx0" brushRef="#br0" timeOffset="84660.57">22380 6702 1922 0,'-2'-20'0'0,"-3"8"0"0,4 0 0 0,1 4 0 0,0-4 0 0,1 9 0 0,15-1 0 0,3 0 0 0,4 3 245 0,5-1-104 0,2 0-42 0,1 2-34 0,0 0 0 0,2 0-28 15,-1 2 0-15,3 5-215 0,2 2 117 0,-7 1 44 16,-2 2 27-16,-3 3-637 0</inkml:trace>
  <inkml:trace contextRef="#ctx0" brushRef="#br0" timeOffset="85012.85">22847 6984 1516 0,'0'10'0'0,"-2"3"0"0,-2 3 0 0,2-4 0 0,2 1 0 0,0 1 0 0,0-2 0 0,0 3 350 15,2-4-161-15,5-1-76 0,0-3-38 0,2 0-27 0,2-2-11 0,3 0 10 16,-3-5-125-16,2 0 57 16,2 0 29-16,1-3-131 0,-2-8 80 0,1-2 49 15,-1-1-9-15,0-5-67 0,-3 2 50 0,0-3 25 16,2 0-51-16,-4-2-24 16,-1 4 31-16,-1 0-4 0,-3 0 0 0,2 1 155 15,-3 4-60-15,0-3-26 0,-1 6 88 0,-1 2-44 0,-1 1-31 16,0 5 211-16,0-1-110 0,0 3-28 0,0 0-43 0,-1 12 70 15,-2 6-51-15,1-2-25 0,0 9-1 0,2-2 30 16,0 4-9-16,0-2-46 16,0 4 0-16,0-3-75 15,5 1 38-15,2 2 9 0,0-4-92 0,1 0 60 0,-1-4 30 16,0-1-398-16,2-2 200 0,-1-1 69 0,0-7 60 0,-3-3-476 16,4-4 251-16,-5-3 125 0,2 0 62 0,3-3-427 15</inkml:trace>
  <inkml:trace contextRef="#ctx0" brushRef="#br0" timeOffset="85190.01">23280 6766 1245 0,'-2'0'0'0,"-1"-2"0"0,2 0 0 0,-1 1 0 0,1-1 164 0,1 2-68 15,0 0-31-15,0 0 483 16,0 0-257-16,1 3-127 0,3 3-56 0,3-3-55 15,0 4-17-15,-3-1 0 16,4-2-1-16,-3 1-539 0,-1 1 279 0,0-2 125 0</inkml:trace>
  <inkml:trace contextRef="#ctx0" brushRef="#br0" timeOffset="86029.51">23704 6571 939 0,'-2'-12'0'0,"0"5"0"15,0 0 0-15,1 0 0 0,0 6 0 0,1 1 0 0,0 0 275 0,0 15-119 0,0 6-60 0,0 6-20 16,0 6 142-16,0 2-91 0,0 6-45 0,0 0 20 0,0-3-32 15,0 6 9-15,1-8-65 0,2-4 22 16,4 2 1-16,1-6 0 16,1-4-30-16,2 1 10 0,0-12 19 0,0-5 1 0,3-5-66 15,1-3 33-15,0 0 0 0,5-12 42 0,-3-12-181 16,2-5 79-16,-2-3 17 0,-1-2-157 0,2-5 86 16,-2-3 51-1,-2 3-42-15,-3-3 42 0,0-1 3 0,-1-1 1 0,0 0-15 0,-1-8-8 16,-5 15 33-16,-3 3 8 0,-1 7 113 0,0 6-56 15,0 9-29 1,-5-3 341 0,-1 13-163-16,-2 2-90 0,-2 6-22 0,2 15 241 0,-1 2-107 15,2 6-83-15,1 4 59 0,4 3-65 0,2 2-32 0,0 3-1 0,0 3 46 0,0-6-44 0,6-1 0 16,1-1-34-16,4 0-142 0,0-1 70 0,2 1 46 16,0-7-461-16,1-5 241 15,-1-7 120-15,0 1-624 0,-3-6 339 0,5-1 156 0,-7-5 95 0,0-6-439 16</inkml:trace>
  <inkml:trace contextRef="#ctx0" brushRef="#br0" timeOffset="86252.31">24157 6729 1092 0,'8'-6'0'0,"0"1"0"0,4 0 0 0,-2 3 0 0,1 2 0 0,3 0 0 0,-2 0 228 0,4 9-95 0,0 4-40 0,-3 1 140 0,1 3-98 16,0 3-49-16,-4 1-25 0,-1 1 20 15,2 3 9-15,-8-2-53 0,-1 1-33 16,-2-1 32-16,-2 0 1 0,-10-1-1 0,-2 2 49 16,-4-6-10-16,1-3-39 0,-5-4 1 0,-1-1 34 15,3-3-35-15,-3 0 10 0,2-7-194 0,4 0 92 16,-1 0 34-16,2 0 27 0,-1-2-570 0,7-7 280 16,2 0 112-16,6-2-449 0</inkml:trace>
  <inkml:trace contextRef="#ctx0" brushRef="#br0" timeOffset="86454.63">24366 6766 1513 0,'0'-2'0'0,"0"0"0"0,0 1 0 0,0-1 0 0,0 2 0 0,0 0 0 0,0 0 0 0,0 3 530 0,0 5-237 0,0 6-133 16,0 1 87-16,0 3-106 0,0 2-51 0,0 2 128 15,0 3-82-15,0-2-54 0,5-1 0 0,6 2-252 31,3-4 104-31,-1-2 51 0,8 2 35 0,-2-8-436 0,3-4 227 0,3-4 112 0,-1-4 57 16,0 0-534-16,4 0 203 0,-5-7 156 0,-2-6-123 16,-1-2 141-16</inkml:trace>
  <inkml:trace contextRef="#ctx0" brushRef="#br0" timeOffset="86645.45">24734 6644 2254 0,'-5'-6'0'0,"-1"1"0"0,3-1 0 0,3 3 0 0,0 1 0 0,2 1 0 0,13 1 0 0,7 0 0 0,6 0 381 15,4 0-178-15,4 0-83 0,4 0-142 0,-1 0 29 16,2 3 0-16,4-1 38 16,-5 1-512-16,-4 1 251 0,-4-1 127 0,-5-1-255 0,-4 0 188 0,1 2 101 15,-16-1 39-15</inkml:trace>
  <inkml:trace contextRef="#ctx0" brushRef="#br0" timeOffset="86827.96">24935 6348 1076 0,'-6'0'0'0,"0"0"0"0,2 0 0 0,1 0 0 0,3 8 0 0,0 10 660 0,0 5-313 0,2 8-155 0,3 5 171 0,2 11-163 0,2 6-74 0,-5 0-49 0,4 5-2 0,-5 0-39 0,0-3 0 0,-2 6 9 0,1-15-479 0,-2-5 236 0,0 0 116 16,0-7-890-16</inkml:trace>
  <inkml:trace contextRef="#ctx0" brushRef="#br0" timeOffset="87351.8">25993 6288 867 0,'0'-27'0'15,"0"-2"0"-15,-1 4 0 0,-1-6 0 0,-3 5 0 0,-1-1 0 0,3 3 0 0,-2-3 194 0,-5 3-79 0,3-3-30 16,-1 8-9-16,-1 4 25 0,0 3-32 0,-2 5 0 16,0 5 14-16,-2-1-15 0,3 3-9 15,2 5-22-15,-3 14 80 0,4 3-40 0,1 10 0 0,-2 8 67 63,4 7-58-63,2 3-25 0,1 9 0 0,-1 4 82 0,2 3-53 0,-1 8-18 0,-1-9-9 0,-1 3 19 0,2 0-1 0,-2 7-44 0,0-1-149 0,-2 11 83 31,0-17 29-31,-2-4-120 0,0-6 78 0,-2-8 39 0,-1-11 1 0,-2-3-313 16,5-22 160-16,-4-8 41 15,0-6 52-15,-1 0-271 0,-3-15 148 0,-2-2 65 0,4-5 47 0,-3-2-302 0,1-4 170 0,-2-2 84 0,1-4-217 0</inkml:trace>
  <inkml:trace contextRef="#ctx0" brushRef="#br0" timeOffset="87495.87">25521 6616 1433 0,'0'-13'0'0,"0"0"0"0,0 2 0 0,0 2 0 0,0 0 0 0,3-3 0 0,5 8 242 16,6-3-102-16,3 3 244 0,6-1-174 0,4 4-87 16,5-4-34-16,1 4 35 0,1-1-44 0,3 2 0 15,2 0-43-15,-2 0-268 0,4 0 143 0,-7 0 57 16,-2 0 35-16,-3 0-605 0,-2 2 318 0,-5 5 157 16</inkml:trace>
  <inkml:trace contextRef="#ctx0" brushRef="#br0" timeOffset="87739.7">26024 6650 1231 0,'0'2'0'0,"0"1"0"0,0 4 0 0,0-1 0 0,0 5 0 0,0 2 0 0,0 1 377 16,0 7-170-16,2-1-85 16,4 7-43-16,1-1 36 0,0 3-30 0,0 0-9 0,3-5-39 0,-2 1 55 15,-3-3-27-15,3-4-1 0,-2 0 88 16,-3-8-63-1,0-3-26-15,1-5 0 0,0-2 145 0,0 0-76 0,-1-7-53 0,4-12 56 16,-1-3-49-16,0-5-24 0,-1-4-1 0,6-2-68 16,-3 1 17-16,1 0 0 0,-2 1 27 0,2 1-394 15,0 2 197-15,2-1 107 0,-3 7-705 16,4 5 367-16,-4 2 146 0,4 3-536 0</inkml:trace>
  <inkml:trace contextRef="#ctx0" brushRef="#br0" timeOffset="87953.74">26468 6585 2881 0,'-9'-7'0'0,"6"2"0"16,-3 2 0-16,4-1 0 0,2 2 0 0,0 1 0 0,0-1 0 0,2 0 0 0,7 1 369 0,3-1-166 0,0 1-84 15,0-1-41-15,2 1-402 0,-2-2 176 0,-1 3 92 0,-1 0 46 16,0-3-333-16,-2 3 190 0,0-1 103 16,-3 0-900-16</inkml:trace>
  <inkml:trace contextRef="#ctx0" brushRef="#br0" timeOffset="88279.63">26663 6409 2005 0,'2'0'0'0,"-1"0"0"0,0 2 0 0,2 3 0 0,-2 2 0 0,5 4 0 0,0 4 0 0,1 6 0 0,5 9 172 16,-1-1-67-16,0 8 7 16,3 6-29-16,-4-5-8 0,3 1-39 0,-6-1-33 15,2-5 0-15,-4-2 33 0,4 1 10 0,-8-15 5 16,1-2-14-16,-2-8-1 0,0-3 1 0,0-4 142 15,0 0-62-15,0-5-45 0,1-13 175 0,4-5-106 16,3-6-51-16,2-2 11 0,5-6-23 0,1-1-9 16,1-3-69-16,4 0-24 0,1-4 12 0,4-2 25 15,3-7 8-15,-3 9-337 0,0-1 177 0,-2 5 87 16,-3 6 45-16,0-3-619 47,-7 16 304-47,-4 6 108 0,-7 8-427 0,0 7 301 0,0 1 152 0</inkml:trace>
  <inkml:trace contextRef="#ctx0" brushRef="#br0" timeOffset="88543.61">27012 6657 1761 0,'0'-2'0'0,"0"-3"0"0,0 2 0 0,0 0 0 0,1-1 0 0,6 2 0 0,2 0 225 0,4 1-95 32,-2 1-47-32,6 0-19 0,0 1-28 0,2 7 8 0,-4 3-8 0,1 2-107 0,-5 4 53 0,3 1 27 15,-9 2-64-15,-2 4 54 16,-3-2 14-16,0 1 0 0,-5 2 91 0,-12-2-34 0,0-2 0 0,-3 2 36 0,-2-7-46 0,1-2-1 16,-2-4-52-16,-1-5-153 0,3 2 90 0,-1-3 48 15,6-4 13-15,4 0-269 16,-2-2 141-16,11-7 69 0,0-3-694 0,3-3 360 15</inkml:trace>
  <inkml:trace contextRef="#ctx0" brushRef="#br0" timeOffset="88713.65">27232 6640 1645 0,'0'-5'0'0,"0"-1"0"0,0 3 0 0,0-1 0 0,0 2 0 0,0 2 0 0,-4 0 264 0,0 0-114 0,3 7-57 16,0 7 246-16,0 6-143 0,1 1-84 15,0 1-39-15,0 3-12 0,7 0 0 0,5 2-26 16,3-1-133-16,1-4 63 0,4 1 34 0,3-5 1 16,3 2-478-16,3-3 256 0,2 0 138 0,0-7-682 15</inkml:trace>
  <inkml:trace contextRef="#ctx0" brushRef="#br0" timeOffset="88880.89">27703 6982 3036 0,'-8'0'0'0,"-3"0"0"0,6 0 0 0,-2 0 0 0,-2 0 0 0,5 0 0 0,-1 0 552 0,1 2-258 0,2 0-245 0,1 0-49 0,-1-1 0 16,2 1 0-16,0-1 0 16,0-1-191-16,0 0 111 0,2 0 57 0,1 0-1059 0</inkml:trace>
  <inkml:trace contextRef="#ctx0" brushRef="#br0" timeOffset="91842.68">10341 7696 1277 0,'-8'-10'0'0,"3"1"0"0,-2 3 0 0,4 0 0 0,-5 2 0 0,5-1 0 0,-3 1 201 0,4 0-77 15,-2 2-48-15,4 1 187 16,-2 1-113-16,2-2-56 0,0 2-19 0,0-3-7 0,6 3 1 0,2 0-32 15,4 0 0-15,0-2 85 0,2 0-33 0,-1 2-10 16,2-1 8-16,-3-1-26 0,4 2 1 0,-1-2 45 16,2 0-26-16,-4 1-9 0,2-2-35 0,0 1 72 15,2-1-36-15,1-1 1 0,2-1-28 0,-1 2 27 16,-2-1 1-16,3-1-37 0,0-2 0 0,3 2 14 31,2 0-4-31,-2 0-10 0,3 0-32 0,-3 3-5 16,2-3 0-16,0 3 0 0,4-1 0 0,-4 1 0 0,1 1 0 0,-4 1 0 15,3 0 0-15,-1 0 0 0,5 0 0 0,-4 0 0 16,-2 0 0-16,3 0 0 16,-2 0 0-16,3 0 0 0,4 0 0 0,-6 0 0 15,1-1 0-15,-1 1 0 0,0-3 0 0,7 3 0 16,-7 0 0-16,0 0 0 0,-1 0 0 0,3 0 0 16,1 0 0-16,4 0 0 0,-4 0 0 15,0 0 0-15,4 0 0 0,0 0 0 0,1-3 0 0,10 3 0 16,-4-1 0-16,0 0 0 0,1-1 0 0,3-2 0 15,1 1 0-15,6 0 0 0,-8 0 0 0,0 2 0 16,2 0 0-16,-4 0 0 0,3 1 0 0,7 0 0 16,-8 0 0-16,-1 0 0 0,1 0 0 0,0 2 0 15,0 2 0-15,10 1 0 16,-12 0 0-16,5-1 0 16,-1-1 0-16,4 1 0 0,2 2 0 0,11-5 0 0,-8 2 0 0,5-3 0 15,1 3 0-15,2-3 0 0,1 0 0 0,8 0 0 16,-9 0 0-16,2 0 0 0,3 0 0 0,2 0 0 15,-3 0 0-15,11 0 0 16,-15 0 0-16,4 0 0 0,-3 0 0 0,4 0 0 0,3 0 0 0,8 0 0 16,-11 0 0-16,-1 0 0 15,1 0 0-15,2 0 0 0,1 0 0 0,10 0 0 16,-13 0 0-16,5 2 0 0,-2-2 0 0,1 0 0 0,0 1 0 0,7 1 0 16,-13 0 0-16,3-1 0 0,1 3 0 15,1-1 0-15,7 2 0 0,-13 0 0 0,-2-1 0 16,2 2 0-16,1 0 0 0,1-1 0 15,12 2 0-15,-15-1 0 0,2 0 0 0,1-1 0 16,-1 1 0-16,3 1 0 0,7-3 0 0,-8 2 0 16,1-4 0-16,2 3 0 0,1-3 0 0,2 3 0 15,6-3 0-15,-14 0 0 0,6-1 0 0,1 0 0 16,4 2 0-16,-3-3 0 0,10 2 0 0,-17-1 0 16,3 0 0-16,2-1 0 15,3 3 0-15,0-2 0 0,9 2 0 0,-14-1 0 16,-1-1 0-1,-2 3 0-15,2-2 0 0,0 0 0 0,10 2 0 0,-14-1 0 0,2 0 0 0,1-1 0 32,-2 2 0-32,-2-3 0 0,10 3 0 0,-14-4 0 0,3 3 0 0,-1 0 0 0,1 0 0 0,0 1 0 15,2-1 0-15,-9 1 0 0,-3-1 0 0,3 0 0 16,1 0 0-16,3 0 0 16,9 1 0-16,-11-3 0 0,0 1 0 0,0 0 0 31,0-1 0-31,-4 0 0 0,10 2 0 0,-14-1 0 0,7-1 0 0,1 0 0 0,0 2 0 0,-3-2 0 15,9-1 0-15,-15 3 0 0,4 1 0 0,-6-4 0 16,2 5 0-16,2-3 0 0,-10 2 0 0,-1-1 0 16,0 0 0-16,-4 2 0 0,-1 1 0 0,0 0 0 15,-10-3 0-15,-3 1 0 16,-4 1 0-16,-2-1 0 0,-3-1 0 0,-3 3 0 16,-1-5 0-16,-4 2 0 15,0-2 0-15,-1 2 0 0,0-1 0 16,-1-2 0-16,-1 0 0 0,0 0 0 0,0 0 0 0,0 0 0 31,0 0 0-31,0 0 0 0,0 0 0 0,0 0 0 0,0 0 0 0,0 0 0 16,0 0 0-16,0 0 0 0,0 0 0 0,0 0 0 0,0 0 0 0,-1-2 0 0,-3-1-779 0,-2 2 271 15</inkml:trace>
  <inkml:trace contextRef="#ctx0" brushRef="#br0" timeOffset="97780.74">21226 7608 1060 0,'-10'-3'0'0,"-3"0"0"0,4 0 0 0,1-1 0 0,2 3 0 0,-3-1 0 0,5 2 0 0,3 0 327 0,1 0-144 0,0 0-72 15,0 0-36-15,0 0 117 0,1 0-81 0,7 0-35 16,1 0 88-16,4 0-62 0,1 0-32 0,1 0 91 16,2 2-65-16,1-1-29 0,1 3 0 0,1-4 56 15,-1 3-41-15,3 0 9 0,-1-2-52 0,0 1 44 16,2 1-43-16,0-3-1 15,2 3 0-15,3-1 39 0,-2 0-9 0,1 0-30 0,1 0 62 16,2-1-31-16,0 1-1 16,4-2 25-1,-6 0-81-15,3 3-13 0,-1-2 0 0,1 3 0 0,0-2 0 0,6-1 0 0,-6 1 0 0,2-2 0 16,3 0 0-16,3 0 0 0,3 0 0 0,6 0 0 16,-3-2 0-16,1-1 0 0,7-2 0 0,-2 0 0 15,10-2 0-15,-11 5 0 16,1-4 0-16,-1 3 0 0,-4 0 0 0,3 0 0 0,4 3 0 15,-8-3 0-15,-1 2 0 0,2 1 0 0,1 0 0 16,3 0 0-16,6 0 0 0,-12 0 0 0,3 0 0 0,4 0 0 16,-3 0 0-16,5-1 0 15,7-1 0-15,-6 0 0 0,-1-1 0 0,3-1 0 16,-3 3 0-16,-1-3 0 0,8 1 0 16,-14 0 0-16,-3 1 0 0,0 2 0 0,1-3 0 0,2 1 0 15,5 1 0-15,-9 0 0 0,1 1 0 16,0-3 0-16,2 1 0 0,0 1 0 15,6 0 0-15,-8-2 0 0,-1 0 0 0,3 1 0 0,-1-4 0 0,2 3 0 16,9-3 0-16,-11 3 0 0,3-2 0 16,-2 1 0-16,2 2 0 0,-3-3 0 15,8 2 0-15,-13-1 0 0,1 1 0 0,2 0 0 16,1 0 0-16,3 0 0 0,6-2 0 0,-3 1 0 16,-2 0 0-16,5 0 0 0,0-3 0 15,1 0 0-15,10 0 0 0,-11 0 0 0,2 0 0 0,7 3 0 16,5-3 0-16,-1 2 0 0,10-2 0 0,-12 4 0 15,0 1 0-15,-1 0 0 0,-1 0 0 0,12 0 0 16,-16 0 0-16,1 2 0 16,-3 0 0-16,-2 0 0 0,-2 0 0 0,7 0 0 15,-12 0 0-15,3 0 0 0,2 0 0 0,1 0 0 16,2 0 0-16,10 2 0 0,-11 0 0 0,0 0 0 16,2 0 0-16,3-2 0 0,-1 2 0 0,8-1 0 15,-14 4 0-15,1-4 0 0,-4 0 0 0,1 3 0 16,-7-1 0-16,9 0 0 0,-15-2 0 15,-2 4 0-15,0-4 0 0,1 2 0 16,-1-1 0-16,5-2 0 0,-9 2 0 0,1-2 0 16,3 0 0-16,-1 0 0 0,-1 0 0 0,4 0 0 15,-9 0 0-15,1 0 0 0,-4 0 0 0,2 0 0 16,-3 0 0-16,1 0 0 0,-4 0 0 0,-2 0 0 16,-2 0 0-16,1 0 0 0,-3 0 0 0,1 0 0 15,-3 0 0-15,-5 0 0 0,3 0 0 0,-4 0 0 16,-1 0 0-16,1 1 0 0,-4 1 0 0,-1-1 0 15,1-1 0-15,-2 1 0 16,0-1 0-16,0 3 0 0,0-3 0 0,0 0 0 16,0 1 0-16,0-1 0 0,0 0 0 0,0 0 0 0,0 0 0 15,0 0 0-15,0 0 0 0,0 0 0 16,0 0 0-16,0 0 0 0,0 0 0 0,0 0 0 16,-2 0 0-16,1 0 0 0,-4 0 0 15,-3 0-245-15,0 0 37 0,-6 0 86 0,-1 0 42 0,-5 0-870 16</inkml:trace>
  <inkml:trace contextRef="#ctx0" brushRef="#br0" timeOffset="104635.42">12124 8411 1337 0,'-3'-4'0'0,"3"-3"0"0,-4 3 0 0,2-2 0 0,2 4 0 0,0-2 546 15,0 2-259-15,0-1-125 0,8 2-63 0,6 1 428 16,1 0-246-16,6 0-112 0,3 0-71 0,-2 0 148 16,2 0-105-16,2 0-103 0,4 0-66 0,-2 0 2 15,-2 0 31-15,-1 0-407 16,-2 0 220-16,-2 0 109 0,3 0 64 0,-12 0-322 16,0 0 185-16,-4 0-3 0,-2 0 79 0,-5 0-855 0</inkml:trace>
  <inkml:trace contextRef="#ctx0" brushRef="#br0" timeOffset="104834.67">12197 8678 3435 0,'-15'3'0'0,"4"4"0"0,1 0 0 0,3 1 0 0,2-1 0 0,5-1 0 0,0 2 0 0,5-1 0 0,10-2 399 0,5-1-302 0,4 2-97 15,3-5 0-15,-1-1 0 0,2 0 0 16,0 0 0-16,-2 0 0 0,2 0 0 0,-5 0 0 15,-2 0 0-15,-1 0 0 0,-2 0 0 0,-1-1 0 16,0-1-653-16,-8-2 308 0,-2 3 40 16,-4-2-637-16,-2 1 452 0</inkml:trace>
  <inkml:trace contextRef="#ctx0" brushRef="#br0" timeOffset="106613.31">13150 8047 1046 0,'-5'-15'0'0,"2"3"0"0,3 3 0 0,0 1 0 0,0 1 0 0,0 2 0 0,0 0 81 0,4 4-44 0,5 1 1 0,2 0 500 16,2 4-250-16,3 5-125 0,-1 4-54 0,2 2-27 15,-2 3 0-15,0 3-45 0,-1 3 1 0,-2 2-52 16,-1 3 35-16,-3-1-10 0,-5 4-164 0,0-3 95 16,-3 3 48-16,0-1-78 0,0 5 46 0,-12-7 30 15,-5 0-26-15,-2 1 114 0,-4-6-51 0,-1-3-1 16,-5-1-63-16,7-10 204 0,-2-4-81 16,0-6-39-16,2 0-11 0,3-1 88 15,-3-9-30-15,12-7-36 0,-1-3 26 0,6 0-45 0,2 1 0 16,3-2-33-16,0 1 9 0,0 1 24 15,0 2 1-15,6 2-39 0,2 3 0 0,3 0 38 16,-2-1 0-16,1 5-140 16,3-2 56-16,-3 4 36 0,2 5 3 0,3-5-349 15,0 4 163-15,-1 0 94 0,1 2 26 0,1 0-260 16,3 0 138-16,0 0 70 0,0 0-443 0</inkml:trace>
  <inkml:trace contextRef="#ctx0" brushRef="#br0" timeOffset="106873.41">13626 7904 1834 0,'-6'-19'0'0,"2"2"0"0,-4 2 0 16,1 2 0-16,-1 0 0 0,1 10 0 0,-1-1 0 0,0 4 0 0,0 0 246 0,-1 4-104 0,1 8-43 0,4 5 98 15,-1 2-80-15,2 5-39 0,1 0 187 0,2 5-114 16,0 4-47-16,0-2-39 0,2 3 76 15,1 0-52-15,3 2-25 0,1 0-1 0,-3 6-71 16,2-6 18-16,-1 5 0 0,-2-2-155 0,-1 2 91 16,-2 0 46-16,0 5-325 0,0-12 176 0,0-3 63 15,-4 0 52-15,0-9-310 0,-1-2 163 0,-2-1 38 16,2-14 61-16,1-3-529 0,-3-2 291 0</inkml:trace>
  <inkml:trace contextRef="#ctx0" brushRef="#br0" timeOffset="107033">13386 8189 1884 0,'0'-10'0'0,"0"2"0"0,0-2 0 0,0 3 0 0,0 3 0 0,2-2 0 0,7 3 0 0,5 2 331 16,4-3-138-16,0 4-82 0,4-3 178 0,0 3-126 16,1 0-63-16,4 0-339 0,1 0 147 0,-4 0 61 0,1 0 33 0,-2 0-288 15,-2 3 161-15,-1 0 82 16,-1-2 49-16,-5 2-765 0</inkml:trace>
  <inkml:trace contextRef="#ctx0" brushRef="#br0" timeOffset="107328.88">12987 8608 1175 0,'-18'2'0'15,"0"2"0"-15,3 0 0 0,9-2 0 0,6-2 27 0,0 0 0 0,11 0-27 0,15 0 798 0,10-2-371 0,11-9-200 0,6-2 225 16,4-2-207-16,1 1-105 0,6 0-51 0,3-2-16 0,-3 2-8 0,1 3-29 0,-1 0 1 0,-3 1-338 0,-3 3 169 16,1 2 94-16,-20 4 32 0,-5-2-280 31,-7 3 161-31,-7 0 81 0,-8 0-893 0,-1 0 441 31</inkml:trace>
  <inkml:trace contextRef="#ctx0" brushRef="#br0" timeOffset="107600.79">13213 8750 1588 0,'-12'0'0'0,"5"0"0"0,-1 0 0 0,6 0 0 0,2 0 0 0,0 0 0 0,2 0 0 0,13 4 0 0,2 3 303 0,3 5-134 0,4 0-66 15,-3 2-37-15,1 5 9 0,0 0-38 0,-5 1-138 16,-1 0 69-16,-2 4 34 16,-2 0 1-16,-5 7-123 0,-6-3 74 0,-1 3 42 15,-1 0-1-15,-14 1-6 0,-3 1 7 0,-5-6-24 0,-4-5-1 16,2-3 119-16,-5-5-45 0,2-1-19 0,-4-5 138 16,7-8-73-16,0 0-38 15,3-3 10-15,5-10-40 0,1-1 41 0,5-4-24 0,7-1-35 16,4 0-1-16,0 2 32 0,0-1 1 0,5 3 34 15,5-2-25-15,4 5-10 0,0-1 0 0,2 4-16 16,0 1 16-16,0-1-12 0,2 1-279 0,0 4 128 16,1-1 71-16,-2 5-255 0,3-1 153 0,1-1 65 15,2-1 39-15,-3 2-638 0</inkml:trace>
  <inkml:trace contextRef="#ctx0" brushRef="#br0" timeOffset="107945.77">13550 8857 1141 0,'0'0'0'0,"-3"3"0"0,0-2 0 0,-1 6 0 0,0-1 0 0,2 9 0 0,1 2 749 0,1 5-356 15,0 4-178-15,0 4 181 0,1 1-184 16,6-1-88-16,2 0-111 0,3-3 24 0,1 3 8 16,1-10-8-16,-2-3-107 0,4-4 53 0,-2-5 27 0,1-4-1 0,1-1-138 15,-1-3 78-15,-2-7 43 16,0-9 1-16,1-8-118 0,-3 0 75 0,2-3-48 15,-3-3-89 1,-1 0 79-16,2-2 17 0,-3 1 25 0,-2 1 1 0,2-3 19 0,0 11 10 16,-5 0 243-16,-2 6-113 0,2 3-60 0,-3 5-22 15,0 2 230-15,0 6-109 0,0 0-67 0,0 7-10 16,-3 13 377-16,0 1-198 0,2 6-91 16,-1 2-96-16,2 1-48 0,0 0 0 0,0-1 0 15,3 1 0-15,5 1 0 16,2-7 0-16,0 0-41 0,1-3-177 0,2-3 118 0,-1-3 73 0,1 0-441 15,-1-6 165-15,0-9 145 0,-5 0-12 0</inkml:trace>
  <inkml:trace contextRef="#ctx0" brushRef="#br0" timeOffset="110736.53">14190 8671 1360 0,'-9'0'0'0,"1"1"0"0,0 0 0 0,1 4 0 0,4-2 0 0,1 2 681 0,2 4-323 16,0 3-151-16,0-3 240 0,2 4-205 15,7 2-102-15,0-1 14 0,4 1-59 0,1 2-20 16,-2-5-9-16,2 4-25 0,-3-3-4 0,0-1-9 15,0-2-28-15,-2-1 0 0,-2-2 0 0,-1-2 0 16,-2 0 0-16,-1-4 0 0,1 0 0 0,-3 4 0 16,1-5 0-16,-2 0 0 15,0 0 0-15,0-7 0 0,0 2 0 0,0-5 0 16,0 3 0-16,0 0-700 0</inkml:trace>
  <inkml:trace contextRef="#ctx0" brushRef="#br0" timeOffset="113374.39">14804 8325 675 0,'0'-5'0'0,"0"0"0"0,0 3 0 0,0-3 0 0,0 0 0 0,0 1 0 0,0 1 0 0,0-3 109 0,0 4-37 16,1-1 0-16,-1-1 55 0,0 1-50 0,0 2 0 0,0-4-41 15,0 5 170-15,1-1-86 0,-1-3-33 0,0 4-8 16,1 0 116-16,-1 0-79 0,0 0-40 15,2 5 173-15,-2 6-97 0,0 2-63 0,0 2-26 0,0 6 137 0,0 1-81 16,0 6-42-16,0 7 9 16,0 1-50-16,0 5 0 0,-3 5 0 0,-2 5 140 15,-1 9-60-15,3 2-45 0,0-1 0 0,0 3-2 16,-1-1-33-16,3-3 0 0,-1 3-28 0,2-18 28 16,0-3 0-16,0-8-27 0,0-5-9 15,0-3 0-15,0-1 0 0,0-15 0 0,0-1 0 0,0-4 0 16,0-5 0-16,0 0 0 0,0 0 0 0,0 0 0 15,-1 0 0-15,-1-5 0 16,0 0 0-16,1-1 0 0,-1 0-426 0,1 0 85 63,-2-1 134-63,3-1-896 0</inkml:trace>
  <inkml:trace contextRef="#ctx0" brushRef="#br0" timeOffset="115993.76">15241 8664 999 0,'0'-3'0'0,"-2"3"0"0,2-2 0 0,0 2 0 0,-2-2 0 0,2 0 205 0,0 1-84 0,0-2-41 0,0 2 135 15,0 1-89-15,0-1-35 0,0-1-9 0,0 2 11 0,0 0-28 16,2 0 0-16,4 0 68 0,1 0-38 0,6 0-34 0,-3 0 0 0,7 0 16 16,0 0-39-16,3 0 0 0,4 0-53 0,0 0 23 15,3 0-1-15,1 0 30 0,2 0-137 16,0 0 69-16,2 0 44 0,-2 0-20 0,-4 0-157 0,1 0 74 0,-4 0 48 15,-1 0-72-15,-2 0 54 16,-4 0-1-16,-7 0-115 0,-1 0 60 0,-1 0 41 16,-5 0 7-16,1-2-117 0,-3 1 78 0,0-1 35 15,0 0 0-15,-5 1-211 0,-2-2 123 0,-4-1 52 16,1 0 40-16</inkml:trace>
  <inkml:trace contextRef="#ctx0" brushRef="#br0" timeOffset="116198.48">15505 8361 832 0,'0'0'0'0,"0"-3"0"0,-1 2 0 0,-2-1 0 0,-2 2 0 0,4 0 498 16,1 2-230-16,0 14-115 0,0 1-58 0,0 10 394 16,0 4-216-16,0 1-122 15,0 3-57-15,1 7 67 0,4 4-62 0,-2 1-30 0,0 8-293 16,-1-10 127-16,2-1 67 0,-3 0 34 0,0-3-299 0,0-5 166 15,-1 5 93-15,0-11-763 0,0-6 393 16</inkml:trace>
  <inkml:trace contextRef="#ctx0" brushRef="#br0" timeOffset="117417.98">16186 8245 1344 0,'0'-9'0'0,"0"-1"0"0,0 2 0 0,2 1 0 0,4 0 0 0,7 4 0 0,1 1 0 0,8 0 0 0,-1 2 164 0,6 0-63 15,1 9 62-15,-3 4-67 0,0 5-30 16,-2 2 1-16,-3 4-64 0,0 5 44 0,-6-2-10 0,-2 2 1 0,-6 1-39 16,0 1 0-16,-5 1 39 15,-1 3 9-15,0-8-131 0,-7 0 61 0,-6-3 31 0,-4-4-89 0,0 1 52 16,-3-3 6-16,-1-9 72 15,-2-4-13-15,0-1-29 0,-1-4-18 0,1 0 113 0,-2-2-43 16,5-8-2 0,1-2-35-16,4-3 28 0,1 1-5 0,3-3 1 0,-1 3 20 0,8-1 19 15,3 3-13-15,1 0 1 0,0 1-28 0,1 0-8 16,10 1 10-16,0 1-98 0,6 3 44 0,-1 0 0 16,2-2 43-16,1 4-344 0,3-4 158 0,1 6 80 15,-3-1 24-15,2-1-503 0,2 1 246 0,-1 1 133 31,5-1 56-31,-5-1-180 0</inkml:trace>
  <inkml:trace contextRef="#ctx0" brushRef="#br0" timeOffset="117637.46">16738 8099 1158 0,'-8'-18'0'0,"2"8"0"0,-2 3 0 0,1 1 0 0,0 6 0 0,-1-2 0 0,2 2 506 0,0 0-238 0,3 9-116 15,0 4-57-15,1 6 162 0,2 3-110 0,0 2-45 16,0 3-38-16,0 4 27 0,0 4-28 0,0 1 1 16,0 3-100-16,2 5 46 0,-1-4-9 0,1 1-214 15,-2 2 126-15,3-4 62 0,-3 0 31 0,0 3-410 16,0-10 204-16,0-6 45 16,0-2 70-16,0-3-366 0,0-7 206 0,0-1 95 15,0-10 61-15,0-3-282 0</inkml:trace>
  <inkml:trace contextRef="#ctx0" brushRef="#br0" timeOffset="117796.26">16518 8468 1143 0,'-14'-12'0'0,"2"4"0"0,4 1 0 0,0 2 0 0,5 1 0 0,0 4 0 0,3-5 161 0,0 4-67 0,3 1-28 0,10-1 0 0,5 1-29 16,4-1 1-16,2-2 433 0,0 2-221 0,3-1-107 15,-1 1-52-15,1-2-275 0,1 3 111 16,-1 0 64-16,-3-3 19 0,0 2-524 0,-2 1 276 0,-2-3 105 15</inkml:trace>
  <inkml:trace contextRef="#ctx0" brushRef="#br0" timeOffset="118054.83">16219 8696 1405 0,'-25'0'0'0,"10"2"0"0,2 2 0 0,4-1 0 0,4-1 0 0,5 1 0 0,0 0 517 0,8 0-244 0,15 0-117 0,9-3 143 15,7 0-131-15,7 0-65 0,4 0-23 0,-3-3-10 16,2-2-1-16,-1 1-31 0,-2-1 0 0,-1-1-113 16,8 0 67-16,-9 4 17 0,-6-1 1 0,-1-1-277 15,-6 2 152-15,-5 1 77 0,2 1-485 0,-16 0 259 16,-5 0 56-16,-3 0-340 15,-4 0 255-15,0 7 128 0,-12 1 54 0</inkml:trace>
  <inkml:trace contextRef="#ctx0" brushRef="#br0" timeOffset="118364.11">16278 8889 1533 0,'-14'2'0'0,"-1"-2"0"0,5 4 0 0,4 2 0 0,4-3 0 0,2 5 0 0,0 0 0 0,7 2 0 0,9 0 355 0,4 4-159 16,3 3-78-16,0 2-37 0,-1-2-44 0,3 4 10 16,-3 2-9-16,-5-5-199 0,-1 4 100 0,-6 1 49 15,0-2 25-15,-4 4-56 0,-6-3 35 0,0-1 1 16,-6-2-26-16,-11 0 32 0,-5-3-43 0,-2 2 30 16,0-7 105-16,-4-4-45 15,1-5-35-15,-2-2 143 0,4 0-68 0,-2 0-36 16,8-5-1-16,4-4 51 0,2-1-20 0,4-2 0 0,4 0-29 15,2-2-29-15,3 6-8 0,0-2 23 16,2 1 1-16,8-3-39 0,2 4 1 0,2-4 47 16,1 4-292-16,1-1 135 0,2-1 46 0,-1 3-438 15,1-1 223-15,2-1 87 16,-3 1 83-16,2 1-412 0,-1-2 242 0</inkml:trace>
  <inkml:trace contextRef="#ctx0" brushRef="#br0" timeOffset="118614.35">16581 8976 1724 0,'0'0'0'15,"1"0"0"-15,-1 0 0 0,0 0 0 0,0 0 0 0,0 0 0 0,2 2 0 0,-1 6 254 0,1 3-98 0,2 2 25 0,-1 8-71 0,4-1-36 32,-2 7-1-32,1 1 25 0,0 4-21 0,3-3-10 15,-2-3-29-15,-1-1 13 0,-1-4-13 0,-1-3-1 0,2-1 10 0,-3-6 94 16,-1-3-51-16,0-6-27 0,1-2 188 15,-2 0-107-15,4-2-44 0,0-10 17 0,1-5-117 0,2-5 0 16,-1 0 0-16,3-5 0 16,3-2 0-16,-1 0 0 0,2-2 0 0,0 2-222 0,1-3 53 0,-1 3 104 15,5-4 60-15,-3 8-795 16,-1 1 383-16,0 5 181 0,3 1-497 0,-2 3 347 0</inkml:trace>
  <inkml:trace contextRef="#ctx0" brushRef="#br0" timeOffset="118829.66">17356 8713 2283 0,'-3'0'0'0,"3"0"0"0,-2 1 0 0,2-1 0 0,-1 2 0 0,1-2 0 0,0 3 0 0,0-1 876 0,0-1-421 0,0 3-208 0,1-1-177 0,1 2-70 15,6-1 0-15,0-2 0 0,-2 2 0 16,3-1 0-16,-2-1 0 16,0 2 0-16,0-4-11 0,0 1-267 0,-1-1 157 0</inkml:trace>
  <inkml:trace contextRef="#ctx0" brushRef="#br0" timeOffset="122166.33">17771 8679 1865 0,'0'0'0'0,"0"0"0"0,0 0 0 0,0 0 0 0,0 0 0 0,1 0 0 0,5 0 308 0,2 0-135 16,3 0-59-16,4 0 291 0,6-1-184 0,4 1-92 0,5-5-46 0,4 3 108 15,3-3-81-15,2 3-36 0,0-3-1 0,0 1-60 16,0-1-1-16,1 0 35 16,-7 2-202-16,-3-2 96 0,-5 0 49 0,-4 1-393 0,-5 0 221 15,1 0 118-15,-11 2-14 0,-2-2-634 16,-4 0 335-16,0 1 170 0,-4 2 85 0,-7-2-473 15</inkml:trace>
  <inkml:trace contextRef="#ctx0" brushRef="#br0" timeOffset="122343.72">17928 8758 1841 0,'-16'6'0'0,"4"-2"0"0,1 2 0 0,3 5 0 0,2-6 0 0,3 4 0 0,-1 3 0 0,4-2 0 0,0 1 309 16,2 4-136-16,9-1 229 0,0-1-182 0,5 6-82 15,-2-3-55-15,1-2-112 0,0 2 33 0,-1 1 0 16,0-2 33-16,1 4-642 16,-4-5 316-16,-2-3 163 0,0 2 82 0,-1-2-805 15</inkml:trace>
  <inkml:trace contextRef="#ctx0" brushRef="#br0" timeOffset="122595.75">18224 8826 1084 0,'2'-6'0'0,"-1"1"0"16,-1-1 0-16,0 3 0 0,0 2 0 0,0 1 735 0,0 0-349 0,0 9-174 0,-6 8-79 0,-5 9 448 15,-4 8-272-15,-3 7-136 0,-5 8-68 0,0 5 108 16,-5 10-213-16,0-3 0 0,2 6 0 0,-2-1 0 16,3-3 0-16,2-4 0 15,2 4 0-15,6-19 0 0,4-5 0 0,1-7-400 16,2-3 208-16,0-7 72 0,-1 2 78 0,2-17-604 47,3-1 305-32,-1-5 152-15,-2-1 75 0,2 0-424 0,-2-7 241 0</inkml:trace>
  <inkml:trace contextRef="#ctx0" brushRef="#br0" timeOffset="122795.52">18149 8002 2326 0,'0'-6'0'0,"-5"0"0"0,2 2 0 0,-1 4 0 0,2 0 0 16,1 3 0-16,1 14 361 0,0 6-161 0,0 6-82 0,0 5 188 15,0 4-134-15,1 4-58 0,1 4-44 0,0-1-74 0,0 6 41 0,-2 1 0 16,2-1 0-16,-1 0-553 0,1-9 272 15,0-5 140-15,-2-5-924 0</inkml:trace>
  <inkml:trace contextRef="#ctx0" brushRef="#br0" timeOffset="130752.31">10783 9977 1945 0,'-6'-8'0'0,"1"4"0"0,0-1 0 0,3 3 0 0,2 0 0 0,0 2 0 0,0 0 0 0,10 0 0 0,7 0 0 0,2 6 218 31,2 1-90-31,4 4 12 0,-3 1-51 0,3 0-25 0,3 3 9 0,-7 2-109 0,-1 3 37 0,0 0 1 0,-3 5 36 0,-3 2-86 0,0 6 52 0,-9-1-9 0,-5 0 43 0,0 2-128 0,-7 1 53 0,-11 1 35 16,-5 3 50-16,-1-12-35 15,-7-1-49-15,0-2 340 0,-2-6-143 0,1-6-71 0,-4 0-20 16,7-7 176-16,0-5-104 0,4 0-52 0,5-6-26 15,3-5 37-15,1-4-22 0,8 3-42 0,4 0-37 16,4-1 0-16,0 0 0 0,0 0 0 16,4 4 0-16,5-3 0 0,4 4 0 0,3-4 0 31,-2 3 0-31,4 1 0 0,-2 0 0 0,1 2-103 0,-1 1-151 0,2-1 130 0,-1 1-8 0,2-1-1155 16,1 1 630-16,-4 0 309 0</inkml:trace>
  <inkml:trace contextRef="#ctx0" brushRef="#br0" timeOffset="131063.07">11077 10014 1946 0,'-3'0'0'0,"0"-3"0"0,0-1 0 0,3 1 0 0,0 0 0 0,0-1 0 0,1 1 0 0,9 2 0 0,4 0 215 0,3-2-89 15,3 3-44-15,1 0-96 0,0 0 21 0,2 0-1 16,-1 3 32-16,0 4-82 0,-2 4 40 0,0 0 11 15,-7 4-135-15,-5 1 83 16,-2 6 42-16,-3 0 3 16,-3 5-10-16,0 1-26 0,-6-1-3 0,-6 3 312 15,-4-2-132-15,0 1-67 0,-3 0-35 0,1-2 334 0,1-6-172 0,6-3-82 16,0-2-40-16,3-3 55 0,4 2-38 0,2-5-34 16,2-4-52-16,0-1 0 0,5-2 28 15,4-2-214-15,5 0 116 0,0-1 44 0,2 0 27 0,-1 0-426 16,2-1 218-16,-4-6 56 0,4 0 71 15,-6 3-499-15,1-3 266 0,-2 3 133 16,-1-3 65-16,-1 3-450 0</inkml:trace>
  <inkml:trace contextRef="#ctx0" brushRef="#br0" timeOffset="131246.85">11131 10225 1187 0,'-7'0'0'0,"-1"0"0"0,2 0 0 0,0 0 0 0,5 0 0 16,1 0 0-16,0 0 507 0,1 0-234 0,8 0-118 0,6 1-50 0,3 2 230 16,2-3-150-16,1 0-75 0,0 3-38 0,2-1-151 15,1-1 66-15,-3 0 21 0,-1 2-481 0,0-2 256 16,-1-1 127-16,0 1-595 0,-1 2 360 0,-4 0 92 16</inkml:trace>
  <inkml:trace contextRef="#ctx0" brushRef="#br0" timeOffset="131499.16">10641 10706 1759 0,'-14'4'0'16,"4"1"0"-16,1-2 0 0,6 3 0 0,3-5 0 0,0-1 0 0,17 0 0 0,10 0 420 0,8 0-192 0,11-7-86 0,5-5-57 0,5 0 18 15,5-3-33-15,6-3 1 16,8 0-34-16,9-2 59 0,-11 3-34 0,-4-2 0 16,-4 4-247-16,-7 2 111 0,-7 3 56 0,-3 3-373 15,-22 2 201-15,-10 3 111 0,-6 2 0 0,-6 0-492 16,-4 0 261-16,0 0 127 0,-15 9 77 16,-6 0-140-16,-5 1 104 0</inkml:trace>
  <inkml:trace contextRef="#ctx0" brushRef="#br0" timeOffset="131819.16">10930 10725 1033 0,'-4'0'0'0,"1"0"0"0,1 0 0 0,2 0 0 0,0 0 0 0,0 2 0 0,2 1 207 16,8 3-76-16,5 2 149 0,0 5-121 0,6-1-61 16,-2 5-31-16,2 2-67 0,3 1 9 0,-5 4 28 15,-2 0 0-15,-2 0-185 0,-6 5 93 16,-4-2 46-16,-2 3 9 0,-3-5-15 15,-1-3 27-15,-14 1-1 0,-3-4 8 0,-5-3 7 16,-1-2-49-16,-2-6 128 0,-1-3-63 0,2-2 1 16,1-3-49-16,0 0 139 15,2 0-46 17,8-3-35-32,1-5 6 0,4-1 105 15,3 0-63-15,5 1-31 0,1-2 9 0,0 0-42 0,1 2 1 0,11-1 1 47,-1 1-39-47,2 2 0 0,4-3 48 0,-1 3-243 0,2 2 116 0,-2-2 46 0,-1 2 32 0,4 0-487 0,0-1 235 0,-2 2 88 0,-3-1 71 0,3 1-461 0</inkml:trace>
  <inkml:trace contextRef="#ctx0" brushRef="#br0" timeOffset="131981.26">11222 10868 2057 0,'0'0'0'0,"0"0"0"0,0 0 0 0,-1 0 0 0,0 0 0 0,-2 3 0 0,3-2 0 0,0 2 333 0,0 2-152 0,0 0-110 15,4 3 0-15,5-2-34 0,2 3 0 0,3 1-455 0,0-2 223 0,1 1 117 16,3-1 57-16,0-2-755 16,-2 0 372-16</inkml:trace>
  <inkml:trace contextRef="#ctx0" brushRef="#br0" timeOffset="132254.78">11489 10706 1111 0,'-1'-8'0'0,"1"3"0"0,-1-2 0 0,-2 3 0 0,1-2 0 0,2 1 351 16,0 3-162-16,0 1 312 0,0 1-233 16,0 0-115-16,0 1-57 0,0 12 143 0,0 5-106 0,0 3-47 15,0 5-25-15,0 10 191 0,0 3-108 0,0 11-44 16,0 1-36-16,-6 6 31 0,0 7-28 0,-2 11-46 16,-3 6-21-16,0 11 0 0,1-13 0 0,-2-4-9 15,4-3-19-15,-1-6 32 0,1 2 9 0,2-20-45 16,3-5 23-16,-2-7 0 31,4-5 42-31,-1-7-145 0,0 3 36 0,0-16 37 0,2-1-9 16,-2-5 62-16,2-2-19 0,0-3-12 0,-3 2 1 0,3-2 2 15,0 0 2-15,0 0-143 0,0 0 69 0,0-2 36 0,0 1-2 0,-1-1-351 16,-1 1 182-16,2-3 91 0,-2-1 47 0,2-3-241 16,0 0 134-16,0-5 81 0</inkml:trace>
  <inkml:trace contextRef="#ctx0" brushRef="#br0" timeOffset="132500.64">12051 10470 2735 0,'-3'-3'0'0,"0"-3"0"0,-1 0 0 0,4 2 0 0,0 0 0 0,0 1 0 0,0 1 0 0,5 0 398 0,8 1-173 0,5-1-99 16,4 0 78-16,2-1-84 0,4 0-43 15,0-2-31-15,6-1-221 0,-3 2 84 0,1 0 64 16,-4-2 31-16,-1 3-296 0,-6 2 163 0,0-1 92 16,-11 2-917-16</inkml:trace>
  <inkml:trace contextRef="#ctx0" brushRef="#br0" timeOffset="132678.54">12068 10810 1458 0,'-9'2'0'0,"4"0"0"0,0-2 0 0,2 3 0 0,3-1 0 0,0-2 777 16,2 5-372-16,12-4-184 0,3 1-92 16,6 0 421-16,-1 0-261 0,3-1-187 0,4 1-102 0,-3-2 0 15,0 2 0-15,2-2 0 0,-5 0-147 0,-2 0 3 16,-3 0 89-16,0 0-973 15,-5 0 524-15</inkml:trace>
  <inkml:trace contextRef="#ctx0" brushRef="#br0" timeOffset="135563.04">4597 7161 456 0,'-10'0'0'0,"-2"0"0"0,4-2 0 0,-4 0 0 0,6 1 147 15,-1 1-54-15,1-2-26 0,3 0-1 0,-1 2 146 16,1-3-90-16,3 3-42 0,-3-2 121 0,3 1-81 16,0 1-39-16,0-1 9 0,0-2 10 0,0 2-29 15,0-1 0-15,3 1-2 0,2-3 1 16,0-1-20-16,8 0-10 0,-3-2 43 0,6-3-44 0,0 1 1 16,5-3-1-16,4-3 41 15,2-4-41-15,2-2 0 0,5-3 0 0,2-4-47 16,3-1 47-16,8-5 9 0,-1-1-106 0,3-5 48 15,4-1 17-15,0-2-135 0,5 1 68 0,7-8 46 16,-7 11-1-16,-2 1-80 0,0 2 40 0,-4 1 27 16,-7 4-3-16,4 2-13 0,-19 9 4 0,-3 0 0 15,-4 7 48-15,-4-1-27 0,-3 3-11 0,-3 2 63 16,-5 2-23-16,-3 1 1 0,-2 2-22 0,-2 4 111 16,1-3-49-16,-2 1-29 0,0 0 18 15,0 1 46-15,0-2-33 0,0 2 1 0,0-1-25 0,-2-1-35 16,-2 0 41-16,2-1-16 15,-1 1-227-15,2 1 110 0,0 0 52 0,-1 1 30 16,1 1-531-16,1 0 260 0</inkml:trace>
  <inkml:trace contextRef="#ctx0" brushRef="#br0" timeOffset="136304.88">6181 6386 927 0,'-12'0'0'0,"2"0"0"0,1 0 0 0,-1-2 0 0,3 0 0 0,1 2 108 0,3-1-35 0,0 1-1 0,0 0 146 16,3 0-95-16,0 0-43 15,0 0 0-15,0 0 0 0,0 0-42 0,2 0 9 0,2 3-9 16,3 3 33-16,4 1-1 0,-1 0-32 15,1 0-1-15,2 3 39 0,-2-3-38 0,2 3 0 16,3 0 40-16,-4 1 1 0,3 0-42 0,1 3 43 16,1-2-42-16,-3 0 0 0,2 2 0 0,0 1 28 15,-1-3 1-15,4 7-20 0,-2-5-9 16,2 3 13-16,-1 1-13 0,2 1-1 0,-2 0-31 0,4 5 41 16,-2-4-9-16,-3 1 0 15,3-1-36-15,-1 4 0 0,0 0 36 0,4 3-13 16,-4-2 12-16,-2-1-13 15,1 2 10-15,0 1-59 0,1-1 26 0,0 4-5 16,0-8 16-16,-2 4-9 0,0-2 18 0,3-3-7 0,-1 1 40 0,4 5-31 16,-4-10-4-16,2 0 1 0,-2-1 41 0,1 1 2 15,0 1-40-15,1 0 44 16,-5-2-39-16,0-1-1 0,-4 4 9 0,1-2-36 0,0 0 34 0,1 4 4 16,-5-6 0-16,3 1-36 0,-4 1-1 0,0-2 28 15,3-1-33-15,1 4 37 16,-5-4-12-16,3-1 0 0,0 0-38 0,-2 0 34 15,4 2-17-15,-4-2 0 0,0-1 0 0,0-1 0 16,2 0 0-16,-3 2 0 0,3 1 0 0,-2-4 0 16,-2 2 0-16,1-2 0 0,-1 0 0 15,-1-1 0-15,3 0 0 0,-4-1 0 0,1-3 0 16,-2 0 0-16,1 0 0 0,-1-2 0 16,-1 3 0-16,0-5 0 0,1 0-14 0,-2 1-24 15,-1-2 35-15,0 0-202 0,0 0 87 0,0 0 54 16,0 0 12-16,0 0-156 0,0 0 69 0,-1 0 52 15,-6 0-566-15,-2 0 312 0,1 0 151 0</inkml:trace>
  <inkml:trace contextRef="#ctx0" brushRef="#br0" timeOffset="137007.51">4443 7246 493 0,'0'0'0'0,"0"-3"0"0,0 1 0 0,0-1 0 0,0 1 35 0,1 0 4 0,-1-1 1 0,0 0 10 0,0 2 96 0,0-2-54 0,2 3-25 0,-2-3-1 16,2 2 39-16,1 1-23 0,-1 0-10 0,-1 0 36 0,1 0-35 16,3 0 1-16,0 1 35 0,3 7-25 0,1 1-9 15,1 1-35-15,0 1 37 0,4 5 1 0,2 0-38 16,4 4 9-16,2-3 67 16,0 5-39-16,5-1 1 0,2 0-38 0,5 4 42 15,6 1-33 1,0-1-9-16,0-3-33 0,6 4 0 0,-3-3 32 0,4 1-81 0,2 0 51 0,-10-3-10 15,-2-4 41-15,-2 3-114 0,-5-5 44 0,-1-3 29 16,-1 4-23-16,-9-7 15 0,-5 0-27 0,-4-4 47 16,-1-1 29-16,-6-1-36 15,0 1-12-15,-3-4 11 0,0 0 47 0,0 0-46 0,0 0 3 16,-6 0-156-16,2 0 74 0,-5-2 38 16,3 0 2-1,4 2-718-15,0-3 357 0</inkml:trace>
  <inkml:trace contextRef="#ctx0" brushRef="#br0" timeOffset="137563.16">6478 7703 925 0,'-10'0'0'0,"-3"0"0"0,4 0 0 0,-5-3 0 0,7 2 0 0,-1 1 0 0,3 0 394 0,1 0-178 0,3 0-90 16,-3 0-36-16,4 0 236 0,0 0-145 0,8 0-72 15,9 0 179-15,3 0-126 0,8 0-53 0,3 0 22 16,8 0-47-16,0 0-24 0,5 0 0 0,5 0 4 16,7 0 10-16,-9 0-38 0,6 0 1 0,2 0-80 15,2 1 40-15,-3 3 0 0,5-1 49 0,-16 1-179 32,-2-2 85-32,-4 0 42 0,-5 1-109 0,-9-3 47 0,2 0 43 0,-14 2-14 15,-7-2 1-15,-2 0-8 0,-2 0 35 0,0 0 189 16,0 0-92-16,-2 0-49 0,-2 0 1 0,-3 0 201 15,1 0-111-15,2 0-34 0,0 0-28 0,-2 0-576 16,0 0 262-16</inkml:trace>
  <inkml:trace contextRef="#ctx0" brushRef="#br0" timeOffset="138754.81">13033 10078 923 0,'0'-13'0'0,"0"0"0"0,0 1 0 0,1 0 0 0,5 0 0 0,-3 7 0 0,4 0 0 0,3 3 78 0,1 2 0 0,5 0 165 16,6 3-93-16,0 11-61 0,2 1-26 0,2 1 88 16,0 4-57-16,0 3-28 0,1 1 9 0,-8 1-41 15,0 0 4-15,-7 3 0 0,-1 0-54 0,-4 0 27 47,-3 4 9-31,-4-2 18-16,0 0-77 0,-14-1 38 0,-6-2 1 0,-5 1 3 15,-3 0 30-15,-2-9 0 0,1-7-42 0,-2-2 104 0,-1-3-42 0,3-5 0 0,-4-2-35 0,12 0 64 0,-4 0-25 16,7-12 1-16,2-2 75 0,4-2-48 0,1-2-13 0,8 1-11 0,3 0 19 0,0-2-42 16,3 1 0-16,9-1-114 15,4 2 66-15,1 3 20 0,2 2-1 0,4-1-343 16,-2 2 167-16,2 3 93 0,6-1 25 0,-5 4-589 16,2 0 293-16,1 3 154 0,-1-1-177 0</inkml:trace>
  <inkml:trace contextRef="#ctx0" brushRef="#br0" timeOffset="139007.85">13644 9864 1403 0,'-7'-10'0'0,"1"3"0"0,1 1 0 0,-1 3 0 0,-1 0 0 0,0 3 0 0,2 3 0 0,1 13 491 0,-1 6-227 0,2 8-113 16,1 3 148-16,1 6-121 0,1-1-74 0,0 3-7 15,0 1-29-15,0 2-1 0,4 1-29 0,4 3-127 16,0-8 59-16,3-2 34 0,-3-4 0 0,-2-2-318 16,0-5 176-16,1 5 97 0,-5-12 35 15,0-3-504-15,-2-3 247 0,0-4 62 16,0-3 82-16,-4-3-283 0,-5-4 186 0,-1 0 90 0,-2-1-98 16,-1-9 94-1</inkml:trace>
  <inkml:trace contextRef="#ctx0" brushRef="#br0" timeOffset="139152.65">13401 10199 1260 0,'-7'-9'0'0,"-1"2"0"0,2 2 0 0,1 0 0 0,1 1 0 0,2-1 0 0,2 2 274 0,0 1-119 0,14-1-58 15,4 1-29-15,6 0 273 0,3-1-143 0,2 1-84 16,-1 2-38-16,4-3-62 16,-1-1 24-16,0 4 0 0,5-3-486 0,-5 1 239 15,-1 2 123-15,-4-2-583 0,-2 2 349 16</inkml:trace>
  <inkml:trace contextRef="#ctx0" brushRef="#br0" timeOffset="139419.92">12775 10655 1326 0,'-2'0'0'0,"-3"0"0"0,3 0 0 0,2 0 0 0,2 0 379 16,18 0-172-16,13 0-84 0,10-1-43 0,12-3 102 16,1-3-77-16,10 0-33 15,5-1-1-15,8 0 54 0,1-1-43 0,6 0 8 16,-18 1-77-16,-7 2 24 0,-5 3 1 0,-9 0-216 16,-8 1 107-16,0 1 64 0,-17 1 18 0,-8 0-379 15,-4 0 177-15,-3 0 104 0,-4 0-13 0,-1 3-499 16,-2 0 285-16,-4 0 138 0,-10 3 70 0</inkml:trace>
  <inkml:trace contextRef="#ctx0" brushRef="#br0" timeOffset="139726.85">13066 10819 954 0,'-2'0'0'0,"2"0"0"0,0 0 0 0,0 0 0 0,2 5 0 0,7 2 395 0,3 1-179 0,5 2-90 15,2 2-44-15,4 5-31 0,1 2-14 0,1 3 0 16,-3 2 0-16,-2 4-78 0,-2 0 39 0,-2 3 10 16,-13-2-186-16,-3 0 103 0,0-2 50 15,-8 1-55-15,-10-2 44 0,-4 1 3 0,-3-6 42 0,-2-8 90 16,-2 0-69-16,0-4 1 0,-5-1-84 16,8-7 210-16,1-1-77 0,3 0-24 15,2-1-24-15,3-9 101 0,1 0-34 0,6-2-14 16,6 1 19-16,3-4-33 0,1 2-1 0,0 1 28 15,1-4-21-15,12 3-9 0,1 1-31 0,3-2-29 16,0 2 0-16,3-1 29 0,2-1 10 16,-1 3-332-16,0 0 160 0,2 1 66 0,1 1 44 0,-2-3-695 15,6 3 333-15,-3 0 156 0</inkml:trace>
  <inkml:trace contextRef="#ctx0" brushRef="#br0" timeOffset="140047.44">13516 10864 897 0,'-5'8'0'0,"-1"2"0"0,-2 2 0 0,2 3 0 0,1 4 0 0,2 2 661 0,2 2-312 0,1 4-156 0,0 3-69 0,0-5 274 0,4-1-180 32,7 0-91-32,1-1-45 0,1-6-120 0,5-1 46 15,-5-5-9-15,4-3-241 0,0-7 140 0,-3-1 69 0,5 0-144 0,-5 0 102 0,-2-10 56 16,-1-7 28-16,1 0-96 0,-4-5 49 0,4-1-73 15,-6-1 48-15,0 1-5 0,0-1 31 16,0 1 0-16,-2 4 0 0,2-4 121 0,-3 8-56 16,1 1-16-16,-3 4 273 0,2 3-128 15,1 1-80-15,-1 4 167 0,1 2-112 0,-3 2-35 0,3 15-31 16,-1 3 60-16,1 4-45 0,3 3 10 16,0-1-54-16,3 1 13 0,-1 1-13 15,3-2 0-15,1-1 0 0,4 1-310 0,-3-8 150 0,1 0 80 16,1-4-626-16,1-4 304 0,-1 0 176 0,4-7-590 15,-4-3 376-15</inkml:trace>
  <inkml:trace contextRef="#ctx0" brushRef="#br0" timeOffset="140227.14">14265 10569 1470 0,'-1'-4'0'16,"-3"0"0"-16,1-2 0 0,3 4 0 0,0 0 0 0,0 0 0 0,0 2 38 0,0 0-1 0,3 0 422 16,5 0-212-16,2 2-105 0,0 2-53 0,3 2-598 15,1-3 257-15,-2 1 127 0,6-3 65 0,-4 0-622 16</inkml:trace>
  <inkml:trace contextRef="#ctx0" brushRef="#br0" timeOffset="140576.71">14690 10016 1396 0,'2'-9'0'0,"3"5"0"0,3-2 0 0,2 3 0 0,2 3 0 0,3 0 0 0,1 9 465 15,4 4-215-15,1 8-107 0,4 4-43 0,-4 0 79 0,0 5-72 0,-3 0-34 16,0-1-31-16,-5 3-5 0,-1 4 8 0,-7-4-139 15,-5 1 65-15,0-2 33 0,-10 1 0 0,-8-3-111 16,-5 2 81-16,-4-9 27 0,-1-4 0 0,-3-5-21 16,2-3-12-16,-6-2-16 0,7-8 24 0,0 0 54 15,5-1-36-15,2-8-15 16,2-6 68-16,1-2-25 0,7 2 1 0,5-3-4 16,4 0-21-16,2-2 35 0,0 4 0 0,0-1 102 15,10 2-61-15,4 1-3 0,0 1-23 0,4 4-199 16,2-3 85-16,-1 0 45 0,1 4-4 0,1 2-465 15,-1-1 236-15,3-1 94 32,-1 3-345-32,3-2 225 0,-3 2 126 0,-2 1-112 0,0-2 115 0,-2-1 57 0</inkml:trace>
  <inkml:trace contextRef="#ctx0" brushRef="#br0" timeOffset="140915.47">15026 10082 1105 0,'0'0'0'0,"0"-4"0"0,-4 2 0 0,0 2 0 0,1 0 0 0,1 0 0 0,-2 8 0 0,4 4 517 0,0 5-240 0,0 5-112 16,0-1-68-16,0 1 248 0,1 3-154 0,8 1-77 16,1-4 27-16,3 3-43 0,2-7-35 0,1 2 0 15,-3-6-27-15,4-2 0 16,-3-4 1-16,3 1-61 0,-1-6 26 0,-5-3-1 16,1 0 36-16,0-5-186 0,1-7 102 0,-4-5 37 15,-2-2 24-15,0-3-188 0,-1-2 91 0,0-1 7 16,0-5-28-16,0 5 32 15,-4 2 27-15,1 0 132 0,0 3-53 0,0 1-29 0,-2 1-4 0,1 8 143 16,-2 2-77-16,0 4-30 0,0 2 0 0,0 2 237 16,0 0-96-16,0 8-77 0,0 8-13 0,0 5 57 15,0 3-54-15,2 4-27 16,2 2-51-16,1-3-3 16,2 4-10-16,1-5-222 0,0 3 97 0,2-1 82 0,1 3 48 15,1-7-542-15,-1 0 241 0,1 0 139 0,0-3 22 0,-3-3-197 16,2-1 138-16,-5-5 84 15,-1-5 36-15</inkml:trace>
  <inkml:trace contextRef="#ctx0" brushRef="#br0" timeOffset="141150.78">14633 10677 1705 0,'-11'0'0'0,"-1"0"0"0,7 0 0 0,5 0 0 0,0 0 0 0,17-3 0 0,13-3 544 15,8-2-259 1,17-5-124-16,7 1-63 0,7-5 113 0,4 2-88 0,13-3-35 0,-9 3 57 0,-4 3-55 0,-6 1-27 0,-5 3-150 0,-8 4 61 0,-1 0 40 0,-22 2-10 0,-6 2-403 0,-7 0 217 0,-4 0 109 16,-8 0 54-16,-1 6-673 0,-5-2 333 0,0 1 163 15,-13 4-170-15,-7 2 165 0,-5 2 83 0</inkml:trace>
  <inkml:trace contextRef="#ctx0" brushRef="#br0" timeOffset="141438.59">14917 10771 1641 0,'0'0'0'0,"0"2"0"0,0 1 0 0,0 1 0 0,0 0 0 0,0 2 0 0,7 5 304 0,4 2-125 0,2 2-76 0,5 4 229 15,1 1-149-15,-2 3-74 0,3 3-36 0,-2 3-55 16,-1-1-8-16,-6 1 25 0,-1 0-125 0,-6 1-77 15,-3 2 101-15,-1 1 60 0,-5-7-114 0,-12 0 77 16,-2-4 40-16,-4-3-187 16,-3 1 101-16,3-10-34 0,-2-5 52 0,4-5 63 0,-1 0 1 15,2 0-28-15,1-7-10 0,7-5 239 16,4-4-111-16,3 0-42 0,5 1-33 0,0-5 293 16,0 2-143-16,2 3-36 0,6 1 23 0,7-1-55 15,-2 2-27-15,2 2-50 0,1-2 9 0,1 3 13 16,-1 1 1-16,2 0-297 0,-2 3 148 0,3 0 75 15,1-3 45-15,-3 6-735 0,3-3 352 0,-1 2 141 16,4 1 100-16</inkml:trace>
  <inkml:trace contextRef="#ctx0" brushRef="#br0" timeOffset="141591.07">15273 10921 1578 0,'-1'-2'0'0,"1"1"0"0,-3 0 0 0,1-2 0 0,0 3 0 0,2-3 0 0,0 3 0 0,0 0 556 0,0 0-261 0,0 3-129 0,0 2-183 15,0 2 35-15,4 3-8 0,2 0 25 0,0-1-243 16,3 1 121-16,-1 1 62 0,2-2 39 16,0 0-673-1,0-2 348-15</inkml:trace>
  <inkml:trace contextRef="#ctx0" brushRef="#br0" timeOffset="141749.65">15514 10736 2076 0,'1'-11'0'0,"0"1"0"0,1 1 0 16,0 3 0-16,-1-1 0 0,-1 3 0 0,0 4 0 0,0 6 0 0,0 12 438 0,0 11-201 16,-6 5 448-16,-5 9-329 0,-3 6-217 0,0 7-139 0,-3 5 0 15,1 4 0-15,-6 10 0 0,4-4 0 0,-1 5 0 0,-1 4 0 16,0-1 0-16,2-1-738 0,0 8 346 16,3-20 209-16,2-5-1004 0</inkml:trace>
  <inkml:trace contextRef="#ctx0" brushRef="#br0" timeOffset="142353.03">16069 10483 1693 0,'0'-7'0'16,"0"-4"0"-16,0 3 0 0,1 2 0 0,0-1 0 0,7-2 0 0,0 3 0 0,3 1 246 0,2 1-104 0,3 2 41 0,4-1-72 0,2 1-28 0,-1 0-9 0,2 1-102 0,0 1 33 0,-1 0 0 0,0 0 33 0,1 0-355 0,-4 0 172 0,-5 0 92 0,0 0 45 0,-5 3-638 0,-2-1 322 0</inkml:trace>
  <inkml:trace contextRef="#ctx0" brushRef="#br0" timeOffset="142541.7">16207 10186 886 0,'-8'0'0'0,"0"0"0"0,0 0 0 0,5 4 0 0,0 8 585 0,3 3-274 32,0 7-137-32,0 4-68 0,0 6 124 0,2 6-101 0,2 3-46 0,3 7 0 0,2 0-39 0,-3 8 2 0,0-9-8 0,-1-4-381 0,0 0 190 31,2-3 95-16,-4-4-528-15,2 3 294 0,-3-13 146 0,-1-3 75 0,2-6-438 0</inkml:trace>
  <inkml:trace contextRef="#ctx0" brushRef="#br0" timeOffset="142864.22">16609 10096 1674 0,'12'-10'0'0,"-1"5"0"0,3 2 0 0,4 1 0 0,0 2 0 0,2 0 267 0,-3 11-120 0,2 8-55 15,0 2 189-15,-2 1-122 0,0 5-60 0,1 5-22 0,-6-1-80 16,-3 0 41-16,-2 0-1 0,-5 4 0 16,-2 1-109-16,0 5 64 15,-10-8 17-15,-5-1-177 0,-6-3 102 0,-1-1 52 0,-2-4-80 16,-4-1 39-16,2-11-28 0,-1-3 41 0,1-3 5 16,1-6-11-16,1 0-14 0,6 0 8 0,1-7 180 15,4-8-73-15,5-2-36 0,3-2-7 0,0-4 200 16,5 2-103-16,0-1-29 0,7 1 47 0,4 1-33 15,3 1-32-15,3 0 73 0,2 3-53 0,0 3 0 16,1 1-42 0,2 2-44-16,-2 0 0 0,5 0 53 0,-2 3-10 0,1 4-354 15,-2 2 174-15,3-1 72 0,-1 2 48 0,1 0-742 16,-3 0 369-16,-3 2 178 0</inkml:trace>
  <inkml:trace contextRef="#ctx0" brushRef="#br0" timeOffset="143275.34">17504 9897 1127 0,'0'-26'0'0,"0"7"0"0,0 2 0 0,0-1 0 0,0 0 0 0,-2 1 210 0,-5-2-78 0,1 8 234 16,-1-1-166-16,-1 6-81 0,1 0-42 0,-1 4 69 16,0 1-46-16,3 1-37 0,-1 0 1 0,0 9 77 15,3 9-52-15,-2 5-27 16,2 8 10-16,1 1 48 0,2 6-42 0,-1 5 0 15,1 3-76-15,0 5 34 0,-2 7 8 0,1-9-118 0,-1 3 55 0,2-2 27 16,-1 2 0-16,-1 1-70 0,0 7 58 0,2-10 12 16,-2-2 0-16,0-5-272 15,1-4 134-15,-3-3 38 0,1-2-1 0,0-19-243 32,1-5 150-32,-1-7 75 0,-1-3-301 0,0-3 189 31,-1-9 84-31,1-7 56 0,-4-4 24 0,2-3 0 0,-2-1 23 0,-1-3-470 0</inkml:trace>
  <inkml:trace contextRef="#ctx0" brushRef="#br0" timeOffset="143411.23">17242 10232 1423 0,'-11'-22'0'0,"1"5"0"0,2 2 0 0,0 1 0 0,5 8 0 0,3-1 0 0,0 3 267 0,0 4-116 0,1-3-58 15,12 2 263 1,5-2-164-16,4 3-79 0,5 0-38 0,4 0 93 0,5 0-66 0,3 0-24 16,-2 0-9-16,4 0-26 0,1 0-7 0,0 0 0 15,-3 0-431-15,4 0 224 0,-11 3 100 0,-4 1-620 16,-7 0 308-16,-7 1 191 0</inkml:trace>
  <inkml:trace contextRef="#ctx0" brushRef="#br0" timeOffset="143676.35">16677 10614 985 0,'-12'0'0'0,"1"3"0"0,-2-2 0 0,12 1 0 0,1 1 0 0,1-3 488 0,18 1-226 0,11-1-113 0,7 0 570 0,13 0-347 0,7 0-167 0,7-1-85 0,3-4 325 0,3-2-259 0,13 2-186 15,-12-2 0-15,-1 2 0 0,-3-2 0 0,-4 2 0 0,1 0 0 0,-20 3 0 0,-6-1 0 0,-10 1-116 0,-7 1-69 16,-8 1 111-16,-1 0 63 0,-12 0-623 0,0 0 305 0,-4 0 119 0,-8 0 87 0,-7 0-323 15,-4 0 197-15,0 0 111 0,-3 6 51 0</inkml:trace>
  <inkml:trace contextRef="#ctx0" brushRef="#br0" timeOffset="143976.88">16837 10810 1725 0,'-4'0'0'0,"0"0"0"0,2 0 0 0,0 0 0 0,2 0 0 0,0 0 0 0,5 4 0 0,10 1 205 0,7 3-84 0,2 1-33 0,2 4 98 15,2 2-74-15,0 1-39 0,1 3 1 16,-1 5-160-16,0 6 69 0,-8-4 23 16,-5 6-1-16,-9-1-223 15,-4 1 127-15,-2 1 64 0,-10 5-89 0,-11-6 41 16,-6-3 47-16,-4-4-7 16,-2-1 0-16,-1-3-32 0,-3-1-6 0,7-12 246 0,1-1-97 0,2-7-52 15,6 0-24-15,3-2 224 0,1-6-110 0,9-7-24 0,7 1-38 0,1-3 108 16,0 2-61-16,0 0-23 0,6-1-19 0,8 3-22 15,-2 0 1-15,4 2-136 16,-2-1 69-16,4-1 41 0,-3 3-8 0,0 4-172 16,1-3 100-16,-1 2 26 0,1 2 33 15,3-3-642-15,-5 2 315 0,3 0 132 0,-2 2-387 0</inkml:trace>
  <inkml:trace contextRef="#ctx0" brushRef="#br0" timeOffset="144215.29">17244 10932 1852 0,'0'0'0'0,"0"3"0"15,0 1 0-15,0 3 0 0,0 4 0 0,0 6 0 0,0 6 0 0,0 4 267 0,0 10-106 0,0-1-67 0,0 3 44 0,2-3-51 0,1 1-26 16,1-3 1-16,4-2-14 0,-3-11-12 0,1-3-1 16,-2-5 57-16,0-5-28 0,1-6 0 0,0 0-20 15,0-2 188-15,2-12-98 16,0-9-49-16,6-6 124 0,-2-2-86 0,6-7-80 0,-2 0-43 15,4-5 0-15,0 1 0 0,3-3 0 0,1 3 0 16,2-7-165-16,-6 11 88 0,2 2 56 16,-2 5-743-16,0 3 380 0,3 0 126 0,-8 11 120 15,3 3-608-15</inkml:trace>
  <inkml:trace contextRef="#ctx0" brushRef="#br0" timeOffset="144395.15">18021 10658 3122 0,'-1'0'0'0,"-5"-3"0"0,3 2 0 0,1 0 0 16,1-1 0-16,1 1 0 0,0-2 377 0,0 3-162 0,0 0-94 0,1-3-25 0,4 2-96 16,2 1 0-16,1-1 0 0,0-1 0 0,-3 0 0 15,5 0 0-15,-3 1-1184 0</inkml:trace>
  <inkml:trace contextRef="#ctx0" brushRef="#br0" timeOffset="145090.76">18550 10086 840 0,'0'-18'0'0,"1"-2"0"0,1 5 0 0,-1-6 0 0,5 6 0 0,5 3 0 0,4 0 365 0,3 4-164 0,4 3-82 0,3 1 275 0,2 4-183 0,-1 2-87 0,2 11 29 0,-2 5-57 0,-1 4-30 0,2 4 9 0,-10 1-144 0,-2 2 53 0,-3 1 27 0,-5 1-1 0,-1 1-205 0,-3 4 125 0,-3-8 49 16,0 2 28-16,-12-3-73 0,-4-1 8 0,-5-2 41 16,-4 3-102-16,-3-10 55 0,-2 0-14 0,1-6 27 15,-2-3 189-15,1-5-80 0,-4 1-53 0,7-4 254 16,5 0-122 0,0-7-69-16,4-5-8 0,4 0 172 0,0-3-78 0,9 1-63 15,5-1-27-15,0 3 21 0,0-2-25 0,6 3 1 16,7-3-110-16,-2 6 39 0,6-1 23 0,-2 2-353 0,2 1 187 0,-1 0 94 15,3 0 31-15,-3 0-547 0,-1 4 249 0,1-1 147 32,1-1 59-32,0-1-340 0,-3 2 216 0,3 0 104 15,-3-3 51-15,3 2-119 0</inkml:trace>
  <inkml:trace contextRef="#ctx0" brushRef="#br0" timeOffset="145340.06">18963 10021 1240 0,'3'-7'0'0,"0"3"0"0,-2-2 0 0,2 5 0 0,1-1 0 0,-3 2 0 0,2 0 0 0,-2 13 159 16,2 7-61-16,-2 6 265 0,2 3-163 16,-2 5-72-16,1 4-51 0,-2-2 119 0,0 1-80 0,0-1-40 31,0 1 1-31,0 1 15 0,0-11-55 0,0 1 0 0,0-10-1 0,2-1 107 0,-1-5-54 0,-1-2-16 16,2-7 44-16,-1-3-41 0,4 0 1 0,3-13-40 15,2-6 174-15,5-5-78 16,2-4-90-16,0-1-43 0,3-1 0 0,0-4 0 15,1 4 0-15,3-5 0 0,-2 5 0 0,-3 6 0 16,0-3 0-16,-2 5-425 0,0 2 212 16,0 0 79-16,-6 10-605 0,-3 5 351 0,-4 1 175 0,1 4-247 15,-3 0 201-15</inkml:trace>
  <inkml:trace contextRef="#ctx0" brushRef="#br0" timeOffset="145611.59">18372 10710 1708 0,'-6'-1'0'0,"1"-7"0"0,5 2 0 0,0 0 0 0,5-4 0 0,20 0 0 0,9-4 367 0,11 1-165 0,10-3-82 15,9-1-34-15,6 0 129 16,1 1-90-16,5-1-44 0,-4 4 0 0,-3 2-8 0,5-2 9 15,-20 8-46-15,-4-1-249 0,-8 2 125 0,-7 2 62 0,-8-1-370 16,1 1 225-16,-15 0 88 16,-4 2 57-16,-4 0-261 15,-4 0 138-15,-1 0-12 0,0 0 53 0,0 0-285 16,-11 0 178-16</inkml:trace>
  <inkml:trace contextRef="#ctx0" brushRef="#br0" timeOffset="145931.35">18733 10769 1688 0,'-1'2'0'0,"-2"2"0"0,0-3 0 0,1 4 0 0,2-2 0 0,0 3 0 0,0 1 0 0,2 1 283 16,5 3-123-16,7 0-63 0,-1 5-30 0,1 2 14 15,2 3-44-15,-4-1-1 0,0 6-113 0,-2 1 57 16,-5 1 28-1,-1 7-169-15,-4-6 94 0,0 5 51 16,-9 0 27-16,-7-1-84 0,-7-1 23 0,-2 5 37 16,-2-14-42-16,-2-3 169 0,0-5-79 0,0-5-23 0,3-6-16 0,-2-4 135 15,9 0-59-15,2-7-37 0,6-8 188 0,5-4-100 32,2 1-20-32,3-3 53 0,1 2-64 0,1 1-29 0,10-1 1 0,2 2-28 31,4 2 0-31,-1-4 9 15,2 6-9-15,1 0-230 0,-2 1 115 0,3 1 57 0,1 0 29 0,-1-1-237 0,0 3 93 0,0 2 76 0,-1-1-675 0,1 3 350 16</inkml:trace>
  <inkml:trace contextRef="#ctx0" brushRef="#br0" timeOffset="146100.31">19082 10801 1814 0,'-7'0'0'0,"1"0"0"0,1 0 0 16,0-1 0-16,3 1 0 0,2 0 0 0,0 0 706 0,0 7-335 0,4 3-168 0,7 2-74 0,1-1-104 0,1 2 11 0,5 1 0 0,-4 1-206 0,2 0 103 0,0-1 61 0,-1 1-748 15,-2-2 393-15,-1 1 197 0,-1-2 97 0</inkml:trace>
  <inkml:trace contextRef="#ctx0" brushRef="#br0" timeOffset="146297.64">19361 10701 1622 0,'2'-6'0'0,"0"0"0"0,-2 6 0 0,0-3 0 0,0 3 0 15,0 0 0-15,0 15 0 0,-7 14 965 0,-5 12-464 0,-2 12-233 0,-6 10 307 0,-4 14-575 16,1 6 0-16,-4 12 0 16,-2-1 0-16,1-3 0 0,0-2 0 0,0 5 0 0,4-20 0 0,5-8 0 31,1-6 0-31,5-11-607 0,1-11 170 0,1-1 245 0,4-19 109 0,0-7-811 15</inkml:trace>
  <inkml:trace contextRef="#ctx0" brushRef="#br0" timeOffset="147369.87">12541 12073 1545 0,'-10'-5'3'15,"3"-2"-1"-15,-2 4-1 0,5 0 0 0,1 2 0 0,0-2 268 0,3 3-121 0,0 0-56 0,3 0 363 0,9 7-209 0,7-1-104 16,1 1-44-16,1-3 55 16,2 1-58-16,1 0-30 0,1 0-139 0,2 1 64 15,-5-5 18-15,0 2 0 0,-1-1-519 0,-2 0 273 16,-2 3 137-16,2-2-782 0,-7-1 384 0</inkml:trace>
  <inkml:trace contextRef="#ctx0" brushRef="#br0" timeOffset="147551.01">12495 12355 1643 0,'-19'3'0'0,"5"0"0"0,0 4 0 0,6-2 0 0,0 2 0 0,8-2 0 0,0 4 636 0,7-3-300 0,12 2-150 16,8-2 118-16,5-2-126 0,1 0-75 0,2-2 148 16,0 0-108-16,-3-2-53 15,-2 0-29-15,0 3-299 0,-9-2 131 0,-2-1 72 16,-8 0 35-16,0 0-558 0,-5 0 297 0,-1 2 157 15,-5-1 65-15,0 4-794 0,-11-2 387 0</inkml:trace>
  <inkml:trace contextRef="#ctx0" brushRef="#br0" timeOffset="148190.41">13386 11690 1088 0,'2'-14'0'0,"0"5"0"0,1 1 0 0,0-1 0 0,4 3 0 16,1 5 0-16,4 1 0 0,-1 0 401 0,4 9-181 0,2 6-81 0,-2 2-55 0,-1 7 215 15,-1 0-130-15,-1 4-2 0,-2 4-64 0,0 2-23 31,-6 0-9-31,-1-2-110 0,-1 2 38 0,-2 2 1 16,0-2 38-16,-5 5-36 0,-8-6-11 0,-4-1 48 0,0-6-1 16,-3-1-69-16,-4-4 35 0,-2-2 10 0,2-7-31 0,-1-11 40 15,1-1-39-15,0 0 144 0,3 0-58 0,-2-13-24 16,8-1-2-16,4-3 106 0,4-3-54 0,0 3-32 16,7-2 14-16,0 0-89 15,0 2 18-15,11-1 1 0,3 1 28 0,1 3-127 0,3 3 64 16,2-4 41-16,-2 6-533 0,1 1 262 15,2 4 103-15,0-2-528 0,1 4 322 16,2-4 151-16,-1 5 91 0,0-1-416 0</inkml:trace>
  <inkml:trace contextRef="#ctx0" brushRef="#br0" timeOffset="148421.67">13903 11604 969 0,'0'-20'0'0,"0"4"0"0,-3 6 0 0,-1 1 0 0,-1 6-2 0,-2 3 509 0,0 0-228 0,1 0-127 16,1 12 121-16,2 9-120 0,0 5-58 0,3 9 272 16,-2 4-157-16,2 1-92 0,0 3-40 0,0 4 159 15,2-4-100-15,4 3-50 0,-3 6-16 16,2-9-196-16,1 1 82 0,1-1 39 0,-1-3 1 0,-3 0 40 16,0-2 10-16,-2-6-422 0,-1-8-78 15,0-5 171-15,0-3 141 0,-3-7-480 16,-7-2 282-16,0-7 156 15,-1 0 72-15,-4 0-318 0,1-8 195 0,-5-9 99 0</inkml:trace>
  <inkml:trace contextRef="#ctx0" brushRef="#br0" timeOffset="148576.74">13641 11969 1231 0,'-12'-11'0'0,"4"3"0"0,4 2 0 0,-2 2 0 0,3-1 0 0,3 2 0 0,0-1 0 0,8 2 472 0,10-1-218 0,4 2-108 15,6 0-54-15,3-4 208 16,3 5-135-16,-4-2-65 0,3-1-141 0,-2 2 39 15,2 0 0-15,3-1-179 0,-5 0 104 0,-3 1 57 16,-2-2 29-16,-1 3-519 0,-3 0 273 16,-2 0 71-16,-7 0 89 0</inkml:trace>
  <inkml:trace contextRef="#ctx0" brushRef="#br0" timeOffset="148816.53">13371 12343 1200 0,'-14'3'0'0,"6"2"0"0,1-1 0 0,3 0 0 0,4 0 190 0,0-1-77 0,12 0-30 0,12-3-8 0,8 0 438 16,6 0-238-16,4 0-120 0,5-3-59 0,7-5 137 16,-6 0-103-16,6-1-46 15,0 0-86-15,-1-1 1 0,0 3 37 0,3-3-280 16,-15 5 135-16,-3 1 73 0,-6 1 36 0,-6-1-176 15,-1 2 115-15,-11 1 44 0,-9 1-78 0,-3 0-509 16,-2 0 284-16,0 0 141 0,-4 0 63 0</inkml:trace>
  <inkml:trace contextRef="#ctx0" brushRef="#br0" timeOffset="149145.53">13564 12504 1353 0,'-12'0'0'0,"2"2"0"0,-1 1 0 0,6 1 0 0,4 1 0 0,1 1 0 0,0 3 0 0,5 3 424 16,9 0-184-16,4 3-107 0,3 4-48 0,2-1-6 0,2 6 1 0,-1 0-44 31,-2 6 10-31,-2-3-140 0,-4 2 65 0,-6 0 32 0,-3 0-261 0,-6 3 148 16,-1 3 81-16,0-5-90 0,-14-1 42 0,-8-2 47 0,-3-3-37 0,-3-4 110 15,-3 1-56-15,1-9-10 16,2-3-56-16,1-8 281 0,2-1-108 0,-1 0-56 15,1-6-13-15,11-7 76 0,3-1-19 0,0-2-36 16,7-1 133-16,2-1-72 0,2 0-20 0,0 1 16 16,2 0-34-1,7 3 1-15,5-1-34 0,0-2-21 0,3 5-10 16,1 3 32-16,1 0-1 0,-3-2-226 0,3 2 112 0,4-1 65 0,-4 3 5 0,0 2-260 16,1 0 116-16,0 0 79 0,0 3-581 0,7-5 299 15,-7 3 165-15</inkml:trace>
  <inkml:trace contextRef="#ctx0" brushRef="#br0" timeOffset="149484.1">13938 12607 809 0,'0'0'0'0,"0"1"0"0,0 1 0 0,0 8 0 0,0 1 0 0,0 9 614 0,0 4-294 0,0 6-142 16,0 5-70-16,0 2 322 0,3 2-196 15,0-1-90-15,6-4-59 0,1-7 38 16,3-3-43-16,2-6 0 0,-1-4-86 0,3-5 9 15,-1-9 33-15,2 0-146 0,-5-3 73 0,2-14 36 16,0-4 1-16,1 0-86 0,-7-4 56 0,3-4 25 16,-4 1-1-16,1-2-125 0,-3 3 65 0,6-5-7 15,-8 11 32-15,1-1 50 0,-2 4 1 16,-2 3-38 0,1 0 250-16,-1 10-107 0,-1 1-59 0,0 4 87 0,0 0-66 0,0 4-13 15,0 9-19-15,0 5 94 0,3 2-51 0,0 1-27 16,5 2 1-16,2-4-84 15,3 5 38-15,0-2-9 0,0-4 29 16,5 0-255-16,-5 1 128 0,5-2 48 0,3 3-451 0,-6-7 222 0,2-3 128 0,-1-2-222 16,-1-3 165-16,-3-2 83 15,1-1 31 1,-5-2-455-16,-1 0 253 0</inkml:trace>
  <inkml:trace contextRef="#ctx0" brushRef="#br0" timeOffset="149678.99">14638 12305 2592 0,'-2'0'0'0,"0"0"0"0,1-1 0 0,1-1 0 0,0 2 0 0,0 0 0 0,0 0 686 0,0 0-325 0,1 0-163 0,3 3-104 0,2 3-94 0,1 0 0 0,-3-1 0 15,0-2 0-15,1 0 0 16,-2 1 0-16,0-1 0 0,1-1-242 0,0 0-99 15,-3-2 189-15,1 0-1078 0,0 2 597 0</inkml:trace>
  <inkml:trace contextRef="#ctx0" brushRef="#br0" timeOffset="152411.41">15382 12013 1192 0,'-1'-5'0'0,"-4"0"0"0,1-1 0 0,0 2 0 0,0 1 0 0,0-2 0 0,0 4 0 0,-1 1 0 0,-2 0 163 0,2 0-63 15,-3 9-22-15,0 11 190 0,-3 0-115 0,2 8-58 16,-1 7-29-16,-2 0 191 0,1 6-101 0,2 0-63 16,1 0-29-16,4 2 100 15,2-1-63-15,2-1-33 0,0 3 106 0,6-13-74 16,10 3-31-16,0-8-157 0,4-3 62 0,3-1 32 0,2-1 9 0,-5-5-404 16,2-6 214-16,1-2 100 15,-3-5 56-15,-4-1-603 0,3-2 251 0,-7 0 170 16,-1-5 82-16,-2-11-370 0,-1 0 226 0</inkml:trace>
  <inkml:trace contextRef="#ctx0" brushRef="#br0" timeOffset="152618.5">15446 12326 1420 0,'-6'-6'0'0,"-3"-1"0"0,2 4 0 0,3-2 0 0,2 2 0 0,-1-1 0 0,3 3 184 0,0 0-74 0,3-2 312 15,11 3-193-15,3-2-86 0,2 2-58 0,1 0 86 16,2 0-68-16,3 0-32 0,-2 0-1 0,4 0-384 15,-2 0 171-15,0 0 89 0,0 0 46 0,-2 0-524 47,1 0 284-31,2 0 84-16,-4 0-499 0,-4 0 313 16</inkml:trace>
  <inkml:trace contextRef="#ctx0" brushRef="#br0" timeOffset="152771.29">15799 12091 888 0,'-8'-6'0'0,"1"6"0"0,1 0 0 0,1-3 0 0,-1 3 0 0,3 0 0 0,3 6 740 0,0 7-351 0,0 6-176 16,0 1-88-16,0 5 373 0,3 1-236 0,3 1-112 16,-1 1-56-16,1 4 36 0,-1 0-46 0,1 1-14 15,1-3-328-15,-3-3 148 0,1-1 73 0,-2 0-454 16,0-5 264-16,0 0 141 0,0-6 57 16,-1-3-351-16,0-7 189 0,-1 1-18 0,-1-6 86 0,2 0-422 15</inkml:trace>
  <inkml:trace contextRef="#ctx0" brushRef="#br0" timeOffset="152954.81">15951 12043 1997 0,'6'-8'0'0,"2"4"0"0,1-1 0 0,2 5 0 0,3 0 0 0,3 0 0 0,1 11 0 0,2 7 386 0,1 3-175 0,2 4 241 0,3 5-198 0,-6-1-114 15,-2 3-51-15,-3 6-85 16,-4 4 0-16,-5 3 33 0,-3 6 10 0,-3-7-183 15,-6 2 87-15,-8-3 43 0,-8 1-437 0,2-8 240 16,-4 5 129-16,2-12 51 16,0-6-779-16,1-4 382 0</inkml:trace>
  <inkml:trace contextRef="#ctx0" brushRef="#br0" timeOffset="155483.18">16591 12318 1274 0,'-9'-5'0'0,"3"2"0"0,0-3 0 0,1 2 0 0,3 2 0 0,2 1 0 0,0 0 224 0,2-2-93 16,7 1-38-16,10-2 298 0,3 1-177 0,4-1-88 0,6 2-44 16,2-4 224-16,8 3-125 0,-5 0-77 15,4-1-33-15,4 3 59 0,-1-1-46 0,4 0 9 16,-8 1-67-16,-2 1 11 0,-3 0 1 0,-4 0-151 15,-6 0 76-15,4 0 46 16,-13 0-9-16,-5 0-262 0,-2 0 150 0,-5 0 74 16,-3 0-6-16,1 0-385 0,-2 0 171 0,0-2 114 0,-4-6 35 0,-4-2-130 15,0 0 101-15,-2-3 41 16,2 4-400-16,-2-4 229 0</inkml:trace>
  <inkml:trace contextRef="#ctx0" brushRef="#br0" timeOffset="155804.82">16928 11948 1643 0,'-9'-8'0'0,"3"1"0"0,-1 0 0 0,2 4 0 0,2 2 0 0,2 0 0 0,-1 1 0 0,2 0 271 0,0 4-107 16,0 8-69-16,0 9 224 0,0 5-141 0,2 4-70 15,1 7-27-15,2 2 149 16,-1 3-97-16,1 3-48 0,-2 4-6 0,1 4-43 0,0 7 10 0,-3-6-9 16,1-3-37-16,-2 2-1 15,0-3 38-15,0-4-118 0,0 6 68 0,0-17 20 16,-2-1 1-16,-2-7-62 0,-1-5 44 16,2-6-16-16,0 0 29 0,1-10-28 0,1-6 0 0,-1 0-1 15,2 0 26-15,0-2-89 16,0-3 41-16,0-5-2 0,0 1-373 0,0-7 192 0,0 3 101 0,0-4-308 15,0 2 191-15,2-1 110 0</inkml:trace>
  <inkml:trace contextRef="#ctx0" brushRef="#br0" timeOffset="156534.7">17811 11804 943 0,'0'-12'0'0,"-2"0"0"0,2 0 0 0,0 6 0 0,0 3 0 15,4 0 0-15,10 3 0 0,1 0 262 0,3 7-103 0,0 9-65 0,0 2-29 0,2 6 71 16,0 5-50-16,-4 1-24 0,2 6 9 0,-5-1-40 31,-4 2 6-31,-3 0 0 0,-4-1-88 0,-1 0 45 0,-1 6 8 0,-5-9-39 0,-11-1 37 0,-4-6 0 16,-3-2 37-16,-3-5 0 15,-2 1-2-15,0-11-43 0,1-6 28 0,4-3 49 16,-2 0-24-16,3 0-6 0,0-12 79 0,8-5-45 16,4-2 0-16,3 0-7 0,4-3 0 0,3 1-26 0,0-2 7 0,0 2-53 15,3 2 1-15,9-1 42 16,1 4 0-16,1-1-115 0,2-4 66 0,-1 7 14 16,1 3 0-16,1 0-294 0,-1 3 150 0,2 2 56 15,3-5-398-15,-4 7 216 0,3 2 116 0,-3 1 57 16,3-1-174-16</inkml:trace>
  <inkml:trace contextRef="#ctx0" brushRef="#br0" timeOffset="156758.82">18327 11596 2158 0,'-9'-11'0'15,"1"5"0"-15,0 4 0 0,1 2 0 0,-1 0 0 0,0 1 0 0,1 14 0 0,1 5 0 0,3 3 315 0,1 5-140 0,2 5 125 0,0 2-131 16,0 5-57-16,0-2-42 0,0 2 5 0,2 2 0 0,2 3-38 16,1-3 0-16,0 8-143 0,-2-8 67 0,0-4 38 15,-1-1 0-15,-2-1-287 16,0-3 162-16,0 2 91 0,-6-12-593 0,-4-3 302 16,1-3 114-16,-5-5 87 0,3-6-475 15</inkml:trace>
  <inkml:trace contextRef="#ctx0" brushRef="#br0" timeOffset="156918.69">18099 11964 1248 0,'0'-12'0'0,"0"4"0"0,0 1 0 0,0 2 0 0,0-4 0 0,4 4 275 16,9 1-119-16,5-1-59 0,5 1-31 0,0 0 372 0,5-1-191 0,-1-1-110 15,2 3-221-15,1 0 61 0,-1-1 30 0,-3 1-528 16,8 1 289-16,-12 2 129 0,-2 0 71 0,-3 0-703 15</inkml:trace>
  <inkml:trace contextRef="#ctx0" brushRef="#br0" timeOffset="157173.54">17620 12364 1107 0,'-7'0'0'0,"-1"0"0"0,5 0 0 0,3 0 0 0,0 0 493 0,3 0-228 0,19 0-114 0,8 2-47 0,6-2 362 0,7 0-214 15,9 0-108-15,4 0-53 0,8-2 90 0,0-3-77 16,0-1-33-16,0 0-71 0,-1 0 37 16,-7 2 1-16,4 1 8 0,-17 1-237 0,-10-1 114 15,-5 2 57-15,-8 1-456 16,-4 0 255-16,-4 0 57 0,-10 0 86 0,-2 4-645 0,0 3 343 0,-10 1 171 15</inkml:trace>
  <inkml:trace contextRef="#ctx0" brushRef="#br0" timeOffset="157505.4">17806 12574 1197 0,'0'0'0'0,"-1"0"0"16,1 0 0-16,0 1 0 0,0 5 0 0,1 6 0 0,6 2 0 0,5 4 279 0,3 3-121 0,1 4-61 0,0 2-30 0,0 4-116 16,-3-1 38-16,-3 2 24 15,-4-2-121-15,-4 2 73 0,-2-2 35 0,0 3-20 16,-8-10 21-16,-7-3 0 16,-3-4 28-16,-2-5 57 0,-1 0-30 0,-3-4-46 15,3-7 6-15,4 0 97 0,-3 0-48 0,5-6-25 0,-1-6 5 0,6-3 95 16,3 0-54-16,4-2-15 0,3 0 21 0,0 0-28 15,0-4 10-15,4 3-88 0,9 2 25 0,-1-1 1 16,4 2 24-16,-1-2-83 0,4 0 51 0,-3 4-9 16,1 1 41-16,0 3-441 31,3-1 207-31,-1 1 78 0,1 0 60 0,0 3-559 16</inkml:trace>
  <inkml:trace contextRef="#ctx0" brushRef="#br0" timeOffset="157718.34">18132 12640 1094 0,'0'11'0'0,"0"-1"0"0,0 1 0 0,0 4 0 0,0 3 0 0,2 3 351 0,1 6-147 0,3-1-89 16,2 1-39-16,-1 2 15 0,2 0-27 0,1-4 0 16,0 4-19-16,-2-10-39 0,1 0-1 0,-3-7 31 15,-1-3 29-15,-2-6-1 0,0 4-18 0,-1-7 171 16,-1 0-89-16,1-9-47 0,-2-6 1 15,1-9 18-15,2 0-36 0,2-3 0 0,-1-4-28 0,3-1-59 16,0-1 29-16,4-5 10 0,-2 7 20 0,1-2-364 16,2 4 182-16,0 1 92 0,0 0-714 15,4-2 364-15</inkml:trace>
  <inkml:trace contextRef="#ctx0" brushRef="#br0" timeOffset="157940.09">18782 12388 2544 0,'0'0'0'0,"0"0"0"0,0 0 0 0,0 0 0 15,0 0 0-15,0 0 0 0,0 0 488 0,0 0-226 0,0 3-112 0,0-3 337 0,0 0-487 0,1 2 0 16,1-2 0-16,1 0 0 0,-1 0 0 0,2 1 0 15,0-1 0-15,-3 0 0 0,2 0 0 16,1 0 0-16,-2 0-1140 0</inkml:trace>
  <inkml:trace contextRef="#ctx0" brushRef="#br0" timeOffset="166220.31">19438 12035 626 0,'0'-6'0'0,"0"-1"0"0,-2 2 0 0,2-2 0 0,0 2 0 0,-1 1 0 0,-1 0 212 15,-1 0-87-15,1 4-44 0,1-5 9 0,-3 2 112 16,2 2-83-16,-2 1-40 0,-1 0 162 0,0 0-101 16,-3 1-43-16,2 10 53 0,-2 1-57 0,-3 9-27 15,0 4-1-15,-1 6 218 16,-3 7-114-16,3 4-70 0,-5 2-31 0,7 6 188 0,-2 1-109 0,3 3-55 16,1 8-19-16,8-9 78 0,0-5-57 0,1-1-28 15,10-6-116-15,8-5 43 16,2-1 10-16,2-12-89 15,-1-6 62-15,2-3 30 0,-3-4 1 0,1-3-285 0,-1-1 162 0,-5-6 17 16,-5 0 56-16,1 0-47 0,-5-4 42 0,0-4-81 16,-1 0 44-16,-2-2-645 0,-3-1 346 15,0-2 174-15,3-4-385 0</inkml:trace>
  <inkml:trace contextRef="#ctx0" brushRef="#br0" timeOffset="166442.25">19567 12361 1742 0,'-10'0'0'0,"3"0"0"0,2 0 0 0,-3 0 0 0,4 0 0 0,4 0 0 0,0 0 0 0,0 0 696 0,6 0-330 0,10 0-155 0,2-2-91 16,3 1 251-16,2-1-167 0,0 1-83 16,4-3-74-16,-2 0-1 0,1 2-39 0,-2-2-273 15,-1 0 136-15,-1 1 83 0,-3-2 43 0,6 1-468 16,-9 1 250-16,-1-1 130 0,-2 1-28 0,-3 1-270 15,0 0 152-15,0 1 90 0,-5 1 60 0,0 0-459 16,-1 0 255-16</inkml:trace>
  <inkml:trace contextRef="#ctx0" brushRef="#br0" timeOffset="166632.39">20122 12276 1520 0,'8'0'0'0,"1"0"0"0,3 0 0 0,-1 0 0 0,5 0 0 0,1 0 340 0,6-3-151 0,4 2-76 16,7-2 507 15,1-2-295-31,4-2-144 0,2 1-72 0,0 1 170 0,1-2-120 0,5 1-63 0,-10-1-96 0,-5 3 0 16,0 1 0-16,-5 0 0 0,1 2-127 0,-11-1-2 0,-7 0 83 0,-1 2 42 0,-4 0-577 0,-3 0 309 16,0 0 78-16,-2 0-655 0,-2 2 405 0,-13 3 204 0</inkml:trace>
  <inkml:trace contextRef="#ctx0" brushRef="#br0" timeOffset="166822.57">20279 12438 1607 0,'-13'3'0'0,"3"2"0"0,0 2 0 0,4 2 0 0,0-1 0 0,2-2 0 0,0 4 0 0,4 1 73 0,0-2 0 0,1 1 748 15,14 0-392-15,-3 2-196 0,7 0-88 16,-3-3 21-16,2 0-64 0,0-1-32 15,-1 2 0-15,3 1-443 0,-4 0 215 0,-1-1 92 0,-4-1 53 0,-2 1-660 16,2-1 356-16,-5-1 108 0,1 4-322 0,-5-4 229 16</inkml:trace>
  <inkml:trace contextRef="#ctx0" brushRef="#br0" timeOffset="167039.23">20501 12404 1959 0,'-2'-4'0'0,"-1"1"0"0,0-1 0 0,0 2 0 0,1 2 0 0,-1 0 0 0,0 6 0 0,1 11 0 0,-4 8 789 0,3 6-381 0,-2 7-185 16,1 8-93-16,-1 5 292 47,-2 7-422-32,0 8 0-15,-1-3 0 0,0 4 0 0,0-4 0 0,-1-2 0 0,-1-1 0 0,1 1 0 0,-1-15 0 0,3-5 0 0,-1-3-98 0,0-6 5 0,0-5 64 0,0-3-714 0,4-16 360 0,1-6 149 16,2-2 97-16,-1-2-500 0,0-11 300 0,2-11 140 15</inkml:trace>
  <inkml:trace contextRef="#ctx0" brushRef="#br0" timeOffset="167343.96">20653 12470 1650 0,'12'-17'0'0,"0"5"0"0,0 3 0 0,4 1 0 0,2 1 0 0,-5 6 0 0,2-1 373 0,-2 2-168 16,0 2-85-16,2 8-32 0,-6 3 198 15,-2 3-125-15,-2 4-62 16,-3 2-31-16,-2 2-59 0,0 2 9 0,-5 1 19 16,-8-2-149-16,-3 3 75 15,-3-4 37-15,-1 0 71 0,-2 3 10 0,0-9-44 0,1-1-1 0,3-4 305 16,0-2-152-16,2-4-76 0,3 0-29 0,6-3-70 0,0-4-14 0,6 0 0 16,1 0 0-16,0 0 0 0,0 0 0 15,11-4 0-15,5-1 0 16,4-4 0-16,0 2 0 0,1 0 0 0,1 1 0 0,0-1 0 15,0 2 0-15,-3 2 0 16,1-1 0-16,-2-2 0 0,2 4 0 0,-7-3-199 0,0 2-255 0,-3 2 208 16,-3-2 105-16,-1-1-505 0,1 1 296 0,-4-2 162 15,-3-1-458-15</inkml:trace>
  <inkml:trace contextRef="#ctx0" brushRef="#br0" timeOffset="167670.2">20194 11814 1783 0,'0'-14'0'0,"-5"-1"0"0,5 5 0 0,0 0 0 0,0 4 0 0,8 3 0 0,9 2 0 0,4 1 198 0,3 0-80 15,3 10 197-15,-1 4-143 0,-3 1-68 0,0 7-33 0,-3 3-79 16,-4 0 45-16,0 6 9 15,-10-3-9-15,-4-1-129 0,-2 4 65 0,0-4 32 0,-17 2-68 0,-3 3 59 16,-1-7 16-16,-9-7 0 0,-1 0-45 0,-2-4 33 78,-2-3-44-78,-1 0-277 0,7-7 154 0,1-3 57 0,4-1 43 0,7 0-423 0,7-11 226 0,4-8 104 31,6-4 67-31</inkml:trace>
  <inkml:trace contextRef="#ctx0" brushRef="#br0" timeOffset="167803.89">20539 11736 1785 0,'-1'0'0'0,"-4"3"0"0,2 1 0 0,-2 0 0 0,-2 3 0 0,-1 2 436 0,-3 7-204 0,2-1-98 0,-1 5 590 0,-1 5-344 16,4 2-163-16,2 0-194 16,5 1-23-16,0-1 0 0,2 0 0 0,16-1 0 0,1 2 0 0,6-7 0 15,4 0 0-15,6-7 0 0,-1 1-262 0,2-3 140 16,4-1 88-16,-8-8-864 0,2 3 449 0,-6-5 114 15,-4 4-486-15</inkml:trace>
  <inkml:trace contextRef="#ctx0" brushRef="#br0" timeOffset="167988.87">21080 11999 1493 0,'0'0'0'0,"5"0"0"0,-2 0 0 0,0 0 0 0,3 6 334 16,-1 6-140-16,1 4-84 0,2 7-37 0,-2 9 744 15,1 6-391-15,0 9-196 16,-2 10 24-16,-2 4-254 0,-3 1 0 0,0 2 0 0,-12 4 0 0,-6-3 0 16,-6 7 0-16,-2-15 0 0,-2-5-48 15,-1-2-16-15,-3-8 50 0,2-3-452 0,-10 0 260 0,8-14 117 16</inkml:trace>
  <inkml:trace contextRef="#ctx0" brushRef="#br0" timeOffset="203901.78">2258 10786 1313 0,'-5'-11'0'0,"2"3"0"0,-1 1 0 0,3 1 0 0,1 1 0 0,0 3 0 0,0-1 0 0,0 3 284 15,6 0-122-15,4 0-61 0,6 3 40 0,2 4-40 0,1 3-36 0,1-1 49 16,2 2-37-16,-2 1 0 16,3 2-37-16,2 3 13 0,-6-1-12 0,-1 5-1 0,-1-2 0 0,-5 5-41 15,-2-2-1-15,0 6 52 16,-7-2-10-16,-3 3-47 0,0 1 47 0,-13-1 0 16,-5-2-32-16,-3 6 14 15,-2-8 12-15,-4-3 26 0,1-4-1 0,-2-5-34 0,2-3 4 0,1 0 64 16,3-9-9-16,4-1-44 15,2 0-4-15,3-2 18 0,4-9-14 0,-2-4 10 0,10 2-10 16,1-4-59-16,0-1 30 0,0 1 0 16,9 2-45-16,0-3 39 0,3 4-8 0,0 0 1 15,2 0-1-15,1 3 14 0,2-2 12 0,-1-1-111 32,0 5 49-32,-2 0 14 0,3 2 1 0,1 0-360 0,-2 0 183 0,4 1 67 0,-3 4 59 0,2 1-502 15,-1-1 269 1,1 2 133-16,3 0-438 0</inkml:trace>
  <inkml:trace contextRef="#ctx0" brushRef="#br0" timeOffset="204155.03">2713 10611 1951 0,'-7'-5'0'0,"-2"2"0"0,2 2 0 0,-1 1 0 0,2 0-5 0,-1 4-7 0,2 8 1 0,2 5 4 0,2 3 434 0,1 8-196 0,0 2-96 15,0 4 104-15,0 3-105 0,4 3-47 0,5 3-83 32,0 1 1-32,1 2 34 0,-2 5 10 0,0-9-111 0,-3-2 50 0,1-1 26 15,-3-3 0-15,0-1-259 0,-3 2 151 0,0-10 62 16,-3-5 36-16,-6 0-530 31,1-7 253-15,-3-6 69-16,0 2-334 0,4-11 255 0,-2 0 121 0</inkml:trace>
  <inkml:trace contextRef="#ctx0" brushRef="#br0" timeOffset="204307.77">2507 10964 1376 0,'-7'-7'0'0,"3"3"0"0,1 0 0 0,3-2 0 0,0 6 0 0,1-3 672 16,14 2-316-16,2 0-159 62,6-1-79-62,5 1 152 0,-3-2-120 0,4 2-55 0,-2-1-29 0,-2 1-91 0,3-1 32 0,3-1 10 0,-6 1-513 0,-4 2 268 0,0 0 134 0,-4 0-655 0,-2 0 378 0,-3 0 191 0</inkml:trace>
  <inkml:trace contextRef="#ctx0" brushRef="#br0" timeOffset="204558.63">2125 11311 1886 0,'-6'-3'0'0,"5"-2"0"0,1-1 0 0,0 5 0 0,6-3 0 0,16-2 331 0,7-1-135 0,6 0-83 0,6 0 348 16,8-3-211-16,5 3-104 15,13-5-43-15,-6 2 30 0,-3 1-47 0,-1 1 1 16,-4 5-47-16,-7-1-43 0,2 3 11 0,-18 1 32 16,-4 0-316-16,-5 0 158 15,-7 0 80-15,-2 1-417 0,-3 4 234 0,-6 2 25 16,-2-4 95-16,-1 5-511 0,-1-3 286 0,-12 3 143 31,-2 4 61-31,-2-2-365 0</inkml:trace>
  <inkml:trace contextRef="#ctx0" brushRef="#br0" timeOffset="204882.97">2234 11451 1569 0,'0'0'0'16,"0"-1"0"-16,0-1 0 0,2 0 0 0,7 0-2 0,1 2-4 0,6 0 278 0,2 2-125 0,4 9-57 0,1 4 130 31,5 3-93-15,-3 6-45-16,0 5 11 0,-5 0-57 0,-1 0 1 0,-6 7-1 0,-5-1-104 0,-5 3-142 0,-3 0 134 0,0-3 51 0,-18 0-5 0,-5-3 34 16,-3-5 1-16,-6 1 15 0,2-10 2 0,-2-6-57 31,0-4 1-31,1-4 144 0,1-4-53 0,-2 0-28 0,8-5-1 0,7-11 51 0,2 0-32 0,4-2 9 15,7-2 0-15,1-1 98 0,3 3-62 0,3 1-24 0,12-2 95 0,5 5-63 16,2-4-30-16,0 1 47 0,3 5-44 0,1 1 0 16,-2 0-34-16,2 2-70 0,0 4 35 0,2-5 9 15,-5 8 26-15,3 0 0 16,-3 2 0-16,-2 0 0 0,-1 0 0 0,5 0 10 16,-8 4-33-16,-3 2-16 0,3-5 0 0,-6 2 0 0</inkml:trace>
  <inkml:trace contextRef="#ctx0" brushRef="#br0" timeOffset="205176.45">2618 11518 1693 0,'0'-3'0'0,"0"2"0"0,0 1 0 0,0 0 0 0,0 0 0 0,0 5 0 0,0 7 356 0,0 8-158 0,2 6-80 0,1 1 177 16,5 5-127-16,-1 4-56 0,2-4-41 0,-1 1 142 16,7-2-87-16,-3-2-44 0,3-7 1 0,1 3-161 15,0-14 53-15,0-3 33 0,3-8-223 0,-2 0 127 16,-1-11 73-16,-1-11-242 0,0-6 124 0,-1-6 80 15,-2-2-44-15,-1 0-144 16,2-7 75-16,-4 9 68 16,-1 0 29-16,1 6 20 0,-3 1 11 0,-3 6-1 0,3-1-9 0,-4 13 216 15,-2 5-103-15,0 4-52 0,0 0 340 0,0 13-185 16,0 9-62-16,0 6 425 0,0 4-236 0,0 4-129 16,0 6-63-16,0-1 46 0,1 3-149 0,1-4 0 15,6-2 0-15,2-2 0 0,0-2 0 0,4-4 0 16,1 2 0-16,2-12 0 0,-1-7-215 0,1-7 126 15,-2-4-1043-15</inkml:trace>
  <inkml:trace contextRef="#ctx0" brushRef="#br0" timeOffset="206052.8">4213 11185 1441 0,'0'-20'0'0,"0"3"0"0,0 3 0 15,0-1 0-15,0-2 0 0,0-2 0 0,0-2 0 0,0 3 0 0,0-2-1 0,0 1 132 0,0-1-46 0,0 0-1 0,0-5-4 0,0 6-9 16,-1 0-33-16,-1 2 45 0,-2-1-44 15,0 2 0-15,-2-1 9 16,2 7 35-16,-2 0-1 0,-1 4-43 0,0 3-1 0,1 0 130 0,-3 3-55 16,1 0-42-16,-4 12 0 0,4 8 30 15,-4 6-32-15,2 7 1 0,-4 9 95 0,7 0-67 16,-1 8-30-16,3 1 0 0,3 5-30 0,0-1 1 16,2 11 10-16,0-13-10 0,0 3-1 0,0-1 1 15,4 2 0-15,4 7 10 31,2-15-11-31,-3 0 1 0,2-3 0 0,-4-5 0 0,1-4-35 0,-3 4-4 0,0-13 0 0,-3-7 0 16,0-4-276-16,0-2 112 0,-12-7 64 0,4 1 45 16,-4-9-10-16,-2 0-365 0,0 0 196 0,-2-3 97 15,0-6 50-15,-4-3-211 63,2-3 135-63,-2-4 62 0,0-8-494 0</inkml:trace>
  <inkml:trace contextRef="#ctx0" brushRef="#br0" timeOffset="206147.39">3817 11364 1953 0,'0'-7'0'0,"0"2"0"0,0 0 0 0,0 2 0 0,0-2 0 0,0 3 0 0,6 0 0 0,7 2 0 0,4 0 475 0,6 0-218 0,1 0-99 0,3 0-65 0,2 0-57 31,-1 0 2-31,4 4 1 0,1 1 0 0,4 1-481 0,-6-1 235 0,-1 1 123 0,-4 1-326 0,3 0 225 0,-6 1 111 0</inkml:trace>
  <inkml:trace contextRef="#ctx0" brushRef="#br0" timeOffset="206502.26">4328 11538 977 0,'0'8'0'0,"0"1"0"0,0 3 0 0,0 0 0 0,0 2 0 0,0 1 664 0,0 6-312 0,0 0-157 15,2 1-69-15,2-4 288 0,2 4-187 0,2-2-95 16,3-4-59-16,-2 1-34 15,3-2 10-15,1-5-11 0,-1-3-82 0,2-4 41 0,1-3 0 0,2 0-156 16,-2-10 108-16,0-9 40 16,-1-7 26-16,1-4-179 0,-5-1 99 0,1-3-37 15,3-3 54-15,-8 3-86 16,-1 3 54-16,0 2-6 0,-1 4 278 0,-1 2-112 0,1 0-59 0,-3 8-16 16,-1 5 357-16,0 5-163 15,0 2-94-15,0 3 104 0,0 0-79 0,0 0-38 16,-2 12-27-16,2 7 55 0,0 3-120 0,0 2 0 15,0 3 0 1,0 2 0-16,0 1 0 0,4-3 0 0,2 1 0 0,2 1 0 0,0 2 0 0,3-6-135 16,-2-1-87-16,2-4 103 0,2 1 70 0,-3-4-402 15,3-6 217-15,-2-4 50 32,-1-4 73-32,1-3-576 0,-1 0 324 0</inkml:trace>
  <inkml:trace contextRef="#ctx0" brushRef="#br0" timeOffset="206669.23">4951 11737 1973 0,'0'2'0'0,"0"1"0"0,0-2 0 0,0 0 0 0,0 0 0 0,0 2 1193 0,0 0-578 16,0 0-465-16,0-1-150 0,0 1 0 0,0 0 0 15,0 0 0-15,0 0 0 0,0-3 0 0,0 3 0 31</inkml:trace>
  <inkml:trace contextRef="#ctx0" brushRef="#br0" timeOffset="214549.88">3727 12504 1015 0,'-2'-3'0'0,"-1"-1"0"0,-2-2 0 0,1 4 0 0,3-7 0 0,-1 5 0 0,1-2 301 0,1-1-131 0,0-1-20 0,0-3-56 0,0 0-18 0,0 0-10 0,0-2 1 32,1-2 1-32,1 1-30 0,1-5 10 0,-1 4-30 0,-1-3 20 0,3 0 1 0,-3 1-1 0,-1 0 14 0,0-5-4 0,0 6-10 15,0-1 45-15,-5 0 0 0,-1 4-45 0,0 1 0 16,-2-4 10-16,-1 7-10 31,-3 2 0-31,2 0 86 0,-4 6-43 0,1 0 0 0,-1 1-34 0,0 0 73 0,1 8-42 0,2 6 1 16,-3 3-41-16,4 4 6 0,0 3 4 0,1 4-10 0,4 0 27 0,2 4 0 31,0 1-27-31,3 1 0 0,-2 7 58 0,2-4-34 0,0 5-3 0,0 6-59 0,6 3 0 16,2 4 0-16,2 6 0 0,-1-5 0 15,4 1 0-15,-3 1 0 0,-3-2 0 0,2 2 0 47,-1 3 0-47,-3-15 0 0,-2 2 0 0,-2-1 0 0,-1-2 0 0,0-3 0 0,0 3 0 0,-4-9 0 0,-3-7 0 0,-4-4 0 0,0-6 0 0,-3-4 0 16,1-1 0-16,1-13 0 31,-2-1 0-31,-1 0 0 0,0 0 0 0,1-3-3 0,-4-5-228 0,4-1 105 0,-1-4 22 16,1 2-417-16,2-2 241 0,-4-4-366 0,6 2 308 0,-1 1 151 15,0-5 74-15,4-1-394 0,-1-2 235 0</inkml:trace>
  <inkml:trace contextRef="#ctx0" brushRef="#br0" timeOffset="214745.91">3279 12896 1911 0,'0'-10'0'0,"-5"2"0"0,3 4 0 0,1-2 0 0,1 2 0 0,0 2 0 0,0-1 0 0,8 1 411 0,6-1-191 0,3 2-91 15,3 0 458-15,2 1-274 31,5-2-138-31,2 2 10 0,0 0-185 0,1 0 0 16,3 0 0-16,2 0 0 0,2 0 0 0,2 0 0 0,-8 0 0 0,0 0-435 0,-2 0 182 0,-6 0 146 16,-2 2 72 31,1-1-375-47,-7 0 90 0,-7-1 149 0,-1 3 14 0,-2-1-495 0</inkml:trace>
  <inkml:trace contextRef="#ctx0" brushRef="#br0" timeOffset="-214492.16">3908 13009 2835 0,'-2'0'0'0,"-4"0"0"0,4 0 0 0,-2 0 0 0,-1 0 0 0,5 0 0 0,0 0 0 0,0 0 0 0,0 7 219 16,2 2-80-16,6 0 163 0,-1 3-131 0,2 8-66 62,-2-2-33-62,-1 2 16 0,4 8-88 0,-6-2 0 0,3 2 0 0,-2 1 0 0,-2 1 0 0,0-3 0 0,2 3 0 0,0-4 0 0,-4-6 0 0,1 1 0 0,-1-6 0 0,1-4 0 0,-1 0 0 0,0-6-286 63,-1-3 112-63,0-2 53 0,0 0 54 0,0-2-743 0,0-10 376 0</inkml:trace>
  <inkml:trace contextRef="#ctx0" brushRef="#br0" timeOffset="-213993.95">4147 12184 1499 0,'-4'-4'0'16,"0"1"0"-16,2-1 0 0,-1 3 0 0,1-3 0 0,1 4 0 0,1-3 514 0,0 1-238 0,0 2-120 0,0 0-59 0,0 0 272 0,0 0-156 0,0 9-93 0,0 1-41 0,0 5 75 0,-4 1-58 0,-5 7-29 15,0 5-72-15,-5 1 17 0,0 4 0 0,1 4-514 16,-4 0 269-16,2 4 136 16,-4 8 76-16</inkml:trace>
  <inkml:trace contextRef="#ctx0" brushRef="#br0" timeOffset="-122554.36">3941 12709 171 0,'0'0'0'0,"-2"0"0"0,1-3 0 0,0 2 0 0,-1 0 0 0,-1-1 0 0,-1 0 0 0,1-1 21 0,0 1 1 0,2-1 19 15,-2 1-18-15,-1-1 6 0,-1 2-6 0,2-1 10 16,0-2-9-16,-1 3 0 0,2 0 0 0,-4-3 45 15,4 2-43-15,-1 1-1 0,0-2 1 0,1 3 48 16,0-2-46-16,-1-1 11 16,-1 1 41-16,1-1-21 0,2 2-1 0,-2 0 14 0,1-1 1 0,0 2-22 15,0-3-13-15,-1 3 82 0,0 0-41 0,2 0 0 16,-2 0-32-16,1 0 104 16,0 0-57-16,1 0-28 0,0 0-1 0,0 0 70 62,-2 0-40-62,2 0-33 0,1 0 53 0,-2 0-39 0,2 0 0 0,0 3 32 0,0-1-27 0,0-1-8 0,0 3-35 0,0-2 26 0,0-1 1 0,3 3-28 0,2-4 10 0,3 4 74 31,1-2-42-31,-1-1 0 0,4 2-41 0,2-2 41 32,0 2 10-32,1-3-51 0,3 2 16 0,2-2-16 0,-1 0-1 0,5 0-28 0,1 0 10 0,-1 0 18 0,2 0 1 15,1 0-77-15,-2 0 39 16,0 0-1-16,4 0 41 0,-8-2-55 0,-2 2 11 0,0-2 0 0,-3 2 3 0,0 0-41 0,-1 0 19 0,-5 0-3 15,-4 0 67-15,2 0-33 16,-5 0-10-16,-1 0 89 0,1 0-36 0,0 0-2 0,-2 0-34 0,-1 0 91 16,0-1-96-16,0 0-10 0,0-2 0 15,0 0 0-15,0-1 0 0,0 2 0 16,0-1 0-16,0-2 0 0,2 3 0 0,-2 0 0 16,0-1 0-16,0 3 0 15,0 0 0-15,0-4 0 0,0 3 0 0,0 0 0 0,0-2 0 0,0 3-101 16,0 0 19-16,0-2 34 0,0 2 2 15,0 0-181-15,0 0 89 0,0 0 51 0,0 0 16 0,0 0-166 16,0 0 105-16,0 0 47 0</inkml:trace>
  <inkml:trace contextRef="#ctx0" brushRef="#br0" timeOffset="-118076.1">7073 10997 990 0,'-7'-10'0'0,"3"2"0"0,1 0 0 0,-3-1 0 15,2 0 0-15,1-1 0 0,2 3 187 0,1-3-75 0,0 1 21 0,0-3-48 0,0-2 10 16,0 3-57-16,0-1-29 0,0-1 29 0,0 0 0 15,0 0 0-15,1-4-20 16,1 6-9 0,-1-1 29-16,-1-1 30 0,0 1-1 0,0 1-28 0,0 0 8 0,0 4 64 0,0 2-37 15,0 0 0-15,-4 2 72 0,-2 2-44 0,-1 1-37 32,0 0 0-32,-1 1 38 0,1 7-33 0,0 6 1 0,-3 2-24 0,4 2 134 15,2 5-72-15,-2 3-36 0,3 3 108 0,0 5-71 16,2 5-27-16,-1 3 78 47,2 2-105-47,0 3-56 0,0 6 0 0,0 4 0 0,0 8 0 0,2-5 0 0,2 4 0 0,2-2 0 0,-1 0 0 0,-1-4 0 0,0 4 0 0,1-14 0 15,-1-4-25 1,-3-6-6 0,1-5-138-16,-2-7 85 15,0 5 9-15,0-13 34 0,0-6-27 0,0-1 1 0,-3-5 12 0,-6-3-60 0,1 1 27 0,-3-4 9 0,2 0 36 0,-5 0-309 0,0-2 156 0,-2-6 80 16,2-1 29-16,-3-3-209 15,0-2 129-15,2-2 65 0,-2-5-467 0,1-3 266 0</inkml:trace>
  <inkml:trace contextRef="#ctx0" brushRef="#br0" timeOffset="-117890.28">6664 11407 1801 0,'-6'-9'0'0,"-2"1"0"0,2 0 0 0,3 5 0 0,2-1 0 0,1 1 0 0,0 2 0 0,1-3 0 0,13 1 536 0,1 0-253 0,5 3-123 31,5-4-61-31,1 2 226 0,4-1-143 0,2 1-62 0,-2 2-46 0,2-3-186 0,0 0 76 0,0 3 37 16,1 0-223-16,0 0 140 16,-5 0 55-16,-2 0-632 0,-2 0 348 0,-4 3 174 31,-3 2-23-31,3-2-633 0</inkml:trace>
  <inkml:trace contextRef="#ctx0" brushRef="#br0" timeOffset="-117211.02">7278 11543 772 0,'-5'0'0'0,"3"0"0"0,-5 0 0 0,4 0 0 0,0 0 0 0,2 0 0 0,-1 3 485 0,2 5-224 0,0 1-112 15,0 3 116-15,0 2-118 0,0 1-56 0,0 3 30 16,2 3-42-16,2-2 0 15,4 3-34-15,0-2-60 0,0 1 25 0,-1-4 1 16,4-3 25-16,-1 2-27 0,2-5-10 0,-3-4 37 31,3-3 1-31,-2-4-76 0,4 0 38 0,0 0 8 0,-1-5-110 0,-1-12 60 0,3-4 8 0,-5-1-98 16,1-4 57-16,4-1 34 0,-8 1 6 0,2-3 36 31,-1 4-19-31,0 1 5 0,-4 3-10 0,3-1 87 0,-6 7-39 0,1 2 0 0,0 6-45 16,-2 2 288-16,0 3-122 0,0 0-67 15,0 2 193-15,0 0-119 0,0 16-53 0,0 2 126 47,-2 6-95-47,2 2-37 0,0 2-33 0,0 3 34 0,0 0-29 0,0-2 1 0,0 1-30 0,5 3-180 0,3-7 85 0,-1-3 48 0,1-1 24 0,0-1-182 16,2-4 103-16,-2-2 60 0,0-6-591 0,2-4 291 31,-4-4 92-31,0-1-455 0,0 0 317 0,-3-6 149 0,1-9 87 0</inkml:trace>
  <inkml:trace contextRef="#ctx0" brushRef="#br0" timeOffset="-116928.71">7470 10635 1170 0,'-2'-9'0'0,"-2"3"0"0,1 0 0 0,-1 3 0 0,1 3 0 0,3 0 716 0,0 0-339 0,0 6-169 0,0 7-85 16,0 4 358-16,-1 5-212 0,-4 3-120 15,0 5-176-15,-2 3 33 16,-3 4 0-16,-4 5-285 0,2 5 169 0,-1 1 69 0,-2 3 39 0</inkml:trace>
  <inkml:trace contextRef="#ctx0" brushRef="#br0" timeOffset="-114185.77">6825 12019 583 0,'-11'-2'0'0,"2"-1"0"0,-2-1 0 0,4 2 0 0,-2 2 318 0,5-3-140 16,0 3-69-16,0 0-36 0,0 0 108 0,4 0-77 0,0 0-32 15,0 0 0-15,0 0 128 0,0 0-81 0,4 0-31 16,5 0 165-16,6 0-108 0,-2 3-53 0,6-3 167 0,1 2-110 15,8 1-45 32,2-2-38-47,3 2 137 0,4-1-82 0,3 1-41 0,7 1 0 16,3 2 57-16,3-1-53 0,6 2-23 0,5 0-61 0,5 3 0 0,5-3 0 0,3 0 0 0,-12 0 0 0,0-4 0 16,-6 2 0-1,-7-3 0-15,6 3 0 0,-21-5 0 0,-4 0 0 0,-4 0 0 0,-6 0 0 0,-2 0 0 0,0 0 0 0,-8 0 0 16,-5-1 0-16,1-7 0 0,-4 0 0 0,0 0 0 15,-2-3 0-15,-1 0 0 16,-1 1-371-16,-1 1 168 0,0 0 83 0</inkml:trace>
  <inkml:trace contextRef="#ctx0" brushRef="#br0" timeOffset="-95578.09">8591 11097 407 0,'3'-8'0'0,"-2"2"0"0,1-1 0 0,-1-1 0 0,1 1 0 15,-1-1 233-15,1-3-89 0,-2 4-58 0,2-1-25 0,-2-1 93 16,0-1-58-16,0 1-30 0,0-3 23 0,0 2-9 15,0 0-44-15,0-2 32 0,0 0-1 0,0 4-31 16,0-6 10-16,-2 2 36 0,-1 2-46 0,-2-1 1 31,1 1-1-31,-1 3 56 0,-2-4-19 0,2 2-9 0,-2 2 75 0,2 3-52 0,0 0-25 0,-2 2 0 16,-2-1 86-16,3 1-61 0,-1 2-25 0,1 0 21 16,0 2-24-16,-4 7 1 15,4 4-14-15,1 6 68 0,-1 2-39 0,3 5 0 16,-2 5-38-16,4 4 111 0,1 9-46 0,0-2-38 15,0 5 1-15,0 0 71 16,0 7-50-16,0-1-41 0,3 12-45 0,3-6 0 0,0-1 0 0,-2 0 0 16,-1-2 0-16,0-2 0 15,0 3 0-15,-2-11 0 0,-1-8 0 0,0-1 0 0,0-4 0 0,0-5-4 16,0 1-70-16,-4-10 15 16,-3-5 35-16,-2-2-201 0,0-5 106 0,-2 1 14 0,-1-7-235 15,-3-1 151-15,-1 0 77 0,0 0-441 16,-5-8 258-16,2-3 120 0,1-7 74 0,2-6-259 15</inkml:trace>
  <inkml:trace contextRef="#ctx0" brushRef="#br0" timeOffset="-95416.93">8191 11472 1187 0,'-8'-4'0'0,"1"1"0"0,3-1 0 0,3 3 0 0,1-2 0 0,0 2 0 0,3-1 638 0,14 2-300 0,2-3-142 0,3 2 294 0,4 1-227 15,3 0-113-15,0-2-237 0,2 2 62 0,3 0 40 16,-4 0-9-16,1 0-721 0,-1 0 375 0,1 3 189 16,-3 3 93-16</inkml:trace>
  <inkml:trace contextRef="#ctx0" brushRef="#br0" timeOffset="-95056.93">8638 11608 2326 0,'0'7'0'0,"0"3"0"0,0 3 0 0,0-1 0 0,0 2 0 0,0 3 0 0,0-1 0 0,0 5 0 0,0 0 335 0,4-1-155 15,0-2-75-15,4-1-4 0,0-1-33 16,2-1 0-16,-1-2-24 0,1-3-153 0,0-6 73 0,1-1 36 16,-2-3 0-16,5 0-30 0,-1-3 43 0,-4-13-10 15,3-2-44-15,0-6 38 0,-2 2 1 0,1-2-3 31,-3 1-24-31,-2 1-1 0,3 3 1 0,-5 3 205 0,-1 1-88 0,0 5-41 0,3-1-11 0,-5 4 200 16,1 4-90-16,-2 2-56 0,0 1 17 0,0 0-35 31,2 11-68-31,-2 7-4 0,0 4 0 0,0 3 0 0,2 4 0 0,0 0 0 94,3 1 0-94,1-1 0 0,-1-4 0 0,1-2 0 0,5-1 0 0,-1-2 0 0,-1-2 0 0,3-10-984 0,-2-3 186 0,-1-5 380 0</inkml:trace>
  <inkml:trace contextRef="#ctx0" brushRef="#br0" timeOffset="-92470.78">6084 12743 677 0,'0'-9'0'16,"0"1"0"-16,0-1 0 0,1 1 0 0,2-1 0 0,-2-4 263 0,1 1-118 0,-1 0-54 0,-1 0-27 0,2-5 157 0,-2-1-92 0,2-1-37 0,-2 1 68 0,0-1-62 0,0-1-30 0,0 1 16 0,0 2-23 0,-5-7 9 0,-2 9-33 0,-2 2 71 0,3 0-36 0,-2 0 0 15,-6 5-35-15,3 1 85 0,0 4-47 0,-2 0 0 16,0 3-39-16,0 0 76 0,-1 7-38 0,-1 7 9 31,5 1 56-31,-1 7-52 0,5 4-24 0,0 3 107 0,3 4-66 0,2 7-25 0,1 2-9 16,0 0 23-16,0 5-93 0,3 2 0 0,3 1 0 0,1 12 0 15,0-6 0-15,0 2 0 0,0 0 0 0,0 1 0 16,0-4 0-16,-1 8 0 16,0-17 0-16,-3-4 0 0,-1-2 0 0,-2-5-11 15,2-4-83-15,-2-2 33 0,0-12-8 0,-2-5-61 16,-7-5 16-16,0-4 41 0,-5-3-1 0,-2 2-121 16,-3-2 83-16,1 0 38 0,-3-3-279 0,-2-6 157 15,-1-3 80-15,-5-2 31 0,7-4-540 0,-1-3 293 16</inkml:trace>
  <inkml:trace contextRef="#ctx0" brushRef="#br0" timeOffset="-92284.39">5577 13035 1971 0,'-9'-6'0'0,"5"2"0"0,1 1 0 0,0-1 0 0,3 2 0 0,0 1 0 0,6 0 0 0,11 1 491 0,8 0-228 0,3 0-112 16,7-3 438-16,2 1-276 15,5 1-160-15,3-3-153 0,-3 1 0 0,0-1 0 32,1 0 0-32,-4 3-136 0,5-1-128 0,-14-1 146 0,-1 2 78 0,-3 1-867 0,-6 0 438 0,-1 0 244 15</inkml:trace>
  <inkml:trace contextRef="#ctx0" brushRef="#br0" timeOffset="-92047.82">6276 13210 1588 0,'0'5'0'0,"0"1"0"0,-2-2 0 0,2 3 0 0,0 1 0 0,0 3 42 0,0-1-1 16,0 5-41-16,0 2 0 0,0 2 993 16,0-1-479-16,2 4-240 0,1 1 205 0,2 1-479 15,3-1 0-15,-5-2 0 16,5-2 0-16,-1-2 0 0,-3-3 0 0,1-2 0 15,-1-4-130-15,-2-3 68 0,-1-3 49 0,3-2-447 0,-4 0 229 0,0-7 16 32,0-6 95-32,0-2-562 0,-5-3 324 0</inkml:trace>
  <inkml:trace contextRef="#ctx0" brushRef="#br0" timeOffset="-91450.85">6225 12714 1897 0,'-9'0'0'0,"-2"0"0"0,2 0 0 0,2 0 0 0,2 0 0 0,2 0 0 0,3 0 0 0,0 2 575 0,0-2-261 15,6 1-144-15,9-1-67 0,5 0 140 16,3 0-103-16,3 0-44 15,-2 0 69-15,3 0-65 16,2 0-32-16,-4 0-87 0,2 0 27 0,2 0 9 0,-7 0 18 0,0 0-142 0,-2 0 71 0,-1 0 36 0,-4 0-1 0,4 0-72 16,-9 0 47-16,-3 0 30 0,1 3-35 15,-4-3-3-15,-2 2-21 0,1-2 25 16,-3 1 68-16,0-1-22 0,0 0-17 0,0 0-69 16,-2 0 32-16,-1 0-3 0,-4 0 42 0,4-1-749 15,-2-4 356-15,3 4 178 31</inkml:trace>
  <inkml:trace contextRef="#ctx0" brushRef="#br0" timeOffset="-51946.11">6075 17341 715 0,'0'-5'0'0,"-1"-1"0"0,-1 0 0 0,2 1 0 0,-1 2 0 0,1 0 112 0,-2 0-37 0,2-1 9 15,0 3-46-15,0 0 215 0,0-1-107 0,0-1-55 16,0 3 140-16,0-2-87 0,2 0-58 0,2 1-24 16,2 1 149-16,-2 0-86 0,3 0-44 0,1 0 177 15,-3 0-115-15,1 0-53 0,3 0-26 16,-2 0 173-16,1 0-100 0,1 0-40 0,3 0-35 0,-4 1 65 16,3 3-44-16,0-4 0 0,2 5 13 0,-1-3-96 15,0 2 0-15,2-2 0 0,-3 2 0 16,2-1 0-16,2-3 0 0,-1 4 0 0,-1-3 0 15,1 3 0-15,1-2 0 0,-2-2 0 16,5 1 0-16,-3-1 0 16,2 0 0-16,-1 0 0 0,3 0 0 0,-2 0 0 0,4 0 0 0,-3-1 0 15,1-2 0-15,0-1 0 0,1 0 0 0,-1-2 0 16,4 3 0-16,-4-2 0 0,0 4 0 0,1-4 0 16,2 5 0-16,-3-2 0 0,4 0 0 0,-3 1 0 15,2 1 0-15,-2 0 0 0,1 0 0 0,0 0 0 16,3 0 0-16,-2 0 0 15,-2 0 0-15,-1 0 0 0,1 0 0 0,-3 1 0 16,6 1 0-16,-6 0 0 0,1 1 0 0,-1 0 0 16,0-2 0-16,0 3 0 0,3-2 0 0,-3 2 0 15,0-4 0-15,-2 3 0 0,3-1 0 0,0 0 0 16,6-1 0-16,-7 2 0 0,1-3 0 0,2 1 0 16,0-1 0-16,-1 0 0 0,7 2 0 0,-7-2 0 15,3 0 0-15,-2 0 0 16,3 1 0-16,1 1 0 0,4-2 0 0,-6 3 0 15,3-3 0-15,1 2 0 0,-3 1 0 0,7 1 0 16,-4-2 0-16,-1-1 0 16,2 4 0-16,-2-4 0 0,3 3 0 0,3-1 0 15,-3 1 0-15,-1-4 0 0,1 2 0 0,1 2 0 0,-1-3 0 0,7 3 0 16,-6-3 0-16,-1 1 0 0,0 0 0 0,2-2 0 47,0 1 0-47,4 1 0 0,-6 0 0 0,0-2 0 0,1 1 0 0,-2-1 0 0,1 2 0 0,6-2 0 0,-7 2 0 0,1-2 0 15,0 0 0-15,3 0 0 0,0 0 0 0,6 0 0 16,-4 0 0-16,-3 0 0 0,1 0 0 0,3 0 0 16,-4 0 0-16,7 0 0 0,-6 0 0 0,-2 0 0 15,2 0 0-15,-2 0 0 16,3 0 0-16,5 0 0 0,-6 1 0 0,-1-1 0 16,3 0 0-16,2 0 0 0,2 0 0 0,4 0 0 0,-4 0 0 0,-1 0 0 15,0 0 0-15,0 0 0 16,2-1 0-16,6-1 0 0,-12 0 0 0,2 1 0 15,2-1 0-15,-1 0 0 0,1 1 0 0,7-1 0 16,-7 0 0-16,2 1 0 0,0-1 0 0,0 0 0 16,0 1 0-16,4-3 0 0,-6 2 0 0,1-1 0 15,-1 1 0-15,-1 0 0 16,5-2 0-16,-5 3 0 0,-1-4 0 0,1 5 0 16,1-1 0-16,1-1 0 0,6 0 0 0,-8 0 0 0,-2 2 0 0,2-1 0 15,-1 1 0-15,0 0 0 16,4 0 0-16,-7 0 0 0,0 0 0 0,0-2 0 15,3 2 0-15,-1 0 0 0,6-2 0 0,-8 2 0 16,5-3 0-16,-3 1 0 0,3 1 0 16,-1-1 0-16,6 1 0 0,-10-2 0 0,1 2 0 0,-3-1 0 15,2 0 0-15,-4 2 0 16,4 0 0-16,-8-3 0 0,-1 3 0 0,0 0 0 0,0 0 0 16,-3 0 0-16,2 0 0 0,-4 0 0 0,-3 0 0 15,0 0 0-15,-1 0 0 0,-2 0 0 16,3 0 0-16,-6 0 0 0,1 0 0 0,-5 0 0 15,1 0 0-15,-2 0 0 0,0 0 0 0,0 0 0 16,-1 0 0-16,-2 0 0 16,0 0 0-16,0 0 0 0,0 0 0 0,0 0 0 0,0 0 0 0,0 0 0 15,0 0 0-15,0 0 0 16,0-3 0-16,0 2 0 0,0-5 0 0,-2 2 0 0,-1-1 0 16,0-2 0-16,0 0 0 0,0 1-137 15,-3 1-313 1,0 1 207-16,-2 1-446 0</inkml:trace>
  <inkml:trace contextRef="#ctx0" brushRef="#br0" timeOffset="-50389.93">13851 17426 477 0,'0'-3'0'0,"-3"-1"0"0,1 0 0 0,-1 1 0 0,3-1 0 0,-2 2 0 0,1 0 252 0,1 0-112 16,0 1-51-16,0-1 138 0,0 1-95 0,0-2-47 0,1 0-15 0,3 0 150 15,0 1-91-15,3-1-46 16,0-2-1-16,1 2 132 0,0-2-79 0,0 1-54 15,2 2 137-15,1-3-90 0,3 0-46 0,-4 3 1 16,4-3 30-16,1 2-42 16,-2-1 0-16,2 1 96 0,1 1-65 0,1 2-33 0,3-5 10 0,-2 4 52 15,0-1-47-15,1 2-24 0,1 0-3 0,0 0-57 16,5 0 0-16,-6 0 0 0,3 0 0 0,1 0 0 16,-1 0 0-16,3 3 0 15,3 2 0-15,-4-3 0 0,0 3 0 0,3-1 0 16,-1-3 0-16,-1 2 0 0,7 1 0 0,-4-1 0 15,1-1 0-15,-2-1 0 16,2 0 0-16,2-1 0 0,5 3 0 0,-5-3 0 0,2 0 0 0,3 0 0 16,1 0 0-16,1 0 0 0,8 0 0 0,-8 0 0 15,2 0 0-15,-1 0 0 0,2 2 0 0,1 0 0 16,6 0 0-16,-6-1 0 0,-1 1 0 16,4 0 0-16,2-2 0 0,3 1 0 15,10-1 0-15,-8 2 0 0,-1-2 0 0,5 0 0 16,-3 0 0-16,13 0 0 15,-12 0 0-15,1 0 0 0,5 0 0 0,0 0 0 0,3-2 0 0,8 1 0 16,-14-1 0-16,3 0 0 0,-3 1 0 0,2-1 0 16,2 0 0-16,9 0 0 0,-10 2 0 0,0-3 0 15,1 2 0-15,-2 0 0 0,2-1 0 0,9-1 0 16,-12 2 0-16,1 0 0 0,6-1 0 16,-1-1 0-16,-1 3 0 0,11 0 0 15,-16-1 0-15,-2 1 0 0,3 0 0 0,0 0 0 16,3 0 0-16,10 0 0 0,-13 0 0 15,4 0 0-15,-3-2 0 0,3 2 0 32,-1-2 0-32,9 0 0 0,-10 1 0 0,3-1 0 0,2 0 0 0,-1 2 0 0,-2-3 0 0,9 1 0 47,-16 1 0-47,0 1 0 0,1 0 0 0,1 0 0 0,1 0 0 0,8 0 0 0,-16 0 0 0,0 0 0 15,-3 0 0-15,1 1 0 0,-3 4 0 0,7-3 0 0,-13 1 0 0,3 1 0 16,0-1 0-16,-2 0 0 0,0 0 0 0,3 1 0 0,-11-1 0 0,-2 1 0 15,-1 0 0-15,-2-1 0 0,3 1 0 0,-9-1 0 16,-2-1 0-16,-3 1 0 0,2 0 0 16,-4 1 0-16,4-3 0 0,-6 2 0 0,-1 0 0 15,-3-2 0-15,-1-1 0 0,0 2 0 0,-1-1 0 16,-3-1 0-16,-2 2 0 0,-1-2 0 16,2 0 0-16,-3 0 0 0,0 0 0 0,0 0 0 15,0 0 0-15,0 0 0 0,0 0 0 0,0 0 0 16,0 0 0-16,0 0 0 0,0 0 0 0,0 0 0 15,0 0 0-15,0 0 0 0,0 0 0 0,0 0 0 32,0 0 0-32,0 0 0 0,0 0 0 0,0 0 0 0,0 0 0 0,0 0 0 15,0 0 0-15,0 0 0 0,-4 0 0 0,2 0 0 0,-5 0 0 0,-3 2 0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57" units="1/cm"/>
          <inkml:channelProperty channel="Y" name="resolution" value="1820.3889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12-21T00:14:55.42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63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2-12-21T00:15:15.047"/>
    </inkml:context>
  </inkml:definitions>
  <inkml:trace contextRef="#ctx0" brushRef="#br0">12632 4106 981 0,'0'-11'0'0,"-1"-1"0"0,1 0 0 0,0 0 0 0,0 0 0 0,0 0 181 0,0 0-72 0,0-2-36 0,0-2 107 16,0 0-76-16,0 2-34 0,0-1 1 0,0 1 50 15,1-2-43-15,1-2 10 16,-2 5 57-16,1-2-54 0,-1 3-27 15,0-2 0-15,0 6 100 0,0-6-54 0,0 4-42 0,0 2 134 0,-1 2-83 16,-2 1-40-16,-1 1-1 0,0-2 50 16,0 4-50-16,-3 2 0 0,2 0-41 0,-1 0 30 15,0 2 0-15,-1 8-21 16,3 5 30-16,0 2 1 0,0 2-40 0,3 4-37 16,1 3 0-16,0 5 0 0,0 2 0 0,0 1 0 0,0 5 0 0,0 3 0 31,1 0 0-31,4 8 0 0,-1-5 0 0,-1 4 0 0,1 2 0 15,-3 2 0-15,1-3 0 0,-1 8 0 0,-1-12 0 0,0-5 0 16,0-1 0-16,0-6 0 0,0-1 0 0,-6 0 0 16,1-12 0-16,-1-7 0 0,-2 0-76 0,1-5 28 15,-1-7-5-15,-3 3-183 0,2-5 104 0,-1 0 48 16,-2-1 23 0,3-5-331-16,-4-5 177 0,-1-1 80 0,2-5-176 0,-2 0 136 15,2-2 70-15,0-5-470 0,-4-3 259 0,5-1 145 0,0 1 67 16</inkml:trace>
  <inkml:trace contextRef="#ctx0" brushRef="#br0" timeOffset="174.86">12305 4345 1353 0,'-8'-12'0'0,"3"2"0"0,-1-2 0 16,1 2 0-16,1-1 0 0,4 3 0 0,0 0 0 0,0 0 568 0,11-1-266 0,5 2-132 16,4-5-58-16,3 5 447 0,2 0-261 0,0-1-131 0,4 3-65 0,-2 1 156 15,5-4-216-15,-6 7-42 0,2 0-34 0,-2 1-68 16,1 0 69-16,0 0-232 0,0 0 160 0,-6 0 66 15,-1 4 38-15,-2 2-710 0,-4 0 360 16,2-1 74-16,1-2 116 0,-9-1-554 16</inkml:trace>
  <inkml:trace contextRef="#ctx0" brushRef="#br0" timeOffset="385.95">13028 3783 1481 0,'0'0'0'0,"-2"0"0"0,-2 0 0 0,-1-4 0 0,3 1 611 0,1 2-287 16,-1 0-143-1,1 1 205-15,1 0-173 0,0 2-79 0,0 10-53 0,0 3 162 0,0 3-102 0,0 6-52 16,0 0-42-16,1 6-125 0,-1-3 45 0,0 5 36 16,0 1-423-16,0-1 229 0,0 0 114 15,0 1-584-15,-1-5 344 0,-4-4 70 0,2-4 118 16,-2-5-316-16,2-7 203 0</inkml:trace>
  <inkml:trace contextRef="#ctx0" brushRef="#br0" timeOffset="542.01">13031 3846 1018 0,'3'0'0'0,"3"-1"0"0,-3-2 0 0,4 2 0 0,3-1 0 0,3 1 0 0,3 0 770 0,2 1-371 0,3 0-180 0,2 0-11 0,4 0-86 16,-1 0-41-16,5 0-431 15,-4 0 189-15,-3 0 100 0,-2 0 49 0,-2 2-713 16,-4 5 352-16,-2-1 170 0</inkml:trace>
  <inkml:trace contextRef="#ctx0" brushRef="#br0" timeOffset="761.24">13138 3993 1339 0,'-6'6'0'0,"-1"4"0"0,2-2 0 0,3 2 0 0,-2-1 0 0,0 2 0 0,3 4 347 16,-1 0-146-16,2-1 16 0,0 1-89 0,0 0-46 31,0 1 1 32,0-2-457-63,0 6 215 0,2-6 94 0,1-1 51 0,1 0-713 0</inkml:trace>
  <inkml:trace contextRef="#ctx0" brushRef="#br0" timeOffset="938.62">13125 4030 1197 0,'-3'-7'0'15,"1"-3"0"-15,2 3 0 0,0 3 0 0,0-2 0 0,2 3 0 0,7-1 170 0,3 0-58 0,3 3 265 0,3-1-171 0,1 2-84 0,0 0-42 0,2 0 8 16,2 0-15-16,-4 0-10 0,0 7-26 0,-2 0-77 16,-2 3 39-16,-1 1 9 0,-4 2 29 0,-4 0 94 15,2 3-47-15,-6-1-23 0,-1 3 51 0,5 3-29 16,-4-4-8-16,-2 1-81 15,1 0 43-15,-1-2 1 0,0 0-1 0,0 2-355 0,0-3 169 0,0-4 88 16,0 2 44-16,0-5-612 0,0-1 303 16,0-2 106-16,0-1 96 0,-3-4-397 15</inkml:trace>
  <inkml:trace contextRef="#ctx0" brushRef="#br0" timeOffset="1101.39">13148 4098 1130 0,'-10'0'0'0,"-2"0"0"0,6 0 0 0,0 0 0 0,4 0 267 0,2 0-115 16,0 0-57-16,0 0 110 0,6 0-89 0,8 0-39 15,0 0 0-15,5 0-86 16,-2 0 46-16,2 0 10 0,-2 0-10 0,0 0-435 16,-1 0 217-16,-2 2 110 0,-3 3-593 0</inkml:trace>
  <inkml:trace contextRef="#ctx0" brushRef="#br0" timeOffset="1588.26">13198 4199 1132 0,'-12'2'0'0,"1"2"0"0,-1-2 0 0,2 2 0 0,2 0 0 0,1-3 0 0,3 1 189 16,2 1-75-16,2-1-39 0,0-1 0 0,2-1-77 16,6 2 9-16,1-2 31 15,3 0-1-15,0 2-287 0,-1-2 141 0,-2 2 69 0,0 1-313 0,-4 0 171 16,0 3 85-16,-2-1 116 0,-2 4-43 15,-1-1 1 1,0 2-48-16,0 0 308 0,0-1-145 0,-5 3-62 0,-2 0-33 0,-1-1 169 16,-1 3-74-1,1-4-50-15,2-1 30 0,-1 1 208 0,4-4-103 0,-2 3-70 0,3-2-4 0,2-3-38 16,0 2 1-16,0-4-57 0,0 1 0 0,2 0 28 16,6-1 10-16,0-1-84 0,2 3 38 0,0-1 0 15,-2 1 36-15,1 1-68 0,-4 3 28 16,1 0-8-16,-1 0-6 0,-4 4 0 15,2-1 10-15,-3 1 22 0,0 6-39 16,0-7-1-16,-7 5 20 0,-4-1-118 0,0-3 57 0,1 4 30 16,-5-7-8-16,1 1-165 0,-3-5 89 0,1-2 49 15,-2 0 11-15,-4-3-81 0,3 0 57 0,-1-8 23 16,1-5 61-16,2-2-37 0,-2-1 0 16,2-3-10-16,3 1 228 0,3 4-109 15,3 2-55-15,1 0 512 0,2 3-249 0,2 4-138 0,3-1-28 0,0 2 312 16,6 2-195-16,11 2-96 0,5 0-49 0,3 0 173 15,6 6-116-15,5 2-52 16,3 2-7-16,3-2-23 0,3 2-1 0,2 1-13 16,-1-2-252-16,-3 0 121 0,2 2 61 0,-3-2-556 15,0 1 302-15,2 2 93 0,-9-7 95 0,-8 3-694 16,-1-4 373-16</inkml:trace>
  <inkml:trace contextRef="#ctx0" brushRef="#br0" timeOffset="1799.37">13899 3700 1449 0,'0'3'0'0,"0"0"0"0,-2 3 0 0,-2 0 0 0,-4 3 274 16,0 6-109-16,-1 5-69 0,-5 3-29 0,0 9 552 0,-6 3-291 0,1 5-146 15,-6 9-63-15,3-8 88 0,0 4-85 0,3-4-43 16,-1-3-350-16,3-2 154 15,-2 0 86-15,8-13 30 0,1-3-768 0,5-7 403 32,2-5 201-32</inkml:trace>
  <inkml:trace contextRef="#ctx0" brushRef="#br0" timeOffset="1976.87">13769 3976 970 0,'4'0'0'0,"0"1"0"0,3 1 0 0,1 0 0 0,2-1 0 0,3 1 0 0,2 3 684 0,1-1-323 0,4-1-163 0,3 5 68 0,1-3-77 0,6 2-68 0,-2 0-46 0,1 0-330 0,-2-1 145 0,-1 1 74 0,-1 2-615 0,0-2 334 0,-9 2 163 0,-5-1 83 0</inkml:trace>
  <inkml:trace contextRef="#ctx0" brushRef="#br0" timeOffset="2127.92">13741 4233 1068 0,'-3'0'0'0,"-1"0"0"0,2-2 0 0,2 1 0 0,0-1 0 0,2 0 542 0,7 2-253 16,5-2-127-16,5 2 118 16,0-1-126-16,1 1-60 0,3 0-29 0,-1 0-370 0,1 0 171 0,1 0 93 15,-4 0 35-15,-3 0-292 0,2 0 166 0</inkml:trace>
  <inkml:trace contextRef="#ctx0" brushRef="#br0" timeOffset="2377.65">13789 4405 1366 0,'0'0'0'0,"-1"2"0"0,-2-1 0 0,2 2 0 0,1-2 0 0,0 0 0 0,0 3 0 0,4-3 0 0,4 1 80 0,5 2-44 0,-1-1 8 0,2 2-8 0,-1-2-112 15,0 4 56-15,0-3 28 0,0 3-29 16,-1 1 23-16,-3-1 1 0,-1 2-25 16,0-3 24-16,-4 3-1 0,1 0 30 0,-3-1 66 15,-1-1-39-15,-1 1-36 0,0-5-11 0,-6 1-5 16,-5 1 7-16,-3-5 25 0,-2 0-25 0,-1 0-121 16,-1-2 64-16,-1-8 39 0,-1-1-354 0,4 1 171 31,1-5 91-31,2-2 25 0,1-2-158 0</inkml:trace>
  <inkml:trace contextRef="#ctx0" brushRef="#br0" timeOffset="2537.44">14309 3854 1555 0,'0'-2'0'0,"0"-4"0"0,-2 5 0 0,0-5 0 0,0 5 0 0,-2-3 0 0,1 4 506 0,0-3-235 16,2 3-117-16,-1-1-274 0,0 1 74 15,2 0 41-15,0 0 0 0,0 0-596 0,0 0 309 16,5 1 159-16,3 2-318 0</inkml:trace>
  <inkml:trace contextRef="#ctx0" brushRef="#br0" timeOffset="2789.58">14536 3827 855 0,'2'3'0'0,"1"1"0"0,2 0 0 0,-4-1 0 0,-1 2 0 0,0 3 215 0,0 1-89 16,-8 0-45-16,-3 3 107 0,-6-1-80 0,-3 3-36 15,-2-2 0-15,-6 4 6 0,-3-1 0 0,-5 3-32 16,-3-4-141-16,-1 1 66 0,-1-4 33 0,2-1-1 16,5-3-28-16,3-2 39 0,11-5-8 0,6 0 109 15,7 0-40-15,4 0 1 0,3-2-94 0,2-5 125 16,10 0-62-16,10 0 1 0,3 0-30 0,4 1 180 31,5 1-80-31,4-1-31 0,-1 3 29 0,3-2-39 0,-2 4 0 0,-1-3-38 0,0 2-89 0,6-1 53 31,-7 0-8-31,-1 3-357 0,-3 0 190 0,-1 0 101 0,-1 0 26 0,0 0-639 16,-10 0 317-16,-6 0 167 0</inkml:trace>
  <inkml:trace contextRef="#ctx0" brushRef="#br0" timeOffset="2970.58">14240 4211 1371 0,'-8'10'0'0,"0"5"0"0,3 2 0 0,0 4 0 0,3-2 0 0,1 2 0 0,1 2 460 0,0-1-212 0,0 2-106 16,0 0-45-16,0-2-179 0,1-5 59 0,4 3 29 15,-2-6 0-15,3 2-460 0,-2-1 244 0,-3-6 114 16,2-4-257-16,-1-1 171 0,-1-4 84 0</inkml:trace>
  <inkml:trace contextRef="#ctx0" brushRef="#br0" timeOffset="3189.06">14243 4215 926 0,'0'-11'0'16,"0"2"0"-16,5-1 0 0,-2 0 0 0,3 3 0 0,1 2 0 0,2 2 345 0,3 0-154 0,1 2-78 31,1 1-30-31,1 0 251 0,3 0-149 0,-3 7-75 0,2 5-37 0,-1 2 179 0,1 4-99 0,-4 1-63 0,-1 2 79 0,-4 6-66 0,0-1-34 0,-4 4 0 0,3 3-33 0,-6-5-1 16,3 1 1-16,-2 0-167 15,0-1 83-15,-1 2 51 0,-1-6-9 0,0-3-426 16,0-1 229-16,0-5 65 0,0-1 73 0,0-2-540 16,0-6 290-16,-3-4 139 0,-3-2-350 0,-2 0 245 15</inkml:trace>
  <inkml:trace contextRef="#ctx0" brushRef="#br0" timeOffset="3404.41">14290 4342 1124 0,'-2'0'0'0,"-1"-4"0"0,-1-1 0 0,4 2 0 0,0-2 0 0,0 3 0 0,0-1 238 0,0 1-101 0,0 1-42 16,7 1-34-16,-2 0 7 0,3 0-32 0,-2 1-1 15,2 6 1-15,-2-1-235 0,-2 2 113 0,-2 2 61 16,2 2-351-16,-3 0 200 16,1-1 100-16,-2 1-157 0,0-3 113 0,0 0-3 0,0 1 44 0,0-2 58 15,0-2-15-15,0-1-8 0,0-2 8 0,0 0 104 16,0-3-52-16,0 0-25 0,0 0-1 0,0-3 40 15,3-7-23-15,5-2 0 0</inkml:trace>
  <inkml:trace contextRef="#ctx0" brushRef="#br0" timeOffset="3542.14">14558 4270 1508 0,'1'4'0'0,"1"0"0"0,0-1 0 0,-1 2 0 0,-1-2 0 0,2 0 0 0,-2 1 0 0,0-1 0 0,1-1 0 0,-1 2 0 0,0-1 0 0,2 0 0 0,-2 0 0 0,2 1 0 0,-2-2 0 0,1 1-230 0</inkml:trace>
  <inkml:trace contextRef="#ctx0" brushRef="#br0" timeOffset="3772.82">14728 4116 1181 0,'-1'0'0'0,"-1"0"0"0,0 0 0 0,2 1 0 0,-1 3 0 0,1 5 0 0,0 1 691 0,0 7-327 0,0 8-165 0,0 6 320 16,0 9-232-16,0 3-131 0,0 3-60 0,3 5 81 0,2-2-70 0,-1-3-36 15,4 2 8-15,-3-12-116 47,-1-6 36-47,-1-2 1 0,-1-7-129 0,-2-1 91 0,0-10 32 0,0-7-180 0,-8-3 111 0,-6 0 55 0,0 0 15 0,-4-9-531 0,0-2 258 0,-2-4 124 0,-2-1 40 0,2-4-564 31</inkml:trace>
  <inkml:trace contextRef="#ctx0" brushRef="#br0" timeOffset="5225.78">15456 4167 2081 0,'-2'0'0'0,"-4"0"0"0,1 0 0 0,0 0 0 0,1 0 0 0,2 0 0 0,2 0 0 0,0 0 334 16,2 0-149-16,12 0-74 0,2 0 235 0,5 0-145 0,4 0-87 16,2-1-39-16,1-2-93 0,0 0 28 0,1 0-1 31,2 0-148-31,-3-1 83 16,-2 2 47-16,-1-3 22 0,-2 4-601 0,-3-1 313 0,0 2 153 0,-7 0-851 0</inkml:trace>
  <inkml:trace contextRef="#ctx0" brushRef="#br0" timeOffset="5412.88">15412 4492 1754 0,'-22'3'0'16,"2"2"0"-16,6-2 0 0,0 1 0 0,5-2 0 0,5 0 0 0,4-2 0 0,0 0 695 0,13 0-328 0,7 0-166 0,7 0 300 0,2 0-237 16,-1-2-115-16,3 0-149 15,2-1 0-15,-2 0 0 16,2 2 0-16,-3-2 0 0,-2 3-150 0,0 0 89 15,0 0 49-15,-2 0-689 0,5 0 379 0,-7 3 158 0,1 0 98 0,-2-2-824 16</inkml:trace>
  <inkml:trace contextRef="#ctx0" brushRef="#br0" timeOffset="5625.49">16057 4148 1761 0,'0'-16'0'0,"0"8"0"0,0 0 0 0,3 1 0 0,6 1 0 0,4-2 0 0,4 1 716 0,5 3-344 0,6-1-168 31,5 0-83-31,4 2 220 0,6-4-151 0,3 0-69 0,-3 4-164 0,1-4 40 16,-5 5-1-16,1-1 41 0,-5-1-485 0,-1 2 251 0,-11 1 112 0,-5-1-251 31,-6 2 187-15,-4 0 83-16,-6 0 50 0,-1 3-783 0,-1 6 386 0</inkml:trace>
  <inkml:trace contextRef="#ctx0" brushRef="#br0" timeOffset="5948.71">16059 4331 1409 0,'-15'6'0'0,"3"-1"0"0,4 0 0 0,5 1 0 0,1-2 0 0,2-2 0 0,8 2 254 0,11-3-108 0,4-1 292 0,4 0-192 0,4 0-109 0,-1 0-50 0,3 0 66 16,1-1-58-16,1-5-29 0,1 1 9 0,-4-2-132 15,-1 1 47-15,-2 0 23 47,-1 1 0-47,-7 0-385 0,2 0 213 0,-8 1 94 0,-5 3-477 0,-5-1 273 0,-3 2 41 0,-2 0 99 0,0 0-251 0,-9 0 177 0,-6 0 83 0,-1 2-67 16,-3-1 75-16,2 3 38 0,-3 0-10 0,1-4 82 0,0 1-35 16,1 1 1-1,2-2-1-15,-1 0 67 0,2 5-45 0,2-4 8 0,1 3 205 16,1-1-117-16,2 1-59 0,-1 3-29 0,-2 3 370 0,6-3-179 15,-2 4-41-15,3 0 109 47,-1 6-107-47,0-4-54 0,-1 5-19 0,3-1-107 0,1 0 35 0,-1-1 1 0,3 1 35 0,-1-2-164 0,2 3 91 0,0-6 32 0,0-1-442 0</inkml:trace>
  <inkml:trace contextRef="#ctx0" brushRef="#br0" timeOffset="6184.06">16362 4400 725 0,'0'3'0'0,"-1"-1"0"0,-1 1 0 0,1 1 0 0,-2 1 0 0,-1 3 0 0,3 2 582 0,-3 1-273 0,2 3-136 0,2 3 321 16,0 1-233-16,0 0-104 0,0 3-64 0,2 0 16 15,9-4-35-15,-1 1-1 0,4-1-37 0,2-3-199 16,2-4 95-16,-2-4 53 16,3-2-291-16,1-4 171 0,-1 0 86 0,1-1-172 31,1-14 120-31,-5 0-27 0,1-3 60 0,-1-3-433 0,-1-5 233 0,3-1 106 0,-4-3 67 0,-2-4-286 47</inkml:trace>
  <inkml:trace contextRef="#ctx0" brushRef="#br0" timeOffset="6651.11">16765 4066 766 0,'9'-19'0'0,"-3"5"0"0,2 4 0 0,-2-3 0 0,5 2 0 0,-5 5 0 0,2 4 195 0,0 0-79 0,2 1-39 0,2 1-1 0,0 0 47 15,2 0-48-15,-1 5 1 0,-1 8-4 0,1-2-35 16,-4 5-1-16,3 5 43 15,-5-1-9 1,-3 1-33-16,0 5-1 0,-2 2 49 0,-1 1-24 0,-1 2 9 0,0-2-33 0,0-1 145 16,0-2-72-16,1 0-37 0,2 2 9 0,-2-7-21 15,4 0 1-15,-2-4-25 0,1-2-150 0,1-1 75 16,0-2 46 0,1-6-275-16,-3-4 141 0,-1 0 77 0,-1-2 38 0,1 0-189 0,-2 0 63 0,0-2 64 15,-5 0-31-15,-5-5-81 0,-3 0 75 0,-1 1 36 16,-4-2-9-16,1-2 13 0,-1 1 1 0,-2 0 32 15,2-3 41-15,0 1 0 0,0-1-49 0,3 0 73 16,2 2 73-16,3 2-68 16,4 0-35-16,0-1 164 0,0 1-78 0,6 2-46 15,0 2-1-15,1-2-7 32,11 2 12-32,6 0 1 0,2 0 6 0,5 0-116 0,1 0 54 0,2 1 0 0,2 2-112 0,-2-2 68 15,3-2 26-15,-9 4 25 16,1 0-6-16,-5 1 8 0,-3 0-32 0,0 0 177 0,-4 0-78 0,-8 1-33 15,-1 6-2-15,-2-1 103 0,-2 3-53 0,-9-1-34 0,-2 1 10 0,-3-1 253 16,-1-1-135-16,1-1-67 0,1 0 113 16,2-1-90-16,-1 2-37 0,4-4 51 0,5 1-53 0,0-1-26 31,2-2 0-31,-1 2-92 0,4 1 29 0,0-3-1 0,0 2 38 16,7-1-169-16,3-2 85 0,2 0 50 0,1 0-8 0,2 2-147 15,0-2 57-15,-1 0 57 0,0 0-503 0,-1 2 248 31,0-2 116-31,-5 1-307 0,0 1 223 0,-3 2 113 0,-3-3 55 0</inkml:trace>
  <inkml:trace contextRef="#ctx0" brushRef="#br0" timeOffset="6954.61">16716 4313 724 0,'-9'5'0'0,"4"2"0"0,-1-1 0 0,1 5 0 0,4 1 0 0,-1 1 240 0,2 4-101 0,0 4-52 15,0-2 10-15,0 6-21 0,0-4-10 0,0 1-2 16,0-1-1-16,0 0-26 0,0-3-1 0,0 2 38 16,0-8-10-16,0 0-28 15,0-6 1 1,0 0 156-16,3-1-78 0,5-2-30 0,0-3-9 0,5 0 191 0,4 0-115 0,3 0-58 0,3-3 56 16,5-2-48-16,1-2-37 0,-1 2 6 15,5-4 0-15,2 6-35 16,4-4 10-16,-7 2-223 0,1 4 107 0,-2-2 53 15,-1 2 27-15,-4 0-504 0,2 1 264 0,-8 0 71 16,-4 0-522-16,-2 0 322 0,-5 0 161 0,-4 0 81 0,1 1-302 16,-6 0 196 15</inkml:trace>
  <inkml:trace contextRef="#ctx0" brushRef="#br0" timeOffset="7099.35">17205 4278 1139 0,'1'-11'0'0,"-1"4"0"0,2 4 0 0,0 1 0 0,-1 0 149 0,2 2-57 0,0 0-19 0,1 10 564 16,-1 5-302-16,1 5-150 0,1 0-75 0,-2 4 172 0,0 4-114 0,-1-4-80 16,1 0-21-16,-1 1-163 0,-1-2 65 0,1 0 34 15,-1 1-516-15,-1-6 270 0,0 0 139 16,2-6-677-16,-2-1 390 0,1-4 134 0</inkml:trace>
  <inkml:trace contextRef="#ctx0" brushRef="#br0" timeOffset="7283">17429 3989 1692 0,'0'-8'0'0,"0"-2"0"0,0 2 0 16,0 2 0-16,0 1 0 0,0 1 0 0,5 2 294 62,1 1-129-62,0 1-56 0,1 0 25 0,1 0-50 0,0 7-24 0,2 2-412 0,1 1 194 0,3 1 106 0,-3 0 39 0,2 2-680 0,0-3 330 0,0-2 164 0,2-2 83 16</inkml:trace>
  <inkml:trace contextRef="#ctx0" brushRef="#br0" timeOffset="7523.36">17710 4006 704 0,'6'0'0'0,"-1"0"0"0,-2 0 0 0,1 0 0 0,-2 0 0 0,0 0 311 0,-2 0-138 0,0 0-69 16,-4 0-34-16,-7 3 108 15,-6 5-75-15,-3 5-34 0,-2-1 0 0,-6 5 46 0,-3 0-40 0,-8 2 9 0,2 2-88 0,-2 0-1 16,-3-2 41-16,1-4-6 0,7-3 5 0,0 0 9 15,12-6-8-15,6-3 164 0,6-3-82 0,6 0-41 47,4 0-1-47,0 0 124 0,14-6-86 0,11-3-40 0,6 2 1 0,7 0 55 0,4-1-48 0,4 1-14 0,-3 4 50 0,0 0-41 0,-1 0 0 0,-1 2-163 16,7 0 69-16,-10 0 22 16,-2 1 0-16,-2 0-246 15,-5 0 139-15,-2 0 68 0,1 0 34 0,-11 0-531 0,-8 0 227 0,-4 0 140 16,-5 0 35-16,0-2-179 0,-3-4 128 0,-13 0 76 15,-2-1-439-15</inkml:trace>
  <inkml:trace contextRef="#ctx0" brushRef="#br0" timeOffset="7704.83">17599 3827 983 0,'-2'1'0'0,"-2"5"0"16,-4-1 0-16,5 2 0 0,0 7 0 0,0 4 464 0,3 6-214 0,0 5-108 31,0 10-44-31,0 0 354 0,0 6-208 0,0 1-105 0,1 2-51 0,1-4-10 0,1 6 10 0,0-11-53 16,-1-6-182-16,-1-1 91 0,-1-5 45 0,0-3-597 0,0 0 330 0,0-9 153 31,-4-5 80-31,-3-4-714 0</inkml:trace>
  <inkml:trace contextRef="#ctx0" brushRef="#br0" timeOffset="7849.44">17559 4192 6 0,'0'0'0'0,"0"0"0"0,0 0 0 0,0 0 0 0,0 0 0 0,-6 5 787 0,-1-1-376 0,-2 4-187 0,-3 1 164 0,0 6-167 15,0-2-97-15,-4 4-45 32,4-1-387-32,0 1 171 0,1-2 87 0,1-1-314 0</inkml:trace>
  <inkml:trace contextRef="#ctx0" brushRef="#br0" timeOffset="8005.81">17596 4250 967 0,'5'0'0'0,"1"3"0"0,2-1 0 0,1-1 0 0,2 0 0 0,2 2 0 0,0 3 681 0,3-2-323 0,3 1-161 0,1 1-81 0,0 0 96 0,-1 0-93 0,1 1-42 16,-3-1-454-16,0 1 206 0,-4 0 103 15,1 1-749-15,-10-1 398 0</inkml:trace>
  <inkml:trace contextRef="#ctx0" brushRef="#br0" timeOffset="8634.2">17543 4405 1345 0,'-2'8'0'0,"-4"3"0"0,-1 0 0 0,4 0 0 0,-2 4 0 0,3-4 0 0,2 3 0 0,0 0 0 0,0-2 252 0,0 1-107 0,0 3-46 0,2-5-165 0,-1-2 51 0,3 2 26 15,-1-1-1-15,-2-2-234 0,2 1 139 0,-3-6 55 16,0 2 34-16,0-2-166 0,0-2 92 0,0-1 47 16,0 0-78-16,0 0 46 15,0 0-24-15,-3 0 25 0,3-1 58 0,-1-7 0 0,1 5-49 0,0-4 74 16,0-1-27-16,0 1 0 16,0 1-4-16,0-2-15 0,0 2 8 0,0-1-7 15,0 0 27-15,0 2-46 0,0 1 34 0,0-3-9 16,-3 4 23-1,-1-3 2-15,1 0-33 0,0 1 7 0,-2-1 135 0,1 0-63 0,3-1-32 0,-2-1 112 16,3 0-66-16,0 2-32 16,0-4-3-16,0 0 25 0,0-1-7 0,7-3-9 0,4 1-19 0,4-2-131 15,3-5 63-15,5-4 42 16,2 0-284-16,4-1 137 0,4-5 73 0,3-2 17 0,3-2-86 0,4-7 31 31,-7 5 44-31,-2 4-10 0,-2 5 1 0,-7 4 37 0,-5 5 0 0,-3 1 313 16,-12 13-152-16,-3 2-81 31,-2 2-39-31,0 0 507 0,-5 9-250 0,-3 3-79 0,-3 8 300 0,-3 1-223 31,1 5-112-31,1 5-56 0,4 0 123 0,-1 7-81 0,4-4-54 0,3 0 90 0,2 4-67 0,0-1-34 0,0-1 0 0,3 6-87 16,10-5 22 0,6-4 0-1,0 2 32-15,2-4-160 0,1 0 80 0,0 2 48 0,-3-9-217 0,-4-4 108 0,-5-2 67 0,-6-1-23 0,-2-4-217 0,-2-1 95 16,-6-6 81-16,-13-3-62 0,-5 0 65 0,-2-3 31 15,-5 0 0-15,-5 0-104 32,7-3 73-17,-3-8 31-15,3-2 1 0,4-5-7 0,-2-2 39 0,2-2-10 0,8 5 215 0,5 0-103 0,4 5-51 0,5 0 515 0,1 3-275 0,2 2-116 0,0 5-73 0,11 2 193 16,9 0-115-16,2 0-38 16,8 6-27-16,1 6-3 0,5 0 0 0,1 2-41 15,1-1 0-15,-2 1-450 0,4 1 233 0,-6-3 105 16,-3-1-896-16</inkml:trace>
  <inkml:trace contextRef="#ctx0" brushRef="#br0" timeOffset="9365.17">13410 3670 812 0,'-4'0'0'0,"-3"-3"0"0,1 0 0 0,-1 1 0 0,4-1 0 0,0 0 0 0,0-1 0 0,3 4 214 0,-2-2-89 0,2-1-34 16,0-1-10-16,2 2 34 0,9-4-38 0,4 1-1 15,5 0-39-15,3 1 111 0,5-1-60 0,3 1-26 0,6 1 80 0,7 1-52 16,7 0-17-16,5-1 33 0,10 1-34 0,12 1 0 16,10 1-34-1,11 0 109-15,21 0-45 32,-7 0-37-32,9 0 0 0,4 0 23 0,7 0-26 0,8 0 1 0,20 0-17 0,-26-2-20 0,4-4 11 0,11-3 0 0,0-3-92 0,-4 1 46 15,11-2 10-15,-34 1-40 31,-8 1 39-31,-13 5-3 0,-13 2 40 0,-8 3-191 0,-3 1 87 0,-24 0 16 0,-7 0 29 0,-10 0-208 0,-9 1 107 16,-6 3 29-16,-5-4 28 0,-10 0-8 0,-3 0 0 16,-4 0 36-16,0 0 135 15,0 0-69 1,0 0-42-16,0 0 220 0,-3 0-114 0,0-1-48 0,-2-6-30 0,1 3-48 0,-3-3-2 16,2 1 66-16,-2 5-30 0,-1-2-595 15</inkml:trace>
  <inkml:trace contextRef="#ctx0" brushRef="#br0" timeOffset="10186.68">17760 3720 980 0,'-11'0'0'0,"0"-4"0"0,3 1 0 0,3 2 0 0,1 1 0 0,4 0 154 0,0 0-59 0,11 2 129 0,10 7-93 16,10-1-47-16,12 0 10 0,8 2 202 0,10 0-128 0,11-2-66 15,10-1-32-15,25-1 110 32,11-3-76-17,23-3-33-15,20 0-1 0,9 0 36 0,7 0-35 0,20-8 10 0,-41 4-109 0,-7 4 33 47,-4 0 0-47,-16 0-142 0,-13 4 87 0,-4 8 53 0,-36-2-9 0,-1 2-28 0,-8-4 35 0,-3-3-21 16,-15 3 1-16,-5-4-51 0,-20 0 36 15,-13-1-8-15,-1 1 0 0,-8-3 230 0,-2-1-96 0,0 0-56 0,0 0 274 0,-3 0-136 0,-7 0-77 0,0 0-159 0,-3 0 49 0,-4 0 34 0,2 0-9 0,-1 0-427 16,2 0 221-16</inkml:trace>
  <inkml:trace contextRef="#ctx0" brushRef="#br0" timeOffset="12528.52">20007 4201 1008 0,'-12'0'0'0,"5"0"0"0,2 0 0 0,1 0 0 0,4 0 0 0,0 0 132 0,0 0-39 0,13 0 66 0,6 0-61 0,5 0-31 31,4 0 0-31,1 0-59 0,2 0-8 0,-2 0 36 16,2 4 0-16,-4-2-141 0,0 4 70 0,1 2 45 0,-9 1-9 0,-2 3-131 15,-6 3 76-15,-5 6 37 0,-4 2-9 0,-2 9 5 31,-6 1-15-31,-16 4 174 0,-4 1-68 0,-5 1-44 0,-4-1-1 0,-3 5 100 0,4-8-48 0,0-6-32 0,6 1 11 0,1-7 228 16,5-2-124-16,4 0-52 16,10-12-41-16,5-4 128 0,3 1-79 31,3-3-40-31,9 0 28 0,8-1-25 0,6-2-9 0,3 0 7 0,6 0-40 0,0 0-1 47,0 0 0-47,4 0-141 0,-10 0 66 0,1 0 38 0,-2 1 0 15,-3 1-125-15,-2 1 68 0,-1 2 53 0,-7-1-29 0,-3-1-459 0,-5 2 198 0,-1-2 132 0,-5 1-331 0,0-1 219 0,-1-3 125 0,0 1-298 0</inkml:trace>
  <inkml:trace contextRef="#ctx0" brushRef="#br0" timeOffset="12702.46">20027 4459 1357 0,'-20'0'0'0,"-1"-3"0"0,9 1 0 0,4 1 0 0,2 0 0 0,6 1 0 0,0 0 522 0,3 0-234 15,12 0-130 1,10 0-61-16,3 0 100 0,5 0-80 0,0 0-40 0,2 0-58 0,-1 0-8 31,-2 1 25-31,1 2-514 0,-3 2 258 0,-1 0 128 0,6 1 73 0,-7 2-642 0,-2-2 329 0,1 0 164 0</inkml:trace>
  <inkml:trace contextRef="#ctx0" brushRef="#br0" timeOffset="13045.87">20716 4023 2203 0,'0'-10'0'0,"0"3"0"0,0 3 0 0,0-2 0 0,0 3 0 0,0 1 0 0,0 0 0 0,0 2 329 0,0 2-146 0,0 7-65 0,0 8 55 16,0 7-69-16,-5 1-34 31,-1 4 0-31,1 3-257 0,-2 4 120 0,0-7 47 0,2 3 28 0,1-1-585 0,-1-4 307 0,0-1 153 0,0 1-238 0,1-9 28 15,-1-5 151-15,1-6-306 0,2-6 224 0,-3-1 101 32,4-1 66-32,-1-13-14 0,2-6 36 0,0-1 69 0,0-1 0 0,0-4 91 0,0 6-81 15,0 1-24 1,0 1 1-16,3 2 445 0,4 1-234 0,3-1-124 16,0 4 427-16,4 0-200 15,4 0-132-15,2 5 39 0,3-2-86 0,3 0-34 0,-1 4-9 0,2 0 76 16,0 2-60-16,1 2-30 0,-1 1 1 0,2-3-313 0,-8 3 136 0,-1 0 74 15,-4 0 37-15,-2 7-557 16,-5-2 293-16,0 7 80 0</inkml:trace>
  <inkml:trace contextRef="#ctx0" brushRef="#br0" timeOffset="13186.68">20753 4253 787 0,'-12'7'0'0,"5"-1"0"0,0 2 0 0,3-1 0 0,-2 1 0 0,3 2 160 0,2-1-53 0,1 3-40 0,0-2 27 15,0 2-29-15,0-2 0 16,3 1-29-16,2 2-158 0,1-3 75 0,1 0 41 16,0-1 1-16,-4-2-425 15</inkml:trace>
  <inkml:trace contextRef="#ctx0" brushRef="#br0" timeOffset="13428.22">20734 4342 459 0,'0'-9'0'0,"0"1"0"0,-1 1 0 0,-1 0 0 0,2 0 0 0,0 2 311 0,0-2-137 16,3 2-69-16,7 2 11 0,5-2-31 0,1 1-9 0,4 3-40 0,0-1 25 16,1 0 0-16,2 2-25 0,-1 0 9 0,1 0 22 15,-6 0-1-15,-1 4-29 0,-1 4 111 0,-1 0-56 16,-1 2-19 0,-7 1-9-16,-1 0 99 0,-1 0-63 15,-3 3-32-15,0 0-7 0,2 2-16 0,-3 0-9 0,0-4 0 0,0 3-289 0,0-1 145 0,0-2 71 63,0 3 46-63,0-5-263 0,0-1 112 0,-3 0 79 0,0-2-572 0,-2-2 299 0</inkml:trace>
  <inkml:trace contextRef="#ctx0" brushRef="#br0" timeOffset="13921.91">20787 4397 368 0,'2'0'0'0,"-1"0"0"0,2 0 0 0,1 0 0 16,-1 0 0-16,3 0 0 0,1 0 0 0,1 3 0 0,0-3 0 0,0 3 206 0,1-1-85 0,-1 1-42 0,-2 2-1 0,2 0-33 0,-2 2-8 0,-3 0-1 47,-1-1-30-47,-1 2 23 0,-1 0 1 0,0 1 117 0,0-1-60 0,-3 1-26 0,-3-1 1 0,-1 0-26 0,-1-1 0 0,1 1 9 0,0-1-9 0,2-1-39 15,1-1 0-15,-1 0 39 0,2-1 0 0,-1 1-57 31,3 0 24-31,-1-1 0 0,2 1 1 0,0-2 7 0,0 3 17 0,0-1 35 0,0-4-6 0,0 4-49 32,0 0 11-32,2-3 87 0,-1 4-41 0,4 0-7 15,-2-3-8-15,2 2-18 16,1 1 1-16,0 0 12 0,-1 1-9 0,1 3-69 0,-2-2 30 0,3 0 3 16,-1 2-30-16,-1 2 25 0,0-1 0 0,0 2-90 15,-2 0 53-15,-2-1 13 31,1 2-1-31,-2-2-12 0,0 1-1 0,0-2 18 0,-6-1 19 0,-6-2-6 0,0-1 3 0,-2-3-8 16,-3 2 9-16,1-6-3 16,-1 0 0-16,0 0 2 0,-3 0 23 0,2-6 3 0,-1-4-27 0,5-1 35 15,1-3 0-15,1 3-25 0,4-2-4 0,1 3 156 0,2-3-71 0,4 6-33 16,1 2 0-16,0-1 195 0,2 0-107 0,10 5-37 16,4-3 111-16,0 4-91 0,4 0-42 0,4 0 0 15,1 0 20-15,3 7-30 16,3 0 8-16,1 3-90 0,-1-2 26 15,2 4-1-15,3-1 26 0,1 3-383 0,4 0 201 0,-2-1 86 16,-1-2 13 0,0 1-688-16,-2-2 353 0,-2-3 155 0</inkml:trace>
  <inkml:trace contextRef="#ctx0" brushRef="#br0" timeOffset="14134.68">21516 3952 1893 0,'-4'1'0'0,"2"3"0"0,-2 2 0 0,-1 2 0 0,0 3 0 0,-3 7 0 0,-5 9 0 0,3 5 0 0,-4 9 310 0,-6 7-136 0,0 3 74 31,-3 5-106-31,-3 2-44 0,3-8-35 0,4-6-237 0,0-5 105 0,1-5 53 0,3-5 25 0,0 0-575 16,4-12 296-16,2-6 153 0,2-5 77 0</inkml:trace>
  <inkml:trace contextRef="#ctx0" brushRef="#br0" timeOffset="14316.81">21431 4239 835 0,'12'2'0'0,"-1"2"0"0,3 1 0 0,0 1 0 0,0 2 0 0,2 2 546 0,2 5-246 16,1 0-137-16,-1 3 124 0,2 2-126 0,1 2-62 15,-1 2-32-15,6 0-162 0,-6-4 60 0,0 1 36 16,-3-3 0-16,2 0-469 0,-8-3 252 0,6 1 134 16,-9-5-314-16,-7-4 197 0</inkml:trace>
  <inkml:trace contextRef="#ctx0" brushRef="#br0" timeOffset="14474.59">21398 4466 1383 0,'-6'0'0'0,"1"-5"0"0,1 4 0 0,2-3 0 0,2 2 0 0,0 1 0 0,0 1 0 0,11 0 462 0,3 0-213 0,4 0-107 0,0 0-52 0,2 0 41 15,2 3-38-15,-3 1-34 0,1-1-412 0,-2 0 194 32,-2 1 98-32,1 1-247 0,-1 0 180 0,-1-2 76 0,-5 6 42 0</inkml:trace>
  <inkml:trace contextRef="#ctx0" brushRef="#br0" timeOffset="14742.94">21449 4646 996 0,'-9'1'0'0,"0"3"0"0,1-3 0 0,-1 2 0 0,2 1 0 16,3-3 0-16,-1 3 0 0,4-2 0 0,1-1 225 15,0 0-86-15,0 2-56 0,0-1-84 0,1-1 0 0,8-1 37 0,1 1 9 0,0 2-105 0,-1-3 49 0,6 3 23 0,-4 0-32 31,1 1 28-31,2-1 9 0,-1 1 19 0,-2 1-52 0,1 0 0 0,-2 0-9 16,0 0 40-16,0 2 22 0,-2 0-8 16,-3-2-22-16,-2-2-8 0,1 6 15 0,-3-6-2 0,-1 5 13 15,0-6-91-15,-4 3 39 16,-5-2-1-16,-4 0-164 0,-2-3 95 0,-3 0 42 16,0 0 15-16,0 0-109 0,1 0 45 0,2-7 40 15,-1-5-13-15</inkml:trace>
  <inkml:trace contextRef="#ctx0" brushRef="#br0" timeOffset="15049.02">22020 4095 910 0,'1'0'0'0,"2"3"0"0,-1-1 0 0,-2 3 0 0,0-3 0 0,0 4 0 0,-5-1 280 0,-5 4-122 0,0 3-51 0,-7-1-41 0,1 2-49 0,-4 2 19 0,0 2 0 31,1-1 0-31,-4 4-29 0,4-4-9 0,3 3 38 16,1-1-27-16,4-1 1 0,0 4 35 0,3-1-9 0,5-3 89 0,1 5-44 16,2 2-1-16,0-2 56 15,0 5-41 1,0-1-34-16,0 1 0 0,2 2-110 0,1-4 42 0,1 4 1 0,0 2 51 16,-3-6-180-16,1-3 86 0,-1 1 42 0,-1-4-576 0,0 0 290 0,0-2 106 0</inkml:trace>
  <inkml:trace contextRef="#ctx0" brushRef="#br0" timeOffset="15155.36">21808 4466 1047 0,'0'-13'0'0,"2"2"0"0,0 1 0 0,1-1 0 0,1 3 0 0,7 0 464 0,2 0-205 0,2 4-116 0,5-1-53 0,6 3 245 0,0 0-149 0,3 1-76 0,2 1-27 0,-3 0 15 46,0 0-31-46,-1 0 0 0,-2 0-199 0,-1 5 84 0,0-2 51 0,-6 2-10 0,-2-1-518 0,-5 1 280 0,-3 1 141 0,-4-3-714 0</inkml:trace>
  <inkml:trace contextRef="#ctx0" brushRef="#br0" timeOffset="15486.33">21999 4566 766 0,'-3'6'0'0,"-3"6"0"0,3 0 0 0,0-1 0 0,-2 0 0 0,4 1 0 0,-4-2 238 0,4-1-100 0,1-1-52 31,-1-1 8-31,0 3-20 0,1-6-9 0,-2-1 0 0,2 0 0 0,0-3-29 16,-2 0 0-1,2 0 110-15,0 0-59 0,0 0-25 0,0-2-1 0,0-2 130 16,0-3-78-16,6-2-29 0,6 2-9 0,2 1 87 0,-2 0-63 0,5 3-32 16,1 0 53-16,0 0-33 0,0 2-9 0,-1 1-42 15,-2 0 30-15,2 0 1 0,-3 1-32 0,2 5 0 16,-7 0 0-16,-1 0 1 15,-3 2 0-15,-4-1-28 0,-1 1 0 16,0 1 37 47,-9-5-9-48,-7 3-38-15,-2-3 0 0,-3-3 38 0,0-1-431 0,-3 0 193 0,5 0 84 0,-1 0-642 0,2-1 363 0,2-6 180 0,2-1 90 0</inkml:trace>
  <inkml:trace contextRef="#ctx0" brushRef="#br0" timeOffset="15986.27">22587 4279 1637 0,'0'0'0'0,"0"0"0"0,0 0 0 0,0 2 0 0,0-2 0 0,0 0 0 0,0 0 571 0,0 0-272 0,0 1-131 0,0-1 181 0,5 0-156 47,1 2-79-47,2 0-30 0,6-2-7 0,1 1-41 0,2 1-1 0,5-1-396 0,0-1 199 0,0 2 107 0,-2 2 42 0,0-2-745 0,-2 1 398 0</inkml:trace>
  <inkml:trace contextRef="#ctx0" brushRef="#br0" timeOffset="16165">22520 4599 1989 0,'-9'2'0'0,"2"1"0"0,1 1 0 0,1-2 0 0,1 1 0 0,0 2 0 0,4-2 0 0,0 1 0 0,2-1 288 0,12 0-126 0,5-1 6 0,6-1-57 0,1 2-42 16,1-3 0-1,4 0-302-15,0 0 135 0,-1 0 67 0,4 0 43 0,-5 0-577 0,-3-3 301 16,2 0 150-16</inkml:trace>
  <inkml:trace contextRef="#ctx0" brushRef="#br0" timeOffset="16379.42">23028 4246 1104 0,'0'1'0'0,"3"2"0"0,-3-3 0 0,1 0 0 0,1 0 274 0,3 0-119 16,2 0-60-16,7 0-21 0,2 0 418 31,6 0-228-31,3-3-114 0,7-3-58 0,3-1-51 0,2 3 3 0,-2-3-9 16,-2 2-354-16,2 3 178 0,-7 1 88 0,2-1-526 0,-10 0 290 0,-3 2 146 16,-8 0 73-16,-4 0-454 0,-5 10 245 0</inkml:trace>
  <inkml:trace contextRef="#ctx0" brushRef="#br0" timeOffset="16564.36">23040 4427 629 0,'-18'3'0'0,"3"1"0"0,0-2 0 0,9 0 0 0,3 1 218 0,3-2-92 0,0-1-45 0,4 1 213 0,13 1-121 0,5-2-73 0,2 0-33 0,4 0 183 0,1 0-107 15,1 0-54-15,3 0-22 0,-5 0-32 0,0 0 0 16,-2 0 1-16,-3 0-264 0,1 0 132 0,-2 0 74 15,-5 0 25-15,-4 0-1 0,-1 1 33 0,-6 2 1 32,-2-3-1-17,-2 1-848-15,-2 2 393 0,0-2 193 0,-12 4-109 0,-4-4 162 0</inkml:trace>
  <inkml:trace contextRef="#ctx0" brushRef="#br0" timeOffset="16677.48">23204 4470 537 0,'-9'1'0'0,"1"3"0"0,0-1 0 0,-1-1 0 0,0 6 0 0,2-1 0 15,-2 1 71-15,1 1-36 0,0 4 0 0,0 3 73 0,-1 2-37 16,-2 3 9-16,2-2-146 15,-4 5 51-15,4-1 25 32,-1-1 0-32,0 2-347 0</inkml:trace>
  <inkml:trace contextRef="#ctx0" brushRef="#br0" timeOffset="16854.72">23260 4552 1128 0,'-4'3'0'0,"2"-1"0"0,0 2 0 0,-1 3 0 0,0 4 0 0,0 0 265 31,0 3-114-31,3 5-58 0,0 0 209 0,0 5-133 0,3 1-58 0,5-2-41 0,4-3-35 0,3 3 0 16,1-6 1-16,3-2-189 0,1 1 104 0,-2-10 37 15,2-4 24-15,2-2-316 32,-1 0 169-32,-1-6 85 0,4-9-412 0,-8-4 181 0,-1-6 128 0,1-3 31 0</inkml:trace>
  <inkml:trace contextRef="#ctx0" brushRef="#br0" timeOffset="17382.7">23732 4100 921 0,'8'-9'0'0,"1"1"0"0,4-1 0 0,-2 6 0 0,2 3 0 0,0-3 171 0,-1 3-68 32,4 0-33-32,3 6 61 0,-5 4-52 0,0 4 0 0,0 2-44 0,-5 2 112 0,2 6-56 0,-3 2-20 0,-7-1 125 15,1 6-81-15,-2 1-40 0,0-2 0 16,0 1 123-16,0 5-73 15,0-6-49-15,0-2-157 0,0-3 58 0,0-3 29 0,3-2 0 0,4 4-103 16,2-11 62-16,-3-1 35 0,-1-3 0 16,3-2-265-16,-4-3 108 0,-1 2 87 15,-2-6-243-15,-1 0 141 0,0 0 58 0,-1 0 39 16,-11 0 60-16,-5 0-29 0,-1 0 9 0,-2 0 72 16,0 0-36-16,-4 0 0 0,2-6-36 0,-2 0 84 0,5-1-38 0,1-3-23 15,2 3 4-15,-2 0 134 0,6-4-47 0,-2 5-48 31,6-4 325-31,3 5-168 0,2-4-55 0,3 4-52 16,0-1-6-16,0 0 9 0,3 1-48 0,10 0-317 0,4 1 159 0,4 1 78 16,2-3 40-16,4 1-330 47,-1 1 159-47,3-1 89 0,1 0 12 0,1-2-64 0,3-2 4 0,-4 1 54 0,1 1 17 0,-1-2 28 0,-2 2 0 0,-3 1 0 0,-1-1-9 0,-9 4 8 15,-7 1 1-15,-2 0 420 0,-4 2-188 0,-2 0-111 31,0 0-16-31,-8 0 303 0,-6 2-146 0,-6 6-98 0,-5 2-38 0,4 1 39 16,-4 1-38-16,4-1-33 0,1-1 20 0,2 1-44 0,3-2 0 16,1-1 0-16,1 2 39 0,5-3-9 15,4-2-30-15,2 1-108 0,2-3 54 0,0 3 27 0,2 0 9 0,9-3-143 16,3-1 78-16,4 1 15 0,2-2 27 0,0-1-301 16,-1 2 147-16,-1-2 51 0,0 1-163 0,-4 2 111 31,2-3 63-31,-7 2 31 0,2 1-421 0,-6 1 231 0</inkml:trace>
  <inkml:trace contextRef="#ctx0" brushRef="#br0" timeOffset="17710.79">23617 4435 976 0,'-5'3'0'0,"0"0"0"0,1 1 0 0,1 1 0 0,-2 1 0 0,4 4 0 0,1 1 0 0,0 1 0 0,0 3 117 0,0 1-41 0,0 6 9 0,1-4-41 0,2 4-8 0,0-3-1 16,-1 1 35-16,1-1-34 0,-3 0 8 31,0-5-9-31,0-3 99 0,0-2-50 0,0-2-24 0,0-2 0 0,1 4 152 16,1-8-92-16,4 1-43 0,1 1 153 0,8-1-97 16,1-1-49-16,5 1-16 31,2-1 63-16,6 2-48-15,1-2-24 0,6 1-55 0,2 0 1 0,4-2 39 0,-1 3-9 0,-5 0-334 0,2 0 167 47,-2 0 84-47,2-1 42 0,0 1-721 0,-8-1 306 0,-1-2 192 16</inkml:trace>
  <inkml:trace contextRef="#ctx0" brushRef="#br0" timeOffset="17839.4">24288 4363 1888 0,'-6'0'0'0,"-1"0"0"0,3 0 0 0,-2 0 0 0,3 0 0 0,0 0 0 0,1 0 262 0,0 0-105 16,2 3-65-16,0 7 69 0,0 2-62 0,2 0-33 0,1 5 10 0,4 1-12 31,-1 1 1-31,0 2-30 0,0 0-418 0,-1 1 208 16,-3 2 115-16,2-5-515 0,1 2 306 0,-4-4 151 0,1-3-56 0,-2 1-440 0</inkml:trace>
  <inkml:trace contextRef="#ctx0" brushRef="#br0" timeOffset="18011.02">24449 4137 1057 0,'2'-5'0'0,"0"0"0"0,0 2 0 0,-1 0 0 0,3-1 280 0,-1 3-122 0,-1-1-62 16,4 1 293-16,-1 1-177 16,2 0-80-16,-1 0-52 0,1 0-222 0,-2 0 89 0,4 3 43 15,0 4-667-15,0 0 334 0,-1 2 170 16</inkml:trace>
  <inkml:trace contextRef="#ctx0" brushRef="#br0" timeOffset="18257.4">24830 4148 847 0,'-7'2'0'0,"-5"2"0"0,0 1 0 0,-3 2 0 0,-7 2 0 0,-1 1 0 0,-5 3 265 0,-4 0-115 0,-2 4-57 0,-2 0-14 0,-6 1-12 31,7-2-10-31,-3-3-33 0,0 0 11 0,2-4 0 0,1-1 0 0,0-2-9 15,13-4 9-15,5-2 0 16,8 0 0-16,1 0 90 0,8 0-44 0,0-2-15 0,0-1-8 0,7 3 72 31,10-3-47-31,8 1-25 0,6 0-18 0,4 1 4 0,3-2-9 0,3 2-57 0,-1-1 28 0,1 2 0 16,2 0 29-16,3 0-202 16,-4 0 97-16,-5 0 39 0,1-3 30 0,-5 1-448 0,1 1 219 0,3 0 65 31,-15-2 74-31,-2 2-359 0,-7 0 207 0</inkml:trace>
  <inkml:trace contextRef="#ctx0" brushRef="#br0" timeOffset="18452.84">24630 3977 969 0,'0'0'0'16,"-2"0"0"-16,-1 0 0 0,1 0 0 0,-2 0 0 0,3 5 0 0,1 6 0 0,-2 6 0 0,2 8 700 0,0 11-324 0,0 6-174 15,0 5-84-15,0 6 197 16,0 1-140-16,0-3-70 0,0 4-283 0,0-14 103 16,0-3 54-16,0-4-460 0,0-7 258 0,0-2 129 0,0-3 73 0,0-10-297 15,0-7 109-15,0-3 103 0,0-2-66 16</inkml:trace>
  <inkml:trace contextRef="#ctx0" brushRef="#br0" timeOffset="18572.91">24618 4364 1328 0,'-12'-1'0'0,"0"-1"0"0,0 0 0 0,-1 2 0 0,-1 0 0 0,-2 0 0 0,-3 0 0 0,0 7 0 0,1 3 0 0,-4 2 217 0,2 0-91 0,1 0-45 0,-1 3-328 0,4-1 136 15,7-3 73-15,2 3-623 0</inkml:trace>
  <inkml:trace contextRef="#ctx0" brushRef="#br0" timeOffset="18735.07">24687 4430 713 0,'5'4'0'16,"-3"-2"0"-16,7 3 0 0,-5-1 0 0,3 0 506 0,2 0-236 0,1 3-117 0,2-1-59 0,3 3 91 15,0-4-79-15,0 3-35 0,3-1-1 0,0-1-232 0,-1 0 99 0,0-1 58 16,-6 1-615-16,0 0 313 16</inkml:trace>
  <inkml:trace contextRef="#ctx0" brushRef="#br0" timeOffset="19305.81">24636 4599 951 0,'-6'0'0'0,"1"2"0"0,-1-1 0 0,3 4 0 0,-1-1 0 0,3 1 0 0,-1 0 433 0,2 4-198 0,0-2-100 0,0 2-51 0,0 0 148 16,0 2-103-16,0-3-47 0,3 2-147 0,1-2 51 0,-1 0 24 0,1 0 9 0,1-2-117 0,-2 0 66 15,2-3 33-15,-2 0 1 0,3 0-282 16,-1-2 145-16,-1-1 79 0,3 0-307 31,0 0 169-15,-1-7 60-16,3-2 50 0,-1-3-66 0,2-2 62 0,-2-1 26 0,2-3 0 0,0 0 70 0,1-6-52 15,-1 7 9-15,0-7 36 0,0 2-1 0,3-3-35 0,0 1 74 0,1-6-45 16,2 4 8 0,1-2-37-16,3-3 59 0,2-2-25 0,4-2 7 0,5-8-4 0,2 4-57 0,2-5 0 0,2 1 53 15,2-3-10-15,3 2-43 0,0-2 34 16,-10 12-6-1,-6 8 302-15,-6 8-140 0,-9 4-70 0,-6 10 228 0,-3 3-137 0,-2 1-59 16,-2 0-40-16,-10 4 12 0,-7 7-22 0,-1 4 41 16,-3 3-18-16,2 0-8 0,-1 6-27 0,3 0 0 15,1 3 0-15,3 0-9 0,-1 6 18 16,9-2-8-16,1-4-1 0,3 3 0 16,0-1 637-16,3 1-354 0,0 5-133 0,6-4-79 15,11 0-35-15,8 1-83 0,1-4 23 0,1 3 1 0,1 0 32 0,-4-5-82 16,-5-1 37-16,-2-4-8 15,-4 1 0-15,-7-3 2 0,-5 3 5 0,-1-7-20 16,-3-2-176-16,-15-4 89 0,-5 0 50 0,-4-2-129 16,-4 0 78-16,1-7 41 0,1 0 22 0,0 0-75 15,2 0 44-15,1-5 20 0,0-6-10 0,6-2 40 16,2-2-8-16,7 0 1 0,1 0 213 0,1 1-115 16,6 3-45-16,3 3-26 0,0 0 463 15,0 4-215-15,1 0-120 0,4 4 281 16,6 0-187-16,4 0-89 0,3 0-46 0,-1 11-37 15,5 3-42-15,2 2 0 0,1 1 0 0,3 7 0 16,4-4 0-16,0 4 0 0,7 0-927 0,8 0 452 16</inkml:trace>
  <inkml:trace contextRef="#ctx1" brushRef="#br0">30794 7144 0,'0'0'16,"0"0"-1</inkml:trace>
  <inkml:trace contextRef="#ctx0" brushRef="#br0" timeOffset="19805.18">26111 4238 1425 0,'0'0'0'0,"0"-2"0"0,0-3 0 0,0 2 0 0,0-1 0 0,1 3 0 0,2-1 87 0,7 2-26 15,3 0 10-15,3 0 179 0,5 10-108 0,6 5-53 16,-2 3-27-16,3 4-24 16,0 0 6-16,-6 3-9 0,-5 1 1 0,0-1-88 15,-8-1 44-15,-6 3 0 0,-1 1-34 0,-2-8 35 16,-11 4-1-16,-7-7 43 0,-6-3-37 0,-1-2-11 15,-6-1 7-15,3-5-151 0,-2-5 78 0,4-1 26 16,0 0 25-16,2 0-353 0,6-5 179 0,6-8 70 16,8-6 48-16</inkml:trace>
  <inkml:trace contextRef="#ctx0" brushRef="#br0" timeOffset="19981.7">26411 4166 2328 0,'1'-3'0'0,"-1"0"0"0,0 2 0 0,0-1 0 0,0 1 0 0,0 1 0 0,0 0 0 0,-9 3 0 0,-2 9 405 0,-1 5-184 0,0 2-93 16,-1 5 293-16,0 2-183 0,7 1-106 0,-2 0-74 16,6 4-58-16,2-2 0 0,0 0 0 0,11 1-12 15,7-7-106-15,5-1 76 0,5-2 39 0,3-6-650 16,3 1 345-16,2-5 180 16,-1-6-789-16,-2-1 440 0,0-3 221 0</inkml:trace>
  <inkml:trace contextRef="#ctx0" brushRef="#br0" timeOffset="20129.84">26795 4468 1243 0,'0'0'0'16,"0"2"0"-16,0-1 0 0,0 0 0 0,0 2 0 0,0-1 0 0,-1 1 557 0,-2 0-252 0,-3 0-140 0,3 3 315 0,-1-1-222 0,-2 2-112 0,-1 2-46 0,0 3 22 0,-3 1-43 0,3 1 0 0,-4 1-44 0,2 0-342 15,-3 2 180-15,5-5 76 0,-2 2-678 0,1-2 381 16,2-6 192-16</inkml:trace>
  <inkml:trace contextRef="#ctx0" brushRef="#br0" timeOffset="20300.53">26977 4234 1594 0,'4'0'0'15,"2"0"0"-15,0 0 0 0,5 0 0 0,-1 2 0 0,4 3 638 0,1 4-301 16,-1-2-151-16,5 6-75 0,-3-2-13 0,7 4-23 0,-4 0-8 15,-5-1-411-15,3 3 190 16,-1 0 95-16,-4-2 46 0,-1-1-703 0,-2-2 371 16</inkml:trace>
  <inkml:trace contextRef="#ctx0" brushRef="#br0" timeOffset="20453.91">27388 4054 855 0,'4'-11'0'0,"-1"4"0"0,1 1 0 0,-3 3 0 0,2 3 0 0,-3 3 706 0,0 17-336 15,-12 9-167-15,-3 9-84 0,-4 12 574 16,0 1-333-16,-3 6-163 0,-3 6 110 0,-5 7-186 16,-1 8-121-16,-5 11 0 0,5-9-70 0,-3 2-63 15,3 2 84-15,-2-1-1066 16</inkml:trace>
  <inkml:trace contextRef="#ctx1" brushRef="#br0" timeOffset="1024.21">31674 7739 0,'0'0'16,"0"0"-16,0 0 16,0 0-16,0 0 15,0 0 1</inkml:trace>
  <inkml:trace contextRef="#ctx0" brushRef="#br0" timeOffset="39017.5">3620 6641 593 0,'-10'-3'0'0,"-5"3"0"16,2-3 0-16,2 1 0 0,-4 0 0 0,1 2 425 15,4 0-198 1,1 0-92-16,2 0-47 0,2 0 229 0,4 0-138 0,-4 0-58 0,5 0 46 0,0 0-62 31,6 0-32-31,6 0 120 0,7 0-75 0,0-2-28 0,4-1-11 0,3-1 34 0,-2 2-36 0,-1-2 0 0,2 2-36 0,-1 0-23 16,-5 2-12-16,-3 0 36 0,-3 2-1 0,-2 8-83 16,-5 4 42-16,4 3 10 0,-10 7-18 15,0 6 49-15,-10 3 1 0,-6 7-107 0,-7 3 48 0,-4 7 3 16,-2-5-4-16,0-1 151 0,-1-4-56 0,3-4-14 15,2-2-46-15,3-2 167 0,10-11-80 0,3-9-24 16,5-2-61-16,4-3-19 0,0-2 0 0,8-1 0 16,9-4 0-16,4 0 0 0,3 0 0 0,2 0 0 15,4-2 0-15,0-2 0 16,-2 1 0-16,-3-1 0 0,0 1-33 0,-3 1-31 16,-2 1 39-16,4 0-359 0,-12 1 185 0,1 0 52 15,-6 0 57-15,1 0-387 0,-5 0 218 0,-1 2 98 16,0 0-440-16,-2 1 280 0,0-3 140 0</inkml:trace>
  <inkml:trace contextRef="#ctx0" brushRef="#br0" timeOffset="39182">3574 6865 1863 0,'-19'-7'0'0,"9"3"-1"0,2 3-6 0,5 0 0 0,1 1 2 0,2 0 1 0,0-3 1 0,2 3 658 16,10 0-308-16,3 0-154 0,2 0-18 0,0 0-68 15,6 0-22-15,-1 0-11 0,2 0-545 0,-2 5 257 16,2 2 127-16,-1 0-809 0,6 0 442 0,-7-1 225 16</inkml:trace>
  <inkml:trace contextRef="#ctx0" brushRef="#br0" timeOffset="39317.5">3958 6774 910 0,'-5'-5'0'0,"-3"0"0"0,5 2 0 0,-1-1 0 0,3 4 416 0,-1-3-188 0,2 1-93 16,0 2-48-16,0 0 171 0,0 0-114 0,2 0-52 16,3 7-384-16,4 2 166 15,-2 1 84-15,2 4-792 0</inkml:trace>
  <inkml:trace contextRef="#ctx0" brushRef="#br0" timeOffset="39433.75">4005 7029 823 0,'-5'0'0'0,"-1"0"0"0,2 0 0 0,-2 0 0 0,3 0 0 0,2 0 275 16,1 0-118-16,0 0-47 0,0-1-41 0,3-2-302 16,11 1 136-16,2-6 68 0</inkml:trace>
  <inkml:trace contextRef="#ctx0" brushRef="#br0" timeOffset="39711.18">4497 6350 1761 0,'-8'-17'0'0,"-1"5"0"0,-1 0 0 0,0 3 0 0,1 6 0 0,-3 1 0 0,4 2 0 0,-3 9 500 0,3 9-231 0,0 10-114 0,2 4 195 0,3 7-161 16,1 3-74-16,2 6-37 0,0 5 38 0,0 5-38 15,0 12 10-15,4-1 8 16,1 4-28-16,1 7 0 0,0 1-68 0,-2 2 0 0,-3 9 0 0,0-19 0 15,-1-3 0-15,0-1-77 0,0-9-14 0,-6-7 65 16,-3 5-401-16,3-24 188 16,0-7 119-16,-4-12 8 0,5-9-398 0,-4-6 234 0,1 0 106 15,-2-10-82-15,2-11 105 0,-1-11 52 0,-1-8 27 16,2-9-384-16</inkml:trace>
  <inkml:trace contextRef="#ctx0" brushRef="#br0" timeOffset="39847.76">4179 6907 1385 0,'-11'-25'0'0,"2"0"0"0,4 8 0 0,3 2 0 0,2 3 0 0,0 2 0 0,0 0 740 0,11-1-341 0,3 4-187 0,4 0-88 0,3 0 382 16,4 0-235-16,0 4-116 0,2-3-45 0,-1 6-81 31,-1 0-29-31,4 0 0 0,0 0-564 0,0 2 226 0,4 8 199 0,-5-1-879 16,-3 2 527-16</inkml:trace>
  <inkml:trace contextRef="#ctx0" brushRef="#br0" timeOffset="53285.91">8508 6128 990 0,'-5'-12'0'0,"1"-2"0"0,1 8 0 0,-1-1 0 0,2 2 0 0,2 2 375 0,0 1-169 0,0-2-73 31,0 4-52-31,2 0 20 0,11 0-32 0,4 0 1 0,3 0-30 0,5 0 157 0,3 3-83 0,2 0-38 0,1 2 1 0,3 1-57 16,-4 3 19-16,3 1-56 0,-9 1 23 0,-2 2 1 0,-6 4 32 0,-6 2-87 15,-5 3 43-15,-3 5 11 16,-2-4 33-16,-10 2 21 0,-9 0-16 0,-7 3-16 16,-2-4-34-16,-4 1 77 0,-3-5-23 0,3-1-28 15,-1-5-4-15,2-3 49 0,3 0 10 0,0-2-39 16,6-6-284-16,9-3 133 0,-1 0 69 0,9 0-571 15,5 0 287-15,0-5 145 16,2-9 53-16</inkml:trace>
  <inkml:trace contextRef="#ctx0" brushRef="#br0" timeOffset="53473.97">8984 6004 1786 0,'-5'0'0'0,"-6"-6"0"0,3 5 0 0,0-1 0 0,-2 2 0 0,-2 0 0 0,2 9 501 15,-5 3-221-15,4 6 296 0,3 1-268 0,0 3-135 16,2 2-66-16,5 5 37 0,1 0-88 16,0 0-56-16,3 1 0 0,12 0-57 0,7-2-40 0,4-2 69 15,5 3 43-15,-2-8-499 0,4-4 261 0,-1 0 132 16,0-4 65-16,-3 1-357 16,2 3 58-16</inkml:trace>
  <inkml:trace contextRef="#ctx0" brushRef="#br0" timeOffset="54169.18">8620 7383 994 0,'0'0'0'0,"0"0"0"0,0 0 0 0,0 0 0 0,0 0 550 16,1 0-256-16,8 6-129 0,3 3-63 0,0 2 211 15,6 3-129-15,-2-1-77 0,2 1-35 0,-1 1-18 16,1 2-17-16,1-1 1 15,0 2-275-15,-4-3 132 0,-3 2 72 0,-2-5-517 0,-1 0 287 0,-2-2 144 16,-2 0 78-16,-4-6-657 0</inkml:trace>
  <inkml:trace contextRef="#ctx0" brushRef="#br0" timeOffset="54359.42">8991 7243 2571 0,'0'-7'0'0,"0"5"0"0,-2-3 0 0,-1 3 0 0,0 2 0 0,-2 0 0 0,-1 7 0 0,-3 13 292 0,-1 11-127 0,-2 8 478 16,-7 8-383-16,-2 17-260 15,-4 0 0-15,-3 12 0 0,-4 9 0 0,2 4 0 0,-3 2 0 16,-3 12 0-16,3-18-56 0,-1 0-53 16,1-1 74-16,0-4-1094 0,3-8 541 0</inkml:trace>
  <inkml:trace contextRef="#ctx0" brushRef="#br0" timeOffset="66772.39">6271 5990 907 0,'-8'-7'0'0,"3"3"0"0,1 0 0 0,2 2 0 0,-2-1 0 0,4 1 358 0,0 2-150 0,0 0-89 15,0 7-39-15,0 5 272 0,2 5-156 0,5 1-78 16,-1 8-29-16,2 1 70 0,-3 2-60 0,0 2-29 16,0 2 87-16,1 2-58 0,-3 8-20 15,0-7-69-15,0-2 30 0,-1 0 0 0,-1 0-1 0,-1-2-34 16,0-3 10-16,0-5 25 0,0-9 0 0,0 1-73 16,0-8 37-16,0 1 0 15,-6-3 45-15,3-6-119 0,0 0 48 0,-3 0-1 16,3 0-394-16,-2-3 206 0,3-2 73 0,-2 1-611 15,4-2 354-15</inkml:trace>
  <inkml:trace contextRef="#ctx0" brushRef="#br0" timeOffset="67334.53">6212 7570 853 0,'-16'-10'0'0,"1"3"0"0,3 2 0 0,3-1 0 0,-1 0 418 0,6 3-195 0,4 1-93 0,0-1-45 16,0-3 326-16,10 0-187 0,5 0-83 15,5-2-56-15,5 1 107 0,1 2-77 0,3 4-39 16,3-4-52-16,-3 4-10 0,-2 1 24 0,1 0-197 15,-1 6 98-15,-2 4 50 0,2 5 34 0,-7 3-150 16,-4 6 87-16,-3 2 40 0,-6 6-1 0,-5 6-386 16,-2 3 186-16,0-5 35 0,-14 5 69 0,-5-1-55 15,-4-1 57-15,-8-3 28 0,-1-1 213 0,-1-8-88 16,0-5-48-16,-2-6 500 16,3-3-269-16,0-3-115 0,-1-1-36 0,10-8 513 15,5-1-283-15,8 0-141 0,2 0-70 0,6-3-58 16,2-3-51-16,0 3 0 0,11-5 0 0,13 1 0 15,4 2 0-15,6 1 0 0,7 0 0 0,1 0 0 16,3 0 0-16,-1 3 0 0,5-1 0 0,-3 1 0 16,10-1 0-16,-9-1 0 0,-2 2-194 15,-3-2 58-15,-4 0-6 0,-3-1-304 16,1-1 195-16,-12 3 111 0</inkml:trace>
  <inkml:trace contextRef="#ctx0" brushRef="#br0" timeOffset="68149.42">15537 1669 1741 0,'-4'-9'0'0,"1"3"0"0,2 1-1 0,-2-2-1 0,1 7 1 0,2 0 0 0,0 0 309 15,0 2-136-15,0 10-56 0,0 2-43 0,2 4 319 16,2 6-175-16,-1 3-88 0,1 3-44 15,-3 7 196-15,1-3-126 0,-1 3-56 0,1 3 17 0,-1 2-64 16,1 4-52-16,0 3 0 0,2-8 0 16,-2-1 0-16,4-5 0 0,-1-3 0 0,-1-4 0 15,-1 1 0-15,1-12 0 0,-3-5 0 16,1-2 0-16,-2-7 0 0,0-3 0 16,0 1 0-16,0-1 0 0,0 0 0 0,0-4 0 0,0-3 0 15,-2 0 0-15,-1 0 0 0,1 1 0 0,1-1 0 16,1 2 0-16,-2-1 0 0,2 3 0 0,0-1-1 15,0 2-105-15,0 2-760 0</inkml:trace>
  <inkml:trace contextRef="#ctx0" brushRef="#br0" timeOffset="69089.35">19153 1962 674 0,'0'-20'0'0,"0"5"0"0,0-5 0 0,0 6 0 0,1-2 0 0,7 3 0 0,6-1 472 0,2 2-216 0,4-3-98 16,3 6 146-16,2-1-132 0,3 3-66 16,4 2-32-16,3 2 61 15,-5 3-53-15,1 0 1 0,-2 2-106 0,-2 7 31 16,0 7 1-16,1 2 41 0,-10 3-222 0,-6 1 107 0,-1 4 52 15,-6 5 27-15,-5 1-111 0,0 4 32 16,-5-1 42-16,-10 0-42 0,-5-1-185 16,-1-1 79-16,-5-2 2 0,-2 7 51 0,-2-14 44 15,1-3 0-15,-2-3 242 0,-1-5-104 0,3-3-52 16,-4 1-36-16,8-9 486 0,4-2-224 0,3 0-122 0,4 0-28 16,7-4 216-16,-1-1-89 0,8-2-92 15,0 0-41-15,3 3 285 0,14-2-163 0,3 3-42 16,9 0-51-16,5 2-90 0,2 1-21 0,5 0 0 15,1 0 0-15,5 1 0 0,8 5 0 0,-4 1 0 16,2 0-62-16,3 3 39 0,-3-3 31 0,-4 2-395 16,8 1 171-16,-18-3 111 15,-3-3-221-15,-9 3 147 0,-4-1 47 0,-5 1-456 0,-2 1 263 16</inkml:trace>
  <inkml:trace contextRef="#ctx0" brushRef="#br0" timeOffset="75903.99">13028 5938 1029 0,'-11'-2'0'0,"-1"-3"0"0,2 1 0 0,1 2 0 0,-2-1 0 0,6 2 0 0,1 1 515 0,3 0-239 0,0 0-118 0,1 0 255 0,0 0-177 15,0 0-104-15,3 0 117 0,11 0-106 0,3 0-52 16,6 0-26-16,1 0 27 0,2 0-54 0,1 0 1 0,3 0-1 16,-2 0-116-16,0 0 59 0,2 1 38 15,-7 4-10-15,-3 4-155 0,-1 1 92 0,-4 3 47 16,-5 6-129-16,-3 5 53 16,-7 2 47-16,0 7-20 0,-15 2 25 0,-10 9-32 15,-5 7 2-15,-2-7 120 0,-6 3-46 0,1-1-1 0,-2-4-35 16,1-1 212-16,1 0-81 0,9-12-53 15,3-5 2-15,3-7 188 0,10-5-85 0,4-5-63 16,3-3 90-16,5-4-187 0,0 0 0 0,9 0 0 16,4-1 0-16,6-2 0 0,2-1 0 0,1-1 0 15,2 2 0-15,1-1 0 16,1 1 0-16,1 1 0 0,2-1 0 0,-5 3 0 0,1 0 0 0,0 0 0 16,-2 0 0-16,-1 0 0 0,1 0-213 15,-6 0-21-15,-4 0 72 0,-1 0-358 0,-4 0 240 0,-3 3 121 16,1 0 50-16,-4-1-432 0,-2 1 250 0,0-2 127 15,0-1 62-15,-5 0-174 0</inkml:trace>
  <inkml:trace contextRef="#ctx0" brushRef="#br0" timeOffset="76080.63">12974 6266 834 0,'-28'-3'0'0,"-1"1"0"0,11 0 0 0,6 0 0 0,0 1 283 16,9-1-122-16,3 2-61 0,0-2 633 0,3 0-352 0,14 1-171 0,4-2 265 15,4 3-218-15,4-3-100 16,-1 1-64-16,3 2-145 0,2 0 45 16,0 0 0-16,0 0 45 0,7 0-623 0,-9 5 307 0,0 1 158 15,0 1 80-15,-3 0-344 16,0 1 176-16,5 1 124 0</inkml:trace>
  <inkml:trace contextRef="#ctx0" brushRef="#br0" timeOffset="76323.36">13367 6324 1360 0,'0'0'0'0,"0"0"0"0,0-3 0 0,0 0 0 0,0 1 0 0,1 1 0 0,5 0 0 0,2 1 267 0,0 0-105 0,3 0-66 0,1 1 225 15,2 6-141-15,0 4-71 0,0 2-35 0,3 4 119 16,-6-1-82-16,1 4-36 16,-5 2 0-16,-1-2 58 0,-5 5-47 0,1-1 9 15,-2 1-17-15,0-2-40 0,-10-2 1 0,-5-1-28 0,1-2 28 16,-5 1 9-16,2-9-10 0,-3-3-226 0,0-4 113 0,1-3 57 31,-1 0 28-15,0 0-564-16,4-1 275 0,-1-7 95 0,4-3 82 0,4-2-507 0,3-2 286 0,1-3 132 15</inkml:trace>
  <inkml:trace contextRef="#ctx0" brushRef="#br0" timeOffset="76494.5">13609 6282 1590 0,'-9'0'0'16,"-1"0"0"-16,1 0 0 0,-3 0 0 0,4 0 0 0,-3 6 0 0,2 4 872 0,1 2-417 0,1 6-208 16,-2 2-94-16,6 2 335 0,3 0-362 0,0 2-126 15,0 0 0-15,7 0 0 0,8 2 0 0,2-5 0 16,5-3 0-16,3 2 0 0,3-6 0 0,0 1-657 16,3 0 290-16,-3-8 198 15,2 2 104-15,-1-2-585 0</inkml:trace>
  <inkml:trace contextRef="#ctx0" brushRef="#br0" timeOffset="77739.3">4905 7354 1259 0,'-11'-1'0'0,"-1"0"0"0,3-4 0 0,-2 5 0 0,2-4 0 0,-4 1 0 0,8 1 0 0,-1-1 0 0,1 1 155 0,4 0-59 16,-2-5-18-16,3 6 115 0,0-6-77 0,4-3-39 16,10 0 0-16,3-4 47 0,5-5-33 0,4-1-10 15,6-3 122-15,5-4-82 0,0-1-42 0,3-3 1 16,8-5 58-16,-3 3-54 0,0-1-1 0,1-5-93 15,3 0 25-15,-1-3-1 0,3-5 34 16,-10 11-79-16,-5 0 34 0,-3 3 1 16,-1 2 34-16,-6 2-38 0,3 1 9 15,-11 10 29-15,-1 3-120 0,-5 3 53 16,-1 2 1-16,-2 1-14 0,1-1 17 0,-3 6-2 0,-4-1 14 0,1 2 105 16,-1-3-44-16,-2 2 0 0,4 2-41 15,-4 0 119-15,1-1-52 0,-1 1-28 16,0 0 15-16,0 1-29 0,1-1 10 0,-2 0-14 0,2 1 23 0,-2 1-85 15,1 0 42-15,-1 0-1 16,2 0-205-16,-2 0 97 0,2 0 59 16,-2 0-180-16,3 0 94 0,-3 0 59 0,2 1-4 0,-2 3-60 15,0-3 47-15,0 3 0 16,0-1 47-16,0-1-25 0,0 0-10 0,0 1 35 16,0-2-61-16,0-1 31 0,0 2-1 0,0-2-352 0,0 1 182 0,0-1 105 15</inkml:trace>
  <inkml:trace contextRef="#ctx0" brushRef="#br0" timeOffset="78490.22">6601 6293 982 0,'-8'0'0'0,"1"-1"0"0,4 0 0 0,-5-2 0 0,3 2 0 0,-2-1 0 0,5 0 0 0,0 1 335 0,-2-1-148 15,4 2-75-15,0-2 147 16,0 1-101-16,0 1-65 0,0-2-28 0,0 1 55 0,6 0-41 16,1-4 0-16,5 3-32 0,-2-3 106 0,3 3-58 0,4-1-29 15,0-3 88-15,1 2-58 0,5-3-21 16,1 2-8-16,2-2 38 0,4 0-34 15,5 3 0-15,1-3-4 16,7 1 8-16,2 1-37 0,4 0-1 0,6 3-19 0,4-1 20 0,1 3-1 16,14 0 10-16,-10 0-46 0,7 0 36 0,-1 3 1 15,3 2-59-15,6 2 40 16,-12-3-11-16,-3 0-81 0,3-2 43 0,-5-2 27 0,2 0-21 0,8 0-52 16,-16-4 35-16,-1-5 24 0,-6 0-18 0,-3-4-49 15,-4 3 33-15,0-1-2 0,-15 4 25 0,-5 0 32 16,-5 4-34-16,-4-4 14 15,-3 6 86-15,-1-3-47 0,-7 4 1 0,-1 0 184 16,-1 0-100-16,0 0-54 0,0 0-14 0,0 0 13 16,-1 0-53-16,-1 0 0 0,1 0 0 0,-1 0 0 15,0 0 0-15,2 0 0 0,0 0 0 0,0 0 0 16,0 0 0-16,0 0 0 0,0 0-348 16,0 0 163-16,0 0 60 0,0 0-822 15,0 0 455-15</inkml:trace>
  <inkml:trace contextRef="#ctx0" brushRef="#br0" timeOffset="79506.11">4860 7317 941 0,'-8'-11'0'0,"0"4"0"0,2 2 0 15,4 0 0-15,-1 1 0 0,0 4 0 0,2-3 240 0,1 0-104 0,0 3-48 0,0 0 114 0,1 0-80 0,7 0-41 16,1 3 10-16,6 4 87 0,0 3-69 0,3 2-34 16,3 1-1-16,4 5 46 15,2 4-29-15,0-3-11 0,4 4-12 0,1 0-27 0,4 5 0 16,3 4 45-16,11 3-35 0,-5 1-10 0,6 3 0 15,-1 0-71-15,-3 0 36 0,-1-1 0 16,2 2 45-16,-13-9-81 0,-7-5 35 0,0-2 6 16,-7-6 0-16,-6 0-26 0,4-1 49 0,-10-10-30 15,-1-1 55-15,-3-6-7 0,-1 0-33 0,-2 0 24 16,-1 0-19-16,1 0-2 0,-2-7-3 0,0-3 45 16,0-3-1-16,0 0-15 0,-3-1-20 15,-1 2-477-15,0 3 229 0,1-2 104 0,0 8 61 0</inkml:trace>
  <inkml:trace contextRef="#ctx0" brushRef="#br0" timeOffset="80381.14">6944 7718 567 0,'-10'0'0'0,"4"0"0"0,2 0 0 0,-3 0 0 0,0 0 0 0,4 0 0 0,-6 2 177 0,4 0-73 0,1-2-32 16,0 2-1-16,0-1 21 0,1-1-27 0,-2 2 10 16,2 0-36-16,3-2 45 0,-2 0 0 0,2 0-10 15,-2 0 0-15,1 0-25 16,1 0-11-16,0 0 89 0,0 0-44 0,0 0 0 15,0 0-43-15,0 0 56 0,5 0-9 0,3-7-48 16,4-4 1-16,6-4 45 0,2-4-46 0,6-9 11 16,5-1-11-16,9-9 6 0,4-8-6 0,8-6 1 15,4-5-19-15,17-16 29 0,-3 1-11 0,7-6-56 16,2-6 28-16,3-1 0 0,-4 3 28 16,4-10-125-16,-20 19 53 0,-1 5 19 15,-3 1 1-15,-6 7-123 0,-3 8 73 0,-4-5 22 16,-14 21-74-16,-9 4 43 0,-3 3 31 0,-3 5-2 15,-4 6 71-15,-2-3-62 0,-5 13 12 0,-2 1 77 16,-1 2-37-16,-1 5-3 0,2-2-36 0,-3 2 197 16,0 0-89-16,0 0-31 0,0 0-27 0,0 0-2 15,2 0-15-15,-1 0 36 0,0 2-29 16,0-2-86-16,1 3 43 0,1-1 6 0,0 3-125 0,-2-4 69 16,3 2 39-16,-2 0-91 0,0-3 59 15,-1 3 5-15,0 1-16 0,0-3-286 16,1 3 163-16,0 1 80 0</inkml:trace>
  <inkml:trace contextRef="#ctx0" brushRef="#br0" timeOffset="85052.38">14226 6060 1349 0,'-11'-10'0'0,"5"5"0"0,-3-2 0 0,5 5 0 0,3 0 0 0,1 2 272 16,0 0-117-16,1 0 259 0,7 0-179 0,7 0-103 15,5 0-47-15,3 0 110 0,0-1-78 0,3-4-40 16,3-1 10-16,-2 5-34 0,-1-4-15 0,-1 2 0 15,1-1-1-15,-3 2-282 0,3-1 151 0,-6 3 61 16,0 0-590-16,-4 0 309 0,-2 0 170 0,-2 0-698 16</inkml:trace>
  <inkml:trace contextRef="#ctx0" brushRef="#br0" timeOffset="85299.56">14371 6298 1239 0,'-12'4'0'0,"-3"1"0"0,3-2 0 0,6 3 0 0,1-1 0 0,5-4 0 0,0 3 833 0,0 1-388 0,11-3-199 0,8 1 350 15,4-3-278-15,1 0-140 0,4 0-102 0,-2 0-76 0,2 0 0 16,-1 0 0-16,-3 0 0 16,0 0 0-16,1 0 0 0,-5 0 0 0,-1 2 0 15,-4-2-10-15,-1 1 10 0,-3 1 0 16,0-1-195-16,-6-1 43 0,-1 3 84 15,-2-3-204-15,-2 0 119 0,0 0 47 0,0 0-210 16,0 0 143-16,-6 0 68 0,1 0 33 0,1 0-665 16,0 0 349-16</inkml:trace>
  <inkml:trace contextRef="#ctx0" brushRef="#br0" timeOffset="86214.75">15292 6030 1314 0,'-3'-2'0'0,"-1"-5"0"0,0 2 0 16,3-2 0-16,-1 2 0 0,2-4 0 0,0 1 0 0,0-1 0 0,0-1 0 0,0-1 111 0,0 0-37 0,0-1 0 0,2-1-30 15,-1-3 2-15,5 2-8 0,-4-1-18 0,1 1 18 16,-2-3-1-16,1 3 0 0,-2-4-11 47,0 4 12-47,0-1-1 0,0-2 0 0,0 3 13 0,-5 2-12 0,-2-2 8 0,-1 4 34 0,0 2-4 0,-2 1 0 0,0 4-39 0,0-1 112 0,0 4-47 15,-1 0-37-15,2 0 108 0,-1 0-67 0,1 12-35 32,1 0 1-32,0 7 64 0,3 2-55 0,2 4 1 0,-1 4-44 0,4 5 38 15,0 5 1-15,0 4-30 0,0 3-10 0,0 0 42 16,0 4 0-16,1 7-42 0,4 11 13 16,-1-3-50-16,-1 3 0 0,1 3 0 0,-3-1 0 15,1-3 0-15,-2 7 0 0,0-18 0 0,0-2 0 0,0-5 0 16,-5-4 0-16,-3-6-4 0,1 4-43 0,-1-20 30 15,0-5-65-15,0-3 44 0,-1-10 5 0,-1-1-1 16,1-2-270-16,-3-2 143 0,1-2 47 0,-1-7-357 16,-4-4 216-16,1-3 119 15,-1-4 35-15,-1-3-480 0,2-5 272 0,0-5 136 0,-2-6 67 0</inkml:trace>
  <inkml:trace contextRef="#ctx0" brushRef="#br0" timeOffset="86407.82">14794 6326 758 0,'-9'-10'0'16,"0"3"0"-16,4 0 0 0,1 0 0 0,4 0 619 16,0 1-282-16,4-1-154 0,14 0-73 0,8 0-37 0,5-2 1 0,4 3-37 15,6-3 857-15,-3 4-434 0,0 2-211 0,2 1-112 0,2 1-137 16,-3 1 0 15,6 0 0-31,-9 0 0 0,-3 0 0 0,-4 6 0 0,-2-1 0 0,1 2-303 16,-11-1 39-1,-3 1 152-15,-5-1-716 0,-2 1 369 0,-4-2 211 0,2 2-198 0,-5-1 209 16</inkml:trace>
  <inkml:trace contextRef="#ctx0" brushRef="#br0" timeOffset="86623.39">15529 6517 2412 0,'-6'0'0'0,"-1"0"0"0,4 3 0 0,-1-3 0 0,-1 2 0 0,3 1 509 0,1 1-235 0,-1 1 186 16,2 2-216-16,0 1-212 0,0 4-32 0,0 2 0 16,3 1 0-16,2 1 0 0,2 2 0 0,-3 2 0 15,1 1 0 1,1 0 0-16,-2 2 0 0,-2-2-58 0,0-1-95 0,-1-2 96 16,-1-2-612-16,0-1 273 0,0-4 191 0,0 4 12 15,-5-6-557-15,-2-3 357 0</inkml:trace>
  <inkml:trace contextRef="#ctx0" brushRef="#br0" timeOffset="86869.51">15855 5457 2397 0,'-8'-7'0'16,"1"0"0"-16,1 2 0 0,0 3 0 0,1 2 0 0,-1 2 0 0,0 10 0 0,-1 5 375 0,-3 7-160 0,0 3-80 0,1 2-49 0,-3 7-25 16,1 2 1-16,-1 4-516 0,-3 7 254 0,2-1 115 15,0 5 60-15,1 0-916 0</inkml:trace>
  <inkml:trace contextRef="#ctx0" brushRef="#br0" timeOffset="87832.81">15960 6252 854 0,'0'0'0'0,"0"-2"0"0,0 1 0 0,0-2 0 0,0 3 0 0,0-2 147 0,0 2-55 0,-1 0-18 15,1 0 336-15,-2 0-186 0,1 0-94 0,1 0 221 16,-1 5-157-16,-3 2-70 0,4-2-48 0,0 4 163 16,0-1-102-16,0 1-50 15,0-1-25-15,0 1 21 0,0-3-9 0,4 2-37 16,-3-2-1-16,3-1-37 0,1-1 37 0,0 1 10 16,0-4-33-16,1-1 0 0,0 0 23 0,-2 0 30 15,0 0-30-15,0 0 10 16,0 0-10-16,-1 0 101 0,-2 0-101 0,1-1-36 0,-2-1 0 0,0 0 0 15,0 2 0-15,0 0 0 0,0 0 0 0,-5 0 0 16,0 0 0-16,1 0 0 0,-1 4 0 0,0-1 0 16,1 2 0-16,1-1 0 0,0-1-29 0,2 1-65 15,-2 1 55-15,3-4-909 16,0 2 456-16</inkml:trace>
  <inkml:trace contextRef="#ctx0" brushRef="#br0" timeOffset="94329.69">16453 6270 740 0,'-11'-9'0'0,"-3"0"0"0,4 3 0 0,1-3 0 0,-2 1 0 0,3-1 350 0,2-2-156 16,-2-2-68-16,4 2-50 0,2-3 183 0,2 0-111 0,0-1-55 16,0-2-28-16,8-3 103 0,3 6-69 0,2-2-31 15,3 2-6-15,0 1 1 16,4-1-25-16,0 1 65 0,0 8-37 0,0-2 0 0,0 5-28 0,-3-1 32 16,5 3 9-16,-5 0-41 0,-3 0 0 15,0 12-64-15,-2 5 33 0,-2 0-1 0,-1 8 41 0,-4 2-172 16,-4 4 80-16,-1 3 26 15,0 2-72-15,-1 2 40 0,-8 3 38 16,-2-7-108-16,-2 0 59 0,-4 2 7 16,0-6 0-16,-2-1 69 0,-3 2-5 0,2-10-49 0,1-6 16 0,-1-4 197 15,0-2-92-15,4-7-40 0,-3 1-28 0,7-3 284 16,4 0-140-16,1-3-44 0,4-6 184 0,1 1-129 16,0 5-56-16,2-4-36 0,0 3-76 0,7-3 0 15,6 1 0-15,1 2 0 16,5-1 0-16,1 4 0 0,0-4 0 0,-2 4 0 15,5-1 0-15,-1 2 0 16,3 0 0-16,-2 0 0 0,1 0 0 0,-2 8 0 0,1-2-303 0,0 1-9 16,3 0 148-16,-4 0-285 0,-3-2 206 0,0 0 103 15,0 0 50-15,-1-5-593 0,4 0 313 0</inkml:trace>
  <inkml:trace contextRef="#ctx0" brushRef="#br0" timeOffset="94594.81">16837 6116 2353 0,'-7'-14'0'0,"4"4"0"0,3 0 0 0,0 0 0 0,2 2 0 0,11 1 0 0,6 3 0 0,6 1 0 0,3 3 0 0,5 0 268 16,-4 0-120-16,2 0 15 0,2 11-63 0,-2 6-30 0,-3 1-1 16,2 5-48-1,-10 3 17-15,-4 3 0 0,-6 0 0 0,-5 3-76 0,-3 1 37 0,-2 6 11 0,-4-7 28 16,-12-1-33-16,-5-1 0 0,-4-2 33 0,-3-4-54 15,-5 0 9-15,2-10 1 0,0-4-148 16,-1-5 75-16,0-3 45 0,3-2 13 0,-4 0-359 16,10-2 175-16,1-7 91 15,8-5 30-15,2 2-184 0,7-6 115 0,2-1 48 16,3 2 38 0,8-4-454-16</inkml:trace>
  <inkml:trace contextRef="#ctx0" brushRef="#br0" timeOffset="94791.98">17233 6086 1948 0,'0'-8'0'0,"0"0"0"0,0 1 0 0,-3-2 0 0,-5 5 0 0,-1 4 0 0,-1-2 400 0,-2 2-181 0,-2 0-81 0,0 6 280 16,1 8-189-16,1 4-96 16,-2 4-48-16,4 0 109 0,2 5-69 0,4 1-83 15,4 0-42-15,0 0 0 0,1-1 0 0,10 2 0 0,7 2 0 0,4-6 0 16,2-3 0-16,6 0-562 0,1-3 291 15,4-2 154-15,4-1 4 0,-5-6-685 16,5-3 381-16,-2-4 189 0,2-3 95 0</inkml:trace>
  <inkml:trace contextRef="#ctx0" brushRef="#br0" timeOffset="95100.23">17661 6252 1733 0,'-8'0'0'0,"-1"0"0"0,3 0 0 0,0 0 0 0,1 0 0 0,2 0 0 0,-1 0 0 0,4 0 835 16,4 0-399-16,9 0-200 0,7 0-99 0,6 0 397 15,5 0-514-15,5 0-20 0,2 0 0 0,2 0 0 16,2 0 0-16,2 0 0 0,-2 2 0 0,-2-2 0 16,-2 2 0-16,-2-2 0 0,-3 0 0 0,-1 0 0 15,-10 0 0-15,-7 0-302 0,-7 0 17 16,-5 0 46-16,-3 0 109 0,0-2-598 16,-6-3 350-16</inkml:trace>
  <inkml:trace contextRef="#ctx0" brushRef="#br0" timeOffset="99499.72">19105 6116 1160 0,'0'-8'0'15,"0"-6"0"-15,0 6 0 0,0-3 0 0,0-1 0 0,0-1 0 0,0 1 151 0,0-5-48 0,0 5-38 0,0-5 49 0,0 0-39 0,0 1 1 16,0-2-39-16,0-2 39 0,0 2-40 0,0 1 1 15,-2 0-1-15,-1 0-40 16,-2-3 9-16,-1 5 32 0,-1 2 20 0,-2 5-21 0,0-4 1 16,-1 4 72-16,-4 2-27 0,2 3-9 15,-2 3-37-15,0 0 111 0,0 3-55 0,-2 9-28 16,-1 2 9-16,5 4 110 0,1 3-74 0,-2 3-36 0,4 3 0 16,3 4 38-1,-2 5-28-15,7 0-9 0,1 2 123 0,0 3-80 0,0 2-41 0,3 3-51 16,6 12-25-16,2-6 0 0,1 3 0 0,-1 4 0 15,-1-2 0-15,0 1 0 0,-2 7 0 0,-3-14 0 16,-4-1 0-16,1-2 0 0,-2-4 0 16,0 0 0-16,-8 1 0 0,-6-13 0 0,0-5-17 0,-3-5-85 15,0-8 9-15,-2-5-177 0,-2-3 91 16,3-6 77-16,-2-3 32 0,3-11-369 0,-3-6 201 0,3-6 100 31,-2-5 42-31,3-5-509 0,4-6 284 0,-2-9 142 0</inkml:trace>
  <inkml:trace contextRef="#ctx0" brushRef="#br0" timeOffset="99655.29">18632 6275 1014 0,'0'-8'0'0,"-2"2"0"0,1 1 0 0,1-1 0 0,0 0 0 0,0-1 750 0,3 2-361 0,13 0-176 0,6-2 398 0,3 3-287 0,6-3-144 0,5 1 100 0,-2 3-126 0,3-1-138 0,2 3-16 0,-1-1 0 16,-1 2 0-16,2 0 0 0,-8 0 0 0,-1 0-554 15,-5 2 255-15,-2 3 168 0,-5 2 83 0,2 1-913 0,-12-1 470 0</inkml:trace>
  <inkml:trace contextRef="#ctx0" brushRef="#br0" timeOffset="100038.2">19092 6463 1706 0,'0'0'0'0,"-2"3"0"0,-1-3 0 0,1 3 0 0,2-3 0 0,0 0 0 0,0 0 0 0,2 0 688 0,8 0-331 0,1 0-160 0,4 0-19 0,2 0-71 15,-3 0-34 1,3 0-203-16,-1 0 80 0,-2 0 43 0,-3 3 0 0,-2 6-100 0,1 3 81 0,-4-1 27 16,-5 2-1-16,-1 4-135 15,0 2 86-15,-3-1 21 0,-11 4-100 0,0-4 159 16,-6-2-96-16,-2-2 35 15,2 2 436-15,-2-6-206 0,-1 2-91 0,4-6 464 0,2 0-506 16,4-5-67-16,1 1 0 0,6-2 0 0,-1 0 0 16,7 0 0-16,0-2 0 0,10-4 0 15,8-1 0-15,3-1 0 0,4 2 0 0,1 2 0 0,2-2 0 0,0 4 0 16,0 1 0-16,-1-1 0 16,4 2 0-16,-6 0 0 0,-2 0 0 0,1 0 0 15,-3 5 0-15,-3 1-295 0,2-2-38 0,-7 1 153 16,-3 0 71-16,-2-1-248 15,-3-4 160-15,-2 3 80 0,0-3 31 0,-2 0-569 0</inkml:trace>
  <inkml:trace contextRef="#ctx0" brushRef="#br0" timeOffset="100207.34">19475 5668 1518 0,'-9'-14'0'0,"4"9"0"16,2-1 0-16,1 5 0 0,-1 1 838 0,0 3-400 0,0 18-193 16,-3 8-108-16,0 8 271 0,-4 10-187 0,-3 6-95 0,-3 6-126 0,-3 11 0 15,3-4 0-15,1 3-567 0,1 2 138 16</inkml:trace>
  <inkml:trace contextRef="#ctx0" brushRef="#br0" timeOffset="102311.24">19752 6401 1515 0,'0'-4'0'0,"0"0"0"0,-2 1 0 0,2 0 0 0,-1 0 0 0,1 1 0 0,-1-1 0 0,1 1 466 0,0 0-214 0,0 2-107 16,0 0-53-16,0 0 72 15,0 0-54-15,0 0-40 0,0 6 83 0,0-1-57 16,2 1-29-16,4 1-3 0,0-2 20 0,2 0-46 16,1-3 0-16,-1 3-39 0,3-5 40 0,1 0-1 15,-3 0 10-15,1 0 19 16,-2 0-28-16,0 0-1 0,-1-5 0 0,0 3 119 15,-2-3-50-15,0 0-100 0,-2 1-7 0,-1-1 0 0,-2 2 0 16,0-2 0-16,0 2-46 0,0-1 14 0,-7 2 36 0,0-1-963 16,1 0 453-16,-1 2 240 0</inkml:trace>
  <inkml:trace contextRef="#ctx0" brushRef="#br0" timeOffset="103535.16">21787 1419 875 0,'-5'-5'0'0,"-3"1"0"0,0 1 0 0,0 1 0 0,1-1 0 0,2 1 111 0,0 1-36 0,0 1-1 16,0 0 277-16,2 1-147 0,-1 11-88 0,4 5 145 15,0 2-112-15,0 4-55 0,0 4-29 0,3 4 170 16,6-4-103-16,4 3-48 0,5-1 1 0,6 0 0 0,3 3 8 0,3-11-55 16,0-4 0-16,6-2-26 15,-2-5-1-15,0-3 27 0,4-2-79 0,-10-5 35 16,1-2 0-16,-4-8-76 0,-3-4 60 0,-5-6 30 16,2-1 4-16,-11-4-146 0,-2 0 54 0,0-3 43 15,-4-1-6-15,-2 0-105 16,0-5 50-16,0 7 28 0,-2-4 0 0,-7 4 11 15,-2-2-11-15,0 7 38 0,-1-4 19 0,-1 13-2 0,-1 7-21 16,2 3 258-16,-1 3-122 0,-3 0-61 16,2 9-28-16,-1 11 325 0,2 6-162 0,0 5-57 15,1 1-48-15,1 7 163 0,1 0-87 0,5 4-59 16,1 0-24-16,3 1-5 0,1 2-19 0,0 3 0 16,0 6-29-16,0-11-10 15,7 0 14-15,2-3-258 0,3-3 129 0,-1-4 77 0,0 3 47 16,-1-13-584-16,1-3 278 0,-3-5 90 15,2-5 86-15,-3-1-393 0,3-7 229 0,-1-3 128 0,1 0-385 0</inkml:trace>
  <inkml:trace contextRef="#ctx0" brushRef="#br0" timeOffset="103764.25">22453 1446 1554 0,'-2'-6'0'0,"-7"2"0"0,3 2 0 0,-2 2 0 0,0 0 0 0,-1 5 0 0,-1 7 691 16,2 8-331-16,0 4-162 0,1 7 294 0,2 2-227 15,2 3-114-15,0 5-47 0,3-1 12 0,0 1-116 16,3-2 0-16,8-3-113 0,2-1-16 0,2 0 93 16,1-11 32-16,0-3-241 0,0-4 142 0,-2-4 69 15,2-3 37-15,0-2-718 0,-2-7 354 0,-4-1 89 16,0 0 118-16,-1-4-495 0</inkml:trace>
  <inkml:trace contextRef="#ctx0" brushRef="#br0" timeOffset="103988.3">22537 1639 1882 0,'3'-7'0'0,"-2"1"0"0,3-1 0 0,-2 0 0 0,4 1 0 0,1 2 0 0,0 3 0 0,8-2 0 0,-1 1 264 0,2 2-119 0,1 0-53 0,2 6 118 16,-3 4-86-16,1 0-43 0,1 4 9 15,-5 1-59-15,-5 0 7 16,0 0-1-16,-6 2-57 0,-2 2 28 16,0 0 10-16,-2 0 20 0,-11-4-46 0,-3 2 1 0,-3-4 44 0,-4 1-112 15,-1-1 64-15,1-5 19 0,-2 0-18 0,2-4-341 16,1-1 159-16,2-1 93 0,0 1 19 0,7-3-209 16,4 0 110-16,3-3 71 0,6-4-417 15,0-8 243-15</inkml:trace>
  <inkml:trace contextRef="#ctx0" brushRef="#br0" timeOffset="104173.84">22800 1546 843 0,'0'-3'0'0,"0"2"0"0,0-1 0 0,0 0 0 0,0 2 0 0,-2 0 700 0,0 0-331 16,-2 2-165-16,1 8 397 0,0 2-272 0,0 3-151 16,-1 3-70-16,4 0 196 15,0 5-134-15,0 0-66 0,0 2-83 0,9-2-51 0,1-1 4 0,3 0 32 16,4 0-164-16,0-4 97 0,1 1 59 15,-1-3-498-15,0-7 268 0,-1 1 135 16,0-5 19-16,4 0-725 0,-4-5 387 0,-3 0 190 0,-1 0 94 16</inkml:trace>
  <inkml:trace contextRef="#ctx0" brushRef="#br0" timeOffset="104357.82">23057 1615 1058 0,'-10'0'0'0,"5"0"0"0,0-2 0 0,-1 2 0 0,2-1 0 0,3-1 826 15,1 2-395-15,0 0-199 0,0 0 240 0,1 0-210 32,8 2-118-32,1 1-47 0,3 4-31 0,-1 1 0 0,0-2-30 0,3 2-443 15,-4 1 217-15,1-2 113 32,-2 2 58-32,-1-1-733 0,2-1 388 0,-1 1 200 0,0-2 90 0</inkml:trace>
  <inkml:trace contextRef="#ctx0" brushRef="#br0" timeOffset="104534.48">23291 1523 1516 0,'-4'-2'0'0,"0"0"0"0,-1 1 0 0,2 1 0 0,-1 0 0 0,-1 0 447 15,2 0-205-15,0 5 419 0,-1 9-312 0,2 4-155 16,-1 5-70-16,-2 5 91 0,-3 5-88 0,1 6-71 16,-4 4-56-16,1 5 0 0,-4 9 0 0,-1-8 0 15,1 3 0-15,-1-3-187 0,2-1 40 16,-3-5 92-1,4 1-517-15,3-15 291 0,2-7 156 0,0-5-702 0,2-9 395 0,3-3 197 16,-1-5 90-16</inkml:trace>
  <inkml:trace contextRef="#ctx0" brushRef="#br0" timeOffset="104720.63">23505 1381 3301 0,'19'-3'0'16,"2"3"0"-16,-3 0 0 0,1 3 0 0,-3 12 0 0,-2 5 0 0,-4 4 0 0,2 6 0 0,-11 2 0 0,-1 6 0 0,0 3 0 0,-14 4 204 0,-4 2-83 0,-4 5-33 0,-1-10-333 15,-5 1 141-15,0-1 70 0,-5-5 36 0,3 1-825 16,-6-2 437-16,4-9 206 0</inkml:trace>
  <inkml:trace contextRef="#ctx0" brushRef="#br0" timeOffset="125137.53">22593 5334 590 0,'-9'0'0'0,"1"0"0"0,-4 0 0 0,4 0 0 0,0 0 0 0,1 3 324 0,2 2-143 0,-3 2-72 0,5 0 74 0,1 5-77 0,0 1-35 0,2 2 1 15,0 2 52-15,2 1-43 0,5 4 10 0,8-5 38 16,2-1-46-16,3 1 1 15,2-4-47-15,6-1 46 0,0-1 8 0,2-5-53 16,0-1-1-16,1-5 5 16,1 0-5-16,-4 0 1 0,6 0-23 0,-8 0-10 0,-1-5 33 0,-2-4-38 15,-3 0 37-15,0-5 10 0,-6 3-9 0,-3-5-76 16,-3 2 36-16,-2-1 6 0,-3-1 0 0,2-2-48 16,-5 2 29-16,0-3 7 0,0 3 0 0,-3-2-25 15,-4 0 0 1,-2-2 33-16,0 4-36 0,-1-1 36 0,0 0 3 15,0 3-12-15,1 0 10 0,-2 0-7 0,3 3 6 0,1 4 46 16,0 0 0-16,1 0-43 0,-1 4-2 16,2-1 133-16,0 3-64 0,-3 1-23 0,4 0 0 0,-3 0 81 15,1 8-52-15,0 3-5 0,-1 4 94 0,-3 4-63 16,5 3-33-16,-1 2 155 16,0 5-113-16,-1 3-111 0,3-1 0 0,-1 3 0 0,-1 1 0 0,4 3 0 15,-3 1 0-15,2 8 0 16,0-5 0-16,-1 1 0 0,3-1 0 0,-1-3 0 15,2-1 0-15,0 4 0 0,0-11 0 0,0-4 0 16,0-2 0-16,0-6 0 0,2-3 0 0,-1 3 0 16,3-11 0-16,-3-4 0 0,1-1 0 15,0-1 0-15,-1-2 0 0,-1 0 0 16,0 0 0-16,0 0 0 0,0-2 0 0,0-1 0 0,0-1 0 0,0 1 0 16,0 0-7-16,0-1-56 15,0 0 0-15,-3 0-352 0,0-1 180 0,-2 1 103 16,3-1 47-16,0 3-659 0,0-2 353 0,1-1 177 0</inkml:trace>
  <inkml:trace contextRef="#ctx0" brushRef="#br0" timeOffset="180201.81">23822 5184 1080 0,'0'-7'0'0,"2"3"0"0,3-2 0 0,-2 4 0 0,6-5 0 0,0 3 0 0,2 0 540 0,2 4-250 0,1-4-127 15,4 2-62-15,1 0 70 0,0 1-71 0,-2 1-31 16,2 0-160-16,-2 0 64 16,-1 0 33-16,2 0-459 0,-6 0 240 0,-2 0 126 15,-2 7 62-15,-2 0-620 0,-3 4 313 0</inkml:trace>
  <inkml:trace contextRef="#ctx0" brushRef="#br0" timeOffset="180373.13">23888 5298 900 0,'-2'0'0'0,"1"2"0"0,-1-2 0 0,-1 3 0 0,1-2 0 0,1 3 0 0,-2 1 486 15,3 2-225-15,0-2-111 0,0 2 102 0,0 3-108 0,0 2-43 0,0 0-101 16,0 0 0-16,3 2 38 0,0 1 0 0,0-1-372 16,2 3 191-16,-3-2 85 0,2-1 48 0,-1-4-510 15,1-1 270-15,-3 0 63 0</inkml:trace>
  <inkml:trace contextRef="#ctx0" brushRef="#br0" timeOffset="180630.99">23909 5300 1182 0,'1'0'0'0,"3"0"0"0,1-4 0 0,0 0 0 0,0 3 282 0,5-2-122 15,-1 1-61-15,3 0 115 16,0 2-92-16,0 0-43 15,4 0 1 1,-2 0 47-16,1 4-44 0,0 3 9 0,2-2-54 0,-3 3-43 0,1 1 43 0,-3-1 0 16,2 1-30-16,1 1 39 0,-7-3-9 0,2 3 0 0,-2-1 15 0,-1-4-15 31,-3 5-1-31,3 0 30 0,-7-2-30 0,2 0 1 0,-2 2 0 0,0 0-68 0,0 0 32 0,-2 3 3 16,-1-4 27-16,-5 2-460 0,1 1 218 0,-3-2 96 15,1 3-575-15,0-1 316 16,-1-1 173-16,-1-1-334 0</inkml:trace>
  <inkml:trace contextRef="#ctx0" brushRef="#br0" timeOffset="180811.89">23928 5441 690 0,'-7'0'0'0,"-1"-3"0"0,-1 3 0 0,4-2 0 0,0 0 576 16,4 1-275-1,1-1-131-15,0 2-66 0,1 0 130 0,7 0-97 0,4 0-41 0,0 0-34 0,4 0 173 16,0 0-98-16,1 0-50 0,-1 0-234 15,1 0 88-15,-3 0 48 0,1 0-497 16,-2 0 272-16,-2 0 138 0,3 0 77 0,-7 0-594 16,3 3 248-16,-4 1 165 0,-4 2 82 0</inkml:trace>
  <inkml:trace contextRef="#ctx0" brushRef="#br0" timeOffset="181285.71">23991 5516 917 0,'-8'2'0'15,"0"0"0"-15,-2-1 0 0,5 1 0 0,2 0 0 0,-1-2 0 0,3 2 0 0,1-2 268 0,0 0-106 0,0 0-67 0,1 0-28 0,6 0 92 16,3 0-60-16,0 0-31 0,1 0 27 0,1 0-33 16,-2-2 0-16,-1 0-205 0,2 0 90 0,-3 2 45 15,0-1 10-15,-2 1-145 0,0 0 90 0,-4 0 46 16,2 0 6-16,-2 0-46 0,-1 0 5 0,-1 5 0 16,0 2 7-16,0-1 93 0,-1 1-52 0,-7 2-22 31,2 1 230-31,-5 0-107 0,4 0-43 0,-1 1 126 0,0-1-68 0,1 2-47 0,1-1 17 0,1-3-92 15,3 2 38-15,1-2-1 16,1 1 1-16,0-1-47 0,0 1 32 0,0-1-9 0,0-1 24 16,3 0-27-16,3 1 0 15,-1 3 7-15,2-4-70 0,-4 3 23 0,2 1 24 0,0 0-84 16,-3 1 49-16,-1 0 17 16,1 0-2-1,-2 1-11-15,0 1 36 0,0-3-7 0,-6 2 5 0,-4 1-67 47,1-4 32-47,-2-2-9 16,-1-1 37-16,-2-2-143 0,0-1 65 0,-3-1 22 0,3-3-34 0,-1 0 26 0,0-1 0 0,1-10 3 0,3-1-1 0,-3-1 23 0,6-1 11 0,2-1 125 0,0 3-62 0,1-1-32 15,4 2-1-15,-2-1 359 16,3 4-182-16,0 2-71 16,3 2-52-16,7-2 391 0,3 5-200 0,4-2-90 0,0 3 201 0,5 0-156 0,3 0-78 0,-1 4 23 0,5 3-51 15,5 5-15-15,-3-4-57 0,2 4-184 16,1-2 79-16,2 4 64 0,2-3 32 0,3 2-544 15,-7-1 283-15,0 0 114 0,-6-3 83 0,-5-1-753 0,-1-1 386 0,-2-2 184 16</inkml:trace>
  <inkml:trace contextRef="#ctx0" brushRef="#br0" timeOffset="181538.36">23916 4888 1991 0,'0'0'0'0,"0"1"0"0,-3 2 0 0,-1 5 0 0,-1 0 0 0,0 6 0 0,0 3 0 0,-1 3 0 0,0 6 168 0,-4 4-64 0,-1 4-23 0,0 2-84 15,-2 3 1-15,0-1 41 16,-4 3 0-16,2-2-246 0,-4 5 133 0,2-10 52 0,1-5-422 15,0-3 227-15,-1-2 115 16,0-3-376-16,-2 0 201 0,6-9 123 0</inkml:trace>
  <inkml:trace contextRef="#ctx0" brushRef="#br0" timeOffset="181769.43">24469 5055 1858 0,'2'-9'0'0,"-2"1"0"0,0 4 0 0,1-3 0 0,-1 5 0 0,0-3 0 0,0 5 0 0,0 0 461 0,0 0-211 16,0 0-97-16,0 9-63 0,-4 6-78 0,-4 4 0 16,-3 5 26-16,0 3-1 0,-3 5-98 0,-4 1 44 0,-1 1 28 15,0 2-346-15,-1 3 186 0,0-3 94 16,-4 6-508-16,4-6 204 0,0-4 171 15,4-4 25-15</inkml:trace>
  <inkml:trace contextRef="#ctx0" brushRef="#br0" timeOffset="181959.15">24422 5238 2308 0,'8'-5'0'0,"0"2"0"0,1 0 0 16,2 1 0-16,0 2 0 0,0 0 0 0,3 0 0 0,0 7 0 0,5 2 541 0,-2 2-256 0,1 2-124 0,0 0 4 15,4 1-64-15,-2 2-32 0,3 1-199 16,-3-3 79-16,-1 1 44 0,0-3 0 0,-3 1-476 0,2 3 270 16,-7-4 121-16,0-5 64 0,-3 2-701 15,-5-3 353-15,-1-1 177 0,1 2 31 0,-3-4-343 16</inkml:trace>
  <inkml:trace contextRef="#ctx0" brushRef="#br0" timeOffset="182122.2">24463 5398 1499 0,'-10'0'0'16,"-3"-2"0"-16,5-2 0 0,2 4 0 0,4-2 0 0,0 0 0 0,2 1 287 0,0 1-116 0,3 0 112 15,10 0-123-15,4 0-62 0,-1 0-30 0,2 0 274 0,1 0-143 0,0 1-85 16,-2 3-39-16,1-1-152 0,0 0 57 0,-1 2 29 16,0 1 9-16,-4-2-598 0,-2 2 309 0,1-1 154 15,-5 4-747-15,3-1 369 0</inkml:trace>
  <inkml:trace contextRef="#ctx0" brushRef="#br0" timeOffset="182372.72">24501 5605 1580 0,'-5'0'0'15,"0"-2"0"-15,2 1 0 0,-2-1 0 16,2 0 0-16,3 2 0 0,0-3 0 0,0 2 0 0,5-2 289 0,6 3-126 0,1-3-53 0,3 3-123 0,0 0 25 15,2 0 0-15,-1 0 26 0,-1 0-176 0,1 6 97 16,-2 0 35-16,-3 3-81 47,-2 0 57-47,0 1 29 0,-4 1-1 0,0 1 34 0,-3 3-10 0,-2-3-57 0,0 0 1 0,0 0 172 0,-9 0-68 0,-3 1-42 0,-2-2 20 0,-2-6 114 0,-2 1-51 0,-1-2-43 16,0-4-148-16,-1 2 83 0,1-2 7 0,5 0-448 0,0-3 219 0,5-7 114 15,3-4 40-15,1-2-295 0</inkml:trace>
  <inkml:trace contextRef="#ctx0" brushRef="#br0" timeOffset="182530.91">25063 5095 2052 0,'4'-4'0'0,"3"-3"0"0,-4 2 0 0,3 4 0 0,-3-4 0 0,3 5 0 0,-4-3 0 0,-1 1 356 0,0 2-159 0,-1 0-80 15,2 0-24-15,-1 0-11 0,-1 7-44 0,3 2-510 16,-2-1 254-16,1 2 128 15,1 2 73-15,2-2-731 0,-1-1 380 16,6-1 192-16</inkml:trace>
  <inkml:trace contextRef="#ctx0" brushRef="#br0" timeOffset="182782.33">25272 5150 455 0,'0'0'0'0,"0"0"0"0,0 0 0 0,0 0 0 0,0 0 463 0,0 3-212 0,0-1-107 15,-6 5-54-15,-7-2 201 16,-2 5-117-16,-5 4-73 0,-5 1-25 0,-4 3 1 0,-5 3-40 0,-2 0 1 15,-6 2 2-15,3 0-3 0,-2-4 1 0,3-1 18 16,3-4-19-16,5-2 1 16,3-2 9-1,11-5 98-15,8-3-53 0,4-2-27 0,4 0-1 0,0 0 111 0,1 0-59 0,18 0-44 0,4-4-11 0,5-5 1 16,5 3-24-16,3-1-1 0,6-4 45 0,-2 4-9 16,-1-2-36-16,1 1-15 15,2-1 16-15,-2 3 0 16,8-3 9-16,-12 2-360 0,0 3 176 0,-2 0 66 0,-3 1 51 0,-4 2-720 15,1-1 317-15,-16 2 194 0,-4 0-455 0,-8 5 323 16</inkml:trace>
  <inkml:trace contextRef="#ctx0" brushRef="#br0" timeOffset="183170.51">24876 5520 1716 0,'-5'3'0'0,"0"1"0"15,1 1 0-15,1 5 0 0,-1-2 0 0,-1 6 0 0,5 1 0 0,-2 1 897 0,2 6-430 0,0 0-215 16,0 0-107-16,0 5 202 0,2-5-240 0,2 2-107 16,2-2-95-16,-1 1-30 0,1-6 81 0,-1 4 51 15,2-7-669-15,-3-4 350 0,2-2 175 0,-1-3-280 16,-2-3 223-16,1-2-23 16,-3 0 103-16,3-7-415 0,-3-8 246 0,-1-3 123 0,0-5 61 0,0-3-147 15,0-3 109-15,0 1 50 0,0-2 50 0,0 4 0 16,0 0 31-16,0 0 6 0,0 7 236 0,0 0-155 15,2 2-60-15,1 2 184 16,4 4-121-16,0-1-71 0,4 6-20 0,2 5 545 16,-2 1-254-16,6 0-105 0,1 1-70 0,1 9 256 15,0 6-169-15,-2 2-79 16,2 3 221-16,-2 2-150 0,0 1-65 0,-7 0-48 0,3 3 91 0,-5-1-64 16,0-1-32-16,-2 0-89 0,-2 5 38 0,-2-6-10 15,-2 0 29-15,0-2-139 0,0-2 70 0,0 0 34 16,-6 1 9-16,-1-10-461 15,0-4 184 1,-1-1 138-16,0-4-564 0,-2 0 327 0,0-2 154 0,-1 0 90 0,1 0-372 0</inkml:trace>
  <inkml:trace contextRef="#ctx0" brushRef="#br0" timeOffset="183474.45">24923 5714 1516 0,'-5'-7'0'15,"0"2"0"-15,-3 0 0 0,6 3 0 0,1-1 0 0,1 1 0 0,0 0 0 0,1 0 0 0,9 2 160 0,0 0-66 0,2 0-28 0,-1 0-92 0,1 6 31 0,1 4 1 0,-4 2 41 16,-1 1-85-16,-3 1 37 0,1 0 1 16,-5 3-126-16,0-2 82 0,-1 2 50 0,0-1-72 15,0-2 14-15,0-1 32 0,-5-3-25 0,0 0 37 16,2-1-22-16,-3-3 19 16,5-6-19-16,0 0-156 0,1 0 81 0,0-8 37 0,1-5 5 0,11-6-137 15,2-2 82-15,0-1 43 31,5-2-238-15,4-1 152-16,-3 2 85 0,3 3 38 0,2 3 38 0,-2 2 0 0,-3 1 0 0,4 2 151 0,-5 6-113 0,-7 5-37 0,2-2-1 16,-7 3 471-1,-1 0-225-15,-1 6-136 16,-4 3 4-16,-1 3 211 0,0 0-118 0,0 0-85 0,0 0-42 0,-1 0 9 0,-1-2-51 0,-1 0-1 16,0-2 1-16,2-1-1 0</inkml:trace>
  <inkml:trace contextRef="#ctx0" brushRef="#br0" timeOffset="183671.77">25378 5509 2392 0,'0'0'0'0,"0"0"0"0,0 0 0 0,0 0 0 0,0 2 0 0,0 8 0 0,0 7 0 0,0 6 0 0,0 7 745 0,0 11-353 0,0 7-178 0,0 4-26 0,1 9-188 0,1-5 0 0,-1-2 0 0,0-1 0 0,-1-5 0 0,0-4 0 16,0 0-303-16,-1-14 111 0,-8-7 115 15,-3-5 57 1,-4-7-581-16,-2-1 314 0,0-10 2 0,-4 0 126 0,-3-3-484 0</inkml:trace>
  <inkml:trace contextRef="#ctx0" brushRef="#br0" timeOffset="190228.53">25954 5325 1101 0,'-8'-12'0'0,"0"-1"0"0,1 1 0 0,2 5 0 0,1 0 0 0,0 2 0 0,1 1 0 0,0 1 408 0,1 2-175 15,0 1-102-15,2 0-17 0,0 1-37 0,0 13-1 32,0 2-38-32,0 5 46 0,2 0-9 0,5 1-37 15,2 1 0-15,2 1 11 0,4-1-10 0,4 1 8 0,-3-7-31 0,4 2 22 16,-1-2 1-16,1-2-18 0,5 0 26 0,-3-3-9 31,0-4 1-31,4-2 16 0,-1-4-17 0,0-2 0 0,3 0 10 0,-6 0-71 16,-2-7 26-16,0-5 0 0,-4-5 26 0,-1-2-33 0,1-2 4 15,-5 3 29 1,-6-5-104-16,1 0 48 16,-3 1 18-16,-1-2-111 0,-1-2 59 0,-1 6 32 0,0-3 4 0,-6 1-70 0,-4 0 34 0,-2 2 24 0,-1 3-25 15,0 5 98-15,2 2-9 0,-2 6-46 0,-1 1-14 0,2 3 113 16,-4 0-54-16,5 11 4 16,-4 6 162-16,7 4-95 0,-4 3-32 0,5 7 167 0,-5 1-82 15,9 2-64 1,-2-1-3-16,3 4 18 0,1 1-31 0,1-3-1 0,0 9-21 0,0-11-68 31,0 2 29-31,6 0-1 0,1-3 31 0,4-3-96 0,-1 3 58 0,-1-8-10 0,2-1-351 0,-1-6 189 16,-4 1 62-16,3-4-444 0,-1 3 239 0,0-7 142 15,-4-3 67-15,1-3-357 16,2-1 212-16,-2-3 106 16,2 0 43-16,-2 0-286 0,2-3 174 0</inkml:trace>
  <inkml:trace contextRef="#ctx0" brushRef="#br0" timeOffset="190487.61">26572 5359 1000 0,'-5'-8'0'0,"-2"5"0"0,1-1 0 0,3 4 0 0,-3 0 0 0,1 0 627 0,-1 10-294 0,3 4-138 15,-2 6-84-15,2 5 255 0,-3 3-165 0,3 1-81 16,1 4-41-16,1 3-33 0,1-1-8 0,0 1 0 31,0 0-328-31,1 1 164 0,8-4 82 0,1 3-179 0,-1-9 125 0,2-3 68 0,0-4 35 16,0-5-600-16,3-3 287 0,0 0 88 0,-3-12 96 0,3 0-227 47,-1 0 156-32,-1-8 78-15,0-7 40 0</inkml:trace>
  <inkml:trace contextRef="#ctx0" brushRef="#br0" timeOffset="190800.52">26754 5479 1508 0,'0'0'0'0,"-2"0"0"0,-2-2 0 0,1-1 0 0,2 3 0 0,-2 0 0 0,1 3 0 0,2 8 273 0,-1 4-107 0,1 5 178 0,0 2-153 0,0 2-77 32,0 2-37-32,0 3-9 0,1 0 10 0,2-2-40 0,5 0 0 0,0-2-132 0,0-4 67 0,3-2 32 0,0-1 10 0,1-7-215 31,-2-4 119-31,1-6 59 0,1-1-193 0,-2 0 77 0,6-6 12 0,-6-11-15 15,-2-3 34-15,4-4 34 0,-4-4 1 0,0 0 52 0,2-2-27 16,-4 2 9 0,-1 2 0-16,2 1 59 0,-5 2-30 15,3 5 1-15,0-2-40 0,-4 10 316 0,1 2-124 0,-2 4-79 0,0 1 252 0,0 3-150 16,0 0-39-16,0 12 79 0,0 5-84 16,2 2-43-16,-2 3 1 0,1 3-84 0,1 1 9 0,-1 1 32 15,0-3 0-15,1 1-126 0,2-3 63 0,-1 4 32 31,0-2 9-31,0-5-405 0,0 1 169 0,-1-5 115 0,1-1-471 0,3-4 269 16,-1-1 125-16,-1-7-273 0,0-2 208 0,5 0 105 16</inkml:trace>
  <inkml:trace contextRef="#ctx0" brushRef="#br0" timeOffset="190967.11">27127 5407 1646 0,'7'-8'0'0,"-1"1"0"0,1 3 0 0,4 1 0 0,-2 3 0 0,3 0 0 0,-1 5 0 0,2 9 567 0,2 6-264 0,-1 3-123 0,-4 4-76 0,1 2 124 47,-4 1-95-47,-2 6-47 0,-2-2 17 0,-2 9-23 0,-1-5-9 0,0 2-328 0,-8-2 147 0,-3-1 74 0,-4-2 38 0,1 3-593 0,-4-12 311 16,0-3 158-16,0-2 12 0</inkml:trace>
  <inkml:trace contextRef="#ctx0" brushRef="#br0" timeOffset="192990.46">27435 5607 1605 0,'-6'-9'0'0,"1"2"0"0,-1 0 0 0,3 2 0 0,3 3 0 0,-1-1 0 0,1 3 0 0,0 0 0 0,0-3 482 0,8 3-222 0,5-2-110 0,2 1-56 0,2-1 125 16,2 0-81-16,1 0-54 0,0 1-70 0,-1-1 25 15,1 0 0-15,0-1-118 0,-1 2 68 0</inkml:trace>
  <inkml:trace contextRef="#ctx0" brushRef="#br0" timeOffset="193019.38">27623 5550 3044 0,'18'0'9'0,"-3"0"-430"0,1 0 229 0,-4 0 107 0,6 0 69 0,-7 0-770 0,-1 0 373 0</inkml:trace>
  <inkml:trace contextRef="#ctx0" brushRef="#br0" timeOffset="193222.43">27813 5392 1800 0,'-6'0'0'0,"-2"-2"0"0,5-1 0 0,-3-1 0 0,4 2 0 0,2 0 0 0,0 1 313 0,4 1-138 0,9 0-67 0,2-3 331 0,8 3-204 0,-2-2-99 0,6 1-18 0,-2-1-40 0,4 0 0 0,4 0-29 15,-5 2-250-15,-2 0 119 0,5 0 61 16,-2 0 30-16,-2 0-473 0,0 0 261 0,-6 0 116 0,-2 2-642 0,-5 5 291 0,-2-1 199 0,-5 5 99 141</inkml:trace>
  <inkml:trace contextRef="#ctx0" brushRef="#br0" timeOffset="193285.46">27952 5557 1581 0,'-20'0'0'0,"-1"2"0"0,6 1 0 0,7 1 0 0,-2-1 0 0,6-1 0 0,4 1 279 0,0-3-110 0,0 0-70 0,2 3 86 0,14-3-72 0,3 0-38 0,7 0 1 0,4 0 168 0,2 0-108 0,-1-3-48 0,4 3-103 0,-4-3 28 0,-3 1-1 0,7 1-325 0,-11-1 172 0,-1 0 89 0,0 2 46 0,-3 0-559 0,-4 0 245 0,1 0 156 0,-8 0 0 0,-4 4-389 0,-4 2 257 0</inkml:trace>
  <inkml:trace contextRef="#ctx0" brushRef="#br0" timeOffset="193456.56">28083 5632 958 0,'-14'0'0'0,"3"7"0"0,-2-1 0 0,-2 2 0 0,2 2 0 0,-5 4 248 0,3 1-114 0,-2 3-47 0,1 4 341 0,0 1-195 0,1 4-87 0,2-5-129 0,1 2 22 0,5-2 0 0,-2 0 0 16,8-3-399-16,-1 2 210 0,2-11 89 0,2-1 50 0,8-4-554 0,4-5 294 0</inkml:trace>
  <inkml:trace contextRef="#ctx0" brushRef="#br0" timeOffset="193648.17">28122 5701 675 0,'0'-2'0'0,"1"-2"0"0,0 4 0 0,1 0 0 0,0 0 0 0,1 0 515 0,-2 0-238 0,1 14-119 0,1 1 111 0,2 4-116 0,-1 4-47 0,3-2 117 0,0 5-92 0,0-4-46 15,4 4 0-15,1-4-156 0,0 3 64 0,0-6 19 0,1-5-1 0,-1-1-196 0,1-4 112 0,0-4 56 0,0-5 38 0,-1 0-265 0,-2 0 134 0,3-12-1 0,-2-6-108 0,-1-3 45 0,3-1 62 0,-4-2-252 0,4-5 163 0,-2-4 81 0</inkml:trace>
  <inkml:trace contextRef="#ctx0" brushRef="#br0" timeOffset="194164.42">28548 5368 889 0,'10'-14'0'0,"-6"4"0"0,2 3 0 0,1 2 0 0,2 2 0 0,-1 1 0 0,2 0 344 0,0 2-157 125,0 0-74-125,-1 2-37 0,0 8 191 0,2 2-114 0,-1 2-47 0,-2 2-39 0,-1 4 150 0,-2 4-89 0,-1 0-44 0,0 1 133 0,-1 5-80 0,-2-4-53 0,1 0 4 0,0 0-24 0,0 3 0 0,2-3-25 0,3 5-18 0,0-5 18 0,-2-6 0 0,4 2 0 0,1-3-167 0,-2-2 83 0,3 0 52 0,-1-5-9 0,-5-4 41 0,0-4 0 0,0-2-320 0,-3-2-112 0,0 0 158 16,-2 0 109-16,0 0 11 0,0-5 39 0,-13-4-1 15,-2-3 38-15,0 4-31 0,-5-4 31 0,1 1 0 0,-3 3 0 0,0-4-35 16,1 1 35-16,1 2-9 15,0 0 9-15,4 3 135 0,-1 0-67 0,6-1-34 47,-2 2 253-31,2-1-124-16,4 2-49 0,3 2-42 0,4-1 97 0,0 1-59 0,0-1-29 0,7 0-56 0,11 1 30 0,3-2 14 0,7 1 54 0,-1 1-308 31,3-2 122-31,3-2 65 16,-2-1 9-16,-1 4-222 0,-2-1 92 0,1-1 69 0,-1 0-70 0,-5 2 65 0,-4 1 28 0,-4 1 106 0,-3-1-39 0,-5 2-1 15,3 0-48-15,-8 0 298 0,-2 0-132 16,0 0-73-16,-12 5-16 0,-2 3 187 0,0 0-78 0,-2-1-66 0,0 1 19 0,1 0 179 0,0 1-115 0,5-3-59 16,-4 3 25-16,6-4-45 0,1-1-1 15,1 2-86-15,2-4 25 0,0 3 0 32,-1-1 35-32,4 2-137 0,1-4 63 0,0-1 32 0,0 3 0 0,5-2-39 0,1 1 13 0,1-3 20 15,4 2-286-15,-2-2 142 0,2 3 41 0,-3-2 46 16,4 1-397-16,-5-1 212 15,2 3 101-15,-5-2-329 0,3 2 215 0,-3-4 108 16,-1 5 43-16</inkml:trace>
  <inkml:trace contextRef="#ctx0" brushRef="#br0" timeOffset="194438.5">28554 5649 659 0,'-10'5'0'0,"0"1"0"0,2 2 0 0,2 2 0 0,0 2 0 0,1 0 240 0,1 3-101 0,-1 4-40 16,3-2 209-16,-2 3-135 0,3-2-67 0,-4 2 1 16,3-3-34-16,-2 4 10 0,2-8-44 0,-1 1 27 0,-1-4 1 0,4-1-28 31,-2-4 0-31,2 3 70 0,0-4-39 0,0-2-1 16,7-2-30-16,6 0 45 0,5 0 0 0,2 0-36 0,4 0 102 0,0 0-56 15,1 0-28 1,4-2-102-16,-1 0 38 0,3 0 9 0,-4 0 28 0,1 2-411 0,0-1 203 0,-3 1 81 31,4 0 57-31,0 0-648 0,-6 0 326 0,-1 0 152 31,-2 0-260-31,-1 0 210 0,-2 0 107 0</inkml:trace>
  <inkml:trace contextRef="#ctx0" brushRef="#br0" timeOffset="194577.55">29022 5692 1143 0,'-1'-9'0'0,"1"3"0"0,-2-2 0 0,2 2 0 0,-2 3 0 0,2-3 0 0,0 6 457 0,0 0-209 0,0 0-105 0,0 12 120 15,0 2-112-15,2 5-47 0,0 3-37 0,1 0 44 32,-1 2-36-32,1 2 0 0,1 1-26 0,0-2-368 0,0-4 179 0,-3-1 89 15,1 0-542-15,3-4 314 0,1 3 164 0,-1-7-13 0</inkml:trace>
  <inkml:trace contextRef="#ctx0" brushRef="#br0" timeOffset="194737.4">29303 5331 1344 0,'0'-4'0'0,"0"-1"0"0,0 0 0 0,0 2 0 0,0-3 0 0,0 5 0 0,1 0 0 0,1 1 0 0,2 0 0 0,0 0-20 31,5 0 36-31,-1 7-9 0,5-4-576 0,3 1 265 0</inkml:trace>
  <inkml:trace contextRef="#ctx0" brushRef="#br0" timeOffset="194976.51">29633 5283 470 0,'4'-2'0'0,"-1"0"0"0,-1 1 0 0,3-1 0 0,-5 2 0 0,0 0 473 0,0 0-218 15,-12 0-107-15,-4 8 148 0,-4 3-134 0,-4 0-61 16,-3 3-30-16,2-2 17 0,-2 2-24 0,-5-1 10 31,4-2-34-31,-3 0-9 0,1 0 8 0,1 0 0 0,3-5 15 0,-2 4-5 16,8-6-10-16,4-1 0 0,5-3 104 0,4 3-52 0,4-3-26 0,2 0 30 15,1 0-56-15,0 0 0 16,11 0 1-16,6 0-23 0,3 0 22 0,4 0 10 16,1 0-9-16,0 0-54 0,4 0 27 0,-2 0 0 15,2 0-342-15,0 0 183 0,-3 0 58 0,-3 0 53 16,0 0-640-16,-2 0 318 16,-1 2 159-16,1-2-358 0,-6 0 263 0</inkml:trace>
  <inkml:trace contextRef="#ctx0" brushRef="#br0" timeOffset="195184.38">29463 5150 1620 0,'-4'-8'0'16,"-1"2"0"-16,2 2 0 0,2 1 0 0,-1 3 0 0,2 0 0 0,0 9 0 0,0 7 369 0,2 7-170 0,5 6-80 0,1 3 419 0,-2 4-250 0,5 6-114 0,-6-3-79 0,4 2-27 0,-3 4-1 0,-1-2-28 0,1 1-467 16,-1 2 243-16,-4-8 107 0,2-4 59 0,-3-2-616 0,0-3 333 0,0-9 72 0,-4 2-243 0,-5-16 219 0,2-5 107 0,-1-1 54 0</inkml:trace>
  <inkml:trace contextRef="#ctx0" brushRef="#br0" timeOffset="195299.38">29448 5516 1128 0,'-5'-11'0'0,"-2"2"0"0,2 4 0 0,-3-1 0 0,-1 3 0 0,2 3 249 0,-4 0-106 0,0 0-51 0,-3 9 81 0,-1 3-67 15,2 1-23 1,-2 3-111-16,2-3 34 0,1 3-1 0,2-3 33 0,2 1-457 0,-2 1 233 0,7-5 105 0,1-3 56 16</inkml:trace>
  <inkml:trace contextRef="#ctx0" brushRef="#br0" timeOffset="195430.03">29428 5566 1165 0,'8'0'0'0,"-1"-2"0"0,-2 0 0 16,4 2 0-16,1 0 0 0,-1 0 0 0,-1 0 0 0,5 0 518 31,-4 4-240-31,4 4-119 0,1-3-27 0,-4 2-51 0,3 1 0 0,0 1-42 0,-3 0-478 0,3 3 249 0,-4-4 110 0,0 3-295 16,-2-1 202-16</inkml:trace>
  <inkml:trace contextRef="#ctx0" brushRef="#br0" timeOffset="195750.06">29464 5684 617 0,'-7'0'0'0,"0"0"0"0,1 0 0 0,0 0 0 0,0 4 0 0,2 0 0 0,2 1 402 16,-1 2-181-16,0 1-82 0,1 1 55 0,2 1-78 16,0-3-38-16,0 4 0 31,0-1-103-31,0-2 41 0,0 0-9 0,0-1-71 0,0-3 51 0,0 1 26 0,0 0 0 0,0-2-15 0,0-1 16 0,0-2 0 16,0 0-3-16,0 0-112 15,0 0 27-15,0 0 43 0,0-5-188 0,3-1 103 63,2-2 34-63,1-2 32 0,2 0-124 0,-1 0 62 0,0 1 30 0,2 0-8 0,-2 0 26 0,0 1 0 0,0 0 25 0,3 0 35 0,-4 2-35 0,0-1 0 0,-1 2 0 0,2 0 119 0,-2 0-59 0,-1-2-40 15,2 2 259-15,-3 2-131 0,2-2-40 0,-3 1-42 16,1 1 180-16,3 0-99 0,-5-1-15 0,1 4-264 16,-1-3 107-16,1 2 45 15</inkml:trace>
  <inkml:trace contextRef="#ctx0" brushRef="#br0" timeOffset="196590.36">29497 5666 1147 0,'-3'-5'0'0,"-1"2"0"0,3 1 0 0,-1-1 0 0,1 1 0 0,1 0 0 0,-3 2 0 0,3 0 306 0,-1 0-134 0,-1 11-67 31,2 0-34-31,-1 4 93 0,1 3-68 0,0 2-30 0,0-1 10 0,0 5-38 0,0-4-1 0,0 4 9 16,0-4-67-16,0-2 29 0,1 0 0 0,1-3-130 15,2 0 79-15,4-2 50 16,-3-6-10-16,0 1-307 0,2-6 158 0,0 0 44 31,1-2 51-31,1 0-255 0,-2 0 142 0,-1-8 66 0,2-3-74 0,-2-2 70 0,1-2 36 0,-1-1-10 16,-2-1 10-16,-2 2 35 16,2 2-1-16,-2 1 137 0,0 2-69 0,0 1-42 0,-2 3 8 0,0 1 300 15,0 2-166-15,0 2-48 16,-2 1-53-16,-6 0 275 0,1 0-145 0,-4 4-22 0,3 4-22 15,-6 4-39 1,0 0-1-16,0 0-28 0,0-1-32 0,-3 0 22 0,2 0 1 0,-2-1-37 16,-1-2 36-16,-2 0 10 0,4-2-10 0,0-3-37 15,1-1-1-15,0 0 39 0,5-2-1 0,-4 0-77 32,8 0 31-32,1-4 6 0,5-7-116 0,0-3 61 0,5-5 35 0,10-3-9 15,5-2-144-15,7-4 79 0,3-4 45 0,6-5-111 16,3-1 71-16,10-8 9 0,-5 5 32 0,4-2-98 0,0 1 56 15,1-2 28 1,4-2-10-16,-11 10 173 0,-5 5-68 0,-7 6-34 0,-9 2 317 16,-5 10-165-16,-3-1-75 0,-12 13 365 0,-1 1-212 0,0 0-79 62,-3 0-60-62,-2 1 155 0,-1 5-93 0,-3 0-60 16,-2 4-26-16,-3 6 193 0,2 0-110 0,1 4-54 0,-4 3-18 0,8-3 99 0,1 4-68 0,1-1-34 0,4 4-65 0,1-3 0 0,0 5 40 0,0-3-179 15,3-1 85-15,7-2 43 0,1 4-1 0,1 1-200 0,1 3 103 0,1-5 59 16,-4 3-8-16,-1-2-66 0,0 0 18 0,-7-1 41 16,0 4-43-16,-2-7-19 0,0-3 41 0,-9-3 1 0,-6-2 43 15,-2-4-2 1,-5 3-8-16,-1-9 9 0,-3-2 34 0,1-3-35 0,-1 0 1 0,-1 0 44 16,-4-8-53-16,4-7 8 0,4-1 1 0,1-4 42 15,4 1-12-15,2-3 0 16,2 0-14-16,7 6 196 15,4 1-86 1,3 5-52-16,0 1 395 0,2 2-207 0,10-1-71 0,7 6-68 0,7 1 141 0,5 1-95 0,6 0-47 0,6 1-62 16,0 9-23-16,3 3 0 0,5 0 0 0,-3 4 0 15,1 3 0-15,10 2 0 16,-9 2 0-16,1 0-136 0,-3 3-142 0,-3-2 158 0,-6 0-1035 0</inkml:trace>
  <inkml:trace contextRef="#ctx0" brushRef="#br0" timeOffset="197317.89">26919 6137 1037 0,'-4'-5'0'16,"-2"1"0"-16,2 1 0 0,1 3 0 0,2 0 0 0,1 17 0 0,0 5 146 0,0 9-54 0,0 6-16 0,1 1 208 0,6 6-123 0,0 1-61 0,0 0-30 0,1 3 91 0,-1 0-51 0,5-14-40 16,-5-2-36-16,3-8 4 0,1-5 1 0,1-1 10 15,0-10-53-15,-1-8 1 0,1 0 41 0,3-6-69 16,-2-11 34-16,6-5 11 0,-4-5 24 15,-1-2-69-15,-3-5 33 0,4 0-12 0,-4-1 0 16,-1-4-129-16,0 4 56 0,-3 2 43 31,1 2 4-31,-2 4-18 0,-3 2 11 0,0 1-2 0,-1 15 251 0,-2 3-106 0,0 4-52 0,0 2 141 16,0 3-82-16,0 14-41 0,0 7-11 0,2 5 142 16,3 2-64-16,2 4-47 15,0 1-1-15,3 2 42 0,-4-6-49 0,5 3-1 0,-1-7-38 16,0 2-120-16,-3-2 60 0,5 2 40 15,-4-10-347-15,-1-3 183 0,1-5 64 0,-2-4-616 16,2-3 310-16,0 0 166 16,-2-5 91-16,2 0-468 0,0-10 279 0</inkml:trace>
  <inkml:trace contextRef="#ctx0" brushRef="#br0" timeOffset="197444.55">27379 6304 1528 0,'-7'-16'0'0,"2"6"0"0,0 2 0 0,3 4 0 0,2-1 0 0,0 1 0 0,0 1 374 0,9-1-173 0,2 3-81 0,8-2 282 0,-2 3-182 16,8-2-80-16,-2 1-56 0,2 1-153 0,-1 0 54 16,3 0 27-1,0 0-604-15,2 1 324 0,-5 7 149 0,-3 1 79 0</inkml:trace>
  <inkml:trace contextRef="#ctx0" brushRef="#br0" timeOffset="197640.2">27496 6488 2760 0,'-19'0'0'0,"6"0"0"0,1 0 0 0,1 0 0 0,5 0 0 0,6 0 0 0,0 0 0 0,0 0 0 0,12 0 215 0,5-2-78 0,3-2-54 15,5-2 36-15,2 0-41 0,2 0 1 0,-2-1-627 16,6 2 303-16,-4-2 137 47,-1 0 74-47,-3 0-801 0,4 1 411 0,-3-3 205 0</inkml:trace>
  <inkml:trace contextRef="#ctx0" brushRef="#br0" timeOffset="197805.86">27908 6261 1050 0,'-1'-7'0'0,"1"-1"0"0,-2 3 0 0,2-1 0 0,0 3 0 0,0-5 0 0,2 6 386 0,7 0-174 0,3 2-86 0,1 0 91 16,4 0-79 15,-1 2-55-31,0 8 0 0,0 1-13 0,-2 2-1 0,-4 4-30 0,2 1-75 0,-9 0 33 0,-3 2-1 0,0 1 43 0,-2-1-119 0,-12 2 59 16,-1-1 40-16,0-3-10 0,-3-1-201 0,-4-2 108 0,0-2 12 15,3-1-309 1,-3 3 154-16,4-7 103 0,4-4 16 16,3-2-329-16,4-2 200 0</inkml:trace>
  <inkml:trace contextRef="#ctx0" brushRef="#br0" timeOffset="197978.55">28106 6203 1547 0,'0'-7'0'0,"0"2"0"0,0-1 0 0,0 2 0 0,0 2 0 0,0 2 214 0,-1 7-87 31,-3 10-44-31,-1 6 714 0,1 1-380 0,0 4-179 0,4 3-104 0,0-2 240 0,0 3-374 0,0-5 0 0,7 4 0 16,3-2 0-16,4-2 0 0,-1-3 0 15,2-3-267-15,2-1-2 16,0-8 154 0,4 2-272-16,-4-8 207 0,1-5 60 0,-3-1 72 0,1 0-788 0,-2-4 399 0</inkml:trace>
  <inkml:trace contextRef="#ctx0" brushRef="#br0" timeOffset="198141.46">28311 6250 2654 0,'-5'-9'0'0,"-1"0"0"0,2 3 0 0,2 2 0 0,2 2 0 0,0 2 0 0,0 0 0 0,0 0 0 0,6 4 0 0,4 6 269 0,0 0-115 0,2 3-57 0,-1 0-134 16,-1 2 37-16,2 2 11 0,-3-1-569 15,2-1 299-15,-4 0 149 0,3 0 74 0,-2-3-341 16,1 3 213-1,-1-4 93-15</inkml:trace>
  <inkml:trace contextRef="#ctx0" brushRef="#br0" timeOffset="198293.29">28577 6170 763 0,'-2'-13'0'0,"-1"-1"0"0,0 8 0 0,3 1 0 0,-1 1 387 0,1 4-173 0,0 0-88 0,0 2 620 0,0 14-359 0,-3 12-174 0,-1 5-87 0,-8 6 517 0,1 10-317 16,-5 9-326-16,-4-2 0 0,-2 4 0 0,-1 5 0 15,-3 5 0-15,-3 14-316 0,0-6-29 0,0 2 193 16,0 3 95-16,-1-1-518 0</inkml:trace>
  <inkml:trace contextRef="#ctx0" brushRef="#br0" timeOffset="198793.42">29017 6053 1185 0,'0'-12'0'16,"0"4"0"-16,0-1 0 0,2 6 0 0,3 3 0 0,3 0 0 0,1 0 347 0,-4 13-154 0,2 7-78 0,-4 5-38 0,-1 5 177 0,-2 6-99 0,0 3-63 0,-5-3-82 0,-6 5-1 0,1-4 29 0,-3 1 0 15,0 3-270-15,-3-7 131 16,4-5 69-16,0 0-216 0,0-10 144 0,3-2 63 0,-2 0 48 0</inkml:trace>
  <inkml:trace contextRef="#ctx0" brushRef="#br0" timeOffset="198934.74">29041 6203 1209 0,'3'-15'0'0,"6"1"0"0,0 7 0 0,4-3 0 0,0 7 0 0,6-2 0 0,5 1 0 0,1 1 499 31,-1 1-235-15,4 2-113-16,-2 0 83 0,-1 0-97 0,1 2-50 0,1 5-15 0,-6 1-425 0,-3 2 195 0,-2 1 99 0,-7 2-736 0,0 3 399 0</inkml:trace>
  <inkml:trace contextRef="#ctx0" brushRef="#br0" timeOffset="199080.69">29137 6345 1099 0,'-13'0'0'0,"6"0"0"0,-1 0 0 0,3 3 0 0,1 2 0 0,-2-1 0 0,3 5 86 0,0 0-48 0,3 3 0 0,0 1 0 0,0 3 1 0,0 1-1 0,0 2 10 15,3-1-10-15,0 0 0 0,3-1 0 0,-1 0 1 16</inkml:trace>
  <inkml:trace contextRef="#ctx0" brushRef="#br0" timeOffset="199699.29">29121 6377 1399 0,'0'-11'0'0,"0"-2"0"0,0 2 0 0,0 5 0 0,3-1 0 15,10 2 0-15,2 2 0 0,5 0 0 0,1 1 267 0,5 2-114 0,4 0-58 47,-4 2 27-47,5 8-42 0,-1 0 9 0,-6 2-103 0,-2 4 27 0,-6 0-1 0,-2 1 26 0,-5 1-148 0,1 5 84 0,-9-6 27 0,-1 2 0 0,0 1-169 0,-6-2 102 16,-4 0 51-16,-1-1-24 15,-3-3-277-15,-1-2 149 0,1-5 36 0,0-1-63 0,-3-1 78 16,1-2 30-16,4-3 9 0,1 0-156 0,-4 0 98 16,6-6 48-16,-3-5-75 0,1 2 74 0,2-3 48 31,1 0 40-31,-1 3 26 0,1-3-39 0,-1 2 0 0,0 0 13 0,2 5 342 16,0-2-209-16,1 0-82 0,1 3 202 0,1 2-87 0,0-3-80 15,3 4 205-15,1 1-126 0,0 0-74 0,0 0-21 0,0 0-6 16,1 1 9-16,3 5-35 0,4-1 0 15,-3 2-54-15,1-3 27 0,3 2 9 16,-5-2 19-16,-1 1-36 16,0 0 0-16,1-2 36 0,-2 2 56 0,-1 2-21 0,1-2-10 0,-1-1-52 15,-1 4 71-15,0-2-7 0,0 0-42 0,0 3 53 16,2-4-9-16,-1 5-40 0,0-2 0 0,2-1-74 16,3 4 37-16,0-1 9 15,1 0 28-15,0-3-91 0,2 4 45 0,-1-2 15 0,0 1-94 16,2 1 50-1,-5 1 26-15,0-4-4 0,-2 4-14 0,-2 0 1 0,-1 1 0 0,0 1-61 16,-4-2 42-16,-11 0 11 0,2-2 0 16,-8-2-67-16,2-2 43 0,-4-2 9 0,0-4 5 0,-1 0 52 15,1-2 1-15,-2-6-40 0,2-7 78 0,0-1-40 16,6 0 5-16,0-1 223 0,7 0-120 0,2 2-55 16,1 4-30-16,0-3 198 0,7 8-107 0,0-1-25 15,0 2-36-15,2 4 162 16,11 1-91-16,4 0-36 0,3 0-9 0,5 5 5 15,4 5-25-15,0 2 0 0,4 1-167 0,2 1 80 16,-5 0 26-16,0-1 0 0,0 1-442 0,0 0 218 16,1 0 124-16,5-1-351 0,-6-2 160 0,2-3 126 15,0-3 63-15,-2-4-489 0</inkml:trace>
  <inkml:trace contextRef="#ctx0" brushRef="#br0" timeOffset="199885.47">29860 6125 1484 0,'0'-12'0'0,"0"1"0"0,0 5 0 0,0 6 0 0,0 0 0 0,0 5 226 0,-10 10-93 16,-1 9-38-16,-5 6 277 0,-4 7-166 0,-5 2-84 0,1 2-42 0,-2 1-10 16,-3 4 11-16,6-5-43 0,0-5 0 0,0-2-279 15,3 0 140-15,4-5 70 16,-3-3-573-16,10-11 312 0,6-6 158 0</inkml:trace>
  <inkml:trace contextRef="#ctx0" brushRef="#br0" timeOffset="200039.58">29655 6370 1218 0,'0'-7'0'0,"0"6"0"0,1-4 0 0,1 4 0 0,7-2 0 0,2 3 0 0,5 0 555 0,2 0-258 15,3 10-129-15,3 1-65 0,5 2 133 0,-2 0-103 16,3 0-48-16,0 2 1 0,3-3-155 0,-2 0 54 15,2 0 36-15,-5-2-501 0,-5 0 259 16,-1-1 129-16,-4-2 66 0</inkml:trace>
  <inkml:trace contextRef="#ctx0" brushRef="#br0" timeOffset="200205.14">29733 6520 1718 0,'-6'0'0'0,"-2"-3"0"0,3 1 0 0,3 1 0 0,-1-2 0 0,3 0 0 0,0 3 0 0,0 0 0 0,7 0 211 0,5 0-86 0,3 0-34 15,-1 0-77-15,3 0 0 0,-1 0 25 0,1 0-466 0,-1 4 233 0,1-1 125 0,-7 2 49 0</inkml:trace>
  <inkml:trace contextRef="#ctx0" brushRef="#br0" timeOffset="200832.28">29719 6713 1198 0,'-5'0'0'0,"3"0"0"0,-3 0 0 0,2 0 0 0,-2 0 0 0,2 3 0 0,2 4 0 0,0 0 234 0,-1 3-97 0,2-3-50 15,0 3-24-15,0 1 10 0,0-4-35 0,0 2 0 0,0-3-61 0,0 2 31 16,0-4 0-16,0 1-228 0,2-3 118 15,-2-1 61-15,0-1 32 0,0 0 19 16,0 0-16-16,0-1 16 16,0-6-50-16,0-2 107 0,0 0-21 0,0-1-48 0,0-2 206 15,2 2-90-15,6 0-33 0,0 1-29 0,2 0 113 0,1 3-63 16,3 1-32-16,1 1-15 0,0 1-16 0,1 3-1 16,1 0 0-16,0 0-90 15,-1 5 45-15,3 4 10 0,-9 1 35 0,2 5-60 16,-6-1 31-16,0 1-1 0,-4-1-91 0,-2 3 58 15,0-2-2 1,-8-1-1-16,-4-3-7 0,-4-2-1 0,-3 0 14 0,-1-2-151 31,1-2 74-31,1-3 44 0,0-1 12 0,1-1-279 0,4 0 136 0,-2 0 64 0,6 0 47 0,6-8-314 0,3-5 175 16</inkml:trace>
  <inkml:trace contextRef="#ctx0" brushRef="#br0" timeOffset="201148.62">30308 6191 1838 0,'3'-13'0'0,"0"5"0"0,1-1 0 0,-2 5 0 0,0 4 0 0,-1 0 0 0,1 0 0 0,-2 3 0 0,0 7 205 0,0 6-88 16,-5 5-40-16,-9 1-160 0,1 5 61 0,-6-1 30 0,0 2 9 0,-4 1 21 15,-1-2 1-15,-5 0-1 16,0-3-546-16,-3 1 253 0,-1 2 124 0,6-12 17 15,3-2 47-15,3-5-28 0,2-2 29 0,8-3 208 32,-2-2-100-32,10-1-35 0,3 0-1 0,0 0 379 0,0 0-197 0,3 0-59 0,7 0 213 15,1 0-148 1,-1 7-77-16,5 5-40 0,-5 3 51 0,3 4-45 0,-2 3 10 0,-3 2-71 16,-2 0 16-16,2 1 0 0,-5 3 0 0,-1-3-299 0,0 4 159 15,-2-5 65-15,0-3 38 0,0-1-595 0,0-2 296 16,0-5 95-16,-1 4-468 0,-2-11 321 15,2-5 156-15</inkml:trace>
  <inkml:trace contextRef="#ctx0" brushRef="#br0" timeOffset="201315.3">30082 6599 1828 0,'0'-6'0'0,"-1"0"0"0,1-2 0 0,0 4 0 0,0-3 0 0,3 0 0 0,7 2 0 0,2 1 0 0,3-2 198 0,4 1-80 16,1 1-39-16,1-1 73 15,3 2-62-15,-1 2-26 0,0-2 0 0,0 1-332 47,1 2 153-47,1 0 86 0,-5 0-618 0,-4 0 339 0</inkml:trace>
  <inkml:trace contextRef="#ctx0" brushRef="#br0" timeOffset="201617.83">30225 6665 941 0,'-2'0'0'0,"-3"0"0"0,3 0 0 0,1 2 0 0,-1 1 0 0,0-2 195 0,2 3-82 0,-1 0-38 0,1-1 0 0,0 1 233 0,-2 2-125 16,2-2-77-16,0 2 46 0,0-4-56 15,0 3-30-15,0-1 1 0,0-1-73 0,0-1 18 16,0 0-1-16,0-2-3 16,4 0 0-16,6 0 30 0,0 0 10 0,2-2 21 0,2 0-1 15,2-3-30 16,1 3 1-31,0-3 5 0,3 4-11 0,-2 0 2 0,0 1-78 0,-3 0 37 0,-2 1-2 0,1 7 38 0,-2 2-39 0,-6 2 37 16,-5 0 0-16,-1 4 65 0,0-2-33 0,-4 1 0 16,-8-2-29-16,-5-3 6 15,1-3-9-15,-4-2 2 0,0-5-1 0,1 0-134 0,0 0 72 16,5-3 26-16,0-9-576 0,5-3 286 31,1-2 125-31</inkml:trace>
  <inkml:trace contextRef="#ctx0" brushRef="#br0" timeOffset="202643.42">30920 6297 1312 0,'0'-4'0'0,"0"2"0"0,0-1 0 0,0 2 0 0,3 1 0 0,10 0 119 0,-2 0-46 0,6 1 1 0,2 4 288 0,0 2-162 16,7-3-71-16,-2 2 54 0,0 2-73 0,5-4-35 0,-1 2-1 0,0-1-238 0,0 0 111 0,-5-1 41 15,-1 0 25-15,-4 0-523 16,-4 2 268-16,-3 0 134 0,-2 2-280 0,-7 1 134 15</inkml:trace>
  <inkml:trace contextRef="#ctx0" brushRef="#br0" timeOffset="202811.08">30867 6653 1165 0,'-18'0'0'0,"9"0"0"0,1 0 0 0,3 4 0 0,3 0-47 0,2 0 1 0,0-1 19 15,3 3 6-15,14-5 0 0,2 3 0 16,5-4 0-16,4 3 1095 0,2-3-508 0,3 0-268 15,-2 0-130-15,-1 0-165 0,2 0 0 0,-3 0 36 16,3 3-557-16,-7-2 273 0,-1 1 142 0,-1 1 70 16,-3 0-320-16,-2-3 149 0</inkml:trace>
  <inkml:trace contextRef="#ctx0" brushRef="#br0" timeOffset="203030.54">31347 6367 2439 0,'6'-17'0'0,"-3"6"0"0,3 3 0 0,4 1 0 0,4 4 0 0,6-2 0 0,5-1 0 0,2 5 0 0,2 1 407 0,5-2-184 0,1 2-92 16,2 0 170-16,1 0-122 0,-4 0-75 0,-4 0-126 0,1 0 30 0,-6 2 1 16,-1-1 29-16,-2 7-528 15,-9-2 259-15,-4 3 135 0,-6-1-741 0,-3 1 420 16,0 3 126-16,-6 0 125 0,-10 0-405 0</inkml:trace>
  <inkml:trace contextRef="#ctx0" brushRef="#br0" timeOffset="203299.39">31406 6508 1628 0,'-5'0'0'0,"-1"0"0"0,3 0 0 15,3 0 0-15,0 0 0 0,2 0 0 0,6 0 227 0,9 0-85 0,3 0-56 0,1 0 345 0,4 0-197 0,2 0-97 16,-3 0-50-16,5 0 47 0,-6 3-53 0,-2 0 0 15,-1-2-42-15,-2 4-360 16,-2-2 190-16,-6 3 80 0,-1-1-518 0,-6 2 304 0,-3 1 147 0,0 1-505 16,0-1 261-16,-13 1 167 0,-2-3 78 0,1 1-111 15,-3 0 95-15,-2-3 48 0,2 1-11 0,0-2 117 16,0 1-55-16,0 1 34 0,4 0 182 0,-2 0-129 31,-1 4-56-31,1-4 10 0,1 5 346 0,-1 2-196 0,-1 1-44 0,0 4-66 0,-4 1 331 16,3 1-175-16,-2 2-80 0,3 0-95 15,-1 1 11-15,4 0-1 0,-1 3 10 0,6-7-127 16,3-1 59-16,3-4 29 0,2-6-464 0,2-2 244 16</inkml:trace>
  <inkml:trace contextRef="#ctx0" brushRef="#br0" timeOffset="203528.03">31575 6653 1761 0,'0'-9'0'0,"0"3"0"0,0 3 0 0,0 1 0 0,0 2 0 0,0 0 0 0,0 12 0 0,0 5 0 0,-2 3 0 16,-1 2 264-16,1 2-118 16,2-1-53-16,0 0 96 0,0-2-75 0,0 1-28 0,3-2-10 0,4-3-161 15,5-1 62-15,0-4 31 0,4-4-303 0,3 1 176 16,1-9 74-16,3 0 42 0,-1-2-157 0,2-7 53 16,-4-9 65-16,5 1-509 0,-6-7 262 0,0-3 125 15,-4-5 62 16</inkml:trace>
  <inkml:trace contextRef="#ctx0" brushRef="#br0" timeOffset="203640.92">32050 6184 1431 0,'10'-30'0'0,"2"1"0"0,-6 20 0 0,0 6 0 0,-3 1 0 0,0 2 83 0,-2 0-36 0,0 5 4 0,-1 4-39 0,0 3 125 0,0 1-52 0,0 1-27 0,0 1-449 0,0 4 184 15,0-4 97-15,0-1 48 0,0 2-401 0,0-5 213 0,2-2 106 16,6 2-19-16,1-8 87 0</inkml:trace>
  <inkml:trace contextRef="#ctx0" brushRef="#br0" timeOffset="-211392.61">32145 6193 351 0,'-9'-8'0'0,"3"2"0"16,1 1 0-16,1-1 0 0,-1 1 0 0,0 2 0 0,1-3 296 0,3 2-133 0,-3 0-62 0,2 1 175 0,2 2-118 0,-3-1-60 16,3 2-19-16,0-3 113 0,0 3-76 15,0 0-38-15,3 0 51 0,4 0-45 16,3 0 10-16,3 3-55 15,3 0 43-15,1 3-43 0,1-1 1 0,0 2-1 0,3 3-36 0,-3-2 36 16,-1 4 1-16,-4-1-70 16,1 2 35-16,-2 1 0 0,-3 3 44 0,-5 3-78 0,-2-1 33 0,-2 5 1 15,-2 1-13-15,-8 4 25 0,-5 3 11 0,-3 1-27 16,1-4 84-16,1 0-35 0,2-1 0 0,3-1-1 16,2 3-21-16,5-8 4 0,2-3-8 15,2-2-12-15,0-1 15 0,2 0 10 16,9 0 0-16,-3-7-43 0,5-1-1 0,-1-3 40 15,-5 0-152-15,0-3 65 0,2 2 42 0,-6-4-21 16,-2 0-139-16,-1 0 76 0,0 0 47 16,-1 0-74-16,-12 0 56 0,1-1 7 0,-5-5-1 0,1 2-178 15,-3-1 99-15,1-4 41 0,2 3 35 0,0-5-73 16,0 4 49-16,2-2 0 0,-2 1 120 0,1-1-45 16,4 1 9-16,2 3-35 15,4 0 199-15,0 2-100 16,0 0-50-16,3-1-34 0,2 3 181 0,0 1-71 0,5 0-50 15,7 0 110-15,6 0-69 0,3 0 4 0,2 3-34 0,6-1-5 32,-2 1-11-32,5-1 35 0,-2-1-153 0,3-1 69 0,-2 0 21 0,-4 0-9 0,0 0-54 0,-2 0 30 31,-4 0 1-31,1 0-21 0,-7 0 19 0,-4 0 1 0,-5 0 31 0,-4-1-5 0,-2 1 0 0,0 0-25 16,-2 0 13-16,-11 0 152 15,-4 0-67-15,2 0-30 0,-4 4 132 16,1-2-67-16,2 2-34 0,1-1-25 0,3-1 142 0,3 2-75 15,2-3-34-15,-2 1 10 0,5-2-49 0,2 2 0 16,2-1 0-16,0 2-50 0,0-3 25 0,4 1 10 16,7-1 15-1,1 0-96-15,4 0 48 0,1 0 0 0,-2 0-357 0,1 0 187 16,-5 0 67-16,4 2 56 0,-5-2-533 0,-1 0 274 0,-2 0 128 16,-4 0-392-16</inkml:trace>
  <inkml:trace contextRef="#ctx0" brushRef="#br0" timeOffset="-211127.31">31899 6570 1392 0,'0'0'0'0,"0"1"0"0,0 6 0 0,0 2 0 0,0 4 0 0,0 7 0 0,0 1 0 0,0 6 95 0,0 4-27 0,0-1 0 15,0 0 60-15,0-1-43 0,0 3 10 0,0-7-51 16,0-5-3-16,3 0 0 15,0-3 0-15,3-3-34 0,4-1 44 0,2-6-10 0,-1-5 0 16,8 0 75-16,4-2-38 0,-1 0 0 0,5 0-30 16,2-2-7-16,-1-2 0 0,6-2 0 0,-1-2-93 0,-1 2 47 15,6 1 10-15,-6 2-309 0,0-1 157 0,-4 2 83 16,-3 1 29-16,-2-1-518 16,4 2 236-16,-9 0 146 0,-2 0 43 0,-2-2-297 15</inkml:trace>
  <inkml:trace contextRef="#ctx0" brushRef="#br0" timeOffset="-210967.33">32516 6612 1518 0,'0'-12'0'0,"0"2"0"0,0 5 0 0,0-2 0 0,0 7 0 0,0 0 198 0,0 3-79 0,0 9-39 16,0 4 150-16,0 1-84 16,0 2-58-16,0 3 195 0,0 2-120 0,0 0-62 15,0 1-30-15,0 1-275 0,0-4 117 0,0 2 64 16,0-4 32-16,0 0-529 0,0-2 278 0,2 0 147 15,-1-4-614-15,5-5 314 0</inkml:trace>
  <inkml:trace contextRef="#ctx0" brushRef="#br0" timeOffset="-210794.49">32757 6321 1144 0,'3'-12'0'0,"1"5"0"0,4 3 0 0,0 3 0 0,-2 1 0 0,1 0 0 0,-2 5 0 0,1 3 91 0,2 3-71 0,-4-1-23 0,0 0-222 0,2 2 92 0,4-2 47 0,-1 0 0 0,3-1-264 0</inkml:trace>
  <inkml:trace contextRef="#ctx0" brushRef="#br0" timeOffset="-210569.75">33028 6359 680 0,'0'-6'0'15,"0"3"0"-15,0 1 0 0,0 0 0 0,-5 1 0 0,-8 1 0 0,-5 0 165 0,-5 5-71 0,-6 4-32 0,-4 6 6 0,-5 0-34 0,-5 0-1 16,0 4 9-16,3-2-43 16,2-5 33-16,2 2-1 0,6-6 1 0,4-1 7 15,2-2-1-15,10-5-7 0,10 0 143 0,3 0-67 0,1 0-31 0,1 0-1 16,12-2 44-16,9-2-45 0,3-2 0 0,9 2 16 16,0 0-25-16,2 2 0 0,5 1-15 15,-5-1-51-15,-2 2 41 0,1 0 0 16,-1 0 0-16,-2 0-136 0,5 0 77 0,-11 0 25 15,1 3-324-15,-3 2 168 0,-4-4 56 0,-4 1 51 16,-2 0-483 0,-6-1 248-16,-7-1 119 0,-1 0-238 0</inkml:trace>
  <inkml:trace contextRef="#ctx0" brushRef="#br0" timeOffset="-210377.74">32857 6157 1353 0,'-6'0'0'0,"-2"0"0"0,4 0 0 0,-2 4 0 0,-1 9 0 0,3 9 103 16,1 4-36-16,0 8 0 16,0 3 347-1,2 6-187-15,-4 5-93 0,2 5-37 0,-1-6 165 0,-1 1-111 16,0-2-56 0,-1-2-310-16,2-4 127 0,-2 2 74 0,-1-10 22 0,1-6-483 0,2-2 258 0,1-7 128 0,-1-3 57 15,2-3-332-15,2-7 111 0,0-4 118 0</inkml:trace>
  <inkml:trace contextRef="#ctx0" brushRef="#br0" timeOffset="-210142.49">32796 6566 974 0,'-10'0'0'0,"3"-2"0"0,-5 1 0 0,4 1 0 0,-3 0 0 0,-3 0 0 0,1 7 141 0,1 1-56 16,-1 2-29-16,2 1-50 0,-2 1 29 0,6-2-7 15,2 2 0-15,2-4-352 0,3 3 156 16,0-5 78-16,0 3 36 0,8-6-236 15,7-2 125-15,4 2 62 0,3-3 104 0,0 0-41 0,2 0-10 0,2 0 9 16,-3 0 125-16,0 0-68 16,0 0-28-1,-4 0 305-15,4 0-172 0,-7 0-54 0,1 0-47 0,-1 0 249 16,-3 3-128-16,-1 2-13 0,2-1-40 0,-8 4-210 16,1-3 82-16,-5 2 39 0,-1 0-466 0</inkml:trace>
  <inkml:trace contextRef="#ctx0" brushRef="#br0" timeOffset="-209530.95">32777 6762 920 0,'-7'0'0'0,"-1"0"0"0,2 0 0 0,0 4 0 0,3 0 129 0,-1 3-49 0,4 2 0 0,-2 3 59 16,1-1-39-16,1 2-11 0,0-1-48 0,0 3 138 16,0-3-68-16,0 2-36 0,1-1 10 15,1-1-107 1,2-1 32-16,-1-2-1 0,3-1-193 0,-3 0 122 0,0-3 47 0,2-1 27 0,2-1-194 0,-2 2 92 15,0-5 54-15,2 0-102 16,0 0 69-16,1 0-13 0,-1 0 32 0,0-5-123 16,2-3 66-16,0 0 24 0,-2-2 9 0,2-3-2 0,0-1 36 15,2-3 0-15,-3 0-26 0,6-4 16 16,-2-2 10-16,0-1-1 0,5-1 31 0,0-3-1 16,2-3-29-16,4-7 137 0,0 5-58 0,5-5-36 15,-4-1-1-15,7 0 66 0,-3 1-47 0,5-5-13 16,-8 11 9-16,-4 2 251 0,-4 4-110 15,-3 9-72-15,-10 5 85 0,1 4-58 16,-5 7-33-16,0 1 1 0,-7 0-19 0,-7 11-21 16,-5 5-1-16,-1 5 88 0,3 0-48 0,1 2-1 15,2 1-39-15,-1 2 75 0,7 3-38 0,-3 0 11 16,7-3-48-16,0 3 191 31,2-3-96-31,1 2-47 0,1 0 193 0,0 6-110 16,0-4-71 31,1-1-29-47,8 3 13 0,-3 0 1 0,3-4-44 0,-4 10-196 0,-2-11 93 0,-1 0 51 0,-2-3 26 0,0-2-118 15,0-3 72-15,-9 2 46 0,-4-8-11 0,0-6-309 0,0-3 111 0,-3-4 94 16,-2 0-211-16,3-4 141 0,3-8 64 0,-1-5 34 0,1-3-73 0,3-1 52 0,-2-6 17 47,6 5-18-47,4-4 26 0,1 6 1 0,0-1 27 0,0 4 240 0,0 0-131 0,4 5-49 0,7 7-30 0,-2-1 138 0,3 4-61 0,2 2-50 0,-1 0 364 0,4 0-187 0,0 12-47 0,5 3-62 0,0 2-17 0,2 3 0 31,1 4-17-31,-2 2-693 0,1-1 339 0,1 5 167 47</inkml:trace>
  <inkml:trace contextRef="#ctx0" brushRef="#br0" timeOffset="-209466.58">33300 7218 2285 0,'-4'-23'0'0,"1"6"0"0,3 9 0 0,1 6 0 0,8 2 0 0,4 0 0 0,-6 0-159 0</inkml:trace>
  <inkml:trace contextRef="#ctx0" brushRef="#br0" timeOffset="-208752">22325 6241 2244 0,'-11'-7'0'0,"3"2"0"0,4 2 0 0,4 1 0 0,0 0 0 0,0 2 0 0,14 0 0 0,14 0 868 0,8 2-416 0,12 1-198 0,5-1-141 0,6 1-113 0,7-3 0 0,11 0 0 0,8 0 0 0,10 2 0 0,-14 1 0 0,-3 1 0 0,-5 1 0 16,-9-1 0-16,-10 2 0 0,2-1 0 16,-23-3 0-16,-9 1 0 0,-7-2 0 0,-9-1-415 15,-5 0-3-15,0 0 191 0,-3 0 63 0,-6 0-703 0</inkml:trace>
  <inkml:trace contextRef="#ctx0" brushRef="#br0" timeOffset="-207696.39">25918 6185 3487 0,'13'-1'0'0,"5"-4"0"0,6 2 0 0,13-3 0 0,6-3 0 0,15-2 0 0,15-2 0 0,11-4 0 0,15 2 444 0,14 2-444 0,-6 3 0 0,0 3 0 16,1 3 0-16,-2 3 0 0,-2-1 0 0,5 2 0 0,-26 0 0 0,-6 0 0 0,-11 0-671 0</inkml:trace>
  <inkml:trace contextRef="#ctx0" brushRef="#br0" timeOffset="-193601.53">30021 7103 1559 0,'-8'-17'0'15,"0"5"0"-15,2 4 0 0,0 1 0 0,0 4 0 0,1-1 0 0,-3 2 0 0,1 2 0 0,3 0 182 0,-2 2-73 32,0 9-35-32,0 3 187 0,4 4-117 0,1 2-53 0,1 3-27 0,0 0 72 0,0 2-49 0,1 0-16 0,6-1-9 0,3-2 127 15,3 0-76-15,1-1-37 0,4-1 37 0,3 2-28 16,3-6-10-16,3-3-97 15,0-1 29-15,3-3 1 0,2-1 29 0,1-5-81 0,-1-3 36 0,-1 0 1 16,-2-3 44-16,0-8-63 0,-4-8 22 16,-1-1 9-1,-5-2-135-15,-3-2 71 0,-5 2 8 0,-3-3 27 0,-4 2-64 0,-1-7 36 16,-3 9 9-16,0 1-24 0,0-2 19 0,-7 2 1 16,-5-1 17-16,-1 3-5 0,0 5 7 0,-3 3 3 15,3 3-5-15,-1 3 106 0,-2 3-48 0,-2 1-29 16,6 0 84-16,0 3-48 0,-3 10-18 0,1 2-1 15,1 4 252 1,1 1-126-16,-2 4-47 0,6 3 236 0,-1 2-207 0,2 2-124 16,0 4 0-16,-1 2 0 0,5-2 0 0,3 1 0 0,0 0 0 0,0 2 0 15,0-1 0-15,0 3 0 16,7-6 0-16,2-5 0 0,-2 0 0 0,4-3 0 16,-4-2 0-16,4 2-225 0,-5-9 90 0,3-6-547 15,-3 0 323-15,0-5 160 16,3-1 72-16,-2-5-423 0,2 0 256 0,0-2 128 15,0-11 65-15</inkml:trace>
  <inkml:trace contextRef="#ctx0" brushRef="#br0" timeOffset="-193230.54">30653 7086 1227 0,'-8'-9'0'0,"-3"-2"0"0,2 8 0 0,-1 2 0 0,0 1 0 0,-2 0 0 0,-3 9 448 0,-1 3-195 16,2 5-113-16,1 7 373 0,-2 4-238 15,7 1-119-15,-1 1-60 0,2 8 175 0,4-2-121 16,3-3-57-16,0 3-50 0,1-1-6 0,8-1 1 0,6-3 8 16,2-4-319-16,0-6 156 0,2-2 76 15,1-4 40-15,-1-2-586 0,3 1 321 0,-5-7 52 16,-3-5-637-16,0-1 407 125</inkml:trace>
  <inkml:trace contextRef="#ctx0" brushRef="#br0" timeOffset="-193123.8">30727 7202 1718 0,'0'-10'0'0,"0"1"0"15,0 4 0-15,1 1 0 0,5-1 0 0,5 5 0 0,-2 0 349 0,6 1-156 0,-3 11-78 0,4 1-39 0,-3 3 192 0,1 2-119 0,-2 2-57 0,-2 3-93 0,-1 1-1 0,-2 0 39 0,-3 3 10 0,-3-4-247 0,-1-1 118 0,0 1 60 0,-3-2-133 0,-12-3 96 0,-1 6 57 0,-6-7-33 0,-2-5-66 16,-2 0-10-16,-3-3 48 0,3-5-40 0,-7 0-28 16,10-4 52-16,-2 0-1 0,1 0-125 0,4-3 84 15,7-8 42-15,2-4-10 0,9-2-358 0</inkml:trace>
  <inkml:trace contextRef="#ctx0" brushRef="#br0" timeOffset="-192924.6">30937 7163 1313 0,'-10'0'0'0,"-1"0"0"0,-3 0 0 0,5 0 0 0,-3 5 0 0,0 5 693 0,-1 5-328 0,2 2-164 15,-2 2-72-15,5 4 212 0,1 0-152 16,6 1-76-16,1 1 233 0,0 4-155 0,3 0-141 0,10-5-50 15,2-1-1-15,4-3-55 0,3-3 46 0,-3 0-489 16,5-1 278-16,-4-5 124 0,-1-5 67 0,-1 0-650 16,-3-3 271-16,1 2 194 15,0-3 42-15,-5-2-192 0,-3 0 164 0</inkml:trace>
  <inkml:trace contextRef="#ctx0" brushRef="#br0" timeOffset="-192743.59">31058 7216 2235 0,'0'-12'0'0,"-2"5"0"0,2 2 0 0,0 2 0 0,0 1 0 0,0 2 0 0,5 0 0 0,5 0 355 0,-3 3-164 0,3 6-77 0,0 2 115 16,2 0-97-16,-2 4-47 0,4 1-14 0,-2 0-324 0,-2 1 145 16,3-2 73-16,-4 2-283 0,2 1 187 15,-1-6 80 1,-4 2 44-16,1-4-785 0,3 1 299 0</inkml:trace>
  <inkml:trace contextRef="#ctx0" brushRef="#br0" timeOffset="-192552.61">31300 7231 1348 0,'0'-4'0'0,"0"-2"0"0,-1 5 0 0,-3-2 0 0,0 3 0 0,1 0 0 0,-1 3 0 0,-3 11 581 0,-2 5-272 0,0 5-127 15,-2 5-77-15,-2 3 178 0,2 1-123 0,-4 7-62 16,1-1-214-16,-3 6 86 0,2-4 29 0,-4-2-1 15,2 2-169-15,-2-3 104 0,1 1 52 0,-5 0-444 16,4-7 243-16,-1-3 65 0,-1-4 83 0,6-3-591 16,-4-2 310-1</inkml:trace>
  <inkml:trace contextRef="#ctx0" brushRef="#br0" timeOffset="-192366.11">31386 7115 1345 0,'19'-8'0'15,"0"7"0"-15,3 1 0 0,2 14 0 0,1 5 0 0,-9 5 0 0,-5 8 187 0,1 4-84 0,-8 3-43 0,-3 4 328 16,-1 9-167-16,-7-4-97 0,-14-1-43 0,-5 0-32 16,-3-1-12-16,-1-5 0 0,-4 1-340 15,3-13 165-15,-3-4 88 0,2-2 43 16,1-1-690-16</inkml:trace>
  <inkml:trace contextRef="#ctx0" brushRef="#br0" timeOffset="-192232.78">31675 7704 0 0,'-5'-10'0'0,"0"-1"0"0</inkml:trace>
  <inkml:trace contextRef="#ctx0" brushRef="#br0" timeOffset="-176006.57">20083 6128 1071 0,'-11'-8'0'0,"3"4"0"0,-1-1 0 0,0 3 0 0,2 1 0 0,1 1 0 0,1 0 0 0,-1 0 0 0,-2 5 392 0,2 10-182 0,1 3-86 0,1 7 203 0,2 2-144 0,-1 1-73 16,3 7-27-16,0-4 189 0,0-1-117 15,3 4-59 1,11-3-29-16,6-1 28 0,4 2-19 0,5-7-9 0,1-6 0 0,6 0-29 0,0-2-1 16,0-5 1-16,3 2-81 0,-5-8 35 15,-2-1 1-15,-2-3-72 0,-6-2 58 0,2 0 30 16,-3 0 9-16,-7-2-97 0,-5-8 29 0,-3-2 33 15,-2-4-15-15,-3-5 8 16,3-4-8-16,-4 0 0 0,-2-4 41 0,0 1-17 16,0-2-5-16,0-2-40 0,-2-4 43 0,-4 4 1 15,-2-1 6-15,1 3-37 0,-2-3 2 16,-3 8 29-16,1-4-2 0,-3 13 107 0,1 4-51 0,-1 6-25 16,-1 4-2-16,1 2 269 0,-5 3-130 0,5 15-62 15,-1 5 108-15,2 6-119 0,-1 5-84 0,-1 4 0 16,6 6 0-1,1-1 0-15,1 4 0 0,3 3 0 0,0 0 0 0,0 4 0 16,4-5 0-16,0-1 0 0,0 0 0 0,8-4 0 16,-1 0 0-16,3 1 0 15,0-11 0-15,-2-4 0 0,0-1 0 0,0-6-97 0,-2-5-54 0,-1 6-258 0,-2-15 191 16,-2-4 90-16,1-2 45 0,0-3-526 16,-2 0 286-16,1 0 143 0,-1-6 70 0,0-11-517 15</inkml:trace>
  <inkml:trace contextRef="#ctx0" brushRef="#br0" timeOffset="-175675.54">20649 5998 1995 0,'-5'-8'0'0,"-2"-1"0"0,4 6 0 0,-1-2 0 0,4 2 0 0,-2 1 0 0,-1 2 446 0,2 0-194 16,1 0 95-16,0 0-155 0,0 10-77 0,0 2-38 0,0 5-82 15,0 0 9-15,0 5 34 0,-2 3 0 0,1 3-202 16,-3 1 101-16,1 3 51 0,0 3 34 0,0-3-681 16,0 2 346-16,0 3 173 15</inkml:trace>
  <inkml:trace contextRef="#ctx1" brushRef="#br0" timeOffset="-184086.68">29529 13481 0,'0'0'0</inkml:trace>
  <inkml:trace contextRef="#ctx0" brushRef="#br0" timeOffset="-164286.58">20739 6534 1854 0,'0'0'0'0,"0"-5"0"0,0 1 0 0,0 1 0 0,0-2 0 0,0 2 0 0,0 1 0 0,0 1 0 0,0-2 439 15,0 3-200-15,0 0-89 0,0 0-60 0,3 0 140 16,4 0-94-16,3 4-49 0,-2 1 11 0,2 1-58 15,0 0-1-15,0-1 1 0,-1-1-21 0,2-1 21 16,-3 2 10-16,0-2-316 0,-1 0 153 16,-1 0 77-16,-1-2 38 0,0 1-474 0,-1-2 234 0,0 0 65 15,-1 0 75-15,1 0-490 16,-2 0 274-16,1 0 137 0</inkml:trace>
  <inkml:trace contextRef="#ctx0" brushRef="#br0" timeOffset="-164004.33">21030 6381 1024 0,'-6'-11'0'16,"0"4"0"-16,0 0 0 0,4 4 0 0,0 0 0 0,1 1 717 0,1 0-339 0,0 1-169 15,0-2-77-15,5 3 313 0,5 0-204 0,0 0-101 16,4 4 122-16,1 3-112 15,0 3-46-15,-1 0-38 0,1 1-12 0,0 0-45 16,0 1-9 31,2-2 0-47,-5 1 0 0,2 2 0 0,-1-2 0 0,-2 0-138 0,1-2 40 0,-2 1 78 0,-1-4 24 0,-2 2-596 0,-3-4 291 0,2 1 79 0,-1-2-447 0,-1 0 306 31,-1-3 167-31,-2 0-480 0</inkml:trace>
  <inkml:trace contextRef="#ctx0" brushRef="#br0" timeOffset="-163820.36">21429 6200 957 0,'0'-9'0'0,"0"2"0"0,0 1 0 0,-2 2 0 0,2 0 388 16,0 2-175-16,0-2-78 0,0 4-53 0,0 0 558 0,0 0-301 0,0 10-150 0,0 7 329 0,0 5-230 15,-7 8-130-15,-6 9-134 0,-1 8-24 0,-8 10 0 16,-4 6 0-16,-8 17 0 0,-2 3 0 0,-8 15 0 15,-4 9 0-15,-7 12 0 0,1 2 0 0,-6 14 0 16,15-27 0-16,5-8-743 0</inkml:trace>
  <inkml:trace contextRef="#ctx0" brushRef="#br0" timeOffset="-160119.7">19910 7035 1419 0,'-15'-6'0'0,"0"2"0"0,6 2 0 0,-3 0 0 0,7 2 594 15,3 0-279-15,2 0-140 0,0 0-69 0,2 0 236 16,13 2-144-16,7 0-85 0,6 1 245 0,7-2-161 15,5 1-83-15,2-1-114 0,6-1 0 0,-5 3 0 16,-1-3 0-16,4 4 0 0,-2-3 0 0,1 4 0 16,6 0 0-16,-12 1 0 15,-1 0 0-15,-5 1 0 0,-4-2 0 0,-4 3 0 16,2-2 0-16,-15-1-20 0,-3 0-277 0,-6-3 88 16,-3 1 92-16,0-2-432 0,0-1 247 15,-13 2 137-15,-3-2 65 0</inkml:trace>
  <inkml:trace contextRef="#ctx0" brushRef="#br0" timeOffset="-159409.65">19277 7482 1685 0,'-11'0'0'0,"-1"0"0"0,-1 0 0 0,1 0 0 0,3 1 0 0,-1 6 0 0,4 4 0 0,-2 2 267 0,2 4-104 0,5 2 202 0,1 4-164 0,0 3-82 0,3-2-40 0,12 5 183 0,4-2-103 0,9-2-66 16,5-4-27-16,7-4 52 31,4-4-39-31,6-3-1 0,4-4-31 0,-5-6-22 0,-3 0 12 0,-1-1 1 0,-3-11-97 0,-4-2 49 15,-3-3 33-15,-13-2-157 0,-4 1 86 0,-6-1 42 0,-4-3 16 16,-5-2-186-16,0 1 75 0,-3-1 52 0,0 3-8 0,-6-3-17 0,-4 1 2 0,-5-1 25 0,-1-2-24 0,-1 5 68 16,-1 2-48-16,0 2 14 15,1 6 178-15,0 5-84 0,-3 2-43 0,1 4 276 16,4 0-136-16,-4 10-76 0,2 9-15 0,0 5 152 16,-2 2-215-16,5 5 0 0,3 7 0 0,-1 2 0 15,7 4 0-15,2 2 0 0,-2 6 0 0,5-6 0 16,0 3 0-16,0 1 0 0,6 0 0 15,4 4 0-15,0-9 0 0,2-7 0 0,-3 0-298 0,2-5 153 16,-3-5 29-16,0 1-519 0,-1-12 304 0,-4-5 147 16,0-7 72-16,0-4-359 0,1-1 217 15,0 0 98-15,3-12-113 0,0-12 116 16,1-4 58-16</inkml:trace>
  <inkml:trace contextRef="#ctx0" brushRef="#br0" timeOffset="-158882.02">20074 7435 1860 0,'3'0'-1'15,"1"0"0"-15,-2 0 1 0,-1 0 0 0,1 0 0 0,-1 0 0 0,-1 0 0 0,0 6 0 0,0 2 348 0,-9 3-155 0,0 4-69 0,-5 0-20 0,0 2-33 0,-2 0 0 0,-2 2-35 0,-1 2 26 0,-2-2-16 16,3 0-9-16,2-3 89 0,-1-1-45 0,3-2 1 0,3 1-45 0,2-2 139 31,2-2-74-31,4 1-33 0,3-1 0 0,0-1 63 0,0 3-48 0,0 2-61 16,0 1-23-16,3 0 0 15,2 0 0-15,0 6 0 0,-2 2 0 0,0-2 0 0,-1-1 0 0,0 1 0 16,-1 1-80-16,-1-2 39 0,0 1 47 0,0-6-563 16,0-3 271-16,0-2 88 0,0-3 82 0,-1-5-459 15,-1 0 261-15,0-2 142 0,1-2-380 16,1-10 257-16,0-5 129 0,0-5 65 0,0-5-164 0,0 2 137 15,-2-5 64-15,2 4 37 0,0-2 27 0,-1 3 0 16,1-1 0-16,-2 6 182 0,2 0-128 16,0 4-46-1,0 1 1-15,0 3 544 0,0-5-305 0,2 6-53 0,2 2 388 0,7 4-273 16,0-1-137-16,3 2 140 0,3 1-129 0,-1 1-78 16,1 2-34-16,1 0 50 31,-2 0-42-16,1 0 0-15,-1 5-35 0,-5 3 157 0,-2 2-83 0,-1 0-41 0,-3 2 0 0,1 2 59 0,-3 4-137 0,-2 0 0 0,-1 2 0 0,0 3 0 16,0 2 0-16,0-1 0 0,0 5 0 0,0-3 0 0,0 1 0 0,0-2 0 16,0-1 0-16,0 2 0 0,0 0 0 15,0-5 0-15,0-3-120 0,0-3-5 16,0-3 65-16,0 1-752 0,0-7 393 0,0-3 190 16,-4-3 96-16,-5 0-460 15,2 0 278-15,-1 0 129 0</inkml:trace>
  <inkml:trace contextRef="#ctx0" brushRef="#br0" timeOffset="-158350.7">19891 7875 677 0,'-9'0'0'16,"-1"-3"0"-16,1 1 0 0,3 0 0 0,0-1 0 0,4 3 538 0,2-2-250 0,0 1-126 0,0-1 96 78,6 2-111-78,3-1-47 0,6 1-37 0,-4 0-61 0,1 0 34 0,1 0-1 0,-2 3 1 0,-1 3-33 0,-3 4-9 0,-1 1 42 31,-3-1-90-31,-1 2 45 0,-1 2 0 0,1-2 18 0,-2 0-20 0,0-1 23 0,0-1-35 0,0-2-73 0,0 0 40 0,0-1 30 0,0-4-1 0,0-3-155 0,0 0 79 0,0 0 45 16,3-13 15-16,8-3-91 0,0-8 48 0,2-3 29 15,5-6-137-15,0-5 79 0,4-3 39 0,2-5-22 0,1 1 36 0,0 2-1 0,-1-2 27 0,3 3 238 0,-5 2-118 16,3 4-70-16,-8 11-20 0,-5 4 533 0,-4 9-250 0,-3 5-141 140,-1 1-21-140,-4 6 209 0,0 0-141 0,0 3-74 0,0 7 305 0,-4 2-189 16,2 5-86-16,-2-3-55 0,1 5 220 0,3 1-282 0,0 2-22 0,0-2 0 0,0 6 0 0,0-3 0 0,1 1 0 0,6 0 0 0,1 0 0 0,0 0 0 0,5 7 0 0,-4-9 0 0,2 2 0 0,1 0 0 0,-1 0 0 0,-1-2 0 0,0 8 0 0,-3-11 0 0,-2 3-118 0,-4-4 35 0,1 0-12 0,-2-4-19 0,0 2 29 0,-5-7 8 0,-6-2 41 0,-4-5-38 0,2 1 38 0,-2-3-1 0,-4 0-8 0,2 0 44 0,-2-3 0 0,3-8-35 0,-2 0 59 16,3-1-30-16,-3 0-8 0,7-1 78 15,-1 2-45-15,2-2-13 0,3 1 0 0,3 3 206 16,-1-3-109-16,5 4-34 16,0 1-33-16,0-3 26 15,2 3-43-15,5 0 27 0,3 4-15 0,4 0-387 0,-1-2 182 0,2 4 90 0,-1 0-644 0,2 1 346 16,1 0 165-16,-1 0-247 15,2 0 215-15</inkml:trace>
  <inkml:trace contextRef="#ctx0" brushRef="#br0" timeOffset="-157937.15">20541 7536 2226 0,'-9'-6'0'0,"4"0"0"0,3 1 0 0,1 2 0 0,1-2 0 0,0 1 0 0,6-1 330 0,10 2-152 0,1 2-71 15,3-2-36-15,5 0-79 16,-1 1 43-16,5 2 10 0,-5 0-10 0,-1 0-99 0,2 0 50 0,-4 0 25 31,-3 8-156-31,0 1 99 0,-8 3 36 0,-6 0-145 0,-2 0 95 0,-2 3 10 0,-2 2 33 0,-9 0-61 16,-5-3 36-16,-2 0-34 47,-5-3 25-47,0 1 211 0,-2-3-89 0,-2 0-54 0,3-3 6 0,-1-2 310 0,4 2-163 0,2-4-57 0,1 0 276 0,3 0-168 31,5-2-98-31,3 0-34 0,4 0-89 0,3 0 0 0,0 0 0 0,5 0 0 16,10 0 0-16,3 0 0 0,2 0 0 0,0-1 0 0,2 0 0 0,-2 1 0 15,-1-2 0-15,-2 0-77 0,0 2-154 0,-4 0 124 16,2 0-625-16,-6 0 352 47,-1 0 173-47,-3 0-430 0,-1 0 301 0,-1 0 150 0,-1 0 67 0,-2-3-332 0,0 1 209 0</inkml:trace>
  <inkml:trace contextRef="#ctx0" brushRef="#br0" timeOffset="-157772.96">20581 7563 1796 0,'-20'4'0'0,"3"4"0"0,-6 6 0 0,4-1 0 0,3 3 0 0,-1 4 0 0,5 2 0 0,5 0 566 0,3 3-256 16,4-3-142-16,0-2-67 0,11-3 127 0,9-1-96 0,2-3-49 31,8-4 86-31,1-3-71 0,2-6-31 0,4 0-182 0,-5 0 75 0,1-3 37 16,3-1 10-16,-8-6-443 0,-3 0 236 0,-1 2 117 15,-3-2 59-15,-2 0-726 16,-2 0 320-16,-6 1 203 0,-7 2 95 0</inkml:trace>
  <inkml:trace contextRef="#ctx0" brushRef="#br0" timeOffset="-157490.64">20441 7925 2068 0,'-20'7'0'0,"-1"4"0"0,9-4 0 0,3 0 0 0,6-3 0 0,3 2 0 0,2-3 440 0,13 1-194 0,5-3-109 0,6-1 264 16,4 0-183-1,2 0-91-15</inkml:trace>
  <inkml:trace contextRef="#ctx0" brushRef="#br0" timeOffset="-157436.77">20533 7975 3718 0,'36'0'-88'15,"-5"0"58"-15,-1 0 32 0,-5 0 1 0,1 0-546 0,-2-1 289 0,0-1 154 0,-9 0-273 0,0-1 200 0,-5 2 100 0,-6-4-584 0,-2 2 311 0,0-1 146 0,-2 0 87 0,-5-3-227 16,-8 0 152-16</inkml:trace>
  <inkml:trace contextRef="#ctx0" brushRef="#br0" timeOffset="-157323.45">20624 7836 771 0,'-10'-5'0'0,"4"5"0"0,0-2 0 0,-3 2 0 0,5 0 0 0,0 0 94 0,0 4-21 0,3 8-9 0,1 5 320 0,0 0-175 0,0 6-87 0,3 0-43 0,2 4 202 0,4-1-128 0,-3 2-59 0,0-2-29 0,-1 3-43 32,-2 0 22-32,-1-6-8 0,0 0-108 0,-2-1 54 0,0-3 27 0,-4-4-18 0,-4 1 31 0,-3-5-9 0,-2-4 22 0,-2-5-24 0,-1-2 0 0,1 0-23 0,-3 0 44 0,3-9 27 0,0 1-42 0,4-6-25 0,-1 2 20 0,3-1 133 0,4 1-57 0,1 2-22 15,3 0 175-15,1 0-103 0,0 2-52 0,0 1 27 0,6-1-30 0,4 3-9 16,2 0-39-16,2 3-62 0,-1-3 31 0,4 3 0 15,0-4 40-15,-2 5-389 0,1-2 190 0,0 0 95 0,1 1 48 0,-2-2-827 16,5-1 392-16,-2-1 211 16</inkml:trace>
  <inkml:trace contextRef="#ctx0" brushRef="#br0" timeOffset="-157156.31">20994 7614 1439 0,'-7'0'0'0,"0"-3"0"0,2 3 0 0,1-5 0 0,1 4 767 0,1 0-366 16,1-1-183-16,1-1-82 0,0 3 28 16,0 0-65-16,0 0-32 0,6 0 1 0,3 0-378 15,1 3 169-15,2 1 88 0,0 1-809 16,3-5 421-16,-3 3 211 0,5-3-453 0</inkml:trace>
  <inkml:trace contextRef="#ctx0" brushRef="#br0" timeOffset="-156906">21253 7528 1095 0,'2'0'0'0,"-2"0"0"0,1 2 0 0,-1-2 0 15,0 1 0-15,0 1 0 0,0 6 0 0,-9-1 258 16,-7 3-112-16,-3 5-46 0,-6 2-37 0,-6 1 36 0,-3 3-32 0,-8 3 0 0,0-3-32 0,-6 2 119 0,6-7-64 0,4 0-27 16,4-7 160-16,7-1-94 0,6-5-46 0,5 1 252 15,10-4-154-15,6 0-73 0,0 0-37 16,7 0 128-16,13-4-83 0,6 0-31 15,4-1-9-15,2 0-65 0,2-1 0 0,4 4 24 32,-1 0-4-32,4-1-75 0,-5 1 34 0,1 0 22 0,-3-1-315 0,-1 1 169 0,-4 1 85 0,6 0-601 15,-10-2 277-15,-6 2 170 16,-2 0 78-16,-6 1-504 0,-5-2 298 0,-2 1 138 0</inkml:trace>
  <inkml:trace contextRef="#ctx0" brushRef="#br0" timeOffset="-156710.08">21112 7358 1838 0,'-5'-1'0'0,"-2"1"0"0,4 0 0 0,0 0 0 0,-1 3 0 0,3 8 0 0,1 13 224 0,0 6-86 0,0 10 706 0,0 11-405 0,0 5-202 16,0 7-101-16,1-1-61 0,-1 7-75 0,0-11 0 15,0-4 0-15,0-7 0 16,-2-2 0-16,-6-6 0 0,-1 2 0 0,2-16-582 15,0-5 217-15,1-4 199 0,1-10-397 0,2-6 148 0,1 0 181 0</inkml:trace>
  <inkml:trace contextRef="#ctx0" brushRef="#br0" timeOffset="-156548.25">21077 7752 1046 0,'-6'0'0'0,"-1"0"0"0,-3 0 0 0,2 0 0 0,0 6 170 0,-3 4-68 0,-3 4-33 0,-3 4 540 0,3 2-292 0,-2 3-141 0,-2 2-70 0,2 2-70 0,1-3-1 0,0 0 9 0,5-3-548 0,3-7 270 15,2-1 134-15,4-4 68 0</inkml:trace>
  <inkml:trace contextRef="#ctx0" brushRef="#br0" timeOffset="-156377.05">21104 7819 1917 0,'1'0'0'0,"2"0"0"0,3 1 0 0,-3 3 0 0,4 1 0 0,-2 2 401 0,4-1-182 0,1 2-93 0,3 2 63 0,1 0-82 0,-2-1-36 15,4 1 1 1,0 0-256-16,-2 1 110 0,3-1 64 0,-6 1-696 0,1-4 360 0,-4 2 180 0,-3-2 89 16</inkml:trace>
  <inkml:trace contextRef="#ctx0" brushRef="#br0" timeOffset="-156109.65">21077 7904 1188 0,'-8'3'0'0,"2"-3"0"0,-3 4 0 0,3-1 0 0,-2 3 0 0,0-1 532 0,6 2-248 0,-1 1-124 15,1 2-63-15,2 1 39 0,0 3-41 0,0 0-34 16,0-1 33-16,2 2-29 0,1 0 0 0,-1 0-30 16,4-1-138-16,-3-1 65 0,0-3 36 0,1 1-159 15,-1-4 99-15,-3-1 48 16,6 3 33-16,-5-6-144 0,1 1 38 0,-1-4 49 0,1 0-41 0,-1 0 24 15,1 0-18-15,0 0 7 16,-1 0 3-16,1 0 110 0,-2 0-44 0,3-5 1 16,-3 1 95-16,0 1-57 0,0 2-16 0,0-3 54 31,0 3-34-31,0-3-23 0,0 2 4 0,0 1-66 0,0 1 10 0,-3-2 36 0,3 2 12 0,-2 0-197 16,1 0 85-16,-1 0 46 0,0 0-121 0,1 0 77 15,-1 0 20-15,1 0 26 0,-2 0-311 16,0 0 165-16,0 0 78 0</inkml:trace>
  <inkml:trace contextRef="#ctx0" brushRef="#br0" timeOffset="-155215.89">21089 7979 715 0,'-3'4'0'0,"2"-1"0"0,-1 1 0 0,-2 2 0 0,2 0 0 0,-4 1 384 16,4 4-178-16,-1 1-86 0,-2 0-43 0,1 5 93 16,-2 0-67-16,1 2-26 0,0-1 12 0,0 0-27 0,-1-1 0 0,1-2 67 15,0 1-48-15,-2 0-14 0,2-6-9 0,2 1 202 16,0-5-112-16,0 1-57 15,0-5-28-15,3 4 210 0,0-5-123 0,0 2-58 16,3-3 91-16,3 0-75 0,7 0-36 0,1 0-65 16,2 0 27-16,2 0 1 15,2 0-20-15,1 0-15 0,-1-3 0 0,2 2 0 0,-3-1 0 0,2 1-566 32,-3-2 208-32,-1 1 128 0,-1 0 111 0,0-1-460 15,-2 1 277 1,-6-3 133-16,0 0-220 0,-2-1 178 0,0-1 79 0,-4-3 53 15,-1 0-72 1,-1-3 59-16,0-1 28 0,0 1 50 0,0-2-29 0,-5 4 9 0,-2 2-1 16,0 0 230-16,0 2-115 0,-1 2-57 0,-4 4-38 0,0 1 376 0,-1 0-195 0,-1 5-28 15,-3 6 191-15,-1 4-132 0,-2 2-73 0,3 1-49 0,-5 2-11 0,2-1 0 16,-2-1-29-16,2 1-27 16,-4-2 35-16,3 0-9 0,2-5 1 0,2-1 31 0,-2-4 0 0,5-7-32 15,0 0 10-15,3 0 20 16,7-5 0-16,2-13-30 15,2-2-24-15,0-8-1 0,9 0 34 0,10-3-9 0,3-3-169 16,3-2 80-16,7-4 42 0,4-2-293 16,6-8 147-16,-1 6 80 0,2-2 18 0,1 2-83 0,3-1 63 0,-3 4-1 15,5-1-2-15,-11 13 78 0,-5 5-1 0,-5 6-27 32,-7 4 248-32,-6 7-124 0,0-2-71 0,-14 9-23 0,-1 0 446 0,0 0-221 0,0 1-70 0,-3 7 291 15,-7-1-195-15,-2 5-110 0,-2 3-52 16,1 3 125-16,-2 0-87 0,3 2-111 15,1 4-12-15,5-4 0 0,3 2 0 0,0 1 0 16,3 1 0-16,0 2 0 0,3-2 0 0,3-2 0 16,4 3 0-16,6 2 0 0,-1-4 0 0,5 6 0 31,-3-6 0-31,2 3 0 0,-1-2 0 0,-4-2-13 0,-2 2-109 0,0 3 51 0,-9-6-8 16,-3-3 38-1,0-1-12-15,-3-5 18 0,-13 2 106 0,-3-2-62 0,-1-7-17 0,-5-4 0 0,0-1 80 16,0 0-49-16,-1 0-15 0,-4-6 70 15,5-6-30-15,0-4-27 0,3-2 9 0,2-5-2 0,2 1-12 16,2-3-6-16,4 7 6 16,5 2-16-16,2 1 0 0,4 4 0 0,1 3 0 0,0 1 0 15,0 7 0 1,5-3 0-16,9 3 0 0,5 0 0 16,3 8 0-16,5 2 0 0,3 4 0 0,3 0 0 0,2 1 0 0,3 2 0 0,0 0 0 0,8-1 0 15,-6 0 0-15,4-1-352 0,-2 2-47 0,2-2 182 16,-2 0-246-16,2 0 206 15,-12 0 115-15,0-2 54 0,-7 0-660 16</inkml:trace>
  <inkml:trace contextRef="#ctx0" brushRef="#br0" timeOffset="-155085.71">22173 8407 3331 0,'0'0'0'15,"0"0"0"-15,0 0 0 0,0 0 0 0,0 0 0 0,-2 0 0 0,2 0 0 0,0 0 0 0,-2 0 156 0,2 0-61 0,-1 0-30 16,1 0-1245-16</inkml:trace>
  <inkml:trace contextRef="#ctx0" brushRef="#br0" timeOffset="-138664.48">25547 7300 2781 0,'-7'-6'0'0,"0"1"0"0,3 1 0 0,-1 4 0 0,1 0 0 0,1 0 0 0,3 0 0 0,0 0 0 0,0 9 0 0,4 4 347 0,8 3-154 16,4 1-68-16,1 1 119 0,2 1-102 0,2 2-52 15,0-2-131 1,1 0 40-16,1 2 9 0,2-5 31 0,-5 1-176 0,4-3 88 16,-3 1 44-16,-2-2 0 0,3 3-486 0,-8-7 206 0,-3-1 151 15,0-3-699-15,-6 0 397 0,-2-3 198 0,3-1 91 16</inkml:trace>
  <inkml:trace contextRef="#ctx0" brushRef="#br0" timeOffset="-138446.3">25981 7193 1282 0,'0'0'0'0,"-2"0"0"15,-1 0 0-15,0 0 0 0,-2 4 652 0,1 6-307 0,-3 4-154 0,1 8-77 0,-3 5 275 32,-1 3-181-32,-2 8-85 0,0 7 123 0,-6 8-105 0,-2 10-42 0,1-5-35 15,-4 3-136-15,3 0 55 0,0-2 27 0,-2 0-344 16,-2 6 195-16,6-16 83 0,-1-3 47 0,2-7-465 15,1-3 197-15,4-10 143 0,-1 1-52 0,7-15-398 16,1-7 272-16,5-4 138 0,0-1-179 0</inkml:trace>
  <inkml:trace contextRef="#ctx0" brushRef="#br0" timeOffset="-138255.81">26147 7466 2014 0,'0'0'0'0,"2"-1"0"0,-2-3 0 0,1 3 0 0,0-1 0 0,-1 2 0 0,0 3 0 0,0 11 824 16,0 6-394-16,0 4-195 0,0 3-89 0,0 2 110 15,0 4-230-15,0-1-26 0,0 5-5 0,0 1-85 0,0 5 73 0,0-6-277 16,-1-1 166-16,-3-2 83 16,-1-3 42-16,-1-4-706 0,2 0 372 0,-2-10 61 0,0-6 129 15,-1-6-579-15</inkml:trace>
  <inkml:trace contextRef="#ctx0" brushRef="#br0" timeOffset="-137944.43">26111 7364 1657 0,'0'-17'0'0,"-1"5"0"0,-1 1 0 0,2 0 0 0,0 0 0 0,4 0 308 0,12 2-140 0,3 2 213 0,5-3-171 0,7 4-86 47,3 0-43-47,8-1 7 0,0 4-50 0,5 1 0 0,1 2 0 0,2 0-81 0,-3 0 41 0,4 0 9 0,-13 8 31 0,-6 1-84 0,-3 1 43 0,-6 1-1 16,-6 3 106-16,-1 0-22 0,-10-1-10 0,-4 2 226 0,-2 2-129 15,0 1-64-15,0 3-68 0,0 5-35 0,-2 0 0 0,-4 4 0 16,1 4 0-16,-2 1 0 16,3 5 0-16,-2 3 0 0,3-1 0 0,-1-1 0 0,4 0 0 15,0 3 0-15,0-1 0 0,0 4 0 16,0-10 0-16,0-3 0 0,1 1-409 0,2-6 39 15,-2-3 171-15,1 3-186 0,1-17 179 0,-3-2 83 16,0-3 43-16,0-3-462 0,0-3 242 0,0-1 136 16,-10-1 63-16</inkml:trace>
  <inkml:trace contextRef="#ctx0" brushRef="#br0" timeOffset="-137759.39">26229 7653 1902 0,'-13'-18'0'15,"4"8"0"-15,4 7 0 0,5-3 0 0,0 1 0 0,0 2 0 0,12-3 0 0,4 0 371 0,7 2-167 0,2 1-84 0,2-3-41 0,1 4-39 0,2-2 6 0,-1 2-9 0,-2 2 0 16,1 0-387-16,-4 0 194 0,-2 0 96 16,-1 6-607-16,-4 0 335 0,-8 2 166 0,-4 1-405 0</inkml:trace>
  <inkml:trace contextRef="#ctx0" brushRef="#br0" timeOffset="-137239.35">26422 7486 732 0,'-10'0'0'0,"-2"0"0"0,-1-2 0 0,4 2 0 0,1 0 448 16,0 0-205-16,2 8-104 0,0 2-50 0,0 4 95 0,3 1-78 0,2 3-34 16,0 0-1-16,-1 4-155 0,1 0 61 0,1 2 39 15,0-2-414-15,0 2 214 0,0-1 106 0,0-2-369 31,0-1 212-31,0 1 101 0,0-8 58 0,0-2-118 0,0 0 79 0,0-5 39 16,0-2 20-16,0 0 93 0,0-4-74 0,-5 0 37 16,0 0 0-16,1 0 31 0,-1 0-38 0,-4 3-17 15,3-2 231-15,-1 4-140 0,0-5-26 0,2 5 250 16,0-3-116-16,-2 3-36 0,2-1-60 0,4-1 40 16,0-1-42-16,1 1 1 15,0-2-41-15,0 0-48 0,0-1 20 0,0 0 0 16,1 0 28-16,2 0-34 0,1 0 1 0,2-1 42 15,-3-3-31-15,0 1 16 0,-1-3 5 0,3 3 12 16,-2 1-18-16,0-5-10 0,0 7 5 0,2-5 47 16,1 1-44-16,-2 1 3 15,3 1-3-15,1-1-21 0,1-1-8 0,0 2 39 0,1 1-7 0,-1-2-84 32,0 1 39-32,2 2 1 0,-2 0-104 0,1 0 61 15,-2 0 33-15,-1 0-58 0,1 5 42 0,-3 2 4 0,-2-2 1 0,-2 3-75 16,-1 1 46-16,0-2 8 0,0 5-6 0,-1-6-95 15,-7 3 60-15,-3-2 28 0,2 0 0 0,-4-1 31 16,0 0-9-16,1-5 9 0,-1 4-52 0,-3-4 27 16,4-1-1-16,-1 0 26 0,-2 0 88 0,7 0-40 15,-2 0-23-15,2 0 260 0,-2 0-136 0,7 0-50 16,-2 0-45-16,3-1 237 16,2-4-120-16,0 4-27 0,0-2-42 0,7 0 3 15,1-1 8-15,4 3-39 0,-1 0-283 0,0-1 145 16,3-1 69-16,-2 3-505 0</inkml:trace>
  <inkml:trace contextRef="#ctx0" brushRef="#br0" timeOffset="-137013.8">26214 8020 2648 0,'-15'0'0'0,"2"0"0"0,0-2 0 0,10 1 0 0,2 1 0 0,1 0 0 0,0 0 0 0,4-2 0 0,14 0 257 0,8-2-109 16,2 1-56-16,3-1 51 0,4 0-52 0,4 2-18 0,-2-1-10 0,2 1-141 15,0 2 58-15,0 0 28 0,0 0 1 0,6 0-404 16,-9 7 212-16,-3-2 110 0,-1 1-652 0,-2 2 356 16,-4-5 112-16,4 2-395 0</inkml:trace>
  <inkml:trace contextRef="#ctx0" brushRef="#br0" timeOffset="-136844.36">27126 7293 2451 0,'0'-16'0'0,"0"4"0"0,1 5 0 0,0 1 0 0,2 0 0 0,0 1 0 0,0 4 0 0,1 1 0 0,1 0 0 0,-1 0 197 16,3 8-80-16,-2 2-555 0,-2 2 234 0,0 5 120 15,-1 4 60-15,-2 2-833 0</inkml:trace>
  <inkml:trace contextRef="#ctx0" brushRef="#br0" timeOffset="-136084.39">27012 7611 1064 0,'-15'0'0'0,"5"0"0"0,-4 3 0 0,3-3 0 0,2 2 0 0,2 2 420 0,-1-2-192 0,4-2-95 16,0 1-39-16,2 1 25 0,2-2-41 0,0 0 0 15,0 0-286-15,0 3 123 0,0-3 70 0,2 0-282 16,1 0 167-16,-1 0 83 0,1 0 42 0,2 0-136 16,-2-5 87-16,1-4 34 0,-1 1-89 0,1-3 123 15,3 1-89-15,2-2 39 0,2-1-16 16,-1 1 182-16,8-3-83 0,-1 4-41 16,3 0 59-16,4-1-43 0,5 3 15 0,-4 2 53 0,3 2-41 15,-4 2 2-15,1 1 1 0,-1 2-47 16,3 0 28-16,-11 9-5 0,-2 1-5 0,-5 5-37 15,-7 3 33-15,-2 0 1 0,0 6-7 0,-12-4 132 16,-8 1-61-16,-3-1-30 16,0 0 103-16,-6-4-54 0,0 2-27 0,3-4 140 0,0-3-90 15,3 0-44-15,6-4 0 0,-1 0-79 0,4-1 43 0,7-2-9 16,7-1 0-16,0 1-237 16,0-4 118-16,11 4 68 0,2-2 22 0,6-1-261 15,0 3 136-15,1-3 31 0,-2 3-146 0,0 1 75 16,-2-3 67-16,-5 4 0 15,0-2 27-15,-3 0-1 0,-2 0 27 0,-2 3 73 0,-3-1-32 16,-1-2 0-16,0 2-41 0,-5 1 287 0,-5-3-142 0,-3 5-52 16,-1-2-37-16,-3 2 365 0,0-1-185 0,0 0-49 15,2-1 73-15,0 4-83 0,4-5-57 0,-2 4-32 16,6-5-14-16,3 5 0 16,1-5 0-16,2 7-143 0,1-7 68 0,0 2 37 15,6-1 0-15,3-1-199 0,4 1 119 0,1 1 31 16,-2-2 35-16,0-2-322 15,1 0 160-15,0 1 35 0,-4-1-85 0,2 1 86 0,-5-2 56 16,-1 0-29-16,-2 1 38 0,-1-1 0 0,1 2 39 0,-3 0-71 16,0-4 40-16,0 0-1 0,-6 2 32 0,1-2-108 15,-7 0 54-15,5 0 18 0,-2 0 9 0,1-2-61 16,-6-4 44-16,6-1 0 16,-5 0 134-16,3 3-54 0,-1 0 10 0,-4 0 357 15,2 2-202-15,-3 0-89 0,2 2-53 0,-4 0 302 16,5 0-163-16,-3 0-37 0,2 4-56 0,-2 4 444 15,2 0-227-15,2 0-130 0,0 2-58 0,5 2 194 16,-2-3-127-16,3 1-63 0,0 1 32 0,3 0-53 16,0-1 1-16,3-3-113 0,0 3 34 0,0-3 1 31,0 0 43-31,0-1-77 0,7-1 34 0,4 1 0 0,3-1 34 0,5 0-86 16,1-1 47-16,4 2-8 0,5-2-9 0,4 1-79 15,0 1 27-15,5 1 37 0,6 3-199 0,-5 0 110 16,5 0 40-16,-2 2-290 0,-1 0 169 0,1 1 83 15,1 2 33-15,-10-4-422 0,0-2 236 0,-5 0 119 16,-2-2 59-16</inkml:trace>
  <inkml:trace contextRef="#ctx0" brushRef="#br0" timeOffset="-135929.7">27874 8224 3071 0,'-6'0'0'0,"-2"0"0"0,3 0 0 0,-1 0 0 0,1 0 0 0,4-1 0 0,-2 1 0 0,2 0 547 0,-1-4-247 0,2 4-287 16,0 0-136-16,0 0 4 0,3-1 78 0,6-2 38 0,1 2-1240 15</inkml:trace>
  <inkml:trace contextRef="#ctx0" brushRef="#br0" timeOffset="-125080.52">28393 7831 1272 0,'-1'-7'0'0,"0"7"0"0,0-5 0 0,-1 4 0 0,2-2 0 0,0 1 0 0,0 2 364 0,0 0-163 0,4 0-82 16,6 5 164-16,0 1-123 0,2 1-52 0,2 4-68 16,-3-1-3-16,6 0 1 15,-5 0-1-15,3 3-103 0,-1 1 61 0,1-2 17 16,-5 2-1-16,2-2-301 0,-2 1 164 0,-2 1 82 15,-1 0 50-15,-1-1-587 0,0-1 282 0,-3-4 81 16,-1 1-240-16</inkml:trace>
  <inkml:trace contextRef="#ctx0" brushRef="#br0" timeOffset="-124866.06">28663 7693 1745 0,'0'-11'0'0,"0"6"0"0,0 0 0 0,0 3 0 0,0-1 0 0,1 3 0 0,1 0 0 0,1 7 308 0,-2 9-135 0,-1 7-67 16,0 9 138-16,0 5-103 0,0 5-42 0,-4 4-36 0,-3 3 155 16,-5 4-90-16,1 7-45 0,-3 3-187 0,-4 6 81 15,3-10 25-15,1-3-360 0,0 0 198 16,-1-7 98-16,3-4 50 16,1 3-444-16,0-18 179 0,4-4 133 0,2-6-7 0,-1-5-96 0,0-7 105 0,4 0 43 15,2-8 35-15</inkml:trace>
  <inkml:trace contextRef="#ctx0" brushRef="#br0" timeOffset="-124633.06">28837 8074 2231 0,'0'0'0'0,"0"0"0"0,0 0 0 0,-1 0 0 0,-1 0 0 0,2 0 0 0,0 0 0 0,0 0 266 16,2 0-114-16,8 0 249 0,4 0-182 0,1 0-90 0,3-1-37 0,1-3-85 15,3 0 0-15,2 3 31 32,-1-2 0-32,0 0-360 0,2 1 190 0,-1 0 80 0,-2 1 45 0,-5 1-627 0,2 0 285 0,-7 0 181 0,4 0-370 15,-11 5 254-15</inkml:trace>
  <inkml:trace contextRef="#ctx0" brushRef="#br0" timeOffset="-124447.62">28943 8261 2175 0,'-6'0'0'0,"-2"0"0"0,4 0 0 0,0 0 0 0,2 0 0 0,2 0 0 0,0 2 0 0,0 0 0 0,6 0 535 0,7-2-239 0,0 5-134 15,4-5-62 1,2 0-146-16,0 2 42 0,-1 1 0 15,4-2-502-15,0 0 267 0,-3 1 139 0,1 0-304 0,-3 1 219 0,7-1 119 16,-5 0 46-16,-3 1-733 16</inkml:trace>
  <inkml:trace contextRef="#ctx0" brushRef="#br0" timeOffset="-124182.55">29706 7993 1308 0,'0'-18'-1'0,"0"1"-1"0,-8-1 0 0,1 5 0 0,-4 4 1 0,-2 2-1 0,-4 3 1 0,-5 4 0 0,-7 0 427 16,1 9-200-16,-5 12-94 16,-1 8 142-16,4 1-118 0,2 6-59 0,-2 3-20 15,13-3 206-15,6 0-122 0,7-1-62 0,4 0 100 0,0-1-81 0,5 2-31 16,17-8-9-16,7-2-71 0,2-2 0 15,7-6 31-15,5-1-1 0,2 1-317 16,-5-7 154-16,1-3 81 0,-1 2 42 16,-3-5-661-16,-1 0 334 0,6-1 94 0,-12-4-569 0</inkml:trace>
  <inkml:trace contextRef="#ctx0" brushRef="#br0" timeOffset="-124039.97">30231 8325 1813 0,'1'-5'0'0,"-1"0"0"0,0 1 0 0,0 1 0 0,0-1 0 0,0 3 891 0,0-1-427 0,0 0-213 16,0-1-98-16,0 2-72 0,0 1 1 15,0-2-45-15,1-1-650 0,1 3 325 0,0 0 172 0,-1-2 72 16</inkml:trace>
  <inkml:trace contextRef="#ctx0" brushRef="#br0" timeOffset="-121161.77">26909 8773 1243 0,'-8'-5'2'0,"1"-2"-2"0,-1 7 1 0,-1-3-1 0,4 3 0 0,-4 0 0 0,6 7 0 0,1 8 121 16,2 2-43-16,0 4 122 16,0 4-82-16,0 1-33 0,8 0-8 0,3 0 27 0,9-1-34 15,8 0-1-15,2-3-32 0,7-1 45 16,2-8-46-1,2-5 1-15,2-4-1 0,0-4-51 0,0 0 25 0,2 0 10 32,-9-11-178-32,-4-5 96 0,-6-3 50 0,-6 0-183 0,-3-3 87 0,-2-2 59 0,-10-1-6 0,-3 2-37 15,-2 0 22-15,0-3 24 0,0-3-22 0,-11 5 94 0,-2 0-14 0,-3-1-45 16,-2 6 59-16,2-1-28 0,-5 5 0 0,6 7-26 16,-3 7 260-16,0 1-120 0,0 0-38 0,2 15 158 15,-4 7-86-15,6 4-41 0,2 3-36 0,1 7 108 16,4 2-71-16,0 4-34 0,4 9 8 0,3-5 12 31,0 0-28-31,0 2 0 0,5 1-28 0,7-5-36 0,-1 8 8 0,1-15 29 16,0 1-275-16,1-8 138 0,-2 1 67 0,0-5-479 0,-2 4 231 0,-1-10 97 15,-2-2 81-15,-1-6-423 0,-3-1 245 0,1-3 123 16</inkml:trace>
  <inkml:trace contextRef="#ctx0" brushRef="#br0" timeOffset="-120861.95">27813 8797 1973 0,'-10'-12'0'0,"-1"-1"0"0,0 5 0 0,1 1 0 0,-2 4 0 16,-5 2 0-16,4 1 0 0,0 3 0 0,-1 13 0 0,-2 6 460 47,4 10-212-32,-3 4-96-15,6 3-62 0,3-1 148 0,3 4-100 0,3 1-51 0,0 0-82 0,0 4 9 0,9-6 24 0,7-6-1 0,2-3-430 0,2-2 216 0,2-4 107 0,4 1-205 0,-2-10 152 0,-3 0 22 16,0-7 60-16,1-2-666 0,1-1 335 0,0-3 158 0</inkml:trace>
  <inkml:trace contextRef="#ctx0" brushRef="#br0" timeOffset="-120583.2">28227 8865 2301 0,'-15'-8'0'0,"-1"-2"0"0,1 7 0 0,-2 3 0 0,-1 0 0 0,-4 6 0 0,1 12 0 0,-6 0 0 0,6 8 344 0,3 1-153 0,1 3-78 15,6 2 212-15,4 1-144 16,4 2-63-16,3-2-59 0,7-1-22 0,10-2 0 16,7-3 0-16,5-3-158 0,3 0 88 0,-1-9 30 0,0-4 1 0,-2-2-441 15,-1-2 241-15,0-3 119 16,2-3-726-16,-7-1 390 15,-1 0 191-15,-2 0 96 0</inkml:trace>
  <inkml:trace contextRef="#ctx0" brushRef="#br0" timeOffset="-120348.77">28477 8954 1061 0,'1'-5'0'0,"3"-5"0"0,1 6 0 0,6-1 0 0,-2 2 313 0,6 1-138 0,-1 2-69 0,6 0 541 0,1 0-309 0,0 7-152 0,3 5-74 0,-4 5 68 0,4 1-62 16,-5 1-46-16,-4 2-194 15,-1 5 79-15,-8-2 39 0,0 4 1 0,-4 1-229 0,-2-3 129 0,-8 2 70 32,-9-2 35-32,-5 0-89 0,-3-6 35 0,-4 2 46 0,0-7-246 0,-3-6 113 15,2-3 21-15,-1-3 41 0,0-3-97 0,1 0 60 16,8 0 43-16,5-10-311 0,4-2 173 0,9-8 86 15,4-1 43-15</inkml:trace>
  <inkml:trace contextRef="#ctx0" brushRef="#br0" timeOffset="-120150.05">28848 8928 1286 0,'0'0'0'0,"0"-3"0"0,0 1 0 0,0 0 0 0,-2 2 0 0,-7 0 886 0,-1 4-425 0,-5 10-203 0,-2 1 452 0,0 7-380 0,5-1-330 0,0 4 0 15,6-1 0-15,3 5 0 0,3-3 0 0,4-1 0 16,15-2 0-16,5-3 0 63,5 1 0-63,6-3-329 0,-1-6 9 0,1-5 178 0,-2-1 90 0,-1-1-819 0,-1-5 418 0,0 1 199 0,-10-1-434 0</inkml:trace>
  <inkml:trace contextRef="#ctx0" brushRef="#br0" timeOffset="-119964.02">29056 8840 2396 0,'0'-12'0'0,"0"0"0"0,0 2 0 0,0 1 0 0,2 6 0 0,8 0 0 0,3 3 0 0,4 3 302 0,4 12-132 0,1 4-58 0,0 6 451 0,1 2-264 0,-1 8-210 0,-4 2-89 0,-6 4 0 16,1 8 0-16,-11-4 0 0,-2 2 0 0,-6 3 0 15,-13-2 0-15,-9 1 0 31,-4 6 0-15,-2-11-226-16,-2-5 117 0,-6-3-368 0,2-2 255 0,-2-4-7 0</inkml:trace>
  <inkml:trace contextRef="#ctx0" brushRef="#br0" timeOffset="-104645.35">30476 8920 1128 0,'-15'-11'0'0,"2"3"0"0,2 0 0 0,1 6 0 0,4 2 0 0,0 0 0 0,-1 10 0 0,3 2 0 0,-3 5 121 0,1 3-45 0,4 3-1 0,1 2 165 0,1 4-101 0,0 0-50 0,0 5 167 0,1-7-114 0,8 3-51 0,6-3-26 0,0-1 87 0,10-1-56 15,-1-1-19-15,3-8-10 0,4-2 2 0,2-4-30 0,-1-2 0 16,2-5-55-16,4 2 37 0,-4-5-10 0,-1 0 28 15,-3-7-119-15,-1-6 59 0,-3-7 30 0,2-1-80 16,-7-3 29-16,-5-3 34 31,-2-2-11-31,1-3-86 0,-6-1 42 0,1-3 31 0,-7 4-5 0,-2-4-22 0,-1 4 9 0,0 1 1 16,-5 2-4-16,-9 3-5 16,-1 10 27-16,-3 8 8 0,-4 5 116 0,1 3-56 0,-3 3-27 0,-5 13 177 15,5 6-90-15,0 8-50 0,0 5-14 0,-1 2 248 47,5 5-116-47,-3 5-38 0,6-4-50 0,5-1 68 0,0 2-52 0,5 2-28 0,3 2 86 0,3 3-52 0,1-8-99 0,4-2 0 16,7-3-29 15,4-1-37-31,0-5 53 0,0 4-410 0,-2-9 223 0,2-3 81 0,-3-2 69 0,-1-4-571 0,0 1 269 0,-3-8 161 0,-2-1 76 0,2-6-420 16,-3 0 247-16,-2-4 125 0</inkml:trace>
  <inkml:trace contextRef="#ctx0" brushRef="#br0" timeOffset="-104419.99">31074 8845 2020 0,'0'-17'0'0,"-2"4"0"0,-2 3 0 0,4 4 0 0,0 6 0 0,0 0 0 0,0 10 94 0,3 4-27 0,-2 3 0 0,1 4 10 0,-2-1-37 0,0 5-1 0,0 1-66 0,0 2 34 0,-2-1-1 0,-3 5 43 0,0-6-479 0,2-2 234 0,0 1 118 0,1-2 59 0</inkml:trace>
  <inkml:trace contextRef="#ctx0" brushRef="#br0" timeOffset="-104145.53">31388 9051 1600 0,'-9'0'0'0,"-4"-5"0"0,5 4 0 0,-1-1 0 0,-2 2 0 0,0 0 0 0,1 8 269 0,-4 6-114 0,-1 4-58 16,0 3 401-16,-4 3-219 15,3 5-124-15,0 0 106 0,-1 5-111 0,2 2-54 0,3 1-29 0,3 4 151 16,6-7-132-16,3 2-86 0,0-5 0 0,7-2 0 0,8 0 0 0,5-2 0 16,2-7-158-16,6-1 26 0,0-4 87 0,-1-3 42 15,4 0-571-15,0 0 286 0,-5-6 62 0,0-3-403 16,2 0 295-16,-3-3 147 0,2 0 73 0,1 0-211 16</inkml:trace>
  <inkml:trace contextRef="#ctx0" brushRef="#br0" timeOffset="-103773.47">31783 9208 1390 0,'-18'-8'0'15,"6"1"0"48,-7 4 0-48,7 2 0-15,-2 1 0 0,-5 0 0 16,0 8 205-16,2 5-84 0,-5 4-31 0,4 0 337 0,3 3-194 0,4 2-97 0,-3 2-49 0,8 0 108 0,-3 2-68 0,7-4-50 0,2 1 140 0,0 0-89 0,6-4-46 0,5 2 1 0,7 0-107 0,0-6 26 0,2-1 0 0,2-5-310 0,-1 1 173 0,5-3 87 0,-2 1 52 0,-2-7-668 0,-1-1 326 0,-1 0 164 0,2 0-251 16,-3 0 194-16,1 0 87 0</inkml:trace>
  <inkml:trace contextRef="#ctx0" brushRef="#br0" timeOffset="-103472.81">31865 9285 1663 0,'0'-10'0'15,"1"3"0"-15,7 0 0 0,0 0 0 0,5 5 0 0,-3 1 0 0,2 1 0 0,2 0 442 0,-4 5-202 0,5 7-92 0,-4 1-59 0,-2 3 97 0,1 2-74 0,-4 3-37 0,-3 3 0 0,-1 2-176 0,-2-3 65 0,0 1 37 16,-4 0-89-16,-6-2 62 0,-4 2 33 0,-2 0-159 16,-3-7 90-16,-2 0 30 0,2-4 32 0,-3-2-381 15,2-4 181-15,1-1 27 16,2-4 73-1,4-2-225-15,3 0 143 0,4-6 72 94,6-7-347-63</inkml:trace>
  <inkml:trace contextRef="#ctx0" brushRef="#br0" timeOffset="-103394.41">32055 9265 1420 0,'0'-1'0'0,"-2"0"0"0,-1-1 0 0,-1 0 0 0,-2 2 0 0,-1 0 0 0,2 2 0 0,-1 8 302 0,-2 0-131 0,2 7-67 0,0 1 422 0,0 2-235 0,3 1-131 0,2 2-61 0,1-1 111 0,0 2-86 0,0 0-43 0,3 2-218 0,7-3 83 0,2-3 46 0,4 0 0 0,1-3-333 0,0-4 189 0,3 1 105 0,-1-5 38 16,-2-7-551-16,0 1 220 0,-2-3 160 0,0 0-165 0,0 0 144 0,-5-9 86 16,-1-4 39-16,-2-3-300 0</inkml:trace>
  <inkml:trace contextRef="#ctx0" brushRef="#br0" timeOffset="-103201.86">32274 9190 1364 0,'0'-13'0'0,"0"5"0"0,0 3 0 0,0 1 0 0,2 1 0 0,6 3 0 0,1 0 0 0,-1 0 65 16,-2 9 0-16,6 5-27 0,-7 4 591 0,4 5-295 0,-2 3-139 0,-4 5-41 16,0 1-60-1,-1 1-28-15,-2 2 0 0,0 1-114 0,-2 3 53 0,-9-3-9 16,-3-2 42-16,-4 2-213 0,-1-3 107 0,-2 1 63 0,-1-9-394 0,2-4 210 15,0-3 41-15,0-4 74 0,0-4-498 0,0-1 258 16,7-9 142-16</inkml:trace>
  <inkml:trace contextRef="#ctx0" brushRef="#br0" timeOffset="-102757.49">32515 9501 2375 0,'0'-7'0'15,"0"-2"0"-15,0 3 0 0,0 5 0 0,0-1 0 0,3 2 0 0,3 0 0 0,1 0-1 0,-3 0-1 0,0 0 201 0,4 2-84 0,-4 2-39 0,0 2-8 0,3-1-21 0,-4 0-8 16,2 0-466-16,-3 0 233 16,1-2 116-16,2 1 59 0,-2 0-314 0,0-1 181 15</inkml:trace>
  <inkml:trace contextRef="#ctx0" brushRef="#br0" timeOffset="-102323.64">33025 9392 1089 0,'0'-11'0'31,"0"-2"0"-31,2 2 0 0,-1 3 0 0,1-2 0 0,3 3 0 0,1-3 0 0,0 0 0 0,-4 2 275 0,1 1-119 0,-1-1-58 0,-1 0 119 0,-1 2-90 0,0-1-34 0,-3 3-10 0,-8 1-12 0,-2 3 0 0,-5 0-32 0,-3 0-1 0,-4 4 57 16,-2 12-10-16,0 1-47 0,-2 7 128 0,2 3-63 16,2 6-33-16,0 5 10 0,8-1 225 0,9 2-133 15,5 2-67-15,3-2 170 31,1 7-195-31,23-11-80 0,10 0 0 0,7-4 0 0,10-2 0 0,5-9 0 0,4 1 0 0,-5-11 0 0,3-7 0 16,0-3 0-16,-5 0-799 0,-2-7 401 0,4-6 141 0</inkml:trace>
  <inkml:trace contextRef="#ctx0" brushRef="#br0" timeOffset="-80640.81">12476 9447 1222 0,'-8'-7'0'0,"2"-4"0"0,-3 4 0 0,3 0 0 0,1 3 0 0,0-2 0 0,2 3 0 0,1 0 434 0,0 0-189 0,2 1-109 16,0 0 198-16,0 2-148 0,7-4-75 0,6 4 72 16,4-1-64-16,2 1-46 0,3 0 0 0,4 0 33 15,1 0-35-15,2 0 1 16,4-1-27-16,-4 1-71 0,3 0 31 15,-2 0 0-15,-3 0 31 16,5 0-48-16,-9 0 20 0,-6 6-1 0,-1 1-17 0,-7 9 23 0,-8 4 0 0,-1 8 60 16,-3 2-45-16,-17 4-41 0,-8 6 33 0,-5 0 111 15,-3 2-53-15,-5 6-17 0,-2-6-7 0,4-5-4 16,2-2-50-16,2 0 0 16,6-7 0-16,0 4 0 0,10-14 0 0,9-6 0 0,5 0 0 0,5-6 0 15,0 0 0-15,5-1 0 16,10-1 0-16,3 0 0 0,5-2 0 0,-1 0 0 15,6-2 0-15,-1 1 0 0,-2 1 0 0,0-2 0 0,-1 1 0 16,-3 0 0-16,1 3 0 0,3-1 0 16,-10 1-106-16,-1-1-42 0,-1 2-374 0,-4-2 244 31,0 3 120-31,-2-2-480 0,-6-2 305 0,1 1 149 0,-1-1 74 0,-1-2-287 16</inkml:trace>
  <inkml:trace contextRef="#ctx0" brushRef="#br0" timeOffset="-80476.87">12466 9711 2959 0,'-19'-3'0'0,"4"-1"0"0,3-1 0 0,4 3 0 0,3-2 0 0,5 3 0 0,0 1 0 0,2 0 0 0,9 0 0 0,9 0 390 0,2 5-168 0,2 2 97 0,1 0-278 15,3 4-41-15,0-2 0 0,0 0-160 0,4 3-51 0,-3 0 119 0,-1-1 65 0,-2 0-398 16,0 2 231-16,0-1 115 15,4 2-1015-15</inkml:trace>
  <inkml:trace contextRef="#ctx0" brushRef="#br0" timeOffset="-80317.15">12900 9806 2210 0,'0'0'0'0,"0"0"0"0,0 0 0 0,0 0 0 0,-1 0 0 0,1 0 0 0,0 0 382 0,0 5-173 0,1-1-86 0,5 1-165 15,1 3 48-15,6-1-9 0,-3 5 39 0,4-3-623 32,0 3 311-32,0-1 157 0,2 3 86 0,-1-3-331 0,-2-2 200 0</inkml:trace>
  <inkml:trace contextRef="#ctx0" brushRef="#br0" timeOffset="-80109.64">13142 9745 1390 0,'-2'-5'0'0,"0"0"0"0,2 3 0 0,-4-3 0 0,2 5 0 0,2 0 0 0,-1 0 343 0,-4 17-154 16,4 4-76-16,-4 6 379 0,1 12-233 0,-3 5-111 16,1 4-56-16,-5 10 180 0,1 7-118 0,-2 7-49 15,1-5-184-15,-1-2 58 0,-2-1 29 0,3-5-1 16,1-5-202-16,1 1 124 16,1-19 50-16,4-2-585 0,-1-10 320 0,3-2 69 15,2-10 109-15,0-3-651 16</inkml:trace>
  <inkml:trace contextRef="#ctx0" brushRef="#br0" timeOffset="-79974.72">13397 9766 2123 0,'13'-3'0'0,"-2"-3"0"16,1 4 0-16,1-1 0 0,2 3 0 0,-4-3 0 0,2 3 0 0,0 0 269 0,2 0-117 0,3 3-49 0,-4 1-407 0,2 3 170 15,-2-1 85-15</inkml:trace>
  <inkml:trace contextRef="#ctx0" brushRef="#br0" timeOffset="-79803.36">13410 10113 3610 0,'-14'4'0'0,"1"1"0"0,5-4 0 0,4 5 0 0,4-2 0 0,0-2 0 0,15 3 0 0,7-5 321 0,9 0-321 15,4 0 0-15,2 0 0 0,4-5 0 0,-1-1 0 16,4 0 0-16,-7 1 0 0,1-2 0 0,-4 2 0 31,-2 0 0-31,-4 3-530 0,-1-1 62 0</inkml:trace>
  <inkml:trace contextRef="#ctx0" brushRef="#br0" timeOffset="-78488.98">5275 7371 1210 0,'-10'0'0'0,"3"0"0"0,-1 4 0 0,1-2 0 0,3-2 0 0,-4 2 0 0,3 1 242 16,2-3-101-16,2 0 282 0,1 0-191 0,0 0-97 0,0 0-37 0,1 0 283 16,7-5-171-16,6-6-85 0,3-1-43 0,5-2 141 15,4-3-82-15,2-6-56 16,6-1 1-16,5-4-13 0,5-4-29 0,6-6-44 15,7-8 0-15,1 0 0 0,6-8 0 0,9-5 0 16,0-3 0-16,0-3 0 0,7-4 0 0,-21 16-72 16,-3 8-15-16,-11 7 60 0,-5 9-16 0,-3 5-231 15,-15 11 107-15,-5 6 75 0,0 2-2 16,-9 3-50-16,-2 0 41 0,-1 1 21 16,-5 1-135-16,0 0 87 0,0 0 46 0,0 0-145 0,0 0 94 0,-2 0 38 15,-4 0 9-15,2 0-257 0,-1 0 152 16,3 0 77-16</inkml:trace>
  <inkml:trace contextRef="#ctx0" brushRef="#br0" timeOffset="-77844.89">6726 6564 1598 0,'-9'-1'0'0,"-2"-4"0"0,3 0 0 0,-2 1 0 0,5 1 0 0,4 2 0 0,-1 0 0 0,2-2 0 0,0 3 494 0,2 0-220 0,8 0-122 0,3 0 293 0,4 0-203 16,2 0-103-16,2 3 68 0,4 2-76 0,-2 2-51 15,1 1-1-15,1 3 11 16,3 1-90-16,-3-2 0 0,3 5 0 0,-2 2 0 15,1 3 0-15,2 1 0 0,0 4 0 0,1 1 0 16,8 7 0-16,-9-3 0 0,3 3 0 0,2 2 0 16,-3-2 0-16,2 0 0 0,6 5 0 0,-6-6 0 15,1-3 0-15,-2 1 0 0,0-3 0 0,2-1 0 16,3 6 0-16,-8-8 0 16,0-2 0-16,-5 0 0 0,2 2 0 0,2-2 0 15,-1 7 0-15,-5-5 0 0,-2 1 0 0,3-2 0 16,-3 1 0-16,3 5 0 0,-4-5 0 0,1-3 0 15,1 2 0-15,0-1 0 0,0 2 0 0,7 3 0 16,-12-10 0-16,3 2 0 0,-1-2 0 0,-2-3 0 16,-2 0 0-16,3-1 0 0,-9-3 0 0,3-2 0 15,-5-1 0-15,0-2 0 0,1 1 0 0,0 0 0 16,-5-4 0-16,1 0 0 0,-2-1 0 0,2-1 0 16,-3 0 0-16,0 0 0 15,0 0 0-15,0 0 0 0,0 0 0 0,0 0 0 16,0 0 0-16,0 0-8 0,0-1-134 0,-6-3 62 15,1-2-692-15,-1-1 376 0,-3-1 176 0</inkml:trace>
  <inkml:trace contextRef="#ctx0" brushRef="#br0" timeOffset="-77379.46">5458 7354 553 0,'-7'-7'0'0,"-1"2"0"0,2-2 0 0,0 3 0 0,3-3 0 0,-1 6 511 0,1-4-237 16,0 4-117-16,3-3 291 0,0 2-210 0,0 2-100 0,3 0-49 15,7 0 152-15,2 0-100 0,5 0-42 0,3 5 276 16,2 6-168-16,4 0-84 0,1 5-42 0,4 1 169 16,6 7-244-16,-3-2-6 0,5 2 0 0,2 1 0 15,-1 4 0-15,7 1 0 0,-3 1 0 16,-1 0-173-16,-4 0-29 0,-1-1-231 0,-7 1 229 16,5 2 44-16,-11-5 80 0,-5-2-706 15,-7 3 373-15</inkml:trace>
  <inkml:trace contextRef="#ctx0" brushRef="#br0" timeOffset="-76751.17">6966 7865 1048 0,'-10'-5'0'0,"1"-2"0"0,-1 2 0 0,2-1 0 0,5 3 0 0,-3 0 0 0,4 3 188 0,2-3-76 0,0 1-27 16,0 2 259-16,0-2-153 0,6 0-77 0,7-1-38 0,4 3 165 15,6-4-92-15,5 2-60 0,5-3 280 0,3 2-166 31,6-4-83-31,2 1 129 0,10 2-96 0,-4-1-63 0,11 0-26 0,2 4-18 0,6-2-46 0,3 2 0 0,13 1 0 0,-16 0 0 16,2 0 0-16,3 0 0 0,-7 5 0 0,8 0 0 0,-22 0 0 0,-5-1 0 16,-6 2-59-16,-9-2 2 0,-5-1-1 0,0-1-11 15,-12-1 32-15,-7-1 1 0,-6 0-10 0,-2 0 89 16,-1 0-10-16,0 0-58 0,-1 0 10 0,-10-1-203 16,0-4 98-16,-3-5 50 15,-1 3 4-15</inkml:trace>
  <inkml:trace contextRef="#ctx1" brushRef="#br0" timeOffset="-95932.09">23315 16160 0</inkml:trace>
  <inkml:trace contextRef="#ctx0" brushRef="#br0" timeOffset="-75487.59">14516 9723 776 0,'0'-15'0'0,"0"-1"0"0,0 0 0 0,0 3 0 0,0-8 0 0,0 5 380 0,0-2-170 0,0 2-85 15,0-2-43 1,0 0 92-16,0-6-57 0,-3 4-45 0,1 2 1 0,-1-4 41 0,-2 5-37 0,1-7 9 16,-2 7-1-16,0-1-46 0,-2 3 0 0,0 2 63 15,-3-1-31-15,0 3 9 0,2 4-41 0,-4 5 93 16,1 0-47 0,-1 2 1-16,-2 0-47 0,-1 7 67 0,4 5-38 0,-1 5 0 15,2 7-29-15,3 3 75 0,2 4-38 0,1 5 10 16,5 1 47-16,0 4-47 0,0 3-14 0,5-1-72 15,5 5 0-15,4 5 0 0,-4-8 0 0,5 4 0 16,2 0 0-16,-2 3 0 0,-1-2 0 0,1 7 0 16,-5-12 0-16,-2 0 0 15,-3-1 0-15,-4-3 0 0,-1-2 0 0,0 4 0 16,0-9 0-16,-9-5 0 31,-2-2 0-31,-4-4-64 0,0-1-32 0,-2-3 9 0,3-8 37 0,-3-2-403 0,0-6 206 0,3-1 104 0,-3-2 51 0,1 0-505 16,4-2 283-16,-1-10 138 0</inkml:trace>
  <inkml:trace contextRef="#ctx0" brushRef="#br0" timeOffset="-75280.13">14078 9888 2710 0,'-11'-14'0'0,"2"2"0"0,4 8 0 0,5-2 0 0,0 3 0 0,0 0 0 0,13-2 0 0,7-1 438 0,9 3-205 16,1-1-97-16,5-1 134 0,4 2-126 0,-1 0-144 15,6 1 0-15,-5 1 0 0,4 1 0 0,-5 0 0 32,-2 0 0-32,-2 0-187 0,3 4-70 0,-10 5 143 0,-7-1-764 0,-1 4 449 0,-7 3 96 0,-1-1-475 15</inkml:trace>
  <inkml:trace contextRef="#ctx0" brushRef="#br0" timeOffset="-75105.6">14639 10133 1552 0,'-1'2'0'16,"-3"0"0"-16,3 4 0 0,0-2 0 0,0 0 0 0,1 1 496 0,0 3-229 0,0-2-114 0,0 2-58 0,0 4 581 15,0 1-309-15,0 1-169 0,0 3-71 0,0 0-127 16,0 2 0-16,1 5-101 31,0-1-52-31,0-1 91 0,1-1 51 0,-2-1-679 0,2-4 364 0,-1-1 183 16,1-1 73-16,-1-4-714 0,1-8 373 0,0-2 186 0</inkml:trace>
  <inkml:trace contextRef="#ctx0" brushRef="#br0" timeOffset="-74931.05">14863 9285 1537 0,'2'-28'0'0,"-1"1"0"0,1 12 0 0,0 6 0 0,-1 6 0 0,1 0 652 0,-2 3-307 0,0 0-145 15,0 3-86-15,0 14 151 0,0 5-114 0,-7 7-57 16,-1 5-29-16,-4 9-93 0,3 1 27 0,-2 1 1 16,3 4-639-16,0 0 337 0,2 2 170 15</inkml:trace>
  <inkml:trace contextRef="#ctx0" brushRef="#br0" timeOffset="-74276.44">15068 9865 1600 0,'0'0'0'0,"-2"0"0"0,-1-1 0 0,0-1 0 0,1 1 0 0,-1 1 916 0,2-2-430 16,1 2-229-16,-1 0 409 16,1 0-660-16,0 0-6 0,0 0 0 0,0 0 0 0,0 0 0 0,0 0 0 15,0 0 0-15,0 0 0 16,0 0 0-16,0 0 0 0,0 0 0 0,1 3-482 16</inkml:trace>
  <inkml:trace contextRef="#ctx0" brushRef="#br0" timeOffset="-70424.19">15644 9574 1509 0,'-8'-13'0'0,"1"2"0"0,-1 5 0 0,-3-3 0 0,5 6 0 0,-4 3 0 0,1 0 0 0,-2 3 0 0,0 11 229 16,-4 6-85-16,2 8 147 0,-4 2-126 0,1 8-62 16,1 5-33-16,-3 4 179 15,5-3-110-15,3-2-49 0,5 2-26 0,4-2 30 0,1-4-28 0,0 7 11 16,11-15-38-16,9-1-86 0,1-6 43 15,3-4 0-15,3-2-268 0,2 2 166 0,-2-8 67 0,-1-3 38 16,-1-1-272-16,-1-4 93 0,-1-1 89 0,2 1-529 16,-7-3 295-16,-2 0 143 15,1-5 72-15</inkml:trace>
  <inkml:trace contextRef="#ctx0" brushRef="#br0" timeOffset="-70256.26">15775 9912 1744 0,'-11'-5'0'0,"5"2"0"16,1 2 0-16,2-2 0 0,0 2 0 0,3-1 0 0,0 0 342 0,0 2-156 0,6 0 95 15,5 0-121-15,5 0-61 0,-1 0-30 0,6 0-86 16,-1 0 23-16,-1 0 0 0,2 2 33 0,0 0-513 16,-1-1 256-16,2 3 138 0,-2-4 54 0,-3 2-602 15,3-2 326-15</inkml:trace>
  <inkml:trace contextRef="#ctx0" brushRef="#br0" timeOffset="-69910.96">16057 9774 1471 0,'-3'-8'0'0,"-2"-1"0"0,5 4 0 0,0-2 0 0,0 1 0 0,0-2 346 0,10 3-154 16,5 1-67-16,1 0 118 0,5 2-102 15,0 1-52-15,2 1-25 0,1 0 180 0,2 1-93 16,-1 9-61-16,-3 3-26 0,1 0-75 15,-4 7 25-15,-5 2 0 0,0 6-205 0,-9 2 111 0,-5-1 58 16,0 3-154-16,-5 0 107 0,-11 1 53 0,-3 1-36 0,-5-6 26 16,-4-4-9-16,-2-2 22 0,-3-7-61 15,0 1 170-15,-1-4-84 0,3-4 7 16,3-1-52-16,1-2 398 0,6-3-159 0,2-2-98 16,3 0 300-16,10 0-191 15,5 0-167-15,1 0-50 0,0-4 0 0,7 0 0 0,11 1 0 0,2-2 0 16,5-1 0-16,1 4 0 15,1-2 0-15,2 3 0 0,1-2 0 0,-5 2 0 0,2 0 0 0,-2 1 0 16,-1 0 0-16,3 0 0 16,-4 0-120-16,-4 0-221 0,1 0 104 0,-2 0-492 0,0 0 345 15,1 1 164-15,-7-1 95 16,2 0-537-16,-5 0 312 0</inkml:trace>
  <inkml:trace contextRef="#ctx0" brushRef="#br0" timeOffset="-69703.72">16428 9838 1673 0,'0'-6'0'0,"0"1"0"0,-2 0 0 0,2 1 0 0,0 3 0 0,0-1 0 0,0 2 484 15,6 0-223-15,5 0-102 0,-1 5 450 0,1 5-285 16,1 0-143-16,-1 2-5 16,1 1-112-16,-2 3-64 0,1 0 0 0,-1-1-203 0,0 3 21 0,-1-1 110 15,-2-1 55-15,2 1-708 16,-3-4 377-16,1-2 193 31,-1-1 16-31,3-3-407 0</inkml:trace>
  <inkml:trace contextRef="#ctx0" brushRef="#br0" timeOffset="-69524.58">16657 9800 1253 0,'0'-6'0'0,"-3"2"0"0,-3 0 0 0,4 0 0 0,1 3 0 15,-1 1 224-15,0 0-92 0,2 8 499 0,-1 4-287 0,-1 7-158 0,1 7-73 0,-1 1 338 16,-3 7-206-16,-1 6-103 15,-5 5-43-15,2-1 12 16,-4 6-111-16,-2-1 0 0,-4 4 0 0,2 0 0 0,-3 5 0 0,2-12 0 16,2-2-8-16,1-5-65 0,0-6 56 0,4-1-528 15,-2-3 290-15,9-16 53 0,1-4 98 0,1-6-610 16,2-3 338-16,0 0 167 0,0 0 75 16</inkml:trace>
  <inkml:trace contextRef="#ctx0" brushRef="#br0" timeOffset="-69305.16">16872 9569 1241 0,'6'-5'0'0,"2"-2"0"0,4 2 0 0,-2 3 0 0,1 2 0 0,3 2 719 15,2 13-341-15,2 4-161 0,0 7-95 0,-1 8 467 0,0 2-276 0,-1 5-138 16,-2 3-69-16,-1 7-35 0,-10-1-71 0,-3 3 0 15,0 3 0-15,-3-2 0 0,-13-1 0 16,-2 3-300-16,-4-13 64 0,-2-4 136 16,-1-2 69-16,-1-2-382 0,0-7 221 0,-2 3-22 15</inkml:trace>
  <inkml:trace contextRef="#ctx0" brushRef="#br0" timeOffset="-66224.93">17875 5871 1902 0,'-8'0'0'0,"2"0"0"0,1 0 0 0,0 0 0 16,1 0 0-16,1 3 0 0,-1 6 0 0,3 6 330 0,1 7-146 0,0 4-73 0,0 6 259 0,0 6-165 0,0 6-75 16,1 1-51-16,3 4 90 0,2 5-66 0,-1-3-32 15,0-1-1-15,2 4-9 16,-2-10-23-16,-1-6-1 0,0-2-99 0,-1-6 49 0,0-7 25 16,0 4-131-16,-1-13 74 0,-1-7 41 0,1-1 0 0,-2-6-280 15,0 0 121-15,0 0 86 0,0 0-10 0,0-6-409 16,0-1 229-1,0-5 115-15,0-2 57 0</inkml:trace>
  <inkml:trace contextRef="#ctx0" brushRef="#br0" timeOffset="-63574.03">17415 9941 1625 0,'-14'-7'0'0,"6"2"0"0,1 0 0 0,-1 3 0 0,5 1 0 0,1-1 0 0,-1-2 0 0,3 1 511 0,3 1-237 0,11-4-118 16,7-1-60-16,7-1 153 0,3 0-97 0,3 3-63 15,2 0 244-15,0 2-149 0,0-1-73 0,-1 2-20 16,6 1-31-16,-7 1-60 0,0 0 0 47,-3 0 0-32,-2 0 0-15,5 1 0 0,-13 6 0 0,-3 0-171 0,-3-1-30 0,-5 1 119 0,-5 1 56 0,1-1-319 16,-6-1 168-16,0-3 83 0,-2 3-478 0,-7-3 268 0,-2-1 133 0,-3-2-376 0,1 0 260 0,-2 0 125 0</inkml:trace>
  <inkml:trace contextRef="#ctx0" brushRef="#br0" timeOffset="-63390.08">17653 9607 1187 0,'-13'-10'0'0,"5"-1"0"0,0 6 0 0,0-1 0 0,2 0 0 0,5 5 0 0,-1 0 685 0,2 1-325 15,0 0-161-15,2 8-82 0,4 5 401 16,3 7-246-16,0 6-117 0,-2 3 115 16,1 7-116-16,-1 5-140 0,-1 8-14 0,-4-3 0 0,1 7 0 15,-1 0 0-15,-1 3 0 0,1 1 0 0,-1 4 0 16,-1-12 0-16,2-5-492 0,-2-2 136 0,0-7 160 16,0-5 110-16,2 0-901 0</inkml:trace>
  <inkml:trace contextRef="#ctx0" brushRef="#br0" timeOffset="-61739.57">18560 9622 767 0,'0'-11'0'0,"0"1"0"0,0 1 0 0,0-2 0 0,2-2 0 0,1 2 0 0,-3-4 344 0,2 2-154 0,-1-4-76 0,2-2-28 0,0-2 12 15,1 2-30-15,-1-1 0 0,0-2-66 0,2-1 35 16,-2-1 10-16,1 5-63 0,-2-2 27 0,-1 4-1 16,-1-1 28-16,0 3-7 0,0-2 16 0,0 7-9 31,0 4 0-31,-7 0 32 0,-1 4 1 16,-2 1-24-1,-2 1-39-15,0 6 50 0,-3 8-6 0,0 5-20 31,-2 3 84-31,1 6-30 0,2 0-10 0,2 5 62 0,1 5-51 0,0 3-24 0,3 4-1 0,0 8 134 0,5-4-84 0,2 6-37 0,1 1 0 0,0 8 111 32,0 9-74-32,0 11-28 0,4-8-9 0,1 1-69 0,1-1-1 0,-1-4 16 0,1-3-80 0,-3 7 53 15,-1-20 18-15,-1-5-134 0,-1-5 80 0,0-6 40 16,0-8-1-16,0 1-251 0,-6-15 106 0,-3-6 76 0,-1-4-5 0,1-8-305 16,-5 0 170-1,2 0 77-15,-2-11 54 0,3-6-150 0,-2-2 97 0,1-5 48 0,1-7-456 16,-3-5 242-16</inkml:trace>
  <inkml:trace contextRef="#ctx0" brushRef="#br0" timeOffset="-61564.5">18204 9936 1172 0,'-2'-6'0'0,"-5"0"0"0,5 1 0 0,-1-1 0 0,3 3 0 0,0-1 744 0,0 2-358 16,12-2-174-16,5 1-87 0,7-1 410 0,4 0-239 0,1 1-134 15,1-1-63-15,3 3-36 0,3-4-25 0,-1 5 0 0,7-2-528 0,-7 1 259 16,-3 1 134-16,-1 0-318 0,-3 0 226 0,-3 0 114 16,-1 3 65-16,-7 3-888 0</inkml:trace>
  <inkml:trace contextRef="#ctx0" brushRef="#br0" timeOffset="-61204.56">18617 10054 836 0,'0'0'0'0,"0"0"0"0,0 0 0 0,0 0 0 0,0 0 0 0,0 0 477 0,7 0-219 0,-1 0-111 16,1 2 173-16,2 2-147 15,4 4-67-15,-4-1-122 0,2 4 28 0,-2 2-1 0,1 3 36 16,-4 0-104-16,-1 4 47 0,-4-1 25 16,-1 4-1-16,0-1-84 0,0 2 64 0,-8-4 16 0,-4-2 1 0,-5-1 146 31,-1-4-60-31,-2-3-93 0,-3 1 396 0,3-6-187 0,1-2-88 0,2-3 315 15,2 0-223-15,0 0-217 0,7 0 0 0,4 0 0 16,4-1 0-16,0-2 0 0,4-3 0 0,13 4 0 16,6-1 0-16,3-1 0 0,5 2 0 0,2 1 0 15,1 1 0-15,6 0 0 0,-5 0 0 0,-2 0 0 16,1 0 0-16,-1 0-82 16,-4 1-175-16,4 1 78 15,-10-2 30 1,-2 0-501-16,-3 0 306 0,-4 0 153 31,-3 0 77-31,0 0-284 0,-5 0 186 0,-4-6 86 0,-2-1 45 0,0-3-508 0</inkml:trace>
  <inkml:trace contextRef="#ctx0" brushRef="#br0" timeOffset="-60966.98">19149 9235 1922 0,'0'-15'0'0,"-1"5"0"0,-1 3 0 0,-1 4 0 0,3 1 0 0,-2 1 378 0,1 1-175 0,1 0-82 0,0 9 305 16,-3 6-195-16,1 3-96 16,0 6-39-16,-3-1 28 0,-2 4-43 0,1 3 0 15,-3-1-43-15,0 4-123 0,-1 5 70 0,-2-5 22 16,1 6-640-16,0-2 335 0,-3 4 168 0,1 0-983 15,0-3 504-15</inkml:trace>
  <inkml:trace contextRef="#ctx0" brushRef="#br0" timeOffset="-58778.5">19336 9975 1390 0,'-12'-6'0'0,"1"2"0"0,5 4 0 0,1 0 0 0,0 0 0 0,4 0 0 0,-1 0 567 0,2 6-269 0,0 3-131 16,2-1-64-1,4-2 318-15,2 3-192 0,2-2-86 32,0-1-57-32,0-1 51 0,-1-2-50 0,2 1-25 0,-3 1-91 0,1-2 42 15,-1 1-9-15,-4-4-318 0,1 3 176 0,0-2 88 0,-2 0 44 0,2-1-281 0,-4 2 157 0,3-2-4 16,-2 0 70-16,0 0-760 0</inkml:trace>
  <inkml:trace contextRef="#ctx0" brushRef="#br0" timeOffset="-52560.47">19879 9699 539 0,'-2'-2'0'0,"-1"-2"0"0,0 1 0 0,-1 0 0 0,1-1 0 0,1 2 0 0,-1-3 143 15,1 3-57-15,-1-3-24 0,1 4-1 0,1-2 73 16,-1 1-49-16,0-1-14 15,0 2-9-15,2-1 24 0,0 1-23 0,-1 1-1 0,1-3 49 0,0 3-27 16,0 0-10-16,0 0 3 16,0 0-1-16,0 0-38 0,0 0-1 0,0 0 99 15,0 6-54-15,0 0 0 0,0 4-45 0,0 2 136 16,0 0-67-16,0 4-25 16,0 0-10-16,0 0-2 0,0 3 0 0,0 1-31 0,0 0 85 0,1 1-48 15,6-1 1-15,0 1-39 16,3 0 32-16,3 0 1 0,1 3-23 15,3-7 24-15,3 0-33 0,1-3 0 0,3 0-1 0,3-3-26 0,4-2 9 0,-1-1 17 16,-2-6 1-16,3-2-45 16,-1 0 44-16,-2 0 1 0,1 0-53 0,-6-10 20 15,-2 1 2-15,-1-4-60 0,-1-1 32 0,-4-1 1 16,2-3 29-16,-6 0-61 16,-1-1 26-16,-1-2-1 46,-4 0 24-30,3 0-50-16,-2-4 23 0,-4 2 0 0,-1-1 17 0,-1-2-68 0,0 2 32 0,0-2-1 0,0-5-10 0,-3 9 33 16,-5-2 9-16,0 5 52 0,-4 1-29 0,1 1 0 31,-4-1-37-31,2 8 168 0,-1 2-73 0,-3 3-31 0,1 4 0 0,0-2 138 0,-4 3-70 0,6 0-27 0,-3 4-30 0,3 6 84 16,-1 2-127-16,1 0 0 0,0 5 0 0,3 2 0 0,1 0 0 0,1 4 0 0,1-2 0 0,1 4 0 0,0 4 0 0,2-3 0 15,1 1 0-15,-1 3 0 0,2 1 0 0,-2 6 0 16,4-2 0-16,-1 4 0 0,2 0 0 15,0 2 0 1,0 0 0-16,0 7 0 0,0-9 0 0,0-5 0 0,0 3 0 0,2-4 0 16,1-1 0-16,3 2 0 0,-1-9 0 0,1-4 0 15,-2-3 0-15,1-1 0 0,-3-4 0 0,4 1 0 16,-4-4 0-16,-1-6 0 0,1-1 0 0,-1-3 0 16,-1 0 0-16,0 0 0 0,0 0 0 0,0 0 0 15,0 0 0-15,0 0 0 0,0-2 0 0,0 1 0 16,0-1 0-16,0 0 0 15,0-1 0-15,0 1 0 0,0 1 0 0,0 0-397 0,0-2 41 0,0 2 160 16,0-1 78-16,0-2-615 16,0-1 348-16,0-2 164 0,0-1-467 0</inkml:trace>
  <inkml:trace contextRef="#ctx0" brushRef="#br0" timeOffset="-52219.07">20602 9345 1527 0,'0'-11'0'0,"0"1"0"0,-2 5 0 0,2-4 0 0,0 4 0 0,-2 2 0 0,2 1 611 0,0 0-287 0,0 1-144 16,0 1-62-16,-1 0 79 0,1 1-81 0,0 11-39 0,0 0 0 0,-4 2 286 16,3 6-155-16,-2 4-89 15,0 1-105-15,0 3-14 0,-2 3 0 0,0 3 0 0,-1 3 0 0,-1-3 0 16,0 4 0-16,0-1-143 0,-5 2-168 15,5 1 174-15,-2 6 96 0,-1-4-620 0</inkml:trace>
  <inkml:trace contextRef="#ctx0" brushRef="#br0" timeOffset="-51281.95">20948 9915 1229 0,'-13'-8'0'0,"2"5"0"0,4-1 0 0,2 3 0 0,2-1 0 0,-1 2 0 0,4 0 0 0,0 0 0 0,0 0 492 0,2 6-227 16,8 1 278-16,-1 2-253 0,2 1-117 15,0 0-73-15,-3-2 185 32,5-1-124-32,-2 2-63 0,2-3-30 0,-2 2-48 0,-1-3-9 15,1-1 26-15,-2 2 0 0,0-4-89 0,-1 1 45 0,2 1 8 16,-3-2-420-16,-4-1 228 0,5 1 114 0,-4-2 57 0,2 1-961 0</inkml:trace>
  <inkml:trace contextRef="#ctx0" brushRef="#br0" timeOffset="-47862.24">21403 9893 559 0,'-2'-4'0'0,"-3"1"0"0,2-2 0 0,-2 0 0 0,0 0 0 0,0 2 0 0,3-3 132 0,-1 2-48 0,1-2-23 31,1 1 0-31,-2-2 113 0,3 2-73 0,0-5-32 0,0 2 90 0,0-1-61 16,1 0-31-16,6-4 10 0,2 2 44 0,3 2-42 16,-1-2 0-16,5 1-1 0,-3 4-1 0,5-5-30 15,-2 9-10-15,1 1 69 0,0-1-35 0,2 2 1 16,-2 0-36-16,2 5 73 0,-3 10-41 0,-2-1 1 16,0 8-30-16,-1 0-2 15,-3 4 0-15,-1 3 9 0,-5 1-63 0,-2 1 27 16,-2-1-1-16,0 1-19 0,0 1 23 0,-10 1 9 0,-3-7 15 0,-3 0-5 15,-3-4 1-15,-1-2-24 16,0-3 20-16,-5 2 31 0,3-9-6 0,-3-3-40 16,3-3 38-16,-3 1-26 0,-1-5 1 0,-1 0 14 15,4 0-92-15,3 0 38 0,-2-6 0 16,3-1-196-16,2-3 111 0,-1 1 53 0,5 1 16 0,4 1-162 16,3-1 72-16,2 1 53 15,4 1 26-15,0-2-414 0,0 2 214 0,10-1 101 16,7 0-416-16,3-1 259 0</inkml:trace>
  <inkml:trace contextRef="#ctx0" brushRef="#br0" timeOffset="-47648.3">21842 9733 1154 0,'0'-15'0'0,"0"1"0"0,-4 2 0 0,-1 3 0 0,-3 6 0 0,-3-1 486 16,-4 4-225-16,0 0-112 0,-7 7-46 0,1 11 131 15,-2 7-99-15,-1 5-48 0,-4 3 287 0,6 3-168 16,-3 7-76-16,9-5 193 16,3 1-143-16,8-2-71 0,3 0-109 0,2-2 0 0,6 3 0 15,18-11 0-15,7-6 0 0,8-2 0 0,8-8-100 0,2-5 48 16,14-1 54-16,-9-5-369 0,6 0 202 0,-1-8 101 16</inkml:trace>
  <inkml:trace contextRef="#ctx0" brushRef="#br0" timeOffset="-44889.99">9744 11679 905 0,'-13'-3'0'0,"0"-1"0"0,2-1 0 0,-1 0 0 0,1-2 0 0,2 2 0 0,1-2 254 0,0 0-109 0,2-4-54 15,3 1-26-15,1-1 47 16,2-3-43-16,0 2 1 0,0-1 69 0,3-3-51 15,8 3-25-15,5-5 94 0,0 4-64 0,2 0-28 16,2 2 0-16,1 2 63 0,0 2-45 0,4-1 9 16,-6 6-54-16,1 1 24 0,0 2-1 0,-4 0-23 15,3 8-1 1,4 3 10 15,-10 2-10-31,1 10 1 0,-2-1-31 0,-4 6 0 0,-3 2 30 0,2 2-49 0,-7-2 19 0,0-1 1 0,0 1 30 0,-7-5 13 16,-4 2-29-16,-3 2 17 0,-3-10-27 0,-5-2 87 0,1-2-36 0,-2-1 0 15,-2-2-25-15,0-9 26 0,1 0 7 16,2-3-36-16,-2 0-40 0,2 0 0 0,-1-3 52 0,7-2-242 16,4-5 111-16,3 0 56 0,2 0 21 15,6-2-392-15,1 0 180 0,0 1 106 16,6 1 20-16,9-2-474 0,3 1 264 0,4 2 133 0,2-3 57 16,2 2-410-16,-1 0 242 0</inkml:trace>
  <inkml:trace contextRef="#ctx0" brushRef="#br0" timeOffset="-44662.51">10109 11451 1680 0,'0'-16'0'16,"0"0"0"-16,0-1 0 0,0 7 0 0,-3 0 0 0,-5 4 0 0,1 2 0 0,-1 3 0 0,-3 1 255 0,-1 0-113 0,0 9-53 0,-4 9 207 15,0 7-129-15,-1 6-65 0,1 4-23 0,4 2 143 0,1 0-92 16,6 1-47-16,3-1 70 0,2-2-58 15,0 4-20-15,0-8-74 0,9-3 37 0,9-2-1 16,3-4 1-16,4 3-238 0,1-11 115 0,2-3 61 16,1-5 30-16,-2-1-536 0,2-5 269 0,1 0 80 15,-7 0 86-15,2-1-577 0,-4-12 317 0,-1-3 159 16</inkml:trace>
  <inkml:trace contextRef="#ctx0" brushRef="#br0" timeOffset="-44299.93">10340 11403 1448 0,'-12'0'0'0,"3"0"0"0,0-1 0 0,4-1 0 0,5 2 0 0,0 0 0 16,2 0 553-16,12 0-259 0,5 0-119 16,3 0-73-16,5 0 115 0,2 2-89 0,2-1-46 15,0 1-109-15,5 0 41 0,-2 1-9 0,-7-1-105 16,3 1 69-16,-4 0 34 0,-1 1 0 0,1 1-3 15,-13 3-8-15,-2 0 45 0,-7 3-1 0,-4 6-44 16,0 2 35-16,-11 9-59 0,-15 0-2 0,-4 4 219 16,-9 3-87-16,0-1-43 0,-3 3 142 0,-1 0-65 31,6-7-53-31,2 2-11 0,6-5 57 0,1-3-44 16,1 4-54-16,14-11-27 0,5-4 0 0,6-4 0 0,2 0 0 0,2-1 0 0,11 0 0 0,7-2 0 15,0-3 0-15,4-1 0 16,4 3 0-16,0-4 0 0,6 0 0 0,-7-1 0 15,-1 0-21-15,2 0-366 0,-1 0 172 0,-2 0 97 16,-2-1 10-16,-2-2-311 0,-6-2 191 0,-2-2 96 16,-2 2 47-16,-3-2-188 0,2-2 108 0,-8 0 69 15,-1 1 29-15</inkml:trace>
  <inkml:trace contextRef="#ctx0" brushRef="#br0" timeOffset="-44115.33">10351 11629 1760 0,'-17'0'0'0,"3"0"0"0,6 0 0 0,3 0 0 0,5 0 0 0,0 0 373 0,3 0-169 15,13 0-74-15,6 0 364 0,5 0-229 0,0 0-114 0,4 0-57 0,-1 0-158 16,4 0 60-16,-1 0 16 0,-5 0 0 0,1 0-248 16,-3 0 136-16,-3 0 69 0,7 1-691 0,-8 2 373 15,-2 1 190-15,-4 2-698 16</inkml:trace>
  <inkml:trace contextRef="#ctx0" brushRef="#br0" timeOffset="-43881.09">10736 11684 1358 0,'1'0'0'0,"-1"0"0"0,3 0 0 0,-2 2 0 0,2 0 0 0,3 0 0 0,4 1 0 0,5 1 316 15,3 2-144-15,4 2-68 0,0 0-34 0,3 2 26 16,0 3-30-16,2-1 9 0,-8 2-102 0,0-2 32 15,-8 2 0-15,-3 3-108 0,-6 0 69 16,-2 3 45-16,-2-5-9 0,-13 2-19 0,-7 0 27 0,-6-3 0 31,-2-2-9-15,-2 0-13-16,3-5-1 0,-3-2-9 0,2-4 25 31,4 1-160-31,3-2 76 0,-4 0 35 0,12 0-192 0,5-3 108 0,7-7 56 0,3-2-385 0,0-2 211 0</inkml:trace>
  <inkml:trace contextRef="#ctx0" brushRef="#br0" timeOffset="-43704.55">11107 11662 1395 0,'0'-1'0'0,"0"-1"0"0,-3-1 0 0,-2 2 0 0,-3 1 0 0,-1 0 0 0,1 0 707 16,-2 6-336-16,-2 5-167 0,3 3-83 0,-2 3 315 0,2 1-190 0,4 0-109 15,2-1-12-15,3 4-44 16,0-1 0-16,1-3-175 0,11 3 75 0,4-3 23 0,4-2 0 0,3-2-485 15,3-3 260-15,0-2 128 16,6 0 75-16,-6-4-831 0,2-4 408 0,-2 0 192 0</inkml:trace>
  <inkml:trace contextRef="#ctx0" brushRef="#br0" timeOffset="-43259.34">11404 11633 2692 0,'-7'0'0'0,"1"0"0"0,-1 0 0 0,2 0 0 0,1 0 0 0,1 0 0 0,3 0 0 0,0 0 0 0,2 0 0 0,8 0 360 0,9 0-161 0,1 0 130 0,8 0-150 0,-1 0-73 0,4-1-40 0,0-1-126 0,0 1 45 0,2 0 34 0,-5-2-9 0,-1 3-147 32,-3-3 86-32,-1 2 43 0,-5-1 0 0,2 1-511 0,-11 1 229 0,-1 0 155 15,-3 0-764-15,-5 0 432 47</inkml:trace>
  <inkml:trace contextRef="#ctx0" brushRef="#br0" timeOffset="-42761.82">12015 11425 2128 0,'-6'-3'0'0,"-2"-3"0"0,0 2 0 0,5 2 0 0,0 0 0 0,3 2 0 0,0 0 0 0,0 0 0 0,0 7 298 0,10 3-135 0,5 1 49 16,1-1-87-16,5 4-44 0,1-3-1 0,3 3-46 0,0-2 2 0,-3 0 1 31,0-2-1-31,-2 4-371 0,0-1 185 0,0 1 103 32,-4 1 37-32,-3-5-563 0,-4 3 296 0,-3 0 67 0,-2-3-402 0,-1 1 278 0,-3-6 153 0</inkml:trace>
  <inkml:trace contextRef="#ctx0" brushRef="#br0" timeOffset="-42554.54">12353 11284 931 0,'2'-5'0'0,"-1"1"0"0,1-2 0 0,0 4 0 0,-1 0 203 0,1 2-83 0,-1 0-41 0,-1 11-1 16,0 9 487-16,0 5-255 0,0 6-141 16,-4 9-66-1,-4 4 328-15,0 5-198 0,-4 6-97 0,0 9 114 0,-1-4-111 16,0 1-51-16,0-1-137 0,-2-1 42 0,1-2 1 0,-2 4 52 0,4-18-144 15,-2-4 67-15,5-7 34 16,-1-6-1-16,3-5-348 0,2-4 161 0,4-10 100 0,1-7-47 0,0 0-452 16,0 0 274-16,0-4 137 15,2-10-412-15,11-6 279 0</inkml:trace>
  <inkml:trace contextRef="#ctx0" brushRef="#br0" timeOffset="-42195.49">12699 11296 2041 0,'0'-10'0'0,"2"3"0"0,0 0 0 0,2 2 0 0,1-4 0 0,1 6 0 0,3 3 0 0,5-3 306 0,0 3-135 0,8 0-59 16,-2 0 135-16,2 0-105 0,3 6-53 16,0 4-56-16,0 1 3 0,3 2 10 15,-9 3-10-15,-2 0-207 0,-5 4 103 0,-3 3 53 31,-4 2 25-15,-5 6-45-16,0 0 30 0,-18 2 1 0,-6 6-24 0,-1-2 26 16,-9 1-48-1,-1 8 26-15,-2-12 254 0,1-1-113 0,1-2-67 0,2-3 363 0,4-4-181 0,-1 4-210 47,11-14-22-47,9-3 0 0,2-6 0 0,8-2 0 0,0 0 0 0,1-1 0 0,13-2 0 0,6 0 0 0,4 0 0 0,2 0 0 0,4 0 0 0,3 0 0 0,-4 0 0 0,1 0 0 0,0 0 0 0,-1 0 0 16,1 0 0-16,1 0 0 0,-8 0-83 0,0 0-480 15,-6 0 264-15,-3 0 131 0,-3 0 66 0,3 0-513 16,-13 0 293-16,0-3 144 0,-1-6 70 0</inkml:trace>
  <inkml:trace contextRef="#ctx0" brushRef="#br0" timeOffset="-42018.98">12626 11543 1903 0,'-15'-5'0'0,"4"3"0"0,3-1 0 0,4 1 0 0,0 1 0 0,4 1 0 0,0 0 0 0,9 0 655 16,7 0-309-16,6 0-155 0,1 0-69 0,2 0 161 15,-1 0-123-15,2 3-62 0,-1 2-445 0,1 3 191 0,1 0 106 16,-3 1 38-16,-4 0-375 0,-2 3 212 16,2 2 105-16,-6 2-924 0</inkml:trace>
  <inkml:trace contextRef="#ctx0" brushRef="#br0" timeOffset="-41840.57">13073 11662 2323 0,'-3'0'0'0,"-1"0"0"0,4 0 0 0,-2 0 0 0,2 0 0 0,0 0 0 0,0 0 361 0,7 0-153 0,4 5-91 15,2 1-43-15,4 5 1 0,2-2-39 0,0 2-204 31,2 3 111-31,-1-3 41 0,-2 3 27 0,2-2-659 0,-4 1 342 0,1-2 171 16,-2 2 94-16</inkml:trace>
  <inkml:trace contextRef="#ctx0" brushRef="#br0" timeOffset="-41639.26">13319 11601 2221 0,'0'-5'0'0,"0"-2"0"0,0 2 0 0,0 2 0 0,0-1 0 0,0 2 0 0,0 2 0 0,0 0 361 0,0 10-163 15,0 10-81-15,0 7 353 16,-3 8-221-16,-4 6-107 0,-3 7-53 0,-3 7-5 0,-2 6-84 0,-3 14 0 16,-5-3 0-16,0 1 0 0,-2 3 0 0,1-5 0 15,4-8-374-15,0-1 133 16,6-24 133-16,5-8-535 0,4-9 263 0,4-7 178 16,-1-8 59-16,2 0-474 0,0-6 295 0</inkml:trace>
  <inkml:trace contextRef="#ctx0" brushRef="#br0" timeOffset="-40193.97">13874 11490 950 0,'-8'0'0'0,"2"2"0"0,-5 2 0 0,8 1 0 0,0-2 0 0,3 0 473 0,0 2-217 0,0-2-110 15,5 1-44-15,8-1 303 0,5-3-183 0,2 0-92 16,4 0 19-16,-3 0-56 0,6 0-19 0,-4 0-117 15,1-3 40-15,-3 3 0 16,1-4 40-16,-2 3-462 0,2-3 241 0,-5 3 106 16,-1-1 58-16,-4 2-776 0</inkml:trace>
  <inkml:trace contextRef="#ctx0" brushRef="#br0" timeOffset="-40011.26">13942 11732 2246 0,'-6'0'0'16,"-2"0"0"-16,3 0 0 0,-3 0 0 0,3 3 0 0,2-2 0 0,3 0 0 0,0 1 265 0,0 1-114 0,6-2-56 0,8 0 437 0,2 0-252 0,4-1-121 0,0 0-61 15,2 0-20-15,0 0-51 0,3 0-27 16,-5 0 0-16,0 0-368 0,0 0 135 0,-2 0 136 16,0 0-763-16,1 0 410 0,-5 0 230 0</inkml:trace>
  <inkml:trace contextRef="#ctx0" brushRef="#br0" timeOffset="-39175.98">14725 11636 935 0,'-16'-3'0'0,"-3"-1"0"0,7 0 0 0,-2 0 0 0,3-2 0 0,-1 2 0 0,2-3 0 0,-2-1 261 0,5 1-117 16,1-4-53-16,5 0 96 0,1-1-74 0,0-3-39 0,0-2 9 15,5 3-3-15,7-3 0 16,2 1-44-16,6 0 54 0,-1 0-27 16,6-1 9-16,-2 8-36 0,1 1 45 15,-1 3-1-15,1 3-43 0,-1 2-1 0,3 0-51 0,-9 9 20 0,1 6 1 16,-3 6-92-16,-6 5 62 0,-2 6 29 0,-2 5 1 15,-5 4-85-15,0 0 33 16,-12-2 33-16,-3 2-181 0,-2-1 95 0,-5 4 20 0,-2-8 35 0,-6-6 57 16,1-1-36-16,-5-4-27 15,3-8 21-15,-5 1 258 0,6-10-120 0,1-3-57 16,4-5-33-16,4 0 345 0,5 0-173 0,3 0 232 16,7-5-198-16,4 0-95 15,2 1-46-15,0-2 38 0,6 6-42 0,9-4-10 0,3 3-70 0,4-1 0 16,3 0 0-16,1 2 0 0,6 0 0 0,-4 0 0 15,0 0 0-15,1 0 0 0,1 0 0 0,-1 2-79 16,4 1-81 0,-6 1 79-16,-1 2-687 0,0-2 345 0,-2 0 193 0,0 0-196 15,4-1 186-15,-7-3 106 0</inkml:trace>
  <inkml:trace contextRef="#ctx0" brushRef="#br0" timeOffset="-38920.8">15083 11613 1673 0,'-1'-16'0'0,"-3"4"0"0,4 2 0 0,0-5 0 0,0 10 0 0,8-2 0 0,5 5 0 0,5-1 0 0,1 3 76 31,2 0 8-31,0 0 391 0,1 8-160 0,0 8-139 31,1 1-70-31,-3 0-133 0,-2 10 41 0,-6-2-9 0,-4 3 31 0,-5 3-62 16,-3 2 31-16,0 1 0 0,-9 3 40 0,-8-7-58 15,-4-1 25-15,-4 0 0 0,-2-5 36 0,-5-2-25 0,-2 1-40 0,1-11-47 0,2-4 34 0,0 0-1 16,3-4 38-16,-4-1-287 16,12-3 137-16,3-3 67 0,7-5 33 0,5-5-216 0,5-2 103 0,0-4 56 0,12-3 9 15,12-1-424-15,4-2 239 0</inkml:trace>
  <inkml:trace contextRef="#ctx0" brushRef="#br0" timeOffset="-38717.96">15412 11611 579 0,'11'-10'0'0,"-3"2"0"0,-1 0 0 0,-5 7 0 0,-1 1 269 0,-1 0-116 0,-1 1-58 0,-11 12 604 0,-1 4-323 16,-2 4-173-16,0 2 444 0,-2-1-305 0,5 2-153 16,-2 3-76-16,5 0 153 15,2-3-266-15,6 0 0 0,1 0 0 0,0 0 0 16,4 0 0-16,13 2 0 16,4-5 0-1,4-3 0-15,6 0 0 0,0-5 0 0,5-4-111 0,3 0-119 0,-5-9 128 0,-3 0-629 16,0 0 321-16,-4 0 187 0,-5-8 93 0,3-1-447 0,-10-3 274 0,-2-4 134 15,-5 0 66-15</inkml:trace>
  <inkml:trace contextRef="#ctx0" brushRef="#br0" timeOffset="-38438.58">15655 11382 1243 0,'-3'-21'0'0,"3"4"0"0,0 3 0 0,0-3 0 0,3 8 0 0,6 5 0 0,7 0 273 0,-2 4-118 0,3 0-60 0,0 0 201 0,-1 4-134 0,-2 7-63 0,0 4-31 15,-3 2-43-15,-5 1 11 16,0 6 10-16,-4-2-112 0,-2 2 51 0,-2-1 26 16,-7 1 0-16,-4-1 8 0,-2-1 27 0,-1-2-10 15,1-6 1-15,-1-2 111 0,1 0-56 0,0-4-37 16,1 1 73-16,2-6-53 0,4 0 0 0,-1-2 92 16,3-1-65-16,3 0-33 0,-1 0 9 0,4 0-69 15,0-1 27-15,10-2 1 0,4-2-1 0,1 2-34 16,5-1 9-16,1 0 26 0,-1 3-1 0,2 1-281 31,0 0 141-31,3 0 47 0,1 0-568 0,-4 0 280 0,1 0 158 0,-2 5-221 16,0-1 185-16,1 4 94 0,0-1 37 0</inkml:trace>
  <inkml:trace contextRef="#ctx0" brushRef="#br0" timeOffset="-38078.72">16359 11410 486 0,'0'-8'0'0,"2"-2"0"0,-2 1 0 0,1 1 0 0,1-2 286 0,0-3-116 16,-2 4-71-16,1-4 66 16,-1 2-64-16,0-2-33 0,0-1 1 0,0-2 92 15,0 1-67-15,0 2-29 0,0 2 0 16,0 0 130-16,-5 2-79 0,1-4-31 0,-3 6 158 0,0 3-103 15,-1 1-52-15,2 3 107 0,-2 0-80 0,-1 3-30 0,1 13-9 16,3 6 12-16,-1 7-26 0,1 7 0 0,1 7-25 16,2 8 89-16,2 3-50 0,0 6 1 31,0 4-41-31,0 0 39 16,0 6-1-16,0 8-28 0,2-8-134 0,2-2 63 0,-2-1 30 0,-1-2-267 0,-1-3 148 0,0 3 63 0,0-17 11 0,-3-4-308 15,-8-8 147-15,-1 0 89 0,-4-8 10 0,1 0-121 16,-1-16 98-16,1-7 44 0,-3-5 0 0,4 0-269 15,-4 0 148-15,3-12 87 0,0-3-326 0,1-4 202 16,-3-8 102-16</inkml:trace>
  <inkml:trace contextRef="#ctx0" brushRef="#br0" timeOffset="-37898.04">15971 11875 1423 0,'0'-12'0'15,"0"4"0"-15,-1-1 0 16,1 1 0-16,0 0 0 0,0-1 284 0,6 2-129 0,11 0-59 0,5 0 369 16,3 0-215-16,6 0-106 0,6 0-45 0,-1 1 70 0,3 4-66 0,2-1-34 0,2-2 1 0,0 4-317 0,4 1 151 0,-12 0 62 0,-1 0-623 0,-4 3 347 31,-5 5 173-15,-5 2-715-16</inkml:trace>
  <inkml:trace contextRef="#ctx0" brushRef="#br0" timeOffset="-37741.68">16579 11918 713 0,'0'3'0'0,"0"1"0"0,0-1 0 0,0 1 0 0,0 1 640 0,0 1-302 0,0 1-150 0,0 3-67 0,0 3 363 0,2-1-224 0,-1 6-115 15,2-2-55-15,2 9-1 0,-2-4-32 0,-2 4 0 16,3-1-260-16,-3 1 119 0,1-2 59 0,-1 4-425 16,1-10 239-16,-2 2 123 0,0-6 62 0,0-1-548 31,0-5 220-31,0 0 138 0,0-7 95 0</inkml:trace>
  <inkml:trace contextRef="#ctx0" brushRef="#br0" timeOffset="-37541.25">16821 11151 2388 0,'0'-15'0'16,"0"4"0"-16,0 5 0 0,0 2 0 0,0 2 0 0,0 2 0 0,0 5 0 0,0 8 0 0,0 9 629 0,0 3-297 0,0 4-148 0,-4 4-74 0,-4 3-157 31,2-1 37-15,-1 1 23-16,0 2-803 0,3-1 414 0,-2 1 206 0,-2 3-445 0</inkml:trace>
  <inkml:trace contextRef="#ctx0" brushRef="#br0" timeOffset="-36233.93">17101 11659 639 0,'-7'-7'0'0,"1"2"0"0,0 1 0 0,-2-1 0 0,5 3 0 0,0-1 518 0,0 2-240 0,3 1-121 15,0 0 262-15,0 0-182 0,3 0-105 16,11 1-48-16,0 4 155 0,6 0-101 0,2-4-51 16,2 5-15-16,2-6 208 0,0 2-121 0,2 1-62 15,0-2 7-15,2-1-34 0,3 3 10 0,-4-1-44 16,2-1-232-16,1 1 116 0,-3-2 58 0,-2 3-452 16,2 0 258-16,-10 0 121 0,-2 0 1 0,-6 0-290 15,0 2 128-15,-6-3 110 0,-1 2 45 0,-2-4-406 16,-2 3 234-16,0-3 119 0</inkml:trace>
  <inkml:trace contextRef="#ctx0" brushRef="#br0" timeOffset="-36024.71">17362 11375 1436 0,'-12'-7'0'0,"-1"3"0"0,2 1 0 0,2 1 0 0,5 2 0 0,0 0 0 0,1 9 0 0,3 6 513 0,0 7-229 0,0 3-129 16,0 2-58-16,2 6 250 0,3 3-155 0,4 5-68 15,-1 0-48-15,-1 1 24 16,1-2-31-16,0 2 0 0,3-2-286 0,-2 2 136 16,-1-8 55-16,-2-3-448 0,0-3 256 0,-1-3 127 15,-2-5 64-15,2 3-556 0,-3-14 237 0,0 0 154 16,0-9 78-16,0 0-290 16,2 0 183-16</inkml:trace>
  <inkml:trace contextRef="#ctx0" brushRef="#br0" timeOffset="-35635.18">17947 11745 923 0,'-19'-2'0'0,"5"-5"0"0,0-2 0 0,0 0 0 0,1-1 0 0,3-2 0 0,0-5 381 16,5 2-177-16,5-2-83 0,0-1-43 0,0 0 237 15,10-4-131-15,5 5-78 0,3 3-35 0,5 2 135 16,2 2-85-16,2 3-42 16,5 1 19-16,-4 6-36 0,0 0 0 0,2 3-58 0,-2 11-1 0,-5 3 34 15,5 4 8-15,-8 2-119 0,-3 5 56 0,-6 4 27 16,-3 0 0-16,-6 1-157 0,0 6 96 0,-2-7 3 15,-10 1 33-15,-8-2-91 0,-6-2 52 0,-4-3-2 16,-7 2 47-16,-2-8-18 16,0-5 9-16,-1-4 17 0,1-4-18 0,0-1-3 15,-1-1-3-15,10-5-117 0,5 0 59 0,7-3 34 16,5-9 0-16,5 0-290 0,6-5 142 16,0 0 86-16,13-5 38 0,11-2-401 15,2 0 219-15</inkml:trace>
  <inkml:trace contextRef="#ctx0" brushRef="#br0" timeOffset="-35435.16">18338 11498 2362 0,'0'-6'0'0,"0"-1"0"0,0 2 0 0,0 3 0 0,0 0 0 0,-5 2 0 0,-3 0 0 0,-6 9 0 0,0 12 372 0,-1 3-167 0,-1 6-76 0,2 0 182 16,5 5-137-16,1-1-69 15,6 0-34-15,2 5 131 0,0-6-202 0,5-1 0 16,10-1 0-16,5-4 0 0,4-3 0 0,2 2 0 15,-2-10-148-15,3-4-81 0,-1-2 133 0,0-3 66 16,-1-6-658-16,3 0 266 16,-9-1 166-16,0 0-421 0,-5-5 320 0,1-7 161 0,-3-5 80 0</inkml:trace>
  <inkml:trace contextRef="#ctx0" brushRef="#br0" timeOffset="-35276.93">18558 11625 1596 0,'-2'-20'0'0,"-3"10"0"0,0 0 0 0,4 6 0 0,-3 0 0 0,4 2 0 0,0-1 363 0,0 3-168 0,2 0-80 15,6 0-39-15,3 12 316 0,3-3-177 16,2 2-81-16,-2 0-32 0,0 2-33 16,1-1 1-16,0 1-455 0,-2 1 211 0,2-2 114 15,-2 2 43-15,-2-3-675 0,-1 0 355 16,2 0 178-16,-3-2-6 16</inkml:trace>
  <inkml:trace contextRef="#ctx0" brushRef="#br0" timeOffset="-35092.72">18891 11483 1357 0,'-6'-15'0'0,"3"8"0"0,1 2 0 0,-1 3 0 0,1-1 0 0,1 3 390 0,-1 0-168 0,0 10-97 15,-1 12 659-15,-1 9-374 16,-2 9-187-16,-3 7 197 0,-1 13-420 0,-2 0 0 0,-4 4 0 0,-1 9 0 16,-3 6 0-16,1 3 0 0,-6 8 0 0,3-17 0 15,2-3-26-15,-1-7-48 0,1-7 56 0,4-10-444 31,-2 0 259-31,7-19 115 0,-1-6-1046 0</inkml:trace>
  <inkml:trace contextRef="#ctx0" brushRef="#br0" timeOffset="-34489.37">19631 11523 656 0,'-2'-19'0'0,"-1"0"0"0,-1-1 0 0,1-6 0 0,1 5 56 0,2 0 1 0,-2-3-33 0,1 1 193 16,1-1-90-16,-2-5-36 0,1 7-10 0,-2-3 16 15,-1 1-30-15,0 0 0 0,-4 1-31 0,2-2 45 16,-4 13-9-16,1-3-36 31,-5 7 140-31,3 4-69 0,-6 1-27 0,4 3 121 0,0 3-83 0,-2 13-40 0,2 6-1 0,2 5 27 16,-2 10-25-16,4 4-9 0,3 7-33 0,-1 5 162 0,4 6-81 15,0 6-41-15,1 9 9 0,2-10-17 16,0 1 1-16,0 3-34 16,0 3-141-16,4-3 70 0,0 11 45 0,3-20-342 0,-1-5 175 0,-2-8 94 15,-1-5 14-15,-1-7-129 0,-2 0 45 16,0-17 61-16,-7-7-43 0,-5-8-192 0,1-2 135 0,-2 0 67 16,0-2 26-16,-2-9-255 0,2-5 149 15,-4-2 74-15,3-1-268 0,-3-9 171 16,-2-4 77-16</inkml:trace>
  <inkml:trace contextRef="#ctx0" brushRef="#br0" timeOffset="-34356.81">19190 11797 1503 0,'-1'-20'0'0,"-6"-1"0"0,2 2 0 0,4 8 0 0,1 0 0 0,0 1 0 0,8 2 0 0,6 1 277 0,8-4-111 0,3 5 327 16,4 0-228-16,2 1-115 0,2-1-56 0,1 3 41 16,6 0-40-16,-3 3-34 15,-2 0 0-15,3 0-279 0,0 0 126 0,2 0 74 16,-9 6 22-16,-3 5 1 0,-6 1 31 0</inkml:trace>
  <inkml:trace contextRef="#ctx0" brushRef="#br0" timeOffset="-34054.52">19706 11869 1585 0,'0'0'0'0,"0"0"0"0,-3 0 0 0,0 0 0 0,1 0 0 0,2 0 0 0,0 0 304 0,0 0-134 0,2 0-66 0,4 3 148 16,3 0-112-16,4 4-52 0,-1 1-25 0,0 3-124 0,-1-1 49 0,-3 5 33 15,1 1-8-15,-5-1-91 16,-3 1 57-16,-1 1 29 0,0-2-43 0,-1 2 44 16,-12-2-9-16,-2-2 225 15,-2-2-94-15,-2-1-48 0,-3-2-87 0,0-2 453 0,5-6-211 0,-2 3-101 16,7-3-50-16,-1 0-52 0,6 0-35 16,2 0 0-16,5 0 0 0,0-3 0 0,12-2 0 0,12 0 0 15,4 1 0-15,3-2 0 16,3 2 0-16,1 4 0 15,1-3 0-15,1 1 0 0,-2 1 0 0,3 1-287 0,-5 0-37 0,-4 0 86 16,-2 0 101-16,-4 0-443 16,1 0 263-16,-10-1 145 0,-3-2 68 0,-4 0-427 15,-2-5 247-15,-4-3 124 0</inkml:trace>
  <inkml:trace contextRef="#ctx0" brushRef="#br0" timeOffset="-33893.64">20103 11078 1426 0,'3'-24'0'0,"3"5"0"0,-4 5 0 0,4 5 0 0,-3 3 0 0,-1 5 0 0,0 1 66 16,-1 7 1-16,1 11-31 0,-2 8 0 15,0 4 526-15,0 5-254 0,-3-2-140 0,-4 6-66 0,-1-1-366 16,1 3 150-16,-1-2 75 0,0 5-668 0,2-7 358 16,-3 1 180-16</inkml:trace>
  <inkml:trace contextRef="#ctx0" brushRef="#br0" timeOffset="-33583.39">20183 11744 2388 0,'-4'0'0'16,"-3"0"0"-16,2 0 0 0,0 0 0 0,1 0 0 0,-2 0 0 0,4 0 0 0,0-1 0 0,1 1 0 0,1 0 230 0,0 0-97 0,0 0-40 0,0 0-392 15,0 0 167-15,1 0 85 16,3 1-709-16,3 0 380 0,0 1 191 0</inkml:trace>
  <inkml:trace contextRef="#ctx0" brushRef="#br0" timeOffset="-33173.26">20421 11597 1294 0,'-2'-2'0'0,"-1"-3"0"0,-1 4 0 0,-1 1 0 0,2 0 408 0,-1 0-177 0,2 7-102 15,2 8-47-15,0 3 324 0,0 3-185 0,0 5-92 16,8 1-39-16,5-3 25 0,5 3-39 0,7-2-1 16,4-2-68-16,4-3 0 15,8-1 37-15,-3-8-158 0,3-5 75 16,1-6 37-16,-1 0 0 0,-1-6-195 15,1-10 125-15,-12-6 50 0,-5-3-5 0,-4-4-230 0,-3 1 89 0,-5-4 74 16,-3-4-16-16,-7 4 22 0,-2-3 26 0,0-2 0 31,-4 0 24-31,-8 1 3 0,-3-1-10 0,-1 9 10 0,-2 4 82 0,-4 8-41 0,1 5 0 0,0 5 281 16,-4 5-149-16,2 1-77 0,5 8-13 31,-2 12 320-31,3 4-152 0,1 10-93 0,1 3-18 0,6 6 49 0,2 6-59 0,4 5-29 16,1 3 68-16,2 4-49 0,0 4-16 0,0-6-9 15,2 3-124-15,3-3 50 0,3-1 24 16,-1 5-402-16,-2-15 209 0,-1-4 109 0,1-3 40 0,-3-10-605 16,0-1 275-16,-1-2 156 0,1-16 90 0,-1-4-448 15,1-6 265-15,0-2 133 0</inkml:trace>
  <inkml:trace contextRef="#ctx0" brushRef="#br0" timeOffset="-32985.31">21166 11027 1945 0,'0'-22'0'0,"0"4"0"0,0 5 0 0,0 6 0 0,0 0 0 0,0 7 0 0,0 2 718 16,0 18-342-16,0 4-170 0,0 10 284 0,0 4-294 15,-2 3-196-15,-4 3 0 0,-3 4 0 0,4-4 0 16,-3 5 0-16,1 4-719 0,3-8 278 0</inkml:trace>
  <inkml:trace contextRef="#ctx0" brushRef="#br0" timeOffset="-30747.48">21451 11773 1323 0,'-3'-1'0'0,"-2"-3"0"0,4 1 0 0,-2 1 0 0,-1-1 0 0,4 2 0 0,0-2 0 0,0 3 204 15,0 0-83-15,1 0 263 0,6 0-178 0,4 0-85 16,5 0-42-16,1 0 239 0,2 0-140 16,4 0-62-16,-1 4-44 0,6-2 75 15,0-2-55-15,1 0-28 0,1 1 1 0,6-1 71 16,-5 0-54-16,-2 0 0 0,1 0-71 0,-4 0 1 15,1 0 25-15,1 0-72 0,-9 2 31 0,1-2 0 16,-4 0 41-16,-2 0-95 0,-3 3 47 0,4-3 34 16,-11 0-19-16,0 0-20 0,-1 3 5 15,-3-3 0-15,0 1-5 0,0-1 73 0,0 0-19 0,0 0-32 16,0 0-10-16,-3 0 81 0,-1 0-68 0,3 0-9 31,-2 0-221-31,1 0 65 0,-1 0 80 0,1 0-925 0,0 0 482 0</inkml:trace>
  <inkml:trace contextRef="#ctx0" brushRef="#br0" timeOffset="-23241.35">21808 11498 1247 0,'-9'-8'0'0,"1"3"0"0,-1-2 0 0,1 0 0 0,1 4 0 0,1 0 0 0,1 1 0 0,0 0 368 0,3 2-166 0,-1 0-74 15,3 0-50-15,0 0 96 16,0 4-69-16,1 9-34 0,7 5 0 0,-1 4 103 0,3 3-73 16,-3 4-32-16,3 7 20 0,-4 0-27 15,0 6 1-15,-1 4-44 0,-3-3-10 0,0 1 27 16,-2 0 0-16,0 3-131 0,0-5 65 0,0 5 42 16,-5-13-9-16,-2-2-339 0,3-7 175 0,1-6 89 15,-1-8 11-15,1 0-568 0,3-10 301 0,0-1 146 16</inkml:trace>
  <inkml:trace contextRef="#ctx0" brushRef="#br0" timeOffset="-22547.23">22334 11786 730 0,'-10'-15'0'0,"2"-2"0"0,5 5 0 0,-1-1 0 0,3-4 0 0,1 8 0 0,0-1 427 0,8 1-194 0,9 1-99 16,0 0 195-16,7 1-137 0,2 2-82 0,0 4 49 16,1-1-61-16,2 2-30 0,0 0 0 0,3 3-112 15,-9 9 36-15,-2 4 1 0,-4 3 44 0,-3 5-85 16,-7 4 44-16,-3 6 8 0,-4-2 34 0,-4 2-196 15,-9 3 71-15,-7-3 57 0,-1 2-96 0,-4 1 62 16,-1-10-6-16,-5 1 201 16,1-7-81-16,0-4-32 15,1-5-13-15,-1 1 319 0,7-7-150 0,4-6-82 32,4 0-16-32,4 0 152 0,3-3-89 0,2-3-41 0,6-2-35 0,0-1 209 0,3 2-118 0,14-3-58 15,0 2-66-15,7 0-30 0,-1 0 0 0,3 3 0 0,1 2 0 0,0-1 0 16,2 4 0-16,-2-1-218 0,2 1 66 0,-2 0 95 15,-1 0 25-15,-1 1-354 16,3 6 131-16,-3 0 122 31,-5 0-25-31,0 0-529 0,2-3 324 0,-4 2 163 0</inkml:trace>
  <inkml:trace contextRef="#ctx0" brushRef="#br0" timeOffset="-22364.84">22866 11696 2155 0,'-5'-24'0'0,"-1"11"0"0,4 4 0 0,1 2 0 0,1 4 0 0,0 1 0 0,0 0 0 0,6 2 644 0,5 0-305 0,4 1-152 0,0 9-76 0,3-1 24 16,1 5-40-16,-2 0-33 15,1-1 0-15,-2 4-155 0,3 1 66 0,-2 1 31 16,3 1-528-16,-4-5 275 0,-2 2 143 0,1-4-592 16,-2 1 258-16,0-5 212 0,2 3 29 15,-4-8-331-15,0-1 247 0</inkml:trace>
  <inkml:trace contextRef="#ctx0" brushRef="#br0" timeOffset="-22195.34">23176 11563 1212 0,'-1'-12'0'0,"-3"-1"0"16,1 6 0-16,2 2 0 0,1 5 0 0,0 0 0 0,0 0 0 0,0 12 509 0,0 10-240 0,1 8-116 0,2 8 295 0,-1 6-205 16,0 5-103-16,-2 7-42 0,0 0 81 0,-2 1-70 15,-6 10-36-15,-5 1-11 0,0 3 1 0,-5 4-17 16,0-13-8-16,0-4-244 0,0-4 122 0,-2-2 60 15,4-8 31-15,-4 4-463 0,5-16 242 0,5-8 54 16,0-7-670-16,5-5 397 16,1-7 198-16</inkml:trace>
  <inkml:trace contextRef="#ctx0" brushRef="#br0" timeOffset="-21910.06">23419 11303 1504 0,'14'-14'0'0,"-1"7"0"0,3 3 0 0,3 2 0 0,-2 2 0 0,0 0 0 0,-2 8 0 0,-1 4 0 0,0 5 298 0,-3 0-132 0,1 5-56 16,-10-1-143-16,1 2 34 0,-3 0 0 0,0 1-15 16,-7 1 34-16,-5-3-9 0,-1-3 25 0,-3-2-41 15,1-3 40-15,-3-5 1 16,2 2 8-16,5-6 176 0,2-3-92 0,2-1-47 15,3-1 209-15,2 0-128 0,2 0-54 0,0 0-41 0,6 0 91 16,9 0-61-16,5 0-31 0,3-1-76 16,5-3 32-16,2 1-9 0,-1 0 23 0,3 0-142 15,2 0 72-15,-3 1 34 0,2 1 9 0,-5 1-697 16,-5 0 297-16,-4 0 193 0</inkml:trace>
  <inkml:trace contextRef="#ctx0" brushRef="#br0" timeOffset="-21261.24">24296 11407 746 0,'-5'-25'0'0,"-1"-2"0"0,1 7 0 0,0-1 0 0,-2 3 0 0,1-3 0 0,-3 1 0 0,2 3 68 0,-3 7-1 16,3-1 107-16,-2 8-69 0,1-2-35 15,-4 3 10-15,4 2 133 0,0 4-88 0,-1 14-45 16,1 8 0-16,1 8 175 0,1 7-101 0,1 2-63 16,1 7-28-16,3 3 170 15,1 2-99-15,0 3-49 0,0 5 16 0,0-10-37 16,0 4 0-16,0 0-28 0,0 1-65 0,1 2 32 15,1 8 10-15,-2-15-176 0,0-2 99 0,0 0 51 0,0-7 24 16,0-8-184-16,-8 4 101 0,3-16-3 0,-3-10 40 16,-2-4-183-16,0-4 96 0,-1-6 19 15,-2 0-179-15,3 0 127 0,-3-12 60 0,1 0-128 16,-1-7 94-16,-2-2 46 0,0-3 15 0,0-3-302 16,3-1 167-16,-5-8 83 15</inkml:trace>
  <inkml:trace contextRef="#ctx0" brushRef="#br0" timeOffset="-21134.14">23883 11877 541 0,'-9'-17'0'0,"3"3"0"0,3 4 0 0,-1 4 0 0,4 1 486 0,0-1-225 0,0 1-104 0,8 2 107 0,9 2-114 16,3-2-57-16,3 0-29 0,8 1 319 31,-4 0-177-31,3-1-86 0,2 3-42 0,1-3-66 0,2 3 0 0,5 0 33 0,-7 0-561 0,0 0 275 31,-3 0 139-31,1 0-646 0,-5 3 379 0</inkml:trace>
  <inkml:trace contextRef="#ctx0" brushRef="#br0" timeOffset="-20942.51">24425 11930 712 0,'0'3'0'0,"0"-1"0"0,0 0 0 0,0 4 0 0,-1-1 0 0,-3 2 767 0,4 2-371 0,0-1-179 16,0 3-91-16,0-1 505 0,0 5-297 0,0 2-140 15,0-2-68-15,2 1-45 16,2 3 1-16,2-3-473 0,-3 2 214 0,2 2 115 0,-2-6 45 0,-1 3-583 15,2-6 318-15,-2 0 159 0,0-2 80 16,1-2-387-16,-1-1 169 0,-2-6 112 0,0 0 57 16</inkml:trace>
  <inkml:trace contextRef="#ctx0" brushRef="#br0" timeOffset="-20758.35">24686 11200 1783 0,'0'-15'0'0,"0"5"0"0,0 0 0 0,0 1 0 0,0 4 0 0,0 1 0 0,0 2 640 15,0 2-301-15,0 3-151 0,-2 14-76 0,-3 7 79 16,-2 6-68-16,-2 6-48 0,-3 1-172 0,0 6 67 16,1 4 33-16,-1 1-784 0,0 7 418 0,0-9 195 15</inkml:trace>
  <inkml:trace contextRef="#ctx0" brushRef="#br0" timeOffset="-19279.37">24955 11804 2407 0,'-13'0'0'0,"3"0"0"0,1 0 0 0,4 0 0 0,0 0 0 0,2 0 0 0,-4 0 0 0,6 0 0 0,1 0 356 16,0 3-160-16,1 4 127 0,12-2-143 0,0 2-62 0,7 1-45 0,2-1 205 47,1 0-278-47,4 0 0 0,2-1 0 0,3 0 0 0,-3 2 0 0,1-4 0 0,-2 1 0 0,-3-2 0 15,3 2 0-15,-2-1 0 0,-7-3 0 0,-2 0 0 0,-4 2 0 0,-4-3-42 16,-3 0-12-16,-1 0-37 16,-5 0 45-16,0 0-77 0,0-5 45 0,-10-4 12 0,0 2-1 0,0-1-349 15,1 2 193-15,-1 1 94 0,3-1-720 0</inkml:trace>
  <inkml:trace contextRef="#ctx0" brushRef="#br0" timeOffset="-18480.09">25736 11664 1263 0,'-11'-14'0'0,"3"0"0"0,0 0 0 0,4 0 0 0,0 3 0 0,1-2 0 0,3 1 257 0,0 0-110 0,5 6-55 0,9-2 242 16,5 5-148-16,1-2-65 0,4 5-47 0,0 0 96 15,3 0-67-15,-1 8-33 16,-1 4-65-1,3 2 8-15,-7 3 25 0,-1 2-1 0,-6 2-81 0,-1 2 40 0,-6 4 1 0,-2-1-88 0,-5 4 59 16,0-3 35-16,-14 3 0 0,-6-1-63 16,-4 5 41-16,-2-9-19 0,-5 0 1 0,-2-2 56 15,-2-1-22-15,1-4-22 0,-2 2-54 0,7-9 35 16,-1-2 0-16,4-1-81 0,6-5 55 0,7-3 33 31,0 0-4-31,11 0-344 0,2-2 174 0,4-10 87 0,15-5 43 0,5-5-362 31,10-4 193-31</inkml:trace>
  <inkml:trace contextRef="#ctx0" brushRef="#br0" timeOffset="-18302.01">26122 11540 1171 0,'5'-18'0'0,"-2"5"0"0,-2 2 0 0,-1 5 0 0,0-1 0 0,-4 7 0 0,-11 0 0 0,2 2 643 0,-4 12-303 0,1 4-151 16,-4 3 381-16,6 2-271 0,-3 3-131 15,6 0-65-15,0 3 267 0,6 3-292 16,1 2-78-16,4-7 0 0,0 4 0 0,3-5 0 0,11 2 0 15,4-2 0-15,7 3 0 0,2-9 0 0,2-1 0 0,2-5-359 16,1-2 85-16,-1-4 155 16,4 0-763-16,-5-6 423 15,-1-2 210-15,0 0 107 0</inkml:trace>
  <inkml:trace contextRef="#ctx0" brushRef="#br0" timeOffset="-18144.46">26456 11653 2354 0,'-13'-6'0'0,"4"-1"0"0,4 5 0 0,2 1 0 0,3 0 0 0,0 1 0 0,0 0 0 0,0 1 350 0,6 6-161 0,5 4-75 15,2 1-39-15,-1 0-11 0,0-1-1 0,3 2-16 0,1-2-483 0,-3 1 237 16,2-1 118-16,-2 0-653 0,0-3 363 0,2 4 179 16,-3-5 93-16</inkml:trace>
  <inkml:trace contextRef="#ctx0" brushRef="#br0" timeOffset="-17901.18">26798 11430 2067 0,'-3'-12'0'0,"0"6"0"0,-1-1 0 0,0 4 0 0,2 3 0 0,2 0 0 0,-4 16 0 0,1 10 364 0,-2 8-163 0,-2 11-73 0,-4 4 379 0,-2 9-235 0,-2 2-117 0,-3 12 82 0,-3 12-237 0,-2-5 0 0,-4 4 0 0,2-1 0 15,0-1 0-15,-1-7 0 0,0 1 0 0,7-22 0 0,3-9 0 0,6-8 0 16,0-6 0-16,5-9 0 0,-1 1 0 0,4-15 0 16,0-5 0-16,2-2 0 0,-2 0 0 0,0 0 0 15,1-2 0-15,0-4 0 0,0 0 0 0,1-4 0 16,0 0-897-16,0 0 94 0,0-1 373 16</inkml:trace>
  <inkml:trace contextRef="#ctx1" brushRef="#br0" timeOffset="-27750.86">31985 12811 0,'0'223'0</inkml:trace>
  <inkml:trace contextRef="#ctx0" brushRef="#br0" timeOffset="-7292.63">27504 11383 935 0,'-3'-8'0'0,"0"1"0"0,1 0 0 0,-2 0 0 0,3-3 0 0,1 1 152 0,0-3-62 0,0 0-27 0,0-3 67 0,0 1-46 16,0-4 0-1,5-3-38-15,0 0 53 0,0 1-31 0,-1-2 1 0,-1 2 8 0,1 2 1 0,-1-5-31 16,-3 6-10-16,0 3 91 0,0 0-45 0,-9 4 0 15,1 5 45-15,-5-3-36 0,-3 8-9 0,-3 0-46 16,2 9 40-16,-2 7 1 0,3 5-41 16,-1 7 10-16,4 5 136 0,2 5-73 0,4 4-36 15,4 9 205-15,1 4-121 0,2 9-50 0,0-1-41 16,0 4-47-16,5 3-20 0,4 6 0 0,3 5 0 16,-2-12 0-16,-1-2 0 0,1-2 0 0,-4-2 0 46,-2-1 0-46,-3 7 0 0,1-20 0 0,-2-6 0 0,0-4 0 0,-7-5 0 0,-5-8-134 0,-2 0-18 0,-1-15 24 0,-3-2 53 16,-1-9-33-16,0 0-235 0,1 0 153 0,-4-3-375 47,6-11 268-47,-1-5 130 0,2-7 65 0,1-5-512 0,-2-7 288 0</inkml:trace>
  <inkml:trace contextRef="#ctx0" brushRef="#br0" timeOffset="-7158.82">27045 11822 818 0,'-16'-15'0'0,"7"1"0"0,-1 6 0 0,6 0 0 0,0 2 663 0,4 0-313 15,0-3-147-15,7 4-88 0,13-3 258 0,6 1-169 16,6-2-83-16,2 1 421 0,7 0-242 16,-6 1-137-16,3 5-84 0,0-3-117 0,2 4 27 15,-1 1 24-15,4 0-717 0,-5 0 366 0,-2 9 188 16,-4 4 94-16,-2 1-951 0</inkml:trace>
  <inkml:trace contextRef="#ctx0" brushRef="#br0" timeOffset="-6855.58">27584 11935 1931 0,'-3'0'0'0,"-3"0"0"0,2-3 0 0,2 1 0 0,2-2 0 0,0 1 0 0,0 2 224 0,6 0-92 0,6 1-48 16,1 0 382-16,2 0-214 16,0 0-98-16,0 0-133 0,0 5 17 0,-1 2 0 0,-5 3 0 0,1-1-258 15,-1 3 138-15,-7 0 56 0,-2 2 31 16,0-1-31-16,0 1 32 0,-8 0-1 0,-6-1 117 0,-4 1-105 15,-2-1 0-15,-3-4-87 0,0 1 482 0,0-3-200 16,-2-2-91-16,5-3-61 16,3 0-60-16,5-2 0 0,1 0 0 15,4 0 0-15,1 0 0 0,6 0 0 0,3 0 0 0,13-2 0 16,8-1 0-16,3-1 0 16,5 3 0-1,0-3 0-15,2 3 0 0,1 0 0 0,0-1 0 0,-1 2 0 0,4 0 0 0,-8 0-403 0,-1 0-58 0,-1 0 212 16,-6 0 105-16,0 0-617 0,1 0 352 0</inkml:trace>
  <inkml:trace contextRef="#ctx0" brushRef="#br0" timeOffset="-6657.07">28066 11125 2119 0,'0'-18'0'0,"-1"7"0"0,1-2 0 0,-2 11 0 0,2-1 0 0,-2 3 204 0,-1 10-84 0,-3 7-41 0,-1 7 567 0,-1 5-310 0,-2 3-149 0,-3 6-74 15,5-1-150-15,-5 1 37 0,3 3 10 0,1-2-719 0,1 1 373 0,1 0 187 0,0 1 93 16</inkml:trace>
  <inkml:trace contextRef="#ctx0" brushRef="#br0" timeOffset="-6483.7">28142 11793 3622 0,'0'0'0'0,"0"0"0"16,-3 1 0-16,-1-1 0 0,1 0 0 0,-1 3 0 0,2-3 0 0,0 0 0 0,2 5 309 0,0-3-309 0,0 3 0 15,0 0 0-15,0-1 0 0,2 3 0 0,3-1-135 0,1 1-250 0,-1 1 211 16,0 1 115-16,1 2-651 0</inkml:trace>
  <inkml:trace contextRef="#ctx0" brushRef="#br0" timeOffset="-5410.13">28676 11611 1159 0,'-2'-6'0'0,"1"2"0"0,-2 1 0 0,3 2 0 0,-1 1 0 0,1 0 0 0,0 0 0 0,0 11 420 0,0 6-191 15,0 1-95 1,5 1 99-16,4 0-102 0,5 3-46 0,1-3 0 0,2 2 109 0,5-4-78 0,2 3-29 16,3-3-9-16,3-4-58 0,1-4 19 0,1 0-1 15,0-6-105-15,2-3 63 0,-8 0 16 16,1-1-138-16,-4-13 82 0,-4-2 42 15,0-4 13-15,-3-1-185 0,-6-2 69 0,-6-1 54 0,0 0-7 0,-4-2-9 32,0 0 1-32,0-6-5 0,-5 5-1 0,-8-4 68 0,0 4-18 0,-3 2-11 15,-2 3 158-15,-2 0-82 0,3 8-26 0,-3 8-1 16,-1 2 348-16,0 4-179 0,0 0-67 0,-2 10 326 16,3 10-207-16,4 7-100 15,0 5-48-15,3 7-38 0,6 4-51 0,-1 10 0 31,6-6 0-31,2 3 0 0,0 0 0 0,0 4 0 0,7-4 0 0,1 9 0 0,3-11 0 0,0-5 0 0,-1 2 0 16,-3-8-6-16,2 1-21 0,-2 2-743 16,-4-13 334-16,-2-6 199 0,1-2 99 0,-2-6-503 15,0-6 301-15,0 5 141 0,0-12 85 0,0 0-187 16</inkml:trace>
  <inkml:trace contextRef="#ctx0" brushRef="#br0" timeOffset="-5156.7">29408 11309 2386 0,'3'-12'0'0,"4"0"0"0,-4 3 0 0,-1 0 0 0,1 2 0 0,-3 2 0 0,2-2 0 0,1 2 0 0,-2 5 0 0,2 0 360 0,-2 0-160 32,1 0-81-32,0 9 224 0,-1 6-142 0,-1 4-86 0,0 6-39 0,0 3-85 0,-6 5 1 15,-5 3 46-15,-1 6-256 16,-1-2 123-16,1 6 67 0,-2-3-961 0</inkml:trace>
  <inkml:trace contextRef="#ctx0" brushRef="#br0" timeOffset="-3359.28">18227 11296 883 0,'-25'-24'0'0,"3"0"0"0,0 4 0 0,12 6 0 0,-1 4 0 0,6 3 264 16,4 3-112-16,1 1-56 0,0 2-19 0,1 1 221 16,13 0-129-16,9 7-65 0,3 8-33 0,11 4 101 15,3 6-56-15,1 4-43 0,4 1 202 0,2 6-118 16,4 3-59-16,4 2 142 0,12 9-91 0,-2 1-59 16,8 7-26-16,10 8 79 15,12 4-51-15,11-1-27 0,17 6 11 0,-15-18-97 0,1-4 30 0,-4-6 1 16,0-5-1-16,-4-1-9 15,7-3 0-15,-27-10 0 0,-6-5 0 0,-5-5 0 16,-4-1 0-16,-7 1 0 0,3 1 0 0,-19-5-28 16,-5-2-6-1,-7-4 0-15,-5-7 11 0,-7 4-1 0,-6-2 12 0,-9-3 57 16,-2 0 0-16,-2 0-43 0,0 0-2 0,0 0 63 0,-2 0-63 0,-2 0 0 16,-1-2 0-16,-2-4 0 0,-1 1 0 0,-2-2 0 15,0 3 0-15,0 2-8 0,2 1-20 0,0 1-1239 16</inkml:trace>
  <inkml:trace contextRef="#ctx0" brushRef="#br0" timeOffset="-2550.58">26160 11319 655 0,'-25'-30'0'0,"9"6"0"0,8 3 0 0,4 13 0 0,2 0 354 0,2 8-162 0,0 0-76 15,13 6-38-15,10 12 212 16,7 8-125-16,9 9-52 0,6 2-42 0,2 9 177 15,7 1-104-15,4 2-52 0,5 5 308 0,14 8-169 16,0-6-101-16,14 2 214 0,12 3-152 0,15 0-76 16,11 2-116-16,18 6 0 0,-23-10 0 0,3-2 0 15,4 1 0-15,-6-2 0 0,-4-3 0 0,6 1 0 16,-25-14 0-16,1-2 0 0,-3-3 0 0,-5-1 0 16,-3-4 0-16,1-4 0 15,-19-10 0-15,-7-10 0 0,-2 1-151 0,-14-7 61 0,-6 2 0 16,-7 1-37-16,-16-2 30 31,-12 4 28-31,-4-4-8 0,-5 1 139 0,-1-2-54 0,0 0-35 0,-1 0 11 0,-12 0 85 0,-2 0-56 0,-5 0-26 16,-3-2 57-16,-3 1-38 0,3 1 7 0,1 0-1 15,1 0-917-15</inkml:trace>
  <inkml:trace contextRef="#ctx0" brushRef="#br0" timeOffset="-1389.75">14610 13389 1205 0,'-15'0'0'0,"0"0"0"0,1 0 0 0,6 0 0 0,0 0 0 0,5 0 0 0,3 0 428 0,0 0-196 0,0 0-87 15,11 0-58-15,6-2 242 0,7 2-146 0,4-3-72 16,1 3 148-16,5-4-101 0,-4 2-64 16,1 1-28-16,0-1-106 0,-1-1 39 0,-2 3 1 0,2 0-150 15,-7 0 90-15,-4 0 49 16,1 5 24-16,-6 2-670 16,-2 5 341-16,0 3 92 0,-9 0 112 0</inkml:trace>
  <inkml:trace contextRef="#ctx0" brushRef="#br0" timeOffset="-1222.44">14743 13665 1531 0,'-12'0'0'0,"3"1"0"0,2 3 0 0,3-2 0 0,-1 1 0 0,5-2 328 0,0 0-145 0,11-1 362 16,5 0-254-16,4 0-127 0,3 0-53 0,2 0-1 16,-1-2-36-16,2-1-1 0,-1 1-34 0,1-2-398 15,2 3 209-15,-4-1 89 0,-1-1 49 0,1 3-738 16,1 0 390-16</inkml:trace>
  <inkml:trace contextRef="#ctx0" brushRef="#br0" timeOffset="-882.63">15222 13399 2280 0,'0'-18'0'0,"0"2"0"0,0-1 0 0,7 5 0 0,9-2 0 0,4 4 0 0,2 0 0 0,3 3 417 0,9 1-181 0,-3 5-103 0,2 1-47 0,-2 1 161 0,3 10-104 16,-2 5-43-16,-6 2-114 0,-5 3 26 0,-3 4 1 0,-5 3 25 16,-7 4-278-16,-3 4 149 0,-3-4 59 0,-10 2-229 15,-9 0 150-15,-5 2 74 0,-4-7-53 0,-8 5-28 16,-1-9 10-16,-2-7 36 16,-1-3-6-16,1-5 146 0,0-1-53 0,1-2-37 15,6-7 437-15,6 0-219 16,5 0-84-16,5 0-63 0,7-4 498 0,2-1-449 0,7-2-98 0,0-1 0 15,16 2 0-15,4-1 0 0,5 1 0 16,7 1 0-16,0 1 0 0,1 3 0 0,3-1 0 0,-2 2 0 16,3 0 0-16,2 0 0 0,-9 0 0 0,1 2 0 15,-1 3 0-15,-3 0 0 0,-1 0-448 0,4-1 11 16,-9 0 204-16,-1-3-490 16,-2 1 342-16,-1-2 172 15,0 0 85-15,3 0-482 0</inkml:trace>
  <inkml:trace contextRef="#ctx0" brushRef="#br0" timeOffset="-692.22">15876 13234 2635 0,'-11'-5'0'0,"-1"1"0"0,1 2 0 16,-3 2 0-16,2 0 0 0,0 11 0 0,3 6 0 0,3 3 287 0,3 5-125 0,1 5-62 0,2 2 357 0,0 2-214 15,2 2-196-15,9 0-47 0,6 2 0 0,3-3 0 0,2 5 0 16,3-12-106 31,1-4-106-47,2 0 124 0,-1-11 64 0,1-2-812 0,3 1 402 0,-6-12 96 0,-1 0-177 0,-1-2 239 0</inkml:trace>
  <inkml:trace contextRef="#ctx0" brushRef="#br0" timeOffset="-491.33">16149 13316 1865 0,'-5'-12'0'0,"2"3"0"0,1 0 0 0,2 3 0 0,0 2 0 0,0-1 241 0,2 5-107 0,9 0-47 0,4 0 368 15,0 9-208-15,2 4-105 0,2 1-43 0,-2 3 3 16,-2 2-33-16,1 1 1 0,-4 1-33 0,1 3-163 16,-4 2 92-16,-4-2 31 0,-4-1-138 15,-1 1 89-15,0 0 45 0,-11-2-26 0,-6 1 45 0,-2-6-30 16,-5-3-1-16,-3-7-184 0,-1 2 97 16,-1-6 10-16,-1-2 30 0,7-1-313 15,4 0 171-15,3-10 84 0,5-5 44 0,5-8-471 16,6-3 262-16</inkml:trace>
  <inkml:trace contextRef="#ctx0" brushRef="#br0" timeOffset="-325.59">16331 13278 1849 0,'0'0'0'0,"-1"0"0"16,-2 2 0-16,-1 1 0 0,0 7 0 0,-2-1 440 0,1 5-201 0,-1 6 476 15,1 2-343-15,2 1-167 0,3 6-94 0,0 1-111 0,0-1 0 0,1 5 0 31,10-5 0-31,6-3 0 0,2-1 0 0,5-3 0 0,0-6 0 0,4-1-564 0,-1-5 251 0,-1-8 176 16,0-2-745-16,-1 0 362 0,-2-2 241 0</inkml:trace>
  <inkml:trace contextRef="#ctx0" brushRef="#br0" timeOffset="-24.78">16520 13041 1698 0,'0'-19'0'0,"0"4"0"0,0 1 0 0,0 1 0 0,5 1 0 0,8 4 0 0,3 4 0 0,6 2 328 0,0 2-145 0,1 0-72 0,1 3-28 0,-3 11 12 0,-2 1-28 0,-5 6-1 47,-3 1-252-47,-5 4 112 0,-4 6 66 0,-2-4-166 0,-8 0 106 0,-9 0 53 0,-5 0 26 0,-1-4 58 0,-3 4-43 0,2-11-8 0,-3-2-56 0,1-3 183 0,1-5-111 0,4-2-1 0,-2 2-69 0,6-7 522 16,8 0-198-16,1 0-125 0,5-2 203 0,3-4-165 15,0-3-142-15,9 1-59 0,13-1 0 0,2-2 0 16,5 3 0-16,1 1-17 16,4 0-107-16,0 1 76 0,-1 2 43 0,-2 1-701 0,2 1 327 0,-4 2 192 15,4 0 15-15,-7 0-347 16,-3 8 241 0</inkml:trace>
  <inkml:trace contextRef="#ctx0" brushRef="#br0" timeOffset="132.69">16747 13414 1949 0,'-10'0'0'0,"2"0"0"15,-1 0 0-15,5 0 0 0,2-1 0 0,2-1 0 0,0 1 0 0,4-1 311 0,13 0-136 0,5 0-70 0,4 0 156 0,4-1-116 0,1 3-54 0,2-3-27 0,-2 0-336 16,0 2 155-16,2-2 87 16,-9 3 28-16,1 0-597 0,-6 0 318 0,-2 0 159 0,-6 0-301 15,1 4 215 1,-10-1-7-16</inkml:trace>
  <inkml:trace contextRef="#ctx0" brushRef="#br0" timeOffset="300.32">16933 13154 895 0,'-4'-4'0'0,"1"1"0"0,2 2 0 0,-2-2 0 0,2 3 0 0,1 0 724 16,0 9-348-16,0 8-169 0,1 7-85 0,3 1 459 15,1 8-272-15,0 4-126 31,-4 1-78-31,3 3-33 0,-3 2-1 0,1 1-34 0,-2-2 29 0,0 3-19 0,0-9-10 0,0-1-547 0,-5-8 273 0,2-6 137 16,1-1 69-16,1-4-850 0,1-12 436 0</inkml:trace>
  <inkml:trace contextRef="#ctx0" brushRef="#br0" timeOffset="459.2">17144 13193 1315 0,'2'-4'0'0,"-1"-1"0"0,1 0 0 0,1 2 0 0,0 3-1 0,2 0 637 0,2 0-300 0,0 8-150 32,2 1 116-32,-1 3-137 0,3 1-65 0,-2 1-227 0,1 1 82 0,0-1 41 15,0 1 9-15,-2-2-636 0,-1-2 326 0,3-2 163 0,-2-1 81 0</inkml:trace>
  <inkml:trace contextRef="#ctx0" brushRef="#br0" timeOffset="652.63">17356 13104 1394 0,'0'-11'0'0,"0"2"0"0,-3 2 0 0,3 2 0 0,0 2 0 0,0 3 0 0,0 0 0 0,0 18 0 0,0 9 704 0,-2 9-334 0,1 7-167 15,-4 8 389-15,1 1-282 0,-4 4-137 0,1 2-20 16,-3 4-121-16,-1 2-32 0,-5 9 0 0,1-10 0 0,-4-3 0 0,3-4 0 16,-5-5 0-16,5-5-484 15,-6 2 255-15,5-19 129 0,3-5 68 0,0-10-879 16,3-8 441-16,-2-3 188 15</inkml:trace>
  <inkml:trace contextRef="#ctx0" brushRef="#br0" timeOffset="903.94">17546 13014 1526 0,'22'-14'0'0,"-3"7"0"0,1 1 0 0,-2 5 0 0,0 1 0 0,0 0 0 0,-2 0 330 15,-5 6-150-15,-2 6-72 16,-4 0-36-16,-3 3 74 0,-2 0-55 0,0 5-17 0,-4-2-140 0,-7-3 51 0,-4 0 27 0,-1-3-110 16,-2 0 68-16,2 0 43 0,-1-4-10 15,3-4 68-15,0 1 0 0,3-3-34 16,2 0-46-16,1 1 129 0,3-3-81 0,3 0-24 16,2 0-35-16,0 0 181 0,2 0-54 0,8 0-30 31,2 0-3-31,2-1-1 0,1-1-36 0,1 2-771 0,3 0 366 0,0 0 188 15,1 0 69-15</inkml:trace>
  <inkml:trace contextRef="#ctx0" brushRef="#br0" timeOffset="1069.34">17896 13018 1652 0,'0'-10'0'0,"0"0"0"0,0 2 0 0,4-2 0 0,2 5 0 0,4 1 0 0,2 1 939 0,4 3-451 0,2 6-226 0,3 7-113 0,2 11 292 0,0 5-441 0,-4 1 0 15,-5 8 0-15,-5 5 0 0,-4 2 0 0,-2 3 0 0,-3 5 0 0,-6-3 0 16,-15 2 0-16,-8 4-144 16,-9-1-209-16,-2 1 193 0,-9 7 106 0,1-11-956 0,-1-4 487 15</inkml:trace>
  <inkml:trace contextRef="#ctx0" brushRef="#br0" timeOffset="1742.44">18757 13215 1171 0,'-5'-16'0'0,"2"-4"0"0,-3 3 0 0,3-5 0 0,0 0 0 0,-1-4 0 0,1 4 0 0,2 1 149 0,-2-2-55 15,1 1-29-15,0 1 56 0,1-2-32 0,-2 7-10 16,1 2-41-16,-2 3 180 16,1 3-91-16,0 2-44 0,-1 1 8 0,1 5 154 0,-1 0-104 0,0 5-52 0,1 16 106 15,0 4-78-15,-3 10-31 0,5 7 193 16,-2 5-122-16,2 8-59 0,1 6-30 0,0 4 63 15,0 9-131-15,0-5 0 16,-1-1 0-16,-1 5 0 0,1 5 0 0,-3 4 0 16,0 8 0-16,-3-18 0 0,0-1 0 0,-4-4 0 0,1-8 0 0,-3-5-121 15,-3-1 37-15,0-24-552 0,2-9 277 0,-3-9 160 16,0-11 81-16,-2 0-449 0,-1-5 256 0,6-15 141 16,-3-5 66-16,3-5-210 15,-2-8 138-15</inkml:trace>
  <inkml:trace contextRef="#ctx0" brushRef="#br0" timeOffset="1882.78">18283 13577 1940 0,'-1'-14'0'0,"1"1"0"0,0 0 0 0,0 2 0 0,6 2 0 0,9-3 0 0,9 3 0 0,5 1 210 0,9 1-86 0,7 3-44 16,5 2 255-16,9-3-139 16,-8 4-84-16,1 1-285 0,-2 0 106 0,-2 0 52 15,-4 8 26-15,4 0-783 16,-17 3 400-16</inkml:trace>
  <inkml:trace contextRef="#ctx0" brushRef="#br0" timeOffset="2046.48">18978 13641 1799 0,'-5'0'0'0,"1"0"0"0,-2 0 0 0,2 0 0 0,0 2 0 0,2 4 271 0,2 3-118 0,0 5-57 0,0 1 759 15,0 2-400-15,0 3-214 0,2 2-180 16,2 2-61-16,-1 2 0 0,1-2 0 0,-1 3-76 15,0-3-173-15,0-5 143 0,-1 0 71 0,-1-4-917 16,1-3 480-16,-1-1 241 0</inkml:trace>
  <inkml:trace contextRef="#ctx0" brushRef="#br0" timeOffset="2218.99">19241 12939 2542 0,'0'0'0'0,"0"0"0"0,0-5 0 0,0 4 0 15,0 1 0-15,0 0 0 0,0 11 0 0,0 8 983 0,0 10-577 0,-3 4-406 0,-4 5 0 0,0 5 0 16,1 5 0-16,0 6 0 0,-1 7-1485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57" units="1/cm"/>
          <inkml:channelProperty channel="Y" name="resolution" value="1820.3889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12-21T00:22:54.5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14156 1693 1015 0,'0'-12'0'0,"-1"1"0"0,-1 0 0 0,2-1 0 0,0-5 0 0,0 2 0 0,0 1 0 0,0-3 293 16,0-3-128-16,0 2-63 0,2-5 112 0,-1 5-92 15,1 0-43-15,-2-2 94 0,0 2-68 0,0 3-34 16,0-3 10-16,0 4 83 15,0 2-63-15,-5 4-32 0,-3 2 0 0,0 1 54 0,-1-2-33 16,1 6-10-16,-1 1-42 0,1 0 38 0,-3 0-39 0,2 5 11 16,2 3 29-16,-3 1-40 15,4-1 1-15,-1 4 27 0,2 2-27 0,-1 1 9 0,1 2-9 16,1 3 94-16,3 3-48 0,-1 4-24 16,2 0-60-16,-2 6 0 0,2-1 0 0,0 0 0 15,0 4 0-15,4 2 0 0,3 1 0 0,4 9 0 16,0-6 0-16,1 3 0 15,-1 1 0-15,1 0 0 0,0 5 0 0,-3 2 0 0,-4-7 0 0,-2-4 0 16,-1 1 0-16,-2-1 0 0,0-2 0 0,-5 4 0 16,-6-13 0-16,-3-1 0 0,-2-2 0 15,-1-3 0-15,0-4-3 0,-3-1-79 16,4-11-219-16,-1-3 132 16,4-6 65-16,-2 0-461 0,2-2 263 0,2-9 123 0,1-6 75 0,3-5-619 15</inkml:trace>
  <inkml:trace contextRef="#ctx0" brushRef="#br0" timeOffset="186.12">13771 2026 2527 0,'-14'-12'0'0,"3"4"0"16,3 2 0-16,1 1 0 0,2-2 0 0,5 2 0 0,0 0 0 0,11-2 0 0,8-1 782 0,7-1-363 0,2-3-216 0,3 4-203 0,2 1 0 15,1-5 0-15,1 6 0 0,6-2 0 0,-6 3 0 16,-1 2 0-16,1 1 0 0,-1 2-78 0,-1 0-27 15,2 0 80-15,-10 0-816 32,-1 8 430-32,-3-1 52 0,-5 0 161 0,0-2-564 0</inkml:trace>
  <inkml:trace contextRef="#ctx0" brushRef="#br0" timeOffset="386.79">14418 1374 2471 0,'2'-8'0'0,"-1"0"0"0,1 2 0 0,-1 5 0 0,1 1 0 0,1 0 0 0,-1 10 0 0,2 7 0 0,-3 4 676 0,-1 6-320 0,0 2-159 15,0 3-80-15,0 0-3 0,0 4-114 0,0-3 0 0,-1 1-146 16,-3 0-2-16,0-2 93 0,0-1-600 16,-1 5 356-16,0-11 163 15,-1-3 87-15,2-1-417 0,-1-9 228 0,2 3 21 0,-1-13 94 0</inkml:trace>
  <inkml:trace contextRef="#ctx0" brushRef="#br0" timeOffset="517.85">14444 1586 1570 0,'5'-8'0'0,"1"0"0"0,5-2 0 0,-2 3 0 0,4 1 0 0,4-1 0 16,5 2 0-16,0 0 0 0,6-2 522 0,-2 3-247 0,4 0-119 15,-1 1-163-15,1 2 1 0,0-1 43 0,-1-1-599 0,-6 3 294 0,-3 0 153 16,-5 0 76-16</inkml:trace>
  <inkml:trace contextRef="#ctx0" brushRef="#br0" timeOffset="693.96">14561 1673 1041 0,'-11'4'0'0,"2"0"0"0,1 2 0 0,3-1 0 0,-1 1 0 0,3 1 0 0,2 2 0 0,0 3 567 0,1 0-269 0,0-1-131 16,0 3-3-16,1 0-63 0,3 1-33 0,4 2-401 15,-2-3 180-15,1 1 95 0,-1-1 48 0,0-2-530 32,0 4 290-17,-1-7 136-15,-2-2 71 0,-1 0-423 0</inkml:trace>
  <inkml:trace contextRef="#ctx0" brushRef="#br0" timeOffset="921.84">14550 1758 702 0,'0'-17'0'0,"0"2"0"16,0 1 0-16,0-3 0 0,0 3 0 0,0 6 0 0,8-4 294 0,1 5-128 0,2 0-65 15,6-1-22 1,0 5 62-16,3 1-52 0,3 0-25 0,0 2 181 0,-1 0-103 0,5 0-43 0,-7 0 75 16,-1 0-68-16,-3 5-34 0,-1 0 0 0,-3 0 66 15,-1 2-41-15,-5-1-34 0,-1 1-1 0,-2 2 106 16,-2-1-65-16,-1 0-33 0,2 2 9 0,-2 2 7 16,0 0-24-16,0 0 0 0,0-1-51 0,0 3 1 15,-2 0 35-15,2 0-325 0,-1-1 157 0,1 0 79 16,0-2 40-16,0 2-597 15,0 1 290-15,0-2 101 0,-2 2 89 0,2-4-434 0,-1 2 258 0,-2-5 129 16</inkml:trace>
  <inkml:trace contextRef="#ctx0" brushRef="#br0" timeOffset="1105.17">14603 1819 1427 0,'-8'0'0'0,"2"-2"0"0,2-1 0 0,1 0 0 0,3 1 0 0,0 1 0 0,1-3 0 0,10-1 345 0,0 2-158 0,6-1-75 16,-1 1-37-16,2 0-368 0,0 1 165 0,0 0 92 47,-1 0-661-47,-3 2 330 0</inkml:trace>
  <inkml:trace contextRef="#ctx0" brushRef="#br0" timeOffset="1555.12">14666 1899 1186 0,'-10'0'0'0,"0"0"0"0,2 0 0 0,3 0 0 0,-3 0 0 0,6 0 0 0,2 0 0 0,0 0 101 0,0 0-32 0,0 0 0 0,2 2-24 0,4 0-8 0,-1 1 1 0,1 0-1 0,0 2-111 16,-1 2 56 0,-2-1 37-16,-1 4-9 0,-1 0-7 0,-1-1 1 0,0 6 34 0,0-3 139 15,0 1-75-15,-4 0-32 0,0 0 99 16,-1-1-66-16,0-2-33 0,3 0 9 0,1-2-32 15,1-2-9-15,0-1-1 0,0 0 0 0,0-2-60 16,6 1 39-16,5-2-9 0,0 0-90 0,1-2 60 16,0 3 30-16,-2 0 0 0,2 4-144 0,-4-3 75 31,-1 3 14-31,-3 1 25 0,-2 2-19 0,-1 2 37 0,-1 0-31 0,0 0 66 0,-7 5-14 0,-6-3-28 16,-3 1-9-16,-1-1 67 0,-5 1-25 0,2-5 2 15,0-3 10-15,-4 1-33 0,1-5 18 0,1-3-13 16,0 0-23-16,5 0 24 15,0-3 6-15,6-8 100 0,3 1-51 0,4 0-26 0,-1 1 0 0,5-1 111 16,0 1-60-16,5-3-34 16,6 4-5-16,6 1 245 0,1 0-118 0,3 0-73 15,2 4 210-15,1 1-138 0,4 1-74 0,0 1-99 16,3 0 0-16,-3 0 0 47,2 0 0-47,2 6 0 0,1 6-14 0,3 0-33 0,3 0 51 0,-7 0-628 0,0 1 296 0,-1-2 171 31,-2-3 27-15,-1 1-341-16,3-4 208 0,-9-5 117 0</inkml:trace>
  <inkml:trace contextRef="#ctx0" brushRef="#br0" timeOffset="1720.09">15298 1374 1344 0,'0'-6'0'0,"0"1"0"0,0 3 0 0,-3 2 0 0,0 0 0 0,-2 12 696 0,-4 11-329 0,1 4-165 0,-3 8-83 0,-6 6 210 0,2 2-151 0,-4 4-70 16,-1 6-45-16,-2 2-26 16,-2 0 1-16,-2 4-295 0,4-12 143 0,2-4 75 15,0-7 38-15,3-5-653 16,4-6 336-16,-2-1 175 0,8-14 78 0,-1-7-767 0</inkml:trace>
  <inkml:trace contextRef="#ctx0" brushRef="#br0" timeOffset="1885.34">15112 1728 1279 0,'7'-2'0'0,"1"1"0"0,1-2 0 0,-1 2 0 0,1 1 0 0,4 0 0 0,1 0 693 0,1 8-332 15,1 4-162-15,2-1-81 0,0 3 134 0,5 0-98 0,-3 2-174 16,1-3 27-16,-1 1 0 0,0-2 29 0,-3 3-460 16,4-1 239-16,-7-3 106 0,-2-2 58 0,-3 0-530 15,-2-1 293-15,-4-3 4 0,1 2 116 16,-4-3-369-16</inkml:trace>
  <inkml:trace contextRef="#ctx0" brushRef="#br0" timeOffset="2037.94">15175 1942 1547 0,'-11'0'0'16,"-1"0"0"-16,2 0 0 0,4 4 0 0,3-4 0 0,3 0 0 0,0 0 0 0,0 0 280 0,8 0-112 0,6 0-71 0,3 0 288 0,2 0-174 15,1-4-88-15,2 3-37 16,1-1-15-16,-6-2-10 0,3 3-24 0,-4-1-400 15,1 2 200-15,-4 0 100 0,2 0 59 0,-5 0-672 0</inkml:trace>
  <inkml:trace contextRef="#ctx0" brushRef="#br0" timeOffset="2380.84">15158 2106 1138 0,'-5'3'0'0,"2"-3"0"0,-3 2 0 0,3 1 0 0,-2 1 282 0,5-1-127 0,0 2-59 0,0-2-30 0,0 3 244 16,0-2-137-16,3 1-59 0,3 1-43 0,1-1-181 16,1 1 74-16,-1 0 36 15,-1-3-232-15,-1 4 136 0,-2-3 59 0,1-1-32 16,-2 0 38-16,-1-2 1 0,0-1 38 0,-1 0 85 16,0 0-69-16,0 0 0 0,0 0-71 0,2 0 114 15,1-3-38-15,1-3-3 0,3-3 7 16,1 1 127-16,0 1-44 0,4-2-48 15,0 2 3-15,0 1 9 0,1-1-41 0,-2 4-40 0,3 0-1 0,-3 1 39 16,0 2 0-16,-2 0 42 0,-2 0-44 0,-3 0 1 16,0 3-12-16,-3 5 72 15,-1 2-35-15,0 1 9 0,-6-4-45 0,-5 3 38 16,-3-1-26-16,0-4 0 0,-3 1-230 0,2-2 118 16,-1-4 50-16,3 0-482 0,-1 0 241 0,5-4 129 15,1-7 39-15,1-8-572 0,7-3 322 0</inkml:trace>
  <inkml:trace contextRef="#ctx0" brushRef="#br0" timeOffset="2563.17">15758 1369 2353 0,'8'-6'0'0,"2"2"0"0,-3 1 0 0,-1 2 0 0,0-2 0 0,-2 3 0 0,-1 0 0 0,-2 0 349 15,0 9-156-15,1-2-78 0,0 3-32 0,-2 0-47 0,1 1 1 0,1 0-599 16,-1 1 300-16,3 0 149 31,0 0 84-31,3-3-764 0,0-1 390 0,3-4 195 16,-1 2 97-16</inkml:trace>
  <inkml:trace contextRef="#ctx0" brushRef="#br0" timeOffset="2801.95">15981 1431 834 0,'3'0'0'0,"-2"0"0"0,1 0 0 0,-1 0 0 0,-1 0 0 0,0 0 0 0,0 3 361 15,-13 4-161-15,-5 5-82 0,-8 2-41 0,-4 6 86 0,-7 2-53 0,-5 4-42 16,-2 1 0-16,-6 2 2 0,-1 1-33 0,3 0 0 15,-5-1-5 1,17-8 5-16,10-8 0 0,6-2 135 0,10-5-68 0,3-3-24 0,7-3-9 0,0 0 74 16,13 0-53-16,7 0-28 0,8-6 0 0,6-3 164 15,4-2-99-15,4 0-47 0,3-2 1 0,6-1 37 16,3 0-41-16,3 0 8 62,-7 2-44-46,1-3-6-16,-2 6-35 0,-4-1-2 0,-3 0-74 0,3 2 29 0,-15 4 37 0,-8 3-679 0,-4 1 348 0,-8 0 132 0,-7 0 100 16,0 8-777-16,-6 6 429 0</inkml:trace>
  <inkml:trace contextRef="#ctx0" brushRef="#br0" timeOffset="2962.47">15681 1808 1751 0,'-5'8'0'0,"1"3"0"0,1 2 0 0,2 5 0 0,1 1 0 0,0 7 362 0,0 3-163 0,0 4 165 16,0 2-163-16,1 6-73 0,1-5-50 0,1-2 26 15,0 1-34-15,0-4 1 0,-2 0-34 0,1 0-426 32,-1-11 208-32,2-3 109 0,-3-5 55 0,0-2-640 15,0-7 336-15,0-1 170 0,0-2-455 0,0-2 284 16,0-14 143-16,-3-2-74 0</inkml:trace>
  <inkml:trace contextRef="#ctx0" brushRef="#br0" timeOffset="3167.91">15681 1901 1624 0,'3'-18'0'0,"1"-1"0"0,2 7 0 0,0 5 0 0,2 0 0 0,3 4 0 0,0 2 0 0,4 1 231 0,1 0-102 0,1 1-46 0,-1 12 124 16,2 3-85-16,0 1-42 0,2 5 8 0,-5 2 121 15,-2-1-87-15,1 3-44 0,-5 3 0 0,-1-2-10 16,0 4-25-16,-2-5-8 0,-3 1-69 0,0-3 35 16,-1 0-1-16,-2-3-223 0,1 3 138 0,-1-8 55 15,0-2 33-15,0-1-482 16,-1-4 210-16,-4-2 125 0,-2 1 9 0,0-3-155 15,1-2 127-15,-3-2 63 0,-2 2 32 0,0-3-380 16</inkml:trace>
  <inkml:trace contextRef="#ctx0" brushRef="#br0" timeOffset="3302.44">15712 2126 1177 0,'-1'-5'0'16,"1"0"0"-16,0 0 0 0,0 0 0 0,0 1 0 0,0-1 0 0,1 3 213 0,4-1-89 0,3 0-24 0,0 1-37 0,3-1 1 15,0 0-28-15,-2 2-448 0,2 1 214 0,0-2 111 0,-3 2 49 0,0 0-293 16,-4 0 155-16</inkml:trace>
  <inkml:trace contextRef="#ctx0" brushRef="#br0" timeOffset="3413.68">15733 2167 649 0,'-8'3'0'0,"0"1"0"0,3-2 0 0,-2 1 0 0,2-1 0 0,4 1 177 0,1-3-71 0,0 0-34 0,0 0-1 0,0 0-50 16,6 0 15-16,5 0 1 15,0-3-222 1,4-1 111-16</inkml:trace>
  <inkml:trace contextRef="#ctx0" brushRef="#br0" timeOffset="3564.72">16029 1965 904 0,'0'-3'0'16,"0"-3"0"-16,0 5 0 0,0-2 0 0,0-1 0 0,0 3 623 0,0 0-293 0,0-3-138 0,0 4-83 0,0 0-47 0,0 0-1 0,0 0-25 15,0 0 10-15,0 0-446 16,0 0 218-16,2 4 110 0,-1 0-361 0,1 0 216 16</inkml:trace>
  <inkml:trace contextRef="#ctx0" brushRef="#br0" timeOffset="3752.99">16151 1791 1450 0,'1'-7'0'0,"1"3"0"0,-1-1 0 0,1 0 0 0,-1 4 0 0,1 1 0 0,4 0 0 0,-3 4 0 0,3 10 0 0,1 8 0 0,-1 7 0 0,3 6 1247 0,-2 7-605 0,-1 2-304 0,2 7-141 16,-5 1-140-16,6-1-57 0,-4 0 0 15,-2-3 0-15,-2-1 0 0,2-3 0 0,-3-11 0 16,0-6 0-16,-3-7 0 0,-6-7 0 0,-3-5-77 16,-2-3-24-16,-4-5 46 15,3-2 42-15,-5-5-694 0,-1-7 335 0,2-2 169 0</inkml:trace>
  <inkml:trace contextRef="#ctx0" brushRef="#br0" timeOffset="4321.32">16643 1738 1289 0,'-13'-7'0'0,"0"-2"0"0,5 4 0 0,1 2 0 0,4-3 0 0,2 3 249 0,1 0-105 15,0-2-44-15,6 0 254 16,11 0-158-16,2-1-79 0,5 2-39 0,-2 0 126 0,5-2-73 0,-3 2-52 15,-1 1-84-15,0 2 0 16,-1-2 43-16,-3 3 0 0,2 0-431 0,-6 0 211 16,-2 0 109-16,-3 7-618 0,-2 3 310 0,-4 4 188 15</inkml:trace>
  <inkml:trace contextRef="#ctx0" brushRef="#br0" timeOffset="4509.93">16610 2021 2337 0,'-11'0'0'0,"2"3"0"0,0 0 0 0,4 0 0 0,-1-1 0 0,6 2 0 0,0-1 0 0,3 1 0 0,11-3 220 0,6 1-91 0,2-2-36 15,3 0 352-15,0 0-204 16,1 0-102-16,4 0-236 0,-2 0 67 0,3 0 44 16,-4 0-12-16,-1 0-534 0,0-2 284 0,-1 2 143 0,-1-1 71 0,5-1 44 31,-11 0-9-31,3 0-36 0,-5 1-1259 0</inkml:trace>
  <inkml:trace contextRef="#ctx0" brushRef="#br0" timeOffset="4725.1">17236 1644 1187 0,'0'0'0'0,"0"0"0"0,3 0 0 0,-3 0 0 0,2 0 0 0,3 0 595 0,4-2-284 0,3 2-136 0,6-5-70 0,6 2 258 16,6-4-163-16,4 1-72 0,5-2-146 0,2 3 28 16,-1-2 0-16,4 0-151 0,-2-1 98 0,-8 3 36 31,-4 4-1-31,-5-1-457 0,-5 1 251 0,-6 1 126 0,0 0 72 0,-11 1-759 0,-3 7 369 0</inkml:trace>
  <inkml:trace contextRef="#ctx0" brushRef="#br0" timeOffset="4925.52">17154 1823 1997 0,'-30'4'0'0,"5"3"0"0,4 0 0 0,13-1 0 0,6-5 0 0,2 1 0 0,2 0 0 0,14-2 0 0,6 0 253 0,8 0-113 16,4 0-51-16,4 0 87 0,1 0-70 0,4-7-34 15,2 0 9-15,-4 1-165 31,1 1 60-15,-5 1 31-16,1-2-443 0,-1 0 236 0,2 4 129 0,-11 1 49 0,-7-1-580 0,-1 2 296 0,-9 0 148 0,-5 0-307 0,-2 3 205 0,-4 5 116 0</inkml:trace>
  <inkml:trace contextRef="#ctx0" brushRef="#br0" timeOffset="5087.09">17446 1850 743 0,'-9'0'0'0,"1"0"0"0,0 0 0 0,2 0 0 0,-3 0 0 0,1 0 362 15,3 0-167-15,-1 0-79 16,1 5-39-1,0 7 242-15,1 1-141 0,-5 1-61 0,3 5-45 0,-1 0 47 0,-2 3-41 0,0 2 0 0,1 3-160 0,-3 0 69 16,3-4 20-16,2 0-395 0,1 0 213 16,2-8 106-1,1 0 53 1,2-2-517-16,0-7 225 0,4-6 146 0,8 0 12 0</inkml:trace>
  <inkml:trace contextRef="#ctx0" brushRef="#br0" timeOffset="5259.51">17469 1914 2170 0,'0'-1'0'0,"0"1"0"0,0 0 0 0,0 0 0 0,0 0 0 0,0 0 0 0,0 2 0 0,0 13 0 0,0 2 0 0,0 7 0 0,0 0 0 0,0 3 253 0,5 5-108 0,5-1-54 16,1 0 62-16,6 1-49 0,3-8-38 0,1-2 0 15,2-7-242-15,2-4 107 0,-1-4 53 0,4-4-251 16,-7-3 146-16,-1-2 80 0,-2-8 38 16,-2-6-403-16,-3-2 155 0,1-2 112 15,-3-1 0-15,-2-4-223 0,-1-4 162 0,0-3 81 0,1-6-121 0</inkml:trace>
  <inkml:trace contextRef="#ctx0" brushRef="#br0" timeOffset="5822.33">17928 1571 1371 0,'11'-21'0'16,"-3"6"0"-16,4 3 0 0,-3 3 0 0,3 1 0 0,0 4 0 0,2-3 0 0,0 6 170 0,-2 1-67 0,4 0 280 15,-2 0-174-15,3 1-85 0,0 6-35 0,0 2 217 0,-1 3-135 0,-1 0-66 0,1 6-35 0,-2 2 148 16,0 8-81-16,-3-2-55 0,-5 7 0 0,0 2 83 0,-2 4-64 15,0-3-56-15,1 5-45 0,-3-4 0 0,2-2 0 16,-2-3 0 0,1 0 0-16,-3-6 0 0,4 3 0 0,-2-12-38 0,-2-4-2 0,0-4 38 15,0-4 0-15,0-3-107 0,0 1 62 0,-3-3-5 16,-3 0 26-16,-5-7-47 0,1-3 29 0,-2 0-3 31,-2-4-182-31,0 2 96 0,-2-1 50 0,0-4-54 0,-2 1 50 0,0 1 24 16,-4-4-9-16,3 7-28 0,-1-1 32 0,2 3-1 0,-2 2 32 15,1 0 144-15,-1 0-81 0,5 4-27 32,2 1 1-32,2 3 164 0,2-2-101 15,0 2-38-15,9 0 0 0,0 0-1 0,3 2 0 0,14 1-187 0,2 1 80 16,9-1 51-16,1-3 0 0,4 0-110 16,1 0 67-16,1 0 24 0,2 0-1 0,2-7-188 0,-6 4 106 0,-1-1 49 0,0-1 24 0,-4 2 73 15,-5-2-25 1,5 5-9-16,-14-1 155 0,-5 1-85 0,-3 0-42 0,-5 0 275 0,-1 0-153 15,-1 6-64 48,-14 2-38-63,-4-1 176 0,-4 5-96 0,0-3 1 0,-4 1-41 0,0 0 174 0,6-3-106 0,-1 0-49 0,2 0-23 0,2 0 150 0,4-1-88 0,0-2-34 31,5-3 66-31,3 3-152 0,3-2-4 0,3-1 0 0,0-1 0 0,3 4 0 0,12-4 0 0,3 0 0 0,2 0 0 0,2 0 0 0,1 0 0 0,2 0-92 16,-2 0-51-16,1 0 81 0,-4 1-15 0,0-1-468 0,-1 1 247 0,0 1 121 31,-5 0-442-31,-5 1 292 0,-2-2 144 16,0 2-406-16,-6 1 276 0</inkml:trace>
  <inkml:trace contextRef="#ctx0" brushRef="#br0" timeOffset="6105.66">17884 1850 790 0,'-9'2'0'0,"-5"1"0"0,8 4 0 0,-1 2 0 0,1 3 0 0,3 6 0 0,0 4 362 0,-2 3-153 0,4 3-91 0,-1 3 67 0,1 1-75 15,-2 1-36-15,-1-2 25 0,0 3-22 0,-1-11-9 0,-1-2-31 0,-2-6 85 16,3-1-42-16,1-6-1 16,-1 1-33-16,3-8 203 0,1-1-106 0,1 0-53 0,0 0-27 0,0 0 81 31,8-3-44-31,9-2-37 15,5-2 215-15,4 2-121 0,5-2-60 0,5 0-6 0,8-2-91 0,-4 5 0 0,1 0 0 0,4 1 0 0,0-1 0 16,2 1 0-16,3 3 0 0,-10 0-262 16,-2 0 41-16,-4 0 130 15,-1 9 39-15,-7-4-372 0,4 5 142 0,-13-5 132 0,-6 4-526 0,-3-2 319 32,-4-2 160-32,-2-2-332 0</inkml:trace>
  <inkml:trace contextRef="#ctx0" brushRef="#br0" timeOffset="6276.57">18479 1786 2082 0,'0'-13'0'0,"0"3"0"0,0 5 0 0,2-1 0 0,0 3 0 0,-2 2 0 0,6 1 0 0,0 0 0 0,-1 15 595 0,2 6-279 0,0 4-140 0,-3 1-69 0,3 8 250 0,-1 0-165 0,0 0-86 16,-2 0-106-16,1-3 0 46,0 1 0-46,2 2-407 0,-5-7 197 0,3-4 123 0,-2-3 62 0,0-3-711 0,0-5 378 0,-1-2 73 0,0-8 135 0</inkml:trace>
  <inkml:trace contextRef="#ctx0" brushRef="#br0" timeOffset="6462.64">18742 1526 1925 0,'1'0'0'0,"3"0"0"0,-2 0 0 0,-1-3 0 0,1 3 0 0,1-2 284 0,-1 0-125 0,1 1 143 0,2 1-137 0,-2 0-65 31,2 0-31-31,2 0-173 16,-1 5 79-16,2 2 26 0,2 3 0 0,0 0-631 0,2 0 325 0,3 0 163 0,1-2 86 0,2-2-730 15</inkml:trace>
  <inkml:trace contextRef="#ctx0" brushRef="#br0" timeOffset="6711.59">19137 1514 1423 0,'0'0'0'0,"0"0"0"0,0 0 0 0,-2 0 0 0,-2 0 0 0,-4 1 0 0,-5 5 0 0,-4 3 0 0,-4 3 174 47,-9 5-60-47,-3 1-53 0,-3 3 0 0,-4 2-25 0,-4 1 0 0,1 1-44 16,-7 0 10-16,11-6 34 0,3-4 0 0,5-3-97 0,7-5 48 0,6-3 25 0,2-1 9 0,11-3 85 16,5 0-40-16,0 0-1 31,0-3 155-31,0 2-92 0,8-2-37 0,5-2 54 0,5 0-55 0,4 1-27 0,6-1 1 0,2 4 11 0,4-2-29 0,-1 0-10 0,1 2 0 15,1 1-83-15,-1-2 42 0,0 2 0 16,6 0 50-16,-7 0-287 0,-3 0 133 0,-1-2 72 16,-3 2-560-16,1-3 282 15,-9 3 108-15,-7-2-307 0,-2 2 239 0,-8-2 120 0,-1 0 59 0,0-1-228 16</inkml:trace>
  <inkml:trace contextRef="#ctx0" brushRef="#br0" timeOffset="6938.31">18947 1359 1796 0,'0'0'0'0,"0"-1"0"0,0-1 0 16,0 1 0-16,0 1 0 0,0 0 0 0,0 13 0 0,0 7 285 16,0 9-129-16,0 5 213 0,-3 9-166 0,2 3-84 0,-1 9-41 0,-1 6-88 0,-2-3 19 0,2-6-1 15,-3-1 29-15,1-4-400 0,0-5 199 0,-1 0 110 16,0-10-223-16,-2-6 157 31,0-5 78-31,2-5 39 0,-2-8-648 0,1 1 299 0,2-9 162 0,2-5-231 16</inkml:trace>
  <inkml:trace contextRef="#ctx0" brushRef="#br0" timeOffset="7044.02">18885 1784 1432 0,'-3'0'0'16,"-2"0"0"-16,0-2 0 0,0 0 0 0,-1 2 0 0,-1 0 0 0,-1 0 0 0,-6 2 0 0,3 8 193 0,-4 4-79 0,-1 1-38 15,0 2-1-15,0 0-272 0,0 4 126 0,1-3 49 16,4 1 29-16,-1-2-309 0</inkml:trace>
  <inkml:trace contextRef="#ctx0" brushRef="#br0" timeOffset="7188.81">18902 1843 1431 0,'6'0'0'0,"2"0"0"0,0 0 0 0,7 0 0 0,-5 0 0 0,3 2 0 0,0 1 0 0,2 4 237 0,1 0-100 0,3 0-41 0,-4 1-135 0,2 1 37 0,-2 1 1 0,2 1 37 0,-5-1-485 16,3 3 250-16,-5-2 112 0</inkml:trace>
  <inkml:trace contextRef="#ctx0" brushRef="#br0" timeOffset="7873.1">18930 1973 1206 0,'-6'0'0'0,"6"0"0"0,-3 1 0 0,1 1 0 0,2 2 0 0,0 1 98 0,0 3-22 0,0 4-9 0,0-1 236 0,0 4-134 0,0 0-66 31,0 2-34-31,2 1-69 0,1 2-9 0,1-3 46 0,-1 0-1 0,-1-1-282 16,1-3 141-16,-1 0 79 0,-1-3-238 0,1-3 145 15,-1-3 72-15,0 0-127 16,0-3 83-16,2 1-27 0,-1-2 49 0,-1 0 46 0,-1-2-13 0,0 0-1 15,0-5 1-15,0 0 156 0,0-1-74 0,-7 1-41 16,0 2 208-16,-5-2-99 0,2-1-63 0,-2 4 161 16,-2-1-84-16,0 0-52 15,0 2-26-15,0-3 87 16,0 3-50-16,1-2-17 0,4 0-9 16,0 0 9-16,2 0-34 0,3 0 0 0,4-7 1 0,0 1-86 0,0 0 38 0,6-5 24 0,12-4-236 0,7-4 127 15,6-3 45-15,9-11 42 16,2 3-306-16,7-8 151 0,4-2 46 0,5-8-64 15,1-3 73-15,7-9 27 16,-10 8 9-16,-6 1 74 0,-4 5-1 0,-10 6-36 0,-1 1-9 16,-18 20 248 15,-8 7-120-31,-7 10-60 0,-2 4-29 0,0 3 529 0,-2 0-216 0,-6 0-147 0,-6 3 345 0,-1 5-234 0,-4 8-117 0,-1 1-59 0,1 6-21 0,4 0-8 16,2 6-30-16,1 0 199 0,5 5-99 0,3-2-50 31,0 7-16-16,4-7 18-15,0 2-30 0,0-1-58 0,7 2 0 0,7 0 0 0,0 6 0 0,4-7 0 0,1 1-114 0,1-2 66 16,2 0 36-16,-4-1-158 0,0 2 77 0,-7-8 48 16,-2 0-10-16,-6-3-40 0,-3-1 23 15,0-4 24-15,-12 5-18 0,-5-11-5 0,-7 0 19 0,-2-3 16 94,-1-1 3-94,-4-4-3 0,-1 2-10 0,2-6 10 0,2 0-31 0,-3-2 31 0,4-9 3 0,1-3 57 0,1-3-35 0,6-5 8 0,6 0-30 0,3 0 203 0,4 1-92 0,4 2-49 0,0 1-23 0,2 5 154 0,0 2-68 0,5 5-47 0,6 0 179 0,6 4-100 16,2-1-13-16,3 3-42 0,3 0-63 0,3 0 1 0,3 8 29 0,0 1-205 15,5-1 111-15,-2 4 43 0,0 0 25 0,-1 0-471 32,3 2 214-32,3-2 79 0,-6 1 77 0,0-1-317 0,-2 2 186 0,0 1 92 15</inkml:trace>
  <inkml:trace contextRef="#ctx0" brushRef="#br0" timeOffset="8007.21">19986 2177 3619 0,'-1'0'0'0,"-1"0"0"0,2-1 0 0,0-1 0 0,0 0 0 0,0 0 0 0,0-1 0 0,2 3 0 0,5 0 252 0,-2 0-192 16,1 0-60-1,-1 0 0-15,0 0-581 0,-1 0 190 0</inkml:trace>
  <inkml:trace contextRef="#ctx0" brushRef="#br0" timeOffset="21053.51">20806 1553 1487 0,'-4'-7'0'0,"2"1"0"0,0 1 0 0,2 0 0 0,0 1 0 0,2 4 0 0,8-3 0 0,6 1 216 16,6-4-79-16,1 5 36 0,1-2-67 0,2 1-34 16,2-1 1-16,2 3-60 0,3-4 36 0,-5 3-10 15,0 1 0-15,-5 0-29 0,2 0 0 0,-6 0 29 16,2 1 10-16,-9 8-77 16,0-1 33-16,-8 5 1 0,-2 2-58 0,-2 5 43 15,0 2-4-15,-3 2-67 0,-12 5 37 0,2 2 27 0,-6-2-26 16,-1 5 9-16,-6 3 28 0,4-6 4 15,-3 0-7-15,2-2 132 0,-2-2-61 0,4-3-30 0,-2 2 3 16,5-8 69-16,2-4-41 0,3-2-25 16,2-4 189-16,5-1-97 15,0-2-21-15,6-4 28 0,0-1-49 0,8 0-25 0,7 0 0 0,2 0 40 16,7 0-23-16,-1 0-9 0,3 0-33 0,0 0 28 16,0-1-27-16,-1-2-1 15,4 3-31-15,-5-2-8 0,-1 0 0 0,-4 0 0 0,-1 2-259 0,-3 0 125 16,2 0 64-16,-9 0-581 15,-2 0 288-15,-3 0 165 0,0 4 59 16,-2-2-498-16,-1 2 305 0,0-3 146 16</inkml:trace>
  <inkml:trace contextRef="#ctx0" brushRef="#br0" timeOffset="21215.84">20928 1734 2087 0,'-16'0'0'0,"-1"0"0"0,9-3 0 0,2 1 0 0,5 1 0 0,1 1 0 0,1 0 0 0,11-2 262 16,10 2-116-16,3-1 305 0,1 1-207 16,3 0-102-16,3 0-52 0,2 0-290 15,-4 0 114-15,1 1 63 0,0 4 30 0,-1 0-723 0,-2 2 377 0,4 1 198 16,-5-1 84-16</inkml:trace>
  <inkml:trace contextRef="#ctx0" brushRef="#br0" timeOffset="21403.24">21607 1262 998 0,'0'0'0'0,"-2"0"0"0,2 0 0 0,-2 0 0 0,2 0 0 0,-1 2 539 16,1 3-250-16,-2 3-125 0,1 4-63 0,-3 4 221 31,-2 6-133-31,2 2-79 0,-4 6-36 0,1 5-212 0,-1 0 89 0,0 2 44 16,0 1-551-16,2-2 291 0,-3-7 149 15,4-2-337-15,0-3 224 0</inkml:trace>
  <inkml:trace contextRef="#ctx0" brushRef="#br0" timeOffset="21542.48">21504 1523 1418 0,'0'-11'0'0,"0"1"0"0,0-3 0 0,0 5 0 0,2-2 0 16,4 2 0-16,8-2 250 0,3 3-106 15,3-5-43-15,6 5 105 0,4-1-84 0,5 3-41 16,-1-1-1-16,2 0 71 0,3 0-47 0,-5 2-37 0,-5 0 0 0,-1 1-404 15,-5 3 188-15,-5 0 94 0,1 0-647 0,-15 0 362 16</inkml:trace>
  <inkml:trace contextRef="#ctx0" brushRef="#br0" timeOffset="21709.51">21569 1589 1488 0,'-9'6'0'16,"3"-3"0"-16,-1 4 0 0,3 0 0 0,1 0 0 0,1 1 0 0,-1 7 323 0,3-4-148 0,0 2-68 31,0-1-34-31,3 3-73 0,0 0 1 0,3 2 47 0,1-3-445 0,-1-1 215 0,1 1 107 0,0-3-550 0,-1-1 294 0,-1 0 136 16</inkml:trace>
  <inkml:trace contextRef="#ctx0" brushRef="#br0" timeOffset="21943.23">21562 1654 901 0,'-3'-12'0'0,"-1"2"0"0,0 0 0 0,3 1 0 0,1-2-1 0,0 0 0 0,0 4-1 0,7 0 236 16,6 1-99-16,5-1-50 0,2 5-23 0,3-1 66 16,0 0-51-16,2 3 1 0,-1 0-41 0,1 0 149 15,-2 0-74-15,1 7-28 0,-4 1 46 0,-1 2-47 16,-5 0 1-16,0 4 20 16,-6-1-33-16,0 1 9 0,-2 1-42 0,-4 1 60 15,-1-1-31 1,-1 2 1-16,0 2-30 0,0-2-46 0,0-2 19 0,0-1 0 15,-3 2-72-15,-3-5 50 0,5 4 34 0,-3-6-10 0,1-1-377 0,0-1 189 16,1-3 68-16,-1 0-454 0,-2 0 245 0,2-4 144 16,-1 0 67-16,-1 0-311 0,-2 0 189 0,1 0 95 0</inkml:trace>
  <inkml:trace contextRef="#ctx0" brushRef="#br0" timeOffset="22490.48">21641 1701 518 0,'-6'0'0'0,"-1"0"0"0,5-3 0 0,-1 2 0 0,-1-1 0 0,4 0 279 0,0 1-120 0,0 1-61 16,5 0-6-16,6-2-27 0,0 2 9 0,1 0-36 16,4 0-43-16,-5 0 0 0,4 0 43 0,-4 0-223 15,1 0 114-15,-4 0 47 16,-1 0 26-16,-4 2-181 0,2 3 92 0,-4 0 46 0,1 1 1 16,-2 3 13-1,0-4 14-15,0 4-53 0,-3-1 42 0,-4 1 99 0,-1-1-54 0,1-1 4 0,-1-3 16 16,2 4-19-16,-1-3 1 0,1-3 66 15,0 3-42-15,0-3-1 0,4 1 0 0,-1 1 8 16,2-3-37-16,1 1 34 16,0 1-26-16,0-1 40 0,0-2-42 0,0 2 1 0,0 0 39 0,0 0 9 15,1-1-46-15,1 4 26 0,0-2-23 0,-1 1 2 16,5 0-1-16,-5 3 10 0,1-3-9 0,-1 1 7 16,1 2-5-16,0-2-46 0,-2 2 46 15,1-2 10-15,1 3-10 0,-1-2-55 16,0 1 25-16,3-2-7 0,-1 1 12 0,-1 2 18 0,1-1-3 15,0 0 0 1,0-1-1-16,-2 2-4 0,0-1 2 0,2 5 28 16,-3-3-27-16,0 1-2 0,0 0 1 0,0 0 37 0,-8-1-34 0,0 3 10 15,0-4-9-15,-1 1-91 0,-3-1 43 0,-1-3-1 16,1-1-84-16,-2 2 57 0,2-6 29 0,-1 0-39 16,2 0 31-16,-1-1-13 0,2-9 39 0,0-2 80 15,4 0-40-15,2-1-11 16,1 0-35-16,3 2 152 0,0 0-73 0,0-1-33 15,0 7 0-15,5-2 337 0,5 2-172 0,2 2-58 16,4 1 227-16,3 2-156 0,3 0-92 0,1 0-42 16,3 5 182-16,1 3-240 0,2 1-21 0,6 5 0 15,-3-2-53-15,3 5 31 32,1-2 30-32,0 2-275 0,0-3 152 0,4 3 86 0,-10-4 29 0,1-2-828 0,-6-5 343 0,0 0 224 15</inkml:trace>
  <inkml:trace contextRef="#ctx0" brushRef="#br0" timeOffset="22699.58">22406 1271 1856 0,'0'0'0'0,"2"1"0"0,-2-1 0 0,0 3 0 0,0 1 0 0,0 1 0 0,0 3 0 0,-8 5 505 16,-6 5-234-16,-5 7-116 0,-7 9 210 0,-6 6-168 15,-3 5-79-15,-6 6-123 0,2 0 43 0,2-2 0 16,-2 2 9-16,10-13-528 0,6-6 259 0,5-4 130 16,8-4 65-16,1-9-738 15,6 0 309-15,3-13 225 0</inkml:trace>
  <inkml:trace contextRef="#ctx0" brushRef="#br0" timeOffset="22893.97">22154 1621 1400 0,'1'0'0'0,"1"0"0"0,-1 0 0 0,2 1 0 0,1 3 0 0,5 0 0 0,0 3 345 16,1 1-153-16,3 3 350 0,2-1-252 0,3 1-117 0,-2 2-72 0,3-1 39 15,-2 0-51-15,1 2-25 16,-2-3-1-16,1 2-369 0,-5-2 167 0,1 1 88 0,-6-3 45 0,2 1-463 16,-3-2 253-16,-2 0 109 0,-3-1-243 0,-1-1 74 15,0-1 119-15,0-1-273 0,0-1 196 16,-5-3 89-16,-4 0 58 0</inkml:trace>
  <inkml:trace contextRef="#ctx0" brushRef="#br0" timeOffset="23006.31">22241 1763 680 0,'-9'3'0'0,"-2"-2"0"0,3 2 0 0,-2 0 0 0,3-1 0 0,2-2 0 0,2 1 99 0,0-1-31 0,3 1 0 31,0 2-30-31</inkml:trace>
  <inkml:trace contextRef="#ctx0" brushRef="#br0" timeOffset="23327.02">22050 1871 1725 0,'-5'0'0'0,"-3"-2"0"0,2 0 0 0,4 2 0 0,-1-3 0 0,3 3 0 0,0 0 0 0,0-2 277 0,3-1-124 0,13-1-59 0,1 4 100 0,2-3-79 15,4-1-39-15,-1 1 9 16,2 1 3 0,-3 0-25-16,1 1-1 0,-1-1-25 0,-2-1-307 0,1 3 162 0,-3 0 68 0,-4 0-635 0,-2 0 352 15,-2 5 103-15</inkml:trace>
  <inkml:trace contextRef="#ctx0" brushRef="#br0" timeOffset="23652.9">22143 1974 724 0,'-8'4'0'0,"3"1"0"0,0 1 0 0,2 0 0 0,-1 1 0 0,-1 0 0 0,0 1 369 0,3 1-171 0,0-1-80 16,0-1-34-16,1 0-23 0,1 0-1 0,-2 0-52 16,2-4-10-16,0 0 39 0,0-1 0 15,0 0-2-15,0-2 2 16,2 0 9-16,3 0-9 0,7 0 64 0,-4-4-32 0,6 1 1 15,0-2-33-15,1 2 48 0,0 0-9 0,2 2-39 16,-2-1 37-16,1 2-37 0,-2 0 0 16,-1 0-41-16,2 0 15 0,-6 3 1 0,-1 3 25 0,-1 1-70 15,-3 1 35-15,-1 2 10 0,-3 0 25 0,0 0-56 16,-3-1 17-16,-10 0-1 0,1-1 3 0,-5 0-6 16,3-3-5-1,-3-1 1-15,1-2-195 0,-1-2 103 0,1 0 38 0,1 0-364 0,7-2 187 16,1-7 102-16,3-4 47 0,4-11-372 15</inkml:trace>
  <inkml:trace contextRef="#ctx0" brushRef="#br0" timeOffset="23903.23">22827 1487 1589 0,'8'-5'0'0,"7"3"0"0,-10 0 0 0,1 2 0 0,-4 0 0 0,-2 0 0 0,0 4 0 0,-10 8 0 0,-8 3 266 0,-2 2-114 0,-4-1-58 0,-3 2-13 0,1 2 0 15,-5 1-35-15,3-7-43 0,1 3 1 0,0-2 33 16,6-2 0-16,1 0 24 0,-4 1 9 0,11-4-33 31,3-2 0-31,1 1 77 0,7 2-39 0,2-2 1 0,0 6-30 0,0-1 91 16,0 0-50-16,2 3-25 0,6 3-23 0,-1 1-2 0,-3 8 9 16,2-5-133-16,-3 2 62 0,-2 2 30 0,1 1 1 0,-2-2-434 15,0 5 228-15,0-8 80 0,0-3 64 16,0-1-626-16,-3-2 322 0,0-5 162 15</inkml:trace>
  <inkml:trace contextRef="#ctx0" brushRef="#br0" timeOffset="24069.41">22615 1808 1009 0,'6'0'0'0,"5"-6"0"0,-2 1 0 0,2 0 0 0,5 0 153 0,-3 0-59 15,6 3-28-15,1-3 495 0,4-1-267 0,0 3-128 0,0-3-65 16,0 4-19-16,1-1-45 0,3-1 10 0,-6 2-10 0,-2 1-429 16,-4 1 214-16,-4 0 108 0,-4 0-715 0</inkml:trace>
  <inkml:trace contextRef="#ctx0" brushRef="#br0" timeOffset="24367.75">22713 2048 1062 0,'-6'3'0'0,"0"1"0"0,2 1 0 0,0-2 0 0,-2 2 0 0,-1 0 0 0,4-1 0 0,-2-1 0 0,2-2 393 0,0 2-177 0,1-3-90 16,-2 0 8-16,4 0-53 0,0 0 0 16,0-6-112-16,2-2 33 0,7-2 1 15,1-2 44-15,6 3-98 0,0 0 44 0,4 0 1 0,0 2 42 16,3 2-69-16,-1 2 44 15,2 2-10-15,-1 1-12 0,-2 0-99 0,-1 1 27 0,0 9 42 16,1 1-14 0,-6 5 47-16,-6 1-15 0,-1-2 171 0,-6 5-75 0,-2-2-37 0,0 2 4 0,-6-5 189 15,-10-2-99-15,-4-4-54 0,-2-3-10 0,-1-3 13 16,-1-1-3-16,2-2-8 16,2 0-31-16,3-5-265 0,2-4 133 0,2-3 66 15,1-4-776-15</inkml:trace>
  <inkml:trace contextRef="#ctx0" brushRef="#br0" timeOffset="25998.9">23283 1680 2166 0,'-3'0'0'0,"-1"0"0"0,3 0 0 0,0 0 0 0,1 0 0 0,0 0 0 0,0 0 0 0,1 0 0 0,6 1 279 0,4 3-125 0,4-1-59 0,1 1-32 0,3-1-25 0,1 0 0 32,0 1 10-32,0-1-135 0,0 0 63 0,-1-1 31 0,0 2 0 0,-2-1-507 0,2 1 279 0,-6 0 124 15</inkml:trace>
  <inkml:trace contextRef="#ctx0" brushRef="#br0" timeOffset="26198.04">23269 2027 1509 0,'-9'4'0'0,"1"-1"0"0,2 0 0 0,-2 1 0 0,4-1 0 0,1 1 0 0,3-1 650 0,0 0-307 0,5-2-153 0,13-1-76 0,2 0 115 0,5 0-86 0,0 0-58 0,2 0-102 0,4 0 27 0,-1-1 0 0,0 0-481 0,2-4 263 0,-4 3 118 0,-3-1 64 0,4-3-660 16,-3 3 349-16,-1 0 173 0,5-2-29 0</inkml:trace>
  <inkml:trace contextRef="#ctx0" brushRef="#br0" timeOffset="26429.3">23710 1666 1907 0,'-3'-7'0'0,"2"1"0"0,1-2 0 0,0 2 0 0,1 1 0 0,8 1 0 0,9-1 0 0,2-2 674 0,2 2-318 0,7-2-150 16,0 3-89-16,2 3 81 16,1-2-81-16,0 1-40 0,0 2 1 0,5 0-254 15,-11 0 101-15,3 0 57 0,-4 0-170 0,-1 5 112 16,-1 0 57-16,-1 1-473 15,-5-3 259-15,-6 3 42 0,4-2 95 0,-8-2-491 0,0 1 275 0,1 1 128 16,-7-2 78-16,-1-1-316 0,0 1 192 0</inkml:trace>
  <inkml:trace contextRef="#ctx0" brushRef="#br0" timeOffset="26605.33">23924 1714 1165 0,'-22'3'0'0,"-3"1"0"0,6 3 0 0,2-1 0 0,3-1 0 0,5 2 0 0,0-2 0 0,4 0 0 0,5-1 462 15,0-1-213-15,3 0-106 0,11 0 264 0,3-2-185 0,5 2-83 0,1-3 19 16,3 0-60-16,-2 0-30 0,3 0-1 0,-2 0-149 16,4 0 69-1,-6 0 20-15,1 0 1 0,-6 0-450 16,2-3 240-16,-2 3 119 0,2 0 70 0,-4 0-788 0,-5 0 387 0</inkml:trace>
  <inkml:trace contextRef="#ctx0" brushRef="#br0" timeOffset="26756.92">23981 1797 1687 0,'-13'0'0'0,"0"2"0"0,2 3 0 16,-4 0 0-16,3 3 0 0,1 2 0 0,1 1 305 0,0 3-135 0,2 3-66 0,-2 2 83 0,0 3-67 0,2 0-45 0,-1 0-1 0,2 0-82 16,2 2 0-16,0-3 45 0,2 2 10 0,3-5-425 15,0-3 208-15,0-3 104 0,5-5-611 0,6-1 344 0</inkml:trace>
  <inkml:trace contextRef="#ctx0" brushRef="#br0" timeOffset="26938.54">24056 1871 1452 0,'-9'2'0'16,"3"5"0"-16,-1 1 0 0,1 2 0 0,0 1 0 0,3 4 0 0,0 3 555 0,3 2-263 0,0 0-128 0,0 0-63 15,6 2 33-15,6-2-49 0,1 1-15 16,1-5-9-16,4-2-113 0,1-3 44 0,-1-3 0 15,2-1-304-15,1-2 183 0,-3-5 79 0,2 0-443 16,-1 0 254-16,0-6 127 0,0-8-21 0,2 0-398 16,-4-5 251-16</inkml:trace>
  <inkml:trace contextRef="#ctx0" brushRef="#br0" timeOffset="27434.22">24500 1514 879 0,'8'-13'0'0,"1"3"0"0,1 0 0 0,-1 2 0 0,3-1 0 0,-4 5 0 0,2 4 149 16,-1-2-56-16,-2 2-28 0,3 0 147 0,-4 5-92 16,2 7-41-16,-3 1 56 0,-2 4-49 0,-1 1-25 15,1 7 10-15,0-2 75 0,-2 4-55 0,-1 1-27 16,0 2 0-16,0-1 39 16,0 5-24-16,0-7-9 0,0 3-32 0,0-2-27 15,0 0 0-15,0-2 26 0,0 2-103 0,0-7 46 16,0-1 29-16,0-1-194 0,0-6 96 0,0-1 60 15,0 2 7-15,-4-10-238 0,1 0 105 0,1-4 72 16,-3 0-2-16,-2 0-56 0,0 0 41 0,0-3 36 16,-3-4-1-16,-2-3 74 15,1-1 0-15,-4-4-47 0,2-2 17 0,2 1 9 0,-2 0-25 0,2-2 87 16,2 2-44-16,3-1-14 31,1 0-9-31,4 4 216 0,1 0-105 0,0 3-31 0,3 0-34 0,8 1 11 16,3 0 2-16,3 3-9 0,2 4-19 0,2 0-59 15,2 1 29-15,-3 1 8 0,4 0-13 0,-3 0 36 16,-7 3-2-16,2 2-41 16,-4 5 0-16,-4-3 18 0,1 4 15 0,-8-2 2 0,-1 2-8 0,0 1-10 15,-4-1 7-15,-10 0 128 16,1-1-58-16,-2-1-25 0,2-2 0 0,-1-1 136 0,2 0-76 0,2-1-21 16,0-2 72-16,5 0-57 0,2-1-29 0,1 0-76 15,2-2 24-15,0 1 9 0,2-1 14 0,6 0-161 16,7 0 80-16,-1 0 41 0,3 0 0 0,1 0-319 15,0 0 164-15,-2 0 57 0,0 0 50 0,2 0-405 16,-6 0 210-16,-1 0 95 0,-2 0-266 0,-2 0 190 16</inkml:trace>
  <inkml:trace contextRef="#ctx0" brushRef="#br0" timeOffset="27734.42">24441 1843 884 0,'-6'5'0'0,"1"-1"0"0,1 2 0 0,2 3 0 0,-2 0 0 0,0 4 0 0,3 5 144 0,-1 2-58 0,1 1-24 16,-2 4 0-16,0 4 75 0,1-4-49 15,-2 5-17-15,0-6 3 0,-3 0 1 0,3-3-38 0,1-4 89 16,-2-3-45 0,4 1 10-16,-1-6-54 0,2-5 68 0,0-1-34 0,2-3 1 15,7 0-35-15,8 0 195 0,3 0-102 0,2-7-46 16,5 0 106-16,2-3-76 0,4 1-29 15,-2 0-9-15,2 1-6 0,1-2 1 0,3 3-34 0,-2-1-91 16,2 1 54-16,-7 4-9 0,-2 2 46 0,-3 0-142 16,-5 1 71-16,-1 0 36 15,1 0 8-15,-9 0-486 0,-5 2 193 16,-2 4 136-16,-1-2 1 0,1-1-360 0,-4-1 225 0,0 0 127 16,0-2-313-16</inkml:trace>
  <inkml:trace contextRef="#ctx0" brushRef="#br0" timeOffset="27881.67">24938 1804 2363 0,'0'-10'0'15,"0"-2"0"-15,0 7 0 0,0 3 0 0,0 0 0 0,0 2 0 0,0 0 0 0,1 3 386 0,1 12-178 0,0 4-86 0,0 3 198 0,2 1-141 16,-1 6-71-16,0 0-26 0,-1-1-88 16,1-3 43-16,-1 2 0 0,1-1-638 0,1-1 319 15,-1 1 169-15,0-7 70 0,-1 1-805 0,1-6 426 0</inkml:trace>
  <inkml:trace contextRef="#ctx0" brushRef="#br0" timeOffset="28062.5">25146 1562 1814 0,'0'-7'0'0,"0"-1"0"0,0 4 0 0,0 1 0 0,0 0 0 0,0 1 0 0,0 2 0 0,1 0 462 0,5 0-217 0,-2 0-104 15,1 3 8-15,0 6-57 16,0-1-27-16,1 1-367 0,0 1 165 0,0 2 87 16,-2-2 43-16,4 0-906 0,0-1 438 0</inkml:trace>
  <inkml:trace contextRef="#ctx0" brushRef="#br0" timeOffset="28322.76">25386 1608 1229 0,'-4'0'0'0,"0"0"0"0,-1 0 0 0,-4 0 0 0,-1 2 0 0,-2 1 0 0,-5 3 552 15,-1 1-258-15,-7 3-129 16,-1 1 56-16,-7 3-83 0,0 1-55 0,0-1-32 0,-1-2-14 0,3 3 0 16,-1-6-1-16,2 1-83 0,10-3 37 0,4-6 24 15,4 1-1-15,9-2-15 16,-2 0 47-16,5 0-8 16,1-2 0-16,10-3 43 0,7 0-44 0,5-3-45 0,2 3 131 0,2 1-56 15,4 1 1-15,0 3-32 0,1-2-27 0,1 2 16 16,6 0 20-16,-6 0-178 0,-3 0 81 0,4 0 47 15,-3 2 0-15,-2 3-382 0,6-3 197 0,-10-1 71 16,-1 3 58-16,-6-2-543 0,-4-1 284 0,-3-1 143 16,-4 0-401-16</inkml:trace>
  <inkml:trace contextRef="#ctx0" brushRef="#br0" timeOffset="28515.75">25246 1388 2265 0,'-4'-3'0'0,"1"0"0"0,2 2 0 0,1 1 0 0,0 0 0 0,0 7 0 0,0 10 0 0,1 7 0 0,6 3 0 0,0 5 564 0,1 3-265 0,-3 5-130 16,1 5-87-16,0-2-9 0,-3-1-37 0,0 1-492 16,-1-3 246-16,-1-5 123 0,0 6 72 0,-1-12-641 15,0-4 335-15,0-1 168 0,-4-8 3 0,-2 1-233 16,-4-9 178-16,4-8 84 0</inkml:trace>
  <inkml:trace contextRef="#ctx0" brushRef="#br0" timeOffset="28639.57">25243 1782 1209 0,'-10'-5'0'0,"5"3"0"0,-1 0 0 0,-3-1 0 0,1 3 0 0,-3 0 0 0,1 5 0 0,-2 6 365 16,-3 2-164-16,-1 4-72 15,2 1-177-15,-2 0 42 0,1 1 0 0,2 1-450 0,2-2 239 0,-4 3 124 16,8-9 55-16</inkml:trace>
  <inkml:trace contextRef="#ctx0" brushRef="#br0" timeOffset="28773.51">25236 1862 1597 0,'9'0'0'0,"-2"0"0"0,3-3 0 0,2 2 0 0,-2 1 0 0,1 0 0 0,1 0 306 0,-1 0-135 16,2 6-67-16,1-1 85 0,0 2-80 0,1 1-37 15,-3 1 1-15,3-1-187 0,-3-2 76 0,4 4 46 16,-7-3-617-16,1-1 323 0</inkml:trace>
  <inkml:trace contextRef="#ctx0" brushRef="#br0" timeOffset="29022.64">25294 1952 542 0,'-6'4'0'0,"0"3"0"0,2 1 0 0,0-3 0 0,2 2 371 15,-1 0-166-15,3 5-85 16,0-4-32-16,0 1 116 0,0-1-84 0,0 1-42 0,3-1 1 0,1 1-71 15,1-2 8-15,-2-2 21 0,0 2-135 0,-1-2 67 16,0-1 34-16,1 0-94 0,-2 0 74 0,-1 2 21 16,0-5 1-16,0 4-63 15,0-4 16-15,0 0 29 0,-4 1-31 0,1-2 4 0,1 0-1 0,-2 0 20 16,1 0 9-16,2 0-74 16,-3 0 31-16,2 0 8 0,-1-2-24 0,3 0 29 15,-1-3 0-15,1 4 26 0,0-2-126 0,0 0 50 16,0 3 31-16,0-4-115 0,0 3 70 0</inkml:trace>
  <inkml:trace contextRef="#ctx0" brushRef="#br0" timeOffset="29403.62">25238 1995 972 0,'0'-5'0'0,"0"4"0"16,0-3 0-16,0 2 0 0,0-1 0 0,0 1 0 0,0-2 239 0,0 3-102 0,1-1-50 15,2 2-27-15,1 0 58 0,-1 0-46 0,0 0 0 0,3 3-60 0,-3 5 24 16,-2 0-1-16,1 4-64 16,-2-1 28-16,0 2 0 0,0 2 36 0,0-1-18 15,-8 3 18-15,0 0 10 0,-2-4-10 0,0-1 23 16,0 0 0-16,-2 0-67 0,3-2 35 0,-2-1 135 15,1-2-69-15,3-4-27 0,0 4 101 0,2-4-66 16,2-1-32-16,0 3 9 0,3-4 31 0,0 2-36 16,0 1 0-16,3 0 22 0,7 2-30 0,-1 1 10 15,4-1-39-15,-1 2-17 0,3 1 17 0,0-2 1 16,2 4-1-16,-1 0-214 16,-1-2 102-16,-2 1 56 15,4-2-462-15,-3-2 224 0,1 2 93 0,-5-5-406 0,2 1 267 0,-2-1 136 16,1-3 66-16,-5 0-294 0,6 0 172 0,-7-1 99 15,-1-9 45-15</inkml:trace>
  <inkml:trace contextRef="#ctx0" brushRef="#br0" timeOffset="29907.31">25409 2135 886 0,'0'-7'0'0,"-3"-1"0"0,2 2 0 0,-3 1 0 16,1 2 0-16,-3 2 0 0,-2 1 311 0,2 0-130 0,-2 0-76 0,-5 4-35 0,1 5 42 16,1 4-38-16,-6 2 0 31,-2 1-30-31,2 3-39 0,-3-2 0 0,1 0 31 0,-1 0-107 0,0-3 54 31,-1 2 35-15,4-5-77-16,2-3 47 0,0-4 24 0,6-1 0 0,-1-3-121 0,3 0 48 0,7 0 35 0,0-12-17 0,2-5-31 0,13-7 14 0,6-2 25 15,3-7-9-15,3 0-79 0,4-4 41 0,3-6 28 0,5-3-86 0,3-3 52 16,7-10 17-16,-4 5 9 16,-1 1 18-16,5 0 8 0,-5 2 0 0,-3 7 220 15,2 0-119-15,-18 18-46 0,-7 5-27 0,-7 10 473 31,-6 6-218-31,-3 1-120 0,-2 4-29 16,0 0 189-16,-7 3-125 0,-2 3-63 0,-5 2 272 0,-1 3-159 0,1 2-93 0,-1 1 147 0,2 3-115 16,3 4-58-16,3-1-29 0,1 4 130 15,5-2-84-15,1 4-102 0,0-2-8 0,0 4 0 0,5-2 0 16,4 3 0-16,1 0 0 0,2-2 0 0,1 0 0 16,1 3 0-16,1 0 0 0,0 2 0 15,-6-3 0-15,0-3-195 0,-4 1 76 0,-4-3 63 16,-1-1-11-16,0 2-76 0,-13-8 41 0,-2-2 37 15,-5-3-1-15,-3-3-16 0,-1-5 23 0,-4 3-9 16,5-7 32-16,-1 0-23 0,-1 0-1 0,2-8 24 16,2-4-16-16,-3-4 7 0,8-2 10 15,4-1 72-15,3 2-35 0,2 0-1 16,4 5-37-16,1-2 397 0,2 6-186 0,0 1-77 16,5 4-52-16,9 1 293 0,2 2-135 0,7 0-86 15,2 0-118-15,4 9 0 0,2-1 0 16,6 6 0-16,2 1 0 0,3 2 0 0,0 0 0 0,1-2-869 15,2 6 406-15,4-4 194 0</inkml:trace>
  <inkml:trace contextRef="#ctx0" brushRef="#br0" timeOffset="30367.24">26265 1344 1583 0,'-4'-7'0'0,"-1"1"0"0,4 2 0 0,-2 0 0 0,3 3 0 0,0-1 233 0,0 2-98 0,1 0-49 0,9 2-25 0,-1 3 348 16,4 2-191-16,1 3-91 15,-1-3-45-15,-1 3-162 0,3 0 58 0,-3 0 39 16,-3-1-534-16,2 1 277 0,-3 0 138 0,0-1-620 16,0 2 347-16,-3-1 166 0,1-2 70 0</inkml:trace>
  <inkml:trace contextRef="#ctx0" brushRef="#br0" timeOffset="30625.96">26488 1310 759 0,'7'-12'0'0,"1"3"0"0,-2 1 0 0,-1 1 0 0,5 0 0 0,-5 6 0 0,-2 1 310 0,-2 0-137 0,-1 3-67 15,0 9-35-15,-4 8 47 0,-13 1-45 16,-4 5-1-16,-3 2-35 0,-5 3-38 16,0 1 37-16,-5 0 10 0,1-4-50 0,2-1 40 15,-4 0 1-15,-5-2 119 0,-2 2-51 0,6-10-38 16,3-3-1-16,1-3 198 0,8-4-113 0,6-5-57 15,2 2-20-15,10-4 257 32,6 0-147-32,0 0-73 0,4-1-38 0,14-2 25 0,4-2-21 0,9 1-10 0,0-1 23 0,7 0-36 15,3 0-54-15,-2 0-44 0,5 0 12 0,-8 2 30 16,-1-1 1-16,-1 2-534 0,-2 1 274 0,-3-1 146 16,3 0 19-16,-9 2-826 0,-5 0 442 0,-5 0 222 15</inkml:trace>
  <inkml:trace contextRef="#ctx0" brushRef="#br0" timeOffset="30797.97">26090 1852 2406 0,'-21'0'0'0,"4"0"0"0,4 0 0 0,2 3 0 0,9-3 0 0,2 0 0 0,0 0 0 0,13 0 0 0,8 0 0 0,6 0 286 0,1 0-130 0,7-7-59 0,3 0-17 15,-2 0 0-15,1-1-44 16,1-1 10-16,-6 3-551 0,-4 1 270 0,0 1 137 31,-4 1-636-31,-3 0 369 0,0 1 186 0,-9 0 0 0</inkml:trace>
  <inkml:trace contextRef="#ctx0" brushRef="#br0" timeOffset="30940.34">26294 1692 1297 0,'-9'5'0'0,"0"0"0"0,-1 3 0 0,2 1 0 0,-4 6 0 0,2 2 0 0,0 1 0 0,0 7 0 0,-4 2 461 0,2 0-211 15,-5 6-98-15,5-4-62 0,-2 0-107 0,1-3 27 0,3-2 0 16,0-4 27-16,1 2-409 0,6-10 200 0,1-7 104 16,2 0-589-16,0-5 334 0</inkml:trace>
  <inkml:trace contextRef="#ctx0" brushRef="#br0" timeOffset="31076.02">26230 1893 1062 0,'3'0'0'0,"-3"0"0"0,2 0 0 0,-1 0 0 0,1 0 0 0,1 0 644 0,2 6-304 0,4 5-151 0,1 6 179 15,5-2-170-15,-1 6-81 0,4 1-39 0,3 2 99 16,1-1-70-16,2 2-26 0,-1-7-9 0,1-1-546 16,0-4 256-16,-1-5 127 0,-1-3-720 0,1-5 433 15</inkml:trace>
  <inkml:trace contextRef="#ctx0" brushRef="#br0" timeOffset="31254.73">26540 1491 1882 0,'0'-2'0'0,"0"0"0"0,0-3 0 0,0 1 0 0,2-1 0 0,3 2 0 0,7 0 0 0,1-1 594 0,5 1-279 0,4 1-139 0,4-1 3 0,-1 1-76 16,1 0-33-16,4 0-1 0,-1 2-520 0,1 0 244 15,0 0 131-15,-7 0-786 0,-5 2 443 0</inkml:trace>
  <inkml:trace contextRef="#ctx0" brushRef="#br0" timeOffset="31420.38">26507 1739 1359 0,'-9'0'0'0,"4"0"0"0,2 0 0 0,1 0 0 0,2 0 111 0,0 0-44 0,10 0 6 15,10 0 624-15,5 0-330 0,3-3-165 0,3 1-83 16,2-6-208-16,2 3 72 15,-3 1 22-15,-1-1-657 0,-1 0 340 0,-2 0 172 16,-6 5 84-16,4-4-674 0,-11 3 351 0</inkml:trace>
  <inkml:trace contextRef="#ctx0" brushRef="#br0" timeOffset="31618.42">26746 1584 914 0,'-5'-3'0'0,"-1"2"0"16,0-1 0-16,1 2 0 0,2 0 0 0,0 10 386 0,3 8-175 0,0 6-78 0,0 9 143 0,0 6-120 15,1 5-60-15,4 6-30 16,0 2 314-16,2 6-163 0,-2-10-95 0,-2-4 84 0,-2-5-85 0,0-4-42 16,-1-6 0-16,0-2 40 15,-4-12-46-15,-5-6 1 0,-6-6-38 0,-4-3 9 16,-3 0-8-16,-5-4 8 16,3-10-184-16,-4-3 88 0,-2-2 43 0,1-2 1 0,-3 1-718 0,-5-3 310 15</inkml:trace>
  <inkml:trace contextRef="#ctx0" brushRef="#br0" timeOffset="39605.83">27947 2030 2124 0,'-3'0'0'0,"0"0"0"0,-1 0 0 0,1-3 0 0,1 3 0 0,1 0 0 0,0 0 0 0,-1 0 455 15,2 10-208-15,-3 1 182 0,2 3-200 0,-1 2-95 16,-2 1-47-16,-1 2-198 0,0 2 75 0,-1-1 47 16,-1-3-9-16,1 2-449 0,0-2 243 0,-3-5 122 15,1 1-627-15,-2-2 352 0,1-3 177 0,1-4-261 16,2-4 200-16,-2 0 101 0,1 0 51 0</inkml:trace>
  <inkml:trace contextRef="#ctx0" brushRef="#br0" timeOffset="40264.28">27579 1681 954 0,'-15'-11'0'0,"3"1"0"0,2 4 0 0,-1-1 0 0,3 4 0 0,0 1 222 0,1-1-82 0,3 3-56 0,3 0 249 16,1 5-148-16,0 10-73 0,0 4-37 0,7 5 262 15,6 3-154-15,1 4-72 0,2 3-37 0,0 2 57 16,2-2-46-16,-1 8-14 0,-1-6-58 0,-4 0 0 16,0 0 25-16,-4-2 0 15,-1-1-80-15,-3 2 50 0,-3-12-10 0,-1-2-2 31,0-7 41-31,-4-7 1 0,-8-3 0 0,-2-2 171 0,-2-2-91 0,-1-8-39 0,1-10-17 0,0-5 15 16,4-6 0-16,0-2-40 16,7-1-37-16,4-4 0 0,1 2 0 0,0-1 0 0,10-3 0 15,5-1 0 1,2 9 0-16,3 0-49 0,6 2 11 0,3 1 36 0,1 4-4 0,5-1-231 0,-4 9 101 0,-1 5 66 31,1 3 3-31,-4 6-190 0,1 1 86 0,-2 0 59 0,-7 1-557 16,-2 10 315-16,-2 1 159 0,1 0-608 0</inkml:trace>
  <inkml:trace contextRef="#ctx0" brushRef="#br0" timeOffset="40738.94">28349 1811 2789 0,'-5'0'0'0,"-1"0"0"0,0 0 0 0,1 0 0 0,-2 0 0 0,2 0 0 0,-2 12 0 0,-3 0 0 0,5 8 433 0,0 5-197 0,-1 2-90 0,3 1 102 15,3 2-169-15,0 3-79 0,0 0 0 16,3-1 0-16,8 1 0 0,2-8 0 0,1-3 0 0,4-4 0 16,1-5 0-16,1-6 0 0,6 0 0 15,-3-7 0-15,0 0 0 16,1-7 0-16,1-10 0 0,2-4 0 0,1-4 0 0,-6-1 0 15,0-4 0-15,-4-2 0 0,-3-2 0 0,-1-6 0 16,-5 7-45-16,-4-6-1 16,-4 2-165-16,-1-1 86 0,0-1 48 0,-14 0 1 0,-4 10-4 0,-7 5-1 15,-2 6 44-15,-6 7 218 0,-3 4-109 16,-3 4-64-16,4 3-18 0,3 3 395 0,1 11-243 0,2 3-142 16,6 3 0-16,0 1 0 15,14-1 0-15,3 2 0 16,6-1 0-1,0 1 0 1,2 0 0-16,10 0 0 0,6-3 0 0,3-4 0 0,4 1 0 31,6-6 0-31,2 2 0 0,8 0 0 0,-1-9 0 0,2-1 0 32,0-2 0-32,3 0 0 0,0 0 0 0,4 0-163 0,-9-5-300 0,-5 1 212 0,1-2-970 0,-7 2 592 0</inkml:trace>
  <inkml:trace contextRef="#ctx0" brushRef="#br0" timeOffset="40855.76">29121 2006 2067 0,'0'0'0'0,"0"0"0"15,0 0 0-15,0 0 0 0,0 0 0 0,0-1 233 0,0-2-88 0,0 3-59 0,0-2 914 0,0 0-600 0,0 0-400 0,0 1 0 16,0-1-62-16,0-2-233 0,0 3 167 0</inkml:trace>
  <inkml:trace contextRef="#ctx0" brushRef="#br0" timeOffset="59674.53">9756 6875 2238 0,'-19'0'0'0,"-3"0"0"0,8 0 0 0,0 0 0 0,5 2 0 0,2 2 0 0,5-1 0 0,-2-2 272 0,4 2-122 0,0-1-56 0,2 3 236 16,10 0-146-16,6 2-64 0,8-3-46 0,1 1 128 0,6-3-83 15,3 2-40-15,7-2-10 0,8 2-69 0,-1-4 0 0,6 0 0 16,5 0 0-16,6 0 0 0,11 0 0 0,17-4 0 15,-2-2 0-15,5 2 0 0,5-3 0 0,-1 2 0 32,-1 2 0-32,2-1 0 0,-27 4 0 0,-5 0 0 0,-11 0 0 0,-10 0 0 15,-6 0 0-15,-6 5 0 0,-16 1 0 0,-8-1 0 16,-7-2 0-16,-6-1 0 0,1-1 0 0,-2-1 0 16,0 0 0-16,-2 0 0 0,-5 0 0 0,-2 0 0 15,1-1 0-15,-5-6 0 0,2 0 0 0,0 2 0 16,2 0 0-16,-1 1 0 0,2 1 0 15,-1 2 0-15,6 1 0 0,0 0 0 16</inkml:trace>
  <inkml:trace contextRef="#ctx0" brushRef="#br0" timeOffset="60278.41">13782 6977 2759 0,'-23'-2'0'0,"2"0"0"0,3 2 0 0,5 0 0 0,4 4 0 0,6 1 0 0,3 1 0 0,22 0 467 16,15 0-214-16,14-3-107 0,15-3 160 0,18 0-306 15,6-3 0-15,12-5 0 0,13-2 0 0,21-5 0 16,10 1 0-16,22-5 0 0,-27 5 0 15,-8 5 0-15,-8 2 0 0,-19 5 0 0,-9 2 0 16,1 0 0-16,-33 4 0 0,-9 6 0 16,-12 2 0-16,-6-4 0 0,-9 4 0 0,-2-1 0 15,-17-3 0 1,-3-2 0-16,-6-2 0 0,-1-2 0 0,0-2 0 0,0 0 0 0,-2 0 0 0,-5 0 0 16,-2 0 0-16,1 0 0 0,0-2 0 0,0-2 0 15,2 1 0-15,3-2 0 0,1 2 0 0,1-3 0 16,-1 3 0-16,2 0 0 0,0 0 0 0,0 1-1378 15</inkml:trace>
  <inkml:trace contextRef="#ctx0" brushRef="#br0" timeOffset="80243.75">3269 7074 968 0,'0'-15'0'0,"0"3"0"0,-1 0 0 0,0 2 0 0,1 2 0 0,0 2 417 0,0-1-189 0,2 0-93 16,10 1-39-16,-2 3 256 0,5-1-156 0,2 2-79 15,2 2 147-15,2 0-113 0,2 0-45 0,-3 0 5 32,2 9-36-32,0 4 0 0,1 1-35 0,-3 5-26 0,2 3 11 0,-6 2 15 15,-4 3 0-15,-1 1-75 16,-6 3 38-16,-2 2 0 0,-1 5 47 0,-2-6-70 0,-2 2 30 0,-11-4 1 16,-5 2-12-16,-3-5-4 0,-5 1-26 0,-1-12 114 15,-2-5-38-15,2-4 1 16,-2-7-32-16,0 0 71 0,6 0-31 0,3-10 1 15,3-8-11-15,3 0 14 0,3-4-46 0,3-1-12 16,8 0 0-16,0 3 0 16,0-1 0-16,7 4 0 0,5 0 0 0,2 1 0 15,0 2 0-15,2 4 0 0,2 0 0 0,1 3 0 0,1 3 0 0,6-3-106 16,-4 6-12-16,-1-1 62 0,1 2 8 0,1 0-705 16,0 0 357-16,7 0 168 15,-8 3-248-15</inkml:trace>
  <inkml:trace contextRef="#ctx0" brushRef="#br0" timeOffset="80553.57">3762 6936 1622 0,'2'-12'0'0,"-1"4"0"0,2 1 0 0,3-2-3 0,3 4-2 0,-1-2 1 0,5 1 507 0,3 2-239 0,0 1-116 15,4 3-56-15,2 0-24 16,-1 0 2-16,5 0-25 15,-4 0-111-15,-2 2 51 0,-3 5 27 0,-1 4 0 0,-4 0-96 16,-4 3 71-16,-5 4 21 0,-3 6 153 0,0 0-62 0,-11 4-30 16,-7 3 0-16,-2 4 251 0,-1-5-146 0,0-1-68 15,-5 2-34-15,5-2 135 0,-1 0-207 0,6-5 0 16,2-6 0-16,5-1 0 0,3-2 0 0,2-1 0 16,4-2 0-16,0-4 0 0,8-2 0 0,8-3 0 15,4-1 0-15,3-2 0 0,2 0 0 0,1 0 0 16,-2 0 0-16,0-4 0 15,-3-3 0-15,1 3-578 0,-1-4 201 0,-6 2 174 16,-2 1-218-16,0-1 191 0,-6-1 96 0,-1 1-647 16</inkml:trace>
  <inkml:trace contextRef="#ctx0" brushRef="#br0" timeOffset="80729.13">3755 7065 2524 0,'-9'0'0'0,"1"0"0"0,2 0 0 0,1 0 0 0,5 0 0 0,0 4 0 0,8-2 0 0,11 1 0 0,5 1 555 16,3 0-249-16,6 0-139 0,-2-4-294 0,5 2 82 15,-2 1 41-15,1-1 1 0,1 2-313 0,-4-2 171 16,-1 2 93-16,-3 0-830 0,0 4 440 0</inkml:trace>
  <inkml:trace contextRef="#ctx0" brushRef="#br0" timeOffset="80976.75">3140 7572 2042 0,'-19'3'0'0,"8"-1"0"0,4 2 0 0,7-3 0 0,0 2 0 0,21-1 227 0,14-2-85 0,14 0-57 0,8-2 472 16,9-6-260-16,6-5-130 0,6-3-64 0,19-4 152 15,-5-1-199-15,4-2-56 0,-1 3 0 0,-11-1 0 16,-9 7 0-16,-2 0 0 16,-29 10-155-16,-9 2-13 0,-6 2 103 0,-9 0-234 15,-7 0 168-15,-2 6 49 0,-11-1-81 0,0 2-513 32,-4 1 319-32,-13-1 160 0,-5 1 79 0</inkml:trace>
  <inkml:trace contextRef="#ctx0" brushRef="#br0" timeOffset="81306.91">3352 7708 1668 0,'-6'0'0'0,"3"0"0"0,2 0 0 0,1 0 0 0,0 0 0 0,1 0 500 0,16 0-222 0,4 0-125 16,4 0-58-16,8 3-17 0,-1 1 0 0,0 5-41 15,7 3 10-15,-7 1-192 0,-2 4 91 0,-3 0 45 16,-8 7-221-16,-2-2 133 0,-7 6 77 0,-10-2 24 15,0 1-5-15,-10-1 0 16,-11-1-25-16,-7-1 237 0,0-1-125 0,-4-8-44 16,0-3-35-16,2-6 206 0,0 0-89 15,1-6-51-15,-3 0 16 0,9 0-24 0,3 0 0 0,2-10-28 16,7 1 41-16,3-2-41 0,-1 0 10 0,9-2-10 16,0 2 73-16,0 1-36 0,11-2-1 0,2 2-173 15,6-3 78-15,0 3 25 0,1 1 0 16,1 1-473 31,1 0 227-47,1 1 126 0,4-2 37 0,-3 5-393 0,-1-1 196 0,1 0 120 0</inkml:trace>
  <inkml:trace contextRef="#ctx0" brushRef="#br0" timeOffset="81503.39">3825 7765 1739 0,'5'-4'0'0,"1"1"0"0,1 0 0 0,0-3 0 0,4 6 0 0,-3-3 0 0,6 2 384 0,0 1-174 0,1 0-86 0,1 0 234 15,1 4-164-15,-2 5-79 0,1-1-39 0,-6 4-68 16,1 0 0-16,-3 5 39 0,-7 0-9 0,-1 4-61 16,0-1 30-16,-12 4 0 0,-6-2-54 0,-7 1 52 15,-4-3-10-15,-2 0-192 0,-1-4 116 0,-3 0-2 16,2-5 48-16,1 0-461 0,6-7 234 0,6 1 107 16,6-5 58-16,6 0-434 0,8-14 246 0,0-6 115 15</inkml:trace>
  <inkml:trace contextRef="#ctx0" brushRef="#br0" timeOffset="81655.55">4080 7681 1427 0,'1'-2'0'0,"3"0"0"0,-4 2 0 0,0 0 0 0,0 0 0 0,0 0 0 0,0 2 982 0,-7 9-472 0,0 5-236 0,-3 2 448 0,1 3-706 16,1 2-16-16,3 2 0 0,2 2 0 0,3 2 0 15,0 1 0-15,10-2 0 16,10-3 0-16,5 0 0 0,8-4 0 0,3-6-196 0,11 0-133 0,-3-12 179 15,5-3 93-15,0 0-1032 0</inkml:trace>
  <inkml:trace contextRef="#ctx0" brushRef="#br0" timeOffset="81824.66">4571 7377 2054 0,'-13'0'0'0,"1"-2"0"0,5-3 0 0,0 1 0 0,6 2 0 0,1-1 0 0,0 2 753 32,0-1-350-32,14 1-188 0,2-2-90 0,7 2-149 0,1 1 29 0,2 0 1 0,4 0-779 0,-5 0 386 15,0 7 193-15</inkml:trace>
  <inkml:trace contextRef="#ctx0" brushRef="#br0" timeOffset="81979.74">4664 7706 2523 0,'-13'0'0'0,"-1"0"0"0,5 0 0 0,4 0 0 0,-1 0 0 0,3 0 0 15,3 0 0-15,0 0 313 0,5 0-143 0,11 0-67 0,4-6-33 0,1 0-112 0,3 0 39 0,2-1 9 16,-2 0-608-16,1 3 318 16,0-2 161-16,-2-1 79 0</inkml:trace>
  <inkml:trace contextRef="#ctx0" brushRef="#br0" timeOffset="82303.32">5045 7141 2327 0,'16'-19'0'0,"3"4"0"0,5 5 0 0,3-4 0 0,2 9 0 0,1 4 0 0,3 1 0 0,1 0 241 0,-1 1-102 0,6 10-43 15,-8 4 51 1,-2 3-56-16,-5 5-27 0,-4 0 0 0,-2 4-354 0,-2 5 173 0,-9-1 72 0,-4 2-329 15,-3 0 206-15,0 7 102 0,-3 3 60 0,-11-5-340 0,-5 0 107 16,0 1 103-16,-1-3 41 0,2 1-132 16,-1 1 86-16,6-8 57 0,2-3-212 0,5 1 129 15,0-4 66-15,2 0 8 0,2 5 19 0,2-11 10 16,0 2 28-16,0-1 418 0,0-1-224 16,3 1-98-16,4 2-57 0,-3-6 893 0,-1-3-408 0,2 0-237 15,-2-1-52-15,1-1 610 0,-1-1-378 16,-1-2-201-16,1-3-210 0,-1-3-20 0,-1 1 0 15,1-2 0 1,-2 3 0-16,0-3 0 0,0 0 0 0,0 0-1185 0</inkml:trace>
  <inkml:trace contextRef="#ctx0" brushRef="#br0" timeOffset="83336.31">6590 7007 1347 0,'0'-3'0'0,"0"-4"0"0,0 1 0 0,0 1 0 0,1 1 0 0,8 1 0 0,2 1 0 0,2 2 221 0,5 0-90 0,2 2 125 0,3 8-108 0,4 4-45 0,-3 4-37 0,-1 3-76 16,-1 2 24-16,0 5 0 0,-3 1 25 0,-4 5-185 15,-5-4 87-15,-6 1 49 16,-4 0 25-16,0-2-86 0,-17 1 50 0,0-1 12 16,-7-7 154-16,-5-5-81 0,0-3-27 0,-3-8 114 15,4-3-69-15,-5-1-34 0,10-2-3 0,-2-2 258 16,9-7-133-16,-1-3-65 0,5 0-33 0,2-3 106 15,10 1-74-15,0 2-33 16,2-4 1-16,9 2-173 0,7-1 71 0,3 1 44 0,2 1-10 0,2 1-355 16,-2 0 195-16,1 4 87 0,5-2-326 0,-3 4 146 15,0-1 118 1,2 2-676-16</inkml:trace>
  <inkml:trace contextRef="#ctx0" brushRef="#br0" timeOffset="83619.75">7030 7025 1345 0,'0'0'0'0,"0"-1"0"0,0-6 0 0,0 1 0 0,0 2-1 0,3 0 0 0,6-2-1 0,2 3 572 31,2-3-257-31,3 2-141 0,3 2 103 0,1 2-118 0,0-3-59 0,4 3-30 0,-1 0-126 0,-3 0 44 0,-1 3 26 0,-2 6-103 16,-6 4 65-16,-3 4 33 15,-2 4 9-15,-6 3-89 0,0 5 56 0,-12 0 28 0,-4 1 0 0,-4 2 127 16,-2 2-51-16,0-6-89 15,3-1 319-15,-1-6-150 0,4 0-71 0,4-5 61 16,0 3-50-16,7-10-40 0,3 0-42 0,2-4-99 16,0-3 35-16,10 0 37 0,5-2 10 0,5 0-142 15,2 0 85-15,3-2 43 0,-1-4-1 0,4 0-632 16,-5-5 264-16,0 4 175 0,-1-2-551 0,-5 2 357 16,0-1 177-16</inkml:trace>
  <inkml:trace contextRef="#ctx0" brushRef="#br0" timeOffset="83772.85">6995 7204 2097 0,'-15'0'0'0,"0"0"0"0,3 0 0 0,5 0 0 0,1 0 0 0,0 0 0 0,6 0 0 0,3 0 387 0,9 0-175 0,10 0-86 16,2 0-45-16,6 0 100 0,2 0-77 0,-2 0-33 15,3 0-343-15,-3 0 155 16,-3 0 77-16,4 0 49 0,-5 0-727 0,-3 6 378 15</inkml:trace>
  <inkml:trace contextRef="#ctx0" brushRef="#br0" timeOffset="84012.65">6408 7628 1576 0,'-10'0'0'0,"4"0"0"0,2 0 0 0,4 0 0 0,0 0 0 0,17-3 630 0,13 3-287 0,13-7-157 15,11 0-74-15,8-5 244 0,10 2-160 0,6-4-78 0,14 2-31 16,-8-2-4-16,-4 4-44 0,-6 1-1 0,-7 1-298 16,-9 5 149-16,0-2 84 0,-23 5 28 0,-10 0-523 0,-5 0 280 15,-5 5 140-15,-7 4-768 16,-2 2 398-16</inkml:trace>
  <inkml:trace contextRef="#ctx0" brushRef="#br0" timeOffset="84342.12">6675 7765 1368 0,'-6'0'0'0,"4"1"0"0,1-1 0 0,1 0 0 0,0 0 0 0,1 2 238 0,12-2-92 0,7 3 22 15,2 1-65-15,7 0-33 0,-2 3-1 0,4 2-101 16,-3 3 44-16,0 1-10 0,-5 3 35 0,-4 1-212 0,-9 2 106 0,-1 8 62 16,-9-6 17-16,0 2-72 0,-16 1 45 0,-6-1 0 15,-8-2 172-15,-3 0-78 0,2-9-33 0,-2-2-80 16,0-3 158-16,3-7-64 0,1 0-25 16,-1 0 171-16,10 0-90 0,1-3-24 15,7-8-27-15,5-1 37 16,4-3-32-16,0 3 9 0,3 0-40 0,6-1 13 47,7 2-13-47,7-3 0 0,3 3-239 0,2 0 129 0,3 0 50 0,0 5-535 0,1-2 280 0,1 4 118 0,-1-4 74 0,6 4-363 31</inkml:trace>
  <inkml:trace contextRef="#ctx0" brushRef="#br0" timeOffset="84460.25">7065 7775 2521 0,'-6'-3'0'0,"0"2"0"0,1 0 0 0,2-1 0 0,1 0 0 0,2 2 0 0,0 0 0 0,0 0 0 0,2 2 437 0,7 5-200 0,3 1-101 16,3 4-371-16,1 0 145 0,-1 1 59 0,0 0-694 15,1 2 381-15,1-3 191 16,-1 0 104-16,0 1-698 0,-4-2 360 0</inkml:trace>
  <inkml:trace contextRef="#ctx0" brushRef="#br0" timeOffset="84641.5">7310 7707 786 0,'-1'-3'0'0,"-1"-1"0"0,2 3 0 0,-2-1 0 0,0 1 277 0,2 1-110 16,0 1-70-1,0 15-30-15,0 9 540 0,-3 8-286 0,2 9-141 0,-1 8 286 0,-3 3-219 0,0 9-106 0,-5 7 18 16,-3 1-62-16,-1 4-30 0,-5 7 10 0,2-10-377 16,-2 0 169-16,-1-3 84 0,3-3 41 15,4-11-279-15,2-4 169 0,7-20 73 0,3-9 39 16,1-13-913-16</inkml:trace>
  <inkml:trace contextRef="#ctx0" brushRef="#br0" timeOffset="84801.86">7692 7532 1769 0,'8'-8'0'15,"1"3"0"1,0-3 0-16,4 1 0 0,-1 2 0 0,3 1 455 0,-1-1-214 0,5 5-102 0,-1-1-50 0,2 1-139 0,-1 0 44 0,4 0 10 0,-3 6-624 0</inkml:trace>
  <inkml:trace contextRef="#ctx0" brushRef="#br0" timeOffset="84970.33">7764 7868 1628 0,'-10'0'0'0,"3"0"0"0,-2 0 0 0,4 0 0 0,-1 0 0 0,3 0 740 0,3 0-352 0,0 0-177 0,3 0-87 0,5-3-72 16,8 0-17-16,5-6 1 15,3 1-1-15,0-1-675 0,4-3 337 0,2-5 179 0,-4 3-311 0,0-2 236 0,-3-1 117 0</inkml:trace>
  <inkml:trace contextRef="#ctx0" brushRef="#br0" timeOffset="85108.55">8129 7320 1509 0,'8'-21'0'0,"8"-2"0"0,-4 6 0 0,5 1 0 0,2 2 0 0,4 3 0 0,7 3 224 0,-2 2-98 0,3 4-46 16,2 2 248-1,2 0-146-15,-3 11-74 0,2 7-27 0,-7 4-82 0,-5 7 37 0,-7 2-1 16,-4 8 0-16,-5 1-424 0,-3 10 221 0,-3-3 97 0,-5 3-572 16,-12 5 325-16</inkml:trace>
  <inkml:trace contextRef="#ctx0" brushRef="#br0" timeOffset="85257.57">8378 8000 2100 0,'-9'13'0'0,"1"3"0"0,-4 4 0 0,6-4 0 0,-1 1 0 0,1-2 840 0,5 0-402 0,-2-3-202 0,2 3-91 0,1-7 27 0,0-2-172 16,0 1 0-16,0-2 0 0,1 1 0 15,2 0 0-15,0-4 0 16</inkml:trace>
  <inkml:trace contextRef="#ctx0" brushRef="#br0" timeOffset="97032.34">3127 8862 1501 0,'-15'-8'0'0,"1"1"1"0,5 3 0 0,-1-1 0 0,5-1 1 0,3 5-1 0,2-1 566 0,0-1-264 0,11-2-133 15,9 0-66-15,5-2 357 0,2 0-215 0,6-1-104 16,-2 2 46-16,4 0-75 0,-3 2-37 0,5-4-92 16,-5 6 23-16,-4-2-1 0,3 1 31 0,-4-1-399 15,-2 3 200-15,2-1 108 16,-9 2 40-16,-4 0-712 0,-4 0 363 0,-5 0 78 0,-2 2 124 0,-1 3-525 15</inkml:trace>
  <inkml:trace contextRef="#ctx0" brushRef="#br0" timeOffset="97327.13">3328 8572 1461 0,'0'0'0'0,"-3"5"0"0,-2 1 0 0,4 0 0 0,-2 3 0 0,1 3 0 0,1 5 0 0,1 5 359 15,0 7-152-15,-2 0-90 0,2 7-40 0,-1 3-156 0,-3 2 58 16,1 0 28-16,-5 4 10 0,-1-8-174 16,0-4 97-16,-3 0 48 0,-4-6 57 0,-1-5-19 15,-2 2 7-15,4-10 302 0,1-7-160 0,1-4-73 16,2 2-35-16,5-5 173 0,0 0-92 0,6 0-60 16,0 0-26-16,0-3 237 0,2 1-131 0,8 1-66 15,10-1-23-15,2 0-33 16,4 0-46-16,1 1 0 0,4-1 0 0,2 0 0 0,3-1 0 15,-4 2-189-15,0 1 21 0,-3 0 102 16,1 0 52-16,-3 0-337 0,2 0 120 0,-9 1 113 16,-2 4-35-16,-6-3-454 0,-3 1 285 0,-1 1 143 15,-1-1 62-15,-5 0-400 0</inkml:trace>
  <inkml:trace contextRef="#ctx0" brushRef="#br0" timeOffset="97482.22">3467 8939 1546 0,'-8'-4'0'0,"-1"1"0"0,1 3 0 0,3 0 0 0,-1 0 0 0,1 0 0 0,4 8 0 0,-1 8 290 0,2 4-131 0,0 2 195 16,0 5-159-16,2 4-79 0,1 6-40 0,4 2-197 15,0-2 75-15,1 2 41 16,-1-3 0-16,-2 5-237 0,0-4 139 0,-1 4 79 0,-2-10 26 0,-2-3-601 16</inkml:trace>
  <inkml:trace contextRef="#ctx0" brushRef="#br0" timeOffset="97645.16">3271 9286 2503 0,'-7'-5'0'0,"-2"3"0"0,3-3 0 0,5 4 0 0,1-1 0 15,0-1 0-15,4-1 0 0,13 1 0 0,2-2 530 0,4 0-251 0,6-2-121 0,-2 4-61 0,4-3-191 0,-1 3 65 0,3-2 41 0,-3 0-349 0,1 3 186 0,1-3 94 16,-2 4 47-16,0-5-945 0</inkml:trace>
  <inkml:trace contextRef="#ctx0" brushRef="#br0" timeOffset="97812.93">3663 8930 2786 0,'-7'-3'0'15,"2"-1"0"-15,3 1 0 0,0 1 0 0,2-1 0 0,0 0 0 0,4 1 0 0,12-2 0 0,2 2 230 0,3 1-97 0,2-1-48 16,3-1-269-16,2 3 107 0,-6 0 56 0,3 0-800 16,3 0 409-16,-5 0 204 0</inkml:trace>
  <inkml:trace contextRef="#ctx0" brushRef="#br0" timeOffset="97974.22">3746 9101 1647 0,'-19'3'0'0,"4"-1"0"0,-3 1 0 0,10 2 0 0,1-5 0 0,5 0 0 0,2 0 0 0,0 0 537 0,5 0-241 0,11 0-134 0,3 0 11 0,5-3-68 0,0-4-35 0,2 2-414 0,0-1 185 0,-4-1 98 31,0 3 49-31,0 0-255 0,-5 1 152 0,5-3 85 0,-5 5 29 0,-2-2-748 0</inkml:trace>
  <inkml:trace contextRef="#ctx0" brushRef="#br0" timeOffset="98325.15">3803 8790 1579 0,'-17'0'0'16,"2"0"0"-16,1 0 0 0,5 0 0 0,3 4 0 0,1 8 0 0,5 3 314 0,0 4-139 0,0 9-60 0,4-1 122 0,5 5-99 0,5 1-51 0,-2 2-36 0,1 2-14 0,2 3 9 0,-1-8-9 0,-2-1-43 15,1-2-1-15,-4-3 44 0,2-2 0 0,0 0-88 16,-4-8 40-16,-2-2 24 0,-2-3-87 0,2-1 54 15,-4-2-11-15,1 0 30 16,-2-3-70-16,0-2 37 16,-2-1 1-16,-7 2 12 0,-1-4 12 0,-5 2 2 0,1-2-1 0,-4 0 40 15,-2 0 2-15,-1 0-38 0,-1 0 9 0,0-5 202 16,3 1-91-16,2-1-51 0,3 0 321 0,3 0-174 16,1 1-79-16,6 1-52 0,2-1 64 0,2 4-145 15,0 0 0-15,7 0 0 16,9 0 0-16,3 0 0 0,4 7 0 0,0 2 0 15,5 2 0-15,-4 0 0 0,5 4 0 0,-4-5 0 16,2 4 0-16,-1-2 0 0,-2 0-196 16,0 0-116-16,4 0 88 0,-5-3 104 0,-2-1-649 0,-3-7 366 15,2 1 183-15</inkml:trace>
  <inkml:trace contextRef="#ctx0" brushRef="#br0" timeOffset="98514.31">4308 8601 2442 0,'0'0'0'0,"0"2"0"0,0-2 0 0,0 0 0 0,0 4 0 0,0 2 0 0,0 5 0 0,0 7 428 0,0 11-186 0,-10 7-107 16,-4 14 280-16,-4 8-190 16,-4 6-181-16,-1 1-44 0,-6 8 0 15,5-15 0-15,2-5 0 0,-3-7-585 0,8-5 283 0,-1-2 178 16,7-18 76-16,7-7-1013 0</inkml:trace>
  <inkml:trace contextRef="#ctx0" brushRef="#br0" timeOffset="98670.16">4249 9049 1650 0,'0'0'0'16,"0"2"0"-16,0-2 0 0,0 5 0 0,0 2 0 0,0 5 243 0,0 3-107 0,0 4-50 0,0 4 558 15,0 5-304-15,0 1-152 0,0 3-167 0,0-1-10 0,0 2 26 16,0-5 0-16,-1-2-715 15,1-2 357-15,0-2 188 0,0-8 81 0</inkml:trace>
  <inkml:trace contextRef="#ctx0" brushRef="#br0" timeOffset="98987.01">4438 8731 1314 0,'0'0'0'0,"0"0"0"0,0 0 0 0,0 0 0 0,0 1 198 0,1 10-81 0,-1 7-40 0,2 15 724 0,-2 11-386 0,2 13-189 16,-1 11-95-16,6 5 311 0,-2 8-232 0,5-12-210 16,4-6 0-16,1-2 0 0,6-11 0 0,-2-11 0 15,5 2-160-15,-4-24-12 0,1-5 104 0,-6-9 53 16,1-3-582-16,-3-1 286 16,-1-9 172-16,-4-5-317 0,-4-3 209 0,-2-5 105 0,-1-2 53 0,-1-6-187 15,0-5 110-15,-3 4 70 0,-4-2 29 16,-1 1-41-16,1 1 35 15,0 2 1-15,-1-1 343 0,1 9-149 0,0 1-80 0,-1 6-39 16,3 3 588-16,-7 6-284 0,4 0-86 16,-4 6 208-16,-1 4-197 0,0 13-97 0,-2 6-49 0,-4 3 155 15,-4 5-92-15,-2 3-62 0,2 2-24 0,2-2-245 16,0-3 109-16,2-1 55 16,2-1-664-16,9-10 355 0,1-4 182 0,7-8-881 0</inkml:trace>
  <inkml:trace contextRef="#ctx0" brushRef="#br0" timeOffset="99130.44">4871 8699 2614 0,'12'-9'0'0,"1"2"0"0,5 2 0 0,-8 2 0 0,2 3 0 0,0 0 0 0,-2 3 0 0,4 5 288 16,-8 4-131-16,2 3-60 0,-3 3-30 0,-4 1-175 0,0 3 72 0,1 3 46 15,-2 1-887-15,0-2 453 0</inkml:trace>
  <inkml:trace contextRef="#ctx0" brushRef="#br0" timeOffset="99478.65">4799 9031 1171 0,'-8'0'0'0,"2"0"0"0,1-3 0 0,2 2 0 0,1-1 0 0,2-1 510 0,0 0-230 16,7 1-128-16,10-1 104 0,5-1-111 0,4 1-55 15,4-2-27-15,7 0 77 0,-1 1-56 0,1-2-24 16,4 0 0-16,-1 3-49 0,-1-2-1 0,5 1 35 15,-9 3 9-15,-5-1-17 0,-3 2-1 0,-6 0 0 16,-3 5 188-16,-1 5-85 0,-10 6-57 16,-6 4 164-16,-1 5-246 0,0 2 0 0,0 5 0 15,-6 6 0-15,-1-5 0 0,0 1 0 0,1 1 0 0,4-1 0 16,0 1 0-16,2 0 0 0,0-5 0 0,0-6 0 16,0 3 0-16,0-6 0 0,0 1 0 0,0 0 0 15,0-9 0-15,-2-2-456 16,-5 0 157-16,-1-2 130 0,-6 0 58 0,1-4-383 0,-1-4 228 15,-3-1 115 32,-1 0 57-47,-2-15-492 32,-1-14 267-32</inkml:trace>
  <inkml:trace contextRef="#ctx0" brushRef="#br0" timeOffset="99563.85">5121 8690 1455 0,'5'-11'0'0,"-1"5"0"0,0 0 0 0,2 4 0 0,0 2 0 0,-4 1 0 0,0 18 169 0,-1 6-66 0,-1 9-34 0,0 7 558 0,-9 7-301 0,-5 5-144 0,-3 0 192 0,0 6-169 0,-7 1-85 16,1 5-33-16,-2-16-484 0,3-6 217 0,-3-2 108 16,4-7 53-16,1-8-882 0</inkml:trace>
  <inkml:trace contextRef="#ctx0" brushRef="#br0" timeOffset="99685.35">4991 9177 2582 0,'2'0'0'0,"4"0"0"0,-2 0 0 0,2 0 0 0,-1 2 0 0,3 1 0 0,1-1 498 0,1 3-231 16,4-3-114-16,-2 4-62 0,1 0-28 0,4 1 0 0,-1-2-907 16</inkml:trace>
  <inkml:trace contextRef="#ctx0" brushRef="#br0" timeOffset="100226.69">5846 8853 1538 0,'0'-6'0'0,"3"-1"0"0,-2 4 0 0,4-5 0 0,5 5 0 0,9-7 0 0,5 8 0 0,2-1 241 0,9 3-102 0,-1 0-51 0,1 7-84 16,2 8 10-16,-5 9 22 0,-6 5 1 0,-3 0-206 15,-10 8 93-15,-3 3 46 0,-6 2 27 0,-4-3-71 32,-11-1 40-32,-8-2 1 0,-7-1 69 0,-5-6 0 0,-3 1-42 0,-1-12 250 0,-1-4-130 0,1-6-55 15,0-3-28-15,5-5 227 0,-5 0-96 0,11 0-70 16,4-12-15-16,6-5 80 15,5-2-60-15,5-1-31 0,3-4 10 0,1 4-16 16,3 2-1-16,11 0-22 0,3 1-32 0,1 2-1 16,2-1 42-16,0 4-165 0,0 2 77 0,0 2 40 15,0 1-1-15,1 3-550 0,2-3 257 0,-3 4 108 16,2 3 85 0,0-3-723-16</inkml:trace>
  <inkml:trace contextRef="#ctx0" brushRef="#br0" timeOffset="100523.68">6225 8785 1610 0,'0'-11'0'0,"0"5"0"0,0-1 0 0,0 0 0 0,5 2 0 0,8 0 0 0,3 0 287 0,6 2-126 16,3-1-63-16,4 3-20 0,1 1-10 0,1 0-32 0,1 0 0 0,-3 9-194 15,-2 4 97-15,-4 4 57 0,-6 3 16 0,-11 5-127 16,-4 3 70-16,-2 3 35 15,-7 7 100-15,-11 2-27 0,-2-5-6 16,-7 2 362-16,-1-3-193 0,1-2-112 0,0-5-45 0,1 3 427 16,8-11-235-16,3-5-118 0,6-4-143 0,2-3 0 15,5-1 0-15,2-3 0 0,0-3 0 0,12 0 0 16,7 0 0-16,2 0 0 0,4-3-136 0,4-3-102 16,-4-2 132-16,2 1-363 15,0-1 239-15,-3 0 28 0,0 0 91 0,1 0-697 31,-6 2 391-31</inkml:trace>
  <inkml:trace contextRef="#ctx0" brushRef="#br0" timeOffset="100686.4">6267 8976 1575 0,'-17'-5'0'0,"6"0"0"0,4 3 0 0,2 1 0 0,3-1 0 0,2 2 0 0,0 0 661 0,11 0-317 16,7 0-154-1,4 0 143-15,5 0-148 0,2 5-75 16,1 0-28-16,0 2-170 0,-4-1 62 0,3 2 31 0,-3-2-1 0,-1 1-642 0,3 3 346 0,-8 0 159 16,-3 0 85-16</inkml:trace>
  <inkml:trace contextRef="#ctx0" brushRef="#br0" timeOffset="100917.27">5754 9440 1963 0,'-23'0'0'0,"10"0"0"0,4 0 0 0,5 0 0 0,4 3 0 0,1 0 0 0,18 1 462 0,13-1-217 0,8 1-105 0,8-4 228 0,7 0-166 16,5 0-83-16,10 0-32 16,-8 0 38-16,6-5-44 0,2-1 0 0,-3 0-387 15,-1 6 172-15,1-5 94 0,-23 3 34 0,-5 2-645 16,-8 0 344-16,-12 0 171 0,-7 7-6 0,-2-2-351 15,-10 2 223-15,-2 1 116 16</inkml:trace>
  <inkml:trace contextRef="#ctx0" brushRef="#br0" timeOffset="101219.35">5991 9542 1332 0,'-1'2'0'0,"-1"-2"0"0,-1 0 0 0,1 0 0 0,2 3 0 0,0 2 0 0,2 2 0 0,6 1 284 0,9 3-123 0,3 4-63 16,1 3-30-16,2 4-80 0,1 1 19 0,-2 1 1 16,-3 0 28-16,-2 3-135 15,-7 0 67-15,-1 8-130 0,-9-5 94 0,0-1 53 0,-12 1 25 0,-8 0 79 16,-3-6-84-16,-9 3 5 0,2-10-51 0,-3-5 326 16,1-5-152-16,1-2-62 0,-2-3-23 15,7-2 243-15,3-2-124 0,5-8-65 16,6-3 56-16,1 1-61 0,4-1-21 0,5 2-9 15,2 2 136-15,0-3-83 16,3 3-42-16,9 1-93 0,2-2 35 0,3 2-9 0,0 1 25 16,3 1-373-16,1 1 187 0,1-1 93 0,2 0 56 0,-1 1-750 15,-1 0 363-15,0 2 150 0,2-3-431 0,-3 1 317 16,7-5 148-16</inkml:trace>
  <inkml:trace contextRef="#ctx0" brushRef="#br0" timeOffset="101455.31">6276 9722 1387 0,'7'-6'0'0,"2"-2"0"0,-4 4 0 0,4-1-1 0,-1 0 1 0,1 3 0 0,3 0 272 16,4 2-109-16,-4 0-68 0,4 4 111 0,1 10-85 16,-1 4-42-16,2 3 75 0,-2 7-49 0,-3-2-39 15,-4 5 0-15,-3-1-233 0,-1 1 102 0,-1 0 51 16,-4 3 34-16,0-7-83 16,-9-5 50-16,-1-3 24 0,-2-5 178 0,-3-9-77 0,3 2-29 15,-2-7-72 16,2-1 263-31,5-13-120 0,-1-7-59 0,7-1 12 0,1-4-41 0,0-2 1 16,9-2-32-16,7-4-169 0,4 4 85 0,2-8 52 0,4 6-10 0,5 1-568 31,6 2 301-31,2 0 119 0,4 5-834 0</inkml:trace>
  <inkml:trace contextRef="#ctx0" brushRef="#br0" timeOffset="102223.75">7145 9680 1170 0,'-5'0'0'0,"-1"0"0"0,2 0 0 0,-1 1 0 0,2-1 0 0,1 1 418 0,-2 2-191 0,-2-1-86 0,3 3-77 0,0 2-28 0,1-2 1 0,0 5-368 16,0-2 177-16,-2 3 97 0,3-1 37 0,-1 2-307 0,2-4 157 0,0-2 79 0</inkml:trace>
  <inkml:trace contextRef="#ctx0" brushRef="#br0" timeOffset="102550.6">7599 8909 1688 0,'15'-18'0'0,"-3"1"0"0,3 5 0 0,4 0 0 0,-3 5 0 0,0 3 0 0,-1 3 365 15,1 1-164-15,-1 0-82 0,1 9-32 0,-1 8 104 16,-5 4-78-16,1 3-37 0,-5 6-1 15,-3 2-81-15,0 5 9 0,-3 0 34 0,0 0-289 0,-6 0 145 16,-7-1 72-16,0-2-148 0,-6 4 115 0,1-11 44 16,-4-3-32-16,-4-5 21 0,-2-4-18 0,3-5 0 15,-6 0-32-15,10-10 150 16,-2 0-67-16,4-3-1 0,3-7-35 0,2-5 275 16,1 0-109-16,10-3-66 0,3-1 190 0,0-1-114 15,0 2-23-15,11-2-55 16,5 0 10-16,3 3-33 0,3 3 0 0,0-1-165 0,3 2 83 0,-3 4 41 15,5-3 9-15,-4 4-241 0,0 2 111 0,2-1 73 16,0 3-3-16,5 0-734 0</inkml:trace>
  <inkml:trace contextRef="#ctx0" brushRef="#br0" timeOffset="102831.74">8040 8814 1395 0,'7'-12'0'0,"0"1"0"0,4 0 0 0,1 4 0 0,0 2 0 0,3 5 0 0,4-3 479 0,0 3-221 0,4 0-101 0,-3 5-65 0,-1 10 80 16,-1-3-68-16,-2 6-34 15,0 0 1-15,-3 9-75 0,-6-6 16 0,-6 8 0 0,-1 0-113 0,0 0 70 16,-8 1 33-16,-5 4 132 0,-4-5-53 0,-4 0 0 16,-1-4-44-16,0 0 286 15,2-3-144-15,-3 2-61 0,9-12-46 0,0 0 146 16,4-7-218-16,5 1 0 0,1-2 0 0,3 1 0 15,1-5 0-15,1 0 0 16,13 0 0-16,-1 0 0 0,7-3 0 0,3-2 0 0,-3-2-154 16,1 2 79-16,1 1 56 0,-3-2-802 0,2 0 357 15,-5 3 219-15,-1 2 103 0,-5 0-609 0</inkml:trace>
  <inkml:trace contextRef="#ctx0" brushRef="#br0" timeOffset="103007.6">8043 9015 1708 0,'-11'0'0'0,"2"-1"0"0,6-1 0 0,-3 0 0 0,4 0 0 0,2 2 347 0,0 0-146 0,8 0 91 0,8 0-127 0,2 0-64 0,5 2-32 0,1 3 158 16,2-1-86-1,2 1-56-15,-5-1-25 0,3 2-449 0,0-4 212 0,-4 4 107 0,4-2 63 0,-6 1-823 16,0 0 420-16</inkml:trace>
  <inkml:trace contextRef="#ctx0" brushRef="#br0" timeOffset="103242.79">7447 9422 1822 0,'-11'0'0'0,"1"0"0"0,5-2 0 0,3 2 0 0,2-1 0 0,7 1 0 0,20-3 0 0,10 2 689 15,11-5-326-15,10-1-163 0,5-3 190 0,11-1-168 16,3 1-97-16,8-4-5 0,4 3-120 0,-3 1 0 16,-8 3 0-16,4 2 0 15,-28 3 0-15,-11 2 0 0,-5 0 0 0,-12 0-360 16,-7 7 129-16,-3 3 142 0,-14-3 59 0,-2 3-820 16,-6-1 408-16,-13 6 203 0,-7-1-406 0,-5 3 296 15</inkml:trace>
  <inkml:trace contextRef="#ctx0" brushRef="#br0" timeOffset="103533.73">7638 9632 1083 0,'2'-6'0'0,"2"2"0"0,7 0 0 0,2-2 0 0,6 2 482 0,6 3-227 0,4-1-110 0,5 2-54 16,2 0 100-16,3 5-77 0,0 7-30 15,-7 2-9-15,-6 3 60 0,-3 4-50 16,-7-1-24-16,-2 5-184 0,-13 1 75 0,-1-2 42 0,-9 4-97 15,-10-2 70-15,-6-2 34 0,-3 3 9 16,-3-8 53-16,-2-2-8 0,-1-3-22 0,-1-4-60 0,-1-4 60 16,-2 1-67-16,10-7 38 0,2 0-42 0,3 0 181 15,4-8-59-15,3-7-35 16,2 1 120-16,11-6-72 0,3 1-21 0,0 0-11 16,6-1-29-16,9-1 0 0,3-1 8 0,3 5-194 15,4 2 93-15,0 1 47 0,2 2 17 0,3 0-568 16,2 1 263-16,1 4 146 0,3 0-288 0,1 3 202 15,1 1 101-15,1-1 50 0</inkml:trace>
  <inkml:trace contextRef="#ctx0" brushRef="#br0" timeOffset="103859.94">8218 9639 711 0,'0'0'0'16,"0"0"0"-16,-2 0 0 0,1 0 0 0,-4 0 357 0,-1 7-160 0,1-2-81 0,-1 7 701 0,-2 5-394 15,1 2-194-15,0 7 417 0,1 4-305 0,3 1-247 16,3 8-94-16,0-3 0 0,0-2 0 0,10 1 0 15,5-3 0-15,2-5 0 0,7 0 0 0,-2-10 0 16,2-7-30-16,1-8-40 16,2-2 53-16,2 0 36 0,-6-5-349 0,2-11 77 15,-6-5 120-15,-2-2-121 0,-6-4 109 0,3-4 45 16,-9-1 37-16,-4 0-32 0,-1-4 30 0,0 0-1 16,-1-5 30-16,-8-3-51 0,-7 6 9 0,0-1 42 0,-6 3 64 15,0 1-32-15,-4 9 0 0,-2-2-41 16,4 15 172-16,-2 6-81 15,3 6-41-15,0 1 584 0,4 0-289 0,-3 8-106 16,8 9-88-16,6 0 310 0,2 3-335 0,4 1-81 0,2 1 0 0,0 3 0 16,8-5 0-16,6 3 0 15,0-5 0-15,6 0 0 0,4-1 0 16,2 2 0-16,-1-7-55 0,7-2-218 0,0 0 155 16,5-7-502-16,4-1 303 0,4 1 80 0</inkml:trace>
  <inkml:trace contextRef="#ctx0" brushRef="#br0" timeOffset="103995.14">8937 9660 2735 0,'-5'0'0'0,"0"0"0"0,2-1 0 0,-1-2 0 0,-2 0 0 0,3 1 0 0,-1 2 0 0,2 0 383 0,-1 0-165 16,2 0-96-16,1 0-690 0,0 0 301 15,0 0 151-15</inkml:trace>
  <inkml:trace contextRef="#ctx0" brushRef="#br0" timeOffset="111683.87">10282 7927 1509 0,'-13'0'0'0,"1"0"0"0,1 0 0 0,2 0 0 0,3 4 0 0,3-4 0 0,3 0 0 0,0 1 0 0,6 1 146 15,10 0-45-15,4-2 138 0,5 0-101 0,5 0-50 16,2 0-25-16,-2 0 5 16,6 0 9-16,-7 0-39 0,-2 4 0 0,-2 3-128 0,-4 3 64 15,-3 3 32-15,0 3 9 0,-10 4-100 0,-8 6 62 0,0 3 30 16,-8 5-12-16,-12 0-6 15,-5 2 4-15,-4 0 96 0,-2-1-39 0,-1 0-32 0,2-3-14 16,0 0 299 0,-1 2-133 15,10-13-58-15,2 0-41-16,8-5 117 0,5-4-75 0,3-2-37 0,3 0 8 0,6-7 29 0,8 0-37 0,6-3-1 0,6 0-83 0,-1 0 0 0,5 0 55 0,-3 0-127 15,1-3 58-15,-1 0 31 0,-1 0-1 0,-3 0-421 0,4 1 221 0,-10 0 61 16,1 1 69-16,-8 1-589 15,0 0 306 17,-3 0 154-32,-2 0 67 0,-3 0-480 0</inkml:trace>
  <inkml:trace contextRef="#ctx0" brushRef="#br0" timeOffset="111825.62">10301 8171 2452 0,'-16'0'0'0,"-2"0"0"0,11 3 0 0,-2 1 0 0,6-1 0 0,3 1 0 0,0-1 0 0,0 1 329 0,5 0-150 0,7-1-71 0,7 1-35 0,0-1 56 0,4-1-46 0,4 4 9 0,1-2-54 0,1 1-659 31,1 0 329-31,2-2 165 0</inkml:trace>
  <inkml:trace contextRef="#ctx0" brushRef="#br0" timeOffset="111962.57">10745 8102 1241 0,'-8'-5'0'0,"1"0"0"0,4 2 0 0,1-1 0 0,-1 1 804 0,3 2-387 0,0-2-190 16,2 3-94-16,4 0-16 0,4 0-39 0,0 0 9 15,2 0-49-15,1 3-438 0,-2 5 219 0,3 3 109 16</inkml:trace>
  <inkml:trace contextRef="#ctx0" brushRef="#br0" timeOffset="112087.31">10747 8386 1550 0,'-11'2'0'0,"0"0"0"0,0 1 0 0,5-1 0 0,2-1 0 0,2-1 0 0,2 0 261 0,0 0-111 15,2 0-47-15,10-1-184 0,5-8 60 0,0 2 29 16,6 1 1-16,1-1-627 0</inkml:trace>
  <inkml:trace contextRef="#ctx0" brushRef="#br0" timeOffset="112368.42">11372 7703 1458 0,'-10'-22'0'0,"3"1"0"0,-1 9 0 0,0 4 0 0,-3 6 0 0,2 2 0 0,-4 0 660 0,-1 11-301 0,3 12-166 15,1 8 264-15,0 4-210 0,4 6-104 0,2 7-53 16,3 10 129-16,1-5-114 0,0 5-105 15,1 7 0-15,7 6 0 0,2 11 0 16,0-6 0-16,-2 4 0 0,1 3 0 0,-6-1 0 16,-2-2 0-16,-1 10 0 0,0-22-34 0,-8-1-20 15,-5-3 46-15,-7-4-518 0,1-9 255 0,-4-3 60 16,6-25-83-16,-3-10 129 0,2-10 63 16,0-3-365-16,4-3 213 0,-3-14 97 0,4-9 64 0</inkml:trace>
  <inkml:trace contextRef="#ctx0" brushRef="#br0" timeOffset="112503.89">11005 8191 2784 0,'-4'-17'0'0,"4"4"0"0,0 5 0 0,7-4 0 0,6 1 0 0,9 3 0 0,3 3 0 0,6 0 0 0,3 4 262 16,5-2-112-16,6 2-688 15,-3 1 282-15,-1 0 147 0,4 8 73 0</inkml:trace>
  <inkml:trace contextRef="#ctx0" brushRef="#br0" timeOffset="112653.44">11769 8485 3597 0,'-5'0'0'16,"-3"1"0"-16,1-1 0 0,-1 3 0 0,1-3 0 0,3 0 0 0,-1 0 0 0,4 0 0 0,-2 0 334 0,1 0-334 0,2 0 0 0,0 0-14 0,0-3-224 0,0 2 138 15,2 1-1485-15</inkml:trace>
  <inkml:trace contextRef="#ctx0" brushRef="#br0" timeOffset="114825.34">14236 7663 1188 0,'-6'-14'0'0,"-1"1"0"0,1 5 0 0,4 2 0 0,2 0 0 0,0 4 0 0,0-1 0 0,2 3 344 0,11 0-159 0,0 7-74 15,3 6-37-15,0 5 164 0,1 4-101 0,-2 3-41 16,-1 1-34-16,-1 4 21 15,-1 0-1-15,-3 1-45 0,1 6-70 0,-1 2 44 0,-6-3-9 0,-1-1-72 16,-2 1 53-16,0 0 27 0,0-7 0 0,-8 5 61 16,0-16-9-16,-3-2-25 0,-1-6-35 0,3-8 262 15,-1-2-116-15,1 0-48 0,6-12-43 16,3-11 79-16,0-8-49 0,2-3-25 0,10-1 30 0,4-10-19 16,4 7-8-16,1-6-108 15,4 4 40-15,1-2 0 0,2 3 40 0,3-6-77 16,-2 13 33-16,-2 3 1 0,-2 2 43 0,-3 10-120 0,-5 4 38 15,0 1 42-15,-8 10-25 0,-4 2-268 16,-2 0 126-16,-1 0 79 0,0 4-264 16,-2 6 149-16,0 0 90 0,0 3-532 0,0 2 305 0,0 1 153 15</inkml:trace>
  <inkml:trace contextRef="#ctx0" brushRef="#br0" timeOffset="115371.14">14307 8695 2336 0,'-8'-10'0'0,"-3"3"0"0,2 1 0 0,1 1 0 0,1 5 0 0,-1 0 0 0,0 5 0 0,-3 9 0 0,5 7 0 0,-1 8 0 0,0 3 0 0,2 2 141 0,3 3-53 0,-2 5-17 0,4-3-11 0,0-2 1 0,3 1-25 16,5-2 0-16,7-7 27 0,3 1 9 0,2-12-36 0,2-3 0 0,2-10 6 0,0-1-6 0,3-2 9 16,-3-2 57-16,0-3-34 0,-1-11 1 0,-2-4-75 15,-1-3 1-15,1-4 50 0,-4-1-9 0,-3-3-62 0,-1-1 31 0,-2 1 0 16,-2-6 31-16,-1 2-178 0,-5 5 70 0,-1-1 46 16,-2 0-160-16,0-2 83 0,-6 1 51 0,-7-4-2 15,-4 8-103-15,-3-1 63 16,-2 3 13-16,-5 2 55 0,-1 7-10 0,-1 0-9 15,1 11 9-15,0 4 87 0,0 0-43 0,0 9-1 16,0 11-43-16,1 2 363 0,8 6-150 0,4 0-92 16,5-2 320-16,7 0-186 0,3-2-84 0,0 1-41 15,5-5-13-15,12-6-81 0,2 2 0 0,4-5 0 16,2 0-71-16,3-4 60 0,0-4 18 0,0 0-671 16,0-3 325-16,-3 0 177 15,0 0 38-15,3 0-493 0</inkml:trace>
  <inkml:trace contextRef="#ctx0" brushRef="#br0" timeOffset="116020.03">16392 7585 1322 0,'-9'-12'0'0,"0"3"0"0,1-2 0 0,4 4 0 0,3-3 0 0,1 2 263 0,0 1-117 0,9 2-55 16,11 1 305-16,5 3-180 0,5 1-89 0,1 0 30 0,0 0-65 15,0 8-27 1,-1 3-1-16,0 2-37 0,-4 4 10 0,-1 6 9 0,-8 0-10 0,-6 4-142 31,-3 1 71-31,-8 1 36 0,0 1-55 0,-6 3 55 0,-11-4-10 0,-7-4 136 0,-4-1-46 0,-4-2-38 16,-1-3-20-16,-5-2 40 0,7-7-6 0,-2-5-55 15,5 1 14-15,-1-6-71 0,4 0 38 16,0 0 29-16,12-3 13 0,4-2-449 16,6-8 214-16,3-1 105 0,3-4-625 0,16-3 337 15,7-4 183-15,4 0 87 0</inkml:trace>
  <inkml:trace contextRef="#ctx0" brushRef="#br0" timeOffset="116172.99">16825 7450 2269 0,'0'-7'0'0,"0"5"0"0,0-3 0 16,0 5 0-16,-3 0 0 0,-6 0 0 0,-3 5 0 0,-3 8 836 0,-2 8-399 0,0 3-200 0,0 2-101 0,2 2-120 16,2 4-16-16,5-3 0 0,6 0 0 15,2-1 0-15,2 0 0 0,15-3 0 0,5 0 0 16,5-4 0-16,4-8 0 0,3-1-97 15,3 0-239-15,-1-6 187 0,2 5 101 0,-7-11-979 16,-4 3 495-16,-2 1 248 0</inkml:trace>
  <inkml:trace contextRef="#ctx0" brushRef="#br0" timeOffset="116453.35">16501 8557 2145 0,'0'0'0'0,"0"0"0"0,0-2 0 0,0 0 0 0,0 0 0 0,0 1 510 0,0 1-228 16,1 0-127-16,6 5 548 0,4 5-567 0,3 4-136 15,2 1 0-15,2 5 0 0,1-2 0 0,1 1 0 16,0 3 0-16,1 1 0 0,-1 1 0 0,2 0-8 16,-5 0-474-16,0-4 258 0,-3-2 130 0,0-1-1000 15,-1-3 499-15</inkml:trace>
  <inkml:trace contextRef="#ctx0" brushRef="#br0" timeOffset="116634.15">16941 8432 2653 0,'-5'-6'0'0,"0"4"0"0,0-2 0 0,0 4 0 0,0 0 0 0,-2 12 0 0,1 15 0 0,-5 9 893 0,0 12-508 0,-6 10-385 0,-2 6 0 0,-5 14 0 0,-3 11 0 0,-2 9 0 0,-3 11 0 0,3-17 0 0,-1-2 0 0,2-1-97 16,-1 0-181-16,-3 1 157 0,-3 19 87 0,3-17-1262 0</inkml:trace>
  <inkml:trace contextRef="#ctx0" brushRef="#br0" timeOffset="118914.65">12149 8699 1174 0,'-12'6'0'0,"-4"-4"0"0,5 1 0 0,3-2 0 0,-1 1 0 0,3-2 151 0,3 1-55 0,-2-1-17 16,5 0-11-16,0 0 152 15,5 0-90-15,15-9-44 0,8-6 0 0,9-4 111 0,7-5-83 0,7-3-36 16,9-4 138-16,5-1-88 0,4-7-43 0,16-6 29 15,-1 1-42-15,8-6 1 0,5 1-32 0,0-3-37 16,-4 3 0-16,5-2 48 0,-26 13-11 0,-8 6-42 16,-8 5 0-16,-10 4 43 15,-8 6-121-15,0-1 71 0,-15 6 12 0,-3 3-108 0,-6 3 48 0,-3-1 36 47,-3 3-5-47,-4 1-1 16,-4 0-17-16,0 3 42 0,0 0-22 0,0 0 66 0,-3 0-52 0,-3-1 2 15,0 1 0-15,0 0-124 0,1 0 59 0,0 0 31 0,0 0-569 0,5 11 290 16,0 2 139-16</inkml:trace>
  <inkml:trace contextRef="#ctx0" brushRef="#br0" timeOffset="119340.82">14728 7993 946 0,'-11'-10'0'0,"0"2"0"0,3 3 0 16,0-1 0-16,4 2 0 0,2 2 0 0,2 1 59 0,0-2-26 0,14 1 7 15,11 0 618-15,10-1-309 0,11-1-154 0,3-1-78 0,13-1 63 16,13-1-60-16,0 0-45 0,15-1 98 16,8-3-67-16,10 1-32 0,0 0-1 0,8-1 15 15,-25 5-48-15,-4 1 0 0,-6 0 0 0,-9 2-92 16,-7 2 45-16,3-4 11 15,-26 4-123-15,-4-1 80 0,-7 1 39 0,-5 1 11 0,-5-3-172 0,-1 3 72 16,-12 0 48-16,-7-3-40 0,-1 3 37 16,0 0-9-16,-3 0-1 0,-11-2-70 0,-3 2 52 0,-6 0 7 15,-4 0 0-15,-4 2-414 0,1 5 220 0,-4 3 99 16</inkml:trace>
  <inkml:trace contextRef="#ctx0" brushRef="#br0" timeOffset="120232.75">12426 8695 1064 0,'-15'-17'0'0,"5"5"0"0,1 5 0 0,7 2 0 0,-2 2 0 0,4 2 0 0,0 1 0 0,3 0 301 0,7 5-130 16,11 5-65-16,6 3 288 0,6-1-178 16,11 5-77-16,0-3 68 0,9 3-83 15,6-1-42-15,8 2 0 0,13 4 60 0,12 5-41 0,-5-1-36 16,5 4 1-16,5 2-78 0,-3 3 26 0,-6 0 0 15,5 3 36-15,-23-9-128 0,-10 0 60 0,-4-5 28 32,-8-2-196-32,-2-4 103 0,-3-2 68 0,-16-11-112 0,-6-1 68 0,-6-4-6 0,-5 0 30 15,-8-2-38-15,1-8 20 0,-3-3-8 16,0-1 0-16,-5-5 78 0,-3 0-47 0,-1 4-9 16,3-4-1-16,4 5-530 0</inkml:trace>
  <inkml:trace contextRef="#ctx0" brushRef="#br0" timeOffset="120694.2">14871 9106 926 0,'-20'-7'0'0,"6"2"0"0,2 4 0 0,2-1 0 0,4-2 286 0,2 0-124 15,-2-3-53-15,6-1-40 0,5-4 417 0,14-5-224 0,9-5-112 16,14-8 68-16,10-8-80 0,8-5-56 0,12-3-2 16,9-8-1-16,8-3-41 0,13-6 0 0,14-10-32 15,-10 5-9 1,-1-4 41-16,1-4 0 0,-5-1-149 0,-3 2 74 0,4-5 48 16,-30 23-10-16,-8 7-64 0,-8 7 6 0,-6 6 39 15,-3-3-54-15,-14 16 36 16,-6 0-3-16,-5 6 155 0,-3 3-66 0,-10 1-26 0,0 4-17 0,-8 8 187 15,-1 0-88-15,0 2-48 0,0 0-8 16,0 0-125-16,-6 0 66 0,-4 10-6 0,-4 4 81 0,2 3-429 16,1 2 195-16,-2 3 93 15</inkml:trace>
  <inkml:trace contextRef="#ctx0" brushRef="#br0" timeOffset="123039.79">11654 10040 1133 0,'-2'0'0'0,"-3"-3"0"0,2 2 0 0,1-2 0 0,-2 1 0 0,4-1 355 0,0 3-159 0,0-2-80 15,12 0-39-15,4 1 267 0,4 1-158 0,4-2-75 0,5 2 7 0,-2 0-40 0,3-2-1 0,2 2-117 16,-1 0 34-16,1 0 0 16,-3 0 43-16,0 0-40 0,-5 0 0 0,4 0 49 0,-9 0-9 15,-5 2-74 1,-2 5 37-16,-5 5-1 0,-6 2 38 0,-1 7-51 0,-3 3-6 0,-15 6-3 16,-6 5 159-16,-4 0-64 0,-4 5-28 0,-7 4 123 31,2-5-73-31,1-1-25 15,2 0 1-15,1-6 45 0,2-1-39 0,0 3 10 0,8-12-49 0,4-5 114 0,8-5-132 0,3-4-19 0,4 1 0 0,4-9 0 16,0 1 0-16,6-1 0 31,8 0 0-31,6 0 0 0,3 0 0 0,3 0 0 0,2 0 0 0,1 0 0 16,3-1 0-16,0-1 0 0,5 0 0 0,-9 1 0 0,3-2 0 0,-4 3 0 16,-2 0 0-16,0 0 0 0,3 0 0 0,-8 0-39 15,-4 0-93-15,-1 0 60 0,-5 0-424 0,-2 4 230 16,1 0 105-16,-8-3-511 0,-1 3 318 0,0-3 158 15,0 2 79-15,-4-3-528 16</inkml:trace>
  <inkml:trace contextRef="#ctx0" brushRef="#br0" timeOffset="123218.43">11679 10336 2572 0,'-22'0'0'0,"3"0"0"0,7 0 0 0,0 0 0 0,11 0 0 0,1 0 0 0,0 4 0 0,14-1 0 0,8-1 396 16,4 0-170-16,4-1 164 0,4-1-176 0,-3 0-89 0,4 0-117 0,-3 1-283 16,6-1 128-16,-7 3 88 15,-1 0 48-15,-2-1-792 0,0 1 420 0,1 3 219 16,-4 0 96-16</inkml:trace>
  <inkml:trace contextRef="#ctx0" brushRef="#br0" timeOffset="123561.7">12177 10478 1496 0,'-9'-9'0'0,"2"0"0"0,5 3 0 0,0-1 0 0,2 0 0 16,0 2 0-16,0-5 183 0,8 5-78 0,5 0 308 0,3 3-189 0,2 0-93 15,2 2-48-15,0 0 93 0,-1 0-74 0,-1 7-34 16,-2 5 1-16,3 2-81 0,-5 1 24 0,3 2 9 16,-8 2 15-16,0 3-46 15,-4-2 23-15,-3 2 0 0,-1 1 30 0,-1 1 2 16,0-2-9-16,-10-3 74 16,-5 2-37-16,-3-5-1 0,-3 1-27 0,-2-6 19 0,-2-2-28 0,-1-6 0 15,0-2 0-15,0-1-162 0,-4 0 89 0,8 0 36 16,2-7 0-16,3-5-419 0,4-1 212 15,6-1 87-15,2-3-514 0,5 2 305 0,5 2 147 16,12-4-217-16,5 0 182 0,5 2 91 16</inkml:trace>
  <inkml:trace contextRef="#ctx0" brushRef="#br0" timeOffset="123758.28">12528 10386 835 0,'1'-9'0'0,"1"1"0"0,-2 2 0 0,0 0 0 0,0-3 0 0,0 6 751 0,0 0-358 0,-5 1-178 0,-2 2-89 0,-3 0 446 15,-1 0-259-15,-1 9-142 16,-1 5-68 0,-1 3 290-16,3 1-334 0,0 2-59 0,2 2 0 0,3 2 0 0,4-1 0 0,2 0 0 15,0 1 0-15,2-3 0 0,8 3 0 0,4-6 0 16,5-1 0-16,0-2 0 0,5-1 0 0,2-4-66 16,4-1-193-16,-2-3 55 0,1-6 101 0,1 0-683 15,-1 0 375-15,-1-3 188 16</inkml:trace>
  <inkml:trace contextRef="#ctx0" brushRef="#br0" timeOffset="124008.59">12894 10183 2791 0,'-7'0'0'0,"-3"-2"0"0,4-3 0 0,2 5 0 0,0-1 0 0,0-4 0 0,4 4 0 0,0 1 483 16,9 0-224-16,6 0 139 0,5 0-398 0,4-2 0 0,0 1 0 0,0 1 0 16,4 0 0-16,-1-2 0 15,-1 2 0-15,4 0 0 0,-7 0 0 0,0 0 0 16,-2 0-724 0,-3 0 356 15,-2 0 173-31,-1 3 116 0</inkml:trace>
  <inkml:trace contextRef="#ctx0" brushRef="#br0" timeOffset="124159.61">12914 10383 1260 0,'-11'0'0'0,"-3"1"0"0,7 1 0 16,2 1 0-16,3-3 791 0,2 4-377 0,2-1-189 0,12 1-85 0,6-3 524 0,5 2-314 0,5 0-263 0,-1 0-87 0,4 0 0 15,1-2 0-15,-2 3 0 0,-3-4 0 0,-1 2 0 16,0 2 0-16,-1-3-225 0,1 2-122 0,-7-2 188 15,-5 0 97-15,-2 1-994 0</inkml:trace>
  <inkml:trace contextRef="#ctx0" brushRef="#br0" timeOffset="127453.51">13700 10082 755 0,'-16'0'0'0,"5"-6"0"0,-3 4 0 0,1-3 0 0,2 4 0 0,-3-2 378 0,-1 0-161 0,6 1-95 16,1 2 234-16,0-3-159 16,5 3-81-16,0 0 70 0,0 0-65 0,3 0-47 0,0 0 0 0,0 0 7 15,6 0 1-15,2-1-45 0,2 1 9 0,0-2 7 16,2 2-16-16,-1-2 0 15,1 2-58-15,1 0 30 16,-3 0 8-16,-1 0 20 0,2 0-78 0,-2 0 40 0,-4 0-1 16,1 0-13-16,3 0 8 0,-4 0-6 0,-2 0 35 0,2 0-65 31,-1-1 27-31,-2 1-16 0,4 0 42 0,-3-3-17 0,1 3 11 0,0-1-10 0,-2-1 8 0,1 1-7 16,0 0 8-16,0-2-2 0,-1 0-57 0,1 0 27 15,2 2 0-15,-2-4-3 16,1 3-2-16,1 0 26 15,1-1 4-15,-2-2-42 0,5 5-1 0,-1-4 27 16,3 3 4-16,1 0-14 0,2-3 14 0,3 2-11 16,-1 1 40-16,4-1-2 0,4 0-33 0,-5 0 17 0,2 1-11 0,0-1 4 15,-3 1-2-15,4 0 43 0,-8 1-40 0,0 0 2 16,-3 0-1-16,-2 0 30 0,-3 0 1 0,0 0-28 16,-4 0 4-16,-2 4 125 0,0 6-56 15,-8 5-31-15,-7 1 86 0,-3 7-44 16,-2 1-21-16,-5 2-1 0,1 1-70 0,-4 5 40 15,2-2 0-15,-5 5-2 0,6-8 10 0,-1 1-4 16,1-2 5-16,0-1 41 0,5-2-48 0,-5 3 10 16,6-9-23-16,6-3 133 0,1-2-60 0,4-2-27 15,5-3 106-15,0-1-56 0,3-2-44 0,0-3-66 16,2 0 0-16,7 3 0 0,6-2 0 0,0 1 0 16,2-1 0-16,2-1 0 0,1 2 0 15,4-3 0-15,-3 2 0 0,4 1 0 16,-3-1 0-16,1 2 0 15,0-3 0-15,-2 4 0 0,-1-3 0 0,5 1 0 0,-9-1 0 0,0 0 0 16,-3 1-372-16,-1-1 85 16,-4-2 109-16,2 0-428 0,-7 0 290 0,-2 0 139 15,1 0 71-15,-2 0-448 0,0 0 259 0,0 0 120 0</inkml:trace>
  <inkml:trace contextRef="#ctx0" brushRef="#br0" timeOffset="127648.33">13687 10270 2058 0,'-23'-9'0'0,"5"1"0"0,6 6 0 0,-2-2 0 0,10 1 0 0,4 1 0 0,0 2 0 0,1 0 340 0,11 0-152 15,8 0-67-15,4 0 221 0,4 0-153 16,3 0-76-16,1 0-38 0,0 0-75 0,5 0 10 0,-7 5 27 16,1-1-1-16,-2 1-556 15,-2 2 278-15,0 0 139 0,3 0-258 0,-7-1 193 16,-1 5 63-16,-5-5-669 0,0 3 369 0</inkml:trace>
  <inkml:trace contextRef="#ctx0" brushRef="#br0" timeOffset="128006.84">14175 10265 1351 0,'0'3'0'0,"0"-3"0"0,1 2 0 0,1 2 0 0,1-1 0 0,2 3 0 0,2 5 0 0,1 2 426 0,2 4-195 0,2 6-88 0,-3 2 98 0,2 4-103 0,0 5-50 0,-3 3 2 0,-2 1-26 0,1 1 8 0,-6-6-35 0,-1 2 49 0,0-5-25 0,0-6 1 0,0-2-26 0,-1-5 123 16,-3-9-67-16,1-2-27 0,0-6 0 0,0 0 85 0,1 0-56 0,2-6-20 0,0-11-40 0,0-2 2 0,2-5 0 0,6 0-60 0,3-1 30 0,4-5 9 0,0 5-12 0,0-1-56 0,4 3 28 0,-1-2 31 0,-1 4 0 0,5-3-65 0,-3 7 38 0,0 5-8 0,0 0 1 0,0 7 7 0,-3-1 22 0,6 4-31 0,-7 2 2 0,-2 0-7 0,1 3 28 0,-3 7-57 0,-3 0 28 0,4 1 2 15,-7 2 27 1,0-4-62-16,-2 1 30 0,-2-2-14 16,1-2 40-16,1 2-255 0,-1-5 110 0,-2 1 61 0,0-4 30 0,0 0-322 15,0 0 177-15,0 0 78 16,0 0-437-16,0 0 267 0</inkml:trace>
  <inkml:trace contextRef="#ctx0" brushRef="#br0" timeOffset="128220.57">14747 10234 3056 0,'-4'1'0'0,"0"0"0"0,-1 2 0 0,2-1 0 0,2-1 0 0,-1 1 0 0,2 2 0 0,0-1 0 0,0-1 446 0,0 4-210 0,3-2-100 0,5-2-79 16,1 3-57-16,-1-1 0 15,2-1 0 1,0 2 0-16,-1-5 0 0,-2 3 0 0,2 0 0 0,-3-2-389 0,1 0 78 0,-3 3 170 0</inkml:trace>
  <inkml:trace contextRef="#ctx0" brushRef="#br0" timeOffset="129009.08">15150 10158 736 0,'-9'-14'0'0,"4"5"0"0,-1 3 0 0,6 4 0 0,0-2 0 0,0 4 361 0,0 0-154 0,0 0-89 16,11 8-41-16,1 8 226 16,2 6-133-16,0 2-66 0,0 5-25 0,-2 2 7 0,-2 5-25 15,0 0 1-15,-4 2-111 0,-3 0 42 0,0 10 10 0,-1-7-39 16,-2 0 37-16,0-3-1 16,-7-4 37-16,-1-3 43 15,-4-3-34-15,5-11-9 0,-2-7 0 0,0-6 105 0,3-4-54 0,0 0-29 16,1-10-29-16,3-13 162 15,2-7-78-15,0-1-38 0,3-7 12 0,9-4-25 0,3-1 9 0,1-1-66 16,2 2-1-16,4 1 32 0,-1 2 0 16,5-6 8-16,-1 9-8 0,0 0 0 0,2 7 0 15,-4 0 25-15,-2 9 0 0,3-2-16 0,-10 13-9 0,0 3-164 16,-3 3 69-16,-2 2 43 0,2 1-417 16,-2 0 214-16,-2 2 89 0,3 8-603 0,-5 0 348 0,1 4 173 15,2-1 87-15,1 4-557 0</inkml:trace>
  <inkml:trace contextRef="#ctx0" brushRef="#br0" timeOffset="129765.86">15484 10472 1310 0,'-7'-3'0'0,"3"-1"0"0,-4-1 0 0,5 2 0 0,0 1 0 0,1-1 0 0,2 0 0 0,0 0 132 0,0-1-38 0,2 1-34 0,7 1 168 16,3 0-96-1,2 2-48-15,2 0-24 0,3 0 119 0,-4 0-75 0,2 5-35 16,-1 6 1-16,1-2-49 0,-2 4 15 0,0 1 9 15,-4 1-73-15,-2 1 32 0,-1 1-1 0,-4 2-5 16,-2-1 0-16,0 4 48 0,-2-2-10 16,-4 0-69-16,-11-3 34 0,-2 1-13 15,-5-3 0-15,-3 2-1 0,2-6 28 0,-2-2-24 0,0-3 20 16,1-3-25-16,1-3 24 0,0 0 1 16,7 0-162-16,2 0 75 0,6-6 38 15,4-6-395-15,4 1 204 0,0-4 84 0,7 0 62 0,9-1-218 16,7 3 133-16,-2-5 65 0</inkml:trace>
  <inkml:trace contextRef="#ctx0" brushRef="#br0" timeOffset="129966.59">15808 10451 1451 0,'0'-9'0'0,"0"-1"0"0,0 3 0 0,0-3 0 0,0 5 0 0,0-1 0 0,0 3 0 0,-4 0 0 0,-1 1 675 15,-3 2-310-15,0 0-169 0,0 2 253 0,-4 10-206 16,1 3-103-16,1 6 166 0,-2 3-200 0,4 2-106 15,2 2 0-15,2 2 0 16,4-2 0-16,0 4 0 0,0-2 0 0,5-3 0 0,8-3 0 0,5-1 0 16,3 0 0-16,5-4 0 0,4 1 0 15,0-7-12-15,-1-4-966 0,4-3 474 16,-2-4 222-16</inkml:trace>
  <inkml:trace contextRef="#ctx0" brushRef="#br0" timeOffset="130953.94">16350 10347 1313 0,'-12'0'0'0,"1"0"0"0,3-2 0 0,0 0 0 0,2 2 0 0,4 0 0 0,2 0 207 0,0 0-76 0,0 0-52 0,16 0 352 15,4 2-197-15,8 1-99 0,5-3-50 0,7 0 200 16,-1 0-130-16,2 0-58 0,2 0-31 0,0 0-32 15,0-1 2-15,7-4 10 0,-9-1-282 0,-1 3 136 16,-6 0 69-16,-4 1-514 16,-5 0 290-16,-3 2 155 0,-12 0-3 0,-5 0-667 0,-5 2 366 15</inkml:trace>
  <inkml:trace contextRef="#ctx0" brushRef="#br0" timeOffset="131167.4">16677 10101 1705 0,'-13'0'0'0,"-2"2"0"0,4 1 0 0,-1 2 0 0,4 2 0 0,3 3 0 0,2 2 203 15,3 9-84-15,0 1 443 0,0 6-255 0,0 2-139 16,5 3-66 0,4 2 121-16,-1 3-94 0,-2-1-46 0,2 8-14 0,-2-7-254 15,0 0 110-15,-2-1 56 0,0-2 28 0,-2-1-207 16,1 2 127-16,-1-7 49 0,-2-4-537 0,0-5 293 0,0-5 32 0,0-2-360 15,0-1 270-15,0-9 149 16,0-3 68-16</inkml:trace>
  <inkml:trace contextRef="#ctx0" brushRef="#br0" timeOffset="131646.46">17233 10045 1149 0,'-8'0'0'0,"0"0"0"0,5 0 0 0,0 0 0 0,2-1 0 0,1 0 207 31,0 1-85-16,0-3 136-15,7 3-115 0,9-3-54 0,3 2-27 0,3 1 156 0,2 0-92 0,3 0-36 0,-1 0-31 0,1 0 30 0,0 0-27 0,-1 4 1 16,0 1-27-16,5 2-53 0,-9 1 22 0,0-3-1 16,-5 4-42-16,0-1 37 0,-4 2 0 15,1 1-48-15,-11 4 37 0,-3 2 8 16,0 6 1-16,-15 0-63 16,-7 7 39-16,-5 6-2 0,-7-1-1 0,-2-2-34 0,-1 4 28 0,-2 0-16 15,-3-4 42-15,0 5 88 0,7-10-42 0,2-2-4 0,4-1 286 16,2-5-148-16,1 3-76 0,12-11 228 15,3 0-143-15,8-4-72 0,3-4-35 0,0 2 17 16,0 0-18-16,11 0-51 0,6 0-20 0,5-1 0 16,2-2 0-16,2 0 0 15,3 2 0-15,1-3 0 0,0 0 0 0,-1 1 0 0,2 0 0 16,-4-2 0-16,6 1 0 0,-7-1-301 0,-1-1 96 0,-3 0 101 16,-3 0 50-16,-1 0-480 15,-1 0 241-15,-8 0 133 0,-2 0 61 0,-6 0-224 0,1 0 143 16,-2 0 72-16,0-1 27 0</inkml:trace>
  <inkml:trace contextRef="#ctx0" brushRef="#br0" timeOffset="131828.26">17255 10328 1980 0,'-16'-7'0'0,"-1"-3"0"0,5 5 0 0,3 0 0 0,-1 1 0 0,8 1 0 0,2 3 365 0,0 0-164 16,7 0-83-16,11 0 272 0,4 0-168 0,1 0-97 15,4 0-45-15,1 0 105 0,2 0-75 0,-1 5-36 16,3 2 7-16,-4-2-171 0,0 2 63 0,-1 1 31 16,-3 2-650-16,5 1 350 0,-7-1 161 0,-1 2-828 15,-1-1 427-15</inkml:trace>
  <inkml:trace contextRef="#ctx0" brushRef="#br0" timeOffset="132248.51">17704 10488 1421 0,'-10'8'0'0,"1"1"0"0,0 3 0 0,1 0 0 0,-2 5 0 0,3 0 0 0,4 0 308 0,1 3-136 0,2 3-68 16,0-2 383-16,0 6-216 0,9-5-123 0,2-3 18 16,6-1-65-16,-1-1-33 0,4 0 0 0,1-3-108 15,-1-6 33-15,0-1 0 0,-1-6 43 0,2-1-105 16,-1 0 53-16,3 0 35 0,-3-5-9 0,-2-11-109 15,-2-3 67-15,-2 0 34 0,-1-6-126 0,0-1 30 16,-6 2 45-16,-5-6-73 0,0 2 50 0,-2-4 14 16,0-1-1-16,0-4 5 0,-8 6 24 0,-5-1-10 15,-2 1 8-15,-6 5 74 0,-4 3-36 16,-5 1-9-16,2 13-27 0,-3 7 211 16,0 2-98-16,1 0-37 0,-2 9 132 0,8 10-71 15,7 1-49-15,2 4 261 0,7 0-141 0,6 2-72 16,2 0-25-16,0-3-6 0,8-1 0 0,7-4-39 94,2 0-20-94,4-2-116 0,1 0 67 15,-2-7 30-15,2 0 0 0,1-3-404 0,0-4 215 0,-2-2 74 0,2 3-720 0,-3-3 406 0,-2 0 198 0</inkml:trace>
  <inkml:trace contextRef="#ctx0" brushRef="#br0" timeOffset="132895.6">18213 10310 1389 0,'0'0'0'0,"0"0"0"0,0 0 0 15,0 0 0-15,0 0 0 0,0 0 0 0,0 0 524 0,0 0-244 0,0 0-122 0,0 0-51 0,0 0 227 0,2 0-148 0,-2 0-75 16,8 0-37-16,-4 0 27 16,4 0-23-16,1 1-10 0,-1 3-205 0,1-2 86 15,1-1 44-15,-1 2-546 0,2 0 304 0,0-2 139 16,-2 0 73-16</inkml:trace>
  <inkml:trace contextRef="#ctx0" brushRef="#br0" timeOffset="134474.87">18663 10208 392 0,'0'0'0'0,"-1"0"0"0,-2 0 0 0,-3 0 0 0,3 0 0 0,-2 0 322 0,2 2-146 0,-2 3-70 15,3 2 217-15,-1 6-142 0,0 3-73 0,-2 3 175 16,3 5-128-16,0 6-59 15,-1 1-30-15,3 4 63 0,0 4-46 0,0 2 9 0,7-4-55 0,3-2 132 16,1-2-67-16,3-5-32 47,0-1 0-47,3 4 31 0,-3-13-36 0,1-2-1 0,1-5-43 0,-1 1 16 0,0-6 0 16,0 0-41 15,-2-6 16-31,0 0 0 0,2-3 25 0,-3-11-104 0,3 1 52 0,0-8 35 0,-1 2-12 0,-2-5-84 0,1 2 31 0,-2-4 30 15,0 1-9-15,3-3-114 0,-8 3 52 0,3-2 38 16,0 1-53-16,-4-2 41 0,1 0 5 0,-1-4 0 0,-2 2 19 0,-2 0 6 0,-1-3-11 0,0-1 57 16,0 0-2-16,-5-4-52 0,-3 5 12 0,-3 4 40 0,-5 2-13 0,-2 2-1 15,2 3-8-15,-7 0 157 16,-1 9-68-16,1 7-44 0,-2 2 161 0,-2 3-93 16,1 1-30-16,-5 0 146 0,8 11-88 0,-1 6-48 15,4 3-24-15,1 1 64 0,3 3-44 0,1 1 9 16,9-2-53-16,1 4-35 0,5-2-2 0,0 0 0 15,0 1 0-15,5-5 0 0,6-1 0 0,4-3 0 16,1 0 0-16,4-2 0 16,3 2 0-16,2-9-68 0,-1-2-110 0,2-2 98 15,1-1 21-15,-2 0-614 0,3-3 307 0,-6 0 169 0,-1 0 80 0,1 0-552 16,-3-3 316-16,-2-2 158 0</inkml:trace>
  <inkml:trace contextRef="#ctx0" brushRef="#br0" timeOffset="135230.28">19105 10493 1539 0,'0'-5'0'0,"-2"2"0"0,-1-2 0 0,0 1 0 0,3 1 0 0,-2 0 0 0,2-2 0 0,0 1 0 0,0 0 0 0,0 1 188 0,0-2-75 0,2 2 97 0,4-3-87 0,4 3-44 16,0-2 9-16,2 3-2 0,1 1-26 16,1 1 1-16,0 0-25 0,0 0 56 0,1 0-19 15,-2 3-9-15,0 5-28 0,-1 3-54 0,-1 2 28 16,0 1-1-16,-2 3-106 16,-3 1 63-16,-2 0 34 15,-3 2-109-15,-1 1 54 0,0 1 37 0,0 1-5 0,-8 0 57 0,-4-2-46 0,-7 0 11 16,1-2-28-16,-3-2 114 0,-2 1-53 0,0-7 2 31,-1-1-38-31,3-3 208 0,-2-4-81 0,2-3-53 0,-1 0 11 0,5 0-8 16,1-3-25-16,5-3-214 0,3-3 103 0,2 1 49 0,0-3 13 15,6-1-470-15,0 0 224 0,6 0 121 16,7 1 30-16,3-1-282 16,2-1 162-16,2 2 94 0</inkml:trace>
  <inkml:trace contextRef="#ctx0" brushRef="#br0" timeOffset="135466.62">19460 10430 1988 0,'0'-10'0'16,"0"1"0"-16,-2-1 0 0,-3 3 0 0,2 2 0 0,-2 0 0 0,-2 4 0 0,1-1 346 0,-3 1-146 0,2 1-86 0,-5 1 267 16,1 11-172-16,-2 2-87 0,1 4-43 0,-1 4 209 15,1 1-131-15,4 2-110 0,0 2-47 0,3-2 0 16,3 3 0-16,0 0 0 15,2-3 0-15,0-2 0 0,2 0 0 0,10-2 0 16,0-1 0-16,7 1 0 0,1-8 0 0,1-1 0 16,5-4 0-16,0-1-45 0,1-3-3 0,2 0-694 0,-3-4 345 0,1 0 180 15,-1 0 90-15,-2-1-291 16,0-4 191-16</inkml:trace>
  <inkml:trace contextRef="#ctx0" brushRef="#br0" timeOffset="135659.49">19930 10793 2619 0,'-4'0'0'0,"-1"0"0"0,0 1 0 0,0-1 0 0,2 2 0 0,0-2 0 0,0 1 0 0,1-1 0 0,1 3 709 0,-2-3-328 0,2 0-177 15,1 1-186-15,0-1-18 0,0 0 0 16,0 0-80-16,0 0-64 0,0 0 85 0,0 0 47 0,0 0-960 15,0 0 504-15</inkml:trace>
  <inkml:trace contextRef="#ctx0" brushRef="#br0" timeOffset="137855.23">13573 11125 475 0,'-6'-10'0'0,"0"5"0"0,-2 0 0 0,2-2 143 0,1 5-56 0,1-1-1 0,0-1-48 0,1 3 217 16,2-1-108-1,-3-1-45-15,4 3-36 0,0 0 155 0,0 0-90 0,0 0-47 0,0 0 102 16,0 0-63-16,0 0-48 0,0 0 184 15,5 0-111-15,4 3-55 16,0 0-26-16,4 1 113 0,3-1-76 0,6-1-32 0,3 2 0 0,5-1 213 16,4-1-123-16,8 1-52 0,0-3-40 0,5 0 20 15,7 2-90-15,4-1 0 0,1 1 0 0,8 2 0 16,-9 2 0 0,-1-2 0-16,1 1 0 0,-4 3 0 0,-2-3 0 0,4 1 0 0,-17-1 0 0,-4-2 0 15,-4 1 0-15,-8-4 0 0,-5 0 0 0,4 0 0 16,-14 0 0-16,-2 0 0 0,-3 0 0 15,-1 0 0-15,-2 0 0 0,0-2 0 16,0-1 0-16,0 1 0 0,0-3 0 0,0 0 0 16,0 2 0-16,-2 0 0 0,1-3 0 0,-1-1 0 15,2 3 0-15,0-2 0 0,-3 0 0 0,2 3 0 16,1 0 0-16,-2 1 0 0,0 1 0 0,1 1-146 16,-4 0-1146-16</inkml:trace>
  <inkml:trace contextRef="#ctx0" brushRef="#br0" timeOffset="138719.54">17086 11163 1416 0,'-13'-12'0'0,"3"3"0"0,4 1 0 0,1 1 0 0,-1 1 0 0,6 0 0 0,0 4 0 0,0 1 234 0,0-1-97 0,6 2 243 16,7 0-160-16,4 0-96 16,4 0-42-16,8 0 154 0,6 0-98 0,4 0-50 15,8 0-14-15,3 2 263 0,5-2-149 0,7 1-74 16,8-1-38-16,4 0 11 0,10 0-87 0,-10-1 0 16,-4-1 0-16,-4-3 0 0,-4 1 0 0,-6 0 0 15,4 1 0-15,-23 2 0 0,-7-2 0 16,-6 3 0-16,-3 0 0 0,-9 0 0 15,2 0 0-15,-9 0 0 0,-4 0 0 0,-1 0 0 0,0 0 0 16,0 0 0-16,-3-1 0 0,-2-2 0 16,0-2 0-16,0-2 0 0,0 1 0 0,0-1 0 0,1 0 0 0,-3 3 0 15,1 1 0-15,0-2-533 16,0 5-42-16,-2 0 258 0</inkml:trace>
  <inkml:trace contextRef="#ctx0" brushRef="#br0" timeOffset="152636.43">20815 10129 912 0,'-7'-2'0'0,"-1"-2"0"0,1 3 0 0,3-2 0 0,-1 2 0 0,3 1 569 15,1 0-270-15,1 0-131 0,0 0-66 16,1 0 286 0,12 0-175-16,4 0-79 0,5 0 238 0,4-1-168 0,6-1-83 0,0-2-6 15,3 1-40-15,5-2 11 0,-7 1-49 0,1 0-127 16,0 1 64-16,1-2 31 0,-4 4 1 0,2-1-430 16,-8 0 225-16,-7 1 119 0,-4 1 58 0,-7 0-819 15,2 0 402-15,-6 0 192 0,-3 0-371 16,-2 0 290-16</inkml:trace>
  <inkml:trace contextRef="#ctx0" brushRef="#br0" timeOffset="152825.51">21066 10095 1490 0,'-6'1'0'0,"-3"2"0"0,4-3 0 0,0 4 0 0,0 1 0 0,1 2 0 0,2 1 277 0,-3 2-110 16,4 4-70-16,-3 3 172 0,-1 0-116 0,2 8-58 15,-4 1-28-15,-3 5 278 16,-3 0-158-16,-1 5-75 0,-5 3-38 0,-1-1 6 0,-4 6-33 15,0-8-10-15,0-1-194 0,-2-2 98 0,1-1 47 0,1-5-436 16,-2 1 251-16,6-12 113 0,4-5 16 0,2-4-306 16,5-4 182-16,4-3 4 0,2 0 63 15,3-2-416-15</inkml:trace>
  <inkml:trace contextRef="#ctx0" brushRef="#br0" timeOffset="153063.38">20941 10467 1499 0,'10'-3'0'0,"-1"0"0"0,2 2 0 0,0 1 0 0,-3 0 0 0,-2 4 0 0,2 8 0 0,-2 5 0 0,-2 0 705 0,4 7-325 0,-6-3-176 0,-1 6 243 0,1 2-204 31,-2 2-104-31,0-1-148 0,0 4 56 0,0-5-10 0,-2 0 0 0,-3-4-485 16,0-4 243-16,2 0 120 16,-2-2 70-16,2-8-325 0,0-1 188 0,-2-8 95 0,4-2-92 0,0 0-668 15</inkml:trace>
  <inkml:trace contextRef="#ctx0" brushRef="#br0" timeOffset="153166.42">21088 10519 2509 0,'1'-6'0'0,"1"0"0"0,3 4 0 0,-1 0 0 0,0 1 0 0,0 1 0 0,2 0 0 0,0 5 0 0,1 6 364 0,-2 2-163 0,1 3-83 0,0 2 86 0,-2-1-83 0,0 4-33 15,-1 0-10-15,0-3-416 0,0 0 188 0,-1-2 93 16,-1-3-282-16,2 4 198 0,-2-8 84 0,2 0 47 15,-2-3-847-15,2-6 422 0</inkml:trace>
  <inkml:trace contextRef="#ctx0" brushRef="#br0" timeOffset="153333.38">21239 10410 1629 0,'0'-6'0'0,"0"2"0"0,0-3 0 0,1 3 0 0,2-1 0 0,4 2 0 0,1-1 725 0,4 3-345 0,1-1-161 15,5 0-96-15,1 2 184 0,2 0-135 0,2 0-67 16,1 0-361-16,2 0 156 0,-4 0 63 0,2 0 38 0,-2 0-309 0,-3 4 173 16,-1 0 86-16,1-1-713 0,-7-2 386 0,-2-1 84 15,-1 0 132-15</inkml:trace>
  <inkml:trace contextRef="#ctx0" brushRef="#br0" timeOffset="153533.71">21487 10118 2010 0,'-3'0'0'15,"-1"0"0"-15,-1 0 0 0,3 4 0 0,-1 1 0 0,-2 3 0 0,2 8 368 0,0 6-165 0,-2 4 133 0,-1 9-150 16,-3 7-74-16,-3 8-29 0,-1 5 168 0,-4 3-107 0,-3 1-53 16,0-2-27-16,-3-1-57 0,-5 1 10 0,5-16 20 15,1-6-15-15,3-4-377 0,1-6 188 0,3-8 103 16,2 0 59-16,6-15-818 0,5-2 408 0,2 0 110 15,0-9-493-15</inkml:trace>
  <inkml:trace contextRef="#ctx0" brushRef="#br0" timeOffset="153689.38">21407 10500 2329 0,'5'0'0'0,"3"0"0"0,-2 0 0 0,3 0 0 0,-1 2 0 0,3 6-3 0,0 4 304 0,3 3-134 0,-1 3-67 0,7 4 512 16,-3 1-294-16,3 1-211 0,1 3-107 0,2-2 0 31,0 0 0-31,2-1 0 0,-5-5-337 0,-2-2 81 0,-2-3 146 0,-3-5 72 16,-3-3-827-16,-4 1 445 0,-3-4 84 0</inkml:trace>
  <inkml:trace contextRef="#ctx0" brushRef="#br0" timeOffset="153861.97">21411 10640 1312 0,'-10'0'0'0,"4"0"0"0,-2 0 0 0,2 0 0 0,2 2 0 0,4 3 0 0,0-1 715 0,0 3-339 0,0 0-161 0,6 2-94 0,4 1 232 15,0 0-158-15,1-1-80 0,1 3-412 0,-2 0 175 16,3-2 75-16,-2 0-734 0,0 0 394 0,0-3 197 16,-2-2 99-16,3 1-387 0</inkml:trace>
  <inkml:trace contextRef="#ctx0" brushRef="#br0" timeOffset="154146.92">21825 10283 1450 0,'5'0'0'0,"1"0"0"0,0 0 0 0,-1 0 0 0,-1 5 0 0,-1 1 0 0,0 6 0 0,-2 0 68 0,2 6-1 0,-3 3-30 16,0 3 9-16,0 1 297 15,-3 1-152-15,-4 1-78 0,-1-1-38 0,-2-1-8 0,0 0 9 0,2-7-40 0,-1-2 126 16,2-5-63-16,2-1-32 0,0-1 223 0,2-2-118 0,1-4-73 31,2-1-31-31,0 1 116 0,0 0-74 0,2-2-37 0,7 5-35 0,2-4-38 16,2 1 0-16,2 3 0 0,4-1 0 16,-2 2 0-16,7 0 0 0,-4 0 0 0,0 1-375 0,-1 0 170 15,4-1 73-15,-7-2 76 0,7 6-755 0,-9-8 392 16,0 0 191-16,-2 1-448 15</inkml:trace>
  <inkml:trace contextRef="#ctx0" brushRef="#br0" timeOffset="154749.19">22074 10294 1519 0,'-5'0'0'0,"-2"0"0"0,2 0 0 0,-4 0 0 0,6 0 0 0,-2 10 0 0,0 4 0 0,-1 7 589 0,3 0-281 0,-3 8-135 16,1 0-1-16,0 7-67 15,-3 3-35-15,-2 3-113 0,2-2 36 0,-4-4-1 0,-1 0 44 0,-1-1-419 16,-5-7 209-16,-1 4 115 16,1-13 42-16,-2-2-450 0,0-6 237 0,-1-7 40 15,2-4 84-15,-4 0-255 0,7-3 167 0,1-12 79 16,1-6-81-16,2-3 80 0,2-3 40 0,1-5-11 16,5 1 10-16,4-3 40 0,1 0 8 0,0 4 94 15,0-1-69-15,0 0-9 0,6 8-23 0,1 3 406 16,5 3-215-16,3 3-87 15,1 1-50-15,7 0 628 0,1 2-309 0,5 2-147 16,2 2 164-16,5-1-159 0,5-1-80 0,7-3-29 16,-1 3-67-16,1 0 18 0,4-3-1 0,4 6-72 0,-5-2 36 15,5-2 10-15,-15 10 26 16,-9-2-228-16,-5 2 115 0,-11 0 56 0,-4 0 38 16,-9 5-107-16,-3 4 56 0,-4 3-32 0,-11 0 442 0,-1 0-198 15,-4 5-85 1,0-3 437-16,3 0-247 0,-2 3-123 0,3-3-62 0,1 2-70 0,2 2-28 15,5-4 0-15,3 3 0 0,3-3 0 16,2 3 0-16,0 0 0 0,2 2 0 0,5-2 0 0,9 1 0 16,-2 0 0-16,3 0-50 0,1 2-90 15,0 3 62-15,-4-5-209 0,0 1 100 0,-3 2 78 16,-2-1 39-16,-5-1-6 16,-2 5-8-16,-2-5 48 0,0-2-1 0,-6 2 20 0,-10-4-19 0,-2 2-1 15,-4-1-8-15,1-5 55 0,-4-1-23 0,-3-2 0 16,1-4 78-16,2-4-52 0,-5 0-13 15,7 0 166-15,1-4-80 0,2-11-47 0,6 1-8 16,4-6 169-16,0 1-79 0,8 1-54 16,2 0-6-16,0-3 22 15,10 2-10-15,7 0 1 0,1 1-29 0,3 1-132 0,4 4 61 0,1-4 31 16,1 3-389 0,4 1 200-16,2-1 87 0,-2 1-245 0,0 2-142 0,2-1 224 0,-2 3 111 0,0-2-504 15,3-3 299-15</inkml:trace>
  <inkml:trace contextRef="#ctx0" brushRef="#br0" timeOffset="154911.45">22852 10072 1547 0,'0'-3'0'0,"0"2"0"0,-2-3 0 0,0 4 0 0,1 0 397 0,1 4-180 0,0 10-93 0,0 5 834 15,0 9-455-15,0 7-318 0,0 3-185 0,-2 2 0 0,1 8 0 16,-2 5 0-16,1 5 0 15,2-2-180-15,-1 0 87 0,-2 0 64 0,2-1-1330 0</inkml:trace>
  <inkml:trace contextRef="#ctx0" brushRef="#br0" timeOffset="155051.67">22792 10997 3931 0,'-20'6'0'0,"6"3"0"0,2 0 0 0,1-1 0 0,3 1 0 0,0 0 0 0,2 3 0 0,5-6 0 0,1 1 0 0,0-1 0 0,0-1 0 16,0 1 0-16,0-1 0 0,1-3 0 0,2 0 0 0</inkml:trace>
  <inkml:trace contextRef="#ctx0" brushRef="#br0" timeOffset="158917.09">23998 10072 1432 0,'-11'-8'0'0,"1"-2"0"0,1 3 0 0,4 0 0 0,2 1 0 0,3 0 0 0,0-1 0 0,1 0 247 0,13 3-110 0,4 0-49 0,5 2 160 16,2 2-105-16,3 0-52 0,0 7-18 0,-3 6 3 16,2 3 0-16,-4 4-38 0,0 2-1 0,-4 4 1 0,2 6 9 0,-7 1-9 15,-4 0-41-15,-5 2 40 0,-4 4 1 16,-1-2-93-16,0 6 57 0,-14-9-11 15,-5 1 47-15,-1-5-57 0,-5-4 0 0,-2 0 25 16,0-9 16-16,-1-6 57 0,0-4-29 0,0-6-11 31,1-1-20-31,-4 0 96 0,8-5-48 0,3-11-13 0,4-3 11 0,3 0 8 0,7 0-37 0,-1-3 14 16,7 3-13-16,0 1 1 0,7-3-1 0,6 4-27 16,5 2-1-16,1-2 38 0,1 5-9 0,1 1-79 15,-1 1 38-15,5 3 10 16,-2 1-352-16,2 0 170 0,-3 1 90 0,-2 4 27 31,5 1-606-31,-2 0 313 0,0 0 157 0,2 0-248 0,-3 0 207 0</inkml:trace>
  <inkml:trace contextRef="#ctx0" brushRef="#br0" timeOffset="159249.28">24445 10075 1505 0,'2'0'0'0,"0"0"0"0,0-1 0 0,0 1 0 0,3 0 0 0,0 0 297 0,1 1-135 0,2 10-62 0,3 6 198 0,-2 3-130 16,1 4-65-16,0 5-110 0,-3 1 18 0,1 4 0 15,-2 0 26-15,-4 3-95 32,0 5 58-32,-2-6 13 0,0-1 1 0,0-2-62 0,-6-3 42 0,-2-7 1 0,-1 1 83 0,0-14-8 0,-1-3-86 0,2-7 0 15,-1 0 232-15,2-5-109 16,0-10-38-16,6-6 58 0,1-4-41 0,0-3-24 0,1-1-1 15,9-1-18 1,3-2 3-16,2 5-10 0,1-1 1 0,3 2 1 0,3 0 0 0,2 3-1 16,4-5-21-16,-5 8 22 15,5 1-1 1,-3 4 1-16,-1 1-87 0,2 7 44 0,-3-3 17 0,-5 9-461 0,-5-2 216 0,-1 3 118 0,-2 0 36 16,-2 4-637-16,-3 2 330 0,-2 5 179 0,-3 0 85 15,0 2-256-15</inkml:trace>
  <inkml:trace contextRef="#ctx0" brushRef="#br0" timeOffset="159517.82">23860 10609 1317 0,'-17'0'0'0,"4"2"0"0,5 1 0 0,-2-3 0 0,10 4 0 0,3-2 223 0,13-2-94 0,13 0-46 16,8 0 432-16,10-2-231 0,2-5-128 0,5-5 116 0,1 0-118 0,3 1-58 0,5-1-31 0,10-3 10 0,-9 5-39 0,0 0 1 0,-8 3-1 0,-3 2-299 16,-7 1 150-16,0 2 84 0,-18 2-202 0,-7 0 134 15,-6 0 66-15,-4 7 34 0,-8 1-714 0,0 3 329 16,-3 3 177-16,-6-2-404 0</inkml:trace>
  <inkml:trace contextRef="#ctx0" brushRef="#br0" timeOffset="159836.01">24082 10761 1751 0,'-9'0'0'0,"0"0"0"0,4 0 0 0,1 0 0 0,4 0 0 0,0 0 0 0,6 0 256 0,8 7-110 0,4 1 2 15,3 2-48-15,1 4-36 0,0-2 0 0,-3 5-150 16,1 2 61-16,-1-2 31 0,-3 6 9 0,-5-2-206 16,-5 2 114-16,-4 2 56 15,-2 3 29-15,-2-1-64 0,-12 3 54 0,-4-7-37 16,-6 0 88-16,-1-6-43 0,-5-1-7 0,3-8 56 0,-4-1-34 0,6-7-7 16,3 0-24-16,-2-7 203 15,6-10-90-15,4-1-17 0,0-4-26 0,9 0 84 0,4 1-54 16,1-3-27-16,0 2 1 0,7 1 31 0,7-2-20 15,2 3-9-15,3 3-54 0,2 2-1 16,0 0 26-16,3 1-1 16,3 0-282-16,-2 6 134 0,-2 1 74 0,0 2-317 0,3 0 182 0,-1 5 63 31,4-2 54-31,-4 2-756 0</inkml:trace>
  <inkml:trace contextRef="#ctx0" brushRef="#br0" timeOffset="160054.32">24413 10805 755 0,'0'0'0'0,"0"0"0"0,0 0 0 0,0-3 0 0,3 2 0 0,5 0 603 0,1-2-289 16,3 3-138-16,4 0 194 0,2 0-167 0,0 4-83 0,4 3-40 15,-3 4-44-15,-1 2 1 0,1 3-1 0,-6 0-159 16,-4 2 80-16,0 2 49 16,-7 1-10-16,-2 2 4 0,-6 0-1 0,-10-2 37 0,-6 1 1 15,-4 1-29-15,-5-7-36 0,-2-3 24 16,-1-1-92-16,-1-5 49 0,0-1 24 0,2-1-258 15,5-5 129-15,4 0 65 0,6-1 31 0,6-14-381 16,9 1 200-16,3-3 91 0,0-3 60 16,15-2-184-16</inkml:trace>
  <inkml:trace contextRef="#ctx0" brushRef="#br0" timeOffset="160246.04">24650 10747 722 0,'5'-6'0'0,"3"-2"0"0,-3 5 0 0,-3 0 0 0,0 3 698 16,-2 0-331-16,0 3-166 0,-2 8-82 0,-5 2 286 15,-2 4-190-15,2 1-89 0,-2 3 404 0,4 1-247 16,0 1-123-16,2 4-55 0,3-2-105 0,0-1 0 16,0 0 0-16,6 1 0 0,8 0 0 0,4 0 0 15,3-4 0-15,6-2-399 16,4-6 117-16,3 0 160 0,5-4 87 0,-2-4-379 0,1-5 94 0,-2 0 144 16,0-3-524-16,-2-8 333 15</inkml:trace>
  <inkml:trace contextRef="#ctx0" brushRef="#br0" timeOffset="160413.22">25125 10483 1653 0,'-15'-10'0'16,"3"2"0"-16,0 2 0 0,8 2 0 0,1 3 0 0,3-1 659 0,0 1-312 0,7-1-155 15,10 0-70-15,3 1 96 0,1-1-91 0,4 2-46 16,0-2-135-16,3 2 45 0,-1 0 31 0,-2 0-692 15,-1 0 353-15,-2 5 176 0,0 2 89 0</inkml:trace>
  <inkml:trace contextRef="#ctx0" brushRef="#br0" timeOffset="160595.51">25264 10757 1962 0,'-18'7'0'0,"4"-3"0"0,4 1 0 0,1-2 0 0,4 1 0 0,3-3 0 0,2-1 0 0,0 0 0 0,14 0 452 0,4-1-208 0,5-6-104 0,0-2-289 32,0-1 102-32,-2 3 36 0,2 1-299 31,-1-5 173-31,-3 6 86 0,1-2 44 0,3-1-735 0</inkml:trace>
  <inkml:trace contextRef="#ctx0" brushRef="#br0" timeOffset="160748.79">25547 10258 1338 0,'3'-18'0'0,"2"0"0"0,3 2 0 0,3 0 0 0,8 1 0 0,3-4 0 0,5 6 0 0,5 3 586 0,4 5-275 0,3 0-137 16,1 5 47-16,5 0-84 0,-7 12-55 0,-4 5-104 15,-4 7 28-15,-8 2 1 16,-3 4 29-16,-6 6 8 0,-11-3-8 0,-2 6-1 0,-5 2 1 16,-11 2-441-16,-4 3 220 0,-3 8 120 15,-2-8 45-15,4 1-744 0</inkml:trace>
  <inkml:trace contextRef="#ctx0" brushRef="#br0" timeOffset="160892.04">25866 11030 2510 0,'-3'5'0'0,"2"0"0"0,0 2 0 16,-1-3 0-16,0 1 0 0,1-1 0 0,-1 0 460 0,1 0-212 0,-1 0-97 0,2 0 18 0,0-2-66 15,-4 1-34-15,4-1 0 0,0-2-569 16,0 5 276-16,0-4 126 0</inkml:trace>
  <inkml:trace contextRef="#ctx0" brushRef="#br0" timeOffset="162109.25">26655 10086 975 0,'-7'-17'0'0,"0"4"0"0,-1 0 0 0,6 6 0 0,2-1 0 0,0 4 422 16,7-1-192-16,9 2-97 0,4 1-38 0,5 2 301 16,1 0-179-16,4 0-89 0,-1 9-46 0,1 2 63 15,3 3-44-15,-5 3-36 0,-2 4-71 0,-2 4 1 16,-6 1 42-16,-6 6-44 0,0 2 10 16,-10 2 35-16,-2-2-1 0,0 2-144 0,-14 0 72 15,-6 2 37-15,-3 1 8 0,-3-7-98 16,-4-3 52-16,-4-5-10 15,4-5 24-15,-5-1 118 0,4-9-47 0,5-8-19 0,0-1 148 16,2 0-79-16,3-8-42 0,2-7 68 0,10-3-52 0,3-2-9 16,6 0-1-16,0-2-39 15,4 0 13-15,11-3 10 0,4 5-9 0,5 1-119 0,2 1 60 16,0-1 29-16,3 5 0 0,1-6-281 16,0 8 143-16,0 0 48 0,0 1-490 0,2 3 251 15,1 1 141 1,5-2-337-16,-6 6 244 0,0-3 118 0,-4 2 59 0,1-1-95 0,-3-1 76 0,1 1 30 15,-12-1 8-15,-2 0 29 0,-6 5 10 0,-1-2 0 16,-5 1 0-16,1 2 399 0,-2 0-194 0,0 0-103 16,0 0 619-16,-6 2-349 0,-2 8-175 0,0 4 530 15,-2 1-331-15,4 3-160 0,2 0-81 0,1 0 92 16,0 5-85-16,3-1-85 16,0-2-39-16,0-2 0 0,7 2 0 0,3-2 0 15,7-4 0-15,0 3 0 0,3-6-78 0,1-5 57 16,2-4-205-16,2-2 131 0,1 0 48 0,0-7-78 15,-2-8 26-15,-4-2 42 0,-1-2-33 0,-5-3 53 16,1 1-8-16,-1-4-2 0,-8 1 9 0,-3-3 27 16,0 0-26-16,-3-4-1 0,0-5-9 0,-6 2-32 15,-7-2 23-15,-3-1 23 16,-4 1-73 0,-4 3 34-16,0 1-11 0,-1 10 164 0,-3 5-62 0,3 8-28 0,-2 4-3 0,0 4 321 15,2 1-164-15,4 0-78 0,4 6-30 0,2 7 172 0,4 3-78 16,2 5-59-16,3-2 158 31,6 1-68-15,0 1-63-16,2-1-72 0,11-1-27 0,4 1 0 15,4 1 0-15,0-5-2 0,5-2-46 0,0-2 43 0,3-1-1 0,-2 0-453 0,5-2 219 0,-5-2 124 16,2-4 10 0,-2 0-631-16,-1 0 349 0,1-3 175 0,-4 0-245 0</inkml:trace>
  <inkml:trace contextRef="#ctx0" brushRef="#br0" timeOffset="162371.39">26539 10721 1756 0,'-22'0'0'0,"9"-3"0"0,4 3 0 0,5-5 0 0,4 2 0 0,0-1 0 0,18-1 192 0,13-1-83 0,11 0 543 15,5-4-309-15,11 0-153 0,5 1-76 0,8-1 241 16,-5 0-163-16,8 4-164 0,3-2-28 16,-3 5 0-16,-1-2 0 0,3 4 0 0,-20-2-38 0,-4 3-95 15,-8 0 84-15,-7 0 43 0,-6 0-243 0,1 0 152 16,-14 3 62-16,-5 0-721 0,-7 0 360 16,-4 0 180-16,-2 0 89 0,0 3-513 15,-10-1 306-15</inkml:trace>
  <inkml:trace contextRef="#ctx0" brushRef="#br0" timeOffset="162681.76">26825 10817 2163 0,'-9'0'0'15,"-2"0"0"-15,7-1 0 0,3-1 0 0,1 2 0 0,0 0 0 0,13 0 338 0,8 0-142 0,6 0-84 0,6 8 85 0,1 4-81 0,0-2-39 16,1 7 8-16,-3 0-105 0,-4 2 28 0,-1 3 0 15,-4 2 28-15,-4 5-350 0,-4 4 184 16,-11-3 79-16,-4 3-142 0,-5-3 114 0,-15 1 58 0,-8-4-17 16,-1 2 23-16,-6-8-1 0,-1-7 0 0,-2-3 95 15,1-4-54-15,1-5-37 16,-4 1-33-16,10-3 343 0,3-6-152 0,4-6-36 16,3-4-52-16,4 1 165 0,1-1-85 0,11-1-55 15,4 3 15-15,0-2-30 0,1 3-1 0,11-3-175 16,4 0 81-16,1 2 27 0,5 3 0 0,-1 1-518 15,5 1 252-15,0-3 137 0,4 3 35 0,1 3-358 32,1-1 199-32,1 2 109 0</inkml:trace>
  <inkml:trace contextRef="#ctx0" brushRef="#br0" timeOffset="162898.48">27242 10939 1937 0,'3'-7'0'0,"-2"1"0"15,2 1 0-15,0 1 0 0,2-4 0 0,-1 4 0 0,3 0 0 0,2 0 0 0,-1 4 332 0,6-3-148 0,1 3-74 0,3 0 91 16,-1 0-87-16,1 8-39 0,0 4-137 16,-3 2 49-16,1 1 34 31,-3 2-10-31,-6 2-164 0,-2 3 95 0,-4-2 47 0,-1 3 23 0,-1 3-36 0,-12-7 25 0,-6 2 1 0,-2-2-107 0,-5-1 55 16,0-2-24-16,-7-1-76 0,4-4 52 0,0-6 36 15,3 1 4-15,3-6-323 0,3 0 173 0,1 0 76 16,10-6 53-16,8-9-439 0,1-4 241 15</inkml:trace>
  <inkml:trace contextRef="#ctx0" brushRef="#br0" timeOffset="163119.23">27536 10878 1259 0,'8'-7'0'0,"-3"3"0"0,-2 1 0 0,-2 0 0 0,-1 3 0 0,0 0 0 0,-4 6 783 0,-8 5-377 15,0 5-185-15,-3 1 204 0,3 3-194 0,-2 4-97 0,2-2 332 16,7 2-460-16,0-4-6 0,1 6 0 0,4-3 0 15,0 1 0-15,6 3 0 0,10-6 0 0,5-5 0 16,7 1 0-16,5-3 0 0,5-7 0 0,6-1-236 16,-4-6 107-16,1 0 82 47,-1-1-853-47,0-10 431 0,-6 0 217 0,5-3-511 15</inkml:trace>
  <inkml:trace contextRef="#ctx0" brushRef="#br0" timeOffset="163329.35">27916 10528 1962 0,'-8'-2'0'0,"2"-2"0"0,2 0 0 0,1-1 0 0,2 3 0 0,1-2 0 0,0 4 0 0,1-2 701 0,14-1-333 0,3 1-166 32,5 0-38-32,1 0-64 0,5 1-24 0,-6 1-215 0,5 0 87 0,-4 0 43 0,0 0 1 0,-4 5-806 15,3 2 429-15</inkml:trace>
  <inkml:trace contextRef="#ctx0" brushRef="#br0" timeOffset="163491.84">27947 10802 1606 0,'-8'3'0'15,"3"-3"0"-15,2 2 0 0,2-1 0 0,1 3 0 0,0-2 0 0,4 1 278 0,12-3-125 0,4 0-59 0,4 0-21 0,5 0-37 16,0-3 0-16,4-6-264 0,-3 4 128 16,-1-6 67-16</inkml:trace>
  <inkml:trace contextRef="#ctx0" brushRef="#br0" timeOffset="163707.03">28362 10225 1989 0,'18'-19'0'0,"2"1"0"0,6 3 0 0,1 6 0 0,3 1 0 0,3 3 265 0,0 3-115 0,3 2-56 0,3 0 254 0,-7 3-160 0,-3 14-76 16,-4 2-38-16,-4 4-55 0,-3 6 18 0,-2 4 8 15,-11-2-9-15,-4 4-239 0,-1 2 119 0,-1 2 60 16,-13 7-485-16,-1-4 265 0,-1-1 135 0,-4 0-617 16,4-2 341-1,-3 2 174-15,3-3 78 0</inkml:trace>
  <inkml:trace contextRef="#ctx0" brushRef="#br0" timeOffset="163859.92">28722 11296 2155 0,'0'1'0'0,"0"5"0"0,0-1 0 0,0 0 0 0,0-3 0 0,0 2 153 15,0 0-59-15,0-1-30 0,0-2 483 0,0-1-261 0,0 0-125 0,0 0-1161 0</inkml:trace>
  <inkml:trace contextRef="#ctx0" brushRef="#br0" timeOffset="179896.05">23272 3614 1031 0,'-21'-2'0'0,"-3"-3"1"0,8 3 0 0,1-1-1 0,6 0 1 0,-2 1 380 15,3 0-172-15,0-2-76 0,5 1-52 16,1 0 289-16,1 2-166 0,1-2-82 16,0-1-41-16,0 2 121 0,0-3-86 0,6 1-39 15,1 1 142-15,2-2-90 0,2-2-44 0,0 2 98 16,-1 0-76-16,0 1-34 0,1 1 0 0,0-2-21 15,3 2-52-15,-3 0 0 0,2 2 0 0,2-1 0 16,2-1 0-16,-1 3 0 0,5-1 0 0,1 1 0 16,-1 0 0-16,3 0 0 0,1 0 0 15,4 0 0-15,7 0 0 0,-2 0 0 0,2 0 0 16,4 1 0-16,0 5 0 0,4 0 0 16,6-1 0-16,-5 1 0 0,2 0 0 0,1-1 0 15,3 2 0-15,-1-2 0 16,10 2 0-1,-10-4 0-15,2-1 0 0,0 0 0 0,2 2 0 0,1-3 0 0,12 1 0 0,-13-2 0 0,2 1 0 0,-1 2 0 16,0-3 0-16,1 0 0 16,8 3 0-16,-13-2 0 0,2-1 0 0,-2 3 0 0,4-3 0 0,0 0 0 15,8 0 0-15,-14 0 0 16,2 0 0-16,0 0 0 0,0 0 0 0,0 1 0 16,8-1 0-16,-12 1 0 0,5 1 0 0,0-1 0 15,1 4 0-15,-3-4 0 16,11 0 0-16,-10 1 0 0,2 1 0 0,3-3 0 0,5 0 0 0,1 0 0 15,14 0 0-15,-14 0 0 16,1 0 0-16,1 0 0 0,-1 0 0 0,8 0 0 0,-13 0 0 0,1-3 0 16,0 1 0-16,1 2 0 0,-1 0 0 0,8 0 0 15,-13 0 0-15,-1-1 0 16,1 1 0-16,2 0 0 0,3-1 0 0,10 1 0 0,-12-3 0 16,2 1 0-16,0 1 0 15,0-1 0-15,1 1 0 0,11 0 0 16,-16-3 0-16,6 1 0 0,-1 3 0 0,2 0 0 0,-2 0 0 0,10 0 0 15,-19 0 0-15,1 0 0 0,1 0 0 0,3 4 0 16,-1 0 0-16,8 0 0 0,-10 1 0 16,3-3 0-16,0 3 0 15,2-5 0-15,1 2 0 0,7 1 0 16,-8-2 0-16,4 2 0 0,2-3 0 0,-2 2 0 0,5-2 0 0,6 0 0 16,-14 0 0-16,0 0 0 0,2 0 0 15,0 0 0-15,0 0 0 0,10 0 0 0,-16 0 0 0,-1 1 0 16,-1 1 0-16,-1 1 0 15,-1 0 0-15,4 0 0 0,-13 3 0 0,-1-4 0 0,0 4 0 0,-1-3 0 16,-1 1 0-16,7 2 0 0,-13-4 0 0,2 4 0 16,0 0 0-16,-1-3 0 0,2 0 0 15,8 3 0-15,-10-3 0 0,4 2 0 16,2-1 0 0,0-1 0-16,2 0 0 0,4 3 0 15,-8-2 0-15,-2 0 0 0,-2 0 0 0,0 2 0 0,3-2 0 16,-13 1 0-16,1 1 0 0,1-2 0 15,-1 1 0-15,-3 0 0 0,7-1 0 0,-9 0 0 0,2 0 0 0,1 0 0 0,1-3 0 16,1 3 0-16,5-1 0 0,-2-3 0 0,-1 2 0 0,2 0 0 16,-1-2 0-16,-1 1 0 15,4 2 0-15,-6-2 0 0,-5-1 0 0,0 1 0 16,-1 1 0-16,-5 0 0 0,1-2 0 0,-11 0 0 16,-3 0 0-16,-1 0 0 31,0 0 0-31,0 0 0 0,-2 0 0 0,-9-2-37 0,-1-2-126 0,-3 1-1031 0,-5 2 577 15</inkml:trace>
  <inkml:trace contextRef="#ctx0" brushRef="#br0" timeOffset="180712.64">3114 6762 1178 0,'-22'-8'0'0,"2"1"0"0,1 0 0 0,2 5-90 15,0-2 16-15,10 3 10 0,2 1 25 0,4 0 693 16,1 0-308-16,0 0-153 0,6 0-67 0,8-3 232 0,5 2-159 0,8 0-80 15,4-3 253-15,4 1-167 16,9 0-73-16,1 1-51 0,5 1 154 0,6-1-235 16,6 2 0-16,4 0 0 15,24-2 0-15,1 1 0 0,19 0 0 0,17-5 0 0,14-3 0 0,31-6 0 16,-15-3 0-16,10-3 0 0,1 1 0 0,1-4 0 16,-6 3 0-16,15-5 0 15,-34 5 0-15,4-2 0 0,-6 2 0 0,3 1 0 0,-6 1 0 0,7 2 0 16,-29 2 0-16,1 2 0 0,0-1 0 0,-11 2 0 15,-8 1 0-15,-8 1 0 0,-25 5 0 0,-6-1 0 16,-5 2 0-16,-11 0 0 0,-7 1 0 0,-5 0 0 31,-22 1 0-31,-5 0 0 0,-5 2 0 0,0 0 0 0,-4 0 0 0,-11-2-794 0,-6 1 303 16</inkml:trace>
  <inkml:trace contextRef="#ctx0" brushRef="#br0" timeOffset="182106.63">23829 4168 1038 0,'-8'-8'0'0,"-1"4"0"0,6-2 0 0,-2 2 0 0,3 1 0 0,2 2 285 0,0 1-123 0,0 0-62 0,5 0-31 0,9 1 79 16,-3 10-59-16,8 2-26 0,-2 5 121 0,1 4-72 16,0 2-38-16,2 5 62 0,-5 3-54 0,-2 1 0 15,-1 1-44-15,-1 7-37 16,-3 1 1-16,0 8 45 0,-6-4-9 16,-1 2-68-16,-1-3 34 0,0-3 1 0,-5-7 32 0,-3 3 4 31,0-14-3-16,-2-9 0-15,0-3 99 0,2-7-50 0,1-2-19 0,-3-3 163 0,4 0-102 0,0-6-45 0,0-11 0 0,5-4-9 0,1-3 0 16,0-8-28-16,1 0-16 0,13-4-70 0,1 0 34 0,1 1 1 16,2-2 42-16,6-3-63 0,-4 10 26 15,2-2 1-15,0 5 30 0,6 0-32 0,-5 6 0 16,4-6 0-16,-2 15 0 0,-4 0 0 16,-2 7 0-16,0 1 0 0,-2 2 0 0,0 1 0 15,-6 1 0-15,0 0 0 0,-2 0-17 0,-1 4-12 16,0 2 40-16,-1-4-120 0,-2 3 54 15,-1-3 17-15,-1 1-67 0,0-3 31 16,-1 2 25-16,1-2-206 0,-2 0 109 0,2 0 52 16,-3 0 29-16,2 0-294 0,-2-2 152 0,0-3 89 0,0 0 40 15,0 3-435-15,0-1 237 0,0 0 119 0</inkml:trace>
  <inkml:trace contextRef="#ctx0" brushRef="#br0" timeOffset="182351.04">24533 4270 1310 0,'0'0'0'16,"0"0"0"-16,0 0 0 0,2 0 0 0,-1 0 0 0,1-3 0 0,0 3 545 0,5-1-244 0,-1 1-136 0,0-2-64 0,2 2 163 0,4 0-113 0,0 0-47 16,1 0-38-16,1 0-166 31,1 0 69-31,0 0 34 0,2 0-513 0,-1 0 284 0,-3 3 127 0,2 2-715 0,-2 1 411 16</inkml:trace>
  <inkml:trace contextRef="#ctx0" brushRef="#br0" timeOffset="182559.99">24559 4567 2054 0,'-3'0'0'0,"-1"0"0"0,0-1 0 0,3-2 0 0,1 3 0 0,0-2 0 0,0 2 0 0,3 0 686 0,9-1-314 0,4 0-172 0,0-1 97 15,4 0-130-15,-1 2-64 0,1 0-51 0,2 0-52 16,-3 0 0-16,1 0 0 0,0 0 0 0,-2 0-244 15,0 0 98-15,2 0 102 0,-4 0-664 0,-3 0 371 16,-2 0 80-16,-1 0 126 16</inkml:trace>
  <inkml:trace contextRef="#ctx0" brushRef="#br0" timeOffset="183089.94">25154 4346 1302 0,'-15'-11'0'0,"1"-2"0"0,4 4 0 0,6 1 0 0,1 1 0 0,3-2 162 0,0 2-62 0,0-3 411 0,7 5-242 0,12 1-116 0,1-1-58 0,2 4 126 0,4 0-92 0,1 1-37 0,0 0-9 0,-2 2-11 16,1 7-35-16,-5 3 0 0,4 2 0 16,0 4-101-16,-5-1 46 0,-5 4 28 0,-2 3-163 15,-1 0 95-15,-6 0 48 0,-1 7 32 0,-5-3-94 0,0-1 5 16,-11-3 39-16,-7 5-8 0,-4-5 1 0,-6 5-19 15,-2-11 38-15,-4-2 214 16,-3-3-103-16,4-2-48 0,-3-4-27 0,-2-1-41 16,7-6 27-1,2 0 30-15,3 0-491 0,7-9 225 0,6-4 111 0,4-3-300 0,9-5 197 0,1-3 87 16,17-2 48-16</inkml:trace>
  <inkml:trace contextRef="#ctx0" brushRef="#br0" timeOffset="183273.98">25524 4270 1394 0,'5'0'0'0,"-2"0"0"0,-2-3 0 0,1 3 0 0,-2 0 0 0,0 0 187 0,0 8-79 0,-5 6-35 0,-7 2 802 16,-1 4-420-16,1 4-208 0,-4 4-96 15,3 2 290 1,4 4-441-16,3-3 0 0,5 4 0 0,1 0 0 0,1 2 0 0,18-8 0 16,6-4 0-16,6-3 0 0,6-4 0 0,3-6-76 15,6-2-65-15,-5-10 85 0,-4 0 46 0,0 0-934 16,-4-10 454-16,-7-2 226 15</inkml:trace>
  <inkml:trace contextRef="#ctx0" brushRef="#br0" timeOffset="183560.14">25724 4068 1676 0,'-5'-13'0'0,"3"3"0"0,2 1 0 0,0 0 0 0,5 6 0 0,9-1 293 0,3 2-129 16,3 2-63-16,2 0 82 15,0 0-64-15,-2 6-46 0,0 3 1 0,-4 5-108 0,0 4 35 0,-7 0 0 32,-1 5 46-32,-6 1-258 0,-2 0 124 0,-8 0 63 0,-8 2-27 0,-4 0 52 15,-1-6-8-15,-2-3 41 0,-4 0 203 0,0-3-107 16,2-4-79-16,-4 2 382 0,7-7-203 16,4-2-97-1,6-1-47-15,1-2 125 0,6 0-144 0,2 0-67 0,3 0 0 0,8-5 0 16,12-3 0-16,4-1 0 0,8 0 0 0,4-1 0 15,-2 3 0-15,2-1 0 0,-1 1 0 16,1 0-170-16,2 4 86 0,3-1-888 0,-7 1 456 0,-3 3 239 16,-2 0 121-16</inkml:trace>
  <inkml:trace contextRef="#ctx0" brushRef="#br0" timeOffset="183724.5">25912 4483 1588 0,'-17'0'0'0,"4"0"0"15,3 0 0-15,2 0 0 0,6 3 0 0,2-3 0 0,4 0 329 0,19 0-146 0,5 0-73 16,6 0 373-16,3 0-214 0,3 0-121 0,1 0-136 16,-2-3 25-16,2 0 0 0,-2 0 0 0,0-2 9 15,-5 4-9-15,-4 0 0 0,-6-1 0 0,-2 2-1347 16,-6 0 651-16</inkml:trace>
  <inkml:trace contextRef="#ctx0" brushRef="#br0" timeOffset="183889.82">26170 4253 1478 0,'-6'2'0'0,"0"-1"0"0,-2 3 0 0,2 3 0 0,2 5 0 0,-1 2 215 0,4 7-90 15,1 7-43-15,0 3 768 0,0 4-407 16,0 10-193-16,0-3 151 16,0 1-314-16,0-2-87 0,0-1 0 0,0 0 0 0,0 1-123 0,1-11 69 15,2-6 45-15,-1-4-815 0,2-5 430 0,-1-5 216 16,1-3-936-16</inkml:trace>
  <inkml:trace contextRef="#ctx0" brushRef="#br0" timeOffset="184051.19">26326 4311 2522 0,'0'0'0'15,"0"0"0"-15,0 0 0 0,0 0 0 0,0 0 0 0,4 2 0 0,3 3 0 0,2 2 0 0,4 1 257 0,4 4-100 0,-1 0-65 0,4 2-28 0,0-1-593 0,1 3 282 0,1-3 151 16,-2 1-807-16,-2-5 433 0</inkml:trace>
  <inkml:trace contextRef="#ctx0" brushRef="#br0" timeOffset="184217.6">26556 4256 1258 0,'0'-17'0'0,"0"1"0"0,0 4 0 0,0 6-2 0,3 0 1 0,-2 5-1 0,2 1 580 0,1 6-263 0,-3 14-145 0,1 11 159 0,-2 7-147 0,0 11-74 15,-2 5-37-15,-7 10 322 16,-1-4-184 0,-5 4-87-16,2 7-44 0,-4 0-9 0,-3 3-15 0,-1 7-54 0,3-17-330 0,2-5 153 15,-2-4 106-15,2 0-682 0,-3-3 395 0,-1 6 146 16,5-21 18-16,4-9-270 0</inkml:trace>
  <inkml:trace contextRef="#ctx0" brushRef="#br0" timeOffset="184484.41">26709 4091 1786 0,'12'-17'0'0,"3"2"0"0,3 3 0 0,2 0 0 0,-6 9 0 0,-1 1 0 0,0 2 279 0,1 0-121 0,-4 8 28 16,-1 4-65-16,-5 2-47 0,-2-1-1 0,-2 5-101 15,0 0 31-15,-7 1 1 0,-6 5 41 0,-4-5-79 16,-2 1 35-16,-1-2 0 15,-2-1 35-15,3-1-26 0,-3-2 9 0,7-2 17 0,1-3 184 0,0-3-92 16,5-1-60-16,1-1 173 16,1 0-93-16,6-3-60 0,1-1-27 0,1 0 2 15,12 0-27 1,6-1 0-16,5-1 9 0,3-6-154 0,4 4 73 0,2-1 36 16,1-1 0-16,-1 3-666 0,5 1 307 0,-6 2 183 0</inkml:trace>
  <inkml:trace contextRef="#ctx0" brushRef="#br0" timeOffset="184626.41">27098 4568 1706 0,'0'0'0'0,"0"-1"0"0,0 0 0 0,0-2 0 0,0 1 998 16,0 1-482-16,0 0-231 0,1-1-130 15,2 2-70-15,2 0-25 0,0 0 0 0,4 0-25 0,-1 0-403 0</inkml:trace>
  <inkml:trace contextRef="#ctx0" brushRef="#br0" timeOffset="213625.14">6791 11803 1964 0,'-10'0'0'0,"4"0"0"0,2 0 0 0,-1 0 0 0,3 0 0 0,2 0 0 0,0 0 0 0,0 0 315 0,10 0-139 16,6 0-69-16,3 0 266 0,4 0-168 0,3 0-75 0,-2 0-51 0,3 0-16 16,1 0 1 15,-2 0-27-31,-2 0 0 0,6 0-81 0,-6 0 35 0,-2 0 1 0,-1 0-330 16,-3 0 188-16,2 0 102 0,-6 0-620 15,-5 0 277-15,0 0 187 0,-5 0 30 0,-1 0-467 0</inkml:trace>
  <inkml:trace contextRef="#ctx0" brushRef="#br0" timeOffset="213937.42">6992 11439 2784 0,'-7'0'0'0,"-2"3"0"0,4-1 0 0,0 5 0 0,4 3 0 0,1 3 0 0,0 7 0 0,1 5 0 0,9 4 218 15,1 7-82-15,4 2 128 0,-2 4-113 0,2 4-57 16,0-1-29-16,1 0-222 0,-4 5 106 0,-1-10 39 15,-2-2 24-15,-2-2-274 16,-5-4 149-16,0-2 75 0,-2 5 46 0,0-11-166 16,-2-7 90-16,-7 1-55 0,-3-7 46 0,-1-3-23 15,-4-1 23-15,4-7 110 0,-4 0-35 0,-1-3 0 16,0-8-35-16,4-1 84 16,-3-4-49-16,7 0 14 0,-1 1-1 0,4 0 147 0,-1 1-81 0,4-4-21 15,0 6-27-15,4-1 138 0,0 0-75 16,0 0-24-16,4 0-31 0,6-2 7 0,-1 3-14 0,4 0-99 15,-2-1 49-15,5 4 9 0,-2-3 42 16,4-2-550-16,-4 5 258 0,2-2 109 16,0 2 72-16,1-1-666 0</inkml:trace>
  <inkml:trace contextRef="#ctx0" brushRef="#br0" timeOffset="214687.13">7336 11435 1632 0,'-6'0'0'16,"2"0"0"-16,-3 0 0 0,2 0 0 0,1 0 0 0,-1 0 259 0,-3 0-111 0,3 8-56 0,-6 3-55 15,3 3 0-15,-1 1-1 0,-1 3 1 0,0 3-63 16,-1 0 32-16,-5 3 8 16,4-6 23-16,3-2-126 0,1-2 64 0,1-1 30 15,2-5-44-15,1-1 40 0,4-7-8 0,0 0-28 0,9-3 27 0,7-9-12 16,6-8 0-16,4 2-15 0,2 0-1 0,-2 0 33 15,4 0-1-15,-3 1-72 0,4-1 36 0,-7 7 1 16,-1 1 40-16,-3 4-54 16,-1 0 16-16,-4 3 1 15,1 3 60-15,-8 0-39 0,-1 3-14 0,-7 12 120 0,0 3-51 0,-4 0-26 16,-9 9 2-16,-2-5 37 0,-4 3-20 0,-1-3 0 16,1 3-4-16,-1-1 142 0,-1 5-55 0,3-8-50 15,3 1 2-15,1-3 116 16,2 1-74-16,2-3-36 0,0 2 9 0,4-4-10 0,3-3-36 0,2 0-146 15,1-2 72-15,0-1 37 16,0 1 10-16,0-3-311 16,1-3 152-16,6-1 84 0,-4 1 17 0,0-3-178 0,0 2 67 0,-2-3 72 15,1 0-29-15,-1 0-193 0,-1 0 136 0,0-3 68 16,0-2-73-16,0-2 75 0,-4-4 32 0,-2 2 69 16,-1-5-1-16,-2 1-34 0,2 0-9 0,0 1 275 15,2-2-132-15,1 3-67 16,-1-1-34-16,3 0 194 0,1 1-71 0,1 1-67 15,0 1 40-15,8-1 364 0,2-1-209 0,5 5-105 0,5-2 71 0,1 4-92 32,4-2-43-32,1 6-118 0,0 0 38 0,3 0 9 15,-5 0 30-15,1 0-358 0,-2 10 179 0,-4 1 90 16,-2 0 44-16,-3 4-336 0,-8-1 136 0,0 3 99 0,-6 1-16 0,0 0-12 16,-9 0 50-16,-2 4 16 0,-9-4-40 0,-2-1 38 15,-5 0-1-15,-1-3 81 16,-4-1-1-16,-5 4-52 0,2-7 9 0,-1 0 161 15,1-2-81-15,-3-1-40 0,3-3 0 0,-5 2 324 16,9-1-145-16,9-4-95 0,3-1 196 0,4 0-131 16,10 0-24-16,-1 0-31 0,6 0 298 0,7 0-179 15,14-3-89-15,6-2 65 0,7 1-78 0,5-2-29 16,4 1-9 0,4 1-7-16,3-3 1 0,1 1-33 0,-1 2 0 0,3-1-180 0,-7 0 86 0,-1 1 46 15,-3 1-523-15,-3 1 259 0,-7 2 148 0,3 0-330 16,-16 0 218-16,-4 0 83 0,-10 0 60 0,-4 4-396 15,-1-1 228-15,0-1 104 32,-12 3 66-32</inkml:trace>
  <inkml:trace contextRef="#ctx0" brushRef="#br0" timeOffset="-214659.42">7487 11762 1137 0,'-6'-3'0'0,"-3"-1"0"0,4 3 0 0,-1 1 0 0,1 0 0 0,2 0 0 0,-3 9 0 0,4 8 492 0,0 3-228 0,0 5-113 0,-2 2 220 0,-1 5-167 0,-1 5-74 0,-3-1-51 16,0 4-2-16,-4 2-40 0,-1-1 0 0,1-1-182 0,-6 0 100 16,4-9 37-16,1-6-1 0,3-5-473 0,1-9 260 15,3-4 129-15,2-5 74 0,5-2-764 16</inkml:trace>
  <inkml:trace contextRef="#ctx0" brushRef="#br0" timeOffset="-214513.28">7414 12019 599 0,'7'-2'0'0,"0"2"0"0,1 0 0 0,1 0 0 0,3 0 0 0,1 5 828 16,1 6-396-16,3 3-197 0,3 4 515 0,-1 2-356 0,5 4-169 16,-3-2-99-16,2 4 9 0,1-1-48 15,-1-1-26-15,-1 0-237 0,1-2 115 0,-4-5 45 16,-2-5 26-16,-1-2-652 0,-1-5 340 0,-3-5 169 16,1 0 95-16</inkml:trace>
  <inkml:trace contextRef="#ctx0" brushRef="#br0" timeOffset="-214360.43">7792 11818 2732 0,'-2'0'0'0,"-5"0"0"0,6 0 0 0,1 0 0 0,0 0 0 0,0 0 0 0,1 0 0 0,8 0 0 0,5 0 138 0,2 1-42 15,1 5-35-15,6-3-218 0,0 0 96 0,1 2 59 0,-3-3 14 0,2-1-897 16</inkml:trace>
  <inkml:trace contextRef="#ctx0" brushRef="#br0" timeOffset="-214181.52">8301 11451 1482 0,'-5'0'0'0,"2"0"0"0,-2 5 0 0,-1 4 0 0,-1 6 715 16,1 6-344-16,-5 4-167 0,3 6-84 0,-5 5 105 0,0 4-94 15,-3 6-39-15,1-6-31 0,-2 0-125 0,1-2 50 0,-1-4 25 16,1-4 1 0,-1 1-598-16,8-13 307 0,-1-6 158 0</inkml:trace>
  <inkml:trace contextRef="#ctx0" brushRef="#br0" timeOffset="-214051.58">8202 11729 1754 0,'16'-8'0'0,"-4"5"0"0,2-1 0 15,0 2 0-15,3 1 0 0,2 1 0 0,6 0-3 0,1 0 488 0,-1 3-227 16,2 5-112-16,1 2-56 0,-1 0-234 16,4-1 98-16,-8 2 36 0,-1-1 0 0,-4 1-294 0,-3-1 170 0,-6-1 84 0</inkml:trace>
  <inkml:trace contextRef="#ctx0" brushRef="#br0" timeOffset="-213900.99">8326 11772 2924 0,'-10'0'0'0,"1"0"0"0,1 0 0 0,3 1 0 0,2 6 0 0,2 5 0 0,1 3 0 0,0 8 0 0,0 5 0 0,6 6 385 0,4 9-175 0,-3 6-87 0,1 6 154 15,-2 7-265-15,-1-3-12 0,1-4 0 0,-2-1-432 16,-1-1 75-16,-1 5 206 0</inkml:trace>
  <inkml:trace contextRef="#ctx0" brushRef="#br0" timeOffset="-213239.82">8988 11478 839 0,'-5'-2'0'0,"0"0"0"0,-5 2 0 0,2 0 0 0,-3 0 0 0,-2 4 0 0,-1 5 0 0,-1 5 0 0,-1 4 154 0,-3 0-62 0,4 2-89 0,-5 2 24 0,8-4-5 15,-3-1 0-15,7-3-41 16,0-5 38-16,3-2-1 0,2 1 6 0,3-8 28 0,0 0-33 0,5-2 0 15,10-10 0-15,4-1 46 16,2-4-12-16,4 4-7 0,2-3-7 0,0 4-15 16,0 0 8-16,0 3-105 0,-1 1 55 0,-6 3 18 15,-1 3 1-15,-3 1-155 0,-1 1 79 0,-4 0 42 16,-1 8 12-16,-8 8-51 0,-2 2 18 0,0 3 23 16,-12 1-15-16,-3 1 7 0,-5 3-16 0,-4-4 29 15,-3 2 146-15,3-5-71 16,-5 0-37-16,3 1 237 0,-4-2-119 0,5-2-65 0,3-2-10 0,3 0 208 15,-1 0-103-15,4 2-62 16,0 1-23-16,7-2 41 0,1 3-40 0,3 0 0 16,3 4-40-16,1 4-2 0,1-3 2 0,0 3-1 15,0-1-109-15,1 4 55 0,1-4 27 0,3 7-248 16,-1-8 124-16,2-2 74 0,-4-1 3 16,3-5 31-16,-2 0-39 0,0-1 29 0,-1-9-61 15,0-3-695 1,0-3 369-16,-1 0 185 0</inkml:trace>
  <inkml:trace contextRef="#ctx0" brushRef="#br0" timeOffset="-212981.28">8753 11844 901 0,'0'-16'0'0,"3"2"0"0,1 0 0 0,3 0 0 0,2 1 0 0,4 0 199 0,4 7-86 0,6-1-38 0,1 4 248 0,6 2-143 16,5 1-72-16,3 0 30 15,-5 0-56 1,3 0-23-16,-3 5 1 0,2 2-95 0,-8 0 35 0,6 2 9 0,-13-1 27 0,-1-1-43 0,-4 4-1 0,-4 1 44 15,-2-2 0-15,0 5 133 0,-8-1-72 0,1 1-30 32,-1 6 78-32,3 0-55 0,-4 2-26 0,0 6 91 0,1-3-65 0,-1 1-26 15,2 3-1-15,-1 1-159 0,2 2 75 0,0-5 24 16,2 0 0-16,1-1-342 0,-3-3 188 0,0 0 72 16,3 2 60-16,-3-9-521 0,0-2 255 15,-1-4 111-15,-2-2-94 0,0-2 116 0,0 1 48 0,-9-8-269 16,-2 0 169-16</inkml:trace>
  <inkml:trace contextRef="#ctx0" brushRef="#br0" timeOffset="-212826.94">8861 11962 1374 0,'-17'-5'0'0,"5"0"0"0,5 4 0 0,-2 0 0 0,9-1 0 0,0 1 0 0,6 1 473 15,10-3-218-15,8 2-110 16,3 0-45-16,5-1 34 0,-1-1-49 0,3 3-25 0,-1 0-480 0,1 0 228 15,-1 0 123-15,-7 0-342 16,-1 0 220-16</inkml:trace>
  <inkml:trace contextRef="#ctx0" brushRef="#br0" timeOffset="-212647.5">8947 12157 1300 0,'-17'0'0'0,"5"3"0"0,-2-3 0 0,1 0 0 0,5 0 0 0,3 2 0 0,1-2 0 0,4 0 604 15,0 0-284-15,0 0-133 0,8 0-80 0,6 0 49 16,4 0-60-16,1 0-30 0,4 0-334 0,0 0 161 16,-3 0 67-16,0 0-565 15,-2 0 318-15,0 0 159 0,0 0 80 0,-2 0-315 16,-7 0 92-16</inkml:trace>
  <inkml:trace contextRef="#ctx0" brushRef="#br0" timeOffset="-212451.34">8979 11762 2007 0,'-7'0'0'0,"-1"0"0"0,4 3 0 0,-3 4 0 0,4 4 0 0,2 3 0 0,1 10 0 0,0 6 0 0,0 8 0 0,1 10 257 0,6 0-115 0,-1 6-131 16,-1-1-1-16,0 2 26 16,0-4 0-16,-3 3-414 0,-1-13 203 0,1-2 105 31,-2-7 53-16,0 1-221-15,0-12 137 16,0 4 78-16,0-18-83 0</inkml:trace>
  <inkml:trace contextRef="#ctx0" brushRef="#br0" timeOffset="-212191.59">9541 11430 1248 0,'17'-11'0'0,"0"7"0"0,2 1 0 0,-3 3 0 0,-3 0 0 0,0 0 0 0,-3 6 328 0,-5 6-146 0,-3 4-73 16,0 3-36-16,-2 5-179 15,-2 2 80-15,-11 2 27 0,-2-2-1 0,-3 2-94 16,-5 3 65-16,-3-3 32 0,-5 4-227 0,0-8 113 16,-2-1 57-16,3-7 73 15,1-2 1-15,3-2-24 0,-1 0-42 0,11-9 369 0,5-2-180 0,3-1-75 16,7 0-33-16,1-1 377 0,1-8-168 0,19-2-108 16,5-2-50-16,2-1 56 15,6 1-53-15,4 2-27 0,2-2-11 0,-2 2-15 0,1 2 0 16,0 0-202-16,-2 2 101 0,-3-1 51 15,5 3 33-15,-10 1-567 0,-3 2 283 0,-6 1 142 16,-2 1 4-16,-8 0-627 0,-1 3 346 0</inkml:trace>
  <inkml:trace contextRef="#ctx0" brushRef="#br0" timeOffset="-212038.38">9463 11759 1215 0,'-17'6'0'15,"7"1"0"-15,-2 1 0 0,7 4 0 0,3 5 0 0,2 0 0 0,0 9 0 0,0 4 324 0,0 6-144 0,4 6-73 0,2 3 85 16,-1 4-79-16,-1 6-29 0,-3-4-9 0,0-2-209 16,-1 1 85-16,0 1 42 0,-2-3 1 0,-7 5-389 15,-1-14 211-15,1-4 110 0,1-9 55 0</inkml:trace>
  <inkml:trace contextRef="#ctx0" brushRef="#br0" timeOffset="-211885.85">9482 12029 1021 0,'9'-15'0'0,"2"0"0"0,2 1 0 0,7 2 0 0,0 3 715 0,3 0-339 0,2 2-171 0,3 2 100 0,3-1-135 0,5 1-58 15,-6 1-42-15,3 1-135 0,-5 0 50 0,1 2 26 16,-5-2 0-16,4 1-563 16,-11 2 289-16,-5 0 150 0,-2 0-714 0,-6 0 396 0</inkml:trace>
  <inkml:trace contextRef="#ctx0" brushRef="#br0" timeOffset="-211713.66">9617 11830 1670 0,'-10'-4'0'0,"-2"-1"0"0,7 3 0 0,-2 1 0 0,3 1 0 0,0 0 0 0,3 4 0 0,-1 7 249 0,2 2-112 0,0 2-50 0,0 3-21 16,0 0-1-16,0 1-29 0,0 2 9 0,2 0-256 15,-1 0 124-15,3-3 61 16,1 2 32-16,1-4-535 0,-2 1 271 0,1-6 133 0,1-4-438 0</inkml:trace>
  <inkml:trace contextRef="#ctx0" brushRef="#br0" timeOffset="-211508.96">9809 11807 650 0,'0'2'0'0,"0"-2"0"0,0 1 0 0,0 0 0 0,0 2 538 0,0 1-242 0,0 3-134 0,0 1-64 0,0 3 72 16,0 5-67-16,-5 1-25 0,0 3-9 0,-5 1-113 0,1 4 39 15,-1 0 1-15,-4 0-186 0,1 1 122 16,-2-2 48-16,4-6 27 0,-1 0-110 0,1-6 67 16,4-2 34-16,-4-2-62 0,8-5 3 0,0-1 30 15,2-2-44-15,1 0-102 0,0 0 62 0,0 0 33 16,4-2 23-16,4-4-97 0,0 2 60 0,0 3 30 16</inkml:trace>
  <inkml:trace contextRef="#ctx0" brushRef="#br0" timeOffset="-211176.79">9665 12240 578 0,'-7'5'0'0,"2"-3"0"0,1 3 0 0,1-1 0 0,0-1 0 0,3-1 348 0,0 1-156 0,0-1-79 0,3-1 33 16,6-1-60-16,5 0-25 0,1 0 0 0,-1 2-93 31,3-1 34-31,2 1 9 0,-5 2 25 0,2 0-24 0,-4 2-1 0,-2 1 25 0,0 0-35 0,-2 3 10 15,-3 0 25-15,-4 4 0 0,-1-2-57 0,0 3 26 0,0 1-21 0,-10 4-84 16,-4-5 53-16,-4-1 29 0,0 1-4 0,-4-1-118 16,1 3 67-16,-1-9 28 15,-1 2 0-15,1-6-137 0,2-1 71 0,-1-3 27 16,0 0 10-16,6-3 0 0,3-11 38 0,0 1 110 0,5-2-54 0,0 2-28 16,2 0-10-16,4 3 435 0,1 2-215 0,0 0-89 15,0 5-60-15,1-1 498 16,7 2-249-16,3 2-137 0,4 0-65 0,3 0 269 15,2 6-167-15,2 2-83 0,4 4 28 16,3 1-61-16,0 1-24 0,4 2-1 0,3 0-193 0,0-1 84 16,7 3 51-1,-1-3-836-15,0 1 435 0</inkml:trace>
  <inkml:trace contextRef="#ctx0" brushRef="#br0" timeOffset="-211007.45">10472 12535 2372 0,'-9'0'0'0,"2"0"0"0,3 0 0 0,-3 0 0 0,2 0 498 0,0 0-231 0,-1 0-109 0,1 0 344 16,2 0-368-16,0 0-134 16,3 0 0-16,-1 0-342 0,1 0 37 0,0 0 170 0</inkml:trace>
  <inkml:trace contextRef="#ctx0" brushRef="#br0" timeOffset="-204696.02">10803 11807 1492 0,'-10'0'0'15,"0"0"0"-15,4-3 0 0,-1 2 0 0,2 0 0 0,2-1 117 0,3-1-44 0,0 3-1 0,13 0 343 16,7 0-189-16,4 0-95 0,4 0-37 0,1 0 113 16,1 0-86-16,1 0-41 0,1 0-1 0,-3 3-136 15,2 4 56-15,-5 2 15 0,-4 5-162 0,-3 2 92 16,-8 5 47-16,-7 5-10 0,-2 9 37 0,-2 3-9 15,-17 4 28-15,-11 4 108 16,-5 0-61-16,-3 0-56 0,-3 0-12 16,7-8 375-16,-1-6-178 0,5-3-83 0,5-9-101 0,7-5-29 0,0-2 0 0,13-9 0 15,3-4 0-15,2 0 0 47,11 0 0-31,7 0 0-16,6 0 0 0,2 0 0 0,4 0 0 0,1-2 0 0,2 2 0 0,2 0 0 0,2 0 0 0,-7 0 0 0,-3 5 0 0,-2 5 0 0,-6 0 0 0,4 1-312 15,-11-1-37-15,-5 3 156 0,-3-2-466 0,-4-1 311 0,-2-2 156 0,0-2-502 16,0 0 333-16</inkml:trace>
  <inkml:trace contextRef="#ctx0" brushRef="#br0" timeOffset="-204526.18">10845 12056 1396 0,'-16'-6'0'0,"4"0"0"0,1 2 0 0,5 1 0 0,1 1 0 0,5 0 0 0,0 2 823 16,9 0-393-16,10 0-196 16,3 0-99-16,6 0 438 0,-1 6-273 0,5-1-260 0,-2 1-59 0,4 0-36 0,2 3 45 0,6-2-931 15,-8 0 484 1,2-1 246-16,0 1 125 0</inkml:trace>
  <inkml:trace contextRef="#ctx0" brushRef="#br0" timeOffset="-204374.73">11439 11930 2465 0,'-7'0'0'0,"-2"0"0"0,4-2 0 0,-1 0 0 0,4 1 0 0,-1 1 0 0,3 0 0 16,0 0 0-16,0 5 202 0,3 2-74 0,2 6-893 0,5 1 370 0,2 1 186 31</inkml:trace>
  <inkml:trace contextRef="#ctx0" brushRef="#br0" timeOffset="-204253.41">11482 12203 1128 0,'-13'1'0'0,"-5"4"0"0,6 1 0 0,-1-2 0 0,2 2 778 0,0-1-362 0,5-2-194 0,5-1-94 15,1-1 285-15,0 1-189 0,0-1-94 16,6 3-38-16,6-2-178 0,5-1 61 0,-3 0 31 16,8 2-1-16,-3-2 31 0</inkml:trace>
  <inkml:trace contextRef="#ctx0" brushRef="#br0" timeOffset="-203887.09">12317 11846 1260 0,'0'-20'0'0,"0"1"0"0,-1-3 0 0,-1-1 0 0,0-2 0 0,-5-4 479 0,4 2-226 0,0-1-108 16,0 0-55-16,0-1 89 0,-2 0-72 0,0-2-27 16,-2 9-8-1,0 4-1-15,1 2-36 0,-1 8 1 0,-3 4 30 0,2 1 9 16,0 3-39-16,0 7 74 0,-1 13-37 0,3 7 0 16,0 9-37-16,2 7 66 0,1 3-37 0,3 7-1 15,0 5-28-15,0 3 62 0,3 3-31 0,1 8 8 16,0-7-39-16,3 3 61 0,0 2-82 0,-2 5-15 15,0 0 0-15,-2 8-28 16,-1-13 26-16,-2-5-168 0,0-5 103 0,0-4 42 16,-7-8 29-16,-4 3-486 0,-3-18 235 0,-1-10 78 15,-1-8 72-15,-3-8-314 0,4-7 189 16,-5 0 83-16,5-3 57 0,-4-9-319 0,1-10 182 0,1-3 92 16,0-3-288-16,-1-12 180 0</inkml:trace>
  <inkml:trace contextRef="#ctx0" brushRef="#br0" timeOffset="-203749.12">11901 12154 917 0,'-6'-16'0'0,"3"1"0"0,2 4 0 0,1 1 0 0,0-1 0 0,2 5 37 0,14 6-37 0,6-5 1331 15,6 1-647-15,5 3-325 0,9-2-152 0,3 2 128 16,8-2-274-16,4 0-61 0,4 2 0 0,1-2 0 16,4-3 0-16,-12 1 0 0,-1-1 0 0,-6 2-970 15</inkml:trace>
  <inkml:trace contextRef="#ctx0" brushRef="#br0" timeOffset="-202151">16518 11554 1112 0,'0'-8'0'0,"0"2"0"0,0-1 0 0,0 3 0 0,0 1 0 0,0 3 0 0,0-3 0 0,0 3 335 0,5 0-141 0,2 0-83 15,3 0-37-15,0 6 44 0,0 1-41 0,3 0 9 16,-1 4 25-16,2 2-37 16,0-1 0-16,0 6 1 0,0 4-38 0,0 2 8 0,-3 3-8 0,0 0 3 15,-2 5-4-15,-2-1 1 0,-3 3-1 0,1 6-34 16,-5-5 34-16,0 3 1 0,0-3-1 0,0-4-29 15,0-5 30-15,-3 1 8 0,-2-13 32 0,2-4-4 16,0-5-38-16,1-4 108 16,1-1-53-16,-2 0-18 0,3-1-9 0,0-15 108 0,0-6-67 31,3-4-34-31,3-3 0 0,7-7-66 0,1 2-9 0,0 0 42 0,4-2-19 0,0 0-18 16,3 4 0-16,4-7 0 15,-2 10 0-15,0 2 0 0,2 1 0 0,-2 7 0 0,0 2 0 0,-1 4 0 16,-6 6 0-16,0 5 0 0,-3 2 0 0,-4 0 0 15,0 0 0-15,1 4 0 0,-6 2-32 0,1 4 10 32,-2-4-1-32,1 1-178 0,-3 0 96 0,2 0 27 15,0-4-357 1,-2 1 199-16,-1-1 100 0,0 1 50 0,0-3-244 0,2 0 137 0,-2 4 83 0,0-5-596 0</inkml:trace>
  <inkml:trace contextRef="#ctx0" brushRef="#br0" timeOffset="-201410.55">16796 12506 984 0,'-2'-9'0'0,"-4"1"0"0,3-1 0 0,-2 4 0 0,2-2 0 0,0 2 0 0,-3 2 0 0,1-2 423 16,2 5-198-16,-2 0-96 0,0 0 197 0,-1 7-145 15,-1 6-74-15,-1 3 152 0,-1 6-117 0,3 3-53 16,-3 4-27-16,6 2 50 0,-5 2-39 16,4 2 10-16,2-3-49 0,0 1 41 0,2 0-40 0,0 0 0 15,2-1 0-15,4 3 15 0,4-6-15 0,4-4 0 16,0-4-52-16,1-1 27 15,1-4-1-15,4 1-38 0,-2-9 28 0,-2-4 0 0,4-1 12 0,-4-3-77 16,1 0 35-16,2 0 28 16,-2-12-28-16,-1-3-11 0,1-2 16 15,0-7 0-15,-4 3 10 0,6-8-10 0,-8 4 10 0,2-4 12 16,-3-1-23-16,2 0 20 0,-4-2-6 0,4-7-37 16,-6 3 0-16,-1-1 38 0,0-3-3 0,-4-1-122 15,1-1 56-15,-2-3 25 0,0 8-3 0,-2 5 42 16,-9 2-17-16,0 5 4 15,-6 4-14-15,-3 0 54 0,1 11-5 0,-5 4-38 0,0 5 204 0,-2 1-96 16,-2 0-43-16,-3 0 174 16,5 13-92-16,1-1-56 0,2 5-2 0,0 2 124 15,2 3-50-15,6-2-50 0,6-1-22 0,0 1 96 16,5-1-111-16,4 2-43 0,0 0 0 0,0-3 0 16,4 2 0-16,6-3 0 0,4-1 0 0,2 1 0 15,3-2 0-15,1-3 0 0,3-2 0 16,3-3 0-1,1-2 0-15,0-3 0 0,3 1 0 0,-6-3 0 63,0 0 0-63,-2 0-674 0,-1-3 260 0,-3-3 190 0,2-1 86 0,-7 2-802 0</inkml:trace>
  <inkml:trace contextRef="#ctx0" brushRef="#br0" timeOffset="-200349.39">13986 11727 1143 0,'0'-6'0'0,"-5"-1"0"0,1 1 0 0,3-2 0 0,1 1 0 0,0-2 0 0,0 1 0 0,1 2 125 0,13 0-45 0,2 3 270 16,4 1-157-16,3 2-70 0,-1 0-48 0,1 0 194 15,-1 11-117-15,1 3-58 0,-1 5-29 0,0 4 93 16,-5 2-66-16,-3 3-28 15,-3 2 40-15,-5 0-35 0,-4 0 1 0,0 6-25 16,-2-8 36-16,-4 1-22 0,-11-1-1 0,-4-2 61 16,-3-2-41-16,-1 1 8 0,-5-5-50 15,2-8 32-15,0 0 0 0,0-7-61 0,-5 4-7 0,7-9-68 16,0 0 15 0,2 0 45-16,4-2-1 0,2-10-444 0,3 0 233 0,7-5 84 0,4-2-501 0,2-2 300 31,2-2 151-31,9-1-163 0,8-5 147 0,1 5 79 0,6 0 49 0,5-3-395 15</inkml:trace>
  <inkml:trace contextRef="#ctx0" brushRef="#br0" timeOffset="-200163.23">14367 11659 641 0,'7'-7'0'0,"-1"2"0"0,-1 1 0 0,-2 1 0 0,0 1 0 0,-1 2 613 0,-2 0-289 0,0 6-144 16,0 6-63-16,-6 5 569 0,-2 3-325 0,-3 1-162 15,2 4 363-15,-1 1-314 0,0 3-248 0,5-2 0 16,0 2 0-16,3 0 0 15,2-1 0-15,0 2 0 0,5 2 0 0,12-4 0 0,2 0 0 0,6-6 0 16,6-1 0-16,4-1 0 16,6-2 0-16,-5-7-132 0,0-2-234 0,-2-2 183 15,-2 0-778-15,-6 3 463 0,0 0 222 0</inkml:trace>
  <inkml:trace contextRef="#ctx0" brushRef="#br0" timeOffset="-199905.25">14232 12572 1948 0,'-6'-8'0'0,"-1"3"0"0,2 0 0 0,1 1 0 0,3 4 0 0,1-3 0 0,0 3 0 0,0 0 697 0,5 3-330 0,7 4-158 15,2 4-91-15,3 2 101 16,-1 4-93-16,4 0-45 16,-2 1-63-16,3 0 26 0,-4 2-9 0,1-1 0 0,-2 0-601 0,-1 1 301 31,-2-2 149-31,3 5-735 0,-5-6 367 0,-2-3 240 0,-1 1 29 0</inkml:trace>
  <inkml:trace contextRef="#ctx0" brushRef="#br0" timeOffset="-199681.23">14583 12509 2575 0,'2'-5'0'0,"0"-2"0"0,0 2 0 0,0 3 0 0,0 2 0 0,-1 0 0 0,0 1 0 0,-1 14 0 0,0 9 279 0,0 5-122 0,0 9-61 0,-10 7 441 0,0 5-251 0,-2 9-285 0,-4 1-1 0,-1 7 0 0,-2 4 0 0,1 5 0 0,-1-2 0 0,-1 3 0 0,7-16 0 0,3-9 0 0,2-10 0 0,3-4-19 16,3-11-11-16,-3-1-443 0,4-13 136 0,-1-5 158 0,1-1 21 0,-4-5-89 16,1-2 106-16,-1 2 45 0,0-2-250 0,0 0 156 0,1 0 77 0</inkml:trace>
  <inkml:trace contextRef="#ctx0" brushRef="#br0" timeOffset="-198605.81">12662 12551 1156 0,'-11'5'0'0,"-1"-4"0"0,0 2 0 0,4 1 0 0,-2-1 0 0,1 1 0 0,5-3 0 0,1-1 470 0,3 0-216 0,0 0-108 16,0 0-55-16,13-10 211 15,8-7-137-15,10-7-64 0,2-5 72 0,11-3-68 0,1-6-34 0,10-8 10 16,1-1-10-16,4-2-33 15,6-5-1-15,7-4-74 16,8-1 37-16,11-10 10 0,-17 19 27 0,-5 4-114 16,-11 9 57-16,-10 9 29 0,-4 4 9 0,-23 12-124 0,-5 5 63 0,-8 4-1 15,-1 1-46-15,-5 1 30 0,-2 1 25 16,-1 0 2-16,0 0 20 0,0 0-12 0,0 0 10 0,-3 0 31 16,-2 0-3-16,1 0-29 15,1 0 1 1,0 0-374-16,1 0 178 0,1 0 84 0,1 0 38 0</inkml:trace>
  <inkml:trace contextRef="#ctx0" brushRef="#br0" timeOffset="-198105.22">14633 11897 1464 0,'-10'-5'0'0,"0"-1"0"0,2 2 0 0,2 1 0 0,2-1 0 0,2 1 0 0,2 0 231 0,1 0-97 0,17-1-49 0,8 2 96 15,8-3-72-15,11 2-27 0,5 1-10 0,9 0 178 16,9 0-107-16,9 0-53 0,10 1 121 0,21-1-79 15,-5 2-52-15,8 0 1 16,-1 0-1-16,0 0-43 0,-3 0-1 0,8 2-68 16,-23-1 29-16,0-1 1 15,-3 0 38-15,-5 0-82 0,-1-3 41 0,6-8 10 0,-18-3 31 0,-4 0-152 16,-5-2 40-16,-7 1 47 0,-9 0-87 0,-5 3 56 16,-18 4 2-16,-10 1-149 0,-9 3 82 0,-4 0 49 15,0 2 10 1,-8 1-368-16,-15 1 203 0,-10 0 98 0,-10 0 48 0</inkml:trace>
  <inkml:trace contextRef="#ctx0" brushRef="#br0" timeOffset="-197650.15">12774 12562 1502 0,'-19'-6'0'0,"8"0"0"16,2 6 0-16,1-3 0 0,4 1 0 0,0 2 0 0,3 0 0 0,1 0 0 0,0 0 159 0,9 0-61 0,11 6 224 0,6 5-142 15,6 2-63-15,4 3-45 0,6 0 238 0,5 4-136 0,4 4-69 16,2-1-34-16,11 5 66 15,3 3-55-15,5 1 1 0,4 4-46 0,-1 1-141 16,-1 0 71-16,2 0 44 16,-22-10-213-16,-10 2 120 15,-7-10 59-15,-6 2-104 0,-9-7 79 0,1 3-11 0,-16-13 34 0,-4-1-388 0,-2-3 189 0,-1 0 87 16,0 0 50-16,0 0-529 0</inkml:trace>
  <inkml:trace contextRef="#ctx0" brushRef="#br0" timeOffset="-197072.05">14831 12983 732 0,'-13'3'0'0,"0"3"0"0,2-1 0 0,3-2 0 0,0 1 0 0,3-4 0 0,-2 4 179 0,6-3-77 15,1-1-32-15,0 0 327 0,2 0-180 0,16 0-90 0,4-9 286 16,8-6-193-16,7-7-92 0,10-4-46 0,5-6 141 15,7-7-94-15,14-9-37 16,2 0-33-16,18-16 86 16,16-8-55-16,13-8-27 0,4-2 119 0,16-10-65 0,-19 17-44 15,-3 5-1-15,-8 3-128 0,-11 5 47 0,-9 10 22 0,0 1-219 16,-30 20 117 0,-10 6 63-1,-8 4 31-15,-7 4-130 0,-6 1 51 0,-1 0 48 0,-12 6-25 0,-2 1-2 0,-4 1-2 0,-6 1 0 16,-1 2 71-16,-1 1-51 0,-3 3-23 0,-1-1 25 15,0 2 61-15,0 0-27 0,0 0 1 0,0 0-342 16,-3 0 163-16,-5 0 73 0,-2 3 39 0</inkml:trace>
  <inkml:trace contextRef="#ctx0" brushRef="#br0" timeOffset="-194265.64">18798 11667 979 0,'-24'1'0'0,"0"3"0"0,4 0 0 0,2 4 0 0,4-2 0 0,4 1 0 0,3-1 388 0,5-1-168 0,2-1-96 16,11-1 280-16,11 1-184 15,9-2-93-15,4-2 119 0,6 0-96 0,-2 0-62 0,3 0-26 0,-3-6-12 16,2 2-15-16,-4-2 1 16,7 3 8-16,-10-3-55 0,-1 0 23 0,-4 4-1 0,-4-2 25 0,-3 4-102 15,0-3 59-15,-13 3 17 16,-7 0-101-16,-2 15 60 0,-9 1-9 0,-14 9 71 0,-8 6-39 15,-8 1 13-15,-3 4-26 0,-4 3 130 16,-1 0-52-16,0 2-26 0,-1 1 13 0,10-6 107 16,-1-1-57-16,5-1-34 0,5-4-2 0,6-2 35 15,2-1-18-15,13-16-9 16,8 2 24-16,0-6-90 0,8-3 0 0,11 0 0 0,4 0 0 0,4-4 0 16,2 0 0-16,4 0 0 15,0 0 0-15,6 0 0 0,-8-2 0 0,0 0 0 0,0 1 0 16,-3-2 0-16,0 3 0 0,2 0 0 15,-10 0-32-15,-3 0 15 16,-4 0-466 15,-4 0 227-15,-4 3 93-16,2 0-426 0,-7 2 282 0,0 0 136 0,-3 0 67 0,-9-1-431 0,-1 0 249 0,-2-3 117 16</inkml:trace>
  <inkml:trace contextRef="#ctx0" brushRef="#br0" timeOffset="-194131.7">18773 11950 2050 0,'-23'-7'0'0,"8"4"0"0,4 0 0 0,5 3 0 0,1-2 0 0,5 2 0 0,0 0 344 0,8 0-159 0,13 0-74 16,5 0 189-16,4 2-131 0,1 1-68 0,7 0 82 15,-3 2-78-15,-1-1-34 0,0 2-1 0,1 0-569 16,-3 2 267 0,6-1 143-16,-7 2 58 0,-2-1-808 0,0 1 437 0</inkml:trace>
  <inkml:trace contextRef="#ctx0" brushRef="#br0" timeOffset="-193806.59">19251 11930 1142 0,'0'0'0'0,"0"0"0"0,0 0 0 0,0 0 0 0,0 2 0 0,3 3 482 0,0 2-224 16,5 7-102-16,0 4 39 16,3 5-80-16,1 4-40 0,-1 5 1 0,2 6-58 15,0 4 26-15,-3-3-8 0,-2 0 0 0,-2 1-85 0,-3-3 43 16,-2-4-1-16,-1 0 65 0,0-12-22 0,0-8-1 15,0-6 1-15,-1-5 121 0,-4-2-61 16,1-2-22-16,2-13 32 0,2-6-35 0,0-4-1 16,0-3-34-16,4 1 37 0,6-3 9 0,-1 2-47 15,4 5 1-15,-1-3-33 0,1 4 33 0,2 3-1 16,2-3-52-16,1 8 21 16,-1 2 1-16,0 4-11 0,1 3 0 0,2 3 42 15,1 1-19-15,-4 1-43 0,-1 0 24 0,-1 8-13 16,-1 2 34-16,-3 0-51 0,2 2 17 0,-7-4-2 15,-1 1 27-15,-3-2-184 0,2 0 86 0,-3-3 34 16,1 0-473-16,-2-1 250 16,0-2 120-16,0-1 62 0,0 0-653 0</inkml:trace>
  <inkml:trace contextRef="#ctx0" brushRef="#br0" timeOffset="-192013.07">20055 11785 2007 0,'-4'0'0'15,"-1"0"0"-15,1 0 0 0,1 0 0 0,1 0 0 0,0 0 0 0,2 0 0 0,-2 0 0 0,2 0 332 0,0 0-147 0,0 1 173 0,0 3-161 0,4-1-71 16,5 1-49-16,3-1 70 0,1 0-55 0,0 1-27 16,3-1-1-16,1 1-85 0,-2-2 25 15,3 0-1-15,-2-1 34 0,1 1-366 0,-3-1 182 0,3 2 102 16,-5-2-735-16,2 1 386 16,-3 0 117-16,-1 1-531 0</inkml:trace>
  <inkml:trace contextRef="#ctx0" brushRef="#br0" timeOffset="-191829.92">20055 12068 1232 0,'-11'0'0'0,"2"0"0"0,1 0 0 0,0 4 0 0,0-3 307 0,7 1-140 0,1 2-66 0,0-1-32 16,1 0 643-16,11-3-338 0,4 5-160 15,4-4 140-15,2-1-159 0,0 1-80 0,3-1-328 16,-2 0 125-16,4 0 70 15,-7 0 23-15,2 0-712 0,-3 0 371 0,-2 0 187 0,-2 0 92 0,3 0-430 16</inkml:trace>
  <inkml:trace contextRef="#ctx0" brushRef="#br0" timeOffset="-190599.1">20741 11655 366 0,'-4'0'0'0,"0"0"0"0,-3 0 0 16,2 0 0-16,-2 0 293 0,0 0-133 0,3-2-61 15,-1 1-31-15,2 1 126 0,0 0-79 0,-3 0-30 0,6 0 138 0,0 0-92 16,0 0-48-16,0 0 168 0,7 0-107 0,6 0-44 0,2 0-37 0,5 0 92 16,1 0-59-16,1 0-29 15,6 0-1-15,-3 3 6 0,2-2-35 0,-2 4 0 16,-1-2 0-16,0 0-26 0,-2 2-1 15,4-1 37-15,-6 1-96 0,0 2 44 0,-4-2-1 0,1-1 43 16,-4 2-108-16,2-1 60 16,-10-1-11-16,3-1-25 0,-7 1 18 0,1 2 0 15,-2 1 7-15,0 0 102 0,-11 5-44 0,-4 5 1 16,-7 1-37-16,-2 6-21 0,-5 2 30 0,-4 5-2 16,2 0-87-16,-4 1 42 0,1 2 6 0,2-2 13 0,-2-2 20 15,1 5-3 1,6-11 2-16,2 3 145 0,6-6-71 0,2 0-34 15,5-7-7-15,5 3 171 0,6-7-94 0,1-2-36 32,1-5-25-32,9 2 97 0,4 0-53 0,3 1-18 0,3-2 13 0,1 0-26 15,2-1-58 1,0-1-4-16,2-1 0 16,1 2 0-16,-3-2 0 0,-2 4 0 15,3-4 0-15,-5 0 0 0,4 3 0 0,-6-1 0 16,-5-1-62-16,1-1-3 0,-4 1 45 0,-3 0-553 0,1-1 267 0,-4 1 114 0,-1-2-481 0,-2 0 318 0,0 0 159 0,0 0-195 0,0 0 167 0</inkml:trace>
  <inkml:trace contextRef="#ctx0" brushRef="#br0" timeOffset="-190436.7">20723 11898 2006 0,'-17'-2'0'0,"6"-2"0"0,2 2 0 0,3 1 0 0,6-1 0 0,0 2 0 0,1 0 0 0,16 0 0 0,2 0 571 0,6 0-257 0,0 0-143 15,3 0-271-15,-1 2 68 0,4 1 35 0,-4 2-295 16,6-1 174-16,-6 4 73 0,-1-1 41 0,-2 0-857 16</inkml:trace>
  <inkml:trace contextRef="#ctx0" brushRef="#br0" timeOffset="-190211.16">21102 11988 1173 0,'-2'0'0'0,"1"-3"0"0,1 2 0 0,0 0 0 0,0-1 0 0,0 0 0 0,1-1 498 15,7 2-236-15,6-2-112 16,4 0-56 0,3 3 224-16,1 0-145 15,0 0-68-15,3 0-41 0,0 7 0 0,-4 2-27 0,3 5-180 0,-10 1 85 0,-2 2 48 0,-6 0 23 0,-4 6-76 16,-2-3 50-16,-3 4 34 0,-16-1-9 0,-2-1-121 16,-8-5 69-16,0-2-42 0,-4-1 43 0,-3-1-127 15,4-6 50-15,0-3 42 0,3-4-166 0,4 0 102 16,3 0 50-16,-1 0-315 0,10-11 187 15,9-2 90-15,4-2 45 0,0-8-327 0</inkml:trace>
  <inkml:trace contextRef="#ctx0" brushRef="#br0" timeOffset="-190042.89">21306 11942 750 0,'8'-5'0'0,"-2"5"0"0,-3-2 0 0,2 2 0 0,-2 0 739 0,-3 0-350 0,0 8-168 15,0 4-96-15,0 2 326 16,-5 5-207-16,-2 1-103 0,2 3-53 0,0 1 386 0,4 1-224 15,1-1-191-15,0 1-59 0,0-3 0 0,6 6 0 0,6-9-78 16,1 2-101-16,7-2 107 0,-2-5 55 0,6 0-639 16,1-1 356-16,-2-8 164 15,-1-2-41-15,-1-3-622 0,1 0 381 0</inkml:trace>
  <inkml:trace contextRef="#ctx0" brushRef="#br0" timeOffset="-189862.78">21538 11952 2410 0,'-14'0'0'0,"2"-1"0"0,1 0 0 0,0-1 0 0,6 2 0 0,4 0 0 0,1 0 0 0,0 0 0 0,0 2 386 0,1 5-167 0,10 0-96 16,1 4-43-16,1-2-1 16,1 0-44-16,0 3 1 0,0 2 8 0,0-2-693 15,-2-3 343-15,1 1 170 0,-2-2-737 0</inkml:trace>
  <inkml:trace contextRef="#ctx0" brushRef="#br0" timeOffset="-189449.4">21845 11727 1493 0,'0'0'0'0,"0"0"0"0,0 0 0 0,0 0 0 0,0 0 0 0,0 0 0 0,2 0 0 0,2 0 458 0,6 0-210 0,5 0-106 15,3 0-1-15,2 0-43 0,6 2-35 16,0 1 7-16,0-3 0 0,6 4-33 16,-2-4-1-16,2 1-40 0,-6-1 15 0,-1 0 0 15,-4 0 26-15,-1 0-37 0,-5 0 36 0,2 0 10 0,-9 0-9 0,-5 0 34 16,1-1 1-16,-2 0-48 0,0-5 80 16,-2 2-24-16,0-2-10 0,0 1-79 15,0 2 46-15,0-3 0 16,-2 4-1-16,0-1-128 0,0 0 59 0,0 2 36 15,2 1 0-15,0-3-333 0,0 0 169 0,0 3 68 47,0 0 48-47,0 0-207 0,0 0 112 0,0 0 33 0,0 0 43 0,0 0-9 0,0 0 36 0,2 0 37 0,0 0 0 0,0 0-37 16,0 0 1 0,-1 0 67-16,1 0-30 0,-1 0 1 0,1 0-39 0,1 0 139 0,-2 0-70 0,0 0 2 0,0 0-25 15,-1 0 82-15,3 0-47 0,-3 0-6 0,2 0-66 16,-2 0 9-16,0 0 25 0,0 0-302 0,0 0 143 0,0 0 68 15,0 0 35-15,0 0-317 0,0 0 166 0</inkml:trace>
  <inkml:trace contextRef="#ctx0" brushRef="#br0" timeOffset="-188969.32">21979 11755 1142 0,'-9'-1'0'0,"0"-5"0"0,0 2 0 0,2-1 0 0,0 1 0 0,-1-4 0 0,3 2 0 0,3-1 415 0,2 1-189 16,0 0-95-16,0 0-48 0,11-4 85 0,5 5-70 16,5 0-31-16,0 5-1 0,7-3 165 15,0 3-98-15,1 0-40 0,-1 6 25 0,0 8-41 16,-1 3 0-16,-3-1-99 0,0 5 29 0,0 4 9 15,-7 0 20-15,-6 4-130 0,-1 0 65 0,-5 0 32 16,-5 1 0-16,0 4-36 16,-6-3 12-16,-14-5 23 0,-6 2-22 0,-1 0 25 0,-5-4-37 0,-3 0 37 15,2-10 28-15,0 1 0 0,1-7-41 16,0-4-66-16,-1 0 37 0,-2-4 1 0,10 0 43 16,0-3-251-16,2-2 114 15,8-8 58-15,3 3 24 0,3-1-376 0,6 1 198 0,3 0 96 16,0 0 47-16,12-1-178 0,7-2 113 0</inkml:trace>
  <inkml:trace contextRef="#ctx0" brushRef="#br0" timeOffset="-188743.1">22429 11704 1700 0,'2'-14'0'0,"-2"3"0"0,0 2 0 0,0 1 0 0,-5-1 0 0,-5 6 0 0,-3 3 0 0,-4 0 795 16,-4 0-380-16,-3 14-190 0,-4 6-86 15,1 4 401-15,1 4-423 0,5 4-117 0,1 0 0 0,4 2 0 16,6 7 0-16,8-9 0 0,2 3 0 0,0-1 0 16,10 0 0-16,10 0 0 15,8 2 0-15,-2-10 0 0,5-1 0 0,-1-5 0 16,3 0 0-16,-2-4 0 0,1 0 0 0,-5-10-761 0,-1-4 360 16,-3-2 182-16,-3 0-479 0,0-2 332 15,5-4 156-15,-13-8 91 0,1-2-226 0</inkml:trace>
  <inkml:trace contextRef="#ctx0" brushRef="#br0" timeOffset="-188413.73">22621 11930 1874 0,'-3'-5'0'0,"0"1"0"0,0-1 0 0,0 3 0 0,3-1 0 0,-3 2 0 0,3 1 0 15,0 0 214-15,0 6-89 0,0 6-44 0,6 8 303 0,2 1-174 0,0 7-78 0,1 1-53 0,-4 6 57 0,2 0-50 0,0-2-26 16,-4 6-117-16,0 2 54 0,-1-7 16 0,0-4-1 15,-2-1-43-15,0-5 33 16,0-4 1-16,0-2 72 0,-2-9-40 0,-2-9 1 0,3 0-1 0,-1 0 89 16,2-18-46-16,0-2-28 15,2-5-25-15,7-5-54 0,2 1 28 0,4-3 11 0,1 4-97 16,4-3 67-16,-2 7 20 0,2 2 13 16,0 5-76-16,0 0 38 0,0 5-1 0,5-2 75 15,-6 8-14-15,0 5-30 0,-1 1 1 0,-3 0 44 16,-2 4-24-16,1 6-12 0,-4 1 0 0,-3 2 100 15,-4-2-50-15,1-3-60 0,-3 2-4 0,1-1 0 16,0-3 0-16,-2-2 0 0,0 1 0 0,0-3-63 16,0 1 35-16,0-3-600 15,0 0 292-15,-4 0 156 0,-1 0 50 0,1-4-371 16</inkml:trace>
  <inkml:trace contextRef="#ctx0" brushRef="#br0" timeOffset="-187829.73">23438 11910 1567 0,'-10'0'0'0,"4"-1"0"0,0-3 0 0,2 3 0 0,4-2 0 0,0 3 146 0,2 0-45 0,14 0-37 0,9 0 513 16,4 0-270-16,5 0-136 16,6 0-67-16,5 0 155 0,-2 0-115 15,1 4-54-15,3 0-27 0,4-2-181 0,-5 3 77 0,5 0 48 16,-12-1-495-1,-6 1 263-15,-6 0 131 0,-3 0-271 0,-9-2 200 0,1 2 12 0,-14-3 78 16,-2-1-669-16</inkml:trace>
  <inkml:trace contextRef="#ctx0" brushRef="#br0" timeOffset="-187651.56">23745 11633 2152 0,'-9'-1'0'0,"2"-1"0"0,-1 1 0 0,2 1 0 0,0 0 0 0,3 3 0 0,-1 15 0 16,4 5 383-16,0 7-174 0,0 10-86 0,0 6 314 0,0 4-205 16,2 9-98-16,0 5-125 15,4 0 27-15,-1 2 1 0,5 5 8 0,-2-15-693 16,2-5 342-16,-1-1 171 0</inkml:trace>
  <inkml:trace contextRef="#ctx0" brushRef="#br0" timeOffset="-186991.72">24384 11670 748 0,'-5'-6'0'0,"2"3"0"0,-2-2 0 0,5 2 0 0,0 2 25 0,0-1-25 15,6 2 0-15,6 0 0 0,5 0 614 0,4 0-289 0,1 0-144 16,5 2-62-16,-6 2-15 0,2 4-34 0,-1 0 1 16,-2-1-66-16,0 4 1 15,0 4 40-15,-6 1-93 16,-5 2 42-16,-3 3 0 0,-4 2 42 0,-2 5-133 0,-2 7 76 0,-13-2 11 16,-6 4 0-16,-7 4-117 0,-1-1 44 0,-5 3 43 15,-2 2-9-15,4-7-4 16,2-10 38-16,3-2-16 0,4-8 110 0,5-4-47 0,0-1-9 0,9-9 255 15,7-4-137-15,2 0-53 16,0 0-38-16,2 0 113 0,13 0-55 0,3-1-38 0,4-2 0 16,-1-1 10-16,7-1-1 15,-2 1-43-15,4-1 9 0,-5-1-110 0,-1 3 51 16,-2-1 24-16,-2 0-112 0,0 1 68 0,2-2 44 0,-10 3-481 16,0-2 234-16,-4 3 81 0,0 0 69 0,-5-2-419 15,0 3 225-15,-3-3 126 0,0 0 59 0</inkml:trace>
  <inkml:trace contextRef="#ctx0" brushRef="#br0" timeOffset="-186816.18">24368 11887 2055 0,'-14'0'0'0,"0"0"0"0,-2 0 0 0,10 0 0 0,0 0 0 0,5 0 0 0,1 0 0 0,0 0 0 0,5 0 318 0,11 0-146 0,3 3 109 16,7 4-122-16,1-3-61 0,1 4-30 0,3-1 22 0,-3 0-8 0,0 2-45 0,0 1 0 0,0-2-543 16,-4 4 271-16,7-1 145 0,-7 0 59 0,-3 2-854 0</inkml:trace>
  <inkml:trace contextRef="#ctx0" brushRef="#br0" timeOffset="-186595.97">24847 11997 798 0,'0'0'0'0,"0"0"0"0,-2 0 0 0,0 0 0 0,2 0 0 0,0 0 0 0,0 0 469 0,0 0-216 0,0 0-109 16,0 6 242-16,4-1-167 16,4 1-96-16,0-1-53 0,2 5-35 0,0-2 1 15,2 2 8-15,-2-1-143 0,3 0 67 0,-5 1 33 0,5 0 1 16,-3 1-432-16,1-1 241 0,0-2 108 0,-3 1 9 0,-3-3-631 15</inkml:trace>
  <inkml:trace contextRef="#ctx0" brushRef="#br0" timeOffset="-186364.87">25157 11905 1464 0,'0'-4'0'0,"0"1"0"0,0 1 0 0,0-2 0 0,0 2 0 0,0-1 0 0,0 3 589 0,0 0-276 0,0 0-139 15,-3 14-70-15,0 3 147 0,-2 9-99 0,-2 9-63 16,-1 5-26-16,-1 9 208 16,-3 4-118-16,-2 8-59 0,-3 8-22 0,2-5-36 15,-2 1-1-15,1-1-229 0,-2-2 115 0,4-6 57 16,-5 4 37-16,8-19-379 0,0-7 199 0,2-2 100 16,1-8-29-16,2-6-447 0,1-2 242 0,4-12 136 15,1-4 64-15,0 0-204 0,0-5 133 0</inkml:trace>
  <inkml:trace contextRef="#ctx0" brushRef="#br0" timeOffset="-186175.24">25363 11944 2339 0,'0'-7'0'15,"0"2"0"-15,0-1 0 0,0 3 0 0,0-2 0 0,1 3 0 0,0 2 0 0,4 0 0 0,-1 0 513 0,1 0-239 0,0 0-111 16,3 5-120-16,1 0-8 0,-4 2 0 0,6 2-500 16,-3 0 250-16,2 0 134 0,-3 0 54 0,5 1-885 15,-5-4 451-15</inkml:trace>
  <inkml:trace contextRef="#ctx0" brushRef="#br0" timeOffset="-185584.99">25807 11684 3089 0,'-4'0'0'0,"-1"-5"0"0,0 2 0 0,1-1 0 0,0 0 0 0,2 0 0 0,0 4 0 0,2 0 0 0,0 0 0 0,0 0 0 0,3 6 0 0,10 3 0 0,-3 5 236 0,6 1-100 16,0 3-50-16,2 0-23 0,0 0-27 0,2 3 8 16,-2-2-8-16,0 0-134 0,-1-1 67 0,-1 3 33 15,-2-4 0-15,1 4-373 16,-4-3 199-16,-3-2 103 0,-5-1-611 0,-1-2 323 15,0-4 153-15,-1 3-371 0,-1-8 274 0,0-4 132 0</inkml:trace>
  <inkml:trace contextRef="#ctx0" brushRef="#br0" timeOffset="-185348.27">26186 11585 1871 0,'0'-1'0'0,"0"-4"0"0,0 4 0 0,0 0 0 0,0 1 0 0,0 0 0 0,-2 0 0 0,-3 12 311 0,-1 7-138 0,1 6-69 0,-3 9 374 0,-3 9-221 0,0 6-102 0,-2 6 76 16,-1 6-97-16,-4 7-49 0,0 3-25 0,-2 3-64 0,-2 6 10 0,2-13 30 15,-1-4-2-15,0-3-70 16,-1-6 36-16,2-4-1 16,1-1-234-16,7-20 130 0,3-4 71 0,2-7 34 15,4-5-457-15,-1-5 221 0,2-4 41 0,2-4-375 0,0 0 267 0,0-3 133 16,3-11 68-16,7-3-441 15,4-7 245-15</inkml:trace>
  <inkml:trace contextRef="#ctx0" brushRef="#br0" timeOffset="-185033.76">26210 12085 2101 0,'12'-12'0'0,"-1"0"0"0,1 6 0 0,-2 2 0 0,-1 4 0 0,2 0 0 0,-2 3 0 0,1 11 0 0,-2 6 292 0,-2 4-128 0,1 4-64 16,-3 4 62-16,-1 2-63 0,-3 5-23 0,2-6-17 15,-2 0 1 1,0 2-25-16,-2-1 1 0,-6 3-98 0,-1-11 45 0,1-2 26 16,-1-5 0-16,2-5-44 0,1-6 35 0,-3-1 10 15,7-7 33-15,1 0-29 0,1-11 14 0,0-4-37 16,0-7 22-16,1-2-26 0,7-1 22 0,5-2 84 16,2-1-38-16,2 0-10 0,2-2 0 0,3 1 52 15,0 3-37-15,4 1-4 16,-1 3 1-16,2-2 32 0,2 5-27 0,2-1 9 15,-2 9-60-15,-5 5-4 0,3 3-7 0,-6 3 0 0,-1 0 0 0,1 0 0 16,-6 6 0-16,-5 6-288 16,-1 0 127-16,-3 0 72 0,-3-1 49 0,0 3-672 15,-3-3 344-15,0 0 165 0,0 1 84 0,-3 0-552 16</inkml:trace>
  <inkml:trace contextRef="#ctx0" brushRef="#br0" timeOffset="-184858.88">26788 12504 2903 0,'-3'0'0'0,"0"0"0"0,1 0 0 0,-3 0 0 0,4 0 0 0,-1 0 0 0,0 0 0 0,0 0 0 0,2 0 734 0,0 0-440 0,0 0-294 15,0 0-5-15,0 0-109 16,0 0 74-16,2 0-1389 0</inkml:trace>
  <inkml:trace contextRef="#ctx0" brushRef="#br0" timeOffset="-181806.51">19893 13025 2181 0,'-5'0'0'0,"-1"0"0"0,1 0 0 0,2 0 0 0,-2 0 0 0,3 0 0 0,2-3 0 0,0 3 241 0,4 0-103 0,10 0 474 15,6 0-279-15,2 0-152 16,6 0-72-16,2 0 27 0,2 3-136 0,2 0 0 15,2-2 0-15,-4 1 0 0,1 1-22 16,-1-2-17-16,-1 4 37 0,-3-4-301 0,2 1 178 0,-8 1 76 16,-7 0-1055-16</inkml:trace>
  <inkml:trace contextRef="#ctx0" brushRef="#br0" timeOffset="-181611.47">19960 13361 2249 0,'-8'2'0'0,"2"2"0"0,3 1 0 0,0 0 0 0,3 2 0 0,0-4 0 0,12 3 891 16,11 0-428-16,9-6-214 0,2 2-170 0,6-2-79 15,-1 0 0-15,-1 0 0 0,1 0-14 0,1 0-139 47,-3 0 94-47,4 0-1200 16</inkml:trace>
  <inkml:trace contextRef="#ctx0" brushRef="#br0" timeOffset="-163530.75">21096 12888 1412 0,'4'-8'0'0,"1"3"0"0,2-6 0 0,0 6 0 0,-1-4 0 0,1 1 0 0,-3-1 0 0,4-3 0 0,-3 0 114 0,2 0-42 0,-2 1 91 0,0-3-62 0,0 1-32 0,0-3 0 0,0-1 48 15,-2 0-45-15,0 0 1 0,-1 0-35 0,0 0 24 16,-1 1 1-16,-1-1-16 16,0 2-9-16,0 3 23 0,0 0 0 0,0 5-23 15,-5-1 35-15,-1 1 11 0,0 2-47 0,-3 3-43 16,1 1 44-16,-2 1 0 0,2 0-1 0,-4 0 47 0,3 9-11 15,-1 1-35 17,1 3 0-32,0 4 39 0,4 0-39 0,-4 6 9 0,3 0-10 0,3 2 25 0,-1 5-1 0,3 5-23 0,-2 4 76 0,3 2-43 15,0 4 0-15,-2 2 40 0,2 9-111 0,0 4 0 16,0 15 0-16,0-14 0 0,0 2 0 0,0-2 0 16,0-4 0-16,0-2 0 0,0 2 0 0,0-17 0 15,0-4 0 1,-1-4 0-16,-5-3 0 0,-1-6 0 0,1 5 0 0,-2-11 0 15,0-6 0-15,-2-1-110 16,-1-4 36-16,-2-2 33 0,0-1-4 0,-2-3-265 0,3 0 131 0,-4 0 73 16,1-8 23-16,-3-6-405 0,0-2 217 0,4-5 121 15,1-5 56-15,1-3-251 0,4-5 153 16,0-3 78-16</inkml:trace>
  <inkml:trace contextRef="#ctx0" brushRef="#br0" timeOffset="-163356.46">20778 13179 1864 0,'0'-8'0'0,"0"2"0"0,-1 0 0 0,-1 1 0 0,2 2 0 0,0-1 0 0,0 4 0 0,7-1 354 0,8 1-158 0,5 0-70 0,0 0 476 15,7 0-282-15,1 0-141 0,1 0-71 0,2 0-31 16,5 0 10 15,0 0-69-31,-3 0-18 0,0 0-383 0,1 1 182 0,0 4 128 0,-6 1-329 0,-5 0 220 0,-2 3 109 0,-4-1-897 16,-3 0 465-16</inkml:trace>
  <inkml:trace contextRef="#ctx0" brushRef="#br0" timeOffset="-163151.47">21388 13314 1882 0,'0'2'0'0,"-4"1"0"0,-2 0 0 0,4 3 0 0,-1-3 0 0,1 5 0 0,2 0 883 0,0 3-422 0,0 3-202 15,0 1 132-15,0 2-336 16,2 5-55-16,1 2 0 0,2 1 0 0,1 5 0 16,-3-1 0-1,2-2-43-15,-3 0-151 0,2-3 117 0,-2 0 57 0,-1 0-599 0,1-8 324 0,-1-5 84 0,-1-4 111 0,0-3-525 0,0-4 294 0,-3 0 137 16,-3-6-310-16</inkml:trace>
  <inkml:trace contextRef="#ctx0" brushRef="#br0" timeOffset="-162947.5">21672 12535 3052 0,'-3'-11'0'15,"-1"3"0"-15,2 1 0 0,2 2 0 0,-2 5 0 0,-1-4 0 0,3 4 0 0,0 0 0 0,0 6 390 16,-1 11-177-16,-4 3-88 0,-1 4-35 15,1 6-29-15,-3 4-61 0,-2 3-152 0,0 1 66 0,0 3 61 0,-3 6 40 16,5-6-831-16,-4 2 420 0,2 1 209 0</inkml:trace>
  <inkml:trace contextRef="#ctx0" brushRef="#br0" timeOffset="-160988.52">19532 1218 1200 0,'-5'-12'0'0,"0"0"0"0,1 4 0 0,4-1 0 0,0 5 0 0,0-1 0 0,7 0 210 0,6 2-77 0,5 2 116 15,3 1-106-15,2 0-52 0,0 1-27 0,1 9 24 16,1 0-16-16,-1 4-9 15,-5 3-26-15,0 2-38 0,-4-1 38 0,-2 5 10 0,-8-2-9 0,-5 2 10 16,0 1-10-16,0-2-1 0,-10 2 114 0,-5-1-48 31,-4-1-37-31,-4-3 73 0,-5-1-51 0,0-3-25 0,-1-2 0 0,-2 1-171 16,7-5 68-16,0-4 39 0,4-2 0 0,3-3-178 16,4 0 108-16,4 0 64 0,9-3 8 15,0-9-676 1,11-5 283-16,10-4 181 0</inkml:trace>
  <inkml:trace contextRef="#ctx0" brushRef="#br0" timeOffset="-160794.85">19895 1131 1917 0,'0'-5'0'0,"0"1"0"0,-4-1 0 0,0 3 0 0,-4 1 0 0,-2 1 0 0,0 0 0 0,-2 6 379 0,-1 9-171 0,0 5-85 16,-2 2 415-16,7 2-255 0,0 2-123 15,5 2-61-15,3-4 65 0,0 2-104 0,0 2-60 16,11-6 0-16,6-1 0 0,3-4 0 0,4 0 0 15,-1-4-235-15,3 3 66 0,-3-9 99 16,-2 0-607 15,-1-4 292-31,-1 1 195 0,0-4-27 0,-4 0-478 0,-4 0 328 0</inkml:trace>
  <inkml:trace contextRef="#ctx0" brushRef="#br0" timeOffset="-160617.98">20087 1429 1990 0,'-1'5'0'15,"-1"0"0"-15,1 2 0 0,-4-2 0 0,4 4 0 0,-2-2 0 0,1 4 447 0,1 0-205 0,-3 1-93 0,1 1 84 0,0-1-98 16,-3 2-49-16,4 1-24 0,-4-1-393 0,3 1 193 16,-2-4 84-16,2-1 45 0,0-2-788 15,0-2 398-15,1 0 197 0</inkml:trace>
  <inkml:trace contextRef="#ctx0" brushRef="#br0" timeOffset="-160455.47">20094 1214 1266 0,'0'0'0'15,"0"0"0"-15,0 0 0 0,0 0 0 0,0 0 0 0,0 0 857 0,0 0-410 0,8 2-204 0,0 3-103 0,4 1 210 0,-1 1-161 16,4 1-76-16,-1 1-38 0,2 0-424 0,-5 2 193 0,6-1 106 15,-5 1-849-15,1-2 452 16,-1 3 226-16</inkml:trace>
  <inkml:trace contextRef="#ctx0" brushRef="#br0" timeOffset="-160262.7">20320 1098 1459 0,'0'-3'0'0,"0"2"0"0,0 0 0 0,0 1 0 0,0 0 0 0,0 14 515 16,-2 16-240-16,-2 18-118 0,-6 16-60 0,-4 24 680 15,0 15-374 48,-6 26-183-47,-5 16-192-16,0 18-28 0,-5 8 0 0</inkml:trace>
  <inkml:trace contextRef="#ctx0" brushRef="#br0" timeOffset="-157339.91">21801 13147 1485 0,'0'-4'0'0,"0"1"0"0,-3-3 0 0,2 4 0 0,-1 0 0 0,1-2 277 0,1 3-124 0,0-1-58 15,0 2-29-15,0 0 604 0,3 0-317 0,5 0-148 16,-1 0 322-16,0 3-427 0,2 3-100 0,-1-4 0 16,1 4 0-16,-1-3 0 15,0 1 0-15,-2 0 0 16,0-1 0-16,-1 1 0 0,1-3 0 0,-1 2 0 15,-2-3 0-15,0 2 0 0,-1-1 0 0,5-1-832 0</inkml:trace>
  <inkml:trace contextRef="#ctx0" brushRef="#br0" timeOffset="-149419.05">22412 13122 882 0,'0'0'0'0,"0"0"0"0,0 0 0 0,0 0 0 0,0-1 0 0,0-2 0 0,0 1 186 0,0 1-73 16,0-3-38-16,0-1 61 0,0-1-53 0,0-1-1 15,0 1-44-15,0-6-3 0,0 3 2 0,0-5 11 16,0 3-11-16,0-1-34 0,-1-1 34 16,-1 1 1-16,-2 3 26 0,-1-3-16 15,-2 6-11-15,-1 3 9 0,-3 0-8 0,-1 3 0 0,-1 3-1 16,-3 10 9-16,-1 9-8 0,0 8-3 0,1 1 3 16,0 7 19-16,2 4-19 0,0 1 9 0,5-4 17 0,6 0-1 15,3-1-25-15,0-4-1 0,0-5-24 0,8 1 34 31,7-11-9-31,0-6-65 0,3-4 33 0,1-5-2 16,0-1 33-16,1-3-123 0,-5 0 52 0,2-3 22 0,0-10 0 16,-2-2-72-16,-3-3 48 0,3-3 12 0,-3-1-75 0,-3-2 38 15,0-1 28-15,-1-1-12 0,0 2 0 0,-1-1 10 16,-3 4 18-16,0 4 33 16,0 2 0-16,-3 3-40 0,-1 5 5 0,0-3 156 15,0 9-72-15,0 1-32 0,0 0 1 0,-1 11 77 0,-3 3-50 16,2 7-13-16,0-1 76 0,2 3-40 15,0-2-29-15,0 1 3 0,0 2-37 0,6-5 24 16,2-2-8-16,2-2-37 0,2-1-1 0,-1-2 41 16,4 0 7-16,-2-6-187 0,0-2 82 0,0-4 28 15,-1 0 25-15,1 0-116 0,0-5 64 0,-3-7 13 16,-3 0-46-16,0-5 29 16,0 0 23-16,-4-2-26 0,1-3-9 0,-2 3 39 15,-2-1 8-15,0 1-10 0,0-2 8 0,-4 3-6 16,-3-3-3-16,-1 4 49 0,-1 2 1 0,-3 3-36 15,0 2-4-15,0 2 135 141,0-3-62-141,1 8-29 16,1 1 160-16,-2 2-82 0,4 0-47 0,0 0-8 0,-1 0 99 0,3 0-60 0,3 5-12 0,1 2-85 0,2 0 1 0,0 0 61 0,0-1 15 0,0 2-87 0,5-3 33 0,8 2-1 0,-1-3 30 0,1-1-140 0,5 1 56 0,0-2 32 0,0 0-123 0,2-2 70 0,0 0 16 0,3 0-40 0,2 0 27 0,-1-2 4 0,-1-5 24 0,-2 1-17 15,1-5-6-15,-2 4 33 0,3-5-16 16,-6 2 26-16,-4 2-20 0,0-1 7 0,-6 1-10 0,2 2 55 0,-5 1-17 0,-2 2 0 0,-2-1 144 0,0 4-80 16,0-3-32-16,-7 3 141 0,-4 0-77 0,-2 0-44 0,1 3-7 0,-1 3 79 0,-2 2-39 0,2 2-23 0,-1-3 1 0,2 3 0 0,2 0-13 0,0 1-7 15,2-2 0-15,-1-1-27 0,5 0-9 16,0-1 36-16,2 0-140 0,2-1 67 47,0 1 19-32,0 1 7-15,0 0-95 0,7-5 58 0,5 2 14 0,-1-1-46 0,4 1 29 0,-1 0-2 0,2-2 19 0,-2 1-17 0,1-1-11 0,-2 1 41 0,1 0-15 0,-3 2 12 0,0-3-7 0,-2 2 5 16,-1 2 15-16,-2-1-15 0,-3 2 2 0,-1 0-8 16,-2 0 66-16,0 2-29 15,0-2 5-15,-2 2 59 0,-6 0-39 16,-3 2-3-16,-2-3-30 15,0 1 83-15,-3-3-36 0,2 2 0 0,0-1-26 0,-1 2 35 0,2-5-12 0,2 1 0 16,3-2 58-16,0 0-38 0,2-1-9 16,0-2-49-16,5 2-1 0,1-3 26 0,0 0 10 0,1 0-105 15,6 0 45-15,6-3 5 16,2-1 33-16,3-6-121 0,1 1 51 0,0-6 32 0,4 2 4 0,-1-3-81 31,-2 0 46-31,3-1 0 0,1-3-43 0,-1 1 37 16,2-5-3-16,-3 5 5 0,-1-3 67 0,-2 1-44 0,1 0 4 0,-3 4-6 0,1-2-4 15,-6 5 6-15,-4 3 2 0,-1 0 49 16,-4 6-1-16,-2 0-43 0,1 1 4 0,-2 3 153 16,0 1-72-16,0 0-29 0,-2 0 82 0,-2 0-50 15,-2 0-31-15,2 0 109 16,-1 1-63-16,1 2-14 16,-3 2 1-16,5-2-59 0,-3 2 8 0,3 0 41 0,-1 5-18 0,0-3-121 31,-1 5 57-31,3 0 28 0,-2 3 8 0,-1 2-104 0,1 0 55 0,1 3 9 0,-2 0-12 0,2 0 14 15,1 5-1-15,0-4 5 0,1 1 45 0,0 0-15 16,0-1-14-16,1-1 45 0,8-1-1 0,0-4-36 16,2-4-3-16,0-1 32 0,6-5-28 0,-1-2 10 15,4-3-7-15,-2 0-38 16,1-1 38-16,1-13 5 0,0-1-113 0,-1-4 50 0,3-3 25 16,-4-1-53-16,-2 1 37 0,0-5 8 0,-4 1 0 0,4-6-40 15,-5 0 30-15,-3-2-18 0,1-7 38 0,-1-2 32 16,-6-3-35-16,-1-8-21 15,-1 9 18-15,0 1 43 0,-2 4-41 0,-12 3 2 16,0 10 141-16,-4-2-68 0,0 15-29 0,-3 7 103 16,-3 5-63-16,-1 2-19 0,0 0 1 15,-4 9-13-15,5 5-24 0,1 5 39 0,1 3-36 32,3 2 349-32,1 3-157 0,2 0-69 0,7-2-48 0,5-2 38 0,4-1-38 0,0 0-1 15,0-1-21-15,9-1-8 0,4-5-10 0,1-1-60 0,5-2 30 16,2 0 0-16,4-7 30 0,1 3-61 15,-2-7 26-15,3 2-1 0,-2-3 37 0,-2 0-349 16,-1 0 161-16,2 0 58 16,-4-5 47-16,-7-2-459 0,4-1 234 0,-6-1 116 0,-2 1-437 0,2-1 267 15,-7 2 149-15</inkml:trace>
  <inkml:trace contextRef="#ctx0" brushRef="#br0" timeOffset="-148974.33">23838 13121 1474 0,'-7'0'0'0,"2"0"0"0,-2-3 0 0,3 1 0 0,-1 2 0 0,2-1 0 0,3 1 497 15,0 0-230-15,0 0-116 0,5 0-58 0,13 0 259 16,3-1-150-16,6 1-87 16,4-3-40-16,4 2 55 0,4-1-47 0,1 0-24 0,6 0 73 0,-4 2-53 15,3-3 0 1,-1 3-146-16,-1 0 51 0,4 0 35 0,-9 0-9 0,-3 0-290 16,-5 0 158-16,-7 0 79 0,-3 0 39 0,0 0-491 15,-13 0 203-15,-7 0 136 0,0 0 23 0,0 0-163 16,-5 0 130-16,-9 0 56 0,-3 0-379 0,-1 0 226 15</inkml:trace>
  <inkml:trace contextRef="#ctx0" brushRef="#br0" timeOffset="-148711.66">24203 12729 1449 0,'-10'-9'0'0,"4"3"0"0,1 1 0 0,4 5 0 0,-5-3 0 0,6 3 0 0,0 0 690 0,0 0-331 0,0 14-162 0,0 3-81 0,0 4 393 0,9 7-237 0,-3 4-109 31,-1 2 13-31,1 3-176 0,-1 2 0 0,1 7 0 0,-4 2 0 0,1 7 0 0,1-4 0 0,-2 2 0 0,-2-2 0 0,0-3 0 16,0-2 0-16,0 0-73 0,0-12-119 0,0-6 108 0,0-7 58 15,0-1-560-15,0-4 266 0,0-11 146 0,0-1-155 0,0-4 146 16,0 0 74-16,0 0-42 0,0 0 49 0,0-7 37 0,0-1 1 0,0-2-256 15,0-3 142-15</inkml:trace>
  <inkml:trace contextRef="#ctx0" brushRef="#br0" timeOffset="-140240.28">25198 13028 739 0,'0'0'0'0,"0"0"0"0,0-2 0 0,0 1 0 0,0-2 103 0,0 3-32 0,0-3 9 0,0 2 211 16,-1-2-126-16,1-1-64 15,0 1-31-15,0-1 43 0,0-3-29 0,0 0-8 16,0-3-38-16,0 1-29 0,0-3 0 0,1-2 29 0,1-1-18 0,-2 1-10 15,2-2 28-15,-2-4-8 0,0 4 8 0,0-1 0 16,0 0 9 0,0 3 55-16,-8-1-33 0,3 3 0 0,-3 0-32 0,-3 3 101 15,2 2-54-15,-3 3-1 0,0 1-45 0,0 3 40 16,-2 0 1-16,1 4-32 0,1 9 47 0,1 5-28 16,3 4 0-16,1 3-28 0,2 7 73 0,2 5-27 15,3 2-9-15,0 2-6 16,0 5 1-16,3 4-32 0,8 3 0 0,-2 10 55 15,2-6-36-15,-1 1-57 0,0 1 0 0,-3-4-3 0,-3 0-32 0,2 6 46 16,-4-15-214-16,-2-1 106 0,0-2 61 0,-7-1-101 31,-1-5 70-31,-6 6 16 0,0-14-4 0,-2-5 10 16,-1-4-1-16,-1-8-22 0,2-1 41 0,-5-5-160 16,6-6 79-16,-3 0 36 0,2 0-1 15,1-15-252-15,3-4 139 0,-4-8 64 0,7-4-441 0,2-10 262 0,1-4 132 0</inkml:trace>
  <inkml:trace contextRef="#ctx0" brushRef="#br0" timeOffset="-140077.1">24857 13248 2223 0,'-9'-11'0'0,"3"3"0"0,1 2 0 0,2 4 0 0,0-2 0 0,2 2 0 0,1 0 0 0,0 1 0 0,1 1 560 0,10 0-261 0,6 0-131 0,3-2-55 0,0 2 132 15,4 0-103-15,2 0-52 16,0 0-26-16,0 0-37 0,4 0-27 0,-4 0 0 0,3 0-335 0,-1 0 97 31,-1 0 138-31,1 0 69 0,0 7-893 0,-5-1 463 0</inkml:trace>
  <inkml:trace contextRef="#ctx0" brushRef="#br0" timeOffset="-139727.29">25314 13387 1455 0,'-6'0'0'0,"5"0"0"0,0 0 0 0,-1 0 0 0,2 0 0 0,0 0 286 0,0 0-115 0,5 0-71 0,6 0 304 0,3 5-182 0,-1 2-93 0,3-2-153 0,0 5 40 0,-3 1-9 15,0-2 31-15,0 4-223 0,-2-2 112 0,-3 1 55 16,-3 6 38-16,-3-3-83 0,-2 4 50 0,0 0 26 16,-4 3-8-16,-11-1 33 15,-1 2-78-15,-4-5-1 0,1-2 229 0,-4 0-93 16,4-5-55-16,3 2 258 0,1-7-124 0,4-1-73 31,3-1-9-31,-1-4 51 0,7 0-53 0,1 0-17 0,1 0-9 0,1 0-133 0,11 0 53 0,4 0 27 16,3 0 0-16,1-2-82 15,0 2 50-15,4 0 29 0,0 0-92 0,0 0 60 0,1 0-3 0,1 0-363 16,-2 0 190-16,-1 0 95 16,-1 2 4-16,-2 0-387 0,-3 0 225 0,2-1 102 0,-6-1 67 0,-1 0-432 15,-5 0 243-15</inkml:trace>
  <inkml:trace contextRef="#ctx0" brushRef="#br0" timeOffset="-139500.08">25664 12840 1335 0,'0'-11'0'0,"0"3"0"0,-1 0 0 0,-2 1 0 0,3 6 0 0,0 1 600 0,0 0-281 0,0 1-141 15,0 11-70-15,0 3 297 94,0 5-189-94,-3 3-88 0,-2 2-188 0,0 2 50 0,-1 8 33 0,-3-5-250 0,4 2 132 0,-3 1 67 0,0-1 33 0,-1 1-652 0,1 6 336 0,0-8 161 0</inkml:trace>
  <inkml:trace contextRef="#ctx0" brushRef="#br0" timeOffset="-139306.81">25856 13384 2208 0,'-13'-4'0'0,"7"1"0"0,2-2 0 0,-1 5 0 0,4-1 0 0,1 1 0 0,0 0 0 0,0 0 669 0,0 0-316 0,4 1-159 0,4 5-16 0,0 0-70 15,2-1-27-15,-1 2-279 0,0-1 117 0,-1 0 59 16,1 0 29-16,-3-1-294 0,2 1 171 16,-1-3 71-16,0 2 41 0</inkml:trace>
  <inkml:trace contextRef="#ctx0" brushRef="#br0" timeOffset="-133524.41">26595 13218 714 0,'0'-3'0'0,"0"0"0"0,0-2 0 0,0-1 0 0,0 4 0 0,0-4 140 0,0 2-51 0,0 1-26 0,0-2 67 15,3-2-38-15,-2 2-8 0,1 0-47 0,-2 0 57 16,1-2-28-16,-1 2 0 0,0-1-19 0,0 2-8 16,0-1-2-16,0-1 1 0,0 2-28 0,0 0 0 15,-4 0 37-15,-4 1-41 16,1 3 32-16,-5 0 0 0,0 0-1 0,-5 5 41 15,-1 4-34-15,0 4-8 16,0 1-12-16,-2 1 51 16,3 4-3-16,1-4-36 0,-1 5 11 0,8-4 70 0,2 1-40 0,4-2 1 0,2-1-67 0,1 3 27 15,0-1 9-15,11-2-101 16,6-1 46-16,4-1 0 0,2-2 45 0,2 2-179 0,1-2 85 0,-4 2 39 16,0-3 6-16,-2 1-66 15,-4-2 23-15,-3 1 30 0,0 3-55 0,-7-1 37 16,-4-2-6-16,-2 1-1 0,0 1 223 0,-8-3-94 15,-7 4-51-15,-5-2 3 0,-1-2-35 0,-3 0-9 16,-2-5 42-16,0 2-37 0,-4 0 52 0,6-2-1 16,0-2 42-16,3-1-36 15,1 0 104-15,0 0-56 0,8 0 56 0,5-1-58 0,3-2-849 0,4-3 369 16,0-1-303-16,4-2 316 0</inkml:trace>
  <inkml:trace contextRef="#ctx0" brushRef="#br0" timeOffset="-133356.54">26763 13331 1140 0,'0'0'0'0,"0"0"0"0,0 0 0 0,0 0 0 0,0 3 0 0,0-1 672 15,0-1-322-15,0 1-156 0,0 2-78 0,0 0 91 16,0 1-85-16,0 1-33 0,0 1-9 0,2 0-337 31,-1 5 147-31,1-3 74 0,0 2-255 0,0 1 174 0,0 0 72 0,1-3-675 16,-2 1 344-16,1-3 173 0</inkml:trace>
  <inkml:trace contextRef="#ctx0" brushRef="#br0" timeOffset="-133192.3">26890 13018 845 0,'4'0'0'0,"-3"0"0"0,1 0 0 0,2 0 0 0,-3 0 0 0,5 0 90 0,-5 0-52 15,4 1 0-15,-3 6-67 0,1 0 34 0,1 3-1 16,-1 2 43-16,1 0-397 16</inkml:trace>
  <inkml:trace contextRef="#ctx0" brushRef="#br0" timeOffset="-132420.95">27025 13425 883 0,'-5'10'0'0,"-1"2"0"0,4-4 0 0,-1 4 0 0,0-2 0 0,-1 1 0 0,-2 1 207 0,4-2-89 0,1-2-41 0,-2 0-42 0,3 0 3 0,-1-2-1 0,-1 0 10 0,2-2-122 15,0-2 56-15,0 0 29 16,0 0-1-16,0-2-101 0,0 0 70 0,0 0 22 0,0 0-45 16,0-2 32-16,2-5 1 0,2-3-22 15,3-1 28-15,0-2-12 0,0-1 18 0,4-4 5 16,-2 3-8-16,5-4 1 0,-5-2-1 15,4 3 37-15,-1-1-34 0,-2 2 14 16,5 3-11-16,-2-5 139 0,-2 6-61 0,-1 1-33 16,-1 2 129-16,4 2-70 0,-3 4-39 0,-1 0-3 15,2 4 125-15,-3 0-76 0,-3 7-38 0,5 7 85 78,-4 5-61-78,2 1-22 0,-3 4-9 0,1-1-66 0,2 0 34 0,-2-1 1 0,1 0 0 0,2 1-105 16,0-5 48-16,-4 1 29 0,4-5-205 0,-2-3 115 0,1 1 37 0,2 0 42 0,-4-7-287 0,1-4 141 0,-1-1 33 0,1 0-52 47,1 0 60-47,-1-1 25 0,3-7 9 0,-3-4 26 0,2-3 8 0,2 0 1 0,1-3-1 0,1-2 9 0,0-4-9 0,0 0 0 0,4 2 44 0,-2-4-43 0,1 1-1 0,1-1 29 16,-1 2 80-16,-3 3-52 0,-2 1-12 15,1 3 257-15,-6 6-126 0,2-3-73 0,-5 10-17 0,-1 1 273 16,-2 3-133-16,0 0-77 0,0 0-27 0,-3 2 49 0,-7 9-52 0,4 3-1 15,0 4 11-15,-3 3-26 0,4 0 0 16,-1 4-18-16,3-3-34 0,-2 4 24 0,4-2 1 0,1 0-30 16,0 3 9-16,0-4 21 0,0 0 0 0,1-2-79 15,10 0 40-15,-1-5 0 0,3 3 37 0,1-7-49 16,2-4 4-16,0-1 1 0,0-7-80 0,4 0 51 16,0 0 14-16,0-3-2 15,0-12-114-15,-2-2 67 0,0-1 22 0,-2-1-58 0,3-4 31 16,-5 0 31-16,-3-1-21 0,-1 1 72 15,-3-6-9-15,1-2-25 0,0-2-23 0,-5-2 48 16,-2-4-8-16,-1-2-20 0,0-5 15 0,-1 0-13 16,-8-7 3-16,-5 14-1 0,-1 2 49 0,-4 4 0 15,-1 8-30-15,-2 4 198 0,-5 4-94 16,0 10-49-16,0 4-19 0,-2 3 191 0,2 0-93 0,-1 10-55 16,0 4-4-16,7 4 134 15,5 3-82-15,6 2-40 0,4 1 13 0,6 0-26 0,0 7 9 0,2-4-37 31,12 1 33-31,5-1-32 0,1-2 0 0,2-2-76 0,3 4 48 16,-1-10-10-16,0 0 38 0,3-5-346 0,-2-3 167 0,1-1 85 16,3-1 18-16,-3-7-693 0,-2 0 347 0,2 0 173 15,-4-4-241-15</inkml:trace>
  <inkml:trace contextRef="#ctx0" brushRef="#br0" timeOffset="-126679.17">18796 14127 1542 0,'-3'-7'0'0,"0"3"0"0,-1-2 0 0,3 4 0 0,-1-1 0 0,1 3 0 0,1-4 0 0,0 3 202 0,1-3-82 0,6 1-41 0,5-1 116 16,4-1-70-16,-1 2-48 0,4-1-1 15,1 2 6-15,-1-1 0 0,1 0-45 16,2 2 10-16,-3 1-43 0,1 0 0 0,-2 0 34 0,0 0-27 0,-3 1 1 16,2 6 34-16,-4 1-8 0,-4 2-44 0,-1 1 0 15,-5 6 43-15,-1 1-34 0,-2 6 7 0,0 0-2 16,-8 3 16-16,-8 4-33 15,-6 2-1-15,-1 3 23 0,-6 3 11 0,1-4 38 16,-2 1-43-16,-1-4 2 0,1-3 125 0,1-1-57 16,-1-1-24-16,8-7 1 0,3-9 47 0,4 0-33 0,5-5 0 0,4-4 16 15,1 0-21-15,5-2-8 16,0 0-30-16,2 0-27 0,9 0-10 0,3 0 0 16,5 0 0-16,1 0 0 0,2 2 0 0,1-1 0 15,2 0 0-15,2-1 0 31,4 3 0-31,-6-2 0 0,3 0 0 0,-2-1 0 0,-1 2 0 0,-1-2 0 0,2 3-174 0,-9-2 47 16,-1-1 63-16,-4 1-544 0,-4 1 285 0,-2-2 143 16,-1 0 63-16,-4 0-479 0,-1 0 280 0,0 0 139 15</inkml:trace>
  <inkml:trace contextRef="#ctx0" brushRef="#br0" timeOffset="-126496.22">18778 14354 1616 0,'-15'0'0'0,"2"-1"0"0,5-2 0 16,4 0 0-16,1 1 322 0,3 2-143 0,0 0-70 0,11-3 265 0,8 3-172 0,6-3-83 16,1 2-41-16,5-2 343 0,2 1-192 0,3 2-87 31,-3 0-57-31,-1 0-120 0,3 0 35 0,-1 0 1 16,-2 0-657-16,3 6 356 0,-4 2 164 0,-5 1-751 0,-2 0 447 0,-2 2 150 15,-4 2 131-15</inkml:trace>
  <inkml:trace contextRef="#ctx0" brushRef="#br0" timeOffset="-126124.39">19299 14437 961 0,'-5'8'0'0,"-1"-4"0"0,0 5 0 47,1-1 0-47,-2 3 351 0,3 0-157 0,-3 5-69 0,5-1-49 0,-1 3 594 0,3 3-316 0,0 0-159 0,0 7 180 15,2-5-173-15,8 2-83 0,1-1-32 0,1-1-25 0,4-5 0 0,4 6-15 0,-4-9-107 32,3-1 49-32,0-5 24 0,1-1-1 0,0-5-49 0,1-1 46 0,-1-2-9 0,-2-2 37 0,0-13-138 0,-2-2 26 15,-1-5 48-15,2-2-180 0,-9 0 101 0,-3-5 16 0,1 0 36 16,-4-4-70-16,-2-2 45 0,0-5 3 0,-2 4 2 16,-9 1 1-16,-3-1 35 0,-5 4 1 0,-1 3 177 15,-2 0-97-15,-3 13-34 0,0 5-21 0,0 7 170 16,0 1-79-16,3 3-50 15,-3 0 396-15,7 15-206 0,5 2-66 0,2 2-147 0,7 1-6 0,2 2 0 16,2 3 0-16,0-6 0 0,11 4 0 16,3-5 0-1,3 0 0-15,2-1 0 0,3 3 0 0,-2-6 0 0,2-3 0 0,1-2 0 16,0 0 0-16,2-3 0 0,3 1-651 0,-6-6 255 16,2-1 179-16,0 0-531 15,-2 0 355-15,0-2 179 0</inkml:trace>
  <inkml:trace contextRef="#ctx0" brushRef="#br0" timeOffset="-125956.36">19896 14279 1733 0,'0'0'0'0,"0"0"0"0,-1 0-1 0,1 0 1 0,0 0 0 0,0 0 0 0,0 0 772 15,1 0-366-15,8 0-176 0,4 1 100 0,2 2-147 0,4 1-72 0,3 0-44 16,1-1-29-16,3 3 8 15,-2-2-30-15,3-1-649 0,2-1 323 0,-2 3 172 0,-1-3 86 0</inkml:trace>
  <inkml:trace contextRef="#ctx0" brushRef="#br0" timeOffset="-125777.21">20041 14525 2885 0,'-10'2'0'0,"1"1"0"0,0 4 0 0,6-3 0 0,1 3 0 0,2 0 0 0,2-1 0 0,15 0 507 15,7-1-236-15,8-2-3 0,2 0-268 0,5-2 0 16,-1 2 0-16,2-3 0 16,-3 0 0-16,2 0 0 0,1 0 0 15,3-3-374-15,-9 0-53 0,-4-1 232 0</inkml:trace>
  <inkml:trace contextRef="#ctx0" brushRef="#br0" timeOffset="-122795.36">13098 12580 821 0,'-4'0'0'0,"0"0"0"0,3-1 0 0,-1-2 0 0,2 2 0 0,0 0 0 0,0-2 175 0,0-1-73 0,2-1-32 16,4-3 0-16,6-1 93 0,3-1-63 0,3-4-21 16,2 1 36-16,2-4-38 0,6-2-1 0,2-3-38 15,9-4 10-15,1-1-11 0,4-2 1 0,4-2-29 16,5-2 29-16,0-2 0 16,8-4 9-16,-13 12-9 0,2-3 0 0,-5 4 0 15,-1 5-39-15,-5 1-65 0,2-1 45 0,-17 9 21 0,-2 4-88 0,-6 1 44 16,-1 3 30-16,-9 0-65 0,2 1 37 0,-6 0-1 15,1 3 45-15,-3 0-52 0,0 0 47 16,0 0-16-16,0-1-10 0,-3 1-60 0,0-3 31 16,0 3-1-16,-1-1 42 0,3 1-304 15,1 0 130-15</inkml:trace>
  <inkml:trace contextRef="#ctx0" brushRef="#br0" timeOffset="-122297.22">14873 12040 1085 0,'-8'-8'0'0,"-1"2"0"0,3-1 0 0,1 4 0 0,0 0 0 0,2-2 0 0,0 2 0 0,3 3 136 0,0-2-50 0,0 2-24 0,0 0 145 47,9 0-84-47,4 0-34 0,5 0-10 0,6 0 138 0,4 5-89 0,4 1-46 0,4 2 0 0,8 2 30 15,1 2-41-15,2 0-1 0,6 5 27 16,5 1-30-16,4 5 0 0,7 2-42 0,-7 1 12 0,-1 0 0 0,0 4 1 0,-2 0 26 0,-2-2-27 0,6 4 9 16,-15-4-8-16,-1-3-35 0,-1-1 34 0,-2 2 1 15,-1-2-1-15,3 1-17 0,-11-8-10 0,-2 4 27 0,0-1-188 0,-4-3 88 16,3 1 33-16,2 2-180 0,-8-5 105 0,-2 1 54 16,3-3 7-16,-3 0-68 0,3-1 33 0,2 0 2 15,-5-3 6-15,-1-3 95 16,-2 1-18-16,0-2-41 0,1 1-19 0,-8-4 68 15,1 1-25-15,-3-3 11 16,-3 2 56-16,0-1-42 0,-1-1-10 0,-5 0-194 0,-1 2 83 0,-1-2 48 16,-1 0 1-16,0 0-367 0,0 0 185 0,-3 0 106 15,-6 2 48-15</inkml:trace>
  <inkml:trace contextRef="#ctx0" brushRef="#br0" timeOffset="-121771.3">13363 12521 1044 0,'-6'-10'0'0,"-2"3"0"0,6 0 0 0,-3 2 0 0,3 3 0 0,0 1 0 0,2-2 0 0,0 3 145 0,0 0-58 0,2 0-25 15,8 0 1-15,3 8 153 0,7 2-89 0,3 4-34 16,5 1-11-16,2 2 121 0,4 4-82 0,4-1-42 16,4 7 89-16,8 2-56 0,3 3-41 0,3 1 23 15,6 2-29-15,5 2 1 0,0 2-27 0,12 2-29 16,-13-9-8-16,0-2 36 0,-1-5 0 0,-6 1-144 15,-2-6 72-15,1 2 45 16,-18-7-215-16,-8-3 113 16,-2 2 28-16,-5-4 38 0,-4-1-186 0,-2-1 94 0,-8-6 22 0,-3-2-182 15,-2 0 120-15,-4 0 59 0,1 0 20 0,-1 0-122 16,-2 0 81-16,1-2 41 0,3 2-1 0</inkml:trace>
  <inkml:trace contextRef="#ctx0" brushRef="#br0" timeOffset="-121390.5">15050 13015 980 0,'0'0'0'0,"0"-1"0"0,-3-4 0 0,2 3 0 0,-1-4 0 0,2 5 331 0,0-2-147 0,0-1-75 15,3 1-35-15,10-1 286 0,5 1-153 0,9-2-89 16,6 2 53-16,10-4-67 16,10 2-34-16,11-1 0 0,15-2 59 0,3 1-50 15,7 1-1-15,6-2-67 0,2 5 0 0,11-3 34 0,-19 2-9 0,-3-2-67 31,-7 2 33-31,-4 2 1 0,-9-3 33 0,5 0-129 0,-19 0 61 16,-3 0 34-16,-5-2-106 0,-2 1 63 0,-6 0-3 0,3-1-5 16,-16 2-81-16,-4 0 42 0,-3 2 34 0,-7-1 36 15,0 2-6-15,-4 0-20 0,-5 1 17 0,0 1-58 16,0 0 28-16,-3 0-4 0,-8 0 30 0,-2 0-521 16</inkml:trace>
  <inkml:trace contextRef="#ctx0" brushRef="#br0" timeOffset="-119445.45">20857 14236 980 0,'-4'-2'0'0,"-3"-1"0"0,2 1 0 0,1-1 0 0,1 3 0 0,2-2 0 0,-1 2 0 0,2-1 203 16,0-1-87-16,2 2-40 0,7-2 157 0,6 0-98 15,2-1-48-15,4 1 129 0,-1-1-93 0,2 1-43 16,0-1 0-16,1 0 21 0,-1 2-31 0,3-2 9 16,-5 1-41-16,2 2-37 15,-3 0 37-15,-1 0-1 0,1 0 1 0,1 0-36 16,-6 0 36-16,0 7 0 0,-3 0-32 0,-1 1 0 0,-4 4 32 0,1 2-16 16,-5 5-16-16,-2 2 30 0,0 4-28 0,-11 5-22 15,-3 3-9-15,-5 6 53 0,-3-2-16 16,-3-1-25-16,-4 6-3 0,1-6 33 15,-3-1-5-15,0 3 41 0,3-10-6 0,1-1-32 16,0-5 188-16,6-3-89 0,2-3-39 0,0-1 179 16,12-8-113-16,2-5-76 0,5-2-67 0,0 0 0 15,0 0 0-15,5 0 0 0,7 0 0 0,8 0 0 16,4 0 0-16,0 0 0 0,3 0 0 0,6 0 0 16,-6 0 0-16,2 0 0 0,-1-2 0 0,0 2 0 15,-1-2 0-15,2 2-182 16,-7 0-73-16,-3 0 124 0,-2 0 18 0,-5 0-469 15,0 0 262-15,-7 0 147 0,-3 0 67 0,0 0-467 16,-2 0 268-16,0 0 134 0</inkml:trace>
  <inkml:trace contextRef="#ctx0" brushRef="#br0" timeOffset="-119293.79">20853 14472 1784 0,'-20'-13'0'0,"9"8"0"0,7 0 0 0,3 4 0 0,1 0 0 0,0-1 338 15,4-1-140-15,12 0 122 0,6 1-142 0,4 1-69 0,4-1-37 16,0-1 53-16,4 3-35 0,-3 0-9 16,2 0-43-16,0 0-625 0,-1 5 312 0,4 1 157 15,0 1 87-15</inkml:trace>
  <inkml:trace contextRef="#ctx0" brushRef="#br0" timeOffset="-119038">21356 14490 1967 0,'0'0'0'0,"0"0"0"0,0 0 0 0,0 0 0 0,1 0 0 0,1 0 0 0,3 0 314 0,2 0-139 0,5 0-68 0,2 5 113 16,3 0-96-16,1 6-43 0,1 0 0 0,0 4-19 0,1 2-25 16,0 1 10-16,-6 3-9 0,-4 0-111 0,-3 3 55 0,-4 0 27 0,-3 0-57 0,0 3 51 15,-14-7-8-15,-4-2-71 0,-6-1 57 16,-4-7 17-16,-3 1 1 0,-2-5-170 31,2-4 87-31,2-2 8 0,-1 0 34 0,4-7-404 0,4-8 203 0,3-3 94 31,10-6 60-31,9-5-417 0,0 0 234 0</inkml:trace>
  <inkml:trace contextRef="#ctx0" brushRef="#br0" timeOffset="-118887.67">21567 14418 1637 0,'2'0'0'0,"-1"0"0"0,0 0 0 0,2 4 0 0,-3 1 0 0,0 4 0 0,0 2 454 15,-4 3-214-15,-4 5 551 16,-3 5-378-16,3 2-187 0,-1 2-94 0,2 3-94 0,6-2-38 0,1 0 0 16,0-1 0-16,1-1 0 0,15-3 0 0,4 4 0 15,4-12 0-15,5 0 0 16,3-7-29-16,3-4-64 0,6 0-793 0,-4-5 452 0,-3 0 85 0,-1-7-584 16</inkml:trace>
  <inkml:trace contextRef="#ctx0" brushRef="#br0" timeOffset="-118724.28">21875 14401 2358 0,'-13'-4'0'0,"4"-2"0"0,1 2 0 0,0 0 0 0,4 4 0 0,1-3 0 0,3 2 0 0,0 1 469 0,0 0-215 0,0 0-109 15,4 8 60-15,5 0-88 16,1 1-40-16,1 2-621 0,1-1 291 0,-1 2 145 0,2-1 81 0,-1-1-934 0</inkml:trace>
  <inkml:trace contextRef="#ctx0" brushRef="#br0" timeOffset="-117724.7">22269 14375 572 0,'-9'-10'0'0,"4"1"0"0,0 0 0 0,1 1 0 0,-2-1 303 0,5 0-137 0,0 2-64 0,1 0-31 0,0-2 208 16,1 2-121-16,9-1-51 0,4 2-40 0,3 2 59 0,6 3-44 0,2-1 0 15,0 2 20-15,5 0-22 16,-2 5-9-16,-2 4-72 0,1 5 1 0,-2 3 39 15,-3 3-1-15,1 4-101 16,-10 0 46-16,-3 5 27 0,-7 1 1 0,-3 0-36 16,0 2 21-16,-7 3 9 0,-12-6-24 0,-7 0 90 0,-1-2-39 0,-7-4-17 15,-2-2 123-15,-3 2-53 16,3-12-35 0,-1 0 0-16,5-4-70 0,-2-5-1 0,2 1 76 0,11-3-377 31,4-3 168-31,8-3 84 0,5-7 39 0,4 1-515 0,0-7 233 0,14-1 143 0,7-2 58 0,5 0-352 0</inkml:trace>
  <inkml:trace contextRef="#ctx0" brushRef="#br0" timeOffset="-117201.87">22609 14190 976 0,'0'-8'0'0,"0"1"0"0,0 0 0 0,-3 5 0 0,-2 0 0 0,-4 2 174 0,-2 2-68 0,-3 16 372 15,1 6-220-15,-1 7-109 0,-3 7-46 0,2 1 223 16,4 2-144-16,1 3-72 0,1-3-36 0,7 3 122 15,2 2-69-15,0-10-50 0,5-4 1 0,11-5-101 16,2-2 30-16,3-6 1 0,3 1-173 0,1-13 97 16,0-3 53-16,2-4-116 0,-4 0 85 0,4-2 35 15,1-12 9-15,-5-5-333 0,-2-3 162 0,-2 0 30 16,-1-4 57-16,0 1-110 0,-2-3 69 0,-7 6 50 16,0 2-1-16,-4 1 110 0,-3 7-34 15,1 0-1-15,-1 2 288 0,-2 6-157 16,0 1-84-1,0 3 211-15,-8 0-137 0,0 7-32 0,-3 10-45 0,3 3 290 0,1 1-147 0,3 2-73 16,0 2-37-16,2 2 36 0,2-5-42 0,0 3 1 16,3-4-31-16,8 1-64 15,1-3 32-15,6 3 9 0,-3-9-109 0,4-2 65 0,3-7 33 16,-2-1-103-16,1-3 65 0,5 0 17 16,-7-7-6-16,-1-8-38 0,-2 0 33 0,1-6-12 0,-5 0 1 15,1-1-56 1,-7-1 42-16,-3 3 4 0,-1-4 0 0,0 2-18 0,-2-2 41 0,0-4-14 15,-7 3-17-15,-5-3-4 0,-1 4 32 16,-1-3 13 0,-4 4-15-16,0 1-12 0,0 8 11 0,0 5 108 15,-2 5-52-15,2 2-24 0,2 2 0 0,-4 0 285 0,7 6-144 0,1 9-58 0,1-1-41 0,6 2 252 16,2 0-132-16,1 3-33 0,2-2-59 0,0-2-54 16,7 1-16-16,2-3-133 15,5-1 55-15,2 0 68 0,1 0 19 0,0-7-224 16,2 0 125-16,0 0 33 0,-1-2 42 0,5-1-782 31,-4-2 384-31,1 0 188 0,1 0 93 0</inkml:trace>
  <inkml:trace contextRef="#ctx0" brushRef="#br0" timeOffset="-116953.66">23531 14342 1322 0,'-1'0'0'0,"-9"0"0"0,4 0 0 0,-1 0 0 0,4-3 0 0,2 2 0 0,1-2 700 0,0 1-323 0,2-1-175 15,17 1 412-15,7-2-289 0,3 1-145 16,7-2-71-16,7 3-7 0,-1-3-102 16,4 3 0-16,-1 0-77 0,2 1-18 0,0-2 65 15,3 3 43-15,-10 0-537 0,-4 0 281 0,-6 0 139 16,-4 0 55-16,-7 0-349 0,1 4 93 0,-14-2 138 15,-4-1-395-15,-2-1 263 0,0 0 131 0,-9 0-237 16,-6 0 175-16</inkml:trace>
  <inkml:trace contextRef="#ctx0" brushRef="#br0" timeOffset="-116787.5">23832 13986 1798 0,'-11'-21'0'0,"-1"9"0"0,2 0 0 0,2 2 0 0,7 8 0 0,-1-1 0 0,2 3 0 0,0 0 643 16,0 3-303-16,2 14-143 0,0 7-85 0,5 6 350 15,-1 5-213-15,-1 9-119 0,-3 6-130 0,5 9 0 16,-4-4 0-16,1 3 0 0,0 5-37 0,-3 3-155 16,2 4 115-16,0 9-958 15,-3-6 531-15</inkml:trace>
  <inkml:trace contextRef="#ctx0" brushRef="#br0" timeOffset="-115779.45">24578 14116 1064 0,'-2'-4'0'0,"-5"0"0"0,2 1 0 0,1 3 0 0,2-4 0 0,2 3 0 0,0-3 0 0,0 2 352 0,1 1-157 0,12-1-79 16,6 0-40-16,2-1 172 16,6 0-96-16,1-1-62 0,-1 2-26 0,7 1 46 0,-5-3-37 0,1 3 1 15,2-1 6 1,-6 2-9-16,-2 0-34 0,-2 0-70 15,-7 2 36-15,0 8-1 0,-4 3 44 0,-11 5-107 0,0 6 49 0,-9 4 25 16,-15 5-1-16,-4 6-45 0,-6 7 19 16,-2-2-5-16,-3-1 50 0,-3 0-16 0,3-1-34 15,0-6 27-15,-4 4 192 0,13-12-95 16,0-3-40-16,7-4 188 0,1-5-105 0,8-2-55 0,3-3-18 16,10-6 95-16,1-5-89 0,1 2-81 15,10 0 0-15,6-2 0 0,6 1 0 0,4-1 0 16,2 0 0-16,3 0 0 0,-2 0 0 0,4-1 0 15,0-3 0-15,-7 1 0 0,0-1 0 0,0-1 0 16,-4 3-53-16,-2 0-24 0,3-2 18 0,-10 3-560 16,-1-1 291-16,-5 1 145 0,-2-1 73 0,-4 1-472 15,1-2 263-15,-3 2 146 0,0 0 68 0,0-3-393 16</inkml:trace>
  <inkml:trace contextRef="#ctx0" brushRef="#br0" timeOffset="-115619.62">24575 14277 2142 0,'-17'-10'0'16,"7"5"0"-16,4 3 0 0,3 0 0 0,3 1 0 0,0 1 0 0,0 0 0 0,13 0 0 0,4 0 671 0,3 1-318 0,5 4-157 0,-1 2-80 0,6 0-3 16,-5 0-42-16,4 3-1 0,-1 1-736 0,3 0 351 15,-4 3 176-15,8 1 97 0,-7-1-1008 0</inkml:trace>
  <inkml:trace contextRef="#ctx0" brushRef="#br0" timeOffset="-115292.95">25096 14391 2199 0,'-8'0'0'0,"2"-1"0"0,0 0 0 0,2-1 0 0,1 2 0 0,0 0 422 0,1 0-196 0,2 0-95 0,0 0 192 16,3 0-142-16,6 7-72 0,6 0-27 0,-1 0 118 15,3 3-142-15,0 0-58 0,1-1-123 0,-1 3 11 16,3 2 84-16,-1-2 28 0,-4-1-653 0,2 0 345 16,-4 3 172-16,-2-3-720 0,6 4 397 0,-8-4 216 15,2 2 102-15</inkml:trace>
  <inkml:trace contextRef="#ctx0" brushRef="#br0" timeOffset="-115089.52">25426 14304 1318 0,'0'-7'0'0,"0"1"0"0,-1 2 0 0,-2 1 0 0,1 2 0 0,-1 1 0 0,-2 4 0 0,-1 13 547 0,1 3-260 0,-4 9-125 15,0 7 233-15,0 5-179 0,-2 6-90 0,-1 3-92 16,-1 2 3-16,0 6 1 0,-3 3-1 31,2 2-171-15,-2-1 85-16,-4 5 53 0,4-17-9 0,-2-2-97 0,1-5 69 0,2-8 36 0,3-6-425 0,0-3 218 15,7-14 17-15,3-7-434 0,2-5 292 0</inkml:trace>
  <inkml:trace contextRef="#ctx0" brushRef="#br0" timeOffset="-114918.42">25608 14425 2904 0,'3'0'0'0,"-1"0"0"0,1 0 0 0,2 0 0 16,-2-3 0-16,0 1 0 0,0 0 0 0,-1 1 0 0,2-1 443 0,1 2-208 0,-1 0-98 0,0 0 39 0,-1 0-140 16,3 0-36-16,-1 0-505 0,2 0 195 15,-3 0 173-15,5 3 86 0</inkml:trace>
  <inkml:trace contextRef="#ctx0" brushRef="#br0" timeOffset="-114376.14">26048 14171 1718 0,'-11'-7'0'0,"3"-1"0"0,2 3 0 0,2 4 0 0,2 0 0 0,2 1 0 0,0 0 0 0,6 7 173 0,6 3-68 0,2 4-33 0,5-1 351 0,-2 2-197 0,2 0-94 0,1 0-47 0,-1 1-77 0,1 0 30 0,1 3 9 0,-5-4-428 0,3-1 209 62,-3 1 105-62,1 2-581 0,-4-3 329 0,5 1 167 0,-6-4 3 0,0-3-411 0</inkml:trace>
  <inkml:trace contextRef="#ctx0" brushRef="#br0" timeOffset="-114128.3">26457 14018 880 0,'-1'-2'0'0,"-4"-5"0"0,2 4 0 0,2 3 0 16,-5 0 0-16,2 3 0 0,-2 13 578 0,-6 11-261 0,2 7-144 0,-4 12 393 0,-3 9-264 0,-2 7-132 0,-1 10-66 16,-5 12 200-16,3-6-138 0,-2 0-63 0,2-2-71 15,1-5 6-15,1-6 0 0,-1-1 10 0</inkml:trace>
  <inkml:trace contextRef="#ctx0" brushRef="#br0" timeOffset="-114058.36">26169 14881 3585 0,'-13'35'-98'15,"1"-6"68"-15,2-8 34 0,3-3-116 0,-2-2 84 0,3-12 29 0,4-4-454 0,0 0 222 0,2 0 41 0,0 0-375 0,0-4 254 0,0-6 141 0,2-5 66 0</inkml:trace>
  <inkml:trace contextRef="#ctx0" brushRef="#br0" timeOffset="-112062.92">26627 14567 1319 0,'-3'0'0'0,"-2"0"0"0,2 0 0 0,-3 0 0 0,2 3 0 0,-1 3 0 0,-1 5 0 0,1 3 224 0,2 3-97 0,-2 3-45 0,2 4 194 0,-3 5-119 0,6 0-60 0,-1 8 128 0,1-5-99 0,0-2-44 0,3 0 0 0,9-4 31 0,0 0-38 0,3-2 10 15,0-6-48-15,4-7-35 16,-1-3 35-16,3-5 1 0,-1-3-25 0,6 0 34 16,-5-4-9-16,-1-14-1 0,1-3-60 0,-2-4 30 0,0 0 1 0</inkml:trace>
  <inkml:trace contextRef="#ctx0" brushRef="#br0" timeOffset="-111978.55">26853 14841 3213 0,'13'-29'-38'15,"-2"-3"34"-15,1 2-8 0,-4-4-144 0,-3 0 69 0,2-4 27 0,-4 5 30 0,-3-2-142 0,0 0 75 0,-11 5 23 0,-4 2 1 0,-8-1-4 0,0 14 10 0,-4 6 23 0,-4 6 212 0,1 3-103 0,-1 0-49 0,-4 10 370 0,11 4-194 0,1 4-77 0,5 3-55 0,7 1 348 0,2 0-186 0,6 2-145 0,3-3-77 0,3 1 0 0,12-3 0 0,4-1 0 0,3-2 0 0,4 1 0 0,0-9 0 0,4 2 0 16,-1-6 0-16,4-2-73 0,2 1 54 0,-5-3-964 16,1 0 478-16,-2-2 212 0</inkml:trace>
  <inkml:trace contextRef="#ctx0" brushRef="#br0" timeOffset="-109079.59">20259 15450 1554 0,'0'0'0'0,"0"0"0"0,0 0 0 0,0 0 0 0,0 0 0 0,0 0 0 0,0 0 201 0,0 0-82 16,2-1-41-16,-1 1 446 0,4 0-248 0,4 0-119 15,0 0-61-15,4 0 107 0,1 0-84 0,4 0-31 16,0 0-10-16,2 0-121 0,0 0 40 0,1 0 0 16,2-2-377-16,-5 0 203 0,0 2 107 15,-3 0-668-15,-2 0 371 0,-1 0 136 31,-1 0 100-15,-5 0-288-16</inkml:trace>
  <inkml:trace contextRef="#ctx0" brushRef="#br0" timeOffset="-108919.02">20266 15686 2754 0,'-13'2'0'0,"3"3"0"0,1-3 0 0,0 3 0 0,4-3 0 0,2 1 0 0,1 3 0 0,2-5 444 0,2 4-203 0,15-2-102 0,2-1 214 0,6-2-353 15,1 2 0-15,0-2 0 0,-1 0 0 0,0 0 0 16,1 0 0-16,-5 0 0 0,4 0-44 0,-6 0-57 16,-2 1 69-16</inkml:trace>
  <inkml:trace contextRef="#ctx0" brushRef="#br0" timeOffset="-106788.22">21319 15412 1337 0,'0'0'0'0,"0"-6"0"0,1 2 0 0,-1 0 0 0,0-3 0 0,1 0 0 0,-1 2 0 0,0-4 137 16,0-2-50-16,2 1 30 0,-2-5-40 0,0-1 10 16,0 1-49-16,0-3-13 0,0 1 13 15,0-1 0-15,0 0 0 0,-3-3-38 0,-3 5-9 16,-2 1 47-16,0 3 0 0,-3-1 43 0,0 3-43 15,-2 1 10 1,3 5 117-16,-3 1-64 0,1 3-31 0,0 0 143 0,-2 5-88 0,1 11-34 16,5 4-9-16,-1 5 98 0,4 8-72 15,4 4-34-15,-1 3-1 0,2 10-19 0,0-3-16 0,0 6 0 16,0 3 71-16,4 5-36 0,3 4 0 0,-1 10-62 16,-1-11-17-16,-2 0 4 15,0-3 0-15,-1-4-122 0,0 7 90 16,-2-21 32-16,0-4-9 0,0-7-176 0,-7-3 85 0,-1-10 55 15,-5 1-2-15,5-15-118 0,-5-5 49 0,-1 0 49 16,1-1-398 15,-2-13 214-31,-1-3 98 0,3-7 63 0,0-6-493 0,-1-5 274 0,1-6 136 16</inkml:trace>
  <inkml:trace contextRef="#ctx0" brushRef="#br0" timeOffset="-106618.37">20921 15604 2251 0,'-6'-13'0'0,"0"2"0"0,4 5 0 0,0 2 0 0,2 1 0 0,0 2 0 0,2-2 0 0,8 2 367 0,8 1-170 0,1-4-79 0,2 4 376 0,3 0-228 0,1 0-114 0,2 0-66 0,1 0-184 16,2 4 59-16,2 1 39 0,3 0-347 0,-2-2 193 15,2 2 105-15,-4-1 39 0,-3 0-922 0,-2-1 483 16</inkml:trace>
  <inkml:trace contextRef="#ctx0" brushRef="#br0" timeOffset="-106406.29">21470 15756 2029 0,'0'0'0'0,"0"2"0"0,-2-1 0 0,1 3 0 0,-3-2 0 0,1 3 0 0,2-2 432 0,-2 1-197 16,3 3-100-16,-2 0 396 0,2 3-247 0,0 0-114 15,0 3-71-15,0 0-122 0,0 3 31 0,0 3-1 16,0 0-530-16,0 3 289 0,0-2 131 0,0-1 71 47,0-1-300-47,0 0 185 0,0-3 91 0,0-1-760 0,0-2 394 0,0-5 192 0,0 1 97 0</inkml:trace>
  <inkml:trace contextRef="#ctx0" brushRef="#br0" timeOffset="-106207.67">21719 15062 1706 0,'-1'-15'0'15,"-3"2"0"-15,1 4 0 0,2 6 0 0,-1 1 0 0,1 2 0 0,-2 0 634 0,-1 14-289 0,-1 6-160 0,1 5-73 0,-5 4 236 0,2 4-155 0,-2 5-78 16,4 1-522-16,1 0 218 15,2-3 112-15,1 1 57 16,1 1-948-16</inkml:trace>
  <inkml:trace contextRef="#ctx0" brushRef="#br0" timeOffset="-105670.41">21914 15628 2680 0,'0'0'0'0,"-2"0"0"0,-3 0 0 0,1 0 0 0,-2 0 0 0,4 0 0 0,1 0 0 0,-1 0 502 0,2 1-223 16,0 3-126-16,0 0 164 0,0-1-317 0,0 2 0 0,3 0-69 16,5-1-135-16,-4 1 117 0,3-1 61 0,-1 3-1260 15</inkml:trace>
  <inkml:trace contextRef="#ctx0" brushRef="#br0" timeOffset="-101038.39">22380 15368 1003 0,'-4'-3'0'0,"1"-1"0"0,0 1 0 0,2 0 0 0,1 2 0 0,0 1 325 0,0 0-143 0,0 0-72 15,4 4-35-15,4 8 117 0,3 2-81 0,0 4-36 16,-1 4 57-16,3 4-9 0,-2 1-42 0,1 3 10 15,-2-1-80-15,-2 1 1 0,-3 2 27 0,4-1-88 16,-5 1 44-16,0 2 10 16,-4-9 35-16,2-1 47 0,-2-6 0 0,0-5-48 0,0-5 0 0,0 0 195 15,0-8-102-15,0 0-46 0,-2-8 57 0,2-10-52 16,0-6-25-16,0-5 9 16,0 0-66-16,0-2 1 0,11-1 29 0,-3 0-28 15,5-2 9-15,0 6 20 0,0 0-1 0,0 2 11 16,3 3-11-16,0 0-1 0,4-3-34 0,-4 12-4 15,-1 1 0-15,2 1 0 0,0 6 0 0,-1 1-99 16,-1-1 41-16,-3 6 32 16,0 0-434-16,-4 0 223 0,1 3 88 0,0 1-524 0,-1 3 307 15,-2 0 168-15,0 1 79 0,4-2-494 0</inkml:trace>
  <inkml:trace contextRef="#ctx0" brushRef="#br0" timeOffset="-100782.21">23031 15273 1130 0,'-12'-11'-2'0,"4"7"-1"0,0 1 1 0,-1-1-1 16,1 3 1-16,-2 1 666 0,-1 0-306 0,-1 8-167 16,1 9-78-16,-3 4 306 0,2 8-192 0,-2 5-95 15,1 7-40-15,4 0 251 0,1 1-154 0,5 5-104 16,3 0-85-16,0 1 0 0,5 3 0 0,10-11 0 15,2-4 0-15,4-5 0 0,1-3 0 16,4 1 0-16,-3-12 0 0,-2-2 0 0,0-5 0 0,1-4-137 16,-3-3-93-16,2 1 70 0,-3-4 84 0,-4-2-736 15,1-9 388-15,-3-5 193 0,2 0 96 0,1-3-542 16</inkml:trace>
  <inkml:trace contextRef="#ctx0" brushRef="#br0" timeOffset="-100594.86">23161 15526 1477 0,'-10'0'0'0,"-2"0"0"0,0-2 0 0,5 0 0 0,1 2 0 0,3-1 685 0,-1 1-324 0,4 0-161 0,0 0 164 0,2 0-167 0,11 0-80 32,5 0-39 14,3 0 195-46,5 0-117 0,2 0-133 0,-3 0-23 0,6 0-121 0,-2 0 4 0,-2 0 77 0,3 0-696 0,1 0 396 0,-7 0 185 0,2 0 96 0,-2 0-890 0,0 0 454 0</inkml:trace>
  <inkml:trace contextRef="#ctx0" brushRef="#br0" timeOffset="-100316.05">23773 15400 1098 0,'0'-10'-1'0,"0"3"0"0,0 0 1 0,0 2-1 0,-2-1 0 0,-1 2 276 0,-3 1-109 0,-2 3-70 0,-4 0-29 15,-1 0 332-15,-2 12-181 0,-2 2-91 16,-3 6 180-16,3 2-140 0,3 2-65 0,2 1-33 15,0-1 108-15,7 1-70 0,0 1-25 0,5-4-89 16,0-3 0-16,0 1 45 0,6-5-1 0,10 2-96 16,-2-1 58-16,4-5 14 15,0-1 1-15,-2 1-211 0,0-2 100 0,-2 0 64 0,-2 2-158 16,-6-2 95-16,-3 3 2 0,-3-1 38 16,0-1 157-16,-3 3-63 15,-10-1-34-15,-5-2 220 0,-1 0-112 0,-3-1-60 0,-1-2-13 0,-2-1-75 16,-3-2 70-16,6-1-18 0,0-3 49 0,2 0-260 15,4 0 121-15,1-3 48 0,5-5-708 0,7-2 356 16,3-4 147-16,0-1 96 16</inkml:trace>
  <inkml:trace contextRef="#ctx0" brushRef="#br0" timeOffset="-100142.39">23834 15588 2290 0,'13'-4'0'0,"-3"2"0"0,1 0 0 16,-1 1 0-16,0 1 0 0,-1 0 0 0,-2 0 0 0,-1 8 0 0,0 2 372 0,-3 4-167 0,2 0-84 0,-3 2 182 0,0 2-137 0,-1-1-64 0,2 1-33 0,-2 0-83 16,-1-1 51-16,0 2 10 0,0-4-382 0,0-3 185 15,0-3 94-15,0-1 45 0,0 0-593 0,-4-4 330 0,1-4 59 16,-1 0-481-16,1 0 329 0,0-13 165 16,0-2 82-16</inkml:trace>
  <inkml:trace contextRef="#ctx0" brushRef="#br0" timeOffset="-100008.64">23935 15368 1660 0,'0'-10'0'0,"0"2"0"15,0 1 0-15,0 1 0 0,0-1 0 0,0 4-3 0,3 1 0 0,-2 2 1 0,1 0 305 0,2 0-135 0,-1 7-57 0,2 4-45 0,0 4-31 16,-2 0 0-16,1 3 1 16,3 0-423-16,-2 5 221 0,-2-6 96 0</inkml:trace>
  <inkml:trace contextRef="#ctx0" brushRef="#br0" timeOffset="-99350.5">24028 15724 1143 0,'-7'8'0'0,"-1"4"0"0,3-3 0 0,0 1 0 0,2 2 0 0,0-1 0 0,-1 0 295 0,0 3-119 0,4-6-74 0,0 0-96 0,0-2 31 15,0-2 0-15,0-3 0 0,2-1-70 0,7 0 29 16,-1-5 0-16,1-9-90 0,2-4 65 0,0 0 32 15,0-3 10-15,2 0-68 0,1-3 41 0,-1 2-23 16,-1 1 24-16,2-1 55 0,1 2-41 16,-4 3-40-16,1 1 203 0,-1 5-76 15,-1 0-41-15,2 4 54 0,-2-1-37 0,-3 8-5 0,2 0-1 16,-5 1 113-16,0 15-67 0,-1 2-33 16,-1 5 8-16,0 2 33 0,-1-1-37 0,-1 2-1 0,0-1-37 15,2-1-80-15,-1-2 49 16,2-4-9-16,3-2-144 0,-1-5 92 0,2-3 46 0,2-4-303 15,2-3 164-15,1-1 60 16,1-1 45-16,1-13-115 0,2-3 68 0,2-2-15 16,-4-2 39-16,2-4-85 0,-3-2 57 0,3 0 29 0,-3-3 0 0,4-2 29 15,-8 8-1-15,2-1 0 16,-5 4 241-16,-2 1-120 0,-1 7-61 0,-2 0-39 0,-1 9 461 16,0 1-203-16,0 3-122 0,-6 0 132 15,-4 10-111-15,1 5-27 0,3 5-43 0,0 3 102 16,-1 1-69-16,4 4-33 0,1 1 0 0,2 3-25 15,0-6-10-15,0 1 1 0,0-1-160 0,6 1 80 16,4-5 40-16,3 5 9 0,1-9 31 0,3-4-1 16,2-5 1-16,-1-2-325 0,3-7 148 0,0 0 51 15,-1-2 17-15,-1-12-22 0,-1-5 16 16,-1 0 27-16,-2-4-1 0,0-2-32 0,-5 3 21 16,-2-2 1-16,-2-5-21 0,-1 0 23 15,-3 0 0-15,1-9 14 0,-3 5-94 0,0-5 51 16,-4 1 26-16,-6-4-47 15,-5 3 37-15,-3-3-10 0,-2 14 46 0,-2 8 77 0,-2 5-38 0,-2 6 0 32,0 5-39-32,-3 2 376 47,6 1-168-47,3 9-98 0,1 6 388 0,4 2-220 0,5 1-66 0,1 0 89 0,9 3-118 0,0-3-55 15,0 1-27-15,11 1-108 0,3-1 49 0,1-1-9 16,3-5 41-16,5 2-198 0,-3-4 99 0,2 0 49 0,3 0 35 0,-4-5-683 0,1-2 274 0,-1 0 188 0,2-3-526 0</inkml:trace>
  <inkml:trace contextRef="#ctx0" brushRef="#br0" timeOffset="-99169.5">24885 15308 2274 0,'2'-12'0'0,"4"1"0"0,0 5 0 0,0 2 0 0,4-2 0 0,-2 5 0 0,1 1 0 0,4 0 411 0,0 8-192 0,1 12-91 0,0 2 314 16,1 10-203-16,0 2-102 0,0 8-56 0,-8 0-81 15,1 3 0-15,-5 4 0 0,-3 0 0 0,0 3 0 16,-7 7 0-16,-8-8-91 0,-5 0-115 0,-7-1 122 16,-1-7 60-16,-5-3-767 0,-4 5 387 0,0-16 131 15</inkml:trace>
  <inkml:trace contextRef="#ctx0" brushRef="#br0" timeOffset="-98444.83">25491 15613 2249 0,'-14'0'0'16,"3"-5"0"-16,0 2 0 0,4 2-3 0,3-1 0 0,2-1 1 0,2 3-2 0,0 0 0 0,0 0 1 0,12 0 299 16,5 0-130-16,5 0 297 0,3 5-213 0,6 2-97 0,-3-3-62 0,4 1 44 15,0 1-48-15,-1 1-27 0,3-3-60 0,2 4 0 31,-5-1 0-31,0-1 0 0,-1-1 0 0,-1 1-343 0,-3 1 157 0,2 0 122 0,-11-3-786 0,-3 2 417 16,-5-4 144-16,-5 3-456 0</inkml:trace>
  <inkml:trace contextRef="#ctx0" brushRef="#br0" timeOffset="-98258.05">25667 15312 2150 0,'-9'-7'0'0,"2"2"0"0,1 1 0 0,2 2 0 0,4 2 0 0,0 0 0 0,0 10 0 0,1 9 243 0,6 8-103 0,1 6-40 16,-1 4 385-16,0 5-223 15,0 5-111-15,-2 7-218 0,0 6 53 0,-2 8 36 16,3-11-9-16,-2 2-749 0,0-1 387 16,-1-3 194-16,-2-6 97 0,0 5-783 0</inkml:trace>
  <inkml:trace contextRef="#ctx0" brushRef="#br0" timeOffset="-97597.66">26754 15519 1030 0,'0'-15'0'0,"-4"2"0"15,-1-5 0-15,1 6 0 0,1-4-1 0,-2 3-3 0,1-4 1 0,0-1 1 0,0-3 189 0,1 3-80 0,-1 0-35 16,0 1 85-16,0-2-59 0,0 2-30 0,-5-1 104 16,2 6-72-16,0 0-30 0,-5 7 0 0,3-1 48 15,-1 5-39-15,0 0 10 0,-1 1-50 0,0 2 191 16,1 15-95-16,-1 7-48 0,4 4 169 0,-2 6-99 15,1 5-63-15,5 2-27 0,2 4 133 0,1 0-81 16,0 2-39-16,0 4-20 0,0-4-60 0,1 1 0 16,2 2 0-16,1 1 0 0,3 7 0 0,-4-8 0 15,-1-1 0-15,-1-2 0 16,-1-3 0-16,0-2 0 0,-3 3-232 0,-9-16 111 16,2-5 28-16,-4-4 47 0,-2-4-317 0,0-9 164 15,-3 1 58-15,4-8-296 0,-1 0 199 0,0-13 99 16,2-5 49-16,3-4-218 0,-1-5 125 0,5-4 76 15</inkml:trace>
  <inkml:trace contextRef="#ctx0" brushRef="#br0" timeOffset="-97438.05">26346 15637 1090 0,'-6'-11'0'0,"2"1"0"0,1 5 0 0,3-1 0 0,0 6 325 0,0-1-142 0,3-1-73 15,7-1 564-15,3 3-323 16,6 0-155-16,1 0-79 0,1 0 121 0,5 0-100 0,2 3-39 0,2 3-483 15,-1 1 212-15,4 0 105 16,1 0 53-16,-2 4-826 0,7-1 433 0,-7-1 210 16</inkml:trace>
  <inkml:trace contextRef="#ctx0" brushRef="#br0" timeOffset="-97133.92">26763 15848 1216 0,'-6'0'0'0,"-1"0"0"16,2 0 0-16,4 0 0 0,1 0 0 0,0 0 0 0,1 0 643 0,9 0-292 0,7 0-160 0,2 0 99 0,1 0-127 0,2 2-63 16,1 4-32-16,0 0-274 15,-3 4 117-15,-2 0 63 0,-1 1 32 0,-1 0-299 0,-5 5 166 0,-3 1 92 16,-7-2-80-16,-1 3 68 16,0 2 33-16,-13-2-98 15,-6 3 131-15,-3-4-101 0,-2-2 9 0,-2-1 381 0,0-3-169 16,2-3-76-16,3-2-44 0,0 3 517 0,5-7-257 15,4-1-98-15,5-1-71 0,3 0 187 0,4 0-129 0,0 0-165 16,1 0-3-16,13 0 0 0,6 0 0 0,5-1 0 16,2-1 0-16,5-1 0 15,0 2 0-15,-1 0-113 0,3-1-58 0,1 2 105 0,-4-2 52 16,7 2-863-16,-8 0 425 0,-3 0 205 16,2 0 105-16,-5-1-552 0</inkml:trace>
  <inkml:trace contextRef="#ctx0" brushRef="#br0" timeOffset="-96929.14">27170 15237 2325 0,'0'-17'0'0,"0"4"0"0,0 3-4 0,-2 3 0 0,1 4 0 0,1 2 1 0,0 1 1 0,0 0-1 0,-2 0 585 16,0 13-266-16,-3 4-146 0,-3 4-163 0,1 7 0 15,-2 6 29-15,-4 1-507 0,1 6 264 0,2-4 117 16,-1 1 64-16,2 0-305 16,0 0 184-16,-2-1 93 0,0 5 56 0</inkml:trace>
  <inkml:trace contextRef="#ctx0" brushRef="#br0" timeOffset="-96720.7">27327 15790 2256 0,'0'0'0'0,"0"0"0"0,0 0 0 0,0 0 0 0,0 1 0 0,-2-1 0 0,2 3 0 0,0 3 930 0,0-2-447 0,0 3-222 16,0 0-260-16,2-1-1 0,1 1 0 0,0-1 0 15,2-1 0-15,0 1 0 0,1-3-44 0,-2 3 33 16,0-4-927-16,-1 1 488 0,1 1 245 0</inkml:trace>
  <inkml:trace contextRef="#ctx0" brushRef="#br0" timeOffset="-92068.05">27650 15465 1157 0,'0'-18'0'0,"0"5"0"0,0 3 0 0,0 3 0 0,0 2 0 0,0 5 0 0,2-4-2 0,2 4 143 0,2 0-51 0,4 1-28 0,0 10 28 0,1 3-26 0,3 2 10 0,0 4-36 0,1 5-36 0,-2 6 0 0,1 5 37 0,-1 4-46 0,-1 8 56 0,-3-3-10 0,-3 4 0 16,1-1-30-16,-5 5 1 0,1 5 38 0,-3-10-9 0,0-4-63 15,0-3 27-15,-7-7-23 16,0-5 47-16,0-1-21 0,0-17-1 0,-1-6 16 16,5-3 290-16,-2-2-143 0,-1-2-60 15,0-12 40-15,4-10-60 0,2-4-25 0,0-5 0 0,0-6 13 16,8-3-37-16,5-4 9 16,3 8-9-16,0-4-46 0,2 2 46 0,0 5 0 0,4-2 31 0,1-1 9 15,-1 10-40 1,2 6 0-16,2 3-78 0,-2 6 40 0,-1 3-1 0,4 2-345 15,-9 8 180-15,-1 0 76 16,-1 0 39-16,-1 10-267 0,-3 1 151 0,4 4 40 0,-7-1 13 0,-2 1-581 0</inkml:trace>
  <inkml:trace contextRef="#ctx0" brushRef="#br0" timeOffset="-91510.63">28491 15746 1570 0,'0'-13'0'0,"0"2"0"0,0-2 0 0,0-2 0 0,0-3 0 0,0 5 0 0,0-1 0 0,0-1 208 32,0 3-85-32,0-2-42 0,0 1-7 0,0 4-11 46,0 0-24-46,-5 4 0 0,-4 3-55 0,-4 2 28 0,-4 0 9 0,-3 14 63 0,-1 6 0 0,0 2-45 0,-2 6 0 0,-1 5 180 0,3 2-80 0,4-1-55 32,5 1 0-32,3-1 45 0,4 0-45 0,4-3-1 0,1 2 51 0,0-11-53 15,5 2 1-15,11-6-43 0,5-3-118 0,2-5 59 0,5-2 39 0,-1-8-214 0,2 0 118 0,-2-3 57 0,1-6 30 0,-2-7-291 16,3-4 124-16,-5-1 79 0,-3-5-8 0,-3-1-29 16,-1-1 22-16,-4 0 26 15,2-2 44-15,-5 9 10 0,-6 0-26 0,-2 4 1 16,0 5 220-16,-2 0-111 0,0 5-61 0,-2 5 383 15,-7 2-182-15,1 0-104 0,-4 5-14 0,3 11 102 16,-2 1-62-16,6 2-53 0,0 1 1 0,3 3-3 16,2-1-47-16,0-2-31 15,0 4 0-15,2-6 0 0,6-2 0 0,5 1 0 0,2-5-122 0,2 0 67 16,2-7 42-16,-1-2-214 16,4-3 96-16,-3 0 67 0,1-6-5 0,2-5-121 15,-7-4 83-15,0 1 15 0,-3-5 26 0,-5 1-10 0,1-2 0 0,-2-1 27 16,-5 0-16-16,-1 1 26 0,0-2 0 15,0-1 0-15,-5 5 25 0,-7-5-34 16,0 7 9-16,1 2 130 0,-5 3-64 0,4 3-29 16,-3 2 0-16,1-1 116 0,-1 5-63 0,5 0-19 15,-2 2 0-15,5 0-101 0,3 0 32 0,-4 0 21 16,6 6-482-16,2-1 233 0,0 5 117 0,0-3 49 16,1 4-220-16</inkml:trace>
  <inkml:trace contextRef="#ctx0" brushRef="#br0" timeOffset="-91087.29">28992 15695 746 0,'-2'-8'0'0,"0"4"0"0,0-3 0 0,1 1 0 0,-3 2 0 0,1-1 509 16,-4 0-225-16,4 1-128 0,0 2 196 0,-4 1-157 15,1 1-78-15,-1 0-39 0,-4 0 63 0,4 0-56 16,-4 7 0-16,2 3-9 0,-2 1-38 0,4 5 1 16,-3-2 9-16,4 1 41 0,4-1-25 0,0 2 0 15,2 0-26-15,0-1 42 0,0 3-32 0,2-4-9 16,6 0-48-16,2-1 0 0,3-2 47 15,0 2 1-15,3 0-106 0,1-1 48 16,0 0 28-16,-1 0-152 0,-1-2 82 0,-1 2 30 16,0 0 10-16,-5 0-33 0,-1-1 9 0,-3 0 0 15,-3 1-4-15,-2-1 92 0,0 0-21 0,0 1-36 16,-9-3 157-16,-6-3-74 0,-1 1-35 0,-2-2 1 16,-2-3-21-16,1-2-8 15,-1 0 24-15,0 0-347 0,2 0 159 0,0-7 77 0,-1-3 40 0,4-2-276 16,4-5 131-1,5 2 80-15,-1-3-1 0,7 0-484 0</inkml:trace>
  <inkml:trace contextRef="#ctx0" brushRef="#br0" timeOffset="-90658.21">29290 15658 1315 0,'-6'-9'0'0,"-1"-3"0"0,2 4 0 0,-2 4 0 0,0 2 700 0,2 2-331 16,-3 0-166-16,1 0-83 0,-2 11 128 16,2 7-110-16,-1 3-51 15,2 6 116-15,-2 2-83 0,5 7-41 0,1 3 9 0,2-3-91 0,0 1 1 16,0-1 39-16,5-2-158 0,7 0 80 0,4 5 48 16,1-13-9-1,3-4-107-15,2-4 73 0,-1-5 36 0,2-7-18 0,5 0-48 16,-5-6-9-16,0-2 38 0,-2-10-67 0,3-5 43 15,-4-5-3-15,0-2-6 0,-3-2 70 0,-1-3 0 16,-4-5-33-16,-4 0-19 0,-3-3 1 0,3-8 18 16,-8 3 16-16,0-1-146 15,0-1 62-15,-11 0 35 16,-5-4-10-16,-4 15 4 0,-5 8 0 16,-2 5 35-16,-4 9 217 0,-3 8-108 0,-2 0-67 0,6 3-17 0,1 6 263 0,6 8-123 15,4 3-70-15,5 3 359 31,4 1-187-31,8 1-80 0,2 2-57 0,2-3 29 0,11 0-43 0,2 0-53 0,8 1-26 0,-1-3 0 0,5-4 0 0,-2-1 0 16,4-2-13-16,0-3-9 16,5 4 38-16,-3-6-8 15,-1-3-456-15,2-3 190 0,-2 1 131 0,-2-2-629 0,3 0 350 0,-8 0 189 16,-4 0 90-16</inkml:trace>
  <inkml:trace contextRef="#ctx0" brushRef="#br0" timeOffset="-90505.24">30072 15934 1860 0,'-1'-11'0'0,"1"3"0"0,0-3 0 0,-2 5 0 0,2 3 477 16,-4-1-220-16,3 1-109 0,-1 1 74 0,1-1-83 0,-1 2-56 16,0-2 0-16,0 3-1155 0,-1 0 518 0</inkml:trace>
  <inkml:trace contextRef="#ctx0" brushRef="#br0" timeOffset="-77558.38">30218 11968 1537 0,'5'-8'0'16,"-2"-2"0"-16,1 0 0 0,-3 0 0 0,0 2 0 0,0-3 0 0,1 1 0 0,0-1 102 0,2 0-21 0,-3-1-10 0,1 3-79 16,-1-1 47-16,-1 0 0 0,0 0 1 0,0-2 12 15,0 5-13 1,0-2 0-16,0 1-6 0,0 1 6 0,-7 1 0 0,1-2 10 0,-1 5-24 0,-3-3 14 16,3 4 0-16,-4 1 0 15,2-2-24-15,-3 2 30 0,5 1-10 0,-5 0 20 0,5 0-17 0,-2 5-1 16,4 7 22-16,-4 2-12 15,2 9-6-15,4 2-3 0,-1 7 100 0,2 3-50 16,1 7-24-16,-3 6 10 16,4 0 28-16,-2 3-32 0,2 2 0 0,0 2-33 15,0 4 2-15,0 9 10 0,-2-10-10 0,2 0-62 16,-1-5 31-16,-1-2 0 0,-3-5-11 0,2 5 11 0,-4-14 31 0,2-4 0 16,-2-5-103-16,-3-4 47 0,2-4 4 0,-4 2-76 31,2-10 48-31,-3 0 10 0,-1-6 1 0,2 0-155 0,-1-3 88 0,-4-1 30 0,4-2 29 0,0 0-270 15,0 0 136-15,0-3 62 16,0-6-342-16,2-3 212 16,2-2 100-16,0-6 50 0,3-5-218 0,-4-2 134 0</inkml:trace>
  <inkml:trace contextRef="#ctx0" brushRef="#br0" timeOffset="-77362.31">29784 12388 1540 0,'-12'-12'0'0,"5"0"0"0,0 4 0 0,7 3 0 0,0-1 0 0,3 4 0 0,8 0 251 0,4 0-107 0,5 2-52 0,2 0 429 0,-1 0-231 0,2 0-131 15,2 0-60 32,-2 0 239-31,-1 0-150-16,2 0-74 0,5 0-325 0,-4 6 120 0,0 0 65 0,3 1 33 0,-3-1-315 0,3 3 174 0,5-2 96 0,-5 0 34 0,-1 0-878 0</inkml:trace>
  <inkml:trace contextRef="#ctx0" brushRef="#br0" timeOffset="-77203.07">30352 12476 1525 0,'-5'0'0'0,"3"0"0"0,-1 0 0 0,3 0 0 0,0 4 0 0,0 2 0 0,0 2 515 0,0 2-237 0,1 1-110 16,2 0 333-16,1 1-233 0,2 1-117 0,-3 3-58 16,0 0-154-16,0 5 59 0,-2-3-10 0,1-1-182 15,-1 2 116-15,2 1 58 16,-3-5 29-16,0 4-553 0,0-5 286 0,0-3 136 15,0-2 79-15,0-4-722 0,0-2 363 0</inkml:trace>
  <inkml:trace contextRef="#ctx0" brushRef="#br0" timeOffset="-77025.43">30630 11768 2182 0,'-5'-17'0'0,"0"9"0"0,3 2 0 0,0 5 0 0,2 1 0 0,-3 1 0 0,-2 13 146 0,1 6-53 0,-4 2-26 0,0 4 118 16,-4 5-72-16,2 3-26 0,1-2-267 0,0 2 110 15,-1 0 55-15,2 1 28 0,-2 4-699 16,2 4 333-16,-1-5 172 0,3-2-454 0</inkml:trace>
  <inkml:trace contextRef="#ctx0" brushRef="#br0" timeOffset="-76782.05">30616 12363 1596 0,'-6'1'0'0,"0"1"0"0,2 0 0 0,4-1 0 0,0-1 0 0,0 2 331 0,1-2-145 16,8 0-63-16,5 0 376 0,-1 0-229 0,6 0-115 15,1-2-58-15,0-3 99 0,5 0-67 0,-5 1-50 16,0-1-83-16,-1 0 0 0,1 1 44 0,-3 0 0 16,3 1-406-16,-6-2 198 15,-1 2 105-15,-1 2-608 0,-3-2 295 0,1 3 192 0,-3 0-6 0,-4 0-559 16</inkml:trace>
  <inkml:trace contextRef="#ctx0" brushRef="#br0" timeOffset="-76617.25">30676 12554 2356 0,'-10'-3'0'0,"3"2"0"0,2 1 0 0,4 0 0 0,1 0 0 0,0 0 0 0,0 0 0 0,3 0 0 0,7 1 210 15,3 2-86-15,1-3-32 16,4 2 349-16,-1-2-200 0,4 0-101 0,-1 0-335 0,-2 0 117 0,5 0 68 16,-5 0 20-16,1-2-672 15,0-1 350-15,-2 2 176 0,2-2 88 0,1 1-853 0</inkml:trace>
  <inkml:trace contextRef="#ctx0" brushRef="#br0" timeOffset="-76199.62">31227 12114 1810 0,'-5'-14'0'0,"2"2"0"0,3 6 0 0,0-1 0 0,5 5 0 16,5 1 373-16,3 1-168 0,3 0-83 0,-2 0-41 15,4 0 296-15,0 0-174 0,2 0-82 16,3 1 62-16,0 2-72 0,4 3-26 0,1-3-10 16,-4 2-73-16,1-3 0 0,3 3 37 0,-5-2-100 15,-1 1 59-15,-5 1 16 0,-2 0 0 0,-6 2-20 16,-2 1 0-16,-4 2 44 0,-1 2 11 0,-2 5-66 16,-7 4 1-1,-8 1 8-15,-7 6-17 0,-5 3 10 16,-2 9 3-16,-3-7 19 0,-3 4-61 0,1 1 32 0,1-1 0 0,-1 0 37 15,-1 3-7 17,9-12-2-32,4-2 0 0,3-3 132 0,7-5-65 0,3-5-34 0,1 3-38 0,8-11-1 0,0-2 0 0,4-1 0 15,9-2 0-15,1 0 0 0,4 0 0 16,2 0 0 0,1 0 0-16,2-2 0 0,1-1 0 0,1-2 0 0,4 0 0 0,-6-1 0 0,1 0 0 0,-1 1 0 15,-2-2 0-15,1 2 0 16,-1-1 0-16,-5-1-401 0,-2 3 65 0,-4-2 149 0,-1 4-455 0,-2-4 302 31,-3 1 141-31,-2-1 85 0,-2 0-464 0,0-3 269 0</inkml:trace>
  <inkml:trace contextRef="#ctx0" brushRef="#br0" timeOffset="-76035.42">31297 12332 1820 0,'-17'-10'0'0,"3"1"0"0,9 6 0 16,3-2 0-16,2 5 0 0,2-1 281 0,5 1-120 0,8-2-50 0,-1 2-40 0,4 0 520 15,2 0-277-15,3 0-139 16,0 0 97-16,4 0-137 0,-1 2-135 0,-2 4 0 16,0-3-298-1,1 4 71-15,-1-1 134 0,3 2-776 0,-7-1 450 0,2 2 230 16,-4-1-6-16</inkml:trace>
  <inkml:trace contextRef="#ctx0" brushRef="#br0" timeOffset="-75806.87">31721 12430 2122 0,'0'-4'0'0,"0"2"0"0,1-1 0 0,6-1 0 0,5 1 0 0,0 1 0 0,3 1 0 0,2 1 311 0,3 0-136 0,1 1-67 0,1 8 322 15,5 2-185-15,-5 1-108 0,-3 4-48 0,-2 0-20 0,-3 2 0 16,-3 1-29-16,0 1-147 0,-10 1 69 0,-1-1 39 16,-3 2 0-16,-13-2-184 0,-5 3 112 15,-7-4 66-15,1 1 17 0,-5-8-153 16,-1 2 10-16,1-4 70 15,-5-1-305-15,5-3 169 0,2-4 72 0,0-2 43 0,4 0-140 0,5 0 91 16,3-2 35-16,11-5-287 0,7-6 172 0,0-3 85 16,16 1 42-16</inkml:trace>
  <inkml:trace contextRef="#ctx0" brushRef="#br0" timeOffset="-75613.82">31996 12411 2920 0,'-3'-6'0'0,"-1"-2"0"0,1 5 0 0,-2 0 0 0,1 0 0 0,2 2 0 0,-1 1 0 0,-5 0 0 0,4 0 246 0,0 10-103 0,-1 1-51 16,-3 2 438-16,5 4-530 0,-1 0 0 0,1 3 0 15,3 2 0-15,0-1 0 0,0-1 0 0,0 4 0 16,4 0 0-16,9-2 0 0,1-3 0 16,9 0 0-16,4-1 0 0,5-4 0 15,6 0 0-15,-1-6-153 0,3-3-49 0,4-4 10 16,-1-1-579-16</inkml:trace>
  <inkml:trace contextRef="#ctx0" brushRef="#br0" timeOffset="-74062.12">30313 13329 1610 0,'1'-1'0'0,"2"-1"0"0,0-2 0 0,-1 1 0 0,1 0 0 0,0-1 0 0,1-2 0 0,0 0 0 0,2 1 125 0,-2-4-43 16,0 1 0-16,3-4-4 0,0 0-11 0,-3-1-27 16,4-1 0-16,-2 0 41 0,-2 0-41 15,1-3 10-15,-4 2-5 0,2 0-5 0,-3 3 1 16,0 0-1-16,0 0-43 0,-4 2 9 16,-6 4 34-16,-5 0 1 0,1 5-56 0,-2 1 27 15,-2 0-17-15,-2 0 78 0,4 11-47 0,-2 1 4 16,3 4-9-16,-2 2 50 0,3 1-6 0,2 5-29 15,2 4 153-15,2 2-75 0,3 2-36 0,1 4 1 16,2 3 117-16,1 7-68 0,1 1-49 16,0 1 11-16,0 4-50 0,1 6 0 0,1 1-1 0,0 8-39 15,0-9 0-15,-2-4 0 16,0-1 0-16,0-7 0 0,0 8 0 0,-4-19 0 16,-1-2 0-16,-3-5 0 0,-2 1 0 0,1-7 0 0,-2 4 0 0,1-11 0 15,-2-2 0-15,0-2 0 16,0-2-94-16,0-4 35 0,-2 1 24 0,4-6-338 31,-1 0 165-31,2 0 90 0,-4 0 29 0,7 0-195 0,-6-6 112 0,7-6 71 0,-2-5-452 0,2-2 256 16,3-5 129-16</inkml:trace>
  <inkml:trace contextRef="#ctx0" brushRef="#br0" timeOffset="-73875.32">29954 13687 1702 0,'0'-15'0'0,"0"0"0"0,0-1 0 0,1 8 0 0,7-1 0 0,6 2 0 0,2 2 311 0,0-2-136 16,5 2-57-16,-1 2 559 0,4 1-318 0,-1 1-160 16,1 1-79-16,4 0 108 0,0 0-186 15,0 0-42-15,-3 0 0 0,-2 6 0 0,0-1 0 16,-1-1 0-16,2 2-390 0,-7 0 142 16,-3-1 144-16,-1 2-743 0,2-1 422 0,-7 1 213 15,7 0-28-15,-10-3-392 0</inkml:trace>
  <inkml:trace contextRef="#ctx0" brushRef="#br0" timeOffset="-73517.08">30384 13861 2003 0,'-6'-3'0'0,"0"-1"0"16,0 1 0-16,6 1 0 0,0 2 0 0,0 0 0 0,6 0 0 0,4 0 278 0,0 0-109 0,6 0-69 0,-1 0 241 15,2 0-150-15,-1 2-75 0,2 5-38 0,1-1-120 16,-8 2 37-16,3 3-1 0,-2 0-166 0,-4 0 106 16,-2 4 53-16,-1 3 37 0,-3-2-74 0,-2 2 44 15,-2-1 1-15,-8 3-104 0,-5-2 61 16,0 2-28-16,-5-6 36 0,2 0 96 0,0-3-37 0,2-3-26 16,2-1-15-16,0 0 348 0,7-5-161 0,2 0-55 15,3-2 179-15,2 0-119 0,0 0-64 16,9 0-49-16,7-2-57 15,2 0 0-15,3-5 0 0,3 2 0 0,2 0 0 0,0 0 0 16,-2 2 0-16,1-1 0 0,-1 1 0 0,1 2 0 16,1-3 0-16,-6 2-210 0,-1 1-17 0,-1-1 69 15,-2 2-486-15,-1 0 302 0,1-2 141 0,-7 2 85 16,0-2-420-16,-2 1 248 16,-2-1 124-16,2-4-150 0</inkml:trace>
  <inkml:trace contextRef="#ctx0" brushRef="#br0" timeOffset="-73282.63">30920 13043 1971 0,'-2'-28'0'0,"-4"10"0"0,5 7 0 0,1 8 0 0,0 0 0 0,-3 3 0 0,0 13 348 0,-1 5-153 0,-4 5-78 0,-4 6 205 0,0 6-130 31,2-3-81-31,-3 2-36 0,4 2-61 0,-1-2 0 0,2 1 26 0,-3 5 11 0,6-8-404 0,0-1 196 0,0-2 99 0,2-1-610 0,1 1 343 0,1-2 86 0,1-7 115 0</inkml:trace>
  <inkml:trace contextRef="#ctx0" brushRef="#br0" timeOffset="-73100.17">31043 13537 2122 0,'0'-1'0'0,"0"-3"0"0,3-2 0 0,0 2 0 0,4 2 0 0,4-1 0 0,3-3 357 0,2 5-164 0,2-4-76 16,6 5 421-16,1-2-258 16,0 1-116-16,5-1-17 0,-2 2-134 0,-1 0-13 15,1 0 0-15,-3 0-246 0,1 0 40 0,0 0 134 16,-8 0 50-16,-1 0-353 0,-7 5 208 0,0 5 103 0</inkml:trace>
  <inkml:trace contextRef="#ctx0" brushRef="#br0" timeOffset="-72901.04">31169 13788 2478 0,'-5'-9'0'0,"5"6"0"0,0-1 0 0,0-1 0 0,4 3 0 0,4-1 0 0,4 0 0 0,3 3 451 0,1-3-207 0,3 2-102 15,1 1 474-15,1-1-616 0,0 1 0 0,2 0 0 0,-2 0 0 32,0 0 0-32,-1 0 0 0,1 0 0 0,-6 0 0 0,1 0 0 0,-3 0 0 0,-5 2 0 0,2 1-156 15,-1-3 65-15,-6 3-859 0,0-1 456 16,-1 0 228-16,0-1 114 0,-2 4-559 0</inkml:trace>
  <inkml:trace contextRef="#ctx0" brushRef="#br0" timeOffset="-72126.43">31755 13393 1414 0,'-11'-9'0'15,"0"-3"0"-15,4 7 0 0,3-1 0 0,3 3 0 0,1 0 221 0,0 3-90 0,7 0-46 16,9 0 0-1,0 0 244-15,6 0-135 0,-1 3-82 0,2 2 220 0,3 3-146 0,-1-4-73 0,0 2-37 16,4 0 45-16,-7 2-45 0,-2-1-1 0,2 2 3 16,-3 1-38-16,-4 2-1 15,1 2 11-15,-8 1-50 0,-6 4 40 0,-2 2-1 0,-2 3 1 0,-16 4-97 16,-3 6 59 0,-10 2-11-16,-2-2 77 0,-4 2-31 0,1-1-33 0,0-2 6 15,0 1-10-15,9-8 0 0,4-2 0 0,2-4 0 16,9-3 0-16,3-3 0 0,5 1 0 0,4-10 0 15,0 2 0-15,12-2 0 0,6-3 0 0,3 2 0 16,3-1 0-16,1 0 0 16,4-3 0-16,-2 0 0 0,2 0 0 0,-2 0 0 0,5 0 0 0,-9 0 0 15,1 0 0 1,-2 0-35-16,1 3-281 0,-8-3 139 0,6 0 58 0,-13 0 35 16,-3 0 10-16,-2 0 34 0,-3 0 0 0,0 0-516 0,0 0 262 0</inkml:trace>
  <inkml:trace contextRef="#ctx0" brushRef="#br0" timeOffset="-71936.99">31804 13609 2539 0,'-15'-15'0'0,"8"5"0"0,2 3 0 0,5 6 0 0,0-1 0 0,6 2 0 0,5 0 0 0,2 0 358 16,2 0-150-16,1 3-90 0,-1 4 501 0,4 0-530 0,1 2-89 0,-1 0 0 0,3 3 0 0,-2-4 0 0,-1 4 0 0,1 2 0 0,-3 1 0 0,3-1 0 0,2 3-803 0,-4 0 385 0,0-2 208 16,-1 2 120-16</inkml:trace>
  <inkml:trace contextRef="#ctx0" brushRef="#br0" timeOffset="-71768.56">32241 13817 1870 0,'-6'-10'0'0,"2"1"0"0,4 4 0 0,0 2 0 0,1 1 0 0,7 1 0 0,2 1 0 0,3 0 782 16,1 0-371-16,2 4-187 31,-2 5 99-31,5-1-143 0,1 4-61 0,-4 0-254 0,2 2 86 0,-1-2 44 0,0 3 0 0,-3 0-600 0,5 2 331 16,-7-5 152-16,1 2 79 0,-3-1-892 0,1-2 451 0</inkml:trace>
  <inkml:trace contextRef="#ctx0" brushRef="#br0" timeOffset="-71567.5">32709 13670 2710 0,'-8'-17'0'0,"-1"3"0"0,6 4 0 0,0 3 0 0,3 6 0 0,0 1 0 0,0 5 0 0,0 15 0 0,-4 6 338 0,-8 10-140 0,1 8-85 16,-11 9 411-16,-4 3-476 16,1 4-48-16,-7 5 0 0,-6 13 0 15,1 1 0-15,-4 4 0 0,-3 9 0 0,-2-2 0 0,1-3 0 16,2 5 0-16,11-24 0 0,8-5 0 0,4-8-21 15,4-7-643-15,4-8 327 0,4-5 74 0,3-15-449 16,3-8 336-16,1-4 169 0,1-7 85 0</inkml:trace>
  <inkml:trace contextRef="#ctx0" brushRef="#br0" timeOffset="-46873.97">19480 16215 1033 0,'-8'-6'0'0,"0"1"0"0,2 2 0 0,0-3 0 0,3 5 0 0,1-2 0 0,0 3 158 0,2 0-60 0,0 0-21 15,0 0 181-15,4-2-110 0,9-1-55 16,5-3-27-16,4 1 158 0,4-5-83 0,1 2-56 0,1-2-1 0,0 1 36 16,-2 1-41-16,1 0 0 0,0-1 9 0,-4 2-9 15,-2 3-41-15,0-1-1 16,-6 3 33-16,1 1 0 0,0-1-22 0,-6 2-55 0,-4 0-1 0,-2 2 46 15,-2 6 0-15,-2 3-40 16,0 5 8-16,0 2 32 16,-9 5 0-16,-8 2-16 0,0 5 14 0,-3-1-1 0,-5 8-33 0,-1-2 0 15,-1 2 0 1,0-1 18-16,-2-1 3 0,-1 0 0 16,-1 4 5-16,6-9 68 0,1-3-34 0,5-6 4 0,3-1-37 0,5-6 77 15,1 2-41-15,9-12-65 0,1 0 0 0,0-3 0 16,1-1 0-16,9 1 0 0,4 1 0 0,-1-2 0 0,7 0 0 15,5 0 0 17,-2 0 0-32,1 0 0 0,4 0 0 0,-3 0 0 0,-2 0 0 0,0-2 0 0,-3 1 0 0,2 0 0 0,0-2 0 0,-9 3 0 15,2 0 0-15,-6 0-429 0,-1 0 191 0,-3 0 85 16,1 0-378-16,-4 0 251 16,-2 0 121-16,0 0-200 0,0 0 161 0,0 0 71 15,-6 0 49-15</inkml:trace>
  <inkml:trace contextRef="#ctx0" brushRef="#br0" timeOffset="-46690.72">19528 16395 1279 0,'-11'-8'0'0,"2"-1"0"0,0 1 0 0,6 3 0 0,3 3 0 0,0 2 0 0,0-2 397 0,10-1-179 0,6 3-81 15,6-2 365-15,1-1-231 0,-1 3-117 0,3 0-148 16,1 0 1-16,1 0 40 0,-3 0-9 0,0 0-234 0,1 0 117 0,0 5 58 15,-3 0 30-15,6 2-643 0,-9 1 332 32,-1-1 141-32,-1 3 94 0</inkml:trace>
  <inkml:trace contextRef="#ctx0" brushRef="#br0" timeOffset="-46296.26">19944 16438 1904 0,'0'0'0'0,"-1"2"0"0,-2-1 0 0,1 3 0 0,0 0 0 0,1 0 0 0,1 5 0 0,-2 3 0 0,2 3 298 0,0 2-135 16,0 4-63-16,0 1 126 0,0 3-94 0,2 1-47 16,2 3 10-16,6-7-56 0,-1 1-2 0,5-1 1 15,0-4 0 1,3-3-47-16,2 1 9 0,-2-8 38 0,3 0-64 0,-1-7 32 16,3-1 0-16,-2 0-62 0,2-5 56 0,-5-8-9 0,-1-4-6 0,-2-1-113 15,-3-4 56-15,1 0 38 16,-2-3 4-16,-6 0-33 0,0-4 17 0,-3 2 0 15,2-4 11-15,-3 0-49 16,0-6 15-16,-4 8 7 0,-6 2 45 0,-3 1-13 0,-5 6-14 0,-2 3 255 16,1 1-119-16,-3 8-53 15,-1 7-22 17,1 1 232-32,-2 0-111 0,2 10-64 0,1 1-5 0,7 4 82 0,0 3-33 0,5-1-40 0,7 2 0 0,0-1 28 15,2 3-25-15,0-4-9 0,3 0-78 0,10-2 0 16,-1-1 44-16,2 0-250 62,4-1 135-62,0-3 52 0,0-1 32 0,2-4-636 0,-1 1 288 0,1-1 163 0,1-1 26 0,-3-2-600 0,0 0 357 0</inkml:trace>
  <inkml:trace contextRef="#ctx0" brushRef="#br0" timeOffset="-44637.49">19458 16859 1413 0,'-17'-7'0'0,"3"2"0"0,-3 2 0 0,7 2 0 0,4 1 0 16,3 0 0-16,3 0 0 0,0 0 339 0,0 0-142 0,11 0-84 0,10 3-38 0,9-2 176 0,6-1-106 0,8 0-54 16,9 0-18-16,-2 0 227 0,3 0-131 0,0-1-66 15,4-5 98-15,2 3-82 16,10 1-31-16,-11-1-10 0,2-1-96 0,-4 2 27 15,-1 0 0-15,-7 1-97 0,3-2 72 0,-18 3 22 16,-8 0 0-16,-7 0-54 0,-7 0 43 0,-5 0 0 16,-2 0 13-16,-5 3-317 0,0-3 120 15,-8 0 89-15,-1 0-289 0,-6 0 176 0,1 0 79 0,-3-3-402 16,-1 1 249-16,0-1 125 16,-2 0 62-16,0 2-374 0,-2-1 209 0</inkml:trace>
  <inkml:trace contextRef="#ctx0" brushRef="#br0" timeOffset="-44249.28">19922 16857 1233 0,'-6'0'0'0,"0"0"0"0,1 0 0 0,0 3 0 0,0 5 0 0,3 1 0 0,2 2 251 46,0 6-106-46,0 2-54 0,0 5 325 0,6 5-180 16,2 2-104-16,0 6-47 0,1 1 86 0,0 1-67 0,-2 1-33 0,0 4-52 0,-2-6-9 0,-2-3 27 0,-1-2 0 0,-1-4-22 0,-1-3 22 0,0 2 10 0,0-11-10 0,0-6 36 0,-1-4 0 0,-4-3-36 0,0-4 125 0,2 0-53 16,-2 0-40-16,4-11 61 0,-1-6-47 0,2-3-62 15,0-1-21-15,2-4 0 0,6 1 0 0,4 2 0 16,2-2 0-16,5 2 0 16,-2 1 0-16,5-2 0 0,-1 7 0 0,0 0 0 0,1 0 0 0,3 4 0 15,-2 1 0-15,2 0 0 16,-3 6 0-16,1 3 0 0,-1 1 0 0,-5 1 0 15,-2 0 0-15,1 1-15 16,-6 8 14-16,-3-1 3 0,-2 0-7 0,-4 1 24 0,1-2-19 16,0 2 0-16,-2-2 0 0,0 0 0 0,0-3 0 0,-4 1 0 15,-2 0 0-15,-1-1 0 0,0-2 0 0,1-1 0 16,0-1-105-16,-1 0-99 16,2 0 91-16,0 0-672 0,0-1 374 0,4-8 187 15,-2-2 93-15,3-3-634 0</inkml:trace>
  <inkml:trace contextRef="#ctx0" brushRef="#br0" timeOffset="-43995.92">20828 16672 3154 0,'0'-2'0'0,"-2"-3"0"0,-2 1 0 0,3-2 0 0,0 5 0 0,1-2 0 0,0 1 0 0,0 1 0 0,6 1 417 16,8 0-190-16,5 0-94 0,2 0-133 0,6 0 0 15,3 1 0-15,-1 4 0 0,0-1 0 0,6-1 0 16,-1 1 0-16,4-1-1 0,-7 2-200 0,0-1 120 16,-4 0 60-16,-2 1-834 0,-5-1 430 15,-3 3 90-15,-9 0-515 0</inkml:trace>
  <inkml:trace contextRef="#ctx0" brushRef="#br0" timeOffset="-43820.96">20895 16941 1741 0,'-11'0'0'0,"1"0"0"0,1 0 0 0,4 0 0 0,4 0 312 0,1 0-127 0,0 2-79 0,8 3 338 16,10-2-203-16,6 0-101 0,2 2-52 0,5 1 396 15,-2-4-294-15,5 5-190 0,-3-3 0 16,-2 2 0-16,1 0 0 0,4-1 0 15,-7-1-275-15,-4 1 15 0,0-2 149 0,-2 1-788 16,-7-1 462-16,1-2 155 0,-10-1 63 0</inkml:trace>
  <inkml:trace contextRef="#ctx0" brushRef="#br0" timeOffset="-42226.59">21730 16840 1324 0,'-12'-5'0'16,"-2"-1"0"-16,7 3 0 0,1 1 0 0,0 1 0 0,4-2 0 0,1 3 0 0,1 0 0 0,0 0 408 0,1 0-185 0,10 0-92 15,3 0-46-15,6 0 281 16,3 3-154-16,0 0-92 0,2 0 156 0,2 1-118 31,1 0-60-15,0-1-30-16,4 3 42 0,-6-3-41 0,0 0 1 0,-2 1-6 0,0-1-25 0,-1 0-1 0,0 3 10 0,-7-5-47 15,-3 1 1-15,-3 1 19 0,-4-3-21 0,2 2 0 0,-5-1 0 0,-1-1 0 0,-2 0 0 0,0 0 0 16,0 0 0 0,-8 0 0-16,2-3 0 0,0-2 0 15,-1 0 0-15,1 0-227 0,0 0-45 0,3 2 116 16,0-1 75-16,1 1-763 0,2-1 403 0,0 1 201 0</inkml:trace>
  <inkml:trace contextRef="#ctx0" brushRef="#br0" timeOffset="-41882.81">22680 16583 939 0,'-4'-5'0'0,"-1"-3"0"0,-2-1 0 0,2 2 0 0,-2-2 197 0,-2 1-60 15,3-1-59-15,-6 4 303 0,3 0-171 0,-3 2-86 16,-2 1-42-16,-3 2 215 0,-3 0-133 0,-3 10-64 16,1 7 93-16,-1 1-78 0,2 3-38 0,-2 2 9 15,8-1 112-15,2-2-81 0,8-1-39 0,3-1-32 16,2 3-8-16,0-3 10 16,11-2-10-16,8-2-34 15,4-1-1-15,3-2 36 0,2 3 8 0,0-6-154 16,-3 2 73-16,1-1 35 0,-3-1-155 0,-3 2 88 15,-1 1 17-15,-5-1 29 0,-5 0-31 0,-3 2 1 16,-4 0 5-16,-2 1 232 0,0 3-99 0,-16-2-47 0,-4 1-21 0,-4-2 71 16,-3 1-34-16,0-3-25 15,-4 0 17-15,2-2-4 0,2-5 15 0,-1 0-60 0,3-2-491 0,3-2 211 16,2 0 134-16,7 0-608 0,6-7 357 0,7-6 180 16,0-5 89-16</inkml:trace>
  <inkml:trace contextRef="#ctx0" brushRef="#br0" timeOffset="-41682.66">22769 16694 1414 0,'7'-2'0'0,"1"0"0"0,-1 2 0 0,0 0 0 0,0 0 0 0,-2 0 0 0,0 6 692 0,-2 3-327 0,1 2-164 16,-2 6-72-16,-1-1 157 0,1 2-124 0,-2 0-62 16,0 0 88-1,0 2-75-15,0 1-28 0,0-3-9 0,0-1-247 0,0-2 105 16,0-2 52-16,-2-1-346 15,1-4 194-15,-1-4 102 0,0 0 51 0,0-4-312 0,0 0 110 0,1 0 100 16,0-2-33-16,1-9-101 0,-3-3 105 0,3-3 53 16,0-4-380-16,0-2 207 0</inkml:trace>
  <inkml:trace contextRef="#ctx0" brushRef="#br0" timeOffset="-41466.07">22858 16393 1392 0,'0'-6'0'0,"0"1"0"0,0-1 0 0,-3 3 0 0,3-1 0 0,0 2 0 0,0 0 0 0,0 2 165 16,0 0-65-16,0 0-22 0,5 0-10 15,-1 0-349-15,1 4 151 0,1 2 76 16,2 3-189-16,-2-1 116 0,-2 0 60 0,3 2-282 0,-3 0 155 0,1 1 79 47,-3-1 38-32</inkml:trace>
  <inkml:trace contextRef="#ctx0" brushRef="#br0" timeOffset="-40598">23001 16631 1093 0,'0'0'0'0,"0"0"0"0,0 3 0 0,0-3 0 0,0 2 0 0,0 0 0 15,0 1 0-15,0 2 352 0,2 3-157 0,-1-1-79 16,1 5 71-16,-1 0-80 0,0 5-34 0,2-3-20 16,-2 6-16-16,1-1 11 0,-1 0-10 0,-1 1-1 15,0-5 1-15,0 2 0 16,0-3 0-16,0-2-11 0,0-4 11 0,0 0 0 0,0-6 0 0,0-2 34 15,0 0-34-15,0-1 9 0,2-9-203 0,1-5 93 16,4-3 39-16,2-2 25 0,0-1-211 0,5-2 102 16,-3 4 40-16,0-2 29 0,3 4-16 0,-4 2 40 15,3 4-30-15,-2 0 110 16,-1 4-54-16,-1 7-1 0,-2 0-71 0,-1 0 290 16,1 5-113-16,-2 12-65 0,-2 2 293 0,0 8-160 15,-1-1-45-15,-1 4-11 0,4 0-46 0,-1-1 11 16,1-2-55-16,2 0-151 0,1-6 76 0,-1-1 38 15,6-5-1-15,2-2-84 16,-3-7 56-16,5-6 33 0,1 0 0 0,0-6-340 0,1-10 131 0,1-6 98 16,-4 0-236-16,0-4 152 0,-3-4 76 0,0-1-45 15,1-4 60-15,-2-5 21 16,0 4 10-16,-2-1 69 0,-2 1-39 0,0 2 0 0,-2 3 1 0,2 2 107 16,-8 14-49-16,2 3-30 15,-2 8 0-15,0 4 287 0,0 0-126 0,-4 4-84 16,-6 16 287-16,0 4-167 0,-1 6-39 0,0 3 55 31,2 6-74-31,1-3-51 0,2 4 0 0,3 0-1 0,1-2 0 0,2-1-41 0,0 6 9 0,2-9-72 16,10-5 31-16,2-3 0 0,6-6 32 0,4-5-79 15,4-3 49-15,-3-12-10 0,5 0-152 0,-1-12 90 16,1-8 22-16,-4-5-205 0,2-3 102 0,-8 0 68 16,-2-2 4-16,-4-1-50 15,-3 0 33-15,-2-1 26 0,-1-7-9 0,-7 4 35 16,-1 0 1-16,0-4 0 0,-7-1 1 0,-7-5 24 15,-4-3-33-15,-2 11 8 16,-6 2 29-16,-1 5 1 0,-4 6-30 0,0 10 202 0,-7-1-93 0,7 13-46 16,-1 2-7-16,3 2 339 15,3 10-161-15,2 5-93 0,5 2-17 0,9 1 152 0,7 2-101 0,3-1-50 16,0-1-24 0,6 2-67-16,10 0 51 0,1-1-10 0,6-5-293 0,4 0 146 15,2 0 74-15,0-3-612 0,8 2 305 0,-4-5 123 16,-1-4 101-16,3-1-554 15,4-2 318-15</inkml:trace>
  <inkml:trace contextRef="#ctx0" brushRef="#br0" timeOffset="-40248.42">24055 16408 922 0,'0'-6'0'0,"0"-1"0"0,0-1 0 0,0 3 0 0,0-1 0 0,1 0 440 0,6 1-206 0,2 3-98 16,2-3 174-16,6 5-137 15,3 0-68-15,5 0-24 0,2 0 75 0,1 0-60 0,3 5-29 0,2 5-144 16,-3 4 57-16,4 3 38 16,-12 2-9-16,-2 3-149 0,-6 0 89 0,-11 6 44 0,-3 1 0 0,0 8-74 15,-19-3 50-15,-6-2-34 16,-8 2 189-16,-5-1-85 16,-2-1 1-16,-2 0 97 0,3-6-68 0,0-4-30 0,5-2 1 0,3-3 315 31,5-3-159-31,-1 0-69 0,13-4-49 0,6-5 167 31,4 0-104-31,4-2-108 0,0 1-33 0,2 5 0 0,12-4 0 0,6 2 0 0,5 1 0 0,1-2 0 0,5 1 0 0,3-1 0 16,-1-2 0-16,-1-1 0 15,-1-3 0-15,2 0-393 0,-3 0 183 0,3 0 51 16,-8 0 74-16,-5 0-345 0,-1-2 196 0,-8-1 98 0,2-2 40 0,-9 1-274 31,-3-6 166-31,-1 3 83 0,-1-3-343 0,-14-2 214 0,3-2 97 0</inkml:trace>
  <inkml:trace contextRef="#ctx0" brushRef="#br0" timeOffset="-40103.48">24079 16677 1613 0,'-12'-7'0'0,"1"0"0"0,4 2 0 0,-1 1 0 0,8 1 0 0,0 1 299 0,0 2-131 16,0 0-66-16,11 0 206 0,4 0-126 0,0 0-78 16,5 2-33-16,3 5 164 0,-1-4-99 0,-1 4-50 0,6-1-15 0,-6 1-479 15,3 2 223 1,-4-3 110-16,2 0-830 0,1 3 453 0</inkml:trace>
  <inkml:trace contextRef="#ctx0" brushRef="#br0" timeOffset="-39875.63">24443 16791 1369 0,'6'0'0'0,"1"-4"0"0,0 1 0 0,4-2 0 0,0 5 0 0,3-2 0 0,3 2 551 15,-3 0-261-15,4 0-127 0,1 7-63 0,0 3 110 16,1 2-87-16,-1 5-34 0,-5 0 43 0,-2 3-48 15,-6 3-23-15,-2 1 0 0,-4 2-96 16,0 4 46-16,-13-3-10 0,-7-2-29 0,-4 0 31 0,-5-2 1 16,-4-3 31-16,-1 0-124 0,2-10 57 0,1-3 34 15,2-5-19-15,2-2-119 0,5 0 39 16,-1 0 50-16,11-5-11 16,6-7-440-16,6-7 229 0,0-1 117 0,9-1-493 15</inkml:trace>
  <inkml:trace contextRef="#ctx0" brushRef="#br0" timeOffset="-39703.19">24731 16753 1668 0,'0'-8'0'16,"0"0"0"-16,0-2 0 0,0 5 0 0,0 2 0 0,0 0 405 0,-2 3-185 0,-5 0-91 0,-2 0 661 0,2 15-381 0,-2 4-186 0,1 5-136 0,2 5-87 16,2 3 0-16,2 4 0 15,2 0 0-15,0-2 0 0,9-1 0 0,5-1 0 16,5-4 0-16,7 4 0 0,4-11 0 0,3-5-576 15,6-5 177-15,4-8 218 16,5 0 8-16,-7-3-815 0</inkml:trace>
  <inkml:trace contextRef="#ctx0" brushRef="#br0" timeOffset="-38671.74">25281 16726 1715 0,'-9'-7'0'0,"-1"-1"0"0,6 2 0 0,-1 3 0 0,4 3 0 0,1-3 0 0,0 1 0 0,1 2 187 16,10 0-79-16,6 0 474 0,0 0-273 0,7 0-135 15,-1 0-68-15,8 0 222 0,-4 5-150 0,2-5-70 16,0 3-35-16,3 1-91 0,-1 1 27 0,2-3 10 15,-2 4 18-15,-6-1-391 0,1 1 195 0,-5-3 99 16,-4 1-224-16,-1 1 171 0,-6-3 70 0,-7 1-87 16,-1-1-584-16,-2-2 339 0,0 0 168 0,0 0-342 15</inkml:trace>
  <inkml:trace contextRef="#ctx0" brushRef="#br0" timeOffset="-38485.86">25527 16410 1556 0,'-11'-13'0'0,"2"3"0"0,3 7 0 0,2-1 0 0,3 4 0 0,-1 0 0 0,2 4 0 0,0 12 0 0,0 7 606 0,0 6-285 0,0 6-141 0,2 8 248 0,-1 1-200 15,-1 4-95-15,0 3-48 16,0 5 7-16,0 2-27 0,0 7 9 0,0-10-471 16,1-4 218-16,2-5 108 0,3-3 54 0,-1-7-704 15,1 3 388-15,0-16 105 16,-5-4 120-16</inkml:trace>
  <inkml:trace contextRef="#ctx0" brushRef="#br0" timeOffset="-37725.23">26297 16709 909 0,'-6'-22'0'0,"-2"5"0"0,1 2 0 16,-1-3 0-16,3 5 0 0,-2 6 0 0,0 0 0 0,-3 3 207 0,0 2-84 0,-3 0-34 0,-3 2 48 0,0 9-49 15,-4 9-26-15,0 4 1 0,0 6 43 0,-5 7-24 16,6 1-10-16,3 2 103 0,4 2-68 16,3 1-35-16,3-3 0 0,4 3 77 15,2-11-60-15,0-1-26 0,14-5 1 0,6-7-42 16,4-5 16-16,7 0 9 0,-1-12-101 0,4 0 46 16,0-5 0-16,-3-9-117 0,0-5 82 0,0 0 49 15,-6-2-16-15,-5-3-98 0,0 0 44 0,-1 0 38 16,-1-4-15-16,-7 4 71 0,-4 5-23 0,-3 1-17 15,-2 3-28-15,0 5 123 16,-2 0-52-16,0 6 1 0,0 4 191 0,-6 0-108 0,-2 0-34 0,-2 9-33 16,5 4 36-16,0 4-8 15,3 1-19-15,2-1-73 0,0 1 25 0,0-1 1 16,4-1 35-16,4 0-177 0,5-5 79 0,0-3 41 16,3 1 5-16,0-6-70 0,2 1 28 0,-1-4-5 15,0 0-54-15,-4-3 49 0,-2-5 2 0,-2-3 83 16,-1-2-15-16,-6-3-46 0,-1 0 12 0,-1 0 114 15,0-1-53-15,-5-1-21 0,-4 1-2 0,-7 0 4 16,2-2-27-16,-3 4 33 16,-2-2 0-16,1 2-71 0,-1-1 27 0,0 4 8 0,3 2-36 0,4 1 23 15,1 6 0-15,2-3 8 0,0 0-81 16,7 6 30-16,2 0 26 0,0 0-337 16,4 0 169-16,12 4 85 0,4 1 32 0,5 0-419 15,5 2 235-15,1-4 118 16,-1-1 60-1</inkml:trace>
  <inkml:trace contextRef="#ctx0" brushRef="#br0" timeOffset="-37449.33">26890 16641 1738 0,'0'-7'0'0,"0"0"0"0,-1-1 0 0,-5 2 0 0,0-1 0 0,-1 3 0 0,-3 0 0 0,-1 4 0 0,-2 0 272 31,-3 0-118-31,-3 2 89 0,0 10-108 0,0 3-48 0,0 3-25 0,0 2 122 0,4 1-74 0,4 4-26 16,5-3-10-16,3-2-104 0,3 4 34 0,0-3 0 15,10-1 34-15,6 2-188 0,4-3 90 0,2-2 48 47,2-1-169-47,-1-1 92 0,2-3 58 0,-4 5-75 0,-5-3 53 0,-6-1-22 0,0 0 29 0,-7 1 4 16,-1-2 13 15,-2 5-45-31,-5-5 38 0,-12 0 202 0,-6 2-96 0,-2-5-37 16,-3 4-27-16,-3-2 68 0,1-5-38 0,2-1 1 0,0-1-305 0,2-3 136 31,6-1 63-31,3 0 36 0,9 0 0 0,6-10 20 0,2-7 7 0,4-4-797 0</inkml:trace>
  <inkml:trace contextRef="#ctx0" brushRef="#br0" timeOffset="-37123.23">27089 16692 954 0,'9'-2'0'0,"-3"2"0"0,-3-3 0 0,1 3 0 0,-3 0 0 0,-1 7 0 0,0 6 611 16,-1 7-286-16,-6 3-144 0,-5 4-62 0,5 1 411 0,1 2-247 0,0-1-122 15,3 5 80-15,3-5-102 0,0 3-41 0,3-4-196 16,12-7 68-16,4 0 34 16,3-7-1-16,6-5-92 0,2-3 72 0,1-6 23 0,0 0 0 0,1-13-195 15,-2-8 97-15,-3-2 62 0,4-5-82 0,-12-1-69 16,-2-3 25-16,-7 1 61 0,-3-4 93 0,-1-2-35 16,-5-4-10-16,-1 6 52 0,-1-6 0 0,-14 4-43 15,-6-1 1-15,-1 4 119 0,-7 0-52 0,2 16-23 16,-5 7 0-16,0 6 137 0,1 5-61 15,-1 0-44-15,2 7-2 0,8 8 255 0,4 2-115 0,7 5-74 16,4 0 77-16,7 2-71 16,0 2-26-16,2-2-226 0,12-2 90 0,8 0 46 15,1-2-1-15,4-1-588 0,7 0 299 0,-2-2 153 16,4-5 41-16,5-3-406 0,5-1 228 0</inkml:trace>
  <inkml:trace contextRef="#ctx0" brushRef="#br0" timeOffset="-36608.67">27927 16627 1129 0,'-7'-12'0'32,"2"4"0"-32,1-1 0 0,1 4 0 0,3 1 0 0,0 1 181 15,2 0-72-15,6 3-35 0,6 0 88 0,4 0-66 0,2 0-29 0,1 3 107 0,5 6-68 0,-1-4-34 0,0 2 9 0,-2 1-56 0,1 1 13 0,-4 4-1 16,-4-1 1-16,-4 4-21 0,-1 4 30 0,-9 0-10 16,-2 6-18-16,-5 1 18 0,-15 6 1 0,-6 0-1 15,-3 5 13-15,-8-2-12 0,-2 1-1 16,0-2 104-16,-2-4-51 0,7-1-27 15,-3 1 10-15,9-10 132 0,5-5-84 0,7-2-42 16,5-5 1-16,5-3 81 0,3 1-52 0,3-5-46 16,6-1-63-16,12-1 0 0,4 0 0 0,3 0 0 15,2 0 0-15,4 0-1 0,0 0 2 0,-2 0-162 16,3-1 98-16,-5-1 50 0,5 0 35 0,-8 0-569 16,-3-2 265-16,-3 2 79 0,0 1 84 0,-6-3-376 15,0 4 219-15,-7-3 124 0,-3 1 57 0,-2 0-396 16,0-3 226-16</inkml:trace>
  <inkml:trace contextRef="#ctx0" brushRef="#br0" timeOffset="-36428.19">27803 16806 1780 0,'-11'-12'0'0,"1"6"0"0,6 2 0 0,2-1 0 0,2 5 0 0,0 0 331 16,8 0-146-16,11 0-74 15,5 0-36-15,4 0 501 0,0 6-274 0,0 0-132 0,6-1-198 0,-4 4 33 0,4-2-1 0,4 4 43 16,-6 1-792-16,-1 0 392 0,-2 1 195 0,-2 1-802 16,-3 0 462-16</inkml:trace>
  <inkml:trace contextRef="#ctx0" brushRef="#br0" timeOffset="-36202.49">28340 16924 1707 0,'-6'-9'0'0,"-1"1"0"0,0 2 0 0,5 3 0 0,1 3 0 0,1 0 545 0,0 0-253 0,3 3-127 0,9 8 202 31,3 1-164-15,3 0-73-16,0 3-51 0,2-1-420 0,-1-1 189 0,1 3 95 0,2-2 57 0,-4-3-274 0,-2 3 155 0,-2-4 79 0,0 2-876 0,-1-4 438 31</inkml:trace>
  <inkml:trace contextRef="#ctx0" brushRef="#br0" timeOffset="-36033.76">28666 16809 2622 0,'0'-11'0'0,"0"0"0"0,0 3 0 0,0 3 0 0,0 3 0 0,0 0 0 0,0 2 0 0,0 0 0 0,0 9 776 15,-3 10-369-15,-4 9-281 16,-7 10-126-16,-3 9 0 0,-4 8 0 0,-2 3 0 0,-4 4 0 0,-1 4 0 0,-4 9 0 0,0-3 0 16,-3 11-5-16,5-16-101 0,4-7 73 0,-1-4-1219 15,0-9 621-15</inkml:trace>
  <inkml:trace contextRef="#ctx0" brushRef="#br0" timeOffset="-33531.14">19787 17677 1179 0,'-12'-6'0'0,"0"2"0"0,3 0 0 0,0 1 0 0,6 3 0 0,1 0 0 0,2 0 169 15,0 0-65-15,0 0-32 0,3 0 235 0,13 0-139 0,0-3-65 0,5 2 114 16,2-2-88-16,1 2-46 16,4-1 11-16,-4 0 140 0,0 2-98 0,1 0-48 15,0 0-25-15,0 0 100 0,3 0-53 0,-6 0-40 16,1 0-14-16,-1 0-17 0,-3 0 0 0,0 0 0 16,1 5-65-16,-9-1 28 0,-3-1-1 0,-2 2 30 15,-3 1 8-15,-2 0 0 0,-1 4 10 0,-1 2 56 16,-15 4-76-16,-4 4-29 0,0 0 0 15,-8 8 0-15,-2 4 0 0,-1 1 0 0,-2 2 0 16,2 1 0-16,0 2 0 0,-4 5 0 16,9-9 0-16,1-1 0 0,2-5 0 0,9 0 0 15,1-7 0-15,1 1 0 0,12-13 0 0,0-2 0 16,0-4 0-16,8-1 0 0,3-2 0 0,7 1 0 16,1-1 0-16,2 0 0 0,3-1 0 15,3-2 0-15,-2-4 0 0,7 0 0 0,-6 1 0 16,1 0 0-16,-1 2 0 0,0-3 0 0,-1 4 0 15,1-1 0-15,-7 0 0 0,-2 2 0 16,-3 1 0-16,-3-1 0 0,-2 0 0 0,0 2-236 0,-6 0-77 16,-1 0 137-16,-2 0-497 0,0 0 317 15,0 0 158-15,-2 0 70 0,-5 0-513 0</inkml:trace>
  <inkml:trace contextRef="#ctx0" brushRef="#br0" timeOffset="-33359.07">19845 17868 1177 0,'-11'-12'0'0,"3"4"0"0,1 1 0 0,7 6 0 0,0-1 552 0,0 1-256 0,4-1-130 15,10 1-63-15,6-3 244 16,2 1-159-16,1 0-75 0,2 3 172 0,3-2-123 0,3 0-52 0,-3 2-41 16,0 0-406-16,2 0 188 0,0 0 93 0,-2 4-766 15,3 3 428-15,-8 2 206 0,-3-1 106 0</inkml:trace>
  <inkml:trace contextRef="#ctx0" brushRef="#br0" timeOffset="-33021.06">20305 17878 1874 0,'0'0'0'0,"2"0"0"0,-2 0 0 0,2 0 0 0,-1 1 0 0,1 5 0 0,3 2 0 0,2 3 0 0,1 6 175 0,0 6-58 0,3 5-45 16,0 4 154-16,0 6-94 0,-3 1-47 0,2 2 5 15,-2 3-17-15,-3-11-9 0,-2-1-25 0,0-3 35 16,-1-8-1-16,-2-5-37 0,0-5 9 0,0-7 60 16,0-4-35-16,0 0 0 0,0-9 99 0,0-10-66 15,0-5-25-15,1 0-9 0,6-4 5 16,3 1-56-16,-1-1-18 0,4-1 0 16,0 0 0-16,-1 5 0 0,4 4 0 0,-1 1 0 15,1 0 0-15,1 4 0 0,2-2 0 0,-1 10 0 0,1 1 0 16,-2 5 0-16,1-1 0 0,3 2 0 0,-5 0-8 0,-2 4-103 15,0 6 55-15,-4 0 9 16,-1-1 0-16,0-1-153 0,-5 1 90 0,-2-1 20 0,0-4 27 16,-2 2-207-16,0-4 115 0,0 3 49 15,0-5 38-15,0 2-301 0,0-2 165 0,-4 0 83 16,1 0-480 0,0 0 272-16</inkml:trace>
  <inkml:trace contextRef="#ctx0" brushRef="#br0" timeOffset="-32771.67">20969 17798 1272 0,'-9'0'0'0,"1"-4"0"0,4 0 0 0,1 3 0 0,1-1 673 0,2 1-318 0,0 1-159 0,0 0 283 32,5 0-226-17,7 0-108-15,4 0-54 0,4 0 181 0,4-3-108 0,-3 1-133 0,4 2-31 0,0-2 0 0,3 1 0 0,-3-3 0 16,2 1-396-16,-4 1 175 0,0-1 129 0,-1 1 64 0,-3 1-785 0,-2 1 337 16,0 0 177-16,-7 0-212 0</inkml:trace>
  <inkml:trace contextRef="#ctx0" brushRef="#br0" timeOffset="-32573.81">21097 18035 1434 0,'-11'0'0'0,"1"0"0"0,2 2 0 0,0 1 0 0,6-1 0 0,2 1 0 0,0 3 630 0,2-1-297 16,12-1-148-16,6 2 418 0,2-3-288 0,3 2-139 0,2 0-69 16,2-3-46-16,-2 2 1 0,4 1-37 0,-6-3-276 15,-3-1 133-15,2 1 77 0,-5 1 39 0,0-3-215 16,0 1 136-16,-6-1 54 15,-5 0 32-15,-1 0-707 0,-3 0 269 0,-2 0 198 0,1 0-375 16</inkml:trace>
  <inkml:trace contextRef="#ctx0" brushRef="#br0" timeOffset="-30563.88">22275 17764 1202 0,'0'-9'0'16,"0"2"0"-16,0-1 0 0,0-1 0 0,0 1 0 0,0 0 0 0,0-1 0 0,0 1 135 0,0-1-49 0,0-1-16 0,0 0 35 15,0 1-35-15,-1-1 1 0,-4 0-34 16,-1 3 21-16,-2-2-12 0,0 4-9 0,-6 5 16 0,0 0-16 16,-4 0 0-16,-1 3 25 47,-8 13 9-47,2 6-34 0,-1 7 1 0,1 4 94 0,3 0-47 0,0 6-24 0,2 2 10 0,9-4 10 0,5-3 1 0,0-3-44 15,6-1-1 1,0-5 37-16,14 3-28 0,6-14-8 0,4-4-121 0,7-6 61 31,4-4 29-31,1 0 0 0,3-13-185 0,-3-4 100 0,-4-5 34 0,-2 0-128 0,-1-4 72 0,-3-3 47 31,2-3-9-31,-11 6 27 0,-3 0-28 0,-5 4 33 0,-1 3-52 0,-2 1 244 0,-6 8-97 0,0 5-47 16,0 3 330-16,-3 0-175 0,-4 2-62 0,-1 2-50 0,1 11 121 0,-1 4-72 0,1-1-36 0,4 3-25 16,0 1-11-16,3-2 8 0,0-1-9 0,0 0-161 15,1-2 80-15,10-5 41 16,0 2-1-16,3 0-73 0,1-7 28 0,2-3 40 15,1-2-291-15,0 0 146 16,1-4 36-16,2-8 44 0,-5-4-78 0,-1-2 57 0,-5 1 29 0,1-3 85 16,-3-1-28-16,-1-3-10 0,-6 2-18 0,1 0 153 15,-2 0-77-15,0-1-38 0,-11 3 3 0,0-2 34 16,-6 5-5-16,1 5-27 0,-4 0 122 0,0 6-64 16,-2 3-7-16,0 2-21 0,3 1-26 0,3 0 7 15,1 0 19-15,2 7-138 0,3-2 57 16,0 2 33-16,6-1-15 0,4 3-311 15,0-1 153-15,0 1 84 0,3-2 22 0,10 2-434 16,5-3 243-16,4-4 116 16,2 0-143-16</inkml:trace>
  <inkml:trace contextRef="#ctx0" brushRef="#br0" timeOffset="-30293.38">22893 17636 1516 0,'0'0'0'0,"-2"-5"0"0,-3 2 0 0,0-1 0 0,-4 2 0 0,1 1 0 0,-3 1 0 0,-3 0 228 0,2 0-100 16,-1 7-45-16,-3 4 188 0,2 2-117 0,1 2-59 16,-2 4-19-16,7-1 73 0,0 0-56 0,4 0-28 15,4 3-105-15,0-1 39 0,2 1 9 0,9-3 29 16,8 0-91-16,1-1 46 0,0-2 0 0,4 0-124 16,-2 2 95-16,-2-5 5 0,-3 1 31 0,-4-2-107 15,-4 3 54-15,-2-1-4 0,-3 3 21 0,-4-5 130 16,0 3-53-16,-8 0-18 0,-9-1 114 0,-2-2-64 15,-7 4-37-15,0-7-1 16,0 0 2-16,0 0 7 0,-1-3-26 0,5 0-287 16,-1-3 142-16,6-2 72 0,6 0 34 15,4 0-586-15,7-10 287 0,0-8 137 0</inkml:trace>
  <inkml:trace contextRef="#ctx0" brushRef="#br0" timeOffset="-29976.98">23115 17724 1968 0,'7'0'0'0,"2"3"0"0,-3 0 0 0,-3 5 0 0,-2 3 0 0,-1 6 0 0,0 7 0 0,-4 5 0 0,-4 4 324 16,-1 1-148-16,0 0 188 0,3-1-163 0,3 0-82 15,3-1-41-15,0-1-26 16,7-11-14-16,7-1-1 0,5-4 0 0,7-8-189 0,2-5 95 16,7-2 56-16,-4 0 14 0,2-13-240 0,3-5 132 0,-4-6 66 15,-4-1-213-15,3-6 85 0,-12 2 78 0,-2-1-39 16,-9-3 59-16,0 0 12 15,-7-2 10-15,-1-6 16 0,0 7-16 0,-16-1-1 16,-7-2 1-16,-5 3-5 0,-7 5 5 0,-4-3-9 16,-1 16 8-16,-2 6 122 0,1 10-58 0,0 0-12 15,2 0 255-15,-2 10-128 16,13 9-71-16,5 3-21 0,6 2 200 0,9-1-101 0,6 0-59 0,2 5-138 16,5-5 38-16,15-2 25 0,5 3-1 0,5-2-234 15,4-3 129-15,7 4 74 16,-2-7 23-16,6-3-901 0</inkml:trace>
  <inkml:trace contextRef="#ctx0" brushRef="#br0" timeOffset="-29388.78">23935 17581 2145 0,'-11'-11'0'0,"-3"-3"0"0,6 2 0 0,3 9 0 0,2-2 0 0,3 2 0 0,0 3 0 0,2 0 0 0,12 0 0 0,2 3 0 0,6 2 0 0,5-2 0 0,-1 3 0 0,6 0 0 0,-4-4 0 0,1 4 0 0,-3-2 95 0,-3 2-27 16,2 1-90-16,0 3 41 0,-11 1-11 0,-3 6-25 16,-5 2 27-16,-6 6 1 0,0 6 28 0,-10 5 39 15,-13 0-44-15,-6 3 1 0,-3 4-39 0,-5-1 168 16,-3-1-70-16,-4 7-23 0,7-14 72 0,4-3-53 16,2-1-25-16,4-9 0 0,5 0 143 15,4-3-75-15,11-8-51 0,6-5 66 16,1-1-54-16,3-1-28 0,16-1-57 0,2 3-9 0,8-4 0 15,2-1 0-15,2 0 0 0,5 0 0 16,-4 0-16-16,4 0 22 16,-5 0-152-16,-4 0 78 0,-2 0 49 0,-4-1-451 0,-4 1 226 0,1 0 64 15,-10 0 77-15,-3 0-340 0,-4 0 202 0,-1 0 101 16,-2 0 50-16,0 0-429 16,0 0 244-16,-3 0 119 0</inkml:trace>
  <inkml:trace contextRef="#ctx0" brushRef="#br0" timeOffset="-29220.15">23914 17803 1390 0,'-20'-8'0'0,"6"3"0"0,0 1 0 0,9 1 0 0,5 3 0 0,0 0 266 0,4 0-114 0,11 3-56 16,4 1 173-16,6 4-119 0,0-4-57 16,6 2 107-1,2 1-81-15,-2 0-40 0,7 0 10 0,-4-1-607 0,-1-1 278 0,-1 1 140 16,0-3 69-16,0 3-794 0,2 0 398 15</inkml:trace>
  <inkml:trace contextRef="#ctx0" brushRef="#br0" timeOffset="-29002.38">24311 17897 1677 0,'0'0'0'0,"-1"-1"0"0,1-1 0 0,0-2 0 0,0 1 0 0,0 1 0 0,2 0 0 0,9 1 0 0,4-2 234 0,1 3-98 0,4 0-49 0,5 0-14 0,0 4-11 15,0 6-23-15,2 1 144 16,-3 4-72-16,0 3-27 0,-8 2-9 0,-3 2 18 0,-7 2-28 0,-5 1 1 15,-1 4-28-15,-7 2 112 16,-13-3-60-16,-6 0-26 0,-5-3 26 0,-4-4-25 16,0-5-3-16,-3 1-193 0,8-10 79 0,1-4 44 15,4-3 0-15,3 0-411 16,8-4 207-16,-2-10 116 0,15-2 26 0,1-5-305 0,1 1 132 16,16-4 103-1,2 2 50-15,4-2-487 0,2 5 274 0</inkml:trace>
  <inkml:trace contextRef="#ctx0" brushRef="#br0" timeOffset="-28827.78">24582 17893 2291 0,'4'-10'0'0,"-2"0"0"0,-1 3 0 0,1 2 0 0,-1-1 0 0,-1-1 0 0,0 5 0 0,0 1 0 0,0 1 0 0,-4 0 335 0,-5 0-149 0,2 10 269 16,1 3-213-16,-1 4-102 0,1 0-51 0,3 2 65 16,3 5-115-16,0 0-39 15,0 1 0-15,2-1 0 0,6 0 0 0,8 0 0 16,0-4 0-16,4 4-362 0,4-5 151 0,1-1 125 15,5-7-714-15,5 1 389 16,-1-5 151-16,7-2-480 0,-7-5 356 0</inkml:trace>
  <inkml:trace contextRef="#ctx0" brushRef="#br0" timeOffset="-28616.7">25052 17862 1800 0,'0'-4'0'0,"0"-2"0"0,-3 0 0 0,3 4 0 0,0-1 0 0,0 2 0 0,8 1 0 0,7 0 270 16,5 0-107-16,1 0 92 0,3 4-109 0,5 1-55 15,-2 1-26-15,5 0-244 16,1 1 117-16,-3-2 45 0,0 0 28 0,-1 0-530 0,-2-2 265 0,-3 1 133 16,-1-1 68-16,-6-3-523 15,-6 1 269-15,-3-1 134 0</inkml:trace>
  <inkml:trace contextRef="#ctx0" brushRef="#br0" timeOffset="-28432.86">25272 17636 1517 0,'-8'-8'0'0,"2"-1"0"15,0 5 0-15,0 1 0 0,5 0 0 0,-1 3 0 0,1 6 0 0,1 10 489 0,0 6-227 0,0 8-102 0,0 3-66 16,0 6 253-16,1 6-154 0,2 1-78 15,1 4-46 1,4 7 9-16,-2-4-41 0,-1-2-467 0,4-1 234 16,-3-4 116-16,-1-2 59 0,0 6-879 0</inkml:trace>
  <inkml:trace contextRef="#ctx0" brushRef="#br0" timeOffset="-27523.41">26284 17736 1130 0,'0'-16'0'0,"0"0"0"0,0 2 0 0,1 1 0 0,0-2 0 0,4 5 0 0,-4 0 0 0,2 1 0 0,1 0 65 15,-3 4-1-15,1-6-16 0,-2 4-46 0,0 3-1 16,0-1 38-16,-7 4-8 0,-5 1 8 0,-6 0 9 16,-2 1-9-16,-5 15 26 0,-5 0-26 0,-2 8 0 15,-1 0-1-15,-4 2 111 0,9 0-60 0,3 2-26 16,5-4 59-16,6-2-42 0,1 4 9 0,10-5-50 16,3-1 76-16,0-3-38 0,12-2 0 0,8 1-63 0,6 2 10 0,2-7 14 15,0 0 1-15,0 1-145 16,-4 0 73-16,-4 0 36 0,-1 2 9 15,-7-1-96-15,-7-2 56 0,-5 2 2 0,0 3 163 0,-4-3-70 16,-9 1-23-16,-8-2-30 0,-2 0 69 0,-1-4-38 16,-3-1 1-16,3-2-136 0,-1-1 59 0,7-4 13 15,2 0 39-15,5 0-548 16,6-2 259-16,5-5 126 0,0-8 63 0</inkml:trace>
  <inkml:trace contextRef="#ctx0" brushRef="#br0" timeOffset="-27349.64">26307 17890 2016 0,'0'0'0'0,"0"0"0"0,0 0 0 0,0 0 0 0,1 0 0 0,-1 4 0 0,3 1 0 0,-3 0 0 0,1 2 254 0,1 1-97 0,-1 2-65 0,1-1-107 0,1 3 27 0,-1 0-1 0,2-2-160 32,1 3 104-32,0-6 37 0,-2 4-1 0,0-5-472 0,1 0 259 0,1-1 140 15,0-5 56-15,-1 0-590 0,-1 0 289 0,4-5 144 0,-4-10-26 16,2-6 100-16,-1-1 48 0,1-9 61 0</inkml:trace>
  <inkml:trace contextRef="#ctx0" brushRef="#br0" timeOffset="-26719">26417 17581 1535 0,'2'-28'0'0,"5"1"0"0,-4 6 0 0,2 0 0 0,-4 15 0 0,1 4 0 0,-1 2 0 0,0 0 0 0,3 10 0 16,0 6 201-16,-3 6-86 0,2 4-38 16,-1 5 187-16,1 7-113 0,-3-1-56 0,0 5-19 0,0-4-9 15,0 0-29-15,0 0 1 16,0-4-101-16,0 2 51 0,0 2 34 0,0-8-9 0,-6-3-123 15,3-4 74-15,-1-7 37 0,0-4-84 0,2 0 37 32,-1-10-8-32,3-2 32 0,0 0 39 0,0-14-23 0,1-3 0 0,11-3 39 15,0-2-2-15,6 1-39 0,0-1 12 0,1-2 22 16,3 5 0-16,2-3 3 0,-4 6 7 0,-2 1-31 16,-2 4 20-16,-1 0-13 15,2 5 68-15,-3-2-27 0,-4 7 2 0,0 1-36 0,-4 0 99 0,1 5-45 16,-4 5 2-16,3 6 29 0,-5 1-34 0,-1 3 0 15,0 2-33-15,0-1-8 0,0 2 18 0,0-5-9 32,0-1-1-32,2 0-124 0,-1-4 62 0,3-2 31 0,5-1-302 15,1-8 152-15,3-2 60 0,3-2 45 16,1-10-243-16,2-6 129 0,1-3 20 0,-1-3 32 62,-1-1 30-62,0-3 0 0,-1 1 32 0,-6 3 187 16,6-2-103-16,-8 7-37 0,-2 4-1 0,-4 5 131 0,-2 1-78 0,0 6-47 0,-1 3 362 0,0 0-184 0,0 5-46 0,0 12-60 0,-4 7 81 0,1 2-64 0,0 5-23 0,1 0-24 0,2 0-17 0,0 2-1 31,2-4 1-31,7 1-151 0,7 1 85 16,1-11 27-16,5-1 1 0,3-8-54 16,3-6 35-16,0-2 27 0,6-3-214 0,-7-3 103 0,0-7 26 0,-3-6 36 0,-4-2-141 0,-1-5 79 15,-2 3-4-15,-6-3 103 0,-3-3-42 0,-5-2 7 16,-2-1-1-16,-1-5 37 0,0-4-10 0,0 2-20 0,-11-3-5 0,-4 0-23 15,-1-3 5-15,-2 6 22 0,-4-5-36 0,5 11 16 16,-5 7 21-16,0 3 11 16,2 8 107-16,-6-1-62 0,4 12-22 0,3 1 187 0,0 1-101 15,1 12-45-15,5 4-28 0,-1 1 188 16,9 2-97-16,4 1-28 0,1 3-30 0,0-3 20 16,3 2 0-16,8 0-4 0,3-4-105 0,3-1 40 15,-2-1 0-15,6-1 40 0,-2-2-510 16,2 2 222-16,-1-6 126 0,2-1-706 0,-1-4 395 15</inkml:trace>
  <inkml:trace contextRef="#ctx0" brushRef="#br0" timeOffset="-24325.28">27725 17652 1434 0,'-7'-19'0'0,"-4"2"0"0,7 5 0 0,-1 5 0 0,5 1 0 0,0 0 0 0,0 2 0 0,4 0 0 0,9 1 283 16,4 2-123-16,3 1-60 0,5 0 168 0,1 0-114 16,3 0-48-16,-4 4-38 0,2 2 6 0,-1 2-1 15,-2 2-34-15,1 4-33 0,-4 0 33 0,-10 5 1 16,0 0-1-16,-7 5-47 0,-4 3 0 0,-2 7 57 15,-16 0-10-15,-5 0 74 16,-6 1-37-16,-2 0 1 16,-1 2 183-16,-3 3-101 0,4-9-64 0,4-3-29 0,4-2 64 15,6-3-130-15,2-5 0 0,7 4 0 0,8-13 0 0,0 1 0 0,7-2 0 16,13-3 0-16,6-1 0 0,3-1 0 16,1-3 0-16,2 0 0 0,1 0 0 0,-1 0 0 15,-2 0 0-15,3 0-161 16,-9-1-17-16,-3-5 88 0,-3 3-576 0,-2 0 313 15,-6 1 157-15,-2-3-398 0,-7 4 283 0,-1-5 136 16,0 3 68-16,0-2-167 0</inkml:trace>
  <inkml:trace contextRef="#ctx0" brushRef="#br0" timeOffset="-24174.85">27759 17834 1697 0,'-19'-12'0'0,"4"2"0"0,5 5 0 0,1 1 0 0,9 3 0 0,0 1 269 16,0 0-114-16,1 5-59 15,12 5 546-15,5 2-307 0,1 3-148 0,2-1-74 0,6 1 110 0,0 5-93 16,4-2-46-16,-2 0-731 16,3-3 337-16,-1 0 175 0,4-2 87 0,0 0-909 0,6-2 502 15</inkml:trace>
  <inkml:trace contextRef="#ctx0" brushRef="#br0" timeOffset="-23889.4">28282 17994 1526 0,'0'-9'0'0,"0"1"0"0,0-1 0 0,0 3 0 0,0 4-2 0,3 1 360 0,2 1-161 0,1 0-80 16,4 0 473-16,-1 8-282 0,5 4-135 0,-3 0-68 16,3 1-294-16,1 3 114 15,1-1 66-15,-1-1-662 0,-2-3 343 0,4 0 171 16,-1-1 86-16,-1-3-662 0,2 0 338 0,-2-7 183 16,-1 0 86-16,4 0-96 0,-4-2 111 0,1-10 38 15,0-7 73-15,0-3 0 0,-2-5 0 0,-5-3 0 16,4-1 0-16,-7-1 0 0,4-1 0 0,-4 7 528 15,-1 5-302-15,-2 5-116 16,0 3-71-16,-1 5 849 0,-1 3-416 0,0 5-221 0,0 7-106 0,-5 18 526 16,-8 10-317-16,-7 9-147 15,-1 9-167-15,-4 5-40 0,-6 3 0 0,3 5 0 16,-5 3 0-16,-4 12 0 0,2-5 0 0,-3 5-684 16,-3 5 219-16</inkml:trace>
  <inkml:trace contextRef="#ctx0" brushRef="#br0" timeOffset="-8351.45">21971 17372 810 0,'-6'-5'0'15,"0"3"0"-15,-1-2 0 0,3 3 0 0,-2-4 0 0,0 4 0 0,1 0 241 16,2-1-102-16,0 2-50 0,1-3-27 0,1 3 95 0,-1 0-51 0,0 0-39 0,2 0 138 0,0 0-83 15,0 0-43-15,0 0 0 16,0 0 33-16,0 0-41 0,0 0-1 0,0 0 41 16,4 0-37-16,2 0 0 0,0 0-28 0,5 0 66 15,-3 0-38-15,5 0 0 0,0 0-37 0,-1 0 31 16,4 0 8-16,-2 0-39 0,0 0 92 0,1 0-45 16,1 0-1-16,0 0-46 0,3 0 70 0,-2 0-39 15,2 0 0-15,1 0 6 0,1 0 0 0,2 0-59 16,3 0-15-16,-1 0 0 0,1 0 0 0,1 0 0 15,1 0 0-15,0 0 0 0,3 0 0 0,-3 0 0 16,-3 0 0-16,1 0 0 16,1 0 0-16,-2 0 0 0,5 0 0 0,-7 0 0 15,-1 0 0-15,0 0 0 0,-1 0 0 0,0 3 0 0,5-1 0 16,-4-1 0-16,1-1 0 0,0 1 0 0,-1-1 0 0,7 3 0 16,-4-3 0-16,-2 0 0 15,3 0 0-15,-1 0 0 16,-2 0 0-16,7 0 0 0,-6 0 0 0,0 0 0 15,0 0 0-15,1 2 0 0,-2-2 0 0,5 1 0 16,-3-1 0-16,-2 1 0 0,3-1 0 0,1 3 0 0,0-3 0 16,7 0 0-16,-4 0 0 0,1 0 0 0,2 0 0 0,1 0 0 15,2 0 0-15,5 0 0 16,-8 0 0-16,4 2 0 0,0-2 0 0,2 0 0 0,-1 2 0 16,8 0 0-16,-8-2 0 0,2 0 0 31,4 1 0-31,0-1 0 0,3 0 0 0,8 0 0 0,-10 0 0 0,1 0 0 0,2 0 0 15,-1 0 0-15,3 0 0 0,7 0 0 0,-7 0 0 0,1 0 0 16,3 0 0-16,-2 0 0 0,3 0 0 0,6 0 0 16,-13 0 0-16,2 0 0 0,-2 0 0 0,5 0 0 15,-1 0 0-15,10 0 0 0,-9 0 0 0,3 0 0 16,1 0 0-16,1 0 0 16,0 0 0-16,7 0 0 0,-12 0 0 0,5 0 0 15,3 0 0-15,0 0 0 0,4 0 0 0,2 0 0 16,-10 0 0-16,-2 0 0 0,0 0 0 0,1 2 0 15,8 1 0-15,-12 1 0 0,4-1 0 0,0 2 0 16,-2 0 0-16,-1 0 0 0,9 2 0 0,-15-2 0 16,-1-1 0-16,3 4 0 15,-2-5 0-15,6 5 0 0,5-2 0 0,-9-1 0 16,-2-1 0-16,3 1 0 0,-5-1 0 0,3-1 0 16,2 2 0-16,-9-5 0 15,2 1 0-15,1 1 0 0,-1 0 0 0,2 0 0 0,6-2 0 0,-9 0 0 16,0 0 0-16,-3 1 0 0,1-1 0 15,-1 0 0-15,7 0 0 0,-10 0 0 0,2 0 0 0,1 0 0 16,1 0 0-16,0 0 0 16,11 0 0-1,-12 0 0-15,0 0 0 0,0 0 0 0,1 0 0 0,-1 0 0 0,4 0 0 0,-6 0 0 16,-2 0 0-16,1 0 0 0,2 0 0 0,2 0 0 0,6 0 0 16,-3 2 0-16,-1-2 0 0,2 2 0 15,0-2 0-15,1 1 0 0,3 1 0 0,-9 0 0 16,-1-1 0-16,0 1 0 15,-2 2 0-15,0-1 0 0,3-1 0 0,-9 2 0 0,-2-1 0 0,0 3 0 16,-2-2 0-16,-3-1 0 16,3 2 0-16,-9 1 0 0,0-3 0 0,-3 1 0 0,-1 0 0 15,-1 0 0-15,-5-1 0 0,-2 0 0 0,0-1 0 0,-3-1 0 16,-1 2 0-16,1 0 0 16,-2-3 0-16,0 0 0 0,0 0 0 0,0 0 0 15,0 0 0-15,-3 5-541 0,-4-1 215 0,-3 1 145 16,0 3 72-16,-4 2-898 0</inkml:trace>
  <inkml:trace contextRef="#ctx0" brushRef="#br0" timeOffset="-7072.58">22177 18498 1299 0,'-8'-5'0'0,"3"-1"0"0,1 3 0 0,1-1 0 0,0 0 0 0,-1 1 0 0,4 3 172 0,0-3-67 0,0 3 61 16,0 0-65-16,2 0-22 0,4 0-10 15,4 0 184-15,2 0-108 0,1 0-54 16,0 0-27-16,2 3 153 16,2-3-95-16,-2 3-42 0,4 0 0 0,-2-2 81 0,2 1-62 0,1 0-21 0,-1-2 52 0,1 1-46 15,2-1-23-15,0 2 54 16,3-2-39-16,3 0 8 0,-3 0-84 0,3 0 0 16,0 0 0-16,0 0 0 0,0 0 0 15,4 0 0-15,-5 3 0 0,3-1 0 0,-1-1 0 0,1 2 0 16,0 0 0-16,7 2 0 15,-6-2 0-15,2 1 0 0,-2 0 0 0,2-2 0 0,1 0 0 0,7 1 0 16,-7-3 0-16,1 0 0 0,0 0 0 0,3 0 0 16,1 0 0-16,10 0 0 15,-8 0 0-15,2-3 0 0,1 1 0 0,-2 1 0 0,3 0 0 16,6 0 0-16,-10-2 0 16,1 3 0-16,1 0 0 0,2 0 0 15,1 0 0-15,12 0 0 0,-10 0 0 0,4 0 0 0,4 0 0 0,2 0 0 16,-1-1 0-16,10-2 0 0,-14 0 0 0,1 1 0 15,2-1 0-15,1 0 0 0,1 2 0 0,8-1 0 16,-14 1 0-16,0 1 0 0,-1 0 0 0,-1 0 0 16,7 0 0-16,-8 0 0 15,-1 3 0-15,7-2 0 0,1 2 0 0,2 0 0 16,8-1 0-16,-15-2 0 0,4 3 0 16,1-3 0-16,0 0 0 0,2 0 0 0,9 0 0 0,-10 0 0 15,1 0 0-15,-1 0 0 0,1 0 0 0,-4 0 0 16,12 0 0-16,-18 0 0 15,6 3 0-15,0-3 0 0,2 1 0 0,1-1 0 0,7 0 0 0,-12 3 0 16,0-3 0-16,-1 0 0 0,1 0 0 0,0 0 0 16,9 0 0-1,-12 0 0-15,4 0 0 0,3 0 0 0,-2 0 0 0,-1 0 0 0,8 0 0 16,-15 0 0-16,4 0 0 0,-1 0 0 16,2 0 0-16,2 0 0 0,10 0 0 0,-11 0 0 15,3 0 0-15,-4 0 0 0,2 0 0 0,-1 0 0 16,8 0 0-16,-15 0 0 15,6 0 0-15,0 0 0 0,0 0 0 0,3 0 0 0,5 0 0 0,-11 0 0 16,-3 0 0-16,-2 0 0 16,5 0 0-16,-5 0 0 0,10 0 0 0,-9 0 0 15,-2 0 0-15,7 0 0 0,-1 0 0 0,7 0 0 16,-13 0 0-16,1 0 0 0,-3 0 0 0,-2 0 0 16,-3 0 0-16,4 0 0 0,-11 0 0 0,-4 2 0 15,1-1 0-15,-2 1 0 16,-1 2 0-16,2-3 0 0,-9 3 0 0,0-3 0 15,-5 1 0-15,-1 0 0 0,-1-1 0 0,1 0 0 16,-6-1 0-16,-1 2 0 0,0-2 0 0,-1 3 0 0,0-3 0 16,-1 0 0-16,0 0 0 0,0 0 0 0,0 0 0 15,0 0 0-15,0 0 0 16,0 0 0-16,0 0 0 0,0 0 0 0,0 0 0 0,0 0 0 16,0 0 0-16,0 0 0 0,0 0 0 0,0 0 0 15,0 0 0-15,0 0 0 0,0 0 0 0,0 0 0 16,0 0 0-16,0 0 0 0,0 0 0 15,0 0 0-15,0 0 0 0,0 0 0 0,0 0 0 0,0 0 0 16,0 0 0-16,-6 3 0 0</inkml:trace>
  <inkml:trace contextRef="#ctx0" brushRef="#br0" timeOffset="12515.98">29387 17124 1206 0,'-11'-4'0'0,"3"4"0"0,0-5 0 0,3 4 0 0,1 0 0 0,3 1 237 0,0 0-98 0,1 0-50 0,0-2 89 16,0 2-74-16,7-3-32 0,7 3 0 0,4-3-32 15,2-1 0-15,3-1 11 16,1 3 277-16,4-5-143 0,2 3-73 0,2 0-35 16,2-3 55-16,6 1-35 0,-6 0-11 0,2 1-130 15,2-2 43-15,-3 1-1 0,-2-2 42 0,3 3-77 16,-8 0 33-16,-8 0 0 0,-3 4 44 0,-5-2-345 16,-5 2 127-16,2 1 99 0,-9 0-521 15,0 0 281-15,-3 4 138 0,-12 3-292 0,-2 4 207 0,-4 2 117 16</inkml:trace>
  <inkml:trace contextRef="#ctx0" brushRef="#br0" timeOffset="12755.1">29423 17169 882 0,'-7'0'0'0,"2"0"0"0,1 0 0 0,2 0 0 0,2 7 0 0,0 3 458 0,0 3-208 0,2 3-106 0,2 7-51 0,5 1 118 0,-1 6-75 0,4 5-53 16,-5 3 73-16,3 3-59 0,-3 7-28 15,-1-1 0-15,-2 8-157 16,-2-3 59-16,-2 0 34 0,0-6-248 0,-2 0 142 0,-8-3 70 16,-3 2 46-16,2-15-297 15,-5-4 144 1,0-7 14-16,-1-3 54 0,1-5-57 0,-3-3-6 0,7-8 52 0,-1 0-102 0,6-13 71 0,0-9 36 0,7-6 0 31,0-4-197-31</inkml:trace>
  <inkml:trace contextRef="#ctx0" brushRef="#br0" timeOffset="13193.05">29722 17195 1115 0,'9'-21'0'0,"-1"9"0"0,0 2 0 0,-4 5 0 0,-1 2 0 0,-2 3 0 0,-1 0 281 16,0 0-121-16,0 5-59 0,-4 7-31 0,-8 3 92 16,-2 6-65-16,-2-1-29 15,-2 4-55-15,-1 4 27 0,2-2 0 0,-3 3 44 0,4-5-44 0,1 0 0 16,3-2 1-16,1-1 70 15,4-1-35-15,-2 1 10 0,7-3-46 0,2-2-65 0,0-1 32 16,2-5 1-16,7 2-166 0,2 0 95 0,3-4 44 16,1-2 19-1,-1-1-162-15,0 1 77 0,0-3 50 0,-1 3-377 0,-4-6 197 0,0 0 56 16,-2 0 60-16,-3 0-193 0,2 0 126 0,-3 0 52 16,-1 0 42-16,-2-12-103 0,0-2 68 0,0-2 43 15,-8-3-10-15,2-5-6 16,-2 2 9-16,-1-4 38 0,2 4 150 0,-2-2-99 0,3 4-30 15,-2-1 152-15,2 4-85 0,2 2-48 16,2 1 1-16,1 6 478 0,1-3-241 0,0 2-65 16,1 3-81-16,10 3 188 0,2 2-123 0,5 1-62 15,2 0 24-15,5 0-32 0,2 1-11 0,-2 6-43 16,3-1-64-16,-1 5 31 0,3-3 11 0,-8 2-20 16,-2-3 0-16,-1 4 42 0,-3-1 0 0,-5 1-90 15,1 0 55-15,-9 1 3 16,-2 0 1-16,-1 3-74 0,0-1 41 0,-9 3-2 15,-4 0-127-15,-3 0 67 0,-2 0 42 0,0-1 10 0,-2 0-363 16,0-4 175-16,1 2 86 16,1-2-269-16,2-4 182 0,-3-1 91 0,3-2 47 0</inkml:trace>
  <inkml:trace contextRef="#ctx0" brushRef="#br0" timeOffset="13347.19">29642 17491 605 0,'-7'-7'0'0,"0"1"0"0,0 2 0 0,3-1 0 0,1 2 0 0,3-1 432 0,0 2-196 0,0-2-98 0,2 2 34 15,9-5-57-15,2 3-42 0,4-2 0 0,2 4 126 0,0-3-80 16,0 1-40-16,6 1-117 0,-6-1 35 16,4 3-1-16,-1-2 44 0,-5 1-426 0,2 2 213 15,1 0 116-15,-9 0 44 16,1 5-596-16,-5 2 292 0,-4 2 103 0</inkml:trace>
  <inkml:trace contextRef="#ctx0" brushRef="#br0" timeOffset="13805.65">29706 17556 1228 0,'-17'0'0'16,"0"0"0"-16,5 0 0 0,3 0 0 0,2 0 0 0,1 0 0 0,5 0 0 0,0 2 217 0,1-2-93 0,1 0-42 16,9 0 0-16,3 0 33 0,4 0-37 0,1 0 9 15,1-2-107-15,0 2 30 0,0-3 0 0,1 3 30 16,-3-3-354-16,3 2 188 0,-7-1 77 0,-1 2-416 16,0 0 194-16,-1 0 132 0,-5 0 3 0,3 0-143 15,-3 0 124-15,-5 2 75 0,-1 2 41 0,0-1 39 16,0-1 0-16,-1 1 0 0,-8 1 0 0,0-1 0 15,-3-1 0-15,0 1 0 16,2-2 130-16,-2 3-116 0,2-1-22 0,1 1 410 16,1-1-174-16,-1 1-113 0,3 3 0 0,2 3 203 15,-2 0-144-15,2 0-67 0,3 3-34 0,-1 2 57 16,2 0-45-16,0 4 10 0,0 1-7 0,0-3 0 16,0 3-48-16,0-2 0 15,2 2-86-15,2-1 54 0,0-2-11 0,-1-1-118 16,-1-2 80-1,-1-1 41-15,0-5 0 0,-1 5-211 0,0-6 90 0,0-3 66 0,0-2-7 0,0 1-51 16,-1-3 9-16,-3 0 44 0,-2-3-95 0,-1-10 57 31,1-1 29-31,-3-3 0 47,1-3 30-47,2 0-1 0,-3 0 0 0,0 1 118 0,0 2-59 0,0 3-30 0,-2-1-10 0,4 7 297 0,-4 1-136 0,2 3-78 0,-2 4-15 0,2 0 120 0,-3 0-55 0,3 0-50 0,-2 12 7 0,1 3 0 16,0 1 9-16,0 2-38 0,-1 0-119 0,5 0 54 15,-4 1 33-15,6-2-291 0,-1-3 151 0,1 0 77 16,1 0 15-16,3-6-380 0,0 0 194 0,0-6 70 16</inkml:trace>
  <inkml:trace contextRef="#ctx0" brushRef="#br0" timeOffset="13960.97">29781 17754 967 0,'5'0'0'16,"0"-2"0"-16,2 2 0 0,-1 0 0 0,0 0 0 0,0 0 0 0,0 0 417 0,2 0-179 15,-2 2-104-15,1 5-46 0,-1 1-1 0,2 1-47 0,-2 0 0 16,1 2 68-16,1 2-38 0,-2-2-1 0,0 2-332 16,0-2 152-16,2 1 85 0,-4-2 29 0,2 0-452 15,-1-3 240-15,-1-2 28 0,-1-1 91 0</inkml:trace>
  <inkml:trace contextRef="#ctx0" brushRef="#br0" timeOffset="14154.98">30011 17460 1184 0,'0'-11'0'0,"0"2"0"0,0 1 0 0,0 2 0 0,0-1 0 15,0 1 455-15,0 1-207 0,4 1-104 0,4-1 111 0,7 0-107 0,-1-2-44 16,3 2-37-16,-1 0 112 0,7 2-69 0,0-2-36 16,2 1 1-16,4 1-273 0,-3 2 114 0,0 0 63 15,1 1-506-15,-4 0 284 0,-2 0 141 16,-1 0 74-16,-3 5-655 0,-10 6 295 0,-2 2 173 15</inkml:trace>
  <inkml:trace contextRef="#ctx0" brushRef="#br0" timeOffset="14631.35">30050 17657 920 0,'-11'0'0'15,"-2"0"0"-15,3 0 0 0,3 0 0 0,3 0 0 0,4 0 156 0,0 3-58 0,0-3-30 16,0 0 11-16,8 0 91 0,2 2-65 0,2 1-33 15,-1 1-61-15,1 1 27 0,1 4 11 0,-6 2-10 0,0 0-84 16,-1 4 42-16,-1 1 1 0,-4 0-25 16,1 6 43-16,-2-3-10 0,0-1 33 0,0 0-42 15,0-1-8-15,-2-2 36 0,-1 0-50 16,0-4 29-16,2-2-13 0,1-3 19 0,0-4-63 0,0-2 31 16,0 0 5-16,1 0 25 0,9-11-118 0,2-9 55 15,-2 1 24-15,5-5-148 0,1-4 71 16,-3-2 48-16,1-2 5 0,-1-3-39 15,3-3 14-15,-3-5-1 0,-1-7 5 0,-2 2 27 16,0-9 9-16,-1-1 0 0,-3-8 56 0,0 0-28 16,4-9-10-16,-7 16-17 0,-1 8 130 0,0 6-64 15,-2 14-19-15,0 8 323 0,0 6-157 0,0 17-88 16,0 0-17-16,0 9 223 0,0 10-114 16,-2 9-69-16,0 11-24 0,2 3 85 15,0 8-66-15,0 2-31 0,0 6 121 0,0 10-68 16,0-10-47-16,7 2-1 0,-2-1 6 0,2 4-44 15,2 2 0-15,0 9-36 0,2-15 36 0,2-2 0 16,1-2 0-16,1-4-177 0,-3-4 89 0,3 2 54 16,-3-18-10-16,-3-7-22 0,1-3-4 0,-4-8 25 15,-2-3-204-15,0-8 104 16,-2-2 26-16,-2-1 34 0,0-12-297 0,0-9 152 0,0-7 64 16,0-5-210-1,0-4 154-15,0-6 70 0,0-2 37 0,-5-6-304 0,2-2 170 0,-1-9 75 0</inkml:trace>
  <inkml:trace contextRef="#ctx0" brushRef="#br0" timeOffset="14750.04">30328 17052 852 0,'0'-9'0'16,"0"0"0"-16,0 6 0 0,0 1 0 0,2 2 0 0,10 0 317 0,-2 5-139 0,2 10-70 0,3 2-29 0,1 3 10 16,2 2-50-16,3 2 1 0,-2 2-360 15,4 2 169-15</inkml:trace>
  <inkml:trace contextRef="#ctx0" brushRef="#br0" timeOffset="14924.16">30650 17336 2100 0,'-13'-3'0'0,"3"-6"0"0,3 4 0 0,2 2 0 0,3 3 0 0,2-3 0 0,0 3 0 0,0 0 0 0,8 0 198 0,4 0-80 0,5 0-40 0,1 0-59 0,0 6 19 0,5-1 9 0,-4 4-517 0,2-1 255 0,1 2 126 0,-3 0 63 0,-1 1-691 0</inkml:trace>
  <inkml:trace contextRef="#ctx0" brushRef="#br0" timeOffset="15081.06">30718 17665 1327 0,'-16'0'0'0,"3"0"0"0,4 0 0 0,0 0 0 0,9 0 0 0,0 0 0 0,0 0 632 0,2 0-298 0,14 0-147 0,1 0 453 15,4 0-306-15,1-2-148 0,6-1-74 16,-2-4-162-16,3 4 43 0,3-2 10 0,-5 5-281 16,0-3 158-16,-2 3 79 0,-1 0 39 0,1 0-879 15</inkml:trace>
  <inkml:trace contextRef="#ctx0" brushRef="#br0" timeOffset="17338.25">31286 17204 1103 0,'-19'-1'0'0,"4"-4"0"15,-2 0 0-15,10 3 0 0,1 1 0 0,2-1 0 0,1 0 188 0,3 2-74 0,0 0-26 0,0 0 139 0,9 0-93 0,2 0-46 0,8 0 83 0,0 0-65 0,5 0-22 0,-1 0-10 0,1 0 52 0,0 2-42 0,2 3 0 16,0-1-33-16,-4-1-30 0,2 3 20 0,-3 0 0 16,-1-3-125-16,-1 3 63 15,1 0 41-15,-5-1-10 0,-3 4-139 0,-1-3 84 0,-4 5 9 0,-5 3-37 16,-1 4 27-16,-1 5-1 15,-14 4 10-15,-7 4-2 0,-6 6-3 0,-5 4 1 16,-5 5-12-16,4-2 62 0,-3-2-8 0,1-1-21 16,2-1 49-16,4-6 0 0,-1 3-36 0,10-15-6 15,7-5 173-15,6-6-80 0,2-1-34 0,5-8 125 16,0 3-67-16,0-5-46 0,8 0-5 0,8 0 30 16,1 0-9-16,3 0 1 15,2 0 10-15,-1 0 37 0,3 0-40 0,2-2-1 0,-2-2-13 16,0-1 0-16,5-3-18 0,-6 5-9 15,-1-3-113-15,-1 0 56 0,-1 4 28 0,-1-3-374 16,0 1 188-16,-5 1 95 0,-5 3 28 0,0-3-511 16,-5 2 243-16,0-1 139 0,0 1 59 0,-2 1-156 15,-2-3 118-15,0 1 59 0,0 0-325 0</inkml:trace>
  <inkml:trace contextRef="#ctx0" brushRef="#br0" timeOffset="17570.4">31302 17522 1096 0,'-23'-2'0'0,"3"-1"0"16,0-2 0-16,11 5 0 0,7-3 0 0,2 3 449 0,0 0-204 0,0 0-105 0,2 0 231 0,12-1-174 0,3-1-80 15,5 2-40-15,-2-1 64 0,4 1-51 0,5 0-15 16,-4 0-10-16,0 0-179 16,0 0 77-16,0 0 39 0,-1 0-542 0,3 4 300 0,-7 2 136 15,-2-1 71-15,-1 2-751 0,-2-1 373 16</inkml:trace>
  <inkml:trace contextRef="#ctx0" brushRef="#br0" timeOffset="17817.18">31618 17580 1280 0,'0'0'0'0,"0"0"0"0,0 0 0 0,0 1 0 0,0-1 0 0,0 2 0 0,0 0 0 0,0 1 0 0,0 3 321 0,0 2-140 0,5 5-60 0,-1 1-46 0,0 5 116 15,2 4-78-15,0 0-38 16,0 6-21-16,-2 3-6 0,0-1-9 0,-1 0-1 15,0-2-77-15,-1-2 39 0,-2 2 1 0,0-5-35 16,0-8 32-16,0-5 1 0,0-2 40 0,0-4-32 16,0 0 9-16,0-5-37 0,-2 0 44 0,-1-7 81 15,3-6-41-15,0-2-7 0,0-2 61 16,0 1-43-16,0-2 0 0,5-2-23 0,2 2 32 0,4-1-37 16,-1-2 4-16,3 6-26 0,-1 0 16 0,-2 1 0 31,3 2 0-31,-3 0-130 0,2 2 74 0,0 3 24 0,-3 2-1 0,1 2-293 15,1 1 150-15,-2 0 54 0,1 2-368 0,0 0 195 16,-3 0 111-16,-3 2 38 0,0 5-159 0,2-3 112 16,0 2 47-16,-6-1-386 0</inkml:trace>
  <inkml:trace contextRef="#ctx0" brushRef="#br0" timeOffset="18203.69">31760 17079 1078 0,'-7'-22'0'0,"3"5"0"16,4 3 0-16,0 6 0 0,2-3 294 0,7 2-118 0,2 5-73 0,2 2-3 0,3 0-31 0,-2 2 1 16,2 0-32-16,0 4-15 0,1 6-11 15,-3 4 27-15,-1-1 0 0,-4 5-186 0,-3 3 92 0,0 0 57 16,-4-1-161-16,-2 0 88 0,0-2 43 0,-8 2 1 0,-2-1 87 15,-3-1-24-15,-1-4-87 0,-1-3 149 16,3-1-61-16,-5-3 1 0,3-1-49 0,0 1 282 16,2-6-111-16,3 2-69 0,-1-3 9 0,3 0 106 15,2 0-84-15,1 0-32 0,4 0-66 16,0-3 14-16,2-1 1 0,10-3 0 0,3 0 2 0,0 1 7 16,1-1-10-16,1 3-36 0,0-2-1 0,1 2 38 15,-1 2-1-15,2-1-207 63,-5 1 72-48,3 0 61-15,-4 2-4 0,3 0-503 0,-3 0 228 0,6 0 133 0,-8 0-400 0,3 7 272 0</inkml:trace>
  <inkml:trace contextRef="#ctx0" brushRef="#br0" timeOffset="18391.39">31950 17517 1485 0,'-12'0'0'0,"5"0"0"0,1 0 0 0,3 0 0 0,2 0 0 0,1 2 243 0,0-1-103 0,10 1-50 16,3-2-26-16,7 0 363 0,5 0-185 0,0 0-106 16,4 0 136-16,0 0-116 0,3 0-59 0,-3 0-30 15,4 0-153-15,-8 0 57 0,4 0 34 0,-5 2-368 16,-3 1 201-16,1-1 101 16,-3 1 59-16,-4 1-553 0,-6-3 232 0,-3 3 154 15,-2-4 2-15,-2 0-133 0,-2 3 121 0,0-3 75 16,-6 0-274-16</inkml:trace>
  <inkml:trace contextRef="#ctx0" brushRef="#br0" timeOffset="18537.89">32179 17316 1328 0,'-11'-9'0'0,"2"6"0"0,3-2 0 0,1 5 0 0,5 0 0 0,0 0 0 0,0 0 0 0,0 14 451 0,0 3-211 0,0 6-100 0,2 3 310 15,3 6-206-15,-1 0-103 0,2 8-41 0,-3-3-192 0,4 7 65 16,0-2 33-16,-1 0 0 0,3 6-208 15,-1-8 116-15,-1 0 62 0,2-4-762 0</inkml:trace>
  <inkml:trace contextRef="#ctx0" brushRef="#br0" timeOffset="19150.49">32584 17149 886 0,'-4'-14'0'0,"-5"-1"0"0,3 8 0 0,0 0 0 0,-1 2 0 0,2 1 0 0,-3 4 139 0,1 0-42 0,-1 6-11 15,-1 11-49-15,2 8 217 0,-2 6-107 0,1 8-52 16,-3 7-18-16,6-1 274 0,3 3-156 0,1 2-77 16,1 0 197-16,0 4-138 15,0 5-58-15,7-11-35 0,6-3-1 0,4-1-43 16,2-8 1-16,0 0-90 0,4 0 54 0,-4-13-9 0,2-4 44 16,0-7-328-1,-1-2 164-15,1 0 92 0,-4-9-485 0,-1-1 255 0,0-1 64 0,-2-12 84 16,1-4-386-16,-1-4 219 0,-1-1 126 0</inkml:trace>
  <inkml:trace contextRef="#ctx0" brushRef="#br0" timeOffset="19538.86">32806 17049 1209 0,'-8'-9'0'0,"3"2"0"0,2 3 0 0,3 0 0 16,0 3 0-16,0-1 0 0,10 2 0 0,2 0 285 0,1 0-122 0,2 3-62 0,2 3-22 15,-2 3-9-15,0 0-31 0,-3 4 0 0,0-1 13 0,-5 1-13 0,3 3 10 16,-7 1-94-16,-3 1 43 16,0 5-1-16,-3-1 42 0,-10 1 45 0,-4 3-36 15,-5 0-9-15,0-4 128 0,-6 3-64 0,3-2-32 16,0 0-5-16,3-5 119 0,2-3-73 15,6-1-36-15,0-6-1 0,9 1-83 0,0 1 57 0,5-5-10 16,2-3-66-16,9 0 33 0,6-2 0 0,5 0 33 16,6 0-184-16,-3 0 88 0,0 0 47 15,4-2-384-15,-5-4 177 0,-1 3 108 0,5-1 6 0,-11 0-307 16,0 1 186-16,-3-1 92 16,-1 2 47-16,-6-2-268 0,2 0 147 0,-6 0 88 15,-3-3-96 16,0-1 87-31</inkml:trace>
  <inkml:trace contextRef="#ctx0" brushRef="#br0" timeOffset="19670.28">32786 17179 1608 0,'-24'0'0'0,"3"-5"0"0,5 4 0 0,9 0 0 0,4-2 0 0,3 3 0 0,0 0 0 0,0 0 242 0,5 0-107 0,6 0-48 0,6 3 237 0,2 1-143 0,4 0-71 0,2 2-26 0,-2-2-85 15,-2 3 40-15,2-4 0 0,-1 5 0 0,1-1-428 16,-1 2 223-16,-2-2 98 0,-3 1-559 0,-1 0 266 15,0 1 181-15,-2-3 9 0,2 4-174 0,-7-2 159 16</inkml:trace>
  <inkml:trace contextRef="#ctx0" brushRef="#br0" timeOffset="19995.51">33038 17295 1436 0,'-10'0'0'0,"-2"2"0"0,-1 0 0 0,4 4 0 0,2-1 0 0,-1 4 0 0,3 2 0 0,3 2 209 0,1 4-75 16,1 0-53-16,0 1 222 0,1 2-132 0,6 2-66 15,6-3-32-15,2 3 6 0,1-5-8 0,-1-4-32 16,6-2-80 0,-3-3 40-16,2-2 0 0,2-2 50 0,-2-4-128 0,-3 0 60 0,2 0 28 0,-5-8-55 15,2-4 43-15,-1 0 2 0,-3-7-8 0,-4-1-129 16,-3-1 70-16,1-4 5 0,-4-1 27 0,-1-3-57 16,-1 2 40-16,0 1 8 0,-5 1-20 15,-6 3-6-15,-5 2 45 0,0 2-17 16,-4 6 180-16,0 5-78 0,-1 5-39 0,-1 0 118 15,1 2-75-15,2 0-28 0,3 8 2 0,4 2 277 16,5 4-146-16,2 1-47 0,5-1-46 0,0 4 19 16,0-2-9-16,5 1-46 0,8-5-152 0,1 3 75 15,2-4 39-15,1 2 10 0,0-3-431 0,3-1 221 16,-3-1 110-16,2-3-660 0,1 2 346 16,-4-5 186-16,1 2 89 0,-4-3-210 15</inkml:trace>
  <inkml:trace contextRef="#ctx0" brushRef="#br0" timeOffset="20541.91">32711 17656 500 0,'-10'0'0'0,"1"0"0"0,3-3 0 0,-1 2 0 0,3-1 0 0,-1 0 0 0,2 2 411 0,3 0-186 0,0 0-93 0,0 0 232 0,3 0-168 0,13 0-78 15,2 0-40-15,4 0 271 0,8 0-155 0,4 0-68 0,-1 0-49 0,7 0 72 0,1 0-55 16,-1 0-27-16,0 0-56 0,6 0 11 16,-9 0 17-16,0 0 0 0,-2 0-241 0,-7 0 120 15,1 0 61-15,-1 0-374 0,-10 0 209 16,-3 0 45-16,-5 0 73 0,-3 0-454 0,-5 0 236 15,1 0 115-15,-3 0 70 0,0 0-313 0,-9 0 187 16</inkml:trace>
  <inkml:trace contextRef="#ctx0" brushRef="#br0" timeOffset="21232.31">32904 17761 211 0,'0'-2'0'0,"0"0"0"0,-2-1 0 0,1 1 0 0,-1-1 0 0,1 0-64 0,-1 2 24 16,0-2-5-16,2 1 294 0,-2 2-106 16,2-2-54-16,0 0-26 0,-2 2-55 0,2-1 41 15,0 1-10-15,0 0-32 0,0 0-1 0,0 0 31 16,0 0 0-1,0 0-7 32,0 0 4-47,0 0 0 0,0 0 0 0,0 0 51 16,0 0-48-16,2 0-7 0,0 0 45 0,0 0-6 0,-2 0-34 0,0 0-6 0,2 0 87 0,-1 3-29 0,1 1-10 0,-2 2 4 0,1 0 1 0,1 4-43 0,-2 2 0 0,3 1 87 16,-2 3-48-16,1 3 0 0,-1 1-39 0,1 1-34 0,0 0 34 15,-2 6 10-15,2-4-84 0,-1 1 38 0,-1-3-1 0,2 1 37 16,-2-2-52-16,0-1 36 0,0-4-36 0,0-3 73 15,0-5-13 1,0 0-20-16,0-2-22 0,0-1 77 0,-3-4-16 0,1 0-43 16,-3-2 1-16,-1-7 44 0,4-6-26 0,1-3-2 0,1-3-58 0,0 0 26 15,0-2 11-15,6 0 16 16,2 1-74-16,4 1 41 0,-1 3-16 0,3 2 79 16,-2 3-48-16,2 1 5 0,1 3-17 15,2 0 45-15,1 6-43 0,-1 1 10 0,-1 2-5 0,-2 0-33 16,4 0 6-16,-3 2 32 0,-3 5-62 0,-2-2 29 15,0 2 1-15,-4-1 29 16,1 0-38-16,-4-1-1 0,-1-2 22 0,-1 0-7 0,-1 1 6 0,0-2 5 16,0-1-15-16,0 0-163 15,0-1 80-15,0 0 44 0,-1 0-7 0,-4 0-259 16,5 0 126-16,0 0 85 0,0 0-621 0,0-2 345 16</inkml:trace>
  <inkml:trace contextRef="#ctx0" brushRef="#br0" timeOffset="21856.06">33356 17195 1150 0,'-6'-12'0'0,"3"5"0"0,-2 3 0 0,2-2 0 0,1 4 0 0,2-1 0 0,0 0 0 0,0 3 95 0,0 0-27 0,7 4-1 0,4 8 213 15,4 7-111-15,-3 0-70 16,4 7-29-16,-1 1 161 0,1 5-95 0,-1 1-49 16,0 4 10-16,-3 0 59 0,-1 2-58 0,-3 8-30 15,-6 0-48 1,-1 7 19-16,-1 7 10 0,-3-7-10 0,-14 1-64 0,-6-3 32 15,-3 0 0-15,-3-6-123 0,-5 5 87 0,5-13 29 0,-5-5 0 0,6-7-102 16,-1-4 59-16,8-10-4 0,0 0-105 0,10-12 71 16,5 0 35-16,5-2-5 0,1-9-353 0,0-6 180 15,0-4 82-15,7 0-396 32,8-6 249-32,-1-2 125 0</inkml:trace>
  <inkml:trace contextRef="#ctx0" brushRef="#br0" timeOffset="22333.09">33466 16859 941 0,'0'-8'0'0,"-1"1"0"0,-1 0 0 0,-2 2 0 0,2-3 0 0,-1 2 0 0,2 0 0 0,-1 2 0 0,2 2 324 0,0-1-143 0,0 1-70 15,0 0 118-15,0 1-100 0,0 1-45 0,0 0 0 0,2 0 16 16,4 0-30-16,4 5 10 16,-2 1 1-16,3 3 1 0,-3-1-43 0,5 2 0 15,-3 1-51-15,1 1 35 0,0-1-9 0,-4 2-54 16,2-1 40-16,-4 1 0 0,-3 3 39 0,0 3-116 15,-2-3 34-15,0 2 36 16,-12 0-4-16,0 1-18 0,-3-2 0 16,-3 4 3-16,-1-6 129 0,-1-1-48 0,0-1-11 0,0-1-41 0,3-3 313 0,2 0-139 15,7-5-65-15,-1 0 119 0,7-1-96 16,2-1-48-16,2-1 0 0,10 1 92 0,8-2-153 16,5 0-26-1,6 0 0-15,2 0 0 0,2 0 0 0,2 0 0 0,-3-2 0 0,1 1 0 31,-1-1 0-15,-6 0 0-16,4 1-102 0,-11 0-45 0,-3 1 46 0,-5-3-613 0,-5 2 319 0,-2 1 177 31,0-2 80-31</inkml:trace>
  <inkml:trace contextRef="#ctx0" brushRef="#br0" timeOffset="46075.96">12264 11207 795 0,'-21'-1'0'0,"5"-1"0"0,1 0 0 0,1 1 0 0,1 0 0 0,2 1 0 0,-2 0 0 0,6 0 0 0,1-3 185 16,3 3-69-16,-1 0-34 0,4-1-1 0,0 1 188 0,0 0-117 0,0 0-53 15,0 0 81-15,0 0-67 0,0 0-32 16,0 0 17-16,4 0-12 0,0 0-39 15,4 0 0-15,-2 0 103 0,0 0-51 0,3 0 11 0,-3 4-63 16,3-2 118-16,-1 2-59 0,-1-1-30 16,4 2 1-16,2-2 47 0,-4 0-44 0,6 3 0 15,-2-2 42-15,3 0-38 16,-1 2 1-16,5-2-8 0,2 2-59 0,-1-1-18 0,2 0 0 0,2 2 0 16,1-2 0-16,5-1 0 0,1 2 0 0,-1-3 0 31,2 1 0-31,-1-1 0 0,3-3 0 0,2 4 0 0,-6-4 0 0,1 0 0 15,-3 0 0-15,-1 0 0 0,3 0 0 0,-6 0 0 16,-1 0 0-16,-3-4 0 0,0 1 0 0,2 0 0 16,3 1 0-16,-6-3 0 0,2 4 0 0,-1-2 0 15,0 0 0-15,2 0 0 0,1 2 0 0,-2 0 0 16,0-1 0-16,0 1 0 0,0-2 0 0,1 3 0 16,3-1 0-16,-5-1 0 0,2 2 0 0,-1 0 0 15,1 0 0-15,-1-3 0 16,7 3 0-16,-8 0 0 31,2 0 0-31,2 0 0 0,0 0 0 0,0 0 0 0,6-3 0 0,-6 3 0 0,2-2 0 0,0 2 0 0,-2 0 0 0,3 0 0 16,5 0 0-16,-4 0 0 0,0 0 0 0,1 0 0 15,-1 0 0-15,2 0 0 0,5 0 0 0,-5 0 0 16,-1-2 0-16,1 2 0 16,2 0 0-16,1-4 0 0,4 3 0 0,-5 1 0 0,1-3 0 0,3 1 0 15,0 1 0-15,2 0 0 0,10-4 0 16,-10 4 0-16,4 0 0 0,-1-2 0 0,1 2 0 15,0-4 0-15,7 4 0 0,-9-1 0 16,-2 2 0-16,1 0 0 0,2 0 0 0,5 0 0 16,-7 0 0-16,-1 0 0 0,2 0 0 0,0 0 0 15,0 0 0-15,6 0 0 0,-8 0 0 0,0 0 0 16,0 0 0-16,3 0 0 16,0 0 0-16,9 2 0 0,-7-2 0 0,1 0 0 0,3 0 0 15,-2 0 0-15,-1 0 0 0,8 1 0 16,-12-1 0-16,2 2 0 0,-2 1 0 15,-1-2 0-15,4 2 0 0,6-2 0 0,-8 3 0 0,1-2 0 0,5-1 0 16,1 0 0-16,-2 1 0 0,9-2 0 16,-11 3 0-16,3-3 0 0,-1 0 0 0,1 0 0 15,4 0 0-15,7 0 0 0,-9 0 0 0,0 0 0 16,1 0 0-16,-1 0 0 0,-2 0 0 0,8 0 0 16,-12 0 0-16,0 0 0 0,-1 0 0 0,2 0 0 15,2 0 0-15,8 1 0 16,-14 3 0-16,6-2 0 0,-2 3 0 0,2-5 0 15,0 0 0-15,7 5 0 0,-9-5 0 0,2 1 0 16,2 2 0-16,3-3 0 0,0 1 0 0,10-1 0 16,-14 2 0-16,2-1 0 0,-3 0 0 0,0 2 0 15,-3 0 0-15,8 0 0 0,-14 1 0 0,2 0 0 16,2-1 0-16,-1 4 0 31,9-3 0-15,-11 0 0-16,0 1 0 0,1 0 0 0,1 0 0 0,-4 2 0 0,8-3 0 0,-12 1 0 15,3 3 0-15,0-4 0 0,0 1 0 0,2 0 0 0,8-1 0 0,-9 2 0 32,2-2 0-32,0-2 0 0,2 1 0 0,0 1 0 0,5-1 0 0,-12-1 0 0,5 2 0 0,-3-3 0 0,0 1 0 0,-2 2 0 15,12-2 0-15,-8 0 0 0,1 0 0 0,2-1 0 16,2 1 0-16,1 0 0 0,6-2 0 0,-11 1 0 16,2-1 0-16,-1 2 0 0,-2 0 0 0,1-1 0 15,10 1 0-15,-12-1 0 16,5 2 0-16,-1 0 0 0,0 0 0 0,3-2 0 15,5 3 0-15,-7-1 0 0,-3-1 0 0,4-1 0 16,-2 2 0-16,1 0 0 0,9-2 0 0,-8 0 0 16,4-1 0-16,5 0 0 0,0 2 0 0,2-2 0 15,7 0 0-15,-13 0 0 0,1 0 0 0,-1 0 0 16,3 0 0-16,-1 0 0 0,9 2 0 0,-8-2 0 16,2 3 0-16,-1 0 0 0,3-3 0 15,-2 2 0-15,11 2 0 0,-14-1 0 16,3-1 0-16,1 1 0 0,5-3 0 0,8 4 0 0,-12 0 0 15,5-2 0-15,-2 0 0 0,1 1 0 16,-1-1 0-16,7 0 0 0,-9 0 0 0,4 1 0 16,2-1 0-16,0 1 0 15,2 1 0-15,8-4 0 0,-11 3 0 0,0-1 0 0,2-1 0 0,7 1 0 16,2-1 0-16,12-1 0 0,-15 0 0 0,-2 0 0 16,4 0 0-16,0 0 0 15,0 0 0-15,17 0 0 0,-15 0 0 0,2 0 0 16,1 0 0-16,-2-1 0 0,3-1 0 0,16 1 0 15,-17-1 0-15,7-1 0 0,0 3 0 0,0-4 0 16,-1 3 0-16,12-3 0 0,-10 2 0 0,1 1 0 16,3-1 0-16,-4 0 0 15,2 2 0-15,12 0 0 0,-15 0 0 0,4 0 0 16,1 0 0-16,1 0 0 0,0 0 0 0,13 0 0 0,-16 0 0 0,7 0 0 16,0 0 0-16,-1 0 0 15,2 0 0-15,11 2 0 0,-13 0 0 0,2 1 0 16,-2-1 0-16,1 1 0 0,0-2 0 0,15 2 0 15,-18 0 0-15,2 2 0 0,-2 0 0 0,0 0 0 16,11-1 0-16,-12 2 0 0,1 1 0 0,1 0 0 16,-1-2 0-16,-1 2 0 0,12 1 0 0,-16-2 0 15,6 3 0-15,-2-3 0 0,-1 3 0 0,-3-1 0 16,11-1 0-16,-14 0 0 0,1 3 0 0,-1-5 0 16,-1 2 0-16,-5 0 0 15,8 1 0-15,-17-4 0 0,3 4 0 0,-1-4 0 0,-2 1 0 0,-6-2 0 16,4 2 0-16,-22-2 0 15,4 1 0-15,-6-2 0 0,-2 4 0 0,-3-5 0 16,1 4 0-16,-12-4 0 0,-2 0 0 0,-2 3 0 16,0-2 0-16,-4 0 0 0,5 0 0 0,-7-1 0 15,-1 2 0-15,-2-2 0 0,0 1 0 16,-2-1 0-16,-1-1 0 0,-1 3 0 0,-5-3 0 16,0 0 0-16,0 1 0 0,-1-1 0 0,-1 0 0 0,0 0 0 15,-1 0 0-15,0 0 0 0,0 0 0 0,0 0 0 16,0 0 0-16,0 0 0 0,0 0 0 0,0 0 0 15,0 0 0-15,0 0 0 16,0 0 0-16,0-1 0 0,0-3 0 0,0 1 0 16,0-1-487-16,0 2 31 0,-13 1 191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57" units="1/cm"/>
          <inkml:channelProperty channel="Y" name="resolution" value="1820.3889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12-21T00:31:51.83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01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2-12-21T00:34:21.972"/>
    </inkml:context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8401 2244 887 0,'0'0'0'0,"0"0"0"0,0-5 0 16,0-1 0-16,2 3 0 0,-1-2 197 0,-1 1-79 0,0 0 83 0,1-1-86 0,-1 2-39 15,0-3 1-15,0 4 82 0,0-3-60 0,0 0-21 16,0-1-9-16,0 2 10 15,0 0 1-15,0-1-41 0,0 0-1 0,0-2 21 0,0 2-20 0,0-2 0 16,0-1-14-16,-2 1 13 0,-3 0 1 16,2-1-10-16,-3 1 9 15,2-1 1-15,0 1 0 0,-2 0 0 0,0 3 0 0,-1-4 9 0,0 4-9 16,-1-1 30-16,3 2 0 0,-3 1-31 0,0 1 1 0,1-1 36 16,1 2-9-16,0 0-28 15,0 0-26-15,1 10-1 0,2 1 28 0,-2 4 42 16,5 5-9-16,0 3-33 0,0 5 0 0,0 3 10 15,0 4-11-15,0 6 11 16,2 2-10-16,4 3 39 0,2 4-39 0,-1 4 0 0,1 5-1 0,0 7-24 16,-1-7-14-16,1-4 0 0,-4 1 0 0,0-5 0 15,0-4 0-15,-1 4 0 0,-2-14 0 0,2-5 0 16,-3-5 0-16,0-2-76 16,0-5 24-16,0 8 36 0,0-14-1 0,-7 2-53 15,0-1 22-15,2-1 0 0,-5-2 11 0,1 0-205 16,0-4 95-16,1-1 59 0,-4-4-336 0,4-3 192 15,-4 0 87-15,4 0-439 0,-1-6 273 0,0-10 136 16,-1-9 68-16</inkml:trace>
  <inkml:trace contextRef="#ctx0" brushRef="#br0" timeOffset="189">8043 2569 2139 0,'-8'-5'0'0,"-1"3"0"0,5 1 0 0,4-1 0 0,0 2 0 0,0 0 0 0,4 0 0 0,13 0 465 0,3 0-213 0,4 0-106 16,5 0 377-16,1 0-242 0,3 0-156 0,1 0-132 16,1 0 1-16,1 0 0 0,3 0 25 0,0 0-532 15,4 2 276-15,-6 1 133 0,-5-2 71 0,-1 3-656 16,-2 0 293-16,-5-1 200 0,2 0-39 0,-10-2-173 16</inkml:trace>
  <inkml:trace contextRef="#ctx0" brushRef="#br0" timeOffset="388.92">8757 2027 2076 0,'0'0'0'0,"0"0"0"0,0 0 0 0,0 0 0 0,0 0 0 0,0 7 0 0,0 5 0 0,0 2 611 0,0 6-286 15,0 5-134-15,0 3-81 0,0 3 9 16,0 1-41-16,0 5 1 0,0 1-190 0,0 2 85 15,0-6 28-15,0-2-560 0,0-3 303 0,3-2 147 16,-2-5 74-16,2 4-765 0,-1-14 391 0,-1-4 150 16</inkml:trace>
  <inkml:trace contextRef="#ctx0" brushRef="#br0" timeOffset="543.75">8764 2244 1855 0,'-7'-8'0'0,"4"4"0"0,2-1 0 0,1-1 0 0,0 3 0 0,0 0 0 0,4-2 0 0,10 3 0 0,2-3 490 16,4 3-225-16,2-3-113 0,2 3-82 0,5-1 9 0,-4-1-40 0,4 1-217 16,-2 0 108-16,1 1 54 0,-2 2 28 0,1 0-592 15,-7 0 305-15,-4 0 157 0</inkml:trace>
  <inkml:trace contextRef="#ctx0" brushRef="#br0" timeOffset="746.93">8904 2398 1847 0,'-10'6'0'0,"2"3"0"15,0-1 0-15,1 2 0 0,2 0 0 0,1 4 0 0,3-3 355 0,-2 0-158 0,3 2-32 0,0 0-63 16,0 0-32-16,0 2 10 0,3-2-200 16,1-1 80-16,2 3 39 0,-1-4 0 0,1 0-499 15,0 3 280-15,-1-7 124 16,-2-1 67-16,2-2-614 15,-2-1 318 1</inkml:trace>
  <inkml:trace contextRef="#ctx0" brushRef="#br0" timeOffset="943.21">8888 2400 823 0,'0'-11'0'0,"0"-1"0"0,0 5 0 0,0-3 0 0,0 1 0 0,1 0 0 0,4 3 214 0,5 1-87 0,3 1 184 16,-2 2-135-16,6 1-69 15,1-1-24-15,0 2 90 0,0 0-67 0,0 0-34 16,-1 3 1-16,0 3 5 0,-4 4-9 0,-2 0-30 15,0 2 0-15,-2-1 64 0,-3 4-32 0,3-2 10 16,-5 4-4-16,-1-1-1 0,-1 1-37 0,-1 0-128 16,2 3 64-16,0-1 41 0,0-1-9 0,-2-2-347 15,1 1 168-15,-2 0 96 0,0-1 22 16,0 1-232-16,0-5 103 0,0 1 80 16,0-3-20-16,0-3-325 0,0-1 204 0</inkml:trace>
  <inkml:trace contextRef="#ctx0" brushRef="#br0" timeOffset="1531.51">8921 2510 1251 0,'-14'0'0'0,"3"0"0"0,0 0 0 0,2 0 0 0,2 0 0 0,1 0 0 0,6 0 0 0,0 0 215 0,2 0-88 0,11-2-44 16,2-3 0-16,3 0-246 0,1-2 95 15,3 2 54-15,-2 0 26 0,-1 1-193 16,-1 0 110-16,0 0 65 0,-5 4-469 0,0 0 239 15,-4 0 120-15,-3 0-96 0,0 0 78 0,0 8 39 16,-5-1 95-16,-1 2 85 0,0 1-82 0,-3 1 1 16,-2 1-52-16,-8 1 309 0,1-1-149 0,1-2-76 15,-1 2 277-15,2-3-157 0,-2 1-36 0,4-4 1 16,-1 1-10-16,3-2-37 0,2-1 1 0,-3-1-89 16,4 3 35-16,1-2-8 0,2-1 25 0,0-2-90 15,0 2 45-15,0-1 0 16,0 0 55-16,0 1-57 0,0 0 1 0,0-1 4 15,0 3 30-15,0-3 65 0,2 2-29 0,-2 2-9 16,2-1 0-16,-2-1-34 16,1 1 2-16,2-2-31 0,-2 4 8 0,2-2 42 0,-1 0-12 0,0 1-117 15,1-3 56-15,0 1 29 0,0 4 6 0,3-5-67 16,-2 4 38-16,0-1 5 0,1-1 0 0,0 4 34 16,-1 0-13-16,-2-2-22 15,1 4 46-15,-1 0-9 0,-1 1-20 0,1 0 61 16,-2 3-28-16,0-3 11 0,0 3-35 0,-5-1 42 15,-2-2-36-15,-3 1 13 0,-4 1-7 0,1-5-34 16,-4-2-3-16,1 1 36 0,-4-6-41 16,0-1-2-16,0-1 39 0,-2 0-2 0,3-1-4 15,0-8-3-15,-1-2 2 0,1-2 60 16,6-1-29-16,4 0-5 0,-1 1-26 0,5 2 239 0,4 1-112 0,0-1-38 16,1 4-37-16,2-1 211 0,15 4-113 15,0 0-58-15,5 3 132 0,2 1-85 16,4 0-57-16,3 0 1 0,2 5-4 0,3 2-44 15,2 5 0-15,4 0-123 0,-4 1 56 0,-1 0 34 16,5 2 0-16,-3 2-466 0,-1-3 248 16,2 3 89-16,-6-4 70 0,-10-2-729 0,1-2 373 0,-5-3 185 15</inkml:trace>
  <inkml:trace contextRef="#ctx0" brushRef="#br0" timeOffset="1731.64">9539 2101 1292 0,'0'-4'0'16,"0"4"0"-16,0 0 0 0,-1 0 0 0,-2 6 0 0,-4 9 0 0,1 6 0 0,-5 7 618 0,-3 10-290 0,-3 7-145 0,0 6 83 0,-7 7-105 16,4-7-67-16,1 3-28 15,0-8-247-15,0 0 108 0,1-2 65 0,5-14-557 16,3-7 301-16,-1-4 151 0,3-7 75 0,2-4-668 15</inkml:trace>
  <inkml:trace contextRef="#ctx0" brushRef="#br0" timeOffset="1896.47">9362 2410 899 0,'0'0'0'31,"0"0"0"-31,0 0 0 0,1 0 0 0,5 0 366 0,2 0-163 0,0 6-83 0,7 2 520 0,4 2-305 0,1 1-149 0,5 2-34 15,4 2-57-15,1-2-29 16,5 4 10-16,-1-3-523 0,-4 0 242 0,-1-3 121 0,-1 2 61 0,-2-4-655 0,-3 0 342 0,-7-2 168 16,-7-2 86-16</inkml:trace>
  <inkml:trace contextRef="#ctx0" brushRef="#br0" timeOffset="2050.52">9402 2689 879 0,'-11'0'0'0,"3"0"0"0,2 0 0 0,1 0 0 0,5 0 0 0,0 0 0 0,6 0 537 0,6-2-241 0,6 1-134 0,2-3-62 16,3 2-31-16,2-3 0 0,-1-1-32 0,3 4 10 15,-6-2-10-15,1 3 1 0,-2-1-1 0,-5 2 1 16</inkml:trace>
  <inkml:trace contextRef="#ctx0" brushRef="#br0" timeOffset="2345.96">9461 2852 1117 0,'-3'0'0'0,"-3"2"0"0,5-2 0 0,-3 1 0 0,3 1 0 0,1-2 0 0,0 2 311 0,0-2-137 16,1 1-69-16,7-1-33 0,0 2-119 16,0-2 38-16,0 1 23 0,-2-1 0 0,4 3-194 0,-5-3 108 0,0 1 64 31,1 1-114-31,-3-1 76 0,-1 2 38 0,2-1 1 0,-2 0 76 0,-1-1-133 15,1 2 29-15,0-3 155 0,-1 3-64 0,2-2-41 16,-2 2-1-16,1-3 122 0,-1 2-65 0,-1-1-6 16,0 1-24-16,0 0 52 0,0 1-21 0,0 1-11 15,0-1-107-15,-1 1 43 32,-8 1 0-32,-1 0-159 0,-3 2 98 0,-1-2 31 0,-1 1 26 0,-3-4-122 31,1 0 66-31,-2-2 13 0,4 0 22 0,2 0-217 0,5-7 108 0,6-10 27 0,2-7 36 0</inkml:trace>
  <inkml:trace contextRef="#ctx0" brushRef="#br0" timeOffset="2497.69">9868 2167 2238 0,'5'-12'0'0,"-1"7"0"0,-2-1 0 0,1 2 0 0,-2 3 0 0,-1 1 0 0,0 0 0 0,0 4 411 15,-4 4-187-15,-1 2 95 0,2 1-132 0,0-2-80 0,3 4-35 0,0 1-549 16,0-4 256-16,0 2 130 0,3 2 73 0,8-2-390 15,-2-4 223-15,4 2 111 0,1-1 55 0</inkml:trace>
  <inkml:trace contextRef="#ctx0" brushRef="#br0" timeOffset="2766.97">10134 2212 1644 0,'0'0'0'0,"0"0"0"0,0 0 0 0,-3 1 0 0,-1 1 0 0,-6 3 0 0,2 0 0 0,-6 5 0 0,-6 1 225 16,-3 5-94-16,-8 6 17 0,-5 1-60 0,-5 4-26 15,-5 2 1-15,-6 2-96 0,1-4 35 0,-5 7 10 32,12-14 25-32,10-5 9 0,6-4-9 0,9-5 0 0,7-6 0 0,4 0 43 0,8 0-9 0,0 0-34 15,11-6 89-15,9-4-45 0,6 0 1 0,7-4 64 16,0 2-59-16,4-1-25 16,5 2 0-1,1 1 44-15,3-1-35 0,5 1 9 0,-7 1-43 0,-2 2-42 0,2 0 0 0,0 4 42 31,-4-3 0-31,5 3-165 0,-12 1 78 0,-5 2 44 0,-5 0-633 0,-7 0 320 32,-4 0 118-32,-4 5-560 0,-8 2 367 0,0 2 178 0</inkml:trace>
  <inkml:trace contextRef="#ctx0" brushRef="#br0" timeOffset="2987.69">9852 2530 1959 0,'-9'4'0'0,"4"4"0"0,-4 5 0 0,4 0 0 0,4 4 0 0,0 7 0 0,1 5 0 0,-3 5 0 0,3 3 474 0,0 2-219 0,0 1-109 0,0-1 32 0,0 0-70 16,0 0-27-16,0-6-278 0,0-6 117 0,0-1 58 15,0-5 30-15,0-5-533 0,3 1 290 0,-2-12 132 32,0-5 69-32,1 0-648 0,-1 0 323 0,1-9 157 0,1-8 73 0,-1-3-210 31,-2-7 170-16,0-1 84-15</inkml:trace>
  <inkml:trace contextRef="#ctx0" brushRef="#br0" timeOffset="3194.48">9827 2698 375 0,'0'-29'0'0,"0"4"0"0,0-5 0 0,0 13 0 0,0 0 0 0,5 6 500 0,4 3-231 0,1 3-116 0,2-2-49 0,4 7 137 0,0 0-102 0,-1 0-51 0,2 3 126 0,2 6-89 16,0 1-35 0,-4 1 17-16,1 0-36 0,-1 1 1 0,-4 0-35 0,1 5 70 0,0-3-26 0,-4 2-9 15,-2 0-35-15,0 2 137 0,-1 5-69 0,-1-2-34 47,1 6 10-47,0-3 25 0,-1-1-35 0,1 3 0 0,-1-5-242 0,1 4 104 0,3 4 61 0,-3-5-198 0,0-2 121 0,1 2 59 0,-2-2 31 0,1 4-617 16,-3-6 297-16,-1-4 94 0,-1 0 92 0,0-5 44 15,0-5 1-15,-5 0 36 32,-2-6 8-32,-6 0-365 0</inkml:trace>
  <inkml:trace contextRef="#ctx0" brushRef="#br0" timeOffset="3376.01">9897 2780 1145 0,'-6'-5'0'0,"3"-1"0"0,2 4 0 16,1-3 0-16,0 2 0 0,0-1 201 0,0 2-87 0,6 2 48 0,3 0-62 15,2 0-32 1,0 0 0-16,1 2-143 0,-2 5 52 0,0 0 29 0,-3 4 1 0,-2-2-393 16,2 4 200-16,-5 1 104 0,-1 0 45 0,-1 0-320 15,0 1 166-15,0-3 81 0,0 1 46 0,-3 0-10 47,-4-5 37-47,2 1 149 0,0-4-75 0,3-2-37 0,-1-3 0 0,3 0 11 0,0 0-20 0,0 0 1 0</inkml:trace>
  <inkml:trace contextRef="#ctx0" brushRef="#br0" timeOffset="3513.25">10197 2695 895 0,'0'2'0'0,"0"-1"0"0,0 2 0 0,0 0 0 0,0-1 0 0,0 1 0 0,0 2 658 0,0-1-310 0,0-1-156 0,0 3 1 0,0-2-82 16,0 3-37-16,0 0-482 0,0 0 223 0,0 0 110 16,1 1 66-16</inkml:trace>
  <inkml:trace contextRef="#ctx0" brushRef="#br0" timeOffset="3706.3">10378 2585 648 0,'0'-5'0'0,"0"1"0"0,0 4 0 0,0-3 0 0,0 3 819 0,0 0-382 0,0 0-204 0,1 15-98 0,1 6 291 16,2 6-194 0,1 6-98-16,1 8 458 0,2-1-317 0,-2 6-275 0,1 2 0 15,-1-2 0-15,1 1 0 0,0 0 0 0,-4-13 0 0,-2-6 0 0,1-5 0 16,-2-5 0-16,0-7-468 16,-5 0 242-16,-7-11 127 15,0 0 36-15,-6 0-335 0,1-5 101 0,-3-5 131 0</inkml:trace>
  <inkml:trace contextRef="#ctx0" brushRef="#br0" timeOffset="4242.76">10819 2458 1717 0,'-13'-9'0'0,"2"2"0"0,4 3 0 0,2 4 0 0,3-3 0 0,2 2 0 0,3 1 0 0,13 0 278 16,7 0-121 0,1 0 287-16,7 0-194 0,3 0-111 0,-2 0-51 0,3-1 8 0,-1-1-30 0,1 1 0 15,3-2-19-15,-6 3-242 0,-1 0 116 0,0 0 58 16,-4 0-511-16,-4 0 285 0,2 0 152 0,-11 7 61 15,-4 2-836-15</inkml:trace>
  <inkml:trace contextRef="#ctx0" brushRef="#br0" timeOffset="4425.31">10781 2822 1677 0,'-14'0'0'0,"0"0"0"0,5 3 0 0,5-3 0 0,-2 5 0 0,6-5 0 0,6 4 366 0,10-2-164 0,12-2-83 16,5 0 369-16,7 0-216 0,-2 0-122 0,4 0-57 0,3 0-175 0,1 0 60 0,-2 0 29 0,8 0-550 0,-9 0 285 0,-2 0 148 31,1 0 73-31,-6 0-708 0,-2 0 368 0,2 0 179 0</inkml:trace>
  <inkml:trace contextRef="#ctx0" brushRef="#br0" timeOffset="4637.46">11451 2401 1579 0,'-9'-5'0'0,"2"0"0"0,4 0 0 0,3 2 0 0,0 2 0 0,3-4 687 0,13 3-329 0,7-1-161 16,4 1-80-16,4-2 237 0,3 1-158 0,7-3-70 15,-2 2-50-15,0 2-234 0,1-4 98 0,4 3 48 16,1 0-209-1,-12 0 124-15,-2 2 68 0,-4 1 32 0,-6 0-586 0,-6 0 310 16,-2 7 85-16,-11 2-592 0,-2 5 372 0</inkml:trace>
  <inkml:trace contextRef="#ctx0" brushRef="#br0" timeOffset="4822.88">11397 2624 1224 0,'-13'0'0'0,"4"0"0"0,1 0 0 0,3 0 0 0,5 3 0 0,0-2 0 0,12 1 562 15,5-1-262-15,7-1-132 0,3 0 166 0,2 0-153 16,2 0-72-16,1 0-109 0,0 0 0 0,1 0 37 31,2-1 9-31,-7-1-487 0,-2 2 238 0,-3 0 121 0,-2 0 59 0,-4 0-580 0,0 0 322 0,-11 2 26 16,-3 2 120-16,-3 3-350 16</inkml:trace>
  <inkml:trace contextRef="#ctx0" brushRef="#br0" timeOffset="4955.87">11610 2614 322 0,'-6'-2'0'0,"-2"0"0"0,3 2 0 0,0 0 0 0,3 0 0 0,-4 0 308 0,2 4-136 0,0 6-58 0,0 2 59 0,2 3-68 15,-2 3-34-15,1 0-255 0,0 4 110 0,-3 0 65 16,4 0 19-16,2-1-210 0,0-2 111 0</inkml:trace>
  <inkml:trace contextRef="#ctx0" brushRef="#br0" timeOffset="5097.6">11655 2701 994 0,'0'3'0'0,"0"-1"0"0,0 4 0 0,0 1 0 0,0 2 0 0,0 2 356 0,-1 5-164 0,-1 0-77 15,2 2-39-15,0 3 375 0,0-1-207 0,0 0-94 0,5-1-162 16,3 0 25 0,4-5-1-16,1-2 25 0,2-1-429 0,1-5 224 0,2-6 97 0,3 0-477 15,0-2 287-15,1-13 145 0,1-8-45 16,2-2-170-16,-5-4 152 0</inkml:trace>
  <inkml:trace contextRef="#ctx0" brushRef="#br0" timeOffset="5620.48">12068 2239 631 0,'6'-12'0'0,"2"-2"0"0,-5 6 0 0,2 1 0 0,0 5 0 0,2 0 0 0,-2 2 154 0,1 0-50 0,2 2-38 0,0 11 180 15,-2-1-104-15,2 6-53 0,0-1 97 0,2 4-65 0,-3 2-47 16,-1 1 1-16,0 0-70 0,1 5 32 0,0-2 0 15,0 4 9 1,-1-2-160-16,3-2 75 0,-3 2 38 0,2-3 0 0,0 1-68 16,2 0 62-16,-2-6 17 0,-3-3-263 0,-2 0 130 15,1-3 22-15,-3-3 27 0,-1 1 1 0,0-6 6 32,-5-5-5-32,-5 1 163 0,-4-3-68 0,-2 0-29 0,-3 0-11 15,1 0 104-15,0-5-47 0,-2-2-31 0,3-1 5 0,-2-1 9 0,-1-3 4 0,6 0 0 16,0 1 7-16,3 0-29 15,2 0 21-15,2 2-16 0,-2-3 75 0,9 3-38 16,0 1 3-16,0 2-77 0,4-2 3 0,8 1 37 0,2-1 0 0,3 3-128 16,3-2 59-16,5 0 30 15,-1 0-2-15,2-2-73 32,4-2 42-32,-4 6 27 0,1-4-94 0,-4 2 53 0,-1-1 8 0,1 2 109 0,-7 3-44 0,-3 0 1 0,-6 1-54 0,-2 1 330 15,-4 1-142-15,-1 0-67 0,0 0-38 0,-11 7 410 16,-6 1-204-16,0 2-102 15,-2 2-35-15,0-1 191 0,2 0-131 0,3-2-61 0,2-1 28 16,3 1-45-16,2-4 1 0,1 4-92 31,3-1 19-31,3-2 1 0,0 0 27 0,3-3-179 0,6 2 90 0,4 0 54 32,3-3-9-32,1 0-295 0,4-1 162 0,-1-1 36 0,-1 0 54 0,-2 2-354 15,-1-2 189-15,0 2 88 0,-4-2-210 0,-1 2 150 0,-3-1 75 0,-2 1-116 0,-4 0 99 0,-2 4 47 31,0-3-1-31</inkml:trace>
  <inkml:trace contextRef="#ctx0" brushRef="#br0" timeOffset="5859.34">12073 2514 601 0,'-19'0'0'0,"3"0"0"0,2 2 0 0,-1 3 0 0,6 4 0 0,2 2 260 0,4 4-112 0,0 2-55 15,3 3-28-15,-1 4 84 16,1 3-61-16,0-2-25 0,0 3-15 0,0 0-11 15,-1 4 9-15,-2-8-41 0,0 0 1 0,0-4 31 0,-1 1 0 0,1-7 35 16,2 1 9-16,-1-6-44 0,2-5 0 0,0-2 147 16,2-2-74-16,8 0-36 31,4 0 9-31,4 0 130 0,3-9-88 0,4 1-44 0,2-2-17 0,0 1-27 0,6-1 10 16,-3 2-312-16,-2 2 151 0,0 1 76 0,0-1 37 0,0 5-241 15,1-1 147-15,-5-1 28 31,-2 3 45-31,-2 0-673 0,-1 0 329 0,-4 0 164 0</inkml:trace>
  <inkml:trace contextRef="#ctx0" brushRef="#br0" timeOffset="6025.96">12514 2531 2186 0,'-2'-10'0'0,"1"2"0"0,-2 0 0 0,1 4 0 0,1 1 0 0,1 3 0 0,0 0 0 0,0 12 404 0,0 3-174 0,0 4 272 0,0 2-232 0,0 2-117 16,1 3-58-16,1-1-255 0,1 4 107 0,0-5 41 15,0 2 24-15,0-5-297 16,1 2 161-16,0-1 81 0,-1 0 49 0,0-6-726 16,-1-2 293-16,1-4 217 0</inkml:trace>
  <inkml:trace contextRef="#ctx0" brushRef="#br0" timeOffset="6192.77">12691 2164 892 0,'0'3'0'0,"-1"-3"0"0,-1 0 0 0,-1 3 0 0,2-1 745 0,-1 2-359 0,2-1-175 0,0 2-87 0,0-1 142 0,0 2-115 0,0 1-49 15,2 1-37-15,4 0-107 0,3 2 38 0,2-1 1 16,0-1-571-16,3 4 314 16,-2-4 143-16,3-1-733 0,2-4 406 0</inkml:trace>
  <inkml:trace contextRef="#ctx0" brushRef="#br0" timeOffset="6435.76">12974 2215 888 0,'0'5'0'0,"0"-2"0"16,-4 1 0-16,-2 2 0 0,-3 0 0 0,-5-1 0 0,0 4 207 0,-6 0-85 0,-4 3-43 0,-5 2 120 15,2-1-86-15,-7-2-38 0,1 2 0 0,-3-2-13 0,0-1 0 16,-1 1-16 0,7-8-9-16,8 0-5 0,3-3 5 0,6 0-1 15,3 0 65-15,9-3-37 0,1-4 1 0,1 0 39 0,10 0-34 0,6-1 1 16,4 4-25-16,4-1 36 0,4 4-23 0,2-3 1 31,4 3-24-31,2-1-34 0,7 0 9 0,-8 1 25 0,1-1 1 0,2 2-282 0,-3-2 140 0,0 0 53 16,4 0-237-16,-7 0 118 15,-2-1 85-15,-3-1-566 0,-3 1 307 0,-5-3 155 32</inkml:trace>
  <inkml:trace contextRef="#ctx0" brushRef="#br0" timeOffset="6616.01">12839 2016 772 0,'-1'0'0'0,"-6"0"0"0,-1 0 0 0,6 0 0 0,0 8 0 0,2 5 477 0,0 10-220 0,0 2-110 16,0 8 326-16,0 4-222 0,4 6-108 0,2 3-41 16,-2 1-34-16,1-2 1 0,-2 8-23 0,0-12-353 15,-1-4 172-15,0-3 85 0,0-5 44 0,-1 0-545 16,-1-12 286-16,0-5 147 15,0-4 74-15</inkml:trace>
  <inkml:trace contextRef="#ctx0" brushRef="#br0" timeOffset="6738.29">12811 2336 954 0,'-12'0'0'0,"-2"0"0"0,3 3 0 0,-3 1 0 0,-2 4 0 0,3 4 0 0,0 2 140 0,2 3-52 0,0 2-343 0,0 2 124 0,3 2 62 31,2-3 33-31</inkml:trace>
  <inkml:trace contextRef="#ctx0" brushRef="#br0" timeOffset="6873.05">12851 2426 798 0,'1'0'0'0,"1"0"0"0,-1 0 0 0,2 0 0 0,2 0 319 31,1 0-146-31,2 0-68 0,3 0 324 0,0 0-196 0,3 4-99 0,3 0-39 0,-1 4-269 0,3-1 105 0,0 1 53 0,-5 2-597 0,3-2 306 0,1 1 154 16,-6 0 77-16</inkml:trace>
  <inkml:trace contextRef="#ctx0" brushRef="#br0" timeOffset="7464.36">12882 2556 969 0,'-8'5'0'0,"1"-1"0"0,-2 2 0 0,2-1 0 0,2 4 0 0,-2-1 0 0,6 2 232 0,-1 1-97 0,2 2-50 0,0-1-24 0,0 2 190 31,0 1-98-31,2-3-63 0,4 0-44 0,1-1-10 0,0-2 1 0,-1 0-245 0,1-2 131 0,-1-1 53 31,0-3 30-31,2-2-231 0,-2-1 129 0,-1 0 63 0,1 0-13 0,-1 0-149 16,1-3 58-16,-2-5 55 0,0 0-4 0,-1-2 7 16,0-2-8-16,-1 2 50 0,-1-2 26 0,-1 1-25 31,0-2-1-31,0 1 44 0,0-3-10 0,0 5-34 0,0-4 1 0,0 2 54 0,0-3-22 0,-1 4 0 15,1-3-19-15,0 0 39 16,0 0-33-16,0-1-6 0,6 0 14 0,3-3-10 31,5-2 6-31,0 1-4 0,3-5 41 0,5 1-40 0,2-4 2 0,2-5 43 16,1 0 3-16,1-1-44 0,0-2 0 0,0-1 133 0,-2 0-59 0,0-3-26 16,-10 12 0-16,-2 3 243 0,-6 7-129 0,-5 3-64 15,-1 7-11-15,-2 1 299 16,0 6-173-16,-8 0-82 15,-4 6 97-15,-4 11-90 0,1 4-44 0,0 6 277 0,4 2-165 16,1 2-80-16,3 4-38 0,4 1 214 0,2 0-127 0,0 6-54 16,1-7-41-1,0 3-5-15,4-3-3 0,7 1-60 0,4 0 0 0,5 6-25 0,1-10-12 0,2-2 37 16,0-5-103-16,-1-1 70 0,-3-3 34 0,1-1-303 16,-11-8 157-16,-2-2 21 31,-6-3 61-31,-1-2-255 0,-3-4 141 0,-13 3 60 0,-4-4 46 0,-2 0-114 15,-3-4 74-15,-1-8 38 0,-1 1-1 0,-2-5 46 0,3 0-9 0,2-3 1 16,1 0 151-16,4 0-75 16,4 3-39-16,0-2 204 0,6 6-112 0,5 4-63 0,4 3-33 0,0 3 472 31,5-1-226-31,10 3-51 0,9 0-83 0,6 8 3 0,5 6-39 0,5-1 1 16,3 3-267-16,4-1 124 15,0-1 48-15,-3 0 29 0,3 2-858 0,-1-4 410 0,6 3 225 16</inkml:trace>
  <inkml:trace contextRef="#ctx0" brushRef="#br0" timeOffset="9158.87">11287 4376 1181 0,'-20'5'0'0,"4"2"0"0,2 1 0 0,-1-1 0 0,10-3 0 0,5 1 621 63,0 0-292-63,5-1-146 0,13 2 354 0,6-3-240 0,9-3-136 0,5 0 123 0,6 0-123 0,7 0-63 0,1 0-30 0,10-1-57 0,-7-1-11 0,5-1 0 0,2-1 0 0,-2 2 0 0,1 1 0 0,7-2 0 16,-17 2 0-16,-5 1 0 31,-7 0-94-31,-3 0 52 0,-11 0-386 0,1 0 178 0,-18 0 124 0,-4 0-197 0,-4 0 143 0,0 0 72 15,-16 1 36-15,-3 5-396 16,-6 1 220-16,-1 0 106 0,-2 1 53 0</inkml:trace>
  <inkml:trace contextRef="#ctx0" brushRef="#br0" timeOffset="9322.09">11791 4625 974 0,'0'0'0'0,"0"3"0"0,0-3 0 0,0 3 0 0,0 3 0 0,0 0 795 0,0 6-379 0,4 1-189 0,-1 7 681 0,2 6-440 0,0 3-325 0,1 8-143 0,-3 4 0 16,1 2 0-16,0 4 0 0,-3-6 0 0,1-2 0 16,-2-1 0-16,0-6 0 0,0 0 0 31,0-1 0-31,0-14 0 0,0-5 0 0,0-6 0 0,0-3-61 0,0-3-26 0,0 0-891 0,0 0 476 16,0 0 232-1,0-12-624-15</inkml:trace>
  <inkml:trace contextRef="#ctx0" brushRef="#br0" timeOffset="9948.71">12851 4838 1243 0,'-18'-9'0'0,"4"4"0"0,2 0 0 0,-3-1 0 0,2 4 0 0,2 0 0 0,-2 0 0 0,10 1 562 0,0 1-262 0,3 0-133 16,0 0-64-16,10 0 408 0,11 0-228 0,7 0-128 15,7-1 185-15,9-4-152 0,4 0-109 0,3-2-79 16,10 0 0-16,-7-1 0 15,3 1 0-15,2-1 0 0,0 1 0 0,2-1 0 16,3-1 0-16,-16 4 0 0,-3-4 0 0,-8 3 0 31,-6-2 0-31,-7 2-187 0,-4 1-27 0,-13 1 29 0,-7 1-375 0,0 3 262 0,-4-3 131 16,-7 2-175-16,-6 1 144 0,1 0 86 16,-4 0 37-1</inkml:trace>
  <inkml:trace contextRef="#ctx0" brushRef="#br0" timeOffset="10253.68">13215 4902 1513 0,'-11'0'0'0,"1"2"0"0,0-2 0 0,4 2 0 0,4-2 0 0,2 2 0 0,0-2 566 0,5 3-269 0,12-3-131 0,3 2 177 0,5 3-153 31,3-3-77-31,-1 6-206 0,-3-3 61 0,3 2 33 0,-5 3 1 0,0-1-142 16,-2-1 88-16,-3 6 53 0,-4-2-9 0,-7 3-196 31,-5 2 121-31,-1-1 59 0,-9 4 30 0,-11 1-67 16,-10-1 29-16,-6-1-74 0,-1 1 548 0,-5-6-241 0,4 1-107 0,-1 0 595 0,10-4-547 0,4-1-142 15,8-5 0-15,7-3 0 0,6 2 0 0,4 0 0 16,9-4 0-16,21 0 0 0,11 0 0 0,7 0 0 16,4-1 0-16,9-6 0 0,-3-3 0 0,-1 3 0 15,3-2 0-15,0-1 0 16,-1 0 0-16,5 1-254 0,-15 1-212 0,-6 2 216 15,-5 3 99-15,-9-2-404 0,-5 4 260 0</inkml:trace>
  <inkml:trace contextRef="#ctx0" brushRef="#br0" timeOffset="15270.63">15745 2007 874 0,'-18'-12'0'0,"-1"2"0"0,0-1 0 0,6 8 0 0,0 0 0 0,3 1 392 0,1 1-178 0,6 1-88 16,-2 0 269-16,5 0-183 16,0 0-88-16,14 0 28 0,5 1-57 0,9 4-29 0,5-2 10 0,1 1 123 31,5 0-81-31,0 2-40 0,-2 1 0 0,0 0-64 0,2 5 33 0,-10 1-10 31,-4 3 1-31,-3 3-98 0,-6 4 49 0,-4 6 24 0,-6 9-127 16,-6 2 71-16,-10 4 40 0,-16 4-50 0,-7 3 39 0,-4-2-14 15,-5 8 4-15,1-14 114 0,5-2-43 0,-2-2-26 0,2-3-22 0,6-5 235 16,2 1-105-16,12-15-48 16,8-5-31-16,7-3 229 0,1-4-276 0,1-1-3 0,12-2 0 0,7 0 0 15,7-2 0-15,2 0 0 0,2 0 0 16,7 0 0-1,-5-2 0-15,-1-4 0 0,0 4-36 0,-4-1 15 16,-2-1 28-16,2 1-727 0,-9 1 348 0,-5-1 149 16,-3 1 92-16,-2 2-484 0,-6 0 288 0,0 0 136 0</inkml:trace>
  <inkml:trace contextRef="#ctx0" brushRef="#br0" timeOffset="15458.76">15692 2389 1249 0,'-21'-7'0'0,"5"2"0"0,2 3 0 0,9 1 0 0,5 1 469 0,0 0-215 0,2 0-109 0,12 0-53 0,6 0 506 0,7 0-285 0,2 0-138 15,4 0-69-15,3 0 148 32,1 1-108-32,4 4-45 0,-5-1-541 15,-2 3 239-15,0 2 119 0,2-2-732 0,-5 2 413 0,6 1 210 0,-9-2 100 0,-1 0-646 0</inkml:trace>
  <inkml:trace contextRef="#ctx0" brushRef="#br0" timeOffset="15646.04">16339 1952 2115 0,'0'-10'0'0,"0"5"0"0,2 0 0 0,-1 3 0 0,1-1 0 0,0 3 0 0,0 0 0 0,0 10 0 0,-1 8 288 0,-1 3-125 0,0 8-35 16,0 2-36-16,-1 0-9 15,-5-1-46-15,3 4-445 0,-2-4 222 0,2 0 112 32,0 0 65-32,0-4-705 0,1-2 351 0,0-7 177 0</inkml:trace>
  <inkml:trace contextRef="#ctx0" brushRef="#br0" timeOffset="15771.28">16323 2123 1071 0,'0'-9'0'0,"0"0"0"0,0 1 0 0,0 3 0 0,0 0 0 0,5-2 0 0,6 2 133 0,7-2-38 16,1 2-34-1,2 2 248-15,5 0-136 0,2 0-68 0,3 0-35 0,2 0 9 0,-3-1-42 16,-1 3 1-16,-1-1-451 0,-3 0 225 0,2 2 122 16,-12 0 47-16</inkml:trace>
  <inkml:trace contextRef="#ctx0" brushRef="#br0" timeOffset="15932.12">16431 2228 1702 0,'-11'8'0'0,"0"2"0"0,2 3 0 0,4-2 0 0,-4 3 0 0,7-3 0 0,2 5 0 0,0-3 0 0,0 2 111 0,0-1-36 0,3 3 17 16,5-4-9-16,-1 2-46 15,0-3 1-15,1 2-399 0,-2-3 200 0,1 3 108 16,-3-8 40-16,2 1-579 0,-3-5 298 0</inkml:trace>
  <inkml:trace contextRef="#ctx0" brushRef="#br0" timeOffset="16153.82">16436 2253 985 0,'0'-14'0'0,"4"0"0"0,-1 2 0 0,4 2 0 0,1 3 0 0,4-1 0 0,0 4 0 0,7 1 158 31,-2 1-65-31,3 2-28 0,-1 0 164 0,3 2-96 0,0 5-48 0,-1 3 33 0,-3 4-46 16,-3-1 1-16,-2 1-36 0,-2 3-35 16,0 0 9-16,-7-2 26 0,-2 4 1 0,-1-1-150 31,-1 0 75-16,0 2 38-15,-1 0 8 0,-5-3-267 0,-5-1 142 0,1-1 29 0,1-3-351 0,-5 0 178 0,2-1 103 0,-1-8-84 0,-2 1 102 0</inkml:trace>
  <inkml:trace contextRef="#ctx0" brushRef="#br0" timeOffset="16567.02">16486 2346 538 0,'-7'-3'0'0,"2"2"0"0,1-2 0 0,-2 0 0 0,4 2 260 0,2 0-112 0,0 1-55 0,0 0-28 0,2 0 20 0,5 0-15 0,1 0-9 0,2 0-23 0,0 2-32 0,-2 4 32 0,0-2-1 15,0 5-18-15,-1-1-10 0,-3-3 28 0,-1 4 101 16,-2-2-51-16,1 3-25 16,-2 0 10-16,0-1 64 0,0-1-49 0,0 2-25 0,0 0 0 0,0-2-10 15,0 0-6-15,-3 1-8 0,1-3-1 0,2 1-49 16,0 0 24-16,0 0 0 0,0 1-44 0,0-1 30 31,0-2 0-31,0 2 39 0,2-1-67 0,1 2 38 16,2 0-15-16,0-1-25 0,-1 0 14 0,2 5 1 15,-1-4 9-15,-2 4-35 0,0-2 20 0,-1 2 0 0,-1-1 22 0,1 2-43 16,-2-2-1-16,0 1 44 16,0-1-79-16,-5-2 36 0,-3 1-11 0,-2-3 42 0,-1-3-53 0,-1 4 20 15,-4-8-14-15,1 0 66 0,-2 0-6 0,-1 0-24 47,0-3-9-47,-2-8 86 0,3-1-33 0,0-4-1 0,3 3-31 0,2-2 95 0,3 0-39 0,-2 3-29 0,6 1 341 0,3 3-170 16,2 0-62-16,0 2 129 0,5 3-108 0,9-2-45 31,6 2-35-31,0 3 114 0,7 0-71 0,2 0-35 0,3 8 0 0,4 1-97 0,-2 1 26 0,1 1 1 16,1 3 34-16,1 0-392 0,1 1 197 0,0 2 107 15,-3 0-289-15,-4-3 177 0,0 1 34 0,-8-3 64 32,0-2-598-32,2-2 303 0,-8-5 166 0</inkml:trace>
  <inkml:trace contextRef="#ctx0" brushRef="#br0" timeOffset="16764.56">17194 1883 1794 0,'0'0'0'0,"0"0"0"0,0 0 0 0,0 0 0 0,0 3 0 0,-1 10 0 0,-7 6 300 0,-3 11-132 15,-5 7-65-15,-4 10 83 0,-4 1-79 0,0 5-35 0,-3-2-59 16,2-3 0-16,3-6 24 15,-3 3 10-15,7-13-481 0,2-6 236 0,3-5 117 0,2-6 59 0,3-4-719 32,-1-4 367-32</inkml:trace>
  <inkml:trace contextRef="#ctx0" brushRef="#br0" timeOffset="16916.46">16969 2215 1417 0,'7'-3'0'0,"2"1"0"0,0 0 0 0,6-3 0 0,0 4 0 0,3 0 0 0,3-2 261 16,4 3-112-1,1 0-56-15,6 0 137 0,-4 0-101 0,0 0-46 0,0 0-84 0,-2 4 0 0,3 2 37 16,-1-4 9-16,-8 3-377 0,0 0 184 0,-6 0 92 16,-3 0 47-16,-2 0-526 15,-3 2 283-15,-6-2 50 16</inkml:trace>
  <inkml:trace contextRef="#ctx0" brushRef="#br0" timeOffset="17070.25">17102 2348 1138 0,'-6'0'0'0,"1"0"0"0,0 0 0 0,2 0 0 0,-2 0 0 0,5 0 217 0,0 0-90 0,0 0-45 0,4 0 78 16,5 0-61-16,2 0-21 15,5 0-10-15,-1 0 2 0,2 0-32 0,2 0-1 0,-3 0 0 0,1 0-399 16,-3 0 195-16,0 0 102 0,-5 0-610 0</inkml:trace>
  <inkml:trace contextRef="#ctx0" brushRef="#br0" timeOffset="17277.57">17124 2523 1117 0,'-6'3'0'0,"-1"2"0"0,-1 1 0 0,4-4 0 0,1 1 0 0,1 1 0 0,2 1 0 0,0-1 144 0,0-3-44 16,0 4-36-16,0-2 10 0,2-2-37 0,3 2 0 0,2 0 0 0,-2-1-59 31,1-2 24-31,-1 0 1 0,0 3-132 0,-1-3 83 0,2 0 51 0,-3 0-10 0,1 0-153 0,-1 0 88 15,-2 0 10-15,3 0-122 0,-3 3 59 0,1-3 54 16,-1 0-3-16,1 0-134 0,-2 0 84 0,0 0 43 31</inkml:trace>
  <inkml:trace contextRef="#ctx0" brushRef="#br0" timeOffset="17580">17658 1968 1300 0,'7'-6'0'0,"-1"-1"0"0,-1 4 0 0,-3-1 0 0,3 3 0 0,-5 0 0 0,0 1 0 0,0 0 363 0,-12 10-162 0,-1 5-82 0,-5-1-33 0,3 3-70 0,-3 2 20 0,-1-1-1 47,2 0-56-47,0-2 29 0,0 3 9 0,1-5 19 0,1 0-112 0,2-1 57 0,2-2 28 0,2 2 54 0,-3 0 10 0,5-2-67 0,3 0 24 0,2 0 104 15,0 1-54-15,1 3-25 0,1-1-6 0,0 1 78 32,0 2-45-32,1 1 1 0,1 2-84 0,1 2 10 0,-1-1 28 0,-1-1-285 0,1-1 142 0,-1 1 71 15,-1-2 36-15,0 3-512 0,0-7 252 16,0-4 85-16,0-3 74 0,0 0-374 16,0-4 218-16,0-1 100 15,0-2 65-15</inkml:trace>
  <inkml:trace contextRef="#ctx0" brushRef="#br0" timeOffset="17715.34">17461 2277 2555 0,'0'-7'0'0,"0"-4"0"0,0 4 0 0,0-1 0 0,3-1 0 0,4-1 0 0,3 3 0 0,1 1 0 0,2 2 0 0,5-1 0 0,2 3 0 0,3-3 0 0,-1 5 0 0,3 0 0 0,0 0 0 0,0 0 106 16,-2 0-35-16,3 2-340 0,-6 5 148 0,-2 0 80 15,-4 1 38-15,-1 2-605 0,-4-1 319 0</inkml:trace>
  <inkml:trace contextRef="#ctx0" brushRef="#br0" timeOffset="18017.84">17632 2424 1222 0,'0'2'0'15,"0"2"0"-15,0-3 0 0,-3 3 0 0,1-1 0 0,0 1 0 0,1-1 0 0,-3 2 152 0,4 0-58 0,-2 0-20 0,2 1-13 16,-2-3-24-16,2 1 0 0,-1 0 0 0,1 0-31 15,0-1 10-15,0-1 21 0,0 2 0 0,0-3-16 16,0-1 16-16,0 0 0 0,0 0 33 16,0 0-33-16,1 0 1 0,3 0 32 0,8-1 0 0,-4-3-33 15,7-1 8-15,-2 5-1 16,2-2-7-16,-1 0 0 0,3 2 0 0,-1 0-67 0,1 0 42 16,-4 7-8-16,-1 5 33 0,0 0-132 15,-4 3 54-15,-1 1 33 0,-1 1-42 0,-6 3 30 16,0-4 5-16,-3 1 73 0,-8-5-8 0,-3 1-43 15,-3-3-9-15,1-6-88 0,-1-1 45 0,-2-3 24 16,4 0 3-16,-1 0-183 0,2-7 93 16,2-7 51-16</inkml:trace>
  <inkml:trace contextRef="#ctx0" brushRef="#br0" timeOffset="18605.34">18318 2268 1130 0,'-10'-9'0'0,"4"3"0"0,1 0 0 0,0 5 0 0,1-1 0 0,4 0 566 0,0 2-265 0,6 0-131 0,7 0-66 16,7 0 251-16,0 0-150 0,5 0-88 0,2 0-59 16,2 0-20-16,1 0 0 0,-1 0-176 15,4 0 97-15,-5 2 35 0,0 0 0 0,-2 4-579 16,-1-2 312-16,-4 2 154 15,1 3 88-15</inkml:trace>
  <inkml:trace contextRef="#ctx0" brushRef="#br0" timeOffset="18797.41">18359 2597 1972 0,'-16'3'0'0,"1"0"0"0,5 1 0 0,0-1 0 0,9 1 0 0,1-4 0 0,0 3 0 0,9 1 294 0,13-2-129 0,4-2 86 0,4 0-112 0,2 0-51 15,4 0-25-15,2 0-101 0,-1 0 38 16,4-2 9-16,-7-2 27 0,-1 1-538 0,1 1 268 16,-1-3 136-1,-2 0-686 1</inkml:trace>
  <inkml:trace contextRef="#ctx0" brushRef="#br0" timeOffset="18966.84">18880 2217 1174 0,'-5'1'0'0,"2"-1"0"0,-1 2 0 0,4-2 0 0,0 0 586 0,0 0-275 0,7 0-127 15,11 0-78 1,6 0 278-16,6 0-174 0,5 0-86 0,6-2 118 0,3-3-93 16,1 1-61-16,2-3-25 0,1 1-357 0,-5 2 166 0,8 0 91 0,-16 3-639 15,-3-1 357-15,-7 2 178 0,-6 0 89 0,-8 0-789 16</inkml:trace>
  <inkml:trace contextRef="#ctx0" brushRef="#br0" timeOffset="19152.91">18936 2426 1434 0,'-12'0'0'0,"7"0"0"0,-1 0 0 0,4 0 0 0,2 0 0 0,0 0 174 15,8 0-69-15,14 0 405 0,4 0-236 0,7-2-119 16,3-1-49-16,1-2 29 0,2-1-49 0,0 2-24 15,-1-1-1-15,-3 0-438 16,4 3 215-16,-9-1 96 0,-7 1 51 0,-1 2-621 16,-7 0 319-16,-5 0 160 0,-2 5-251 0,-8 2 174 15,0 2 98-15</inkml:trace>
  <inkml:trace contextRef="#ctx0" brushRef="#br0" timeOffset="19283.97">19192 2450 875 0,'-10'0'0'0,"2"0"0"0,-2 0 0 0,1 0 0 15,-1 2 0-15,0 3 0 0,3 4 154 0,-1 0-59 0,-2 5-28 0,1 2 153 0,0 4-82 0,2-1-55 0,-1 2-92 16,1 2 22-16,1-2 1 0,3-2 23 0,-1 1-342 16,4-5 166-16,0-6 88 0,0-1 44 0,5-6-484 15</inkml:trace>
  <inkml:trace contextRef="#ctx0" brushRef="#br0" timeOffset="19444.81">19228 2501 728 0,'0'-3'0'15,"0"3"0"-15,0 0 0 0,0 0 0 0,0 0 0 0,0 10 545 0,-2 8-257 0,0 7-118 0,2 4 268 0,0 5-202 16,0 5-100-16,7 0-51 16,7-4 13-16,0 2-22 0,4-10-8 0,2-5-251 0,1-3 115 15,2-7 52-15,1-9 27 0,2-1-330 0,-5-2 173 16,-3-12 92-16,2-7 45 0,-6-4-521 16,2-3 258-16,0-6 51 0,-4 1-262 0</inkml:trace>
  <inkml:trace contextRef="#ctx0" brushRef="#br0" timeOffset="19957.43">19740 2046 844 0,'8'-9'0'0,"-2"3"0"0,2 1 0 0,0 0 0 0,2 1 400 0,0 3-186 16,1 1-89-16,3 0 87 0,-4 0-87 0,5 10-45 0,-1 1 10 16,-1 3 57-16,-3 3-55 0,0 4-27 15,-2 3-1-15,-3 6 6 0,-3 4 9 0,1-1-42 16,-3 3 106-16,0 2-53 0,0 0-26 0,0 3-1 15,-3 0 118-15,1-7-77 0,2 0-34 0,0-1-165 32,0 0 66-32,0-3 32 0,5 0 10 0,1-11-91 0,1-2 57 0,-1-6 29 15,0-5 0-15,-1-4-546 0,-4 0 235 0,1-2 148 0,-2 0-324 16,-3-2 221-16,-11-3 111 0,-2-4 55 16,-4 1-63-16,-1 0 63 0,-2-1 28 0,0-3 64 15,-4-2-1-15,3-1-35 0,-4-2-10 0,7 2 75 16,-1 0-33-16,4-1 0 15,4 7-33-15,0-3 400 0,3 0-171 0,8 4-105 0,3-1 479 0,0 4-264 16,3-2-133-16,10 1-140 0,7-1 17 16,4 5-9-16,3-1-1 0,4-1-282 15,2-1 142-15,1 3 79 0,-1 1 26 0,-5-1-299 16,1 0 148-16,-4 1 88 0,-3 1-12 0,2 0-70 16,-9 0-2-16,-5 0 57 0,-4 0 108 0,-3 0-27 15,-3 5-1-15,0 1 356 16,-3 1-188-16,-11 0-97 0,-2 0-41 0,0 3 458 0,-2-5-206 0,2 4-118 15,1-3-32-15,-1 0 87 32,7-1-87-32,-2-1-43 15,4-1 0-15,-1 0-34 0,4-1-9 0,3 1 0 0,1-3-182 0,0 0 91 0,0 0 46 0,1 2-147 0,11-2 92 0,1 0 50 16,1 0 24-16,3 0-385 0,0 0 156 0,1 0 101 16,-3 0-1-16,-1 0-377 0,0 0 229 0,-3 0 115 15,-3 0 57-15,1 0-208 0</inkml:trace>
  <inkml:trace contextRef="#ctx0" brushRef="#br0" timeOffset="20247.89">19634 2377 1246 0,'-6'0'0'0,"0"0"0"0,1 0 0 0,2 0 0 0,1 6 0 0,-1 0 0 0,3 6 0 0,0 1 0 0,0 4 251 16,0 2-107-16,0 3-54 0,-1 4-17 0,-1 1-76 15,-1-1 39-15,-2-1 1 0,-1 2-29 0,2-3 29 32,-1 0 9-32,2-11-9 0,-1-2 15 0,3 0-15 0,-1-5 0 0,2-3 110 0,0 3-46 0,3-6-37 15,10 0 0-15,6 0 176 16,2 0-102-16,6-3-51 0,1 2-15 0,2-4 79 16,1 2-57-16,3 0-28 0,0 1-239 0,0 0 105 15,7 0 61-15,-8 2-265 0,0 0 154 0,-1 0 78 16,-2 0 38-16,-2 6-749 0,2 0 355 15,-7-1 160-15,-6 2 100 0,-3-5-357 16</inkml:trace>
  <inkml:trace contextRef="#ctx0" brushRef="#br0" timeOffset="20425.73">20194 2341 2241 0,'0'-7'0'0,"1"0"0"0,-1 1 0 0,2 1 0 0,-1 3 0 0,1 0 0 0,4 2 0 0,-2 0 375 0,1 5-174 0,0 7 130 15,0 4-147-15,0 4-74 0,0 4-37 0,-1 0-60 16,-1 1-9-16,-2 1 32 0,1-1 1 0,-1-1-500 16,0 0 250-16,3 0 134 0,-2-6 53 0,-1 0-701 31,1-3 372-31,0-4 81 0</inkml:trace>
  <inkml:trace contextRef="#ctx0" brushRef="#br0" timeOffset="20571.66">20454 2036 1853 0,'1'-4'0'0,"1"-1"0"0,0 2 0 0,4 0 0 0,-3 1 0 0,0 0 0 0,3 1 0 0,-1 1 239 0,-1 0-101 16,3 0-42-16,-1 0-34 0,1 5-333 16,1 4 154-16,2-2 77 0,-1 2-698 0</inkml:trace>
  <inkml:trace contextRef="#ctx0" brushRef="#br0" timeOffset="20819.3">20756 2043 1510 0,'0'0'0'0,"0"0"0"0,0 0 0 0,0 0 0 0,0 0 0 0,-5 1 0 0,-7 3 0 0,-4 5 0 0,-4-1 156 0,-6 5-60 16,-6 1-20 0,-2 3-70-16,-3 0 31 0,-3-3-1 0,2 3 1 0,-3-2-34 0,-2-2 8 0,10-2 26 15,5-5-1-15,7-3-75 0,6 0 38 0,5-3 0 16,4 0 143-16,6 0-57 0,0 0-26 0,0 0 0 15,11 0-8 1,6 0-18-16,4-3 10 0,4 3 37 0,2-2-1 0,3 2-42 16,3 0-1-16,0 0-153 0,9 0 86 0,-8 0 29 0,0 0 0 0,-1 0-116 15,0 0 63-15,-2 0 41 16,5 0-464-16,-11 0 233 0,1 0 79 0,-3 0-328 16,-3 0 229-16,-4-1 114 0</inkml:trace>
  <inkml:trace contextRef="#ctx0" brushRef="#br0" timeOffset="21033.53">20632 1883 1730 0,'-2'-6'0'0,"-3"4"0"0,4 0 0 0,-1 2 0 0,2 0 0 0,0 4 0 0,0 13 0 0,0 6 0 0,0 7 181 0,0 6-72 0,0 5 140 0,0 5-106 16,0 10-44-16,-3-8-36 0,0 3-132 31,-1-3 53-31,0-2 27 16,-1-2-1-16,-1-1-404 0,-2-11 211 0,4-3 110 0,-3-6 54 0,1-3-602 0,-1-7 301 0</inkml:trace>
  <inkml:trace contextRef="#ctx0" brushRef="#br0" timeOffset="21153.2">20591 2259 1245 0,'-5'-3'0'0,"0"-1"0"0,1-1 0 0,-1 2 0 0,-2 1 0 0,0-1 218 0,-1 3-90 0,-1 0 75 15,-2 0-84-15,-4 8-31 0,2 4-10 0,-1 2-101 16,-1 1 31-16,-1-1-1 0,5 3 29 0,-5-1-438 16,6 0 212-16,3-4 109 0</inkml:trace>
  <inkml:trace contextRef="#ctx0" brushRef="#br0" timeOffset="21282.79">20644 2295 1138 0,'5'3'0'0,"-1"-1"0"0,4-1 0 0,-2 1 0 0,0 2 0 0,1 0 0 0,-1 1 0 0,0 0 114 0,2-1-38 0,-2 2-221 16,2 2 100-16,-1-2 37 15,-1 0-1-15,1 0-213 0,-2 0 114 0</inkml:trace>
  <inkml:trace contextRef="#ctx0" brushRef="#br0" timeOffset="21834.03">20602 2409 806 0,'-10'1'0'0,"3"3"0"0,-1 0 0 0,3-1 0 0,0 3 0 0,-1 1 0 0,3 0 295 16,-2 1-120-16,5 1-74 0,0 2 52 0,0-1-59 15,0 0-29-15,0 2-74 0,0-3 32 0,0 2-10 0,0-1 23 16,0-2-67-16,0 1 33 0,1-2 1 16,-1-1 42-16,3-3-202 0,-2 1 94 0,-1-3 46 15,2-1-14-15,-1 0-104 16,5 0 26-16,0-7 51 0,4-4-149 0,-1-3 88 0,7-3 30 0,-2-2-119 15,6-5 76-15,0-1 53 0,1-1 0 0,2-2-83 16,2-2 81-16,3-7 36 0,-3 4 45 0,4-6 0 16,3-3 0-16,0-3 0 0,-2-1 0 15,3-3 0-15,-10 11 0 0,-6 4 0 0,-2 3 190 16,-6 11-131-16,-5 5-28 0,-2 6 475 16,-2 6-220-16,0 3-130 15,-9 0-33-15,-5 10 171 0,0 7-129 0,-4 3-55 0,3 4-41 0,-2 0 80 16,1 5-56-16,2 0-29 0,1 0 1 15,1 6 99-15,4-3-69 0,2-3-29 0,1 1 1 16,2-1 0-16,3 1-31 0,0 3-115 16,0-5 53-16,0-1 31 0,7-5 0 0,1 1-108 0,5-1 70 15,-3 1 44 1,-2-6-12-16,-2-5-137 0,-2 3 56 0,-2-4 42 0,-2 3-67 0,0 1 44 16,-9-3 1-16,-6-4-1 0,-4 1-59 0,-1-1 44 15,-3-3 14-15,-3 2-22 0,3-5 10 0,-2-2 40 16,4 0-1-16,1 0 81 0,2-7-40 15,0-5-10-15,9 0-30 0,0 0 252 0,7 0-116 0,0-1-62 16,2 4 203-16,0-1-123 16,0 0-35-16,8 7-40 0,7-3 310 0,5 3-159 15,0 1-79-15,8 2 86 0,0 0-87 0,3 0-39 16,0 2-1-16,3 7-170 0,5-2 74 0,-1 2 25 16,-1 0-1-16,4 1-503 0,5 3 268 0,0-4 134 15,8 3-407-15,-8-3 185 0</inkml:trace>
  <inkml:trace contextRef="#ctx0" brushRef="#br0" timeOffset="22381.94">22180 2336 1587 0,'-2'-14'0'0,"1"1"0"0,1 2 0 0,0 1 0 0,0 2 0 0,5-1 0 0,7 6 0 0,7 2 0 0,1 1 178 0,5 0-72 0,3 3-34 0,4 8 37 16,-1 6-41-16,-2 1 0 0,-1 2-32 0,-3 4-27 16,-5 0 0-16,0 5 37 15,-9-4-141-15,-6 1 66 16,-3 0 32-16,-2-2-64 0,-7 1 49 0,-8 0 33 31,-8-4-15-31,-4-6-3 0,-5-1-6 0,-4-4 16 16,-2 0-35-16,-4-5 66 0,3-3-56 0,3-2 14 0,2 0-6 0,3-2-98 0,3-6 55 0,1-6 25 15,15-3-341-15,10-7 172 0,2-3 77 0,14-6 45 0,14-4-375 0,8 0 209 16,8 1 99-16</inkml:trace>
  <inkml:trace contextRef="#ctx0" brushRef="#br0" timeOffset="22550.34">22587 2184 853 0,'23'-8'0'0,"-4"2"0"0,-8 6 0 0,-6 0 0 0,-2 4 0 0,-3 7 0 0,0 6 0 0,-6 4 547 0,-4 0-259 15,-6 6-127-15,2 0 521 0,-3 0-323 0,3 1-161 16,-1 5-72-16,6-6 331 15,5-2-210-15,2 1-234 0,2-1-13 0,0-4 0 16,12 3 0-16,6-7 0 0,6-4 0 0,4-1 0 16,6-6 0-16,3-3 0 0,4 2-563 0,-5-5 286 15,-2 0 156-15,-1 0-787 0,-2-5 426 0,-3 0 223 16,-1 1 102-16</inkml:trace>
  <inkml:trace contextRef="#ctx0" brushRef="#br0" timeOffset="22710.89">22953 2496 1255 0,'0'0'0'0,"0"-5"0"0,0 4 0 0,0 0 0 0,0-2 0 0,-2 1 0 0,0 2 577 0,1-3-270 0,-2 3-136 16,2 0-67-16,1 0 234 0,-4 0-141 0,3 8-85 0,-1 1 20 0,1 3-47 15,-5 1-25-15,3 2-226 16,0-1 97-16,-2 3 52 0,-1-1 27 0,1-1-508 16,-1-1 267-16,1 2 143 0,-1-5 57 0,3-1-693 15,-2-4 344-15,2 0 171 0</inkml:trace>
  <inkml:trace contextRef="#ctx0" brushRef="#br0" timeOffset="22860.89">23071 2309 2151 0,'5'-4'0'0,"0"1"0"0,-1 1 0 0,6 0 0 0,-4-1 0 0,0 3 0 0,2 0 0 0,3 0 358 0,-2 5-162 0,5 2-70 0,-3 3 8 0,2 0-49 15,2 2-24-15,0 0-281 0,-1 2 129 0,4-2 72 16,-4 2 23-16,0-3-703 0,-1 1 363 0,1-2 182 15</inkml:trace>
  <inkml:trace contextRef="#ctx0" brushRef="#br0" timeOffset="23036.87">23456 2116 2313 0,'0'0'0'0,"0"-2"0"0,0 1 0 0,0 1 0 0,0 0 0 0,0 8 0 0,-1 14 415 0,-7 9-189 0,-1 12-95 0,-2 11 174 15,-7 16-126-15,-1 2-75 0,0 8-35 0,-5 3 64 16,1-2-77-16,2-3-56 0,-4 6 0 16,5-22-286-16,5 0 83 0,-4-5 119 0,1 0-885 15,0 0 502-15</inkml:trace>
  <inkml:trace contextRef="#ctx0" brushRef="#br0" timeOffset="23230.55">23869 2819 2862 0,'-11'0'0'0,"4"0"0"0,5 0 0 0,-1 0 0 0,-3 0 0 0,0 0-369 16,1 0 158-16,2 0 93 0</inkml:trace>
  <inkml:trace contextRef="#ctx0" brushRef="#br0" timeOffset="42740.22">7356 5803 1006 0,'-4'-12'0'0,"1"3"0"0,0-1 0 0,2-2 0 0,1 1 0 0,0 0 301 0,0 0-131 0,4 0-66 15,7 2-33-15,5-1 153 0,3 1-84 0,0 4-55 0,4 2 29 16,1 1-38-16,0 2 1 0,2 0-39 16,4 8 59-16,-6 7-34 0,1 5 0 0,-1 2 14 15,-5 5 0-15,0 2-39 0,-2 6 10 0,-9-3 17 16,-2 2-27-16,-2 0 1 0,-3 0-1 0,-1 2-32 31,0 5 9-31,-11-8 23 0,-4-2-25 0,-3-3 1 0,-2-4 24 0,-1 0 0 0,-2-2-70 16,1-12 21-16,1-1 0 0,-4-3 33 15,3-6-5-15,-1 0 8 0,-3 0-13 0,6-6 43 16,4-5-34-16,-1-4-1 0,4-4-7 16,4 2 58-16,-2-2-17 0,9 2 3 0,2 0 3 0,0 2 5 15,3-2-35-15,10 2 1 0,2 1 12 0,1 2 0 16,3 1-8-16,3 0-18 0,0 4 19 16,-1-2 1-16,1 1-27 0,0 3-112 15,-1 1 46-15,-2 2 38 0,0 1 0 0,1 1-477 16,-1 0 239-16,-2 0 97 0,-3 0-526 0,2 0 323 0,-4 6 162 15,5-5 71-15,-6 1-250 0</inkml:trace>
  <inkml:trace contextRef="#ctx0" brushRef="#br0" timeOffset="43086.46">7872 5728 926 0,'0'-4'0'0,"3"-1"0"0,4 0 0 0,2-2 0 0,3 2 0 0,5-2 493 0,-1 2-232 0,7-2-111 16,2 1-56-16,2-2 99 0,2 5-77 16,5-5-29-16,-7 6-97 0,1 0 24 0,-2 2 0 15,-2 0-57-15,-2 0 40 0,-1 7 10 0,-9 7 31 0,-6 3-139 16,-3 1 70-16,-3 8 34 0,0 0 1 0,-8 8 8 16,-5-6 8-16,-2 4-44 15,-5 0 264-15,-2 0-119 16,0 1-54-16,0 3 277 0,0-9-157 0,4-2-75 0,2-2-37 0,2-3 69 15,5-3-52-15,-1-2-18 16,6-3-10 0,4-7 4-16,0 2-1 0,0-4-29 0,10 0-20 0,0 1-69 0,7-4 29 0,-1 0 31 31,2 0-315-31,1 0 172 0,1 0 76 0,-1-1 40 0,-4-2-653 0,0 2 317 0,-3-1 160 0,1 1-485 31,-3-1 311-31,-1 2 170 0</inkml:trace>
  <inkml:trace contextRef="#ctx0" brushRef="#br0" timeOffset="43248.31">8025 5947 2257 0,'-11'0'0'0,"4"-1"0"0,3 0 0 0,2-2 0 0,2 0 0 0,0 0 0 0,10-2 0 0,7 1 0 0,5-1 256 0,5 0-109 15,-1 2-54-15,4-1-109 0,-1 0 36 0,-2 3-9 16,-1 1 27-16,-4 0-522 0,1 0 261 0,-1 0 131 15,2 0 74-15,-9 9-294 16,-4-2 175-16</inkml:trace>
  <inkml:trace contextRef="#ctx0" brushRef="#br0" timeOffset="43516.48">7538 6407 1487 0,'-12'0'0'15,"5"0"0"-15,-3 2 0 0,5-2 0 0,4 0 0 0,1 0 162 0,0 0-66 0,16 0 314 0,9 0-186 0,9-2-93 16,6-6-47-16,8-4 156 0,2 2-106 0,4-1-48 16,2 1-25-16,4-1-122 15,-1 0 49-15,5 1 34 0,-13 4-10 0,-5 2-132 16,-7-1 78-16,-6 5 40 0,-4-2-346 15,-4 2 161-15,-10 0 102 0,-10 0-452 0,-3 0 250 0,-2 0 125 0,0 2 62 16,0 3-314-16,-7-1 193 0</inkml:trace>
  <inkml:trace contextRef="#ctx0" brushRef="#br0" timeOffset="43841.27">7719 6493 1274 0,'-3'0'0'0,"0"0"0"0,2 0 0 0,1 0 0 0,0 0 0 0,0 0 252 0,9 0-108 0,8 0 64 16,3 4-85-16,1 3-43 0,3 1 9 0,2 2-20 15,-3 2 1-15,-3 3-33 0,2 0 0 0,-5 8-109 16,0 1 63-16,-9 1 19 0,-3 4 0 0,-5 1-51 16,0-1 39-16,-10 4 0 15,-6-2 94-15,-5-4-9 0,-4-5-46 0,0-1 17 16,-4-6 0-16,4-6-61 0,-5 1 31 0,5-10 135 0,3 0-64 0,1 0-19 15,4-10 0-15,2-4 0 16,1-1 10-16,8 2-49 0,3-2 0 0,3 0 37 16,0 0 0-16,0 1-37 0,4-3-27 0,10 4 27 15,0 0 0-15,2 2-62 0,1-1 31 0,0 1 0 16,3 1 40-16,-1 1-156 0,0 3 71 0,1-2 22 16,-1 5 0-16,3-2-582 15,2 0 286-15,-2 2 115 0,-2 1 85 0,1 1-563 0,-1-1 320 0</inkml:trace>
  <inkml:trace contextRef="#ctx0" brushRef="#br0" timeOffset="44071.13">8028 6549 1379 0,'0'0'0'0,"0"-5"0"0,0 2 0 0,0-1 0 0,0-1 0 0,0 2 0 0,0 2 303 0,0-2-133 16,7 3 151-16,3 0-142 0,3 0-62 0,0 0-45 0,3 4-4 15,0 5-31-15,-1 2 1 0,2-1-1 0,-4 6-67 16,1-1 29-16,-4 1 0 15,-4 2 38-15,-2 2-146 0,-4-1 72 0,0 3 47 16,0-4-74-16,-8 0 49 0,-6-1-30 0,-4-3-81 16,-1 0 45-16,-6-3 35 0,1-4-4 0,-2-3-137 15,1-2 72-15,3-2 44 0,1 0 15 0,0 0-117 16,7-2 72-16,5-8 32 0,6-4 0 0,3 0-264 16,0-6 148-16,11 1 64 0</inkml:trace>
  <inkml:trace contextRef="#ctx0" brushRef="#br0" timeOffset="44254.24">8271 6505 1569 0,'6'-2'0'16,"-1"-1"0"-16,0-1 0 0,-2 1 0 0,-2 3 0 0,1-3 0 0,-1 3 0 0,-1 0 352 0,0 3-158 0,-1 4 471 0,-5 4-315 0,-3 0-146 0,2 1-89 0,2 3 212 31,-1-1-172-31,3 1-155 0,1 2 0 0,2-3 0 0,0 1 0 0,0 1 0 16,5-1 0-16,6 0 0 0,5 1 0 0,3 0 0 0,0-5-251 0,3 0 52 15,3-2 119-15,1-2-653 0,4 4 302 0,-1-5 201 16,-5-2 97-16,1-1-612 0</inkml:trace>
  <inkml:trace contextRef="#ctx0" brushRef="#br0" timeOffset="44439.61">8869 6768 2864 0,'0'0'0'0,"-1"0"0"0,-1 0 0 0,1 0 0 0,-1 0 0 0,2 0 0 0,-1 0 0 0,0 0 505 0,-2 0-240 0,3 0-114 0,-1 0-5 15,1 0-146-15,0 0 0 0,-2 0 0 0,2 0-140 16,0 0-99-16,0 0 138 0,0 0 68 0,-2 0-979 16</inkml:trace>
  <inkml:trace contextRef="#ctx0" brushRef="#br0" timeOffset="48319.34">793 5857 858 0,'-14'0'0'0,"-1"-1"0"0,8-1 0 0,0 0 0 0,2 0 52 0,2 1-1 0,3 1-32 16,0 0 338-16,0 0-164 0,10 0-77 15,6 0-38-15,4-2 162 0,3 0-100 0,3 2-40 16,0-3-35-16,0 3 63 0,1 0-44 0,1 0-3 15,-4 0 0-15,2 0-32 0,-4 0-9 0,-2 0-23 16,-4 0 22-16,-2 5 1 0,-1 2 0 0,-4 5-56 31,-6 4 23-15,-3 5 1-16,0 1 31 0,-9 6-80 0,-10 2 40 0,-2 8 4 0,-3-5-63 0,-5 2 30 0,1 1 1 0,-1 0 23 16,2-1 157-16,-4 1-66 0,9-7-40 0,3-5 155 15,6-2-86-15,3-7-37 16,0 2-3-16,10-8 10 0,0-4-1 0,0 1-43 0,11-2 0 0,3-4-20 15,5 4 30-15,0-4-11 0,4 0-52 0,0 0 26 32,1 0 0-32,0 0 27 0,2 0-224 0,-4 0 104 0,-2 0 36 0,-3 3-394 0,0-3 199 15,-4 3 112 1,4-2 15 0,-8 2-203-16,-2 1 138 0,-1-1 69 0,-2 0 34 0,-2 0-450 0,-1 0 232 0</inkml:trace>
  <inkml:trace contextRef="#ctx0" brushRef="#br0" timeOffset="48519.16">790 6113 1249 0,'-15'0'0'0,"1"-5"0"0,7 2 0 0,3 0 0 0,3 2 613 0,1-1-287 0,0-1-144 0,8-1-61 0,6 1 352 0,5-2-216 0,2 2-110 16,2 1-53 0,2-2-91-16,5 4 46 0,-3-3-10 0,2 3-488 0,-2 0 245 0,2 0 121 0,2 0-811 0,-6 0 447 0</inkml:trace>
  <inkml:trace contextRef="#ctx0" brushRef="#br0" timeOffset="48651.02">1243 5939 2530 0,'-8'0'0'0,"1"-1"0"0,-1-1 0 0,5-2 0 0,-1 3 0 0,3-1 0 0,1 0 0 0,0 2 0 0,0 0 126 0,0 0-42 0,5 0 6 0,6 4-513 0,-2 4 231 15,3 2 115-15</inkml:trace>
  <inkml:trace contextRef="#ctx0" brushRef="#br0" timeOffset="48783.79">1239 6252 813 0,'-6'0'-1'0,"-2"0"1"0,2 0 0 0,2 0 0 0,1 0 0 0,0 0 385 0,0 0-177 0,3-2-84 16,0 1-431-16,6-2 154 15,4 3 80-15,4-3-295 0</inkml:trace>
  <inkml:trace contextRef="#ctx0" brushRef="#br0" timeOffset="49095.9">1754 5796 1133 0,'0'-29'0'0,"0"0"0"0,0 7 0 0,-5 3 0 0,-3 2 0 0,1 6 0 0,-4 3 219 0,0-2-80 0,1 8-55 0,0 2 1 16,-2 0-46-16,2 4 0 0,-2 9 489 15,0-1-235-15,5 5-131 0,2 4-62 0,-1 1 182 16,5 6-121-16,1 2-61 0,0 5-21 0,0 0 88 15,1 2-63-15,5 2-33 16,1 5 37-16,2 0-70 0,0 10-38 0,-1-5 0 16,2 4 0-1,-1 7 0-15,-2 3 0 0,-2 2 0 0,0 13 0 0,-3-13 0 0,0-1 0 0,-2 0-274 16,0-3 121-16,-5-3 44 0,-4 1 3 0,-4-19-222 16,3-11 146-16,-2-7 61 0,0-8-183 0,0-6 122 15,0-8 75-15,4-2-398 0,-3-10 232 0,3-4 118 16,-4-8 57-16</inkml:trace>
  <inkml:trace contextRef="#ctx0" brushRef="#br0" timeOffset="49259.57">1354 6211 1784 0,'-8'-11'0'0,"1"2"0"0,2 2 0 0,3 1 0 0,2-1 0 0,0-1 0 0,7-1 0 0,11 4 667 0,4-4-314 0,7 2-157 16,3 2 46-16,6-4-92 0,-5 3-61 0,5 4-538 15,1 0 243-15,1 2 122 0,-1 0 62 0,6 2-833 16,-9 7 428-16,-6 3 213 0</inkml:trace>
  <inkml:trace contextRef="#ctx0" brushRef="#br0" timeOffset="49430.68">2101 6393 2762 0,'-3'0'0'0,"-6"0"0"0,2 0 0 0,2 0 0 0,0 0 0 0,1 0 0 0,1-1 478 0,1 1-221 0,-1 0-100 0,3 0-47 0,0 0-36 0,0 0-1 15,0 0-53-15,0 0-780 0,0 0 399 0,0 0 194 16,1 0 102-16</inkml:trace>
  <inkml:trace contextRef="#ctx0" brushRef="#br0" timeOffset="50170.1">3372 5061 1882 0,'-5'-12'0'0,"2"1"0"0,2 5 0 0,0 3 0 0,1-1 0 0,0 1 0 0,0 3 0 0,0 0 292 16,2 10-127-16,6 2 366 0,1 5-237 0,-1 7-132 0,1 2-62 0,-2 4 265 15,2 3-225-15,-2 4-140 0,-2 4 0 0,0-4 0 16,-1 3 0-16,0-1 0 0,-4 4 0 15,2-1 0-15,-1 3 0 0,1-11 0 0,-2 0 0 0,0-5 0 16,0-6 0-16,0-2 0 0,0-4 0 0,0-10 0 16,0-4 0-16,0-3-616 15,0 0 264-15,-2 0 156 0,-1-3 70 0,-2 0-658 0,-3-3 373 16</inkml:trace>
  <inkml:trace contextRef="#ctx0" brushRef="#br0" timeOffset="50917.95">3252 6597 1026 0,'-7'-12'0'0,"0"0"0"0,1-2 0 0,3 1 0 0,2-1 0 0,1-4 0 0,0 1 366 0,4 2-164 0,9 2-82 16,3-2 153-16,4 3-117 15,5-2-49-15,-1 9 11 0,3-1-39 0,-1 5 0 16,2 1-41-16,0 0-6 0,4 5 17 0,-7 8-10 16,-4 5-1-16,-1 5-92 15,-3 5 46-15,-7 1 0 0,0 5 56 0,-6 0-159 0,-4 4 75 0,0-1 26 16,-6 1-83-16,-7 1 35 0,-1 4 37 0,-6-9-16 15,-2 0-1-15,-2-5 4 0,0-3-1 0,-5-4 149 32,1 0-62-32,0-14-28 0,2-1-1 0,4-2 224 15,0-5-116-15,-3 0-37 0,14 0-40 0,-3 0 274 0,9-5-144 0,2-2-73 0,0 1 224 16,3 0-328-16,0 1-7 0,3-1 0 0,12 0 0 16,7 1 0-1,5-2 0-15,4 2 0 0,-1 1 0 0,5 1 0 0,0 2 0 0,1-1 0 16,2-1 0-16,6 3 0 0,-6 0 0 0,1 0 0 15,-1 0 0-15,-3 0 0 16,-3 0 0-16,0 3 0 0,-10 0-85 0,-4 2-450 16,-5-3 249-16,-6 3 123 15,-4-2 62-15,1 1-650 0,-4-2 361 0,0 0 175 0</inkml:trace>
  <inkml:trace contextRef="#ctx0" brushRef="#br0" timeOffset="52291.27">4992 5235 1437 0,'-10'-11'0'0,"2"0"0"0,2-1 0 0,2 3 0 0,0-6 0 0,4 4 0 0,0-1 0 0,7-1 0 0,6 0 286 0,6 2-123 0,1-3-54 15,2 6-40-15,4 4 87 0,-1 0-59 16,0 2-29-16,0 2 0 0,0 0 11 0,-2 6-42 0,-3 7-32 16,-2 4 33-16,-1 3 0 15,-4 4 0-15,0 2-39 0,-7 0 14 0,-4-1 1 16,-2 4 24-16,0-2-19 0,-5-1 19 0,-7 1 5 16,0-5-6-16,-5 0 69 0,-2-3-35 0,-5-2-9 15,1-2 8-15,-2 0 10 0,1-9-42 0,1 1-36 16,0-2 1-16,1-5 35 15,1 5 9-15,3-5-243 0,2 0 113 0,1 0 55 0,7 0 30 0,-2-5-408 16,2 0 200-16,5 1 72 0,3 1 59 0,0-3-409 16,2 0 223-16,12 1 111 15,2-2-386-15,7 0 254 0</inkml:trace>
  <inkml:trace contextRef="#ctx0" brushRef="#br0" timeOffset="52510.17">5538 5088 929 0,'-9'-9'0'0,"-3"5"0"0,0-1 0 0,0 3 325 16,-1 2-143-16,-1 0-73 0,-2 2-35 0,-3 10 615 15,-2 5-316-15,5 2-172 0,-2 4-82 0,4 2 377 16,2 3-230-16,3-1-113 0,4 6-138 0,5-4-15 16,0 0 0-16,10-1 0 0,10-2 0 0,6 0 0 15,0 1 0-15,7-8-128 0,2-3 33 0,-4-3 66 16,4 2 34-16,-3-6-703 0,1 5 248 0,-5-6 212 15,-3 0 90-15,1-2-444 16,-5-1 278-16</inkml:trace>
  <inkml:trace contextRef="#ctx0" brushRef="#br0" timeOffset="52798.72">5242 6304 2120 0,'-11'0'0'0,"2"0"0"0,1 0 0 0,3 0 0 0,-1-2 0 0,5 0 0 0,0 2 0 0,1 0 340 15,0 0-156-15,1 0-74 0,13 4-37 0,-1 6 349 16,8 0-193-16,0 5-88 0,1 2 5 0,1 0-55 15,-2 0-28-15,2 2-283 0,-1 0 128 0,4 2 74 16,-6 0 22-16,-1-5-493 0,-3 5 263 0,1 0 132 16,-3-5 36-16,1 1-732 15,-3-3 381-15,-4-7 187 16,1-1 92-16</inkml:trace>
  <inkml:trace contextRef="#ctx0" brushRef="#br0" timeOffset="53101.47">5670 6209 2381 0,'-3'-6'0'0,"0"1"0"0,1 0 0 0,-1 3 0 0,1-1 0 0,0 1 0 0,0 2 0 0,-1 0 388 0,2 10-181 15,-3 9-85-15,1 7 329 0,-5 7-206 0,1 7-108 16,-3 9-137-16,-1 4 0 0,-1 5 0 0,0 9 0 16,-5 12 0-16,0 5 0 0,-5 14 0 0,4-12 0 15,-1-4 0-15,1-2 0 0,2-8 0 0,2-7 0 16,3 1 0-16,3-23 0 0,1-8 0 0,5-9 0 15,0-6 0-15,2-8 0 32,0 2 0-17,0-6 0-15,0-4 0 0,0-4 0 0,0 2 0 0,0-2 0 0,0 1 0 0,0-1 0 32,0 0 0-32,2 0 0 0,-2 0 0 0,0 0-20 0,0 0-178 0,0 0 83 0,0 0 45 0,0 0-667 31,0 0 351-31,2 0 165 0,0 0 97 0</inkml:trace>
  <inkml:trace contextRef="#ctx0" brushRef="#br0" timeOffset="53223.75">5864 7296 2369 0,'0'0'0'0,"0"0"0"0,0 0 0 0,0 0 0 0,0 0 295 0,0 0-130 15,-2 0-65-15,0-2 563 16,1 1-324-16,-1-1-339 0,2 0 0 0,0 2-709 0</inkml:trace>
  <inkml:trace contextRef="#ctx0" brushRef="#br0" timeOffset="63453.74">2242 6457 1139 0,'-10'0'0'0,"-5"0"0"0,7 0 0 0,-2 0 0 0,3 0 0 0,-2 0 0 0,3 0 0 0,0 0 198 0,2 0-84 15,0 0-37-15,2 2 104 16,2-2-71-16,0 0-34 0,0 0 9 0,2 0 19 0,10-5-32 0,7-9 1 16,3-4-33-16,7-7 162 15,6-9-70-15,1-1-7 16,5-8-42-16,4-5-1 0,2-4-42 0,4-5-72 0,7-4 46 0,-7 3-10 15,1 2 37-15,-2 0-134 0,1 4 67 0,-7 6 33 16,3-1 10 0,-14 16-77-16,-7 5 18 0,-1 6 35 0,-6 1-293 0,1 2 113 15,-10 5 88 1,1 3-223-16,-2 1 137 0,-2 1 72 0,-1 2 36 0,1 2-120 0,-3 2 83 0,-1-2 36 16,-1 3 1-16,0 0-163 0,1 0 100 0,2 9 40 0</inkml:trace>
  <inkml:trace contextRef="#ctx0" brushRef="#br0" timeOffset="63855.01">3785 5467 1879 0,'-9'-5'0'0,"2"0"0"0,2 1 0 0,0 1 0 0,3 0 0 0,2 2 0 0,0-2 0 0,0-2 0 15,9 1 236-15,9-4-98 0,3 3 99 0,7-2-99 0,5 2-49 16,7-5 10-16,1 3 156 0,6 2-107 0,5-1-55 15,7 0-27-15,8-3 109 0,12 2-59 0,-7-1-45 16,3 3 1-16,0-2-69 16,-2 0 0-16,-5 0 35 0,7 2-145 0,-21-1 67 0,-1 4 39 0,-6-4-192 15,-7 3 115-15,-4 0 42 0,2-1 40 0,-15 0-128 16,-1 1 64-16,-6 0-10 0,-3 0 30 16,-3 1-119-16,-2-1 56 0,-7 1 11 15,-1 0 25-15,0 2-168 0,-3-1 97 0,-11 1 49 16,-3 0-411-16,-4 0 235 15,-2 3 113-15</inkml:trace>
  <inkml:trace contextRef="#ctx0" brushRef="#br0" timeOffset="64311.88">2373 6366 1915 0,'-8'-3'0'0,"-3"2"0"0,3-5 0 0,-1 3 0 0,6 0 0 0,2 3 0 0,1 0 0 0,0 0 0 0,0 0 219 0,9 9-80 16,6 2-55-16,4 3 185 0,7 1-115 0,3 2-57 0,5-2-30 16,6 6 7-16,-1-3-11 0,2-2-24 15,3 5 0-15,3 1-40 0,5 1 1 0,4 4 48 16,-10-3-163-16,1 0 77 0,-6-1 38 0,-8 2-173 15,-3-1 89-15,-4 0 66 0,-12-7-31 0,-8 0-108 16,-3-6 51-16,-3-4 45 0,0 0-18 16,-3-7-33-16,-8 0 26 0,-1 0 0 0,1 0 48 0,-2-1-109 15,1-9 45 1,8 1 36-16,2-6-457 0</inkml:trace>
  <inkml:trace contextRef="#ctx0" brushRef="#br0" timeOffset="64778.07">3976 6778 1262 0,'-18'3'0'0,"4"0"0"0,-2-1 0 0,2 2 0 0,-1-1 0 0,5-1 0 0,2 1 0 0,1-3 217 0,-2 0-80 16,7 0-55-16,2 0 336 0,0-5-191 0,3-10-94 15,12-4-49-15,4-10 96 16,9-2-76-16,6-7-33 0,9-9 2 0,6-8-36 0,8-4 0 0,11-13 10 15,-3 6-10-15,-1-8 0 0,6-1 0 0,0-8-137 16,1-2 68-16,5-14 44 0,-16 20-9 0,-3 3-312 16,-4 6 165-16,-8 10 36 0,-3 8 57 15,-2 0-176-15,-14 22 103 0,-3 1 19 16,3 5 94-16,-6 0-1 0,-1 7-25 0,1-3 183 16,-8 9-87-16,-1 1-48 0,-2 5-24 0,-2 1 115 15,-2 2-65-15,0 0-13 16,-3 2-19-16,-1 0 134 0,1 0-66 0,1 0 3 0,-2 0-28 0,2 2-407 62,-2 4 183-62</inkml:trace>
  <inkml:trace contextRef="#ctx0" brushRef="#br0" timeOffset="65668.49">9027 6116 2179 0,'0'0'0'0,"0"0"0"0,0 0 0 0,0 0 0 0,0-3 0 0,1 3 0 0,1-2 0 0,4 0 0 0,0 2 181 0,3-1-70 16,2-2-25-16,2 2 262 15,5-1-153-15,1 2-78 0,1-1-38 0,4 1 38 0,4-2-29 0,-3-1-9 16,3 3-313-16,1-2 137 16,-2 0 69-16,1 2-557 0,-1-1 318 0,-6 1 148 0,-2 0 8 0,-2 0-698 15,-3 0 384-15,-5 3 193 16</inkml:trace>
  <inkml:trace contextRef="#ctx0" brushRef="#br0" timeOffset="65837.42">9207 6440 2098 0,'-6'1'0'15,"0"3"0"-15,1-4 0 0,3 3 0 0,-5 1 0 0,7-4 0 0,0 0 0 0,0 2 0 0,0-2 333 0,5 0-146 0,4 0 86 16,3 0-122-16,1 0-55 0,1 0-28 0,1 0-377 16,2 0 175-16,0 0 97 0,-2 0 34 0,3 0-712 15,1 3 370-15,-2-1 186 0,2 2 92 0</inkml:trace>
  <inkml:trace contextRef="#ctx0" brushRef="#br0" timeOffset="66276.47">10323 5903 1417 0,'0'-17'0'0,"-2"0"0"0,1-2 0 0,1-3-1 0,0 5 0 0,0-3 0 0,0 1 0 0,0-3-1 0,0-1 1 0,0-5 92 0,0 6-8 16,1-2-44-16,-1 0-25 0,0 4 0 0,0-1 25 16,0 1 11-16,0 6 9 0,-6 2-19 0,-2 2-1 15,-4 3 39-15,1 2 0 0,-4 1-28 0,0 4 121 16,3 0-66-16,-5 0-32 15,1 7-1-15,1 3 122 0,-2 4-67 0,5 1-49 0,-3 3 0 16,6 4 124-16,1 1-82 0,2 1-40 16,-2 7 10-16,5 1 79 0,3 4-65 0,0 0-33 15,0 1 24-15,3 4-77 0,5 9-18 0,1-6 0 0,1 4 0 0,2 9 0 32,0 2 0-32,0 6 0 0,0 9 0 0,-4-12 0 0,-1-4 0 0,-2 0 0 15,-2-5 0-15,-2-2 0 0,-1 4 0 0,0-16-123 16,-5-6 24-16,-6-2 25 0,-1-6-160 15,-1-4 92-15,-3 2 48 0,1-14-121 0,-1-4 89 0,0-1 42 16,0-4 1 0,0 0-402-16,-2 0 213 0,4-2 121 0,-2-11 56 0,0-4-470 0</inkml:trace>
  <inkml:trace contextRef="#ctx0" brushRef="#br0" timeOffset="66447.72">9809 6203 2440 0,'0'-8'0'0,"-2"-6"0"0,2 7 0 0,0-3 0 0,2 0 0 0,11 1 0 0,3 1 0 0,6-4 440 0,3 3-206 0,3 1 267 0,5-1-231 0,1 2-224 15,4 1-46-15,2-1 0 0,-3 6 0 0,-1-2 0 16,0 3 0-16,-1 0-201 0,-3 0-47 16,4 6 153-16,-8 4 63 0,-5 0-888 0,1 5 475 0</inkml:trace>
  <inkml:trace contextRef="#ctx0" brushRef="#br0" timeOffset="66658.02">10512 6297 1430 0,'-11'0'0'0,"3"0"0"16,-1 1 0-16,-1-1 0 0,6 2 919 0,-1 0-441 0,1 0-220 0,0 4-111 0,4 2 172 15,-1 2-132-15,1 1-79 0,0 3-36 16,0 3-59-16,1 0-13 0,2 3 0 0,2 1 0 0,0 3 0 15,-2-1 0-15,1-1 0 16,-1-2-410-16,1 1 144 0,-3-1 160 0,4-5-697 16,-3-3 345-16,-1-2 210 0,0-2 106 0,1-4-221 0,-1-2 154 0</inkml:trace>
  <inkml:trace contextRef="#ctx0" brushRef="#br0" timeOffset="66939.14">10712 5498 2358 0,'-6'-19'0'0,"2"7"0"0,-1 3 0 0,4 4 0 0,-1-1 0 0,0 3 0 0,2 2 0 0,0 1 610 15,0 0-285-15,0 4-144 0,0 7-71 0,0 5 237 16,0 1-347-16,0 8 0 0,0 1 0 0,-4 3 0 16,-2 5 0-16,-4 6 0 15,2-5-64-15,-1 6-185 0,1-3 143 0,-3 2-854 16,3 2 440 0,-1 3 267-16</inkml:trace>
  <inkml:trace contextRef="#ctx0" brushRef="#br0" timeOffset="67662.03">10893 6164 1517 0,'0'-1'0'0,"-3"-1"0"16,3-2 0-16,-3 4 0 0,1-3 0 0,1 1 0 0,1-1 0 0,-3 0 0 0,1 2 220 0,2-1-92 0,-1 1 134 0,-1-1-118 0,2 2-52 15,0 0-28-15,0 0 4 0,0 0 1 0,0 0-22 16,0 0-10-16,0 0 61 0,0 5-30 0,0 2-10 15,0-2-20-15,0 1 72 0,0 1-41 0,0-3 0 16,0 1-19-16,0 1-12 16,0 0-1-16,0-6-19 0,0 2-9 0,2-2 28 31,-1 0 1-15,1 0-77-16,2 0 38 0,-2-2 9 0,-1-4 26 0,4-1-27 0,-4 0 8 0,0 3 14 0,0-3 1 0,-1 1 96 0,0 2-58 0,0 0 1 15,0 3 42-15,0-1-38 0,0 2-57 16,0 0-16-16,-2 0 0 0,1 0 0 0,-4 2 0 0,2 3 0 15,2-1 0-15,-2 3 0 0,3-1 0 0,0-2-49 16,0 1-26-16,0 0 51 16,0-2-7-16,0-1-659 0,0 0 310 0,4 1 170 15</inkml:trace>
  <inkml:trace contextRef="#ctx0" brushRef="#br0" timeOffset="72337.99">11306 5945 1746 0,'0'0'0'0,"0"0"0"0,0 0 0 0,0 0 0 0,0 0 0 0,0 0 525 16,0 2-243-16,6 4-112 0,1 0-70 0,2 3 230 16,2 1-146-16,0 1-74 0,3 2-4 0,3 6-23 15,-3-4-10-15,3 3-34 0,1 3-104 16,-3-2 52-16,2 3 36 0,-5-1-381 0,1-1 198 0,-2-3 100 16,-2 2 49-16,-4-3-694 15,1 1 337-15,1-6 122 0,-4-2 104 0,-2-3-477 0</inkml:trace>
  <inkml:trace contextRef="#ctx0" brushRef="#br0" timeOffset="72678.25">11623 5880 1244 0,'-7'-6'0'0,"4"3"0"0,-1-1 0 0,1-1 0 0,1 5 201 0,1 0-81 15,-3 0-30-15,3 0 526 0,-1 10-288 0,2 4-145 16,-3 6-72-16,1 6 326 0,-3 5-189 0,2 4-109 15,-6 8-51-15,1 7-24 0,-1 8-2 0,-4 9-62 16,-2 14 0-16,0-5 0 0,-1 3 0 0,-1 1 0 16,4-3 0-16,-4-4 0 0,1 4 0 0,4-21 0 15,4-6 0-15,-1-4 0 0,1-7 0 0,3-5 0 16,-1 3 0-16,2-13 0 0,2-6 0 0,-1-3 0 16,1-5 0-16,1-3 0 0,1-3 0 0,0-4 0 15,0 0 0-15,0 0 0 0,0-1 0 0,0-4 0 16,0-2 0-16,-1 3 0 15,-1-4 0-15,0 0 0 0,-1 1 0 0,2 0 0 16,-1 2-175-16,0-2-9 0,2 2 73 0,0-1-564 16,0 0 318-16,0-2 149 31,0 2-661-31</inkml:trace>
  <inkml:trace contextRef="#ctx0" brushRef="#br0" timeOffset="73409.22">12077 6235 1492 0,'-4'-1'0'0,"-1"-1"0"16,0 2 0-16,4-3 0 0,-2 1 0 0,3 2 0 0,0 0 0 0,10-1 534 0,8 1-249 0,5-2-124 0,6 0-63 0,3 0 229 16,2-1-149-16,2 1-71 0,3-2 17 0,1 1-43 15,3-2-1-15,5 4-72 0,-9-1-10 16,-2 0 39-16,0 0-1 0,-5 2-227 15,-3 0 113-15,2 0 67 0,-13 0 19 0,-3 0-441 16,-5 4 226-16,-4-1 46 0,-4 1 78 0,-1-3-526 31,-1 2 291-31,-5-1 141 0,-7-2-324 0,-1 2 233 0</inkml:trace>
  <inkml:trace contextRef="#ctx0" brushRef="#br0" timeOffset="73653.97">12372 5852 1597 0,'-9'-2'0'0,"2"1"0"0,4-1 0 0,2 2 0 0,1 0 0 0,0 7 0 0,0 6 0 0,1 8 758 0,7 5-360 0,2 6-181 16,-1 3 396-16,0 11-288 0,-1 8-302 0,-1 2-23 16,0 7 0-16,-4 0 0 15,0 5 0-15,-1-4 0 0,-1 4 0 0,1-17 0 16,0-6 0-16,-2-5 0 0,2-4 0 0,0-9 0 15,-2-1 0-15,2-15 0 0,-2-6 0 0,0-5 0 16,0 0-411-16,0 0 134 0,0-2 107 0,0-9-349 16,0-1 242-16,0-2 119 0,0 1 61 0,-2-1-637 15</inkml:trace>
  <inkml:trace contextRef="#ctx0" brushRef="#br0" timeOffset="75205.1">13285 5917 708 0,'1'0'0'15,"2"0"0"-15,-1 0 0 0,-2 0 0 0,2 0 0 0,-2 0 0 0,1 0 0 0,1-1 246 0,0 0-105 0,1-4-51 0,0 0 130 16,1-2-97-16,1-3-42 0,0 1 0 0,1-8-15 16,0 4 0-16,1-5-19 0,0-2-9 15,-2 0-25-15,0 1 25 0,-2-3 0 0,-2 3 9 0,1-3 0 16,-2 5-9-16,0 0 0 0,0 2-19 0,-3 1 19 0,-5 3 0 0,-1 1-10 15,-2 3 10-15,0 4-10 16,-3 1 7-16,1 1-4 0,-1 1 3 16,0 0 8-16,4 0-8 0,-3 6-34 0,2 3 1 0,0 0 31 15,3 4 38-15,0 4 7 0,4-3-43 0,0 8 44 16,1 1 0-16,3 4-37 0,0 5-4 0,0 4 116 16,0 0-62-16,0 5-27 0,3 4 0 0,1 8 76 15,2 6-51-15,3 10-16 16,-4-4-10-16,3 4-11 0,-4-2-14 0,1-1-1 15,-2-2-113-15,1 4 67 0,-3-19 18 0,1-6-154 16,-2-2 92-16,0-5 37 0,0-6 25 0,-3 6-100 16,-5-15 52-16,-2-4-2 15,-1-2 24-15,-3-3-166 0,-3-5 82 0,0 0 7 0,0-6 36 0,-3-1-246 16,2 0 133-16,-2 0 67 0,0-3-332 0,1-8 204 16,1-2 97-16,0-4 49 0,4-2-421 0,-3-4 235 15</inkml:trace>
  <inkml:trace contextRef="#ctx0" brushRef="#br0" timeOffset="75414.87">12939 6133 1092 0,'-1'-10'0'0,"-1"3"0"0,1 2 0 0,1-2 0 0,0 4 0 0,0 1 0 0,6-1 752 0,8 3-357 15,3-2-179-15,6 2 354 0,3 0-270 16,0 0-132-16,3 0 33 0,2 0-81 0,2 0-42 15,6 0-39-15,-5 0-255 0,-2 0 102 0,-1 0 76 16,-2 0 38-16,-2 2-248 0,2 1 152 0,-10 0 63 16,-3 0 35-16,-4 1-739 15,-2 0 271-15,-3-1 214 0,1 4-440 0</inkml:trace>
  <inkml:trace contextRef="#ctx0" brushRef="#br0" timeOffset="75812.47">13410 6389 1324 0,'-11'0'0'0,"3"0"0"0,3 0 0 0,2 0 0 0,0 0 328 0,3 0-144 0,0-2-64 0,2 1-45 0,9-1-1 15,4 0-35-15,2 1 425 0,2-1-182 0,3 2-112 0,-2 0-70 0,0 0-159 0,0 3 49 0,-2 5 24 16,0 1 0-16,0 3-98 15,-5-1 57-15,-1 1 32 0,-4 3 1 0,-1 5-23 16,-4-3 9-16,-1 4 8 0,-2 1-115 16,0-2 57-16,-8 2 1 0,-6-3 88 0,-2 0-12 0,-2 1-35 15,-2-8 1-15,1 0 290 16,-2-2-128-16,1-5-70 0,5 1-17 0,-4-1 393 0,7-5-317 0,-1 0-136 16,6 0 0-16,2 0 0 15,1 0 0-15,1 0 0 0,3 0 0 0,0-4 0 16,8-1 0-16,9 0 0 0,2 1 0 0,3 0 0 15,2-1 0-15,0 2 0 0,1-1 0 0,0 3 0 16,5-3 0-16,-4 2 0 0,0 2 0 0,1-2 0 16,-2 2 0-16,-3 0 0 0,3 0 0 0,-7 0-145 15,-3 0-240-15,-3 0 173 0,-3 0 87 0,-3 0-540 16,1 0 304-16,-6 0 166 16,-1 0 78-16,0 0-456 0</inkml:trace>
  <inkml:trace contextRef="#ctx0" brushRef="#br0" timeOffset="76161.48">13796 5629 0 0,'0'-5'0'0,"-1"-1"0"0,-1 3 0 0,1 0 0 0,-2-2 0 0,3 3 0 0,-1 0 669 0,1 1-317 0,0 1-157 16,0 0-79-16,0 0 254 0,0 3-171 0,0 7-82 15,0 4 188-15,0 6-134 16,0 6-66-16,0 3-14 0,-3 3-54 0,-5-1 0 15,1 6 0-15,-4 0-78 0,1 1 40 0,-2 3 8 16,0-7 30-16,2 1-360 0,-2-3 180 0,4-5 90 16,0 0 45-16,0-1-713 0,5-11 351 0,0-1 135 15</inkml:trace>
  <inkml:trace contextRef="#ctx0" brushRef="#br0" timeOffset="79293.92">14064 6203 921 0,'-6'-3'0'0,"0"-1"0"0,-1-1 0 0,1 5 0 0,5-3 495 0,0 1-229 0,-1 1-115 0,0 0-47 15,2 1 135-15,0 0-101 0,0 0-51 16,0 0-3-16,0 0-23 15,2 0 9-15,1 4-8 0,3 1 0 0,0 2-24 0,0 0-1 16,-1-1-191-16,1 1 105 0,0 0 38 0,1 0 25 16,-4 0-411-16,2-2 184 0,-2 5 117 15,2-5-18-15,-2 4-223 0,1-2 120 0,-1 1 90 16</inkml:trace>
  <inkml:trace contextRef="#ctx0" brushRef="#br0" timeOffset="79526.96">14438 6293 1821 0,'0'2'0'16,"0"-2"0"-16,0 0 0 0,0 0 0 0,0 0 0 0,0 0 0 0,0 2 697 0,0-2-330 0,0 0-164 0,5 0 114 0,7 0-140 15,8 0-60-15,4-4 114 16,5-2-230-16,6-1-1 0,2 1 0 0,7-2 0 0,2 1 0 0,0 0 0 15,3 1 0-15,-6 4-237 16,0-1 57-16,0 1 118 0,-14 2 45 0,-6 0-801 0,-4 0 395 0,-8 0 166 16,-5 7-513-16,-3 1 357 0</inkml:trace>
  <inkml:trace contextRef="#ctx0" brushRef="#br0" timeOffset="79723.03">14566 6490 1223 0,'-11'3'0'0,"-1"0"0"0,5-2 0 0,2 2 0 0,2 1 0 0,3-1 755 0,0 2-359 0,3 0-170 0,12 1-99 0,2 0 375 0,2-1-232 0,2 2-117 16,3-2-145-16,1 2 9 0,-5-1 21 0,2 3-539 0,-1-2 269 0,-3 3 135 16,0-2 67-16,1 2-268 15,-4-2 163-15,-5 1 86 0,2-3 43 0,-2 1-779 16,-2-2 374-16,1-2 178 0</inkml:trace>
  <inkml:trace contextRef="#ctx0" brushRef="#br0" timeOffset="79944.11">14938 6377 2264 0,'0'-2'0'16,"0"1"0"-16,0 0 0 0,0-2-1 0,-4 3-1 0,0 0 1 0,0 0 366 0,-1 5-164 0,-4 10-73 0,-1 6 190 0,-1 9-141 0,-4 9-69 15,-1 3-36-15,-1 9 29 0,-6 12-23 0,2 0-9 16,1 4-32-16,-1 1-37 0,3-3 0 0,1-8 17 16,-1 2-203-16,8-18 96 15,2-9 64-15,4-5-416 0,0-10 195 0,3-4 130 0,1-4-2 16,0-9-481-16,0 0 281 0,0 0 141 16,0-9 70-16,0-8-216 0</inkml:trace>
  <inkml:trace contextRef="#ctx0" brushRef="#br0" timeOffset="80302.89">14770 5675 1675 0,'-4'-14'0'0,"3"-1"0"0,-3 8 0 0,4 0 0 0,-2 2 0 0,2 3 0 0,0 1 0 0,0-2 597 16,0 3-285-16,0 0-138 0,0 0 39 0,2 11-88 0,2 3-45 0,1 6 10 16,-2 4 133-16,0 3-94 15,0 8-46-15,-1 3-9 0,-2 0 1 0,0 8-30 16,0-6-9-16,0-1-140 0,0 0 69 0,0-1 36 15,0-4 0-15,-2 4-146 0,2-10 86 16,-1-4 35-16,1-8-177 0,-2-5 82 0,2-1 58 0,0-5-14 16,0-5-55-16,0 0 23 0,-2-5 35 15,2-10-161-15,-1 0 98 0,1-1 41 16,-2 1 33-16,1-2-483 0,-2 3 254 0</inkml:trace>
  <inkml:trace contextRef="#ctx0" brushRef="#br0" timeOffset="89872.61">7719 7778 1196 0,'-4'-8'0'0,"-2"-1"0"0,2 6 0 0,3-2 0 0,1 1 0 0,0 1 0 0,1 1 179 0,7-4-62 0,6 4-45 16,2 1 1-16,2-2 107 0,3 3-72 0,0 0-35 15,6 0 41-15,-5 0-43 16,0 6 0-16,1 5-34 0,1 1-29 0,-2 5 0 0,-1 2 38 0,-3 3-71 16,-4 1 31-16,-3 5 0 15,-2 1 31-15,-5-1-27 0,-2 6 10 0,-2-4 17 16,0 2-22-16,-11-2-34 0,-6-2 7 0,-2-2-1 15,-3 0 65-15,-1-9-34 0,0-3-13 0,0-7 60 32,-2-1-23-32,2-6 1 0,-2 0-13 0,5 0 27 0,1-5 5 0,5-6-36 15,0-3 13-15,6-3-24 32,1 0 27-32,2 1-10 0,5 1 7 0,0 0-32 0,3 1 26 0,3-2 8 0,8 5-33 0,-1 0 23 15,2 2-4-15,2-1-47 0,1 3 21 0,2-4 7 0,-2 5 9 0,1 1-308 16,-1-1 143-16,0 3 77 0,0-1 25 0,2 0-535 15,-5 3 275-15,0-1 135 0,1 0 67 0,-2 0-241 16</inkml:trace>
  <inkml:trace contextRef="#ctx0" brushRef="#br0" timeOffset="90197.11">8078 7649 1623 0,'0'-9'0'0,"0"0"0"0,1 1 0 0,1-1 0 16,4 3 0-16,3 0 0 0,-1 0 342 0,3 4-153 0,1 0-76 0,3-1 153 16,0 1-119-16,0 2-55 0,2 0-28 0,-4 0-51 0,3 5 0 0,0 2 33 15,-3 2-276-15,-6 1 132 0,1 3 68 0,-3 1-247 16,-3-2 155-16,-1 5 86 0,-1-2 30 0,0-1-179 16,-10-2 84-16,0 2-11 0,-5-5 37 15,1 2 207-15,-3-2-80 0,4-2-44 16,-4-2-1-16,3-3 309 0,-1 4-168 0,5-5-44 15,1-1 228-15,0 0-134 0,2 0-80 0,3 0-38 16,1 0 10-16,3 0-53 0,0 0 0 0,1 0-76 16,10-1 38-16,1-2 0 15,3-2 47-15,2 1-268 16,-2 3 129-16,4-3 66 0,0 3 31 0,-1-1-628 0,2 0 300 0,-3 1 102 16,3 1-425-16,0-2 306 0,0 1 151 0</inkml:trace>
  <inkml:trace contextRef="#ctx0" brushRef="#br0" timeOffset="90528.78">8480 7643 971 0,'0'0'0'0,"-1"0"0"16,-2 0 0-16,-1 0 0 0,2 0 0 0,1 0 0 0,1 0 448 0,0 0-206 0,0 0-102 0,1 0-43 0,7 0 303 0,3 0-182 0,3 0-91 16,2 0-45-16,2 0 121 0,0 0-75 0,0 0-49 15,-2 0-87-15,0 0 45 0,-1 2 0 16,-2 1-94-16,3 3 56 0,-9 3 15 15,-2 2-1 1,-4 4-19-16,-1 4-1 0,0 5 53 0,-5 2-9 0,-10 4-86 0,-4 0 39 16,-3 2-22-16,0 0 24 0,-3 2 42 0,1-7-3 0,0 0-41 15,5-4 144-15,-1-3-58 0,3-4-30 16,3 2 103-16,6-9-64 0,2-4-19 0,6 3 0 0,0-4-21 16,0-2-8-16,3 1-6 15,8 0-31-15,3-2 0 0,3 1 0 0,-1-1 0 0,3 2 0 16,1-1 0-16,-3-2 0 0,1 2 0 15,-2-2-198-15,0 0 37 16,-2 0 87-16,1 3-516 0,-3-3 276 0,-2 0 138 0,-1 0 70 0,-4 0-487 16,0 0 278-16,0 0 129 0,-4 0 80 0,-1-3-219 15</inkml:trace>
  <inkml:trace contextRef="#ctx0" brushRef="#br0" timeOffset="90708.45">8408 7886 2194 0,'-17'0'0'0,"1"0"0"0,6 0 0 0,0 0 0 0,1 0 0 0,8 3 0 0,1-3 0 0,0 0 0 0,12 0 365 16,6 1-165-16,5 2-72 0,1-3 318 0,4 2-204 15,1-2-103-15,-2 1-212 0,4 2 64 0,-4 0 19 16,-2-1-1-16,1 1-563 0,-4 0 295 16,-2 1 148-16,5-2 83 0,-6 1-330 15,-3 3 139-15,-3-4 118 0</inkml:trace>
  <inkml:trace contextRef="#ctx0" brushRef="#br0" timeOffset="90991.21">7705 8314 2868 0,'-20'0'0'0,"-2"0"0"0,12 1 0 0,0 2 0 0,7-1 0 0,3-2 0 0,0 0 0 0,13 0 0 0,14 0 0 0,12 0 309 0,11-5-136 16,3-3-69-16,5-6 108 15,7 0-79-15,-7 6-53 0,-1-3-28 0,4 3-67 0,0-1 12 0,-3 5-1 0,8-4 26 0,-20 8-268 16,-1-2 129-16,-8 2 77 31,-2 0-175-15,-8 0 107-16,-1 0 75 0,-14 2-565 0,-7 4 280 0,-2 0 142 0,-3-4 69 0,0 1-353 0,0 1 217 0,-5-2 103 15,-9 1 52-15,-1 0-329 0</inkml:trace>
  <inkml:trace contextRef="#ctx0" brushRef="#br0" timeOffset="91295.09">7930 8439 1745 0,'-10'0'0'0,"2"0"0"0,3 0 0 0,2 0 0 0,3 0 0 0,0 0 0 0,3 0 292 16,14 4-133-16,3 2 60 0,3 1-92 0,2 2-45 15,3 2 0-15,-1 2 1 0,-3 1-9 0,1 1-38 16,-4 3 1-16,-1 1-184 0,-2 0 92 0,-4 8 55 16,-10-3 13-16,-3 2-119 0,-1 2 71 0,-3 0 36 15,-15-1 10-15,-6 3-17 16,-1-9-5-16,-3-4 0 0,-5-4 14 0,2-2-50 16,1-8 40-16,-5 1 74 0,5-4-34 0,4 0-7 15,2-5 0-15,2-9 16 0,6-3-31 0,-2 0 34 16,10 1-27-16,5-1 15 0,3 2-13 15,0-1 1-15,0 2-35 0,6-3 33 0,7 4-2 0,1 2-180 16,3 0 85-16,0 3 39 0,5-2 0 0,-2 3-173 16,1 2 101-16,2 0 37 0,-1 0 30 0,-1 2-518 15,5-1 254-15,-6 2 140 16</inkml:trace>
  <inkml:trace contextRef="#ctx0" brushRef="#br0" timeOffset="91523.08">8140 8545 1958 0,'-2'-2'0'0,"-1"-3"0"0,0 2 0 0,0-1 0 0,3-1 0 0,0 0 0 0,0 0 0 0,6 0 0 0,7 2 295 16,4-1-129-16,3 3 51 0,2-1-91 0,1 2-44 15,2 0 9-15,0 3-87 0,-1 7 1 0,-1 2 32 32,-1 4-1-32,-1 2-168 0,0 3 93 0,-7 1 34 0,-6 0-1 0,-3 3-221 0,-3 3 130 0,-2-4 66 15,0 5-176-15,-15-4 99 0,-5-3-4 16,0-3 49-16,-7-1 18 0,0-5 8 0,0-1-9 15,1-7-140-15,3-3 74 0,3-2 38 16,1 0 0-16,5 0-120 0,1-8 70 16,7-5 48-16,5-7 0 0</inkml:trace>
  <inkml:trace contextRef="#ctx0" brushRef="#br0" timeOffset="91651.58">8428 8507 407 0,'3'-8'0'0,"0"-1"0"0,3 1 0 0,-4 2 0 0,3-5 0 0,0 7 0 0,2-4-108 16,-4 4 45-16,2 0 0 0,-2 2 44 0</inkml:trace>
  <inkml:trace contextRef="#ctx0" brushRef="#br0" timeOffset="91937.05">8511 8468 1078 0,'-5'-6'0'0,"-2"0"0"0,0 1 0 0,1-2 0 0,-1 2 0 0,0-1 0 0,-1 2 434 0,3 1-203 16,-4 2-97-16,1 0-49 0,2 1 84 15,-5 0-57-15,2 2-43 0,-1 10 134 0,1 3-83 16,0 5-42-16,4 1 164 31,-3 3-94-31,7 1-60 16,1 1-26-16,0 3 208 0,0-3-117 0,9 0-58 0,5 3-20 0,5-3-4 0,5-5-57 0,2 0-14 0,4-3 0 0,0-1-175 0,5-2 67 0,-5-3 68 15,0-6-227-15,1-1 144 0,-2-4 78 16,0-1-757-16,2 0 373 0,-8-1 201 0,-2-10 96 0</inkml:trace>
  <inkml:trace contextRef="#ctx0" brushRef="#br0" timeOffset="92247.51">8645 8313 2315 0,'-3'-5'0'0,"-1"-2"0"0,4 2 0 0,0 2 0 0,0 0 0 0,0 3 0 0,7 0 0 0,4 0 175 0,4 0-73 0,-4 3-34 0,5 7 74 0,-2 0-52 0,4 2-18 15,-8 0-10-15,1 3-245 0,-1-1 109 0,-3 4 56 16,-4-2 27 0,-1 2-177-16,-2-3 98 0,0 1 53 0,-4-3 81 0,-5-2-44 0,-5 1 2 0,-2-3 57 0,-1-4-38 0,3-3-59 15,-1 0 9-15,3-2 396 16,-1 0-184-16,3 0-60 0,3 0-61 0,2 0 183 0,2 0-118 0,3 0-147 16,0 0 0-16,9-2 0 0,7 1 0 0,2-2 0 15,4 1 0-15,0 1 0 16,4-1 0-16,1 2-494 0,1 0 114 0,-1 0 167 15,-1 0 108-15,2 0-403 0,-3 0 235 0,6-2 110 16</inkml:trace>
  <inkml:trace contextRef="#ctx0" brushRef="#br0" timeOffset="92422.57">9124 8056 2954 0,'0'0'0'0,"0"0"0"0,0 0 0 0,-1 0 0 0,-2 0 0 0,3 0 0 0,0 0 0 0,3 0 471 0,8 0-217 0,4 0-108 0,4-2-40 16,2 2-106-16,1 0 0 0,3 0 0 0,2 0-106 15,0 0-105-15,-1 0 124 16,4 0 71-16</inkml:trace>
  <inkml:trace contextRef="#ctx0" brushRef="#br0" timeOffset="92557.77">9229 8274 3181 0,'-21'3'0'0,"8"-1"0"0,4 0 0 0,3 2 0 0,2-3 0 0,4 3 0 0,0-1 0 0,16 0 0 0,4 0 411 0,5 1-179 0,4-3-125 0,1 3-265 0,5-2 94 16,-3 1 46-16,3 2 28 0,-3-1-495 0</inkml:trace>
  <inkml:trace contextRef="#ctx0" brushRef="#br0" timeOffset="93803.32">10064 7699 1048 0,'0'-9'0'0,"0"1"0"0,-3 0 0 0,3-1 0 0,0 0 0 0,0 1 0 0,3 0 184 0,4 3-74 0,5-2-37 0,5 4 205 15,2-2-111-15,1 3-70 0,2 2-30 0,3 0 122 16,-2 4-76-16,1 5-38 0,3 6 10 0,-7 2-29 15,-5 2-18-15,0 5-1 16,-5 2-94-16,-4 2 47 0,-1 5 33 0,-5-2-171 0,0-2 92 0,-3 3 47 16,-10-1 0-16,-4-2-105 15,-2 4 47-15,-4-9 3 16,0-6 32-16,-2-1 48 0,2-7-50 0,-3-3 21 0,-2-3-42 0,7-4 219 0,1 0-87 0,2-8-38 16,3-7 62-16,4-3-51 15,1-3-5-15,6 0 11 0,4 0 0 0,0-1 3 0,0 4 1 16,10-3 78-16,3 0-41 0,3 8-35 15,2-1 1-15,0 2-67 0,1 3 0 0,0 0 41 32,3 1 9-17,-3 5-236-15,0 2 108 0,0-1 42 0,-1 2-539 0,0 0 265 16,2 0 140-16,-7 0-228 0,3 6 183 0,-4 0 91 0</inkml:trace>
  <inkml:trace contextRef="#ctx0" brushRef="#br0" timeOffset="94150.38">9761 8168 2085 0,'-11'0'0'0,"1"0"0"0,2 0 0 0,2 0 0 0,0 0 0 0,3 0 0 16,1 0 0-16,2 0 268 0,0-3-116 0,0 3-57 0,3 0 84 0,11-1-75 0,5-2-34 15,8 0 0-15,5-1 198 0,9 0-115 16,6-2-49-16,4 2-38 0,5 0 48 16,0-3-39-16,5 2 0 0,3 0-143 0,6 1 62 15,-13 1 17-15,-1 2-313 0,-4 1 170 0,-3 0 84 16,-8 0 43-16,1 0-211 15,-15 0 67-15,-7 0 74 0,-4 0 39 0,-6 0-450 0,-1 0 215 0,-9 0 121 16,0 0 57-16,0 0-347 16,-8 0 202-16,-5 0 100 0,-2 0-330 15</inkml:trace>
  <inkml:trace contextRef="#ctx0" brushRef="#br0" timeOffset="94523.17">9926 8361 1545 0,'-9'-3'0'0,"-1"-1"0"0,5 2 0 0,4-1 0 0,1 3 0 0,0 0 262 0,6 0-113 0,9 3-47 0,3 6 73 15,4-1-69-15,1 2-35 0,3 4 0 0,-3 0-114 16,3 4 49-16,-4-2-10 0,-2 0 41 0,-3 0-122 15,0 5 61-15,-6 0 30 0,1 4-184 0,-10-3 103 16,-2 2 54 0,0 0 7-16,-16-1-12 0,-3 5 1 0,-10-11-28 0,0 0 243 15,-5-5-107-15,1-3-45 0,0-4-8 0,0-2 238 0,2-3-116 0,6 0-66 16,4-2 2-16,2-6 45 0,6-1-48 0,1-3-15 16,7 0 88-1,5 2-62-15,0-2-29 0,6 0-15 0,9-2-16 0,6 1 10 16,-1 0-10-16,4 2-61 0,2 1 30 0,-1 0 1 15,2 0 30-15,-1 1-281 0,-3 3 127 0,1 0 75 16,0 1 6-16,-4 1-304 0,0 3 131 16,3-3 95-16,-6 4-627 0,0-3 352 0</inkml:trace>
  <inkml:trace contextRef="#ctx0" brushRef="#br0" timeOffset="94751.47">10231 8418 1239 0,'0'-7'0'0,"2"1"0"0,-1 1 0 16,2-2 0-16,4 0 0 0,2 3 0 0,0 1 585 0,5 2-274 0,0 1-137 0,3 0-69 0,2 0 196 16,-2 6-137-16,1 3-64 0,-1 5-32 0,-1 0-45 15,-5 4 13-15,1 2 9 16,-8 1-101-16,-2 2 47 0,-2 2 22 0,0 0-172 16,-10 3 107-16,-7-6 40 15,-2 2 24-15,-5-2-142 0,-3-4 76 0,-1 0-17 0,-6-1 37 0,6-8-160 16,0-1 85-16,0-5 12 0,6-1 32 0,0-2-229 15,2 0 120-15,13-2 74 0,5-9-390 0,2-7 227 16</inkml:trace>
  <inkml:trace contextRef="#ctx0" brushRef="#br0" timeOffset="94945.31">10572 8352 1868 0,'-15'3'0'0,"2"3"0"0,0 2 0 0,-2 1 0 0,0 3 0 0,-1 5 0 0,1 3 0 0,2 2 701 0,4-3-333 0,2 5-166 16,4-1 146-16,3 0-156 0,0 1-69 0,0-2-47 16,11-3-166-16,6 0 64 15,2-1 30-15,5-3-186 0,2 2 118 0,-1-8 46 0,2 0 27 0,-3-1-582 16,1-3 305-16,3-1 101 16,-1 0 98-16,-4-4-755 0</inkml:trace>
  <inkml:trace contextRef="#ctx0" brushRef="#br0" timeOffset="95227.25">11041 7742 2536 0,'-17'-7'0'0,"1"1"0"0,-1 6 0 0,2 0 0 16,-2 3 0-16,0 11 0 0,3 8 0 0,-7 7 0 0,8 7 301 0,-2 8-133 0,4 4-66 0,3 9 211 0,3 4-138 0,0 8-61 15,5-10-44-15,0-1 33 0,9-4-54 0,6-1-49 16,5-5-71-16,4 0 18 16,0-18 40-16,5-3 25 0,-1-8-532 0,2-6 278 15,0-3 139-15,1-1-646 0,-8-9 341 0,-1 0 187 16,-3-4 92-16,-1-12-478 0</inkml:trace>
  <inkml:trace contextRef="#ctx0" brushRef="#br0" timeOffset="95545.03">11320 7729 1866 0,'0'-11'0'0,"2"5"0"0,-1 1 0 0,3 1 0 0,0 0 0 0,7 2 0 0,1 2 0 0,0 0 345 15,5 9-155-15,1 5-77 0,-1 6-39 0,2 4-24 16,0 2-5-16,-5 4-9 16,-3 2 0-16,-3-1-251 0,-2 2 126 0,-5 0 63 0,-1 3-72 15,-3-4 63-15,-11-5 35 0,-5 0 1 16,-2-3-119-16,-6-7 65 0,-2 0-37 0,2-10 68 16,1-7-4-16,1 0 0 0,3 0-40 0,0-10 248 15,1-3-106-15,9-5-31 0,5-2-30 0,0-1 205 16,7-1-87-16,0 3-59 0,3-4 105 0,7 5-70 15,5 0-36-15,4 4-1 0,1-1-3 16,2 4 0-16,3-4-24 0,1 6-145 16,-2 4 69-16,1-1 33 0,-2 2 0 0,4 1-514 15,2 1 267-15,-3 0 97 0,-4 2 75 0,3 0-656 0,-1 0 346 16</inkml:trace>
  <inkml:trace contextRef="#ctx0" brushRef="#br0" timeOffset="95830.71">11691 7703 1367 0,'-1'-13'0'0,"-3"0"0"0,4 1 0 0,0 3 0 0,0 2 0 0,2 1 0 0,11-1 304 0,3 0-125 0,1 6-76 0,5-2 111 15,-1 3-89-15,2 0-44 0,2 8-23 0,1 4 22 16,-5 3-44-16,-1 4 0 16,-3 2-1-16,-6 4-123 31,-5 2 61-31,-1 3 41 0,-5-2-29 0,0-2 25 0,-11 3 0 0,-4-1 26 0,0-2 232 0,-4 4-108 0,1-9-66 0,-1-2 135 15,1-2-97-15,2-3-48 16,2-5-24-16,4 3 270 0,3-6-314 0,4-3-16 0,3 1 0 0,0-2 0 16,1 0 0-16,9-2 0 15,8 0 0-15,1 0 0 0,1 0 0 0,5-4 0 16,-1-3-275-16,3 1 21 0,-3-3 139 0,-2 2-392 16,-2 0 241-16,-3 0 85 0,-1-1 73 0,1 1-575 15,-10 0 328-15</inkml:trace>
  <inkml:trace contextRef="#ctx0" brushRef="#br0" timeOffset="96007.49">11706 7803 1648 0,'-16'0'0'0,"-3"0"0"0,9 0 0 0,3 0 0 0,2 1 0 0,5 2 0 0,0 0 0 0,3 0 592 0,14 2-283 15,7-3-136-15,4 2 177 0,1-1-157 0,4 1-79 16,3 1-30-16,-2-2-71 0,0 0 0 15,-3 0 23-15,-2 2-1 0,-3-2-504 0,8 3 261 0,-15-2 118 16,1 1-741-16,-3-1 419 0</inkml:trace>
  <inkml:trace contextRef="#ctx0" brushRef="#br0" timeOffset="96240.54">11240 8136 1491 0,'-19'0'0'0,"0"3"0"0,4-1 0 0,3 0 0 0,4-1 0 0,5 2 197 0,3-2-86 0,8 1-37 0,20-2 505 0,5 0-272 16,10 0-136-16,9 0-58 16,4-2 208-16,3-2-143 0,5 0-71 0,0 0-102 0,3-2 1 0,12 0 39 0,-15 2-10 0,-1 3-315 15,-4-1 158-15,-6 2 78 0,-8 0 41 16,3 0-230-16,-18 0 131 0,-7 3 68 15,-8 1-752-15,-8-4 376 0,-2 2 186 0,-4 1 86 0</inkml:trace>
  <inkml:trace contextRef="#ctx0" brushRef="#br0" timeOffset="96566.06">11312 8332 1480 0,'-9'-2'0'0,"5"-3"0"0,1 0 0 0,2 3 0 0,1-1 0 0,0 1 513 0,11 0-243 0,11 1-117 16,5 1 61-16,4 0-89 16,1 0-45-16,6 0-14 0,-3 8 23 0,1 4-26 0,-3 2-1 15,0 3-301-15,0 7 146 0,-12-2 60 16,-5 3 34-16,-8 5-338 0,-5 2 183 0,-3 0 90 16,-13 7 53-16,-13-8-212 0,-5 0 101 0,-5-3 11 15,-2-4 216-15,-3-5-70 0,-2 2-44 0,7-14 127 16,0-1-77-16,1-4-39 0,2-2 1 0,8-2 224 15,-1-8-120-15,11-5-7 0,5-2-46 0,7-1 146 16,3-3-82-16,0 3-42 16,1-1 9-16,11 3-84 0,3 1 34 0,2 4 1 0,6-1-237 15,-1 0 118-15,6 2 68 0,-3 3-295 16,0 0 163-16,2 1 53 0,2 2 50 0,-2-2-703 16,4 1 347-16</inkml:trace>
  <inkml:trace contextRef="#ctx0" brushRef="#br0" timeOffset="96788.69">11663 8451 1194 0,'0'-7'0'0,"2"2"0"0,-1-2 0 0,1 1 0 0,1 1 0 0,3 1 0 0,2 1 543 15,4-1-254-15,1 1-126 0,2 3-56 0,4 0 247 16,3 3-159-16,-2 8-80 0,0 1 80 0,0 8-80 16,1 0-32-16,-7 1-82 0,-4 1-1 0,-4 4 35 15,-5 0 1-15,-1 2-34 0,0-4-9 0,-7-2 42 16,-11 0 0-16,-1-1-78 0,-7-4 39 0,-2 1 9 15,0-12 30-15,-2 2-296 0,5-4 138 0,-3-4 25 16,8 0-389-16,-2 0 206 16,11-6 127-16,2-6-394 0,9-6 256 0,0-5 129 0,6 1 64 0,10-3-199 15,2 0 136-15</inkml:trace>
  <inkml:trace contextRef="#ctx0" brushRef="#br0" timeOffset="96957.79">11920 8410 1290 0,'9'-8'0'0,"-5"2"0"0,-1 0 0 0,0 6 0 0,-1-2 0 0,-1 0 0 0,-1 2 677 0,0 0-325 0,0 4-159 0,-3 8-79 0,-3 0 211 16,-1 6-145-16,2-1-63 0,2 2-46 0,2 2 277 16,1-2-157-16,0 4-118 0,0-4-73 15,6 3 0-15,5-5 0 0,6 1 0 16,4-3-238-16,4-1 65 0,4-3 105 0,2-1-577 16,2-6 282-16,0-4 184 0,1 0-8 0,-6 0-259 15,0-10 206-15</inkml:trace>
  <inkml:trace contextRef="#ctx0" brushRef="#br0" timeOffset="97191.97">12389 7770 1891 0,'1'-10'0'0,"1"-1"0"0,2 6 0 0,3-1 0 0,1 0 0 0,1 6 581 0,5 0-272 0,0 4-137 16,5 15-68-16,0 4 298 0,4 6-174 15,-1 7-101-15,-5 7-45 0,2 5-47 0,-6 4-35 0,-3 5 0 16,-4 8 0-16,-6-2 0 0,-1 2 0 16,-14 2 0-16,-8 3 0 0,-2-2 0 15,-6 6 0-15,0-15-257 0,0 0 35 0,-4-6 129 16,3-5-9-16,-2-4-662 0,-4-1 355 0,7-19 191 16,3-7 91-16,4-5-260 0</inkml:trace>
  <inkml:trace contextRef="#ctx0" brushRef="#br0" timeOffset="97454.98">12872 8130 2542 0,'0'0'0'0,"0"0"0"0,2 0 0 0,-1 0 0 0,3 0 0 0,4 0 0 0,0 2 0 0,5-2 0 0,5 1 480 16,2-1-222-16,4 3-103 0,4-3-216 0,2 0 48 16,2 0 24-16,-2 0-361 0,2 0 192 0,-1 0 106 15,-8 0 39-15</inkml:trace>
  <inkml:trace contextRef="#ctx0" brushRef="#br0" timeOffset="97614.8">12923 8407 2588 0,'-6'0'0'0,"0"3"0"0,3-2 0 0,3 2 0 0,0-3 0 0,2 4 524 0,14-1-237 0,4 1-130 15,6-2 218-15,5 0-375 0,2 1 0 16,4-2 0-16,0 4 0 0,1-4 0 0,0 1 0 0,-2 1-259 15,0-2 0-15</inkml:trace>
  <inkml:trace contextRef="#ctx0" brushRef="#br0" timeOffset="103344.26">10985 7200 1360 0,'-1'0'0'0,"-3"0"0"0,1 0 0 0,-1-1 0 0,2-1 0 0,0 0 0 0,-2 2 182 0,2-2-64 16,1 1-46-16,-1 1 112 0,1-2-75 0,-1 1-36 16,2 1 0-16,0-2 172 0,0 2-109 0,0-1-50 15,0 1-25-15,0-3 256 0,5 3-140 0,2 0-62 16,3 0 156-16,2 0-118 16,5 0-59-16,2 0 11 0,2 0-105 0,6 0 0 0,2 0 0 0,3 0 0 15,6 0 0-15,5 0 0 16,4 0 0-16,9 0 0 0,-2 0 0 0,2 0 0 15,-2 0 0-15,0 0 0 0,-1 0 0 0,3 0 0 16,-15 0 0-16,-4 0 0 0,-5 0 0 0,-6 0 0 16,-4 3 0-16,-1-2 0 15,-11 1 0-15,-5-1 0 0,-4-1 0 0,-1 0 0 16,0 0 0-16,0 0 0 0,0 0 0 0,-6 0 0 0,2 0 0 0,-3 0 0 16,-1 0 0-16,5-1 0 0,-5-1 0 0,4-3 0 15,-1 1 0-15,3 0-394 0,-5-1-105 0,2 1 236 16</inkml:trace>
  <inkml:trace contextRef="#ctx0" brushRef="#br0" timeOffset="109024.72">13809 8026 1090 0,'0'0'0'0,"0"0"0"0,-1-1 0 0,-3-1 0 0,1-1 468 0,1 3-220 0,-1-2-105 0,3 1-53 0,0 1 190 15,0 0-122-15,0 0-50 16,0 0 159-16,6 3-115 0,4 6-57 0,1 3 121 16,4 3-89-16,1 2-36 0,2-1-8 0,1 3-117 15,0 2 36-15,1-2 0 0,0 3 36 0,1 3-293 16,-3-5 142-16,0 4 75 0,-1-3 38 0,-2 0-165 15,-1-3 46-15,-1 3 5 16,-3-9-451-16,-5-4 263 0,-2-1 133 0,-1-5-350 16,0-2 241-16,-1 0 111 0,1 0 69 0</inkml:trace>
  <inkml:trace contextRef="#ctx0" brushRef="#br0" timeOffset="109313.03">14254 7833 1460 0,'-4'0'0'0,"-1"-2"0"0,2 2 0 0,0-2 0 0,0 2 0 0,-1 0 0 0,2 7 711 0,-4 9-327 0,1 4-178 0,0 4 91 0,1 7-130 31,-3 8-64-15,-1 6 212-16,-3 13-129 0,2 2-84 0,-4 7-102 0,-2 8 0 0,-2 3 0 0,2 6 0 0,-4 9 0 0,3-16 0 0,0-2 0 0,2-4 0 15,-1-4 0-15,2-4 0 16,-1 4 0-16,3-20 0 0,3-1 0 0,2-7 0 15,0-6 0-15,5-5 0 0,-3 0 0 0,4-13 0 0,0-7 0 0,0-7 0 16,0-1 0-16,0 0 0 0,0 0 0 0,0-2 0 16,0-10-134-16,0-3-11 0,0-2 57 0,0 0-452 15,0-5 241-15,0 2 136 0,0 1-507 0,0-3 316 16,2-1 159-16,1-2-226 16</inkml:trace>
  <inkml:trace contextRef="#ctx0" brushRef="#br0" timeOffset="109564.55">14479 8290 1725 0,'0'-2'0'0,"-1"0"0"0,-2-1 0 0,0 1 0 0,2 0 0 0,1 2 987 0,0 0-474 15,0 0-238-15,0 0 156 0,0 4-431 0,4 3 0 16,4 1 0-16,0-2 0 0,1 3 0 15,1-2 0-15,-2-2 0 0,1 2 0 0,-3-2 0 0,2-2 0 16,-3 3 0-16,1-3 0 0,-3 0 0 0,3 0 0 16,-3-1 0-16,-1-1 0 0,1 2 0 0,-1-3 0 15,-1 0 0-15,-1 0 0 16,0 0 0-16,0 0 0 0,0 0 0 0,0-3 0 16,0 0 0-16,0-3-739 0</inkml:trace>
  <inkml:trace contextRef="#ctx0" brushRef="#br0" timeOffset="117078.62">21043 4807 787 0,'0'0'0'0,"0"0"0"0,0 0 0 0,0 0 0 0,0 0 523 0,0 2-247 0,0-2-120 0,0 3-59 0,1 0 169 0,3 1-114 0,-1 1-48 0,4-3-38 0,-2 4 120 0,1-2-74 0,1 1-38 16,0 2-188-16,0-2 84 0,0 2 30 0,0-2-526 0,-2 1 281 0,3 3 142 0,-1-1 79 0,-3 0-750 15</inkml:trace>
  <inkml:trace contextRef="#ctx0" brushRef="#br0" timeOffset="117261.02">21046 5114 1503 0,'-3'0'0'0,"0"4"0"0,1-1 0 0,-2 4 0 0,2-2 0 0,2 3 0 0,0 1 413 16,0 3-188-16,0 0-94 15,0 3 348-15,0 2-225 0,0-2-109 0,0 5-152 0,0-2 0 16,2 2 45-16,0 1 9 0,2-1-10 15,-3 0 0-15,1-4 1 0,1 1-1 0,-1-3-1115 16,1-2 548-16,0-2 269 0,1-8 24 0,1-2-155 0</inkml:trace>
  <inkml:trace contextRef="#ctx0" brushRef="#br0" timeOffset="117543.42">21228 4919 1828 0,'5'-11'0'0,"2"3"0"0,0-1 0 0,2 2 0 0,-2 0 0 0,6 0 0 0,0 4 0 0,1-3 0 0,4 3 305 0,4 0-125 16,-1 1-76-16,-1 2 120 0,2 0-94 0,-2 0-46 16,2 0 0-16,-2 2-78 0,-3 3 32 0,-3 0-1 15,-1 0 1-15,-1 2 11 0,-5 0-12 0,5 0 10 16,-8 2 37-16,-1-1-23 16,-2 0 0-16,2 1 105 0,-2 3-64 0,1 3-23 15,-2-1-10-15,0-1 18 0,0 4-56 0,0 4-31 16,0-1 0-16,0 4 0 0,0 2 0 0,0 1 0 15,2 0 0-15,-2 2-205 0,1 1 90 0,1 5 59 16,-2-5-178-16,0-3 84 16,0 1 73-16,0-2-438 0,0-4 238 0,0 5 111 0,0-11 69 0,-2-3-398 15,-4-1 229-15,-1-4 114 0,0-2 57 0</inkml:trace>
  <inkml:trace contextRef="#ctx0" brushRef="#br0" timeOffset="117864.59">21268 5124 1331 0,'-9'0'0'0,"2"-3"0"0,-2 3 0 0,5 0 0 0,-2 0 0 0,3 0 250 0,1 0-107 0,0 0 15 0,2 0-51 0,0 0-39 16,0 0 0-16,0 4-197 0,0-3 84 0,0 2 40 16,2 0 11-16,0-2-181 0,1 1 104 0,0-2 53 15,0 0 25-15,0 0-74 16,-1 0 45-16,4-2-4 0,0-3 48 15,1-2-52-15,3 0 26 16,0-3 95-16,5 2-51 0,-2 3-24 0,-1-1 0 0,4 0 56 16,-2 6-33-16,1-1 4 0,0 1 4 0,-3 0 74 0,-1 0-46 0,-3 6-6 15,1 5 1-15,-6 3 82 0,-2 3-48 0,-1 1-37 16,0 3 69-16,-4-2-49 16,-8-2-25-1,-3 2-61-15,-4-1 46 0,1-4-10 0,-2-4 1 0,1-1-106 0,0-4 53 0,1-3 26 0,2-1 10 0,2-1-424 16,3 0 186-16,6-11 114 0,4-5 57 15,1-6-643-15</inkml:trace>
  <inkml:trace contextRef="#ctx0" brushRef="#br0" timeOffset="118004.02">21856 4884 1695 0,'0'2'0'0,"0"-2"0"0,0 2 0 0,0-1 0 0,0-1 0 0,0 2 0 0,0-1 346 15,0 2-155-15,0-2-67 0,0 1-48 0,0 0-310 16,0-1 136-16,0 2 68 0</inkml:trace>
  <inkml:trace contextRef="#ctx0" brushRef="#br0" timeOffset="118141.79">21837 5144 2139 0,'-6'0'0'0,"-2"0"0"0,3 0 0 0,1 0 0 0,2 0 0 0,-2 0 0 0,4 0 0 0,0 0 0 0,0 0 104 0,0 0-34 16,9 0 1-16,2 0-588 0,4 0 277 0,0 0 148 16,5 0 61-16</inkml:trace>
  <inkml:trace contextRef="#ctx0" brushRef="#br0" timeOffset="118475.95">22506 4795 1065 0,'2'-28'0'0,"-2"4"0"0,3 3 0 0,-3 1 0 0,0-4 0 0,0 12 0 0,0 1 0 0,-7 3 450 0,1 3-208 0,-1 3-102 0,0-1 110 0,-1 3-111 16,-1 0-51-16,1 6-26 0,-2 11 267 0,2 4-146 15,-1 4-64-15,3 3 164 16,1 8-123-1,1 1-62-15,3 9-31 0,1 1 158 0,0 7-194 0,0 0-31 0,0-1 0 0,0 4 0 0,0 2 0 16,0 5 0-16,1 8 0 0,2-10 0 16,-2 1 0-16,-1-5 0 0,0-1 0 0,0-5 0 15,-4 3 0-15,-2-20-294 0,-2-5 79 0,-1-7 60 16,0-9 68-16,-2-9-311 0,2-5 172 0,-2 0 99 16,1-7 45-16,0-11-333 0,0-3 189 15,-1-5 95-15,0-6-384 0,2-3 243 16,1-5 119-16,-2-6 58 0</inkml:trace>
  <inkml:trace contextRef="#ctx0" brushRef="#br0" timeOffset="118605.08">22191 5218 1264 0,'-11'-17'0'0,"2"5"0"0,1-1 0 0,2 3 0 0,1 2 0 0,2 0 0 0,3 2 0 0,0 3 616 16,3 0-291-16,10 0-144 0,6 0 298 0,7-1-213 0,-1 2-119 0,3 1 38 16,3 0-74-16,0 1-38 15,0 0 0-15,5 0-341 0,-5 0 147 0,-2 0 78 0,1 2 40 0,-4 7-736 16,0-2 388-16,2 5 203 0</inkml:trace>
  <inkml:trace contextRef="#ctx0" brushRef="#br0" timeOffset="118788.49">22694 5312 2885 0,'-6'1'0'16,"3"-1"0"-16,-2 3 0 0,2-2 0 0,0 2 0 0,0 2 0 0,3 1 0 0,0 2 351 0,0 2-157 15,0 2-79-15,0 2 229 0,0 3-302 0,0 0-42 0,1 3 0 16,1 1 0-16,0 3-39 0,-1 1 11 16,1-1-621-16,-1-2 343 0,-1-3 171 0,0 0 85 15,0-4-808-15,0 0 402 0,0-7 215 0</inkml:trace>
  <inkml:trace contextRef="#ctx0" brushRef="#br0" timeOffset="118978.78">22922 4616 2153 0,'2'-15'0'0,"-1"0"0"0,-1 8 0 0,2 0 0 0,-2 3 0 0,1 3 0 0,-1 1 0 0,1 1 819 0,-1 17-396 0,0 6-194 0,0 7 75 31,-2 6-301-15,-8 5-3-16,-1 5 0 0,-4-2-264 0,4-1-23 0,-3 4 161 0,-2 0 81 0</inkml:trace>
  <inkml:trace contextRef="#ctx0" brushRef="#br0" timeOffset="119608.78">23096 4963 2421 0,'-8'-6'0'0,"3"-1"0"0,0 2 0 15,3 2 0-15,2 0 0 0,0-3 0 0,2 3 0 0,16-2 325 0,7 2-144 0,5-1-72 0,6-1 74 0,4-2-64 0,-1 3-45 16,3 2-1-16,1-2-66 16,3 3 1-16,-2-2 28 0,1 2 10 0,-9 1-430 15,-7 0 215-15,-2 0 102 16,-10 0-605-1,-3 0 308-15,-3 5 192 0,-11 1-670 0</inkml:trace>
  <inkml:trace contextRef="#ctx0" brushRef="#br0" timeOffset="119777.91">23191 5100 1817 0,'-12'11'0'0,"4"3"0"0,2 2 0 0,0 2 0 16,2 5 0-16,1-2 0 0,2 9 0 0,1-2 0 0,0 0 553 0,0 0-259 0,0 3-129 0,0-4-169 15,0 5 49-15,0-10-8 0,1 2-478 16,1-5 239-16,-1 0 119 0,1-5 60 0,0-1-683 16,-1-8 344-16,0-1 170 0,-1-4 84 15</inkml:trace>
  <inkml:trace contextRef="#ctx0" brushRef="#br0" timeOffset="120043.99">23193 5104 1847 0,'0'-9'0'0,"0"-1"0"0,0 3 0 0,2-4 0 0,7 5 0 0,4-1 0 0,5 3 0 0,5 0 0 0,6 4 0 0,3-2 211 0,0 2-92 0,3 0 25 0,1 0-54 0,-2 0-27 15,-4 5 0-15,4 1-7 0,-10 0-19 0,-3 3-1 16,-3 0 1-16,-3-1 102 0,1 4-42 0,-9-2-35 16,-3 2 0-16,-3 3 68 0,1 3-47 0,-2 2-23 15,0 6 198-15,0-2-115 16,-2 1-53-16,-3 4-15 15,2 0-46-15,0 3-29 0,2 2 0 0,-1-5-153 0,2-2 49 0,0 1 71 16,0-3 34-16,0-2-482 16,0 1 229-16,0-8 129 0,0-2 15 0,2-5-234 0,-1-3 145 0,-1-3 80 15,0 0-361-15,0-3 226 0,0 0 107 0,-3 0-296 16</inkml:trace>
  <inkml:trace contextRef="#ctx0" brushRef="#br0" timeOffset="120214.26">23244 5242 1376 0,'-17'-5'0'0,"3"-2"0"0,5 6 0 0,5-1 0 0,2 0 0 0,2 2 0 0,0 0 426 15,13 0-185-15,8 0-108 0,5 0-47 0,4 0 97 16,0 0-73-16,2 0-37 16,3 0-88-16,-6 0 21 0,-1 0 0 0,-2 0-478 15,0 0 254-15,-3 2 128 0,-1 1 72 0,-7-1-678 16</inkml:trace>
  <inkml:trace contextRef="#ctx0" brushRef="#br0" timeOffset="120375.41">23391 4959 1640 0,'-1'0'0'0,"-6"0"0"0,4 0 0 0,-2 0 0 0,1 0 0 0,2 2 0 0,2 8 0 0,0 3 221 16,0 3-92-16,0 4-139 0,2 6 23 0,2 3 9 15,3 5 15-15,-3 1-496 0,0 3 241 0,-3 1 121 16</inkml:trace>
  <inkml:trace contextRef="#ctx0" brushRef="#br0" timeOffset="120557.37">23111 5426 1679 0,'-23'0'0'0,"1"-2"0"0,2-1 0 0,2 2 0 0,2 0 0 0,7 1 0 0,6 0 0 0,1 0 0 0,2 0 727 0,0 0-345 0,10 0-163 15,10 0 261-15,5 0-222 0,3 1-111 0,5 0-108 16,7 1-39-16,-3-2 0 16,3 0 0-16,1 1 0 0,0-1 0 0,-1 0 0 15,7 0 0-15,-9 0-624 0,-1 0 311 0,2 0 175 0,-3 0 88 0,0 0-838 16,3-1 417-16,-8-8 222 16</inkml:trace>
  <inkml:trace contextRef="#ctx0" brushRef="#br0" timeOffset="120850.86">23791 5201 1648 0,'8'-10'0'0,"0"-2"0"0,3 0 0 0,1 0 0 0,4 3 0 0,1-4 0 0,3 6 0 0,1 2 0 0,1 1 261 16,4 1-113-16,-1 3 104 0,2 0-99 0,-7 3-62 15,-1 8-28-15,-1 2 12 0,-7 4 0 0,-5 2-39 16,-2 5 9-16,-4 0-97 0,-4 3 45 16,-13 0-1-16,-3 0 44 0,-5-1-164 15,-4 3 91-15,0-9 32 0,-1-2-253 0,-2-2 137 31,-1 0 24-31,0-6-299 0,-4-1 159 0,10-5 106 0,3-4 47 0,2 0-192 0,6-1 121 16,2-11 58 0,6-5 22-16,8-3-24 0,0 1 32 0,2-3-1 0,11 5 32 0,0 2 168 15,3 0-94-15,-2 5-32 0,2 4 501 0,1 2-272 0,2 3-121 0,1 1 548 16,-1 0-301-16,3 3-162 16,-3 6-81-16,2 4 115 0,-1 3-98 0,2 2-41 0,-4 0-33 0,1 2-150 15,-4-1 62-15,2-1 32 16,0 0 0-16,-1 2-676 0,-3-8 349 0</inkml:trace>
  <inkml:trace contextRef="#ctx0" brushRef="#br0" timeOffset="121014.51">24100 5209 1757 0,'0'-9'0'0,"0"3"0"0,0-3 0 0,0 3 0 0,2 1 0 0,8 1 0 0,4 0 496 16,4 0-230-16,5 1-106 0,0-1-66 0,4 2-254 15,4-1 98-15,0 3 49 0,0 0-247 0,2 0 157 16,-8 0 64-16,0 0 38 0,-6 0-785 0,-6 0 374 16</inkml:trace>
  <inkml:trace contextRef="#ctx0" brushRef="#br0" timeOffset="121279.72">24285 4954 1318 0,'-10'-9'0'0,"3"3"0"0,-1 0 0 16,5 3 0-16,1 3 0 0,2 0 0 0,0 6 0 0,0 10 462 0,7 9-204 0,3 6-115 0,2 7-54 0,-2 7 260 0,5 5-156 0,-4 1-79 16,1 9-29-16,-1-5-107 0,-3-1 29 0,1-1 0 15,-2 0-130-15,-4-9 79 16,-2 4 49-16,-1-16-249 0,0-6 140 0,-3-8 70 0,-6-4 35 16,-4-10-261-16,-5-1 128 0,2-3-5 0,-2-10 54 0,1-8 18 31,-3-5-1-31,3-2 30 0,-6-5-9 0,9 1 113 0,0-1-53 0,0 1-25 15,6 1 40-15,1 3-32 0,3-3-8 0,2 8 149 16,2 5-77-16,0 0-15 0,2 1-26 0,6 4-216 16,3-2 93-16,6 6 58 0,3 3 0 0,1 0-498 15</inkml:trace>
  <inkml:trace contextRef="#ctx0" brushRef="#br0" timeOffset="121511.29">24553 5170 996 0,'5'-5'0'0,"-1"-2"0"0,5 2 0 0,0-2 0 0,5 2 752 0,4 0-349 16,1 4-187-16,4 1 145 0,4 0-162 0,1 0-81 15,2 6-41-15,1 6 243 0,-6 5-146 0,-2 0-69 16,-6 3-34-16,-4 2-74 0,-4 1 39 0,-4 3 10 16,-5-1-157-16,-7-1 74 15,-14 0 36-15,-6 0 0 0,-5-1-127 0,-4 0 91 16,-2-8 32-16,0-4-143 15,2-1 86-15,1-5-26 16,5 0 44-16,1-5-497 0,12 0 256 0,5-4 125 0,11-13 62 0,1-10-536 0,13-9 299 0</inkml:trace>
  <inkml:trace contextRef="#ctx0" brushRef="#br0" timeOffset="121663.85">24891 5020 2970 0,'8'-12'0'16,"-1"6"0"-16,-2 2 0 0,-3 2 0 0,-2 1 0 0,0 1 0 0,-2 5 0 0,-8 8 0 0,-1 6 0 0,0 1 541 0,-2 6-253 0,6 0-156 15,0 3-132-15,3 4 0 16,4-3 0-16,0-1 0 0,4 3 0 0,13-1 0 0,9 1 0 0,5-3 0 16,7-3 0-16,8-5 0 0,1-4 0 0,7-7-20 15,5 0-240-15,-7-9 144 0</inkml:trace>
  <inkml:trace contextRef="#ctx0" brushRef="#br0" timeOffset="122057.88">25357 5118 1449 0,'-4'-4'0'0,"1"-1"0"0,3 0 0 0,0 3 0 0,0-1 0 0,7-1 0 0,12 1 387 0,6-2-176 0,6 2-88 0,3-2 100 0,1 5-94 0,4-4-38 16,-2 2-32-16,-1 2-157 0,-4 0 67 0,-3 0 33 15,-3 2 0-15,-2 2-347 0,-9 4 186 0,-7-2 98 16,-6 1-219-16,0 0 157 0,-2 0-14 0,0 0-470 16</inkml:trace>
  <inkml:trace contextRef="#ctx0" brushRef="#br0" timeOffset="122522.94">25516 4841 1260 0,'-9'0'0'0,"0"0"0"0,2 0 0 0,2 7 0 0,-1 5 0 0,4 2 0 0,2 10 550 16,0 6-257-16,2 8-129 0,8 4-64 0,0 11 212 0,3-5-142 0,1 5-67 16,-1-2-231-16,2-3 82 15,-2-2 41-15,0 2-177 0,-3-11 104 0,-5-5 57 16,0-2 28-16,-4-5-362 0,-1 2 205 0,0-12 49 15,-1-4 62-15,-9-1-365 0,-4-7 185 0,2-3 91 16,-3 0 38-16,0 0-8 0,-2-9 31 0,0-6 0 16,2-3 82-16,-3-1-26 0,1-3-8 0,4 1-17 15,1 0 87-15,3 0-44 0,2 3 1 0,2 3 52 16,-1-3-57-16,6 6-2 16,0 1 1-16,0 3 223 0,0-1-113 0,7 4-27 15,4-2-37-15,2 2 15 0,-1 3-42 0,6 1 30 16,-2-1-113-16,2 0 47 15,1 1 7-15,0 1 43 0,-1 0-201 0,-2 0 85 16,1 0 47-16,-4 0-83 0,4 0 57 0,-8 1 4 0,-1 3 24 0,-2-1-70 16,-1 1 38-16,-4-1-4 0,-1 2-9 0,0-2 279 15,-10 3-115-15,-6-2-59 0,1 0 326 0,-5 0-168 16,-2 1-91-16,2 0-20 16,1-2 275-16,3 0-157 0,2 1-79 0,0 0 52 15,2-3-56-15,6 4-42 0,3-3 0 0,3 3-42 16,0 0 10-16,7-1-1 0,11-1 10 0,7-1-86 15,3 2 38-15,5-2 0 0,2 0-302 0,3 0 170 16,0 0 74-16,-3-2-512 0,-2 0 250 0,-1 0 144 16,-5 0 74-16</inkml:trace>
  <inkml:trace contextRef="#ctx0" brushRef="#br0" timeOffset="122701.3">25742 4836 1689 0,'-8'-4'0'0,"2"-3"0"0,2 3 0 0,1-2 0 0,1 4 0 0,2 1 0 0,0 0 305 0,0 1-139 0,2 0-66 15,5 6 192 1,4 6-128-16,-2 0-65 0,5 5-432 0,-4-1 180 0,1 2 95 16,1 3 46-1,-2-2-819-15,2-1 401 0</inkml:trace>
  <inkml:trace contextRef="#ctx0" brushRef="#br0" timeOffset="122874.42">26161 4900 2062 0,'0'2'0'16,"0"0"0"-16,0 2 0 0,0-1 0 0,0 2 0 0,0 4 0 0,0-2 0 0,-7 6 353 0,-3 5-159 0,-4 5-70 0,-5 4 54 0,-2 6-71 15,-3 0-35-15,-1 6-1 0,-3 1-336 16,-1 1 159-16,3-7 67 15,4-1 37-15,3-4-291 0,0-7 164 0,7-2 82 0,1-2-705 0,8-12 377 16</inkml:trace>
  <inkml:trace contextRef="#ctx0" brushRef="#br0" timeOffset="123021.77">26010 5229 1363 0,'3'0'0'15,"-1"0"0"-15,2 0 0 0,1 0 0 0,-1 4 0 0,1 5 0 0,-1 6 189 0,2 2-76 0,-1 5 320 0,-2 4-198 0,-1 3-100 16,0 3-41-16,-1-2-115 0,1 0 28 0,0-6 0 15,-2 3 28-15,0-8-438 16,0 0 229-16,3-9 100 0,-2-5 55 0,1-5-618 0,1 0 321 0,1-5 74 16</inkml:trace>
  <inkml:trace contextRef="#ctx0" brushRef="#br0" timeOffset="123447.7">26387 4847 1093 0,'15'-21'0'0,"4"1"0"0,-2 9 0 0,1 1 0 0,-4 6 0 0,-1 1 0 0,-1 3 158 0,2 0-52 0,-9 2-40 0,2 9 17 16,-5 3-24-16,-2 2 0 0,0 4-23 0,-11 4-94 0,-6-3 43 0,-3 1 25 15,1 2 0-15,-6-2-113 0,-3-1 66 0,0 0 38 16,1-4 14-16,1-4 6 0,4-1-1 16,2-1 87-16,1-5-44 0,-1 2-45 15,6-4-9-15,7-3 288 0,3-1-134 0,4 0-50 0,0-2-39 16,10-6 69-16,11-4-58 0,8 1-25 0,2 1 0 0,3 2-69 15,3-1 22-15,3 3 9 0,-2 2-96 0,-3 2 55 16,0 2 27-16,-2 0-71 0,-5 0 49 16,-1 7 34-16,-12 3-9 0,-3 2-348 0,-9 1 168 0,-3 4 45 15,-3 1 54-15,-15 0-122 0,-7-2 83 0,-5-2 36 16,-4 0 1-16,3-3 91 0,-2-3-28 0,-3 0-8 16,4-3 165-16,3-2-92 15,0-3-46-15,5 3 308 0,3-3-167 0,2 0-65 16,5 0-45-16,11 0 177 0,1 0-98 0,2-3-7 15,2 3-38-15,10-4-2 16,5 0-9-16,5 1-28 0,1 2-1 0,0-3-106 0,4 3 62 16,-3-2 18-16,-3 3-298 0,0 0 162 0,-1 0 82 0,-3 0-494 15,0 0 229-15,-3 0 144 0,-6 0 52 16,-3 0-137-16,0 0 108 0,-5 0 53 16,0 0 19-16,0 0-242 0,-12 0 139 0,-2-2 69 0</inkml:trace>
  <inkml:trace contextRef="#ctx0" brushRef="#br0" timeOffset="123596.85">26367 5049 1007 0,'-7'-5'0'0,"3"2"0"0,1 0 0 0,-2 2 0 0,-1-1 0 0,1 2 0 0,-2 0 275 16,-1 11-120-16,0 9-60 0,-4 2-29 0,-4 8 375 15,-2 5-194-15,-1 1-110 0,-1 4 133 0,-4 2-118 16,-2 3-58-16,-2 0-184 0,-1 1 71 16,3-9 23-16,5-4 0 0,1-5-482 15,8-5 257-15,2-6 120 0,1-3 81 0,9-12-367 16,0-2 116-16,5-7 132 0</inkml:trace>
  <inkml:trace contextRef="#ctx0" brushRef="#br0" timeOffset="123989.18">26245 5329 829 0,'2'0'0'16,"4"-2"0"-16,-1 2 0 0,0 0 0 0,-3 0 625 0,1 5-295 0,0 9-147 0,-2 1-74 0,2 7 233 0,-3 2-157 0,0 2-75 16,0 2 158-16,0 2-115 15,0-1-59-15,-7 1-290 0,4-6 112 0,1-3 60 16,0-3 29-16,0-4-603 0,1-5 317 0,-2 1 168 15,1-10 69-15,1 0-603 0,-4 0 274 0,3-7 169 16,-2-8 85-16,-1-4-97 0,-1-3 95 0,2-4 42 16,0-3-6-16,1-3 36 15,-2-1 49-15,0 1 23 0,3 4-36 0,2 0 3 0,0 7 10 0,0 1 344 16,0 2-207-16,0 0-96 0,10 6-33 0,0 4 401 16,8 1-154-16,1 4-116 15,5 1 64-15,5 2-75 0,2 0-50 0,1 0-1 16,5 5 102-16,2 2-72 0,0-1-36 0,0 2 101 15,-3 0-73-15,-5-2-32 32,-4 2 0-32,-4 0 47 0,0 1-39 0,-3 0 9 0,-8 0-49 0,-4 1 156 0,-3 3-78 0,-2 0-39 15,0 1 0-15,1 2 206 0,-3 2-126 0,-1-1-60 0,0 0-32 0,3 1-62 16,-1-1 0-16,1 4-33 16,0-6-34-16,1 1 51 0,1-2 25 0,0-2-499 0,3 3 260 15,-5-7 90-15,1-1 78 0,0 0-728 16,-3-4 377-1,1 1 189-15,-2 0-423 0,0 0 310 0</inkml:trace>
  <inkml:trace contextRef="#ctx0" brushRef="#br0" timeOffset="124198.21">26278 5536 1705 0,'-13'-9'0'0,"4"0"0"0,5 2 0 0,-1 1 0 0,4-3 0 0,1 4 0 0,1 0 186 0,15 3-76 16,5-3-37-16,3 3 458 0,7-1-239 0,0 1-133 15,1 0-61-15,1-1 76 0,0 3-69 0,-3 0-35 16,5 0-361-16,-8 0 158 0,-4 0 85 16,-5 0 41-1,-3 0-635-15,-7 0 339 0,-1 0 178 0,-7 0-375 32,0 3 241-32,-8-1 70 15</inkml:trace>
  <inkml:trace contextRef="#ctx0" brushRef="#br0" timeOffset="124311.2">26392 5390 1357 0,'-3'0'0'16,"0"0"0"-16,0 0 0 0,0 0 0 0,1 0 0 0,0 0 0 0,1 2 0 0,1 1 0 0,0 4 535 0,0 0-249 0,0-1-116 15,0 5-126-15,0-1-8 0,1 0-1 0,2 1 1 0,1-1-565 0,2 2 292 16,0 0 132-16,-1-5-598 16,2 0 353-16</inkml:trace>
  <inkml:trace contextRef="#ctx0" brushRef="#br0" timeOffset="124455.22">26554 5370 1213 0,'0'0'0'0,"0"0"0"0,0 2 0 0,0-1 0 0,0 4 0 0,0 2 0 0,0 4 393 0,0 2-184 0,0 7-86 15,0 1-46-15,0 6 238 16,0-1-140-16,0 4-62 0,0-2-286 0,0-3 104 0,2-2 52 0,2-3 25 16,-1-3-639-16,1 0 335 15,-3-9 158-15</inkml:trace>
  <inkml:trace contextRef="#ctx0" brushRef="#br0" timeOffset="124717.23">26975 5013 1367 0,'21'-10'0'0,"0"3"0"0,4 2 0 0,-2 0 0 0,-3 4 0 0,-4 1 0 0,-6 0 0 0,-1 0 182 0,-2 10-78 0,-6 2-35 16,-1 3 28-16,0 1-35 0,-13 4 0 0,-4 1-62 15,-5-1 1-15,-1-1 34 0,-1 1 9 0,4-4 69 16,0 0-39-16,1-2 0 0,4-2-39 0,3-5 63 16,-1 3-22-16,4-3-9 15,4-3 78-15,4-3-54 0,1 1-28 0,0-2 0 16,0 0-68-16,2 0 17 0,11 0-1 0,0-6-254 0,-1-2 140 16,3 1 69-16,-1-3 43 0,-2 3-634 15,1-3 284-15,-5 1 163 0,1 1 28 0,-2-4-406 16</inkml:trace>
  <inkml:trace contextRef="#ctx0" brushRef="#br0" timeOffset="124871.69">26877 5073 1434 0,'-17'6'0'0,"-2"6"0"0,8 0 0 0,-6 3 0 0,6 0 0 0,6 0 0 16,2-1 160-16,1 3-63 0,2 3-21 0,0-6 332 0,3 2-186 15,7-3-93-15,3-1-1 0,3-1-47 0,3 0-13 16,-2-4-10-16,5-2-285 0,1-4 131 0,0 1 65 15,3-2 34-15,2 0-690 0,-6 0 354 0</inkml:trace>
  <inkml:trace contextRef="#ctx0" brushRef="#br0" timeOffset="125059.68">26811 5458 1810 0,'-11'0'0'0,"-4"0"0"0,12 0 0 0,3 0 0 0,0 0 0 0,0 0 0 0,12 0 239 0,7 0-93 16,6-1-60-16,4-2 200 0,3-4-125 0,2 3-64 0,0-3-31 0,3 0-273 16,-8 1 117-16,-1 2 62 0,-2-1-515 15,-5 2 276-15,-1 1 140 0,-2-3 71 0,-7 4-296 0,-6 0 165 16,-5-2 83-16,0 2-320 16</inkml:trace>
  <inkml:trace contextRef="#ctx0" brushRef="#br0" timeOffset="125266.75">27043 5359 892 0,'-5'0'0'0,"0"0"0"0,0 0 0 0,0 0 0 0,-2 0 0 0,4 0 0 0,0 0 345 0,0 0-156 16,2 4-76 0,1 6 139-16,-2 5-100 0,2 1-63 0,0 6-27 0,0 2 137 0,0 5-81 0,2-2-42 15,-1 6 8-15,1-3-157 0,-2-1 54 16,0 0 27-16,0-3-182 0,0-2 104 16,-7 0 61-16,-2-8 17 0,0-2-93 0,-1-7 52 15,-2-2 31-15,1-5-52 0,-2 0 31 0,6 0-40 16,-1-9 25-16,2-6 154 0,4-2-65 0,2-2-40 31,0-3-4-31,0 3 66 0,2-2-37 0,9 3 6 0,4 1-297 0,-1 0 135 0,4-2 61 16,-1 7 38-16</inkml:trace>
  <inkml:trace contextRef="#ctx0" brushRef="#br0" timeOffset="125834.09">27539 4930 1296 0,'-10'2'0'0,"2"-1"0"0,-3 6 0 0,4 0 0 0,-2 3 0 0,4 0 419 16,-3 1-191-16,4 2-95 15,-1 3 14-15,5-1-59 0,0 0-26 0,0 0-265 16,0 1 119-16,0 1 61 0,2 0 39 0,4-5-639 0,-2 0 300 0,1-2 150 16,-2-2 74-16</inkml:trace>
  <inkml:trace contextRef="#ctx0" brushRef="#br0" timeOffset="126044.25">27462 4884 918 0,'-1'-13'0'0,"1"0"0"0,0 0 0 0,0 0 0 0,8 2 0 0,6 1 0 0,7-1 287 16,4 3-125-16,6 1-63 0,5 2 127 0,-2 3-100 16,0-1-44-16,1 3 23 15,-2 0-34-15,-6 6 0 0,4 4-25 0,-13 1 79 0,-1 2-44 0,-7 4 1 16,-2 1-46-16,-2 3 173 15,-3-1-91-15,-3 2-40 0,0-2 0 0,0 1 30 0,-8 2-35 0,4 2 9 16,0-7-268-16,1 0 112 16,0 3 55-16,1-5-201 0,-1 1 128 0,3 0 74 0,-2-2 22 15,2-6-715-15,0 0 342 0,0-1 141 16,0-3 96-16</inkml:trace>
  <inkml:trace contextRef="#ctx0" brushRef="#br0" timeOffset="126198.62">27572 5032 1865 0,'-12'-5'0'0,"1"0"0"0,2 3 0 0,5-1 0 0,-2 1 0 0,5 0 0 0,1 0 0 0,2-1 271 0,16 2-116 0,1-3-86 0,4 3-1 16,4-1-21-16,-2 0-11 16,-2 2-259-16,1 0 130 0,-2 0 64 0,-2 0 34 0,-1 5-719 15</inkml:trace>
  <inkml:trace contextRef="#ctx0" brushRef="#br0" timeOffset="126350.74">27582 5150 858 0,'-14'0'0'0,"2"0"0"0,5 0 0 0,0 0 0 0,4 0 0 0,1 0 0 0,2 0 511 0,0 0-227 0,3 0-129 16,13 0 99-16,0 0-108 16,4 0-55-16,4 0-123 0,1 0 44 0,-3 0-10 15,-1 0 35-15,-1 0-516 0,-1 0 258 0,-2 0 129 16,2 4 72-16,-6 0-368 0</inkml:trace>
  <inkml:trace contextRef="#ctx0" brushRef="#br0" timeOffset="126758.59">27545 5254 695 0,'-20'0'0'16,"-5"0"0"-16,9 0 0 0,4 0 0 0,5 0 0 0,3 0 0 0,4 0 467 0,0 0-206 0,1 0-116 15,12 0 179-15,12 0-144 0,3 0-71 0,3 0 59 16,2 0-56-16,2 0-43 0,0 0 1 0,-2 0-226 15,-3 0 96-15,0 0 49 0,2 0 33 0,-7 0-485 16,-4 0 250-16,-1 0 124 0,-4 0-252 0,-2 3 170 16,-2-1-4-16,-9 4 77 0,-3-3-208 0,0 0 136 15,-2 0 66-15,-8 1 27 0,-5-1 9 0,-1-1 32 16,-3-1-1-16,0 1 206 16,1 1-102-16,-2-1-62 0,6 2-16 0,-2-1 332 15,3 2-179-15,-1-2-89 0,4 3 19 0,-3-1 131 16,6 0-31-16,-2 2-75 0,2-2 85 0,2 1-72 47,-2 3-37-47,2-2 18 0,3 0-9 0,1 2-45 0,-1-6 0 0,2 5 52 0,0-3-26 0,0 2 9 0,0-4-35 0,5 1 108 15,2-3-53-15,4-1-28 0,-1 0 0 0,6 0 38 32,-3 0-37-32,4-1 0 0,-2-5-84 0,0 2 28 0,0-3 0 15,1 0-405-15,-3 1 210 0,-3 0 94 0,0 1 58 0,-2 0-701 16,-3 3 348-16</inkml:trace>
  <inkml:trace contextRef="#ctx0" brushRef="#br0" timeOffset="126867.3">27550 5337 1419 0,'-14'5'0'0,"-1"2"0"0,3 3 0 0,-3 3 0 0,4 0 0 0,0 1 0 0,1 2 0 0,0 5 149 0,0 0-47 0,3-1-76 16,0 1 11-16,-2 1 0 0,5-3 0 0,0-1-1 15,-1 2 11-15,5-6-11 0</inkml:trace>
  <inkml:trace contextRef="#ctx0" brushRef="#br0" timeOffset="127033.87">27511 5453 2126 0,'-1'0'0'0,"0"-3"0"0,0 3 0 0,1-3 0 0,0 2 0 0,0 1 0 0,3 0 0 0,14 0 379 16,2 8-171-16,5 1-85 15,3 5 162-15,3 0-123 0,6 1-54 0,-1 4-199 0,4-2 64 0,-1 0 32 16,-2 1 0-16,-1-1-550 0,6 1 300 0,-13-6 137 16,-3-4 72-16,-2-1-782 15</inkml:trace>
  <inkml:trace contextRef="#ctx0" brushRef="#br0" timeOffset="127240.67">28310 4963 1748 0,'3'-4'0'0,"-1"-1"0"0,1 0 0 0,-1 5 0 0,-1 0 0 0,-1 1 258 0,0 12-111 15,-3 8-56-15,-9 3 267 0,-4 6-165 0,-6 5-79 16,-4 6-39-16,2-1 218 0,-7 2-128 0,-2 10-56 16,2-8-41-16,0 0-169 0,4-5 68 0,1-5 35 15,4-2-568-15,2-1 309 0,10-12 143 0,7-7-887 31,3-9 456-31</inkml:trace>
  <inkml:trace contextRef="#ctx0" brushRef="#br0" timeOffset="127374.52">28179 5317 1810 0,'0'0'0'0,"2"0"0"0,-2 0 0 0,0 0 0 0,0 3 0 0,0 4 0 0,0 2 0 0,0 4 568 16,0 4-271-16,0 4-131 0,0 3-65 0,0 3-31 15,0 2-1-15,0 0-25 16,0 0-381-16,0-4 186 0,0-1 94 0,0-7 46 0,0-3-637 0,0-1 350 15,2-6 163-15,2-5-538 16,0-2 299-16</inkml:trace>
  <inkml:trace contextRef="#ctx0" brushRef="#br0" timeOffset="127496.92">28244 5363 1824 0,'10'-21'0'0,"-2"1"0"0,4 4 0 0,2 2 0 0,2 0 0 0,1 5 0 0,5 2 0 0,1 4 0 0,4-2 245 0,4 5-105 15,2-2-44-15,-4-1 74 0,-1 3-67 0,0 0-33 16,-4 0-1-16,-1 3-467 0,3 2 227 0,-10-1 98 15,-5 0 55-15,0 0-291 0,-8 0 173 0</inkml:trace>
  <inkml:trace contextRef="#ctx0" brushRef="#br0" timeOffset="127668.68">28503 5066 1513 0,'-5'0'0'0,"1"0"0"0,3 0 0 0,-4 4 0 0,3 5 0 0,1 8 0 0,-1 8 0 0,2 4 672 15,0 6-318-15,0 7-159 0,-1 0-80 0,-1 2 30 16,0 4-45-16,1-10-37 0,-3-1-507 0,2-6 240 16,0-3 120-16,2-5 60 0,-2 1-319 0,1-13 185 15,-1-5 97-15</inkml:trace>
  <inkml:trace contextRef="#ctx0" brushRef="#br0" timeOffset="127852.8">28800 5020 2423 0,'2'0'0'0,"0"0"0"0,-1 0 0 0,1 0 0 0,0 0 0 0,-1 0 0 0,-1 7 0 0,0 4 0 0,0 5 301 0,-3 3-133 16,-7 8-65-16,-3-1-39 0,-3 6 1 0,-3 1-29 0,-1 1-286 0,0 2 143 0,-6 3 81 15,4-7 26-15,1-1-483 0,3-4 259 0,1-3 130 16,6-2 65-16</inkml:trace>
  <inkml:trace contextRef="#ctx0" brushRef="#br0" timeOffset="128156.59">28907 5232 607 0,'5'-2'0'0,"5"1"0"0,-5-1 0 0,-4 2 0 0,0 0 0 0,-1 6 295 15,-1 9-129-15,-11 3-56 0,-3 4 264 0,-5 4-169 0,0 0-84 0,-1 4 12 16,-3 2-39-16,5-8-34 0,-2 4 0 0,3-3-53 15,5-6 29-15,-1-1-1 0,1-1 10 16,7-5-67-16,3-7 29 0,3-1 0 0,0-4-219 0,0 0 125 16,8 0 70-16,4-1 20 15,5-10-201-15,2 1 70 0,0-2 62 0,1 1-36 0,3 0 17 16,-5 1 8-16,0 4 36 0,0-2 98 16,-3 6-46-16,1-3-23 0,1 5-9 0,-5 0 438 15,-2 0-197-15,0 0-112 0,-3 5 458 0,2 5-265 16,-1 2-124-16,-3-1-75 0,1 4 118 0,-2-3-93 15,2 3-45-15,1-1-248 0,-1-1 110 0,-1-1 42 16,0-4 24-16,3-4-297 0,-1-2 161 16,2-2 81-16,0 0 49 0,1-2-922 15,-4-10 396-15,-2 0 243 0</inkml:trace>
  <inkml:trace contextRef="#ctx0" brushRef="#br0" timeOffset="128323.94">29155 5107 1603 0,'18'-23'0'0,"1"6"0"0,1 4 0 0,4 2 0 0,-1 3 0 0,5 5 0 0,0 3 0 0,-3 0 0 0,-5 0 505 0,2 12-235 0,-5 3-117 0,2 4 91 16,-11-1-108-16,1 7-51 0,-6 2-24 0,-3 4-56 15,0 1 31-15,-6 5 9 16,-6-6-10-16,-1 3-91 0,-5-1 46 0,2-1 22 16,-2 1-572-16,-1 6 306 0,6-10 113 0,-2-2 83 15</inkml:trace>
  <inkml:trace contextRef="#ctx0" brushRef="#br0" timeOffset="128443.62">29222 5728 818 0,'0'8'0'0,"-3"-2"0"0,-2 2 0 0,2-2 0 0,0 0 0 0,1-1 876 0,2 0-421 0,-3-2-209 0,3 1 485 16,0-1-352-16,0-3-172 0,3 0-85 0,2 0-480 16,4-3 197-16,0-3 108 0</inkml:trace>
  <inkml:trace contextRef="#ctx1" brushRef="#br1">30174 12426 0,'0'0'0,"0"0"16,0 0 0,0 0-16,0 0 15,0 0-15,0 0 31</inkml:trace>
  <inkml:trace contextRef="#ctx0" brushRef="#br1" timeOffset="150513.56">21540 6092 3046 0,'0'0'0'0,"0"0"0"0,1 0 0 0,1 0 0 0,-1 0 0 0,2 0 0 0,0 0 0 0,1 0 0 0,1 0 0 0,-1 0 0 0,2 0 0 0,-1 0 105 0,1 4-24 0,1 2-10 16,-1 1-231-16,1 0 98 15,-2 2 50-15,1 1 25 0,-1 0-436 0,0-1 222 0,0 1 115 0,-3 0-588 16,1 1 300-16,-1-3 169 0,1-1 75 0,-1-4-322 16</inkml:trace>
  <inkml:trace contextRef="#ctx0" brushRef="#br1" timeOffset="150879.51">21600 5917 1265 0,'-7'-7'0'0,"1"0"0"0,4 1 0 0,2 0 0 0,0 3 0 0,2 1 0 0,11-2 276 15,3-2-110-15,6 4-70 0,4 0 362 0,2-1-210 16,3 1-106-16,1-3-52 0,5 4 115 0,-3-1-89 16,2 2-39-16,-1 0-73 0,2 0 0 0,2 0 43 15,-8 3-10-15,-4 6-151 0,-3 0 76 0,-6 2 37 16,-4 3 1-16,1 1-130 16,-12 1 79-16,-3 2-7 0,0 3-73 0,-3-4 28 15,-12 7 47-15,1-1-157 0,-5-2 93 0,-4-2 33 16,-1 1 24-16,-1-3-62 0,-1-3 44 15,-2-1-9-15,6-4 52 0,-2-4 63 0,3-2-31 0,2-3 0 16,0 0-31-16,1 0 244 0,8 0-117 0,2 0-50 16,3 0-37-16,2-3 476 0,3 0-234 0,0-1 47 15,0 0-132-15,10 1-61 0,4 0-31 0,5 0 98 16,1-1-64-16,2 3-23 0,0-3-10 0,-1 4-93 16,2-3 31-16,-2 1-1 15,-1 1 31-15,1-1-416 0,-3 1 204 0,-1 1 105 0,-4 0-621 16,-3 0 302-16,0 0 179 0,-3 0 63 15,-3 0-176-15,-2 0 143 0,-2 0 71 0,0 1-328 16,-7 1 200-16,-2-2 91 0</inkml:trace>
  <inkml:trace contextRef="#ctx0" brushRef="#br1" timeOffset="151401.96">21873 5992 719 0,'-7'0'0'0,"-1"0"0"0,4 3 0 0,0-1 0 0,-1 3 123 0,2 2-48 0,-2 3 0 0,4 1 269 16,-1 2-153-16,2 4-77 0,-3 2-29 0,3 1 50 15,-3 1-49-15,1 2-25 0,-2 2 19 0,0-2-1 16,-2 2-32-16,-1-6-10 0,1 0 68 0,1-3-34 16,0-4 1-16,2-1 8 0,-1 0 10 0,4-6-53 15,0 0 0-15,0-4 33 0,4 0 0 0,8 1-33 16,4 1 9-16,0-3-3 0,4 0-6 0,-1 0 0 16,4 0-107-16,-1 0 53 0,4 0 37 15,-5 0-139-15,0 0 75 0,-1 0 27 16,-1 0 0-16,0 0-18 0,-1 0 15 0,-5 0-1 15,-2 0 26-15,0 0 35 0,-5 1 0 0,-1 3-62 16,1 1-8-16,-4 2 231 0,-1 1-97 16,-1-1-44-16,0 6 171 0,0 0-91 0,0 1-28 0,0 2-22 15,3 0-26-15,-1 0 0 16,-1 2-27-16,1 3-102 0,2-1 60 0,0-3 16 0,0 3 1 0,1-2-63 16,0 0 44-16,1-1 0 0,-1 2 53 0,-2-4-239 15,0-1 78-15,-2-3 62 16,1 1-132-16,-2-2 80 0,0-2 18 0,0-2 30 15,-3 0-70-15,-7-3 45 0,-3-2 0 0,0 0-59 16,-5-1 57-16,1 0 23 0,-3 0 0 0,-1-5-37 16,-1-7 31-16,-6-2-10 0,2-2 40 15,0-2-105-15,0-4 52 0,1 1 27 0,3-3 67 0,-4 1-9 16,5 4-32-16,5 2 343 16,1 2-172-16,4 5-85 0,2 0-41 0,1 1 502 0,7 5-227 0,1 1-133 15,0 1-16-15,8 2 67 0,9 0-82 16,-2 0-31-16,7 2-10 0,0 5-80 15,1 1 0 1,0-5 39-16,1 5-491 0,2-2 255 16,-2 1 114-16,-4-3-743 0,1 2 374 0,2-4 216 0,-3 0 61 0</inkml:trace>
  <inkml:trace contextRef="#ctx0" brushRef="#br1" timeOffset="151583.76">22246 6273 2453 0,'-11'-10'0'0,"3"4"0"0,4 3 0 0,4-1 0 0,0 0 0 0,0 2 0 0,9-3 0 0,8 1 437 0,1 1-199 15,3 0-22-15,2-2-90 0,2 1-44 0,3 1 9 0,-2 2-456 16,0 0 201-16,0-1 100 0,2 0 50 0,-1 2-634 16,2 0 351-16,-4 0 163 0,-2 0 84 0,-2 0-696 15</inkml:trace>
  <inkml:trace contextRef="#ctx0" brushRef="#br1" timeOffset="151904.09">22677 6054 1317 0,'-8'-4'0'0,"-1"-1"0"0,5 1 0 0,2 1 0 0,0-1 0 0,2 3 208 16,4-2-86-16,11 1 495 0,4 1-291 16,6-2-144-16,3 1-64 0,1 1 198 0,3 1-140 0,-1-2-69 15,3-1-36-15,-1 3-343 16,4 0 163-16,-7 0 68 15,1 0 39-15,-4 0-583 0,-3 0 311 0,-4 0 155 0,1 3-594 0,-12 0 315 16,-5 3 181-16,-4-1-69 0,0-2 124 0,-3 2 63 16,-7-1 22-16,-7-3-44 0,1-1 60 0,-3 0 37 15,1 0 24-15,0 0 0 0,2 0 0 0,3 0 0 16,-1 0 0-16,2 0 344 16,2 2-208-16,-2 0-96 0,5 2 544 0,0 3-239 15,2 2-161-15,1 2 136 0,0 4-141 0,1 5-63 16,3 4-44-16,0 4 328 0,0 7-182 0,0 6-90 15,0 3-46-15,0 7-13 0,0-4-33 0,0-2 1 16,0-1-1-16,0-4-408 0,0-2 204 0,0-1 111 16,0-11-576-16,0-6 288 0,0-7 179 0,0-7-584 15</inkml:trace>
  <inkml:trace contextRef="#ctx0" brushRef="#br1" timeOffset="152039.5">23020 6345 1559 0,'2'0'0'0,"3"0"0"0,0 0 0 0,2 0 0 0,-1 0 0 0,2 1 0 0,3 3 758 0,-2 3-365 0,1 2-179 15,5-1-88-15,-2 4-415 0,2 1 163 0,0 1 91 0</inkml:trace>
  <inkml:trace contextRef="#ctx0" brushRef="#br1" timeOffset="152178.98">23423 6603 3018 0,'0'0'0'0,"0"0"0"0,0 0 0 0,0 0 0 0,0 0 0 0,0 0 0 0,0 0 0 0,0 0 266 0,0 0-116 0,0 0-56 16,0 0-30-16</inkml:trace>
  <inkml:trace contextRef="#ctx0" brushRef="#br1" timeOffset="154436.09">23938 6209 832 0,'0'2'0'0,"-3"0"0"0,0 1 0 0,-1 1 0 0,1 3 0 0,3 1 0 0,-1 3 240 0,1 4-101 0,0 1-51 0,0 5 106 15,0 2-82-15,1 2-38 16,6 3 1-16,0-2 15 0,0 2-25 0,2 1 8 16,-1-5-34-16,2-2 37 0,0-3-38 0,1 0 1 15,0-5 25-15,1 1-16 0,2-7-10 0,-4-4 0 16,4-4 46-16,0 0-46 0,-1 0 0 0,4-7-15 15,-2-10 16-15,2-3-1 0,-3-4 0 0,1-4-130 16,-2-1 61-16,3-5 42 0,-5 3-21 0,1-2-149 16,-3-2 79-16,1 2 47 0,-1-2-57 0,0-4 47 15,-5 8 3-15,2 2 5 0,-3 0-21 16,-1 5 40-16,-1 6-36 0,1 0 201 0,-2 11-81 0,0 3-44 16,0 4-1-16,0 0 161 0,0 3-82 15,0 8-25-15,0 7-34 0,0 4 63 16,0 4-14-16,0 1-32 0,0 2 132 0,0 4-68 15,0-5-47-15,1 0-1 0,3-1-50 0,1 2 12 16,2 0 10-16,-3-4-167 16,4-1 78-16,0-3 40 0,-1-1 0 0,2-2-355 15,-1 3 188-15,1-9 66 0,-3 0 53 0,-1-3-501 16,3-4 256-16,-1 2 127 0,-2-4-394 0,3-3 266 0,-4 0 128 16</inkml:trace>
  <inkml:trace contextRef="#ctx0" brushRef="#br1" timeOffset="154592.12">24445 6243 1404 0,'0'-4'0'0,"0"-1"0"0,0 3 0 16,0-1 0-16,-1 0 0 0,1 1 0 0,0 0 297 0,0 0-129 0,5 2-65 0,7 0 311 0,3-3-178 0,3 3-104 0,2-1-47 0,2 1-169 16,1-1 61-16,4 1 31 15,3 0-566-15,-4 0 294 0,0 0 151 0,-2 0-367 16</inkml:trace>
  <inkml:trace contextRef="#ctx0" brushRef="#br1" timeOffset="154747.69">24528 6434 1023 0,'-14'4'0'0,"-4"0"0"0,7 2 0 0,5-2 266 0,3-2-114 0,1 1-56 16,2-1-30-16,0 0 516 15,6 1-276-15,10-3-134 0,2 2-67 0,3-2 29 16,0 0-47-16,3 0-15 0,-2 0-543 0,1 0 255 15,-1 0 127-15,1 0-701 0,-2 0 389 0,2 0 191 16</inkml:trace>
  <inkml:trace contextRef="#ctx0" brushRef="#br1" timeOffset="154977.62">24842 6198 1181 0,'-3'-12'0'0,"3"2"0"0,0 1 0 0,0-1 0 0,0-1 0 0,3 2 296 0,10 0-134 0,3 4-62 15,6 1-31-15,1 1 338 0,3 3-185 0,4 0-82 16,-1 0 71-16,-3 9-86 16,1 6-44-16,-4-1-27 0,-2 6-16 0,-4 2 9 0,-5 2-9 0,-9 2-74 15,-3 1 37-15,0 2 0 0,-12-2 36 16,0 6-19-16,-8-9-10 0,-2 1 30 16,-4-8 0-16,-1 3-177 0,-4-2 59 0,3-9 47 0,1 0-424 15,3-7 220-15,2 0 79 0,3-2-366 16,-1 0 235-16,11-2 129 0,6-14 62 0</inkml:trace>
  <inkml:trace contextRef="#ctx0" brushRef="#br1" timeOffset="155164.26">25205 6060 1310 0,'0'0'0'0,"0"0"0"0,0 0 0 0,0 1 0 0,0 2 0 0,0 4 733 0,-7 3-348 0,0 5-173 31,0 2-88-31,-4 10 240 0,2 1-154 0,2 4-91 0,3 0 248 0,2 3-260 15,2-2-107-15,0-2 0 0,11 1 0 0,5-6 0 16,4-4 0-16,5-5-520 0,0-4 239 0,1-2 159 16,4-2 89-16,-6-7-720 0,2-2 298 0,-2 0 213 15,-3-2 82-15</inkml:trace>
  <inkml:trace contextRef="#ctx0" brushRef="#br1" timeOffset="155329.85">25435 6174 2409 0,'-14'-6'0'0,"5"1"0"0,2 3 0 0,3 1 0 0,2-2 0 0,1 3 0 0,1 0 0 0,0 0 407 0,1 0-185 0,6 4-92 0,7 5 40 15,0 0-67-15,0 3-23 16,-1-3-9-16,2 2-503 0,0 0 235 0,-2 1 117 16,-1 0 59-16,1 1-744 0,-3-2 388 0,1-1 195 0,-2 1-312 15</inkml:trace>
  <inkml:trace contextRef="#ctx0" brushRef="#br1" timeOffset="155518.32">25732 6061 1121 0,'-2'0'0'0,"-3"-1"0"0,2 1 0 0,0 0 0 0,1 0 0 0,-2 0 729 16,3 11-346-16,-2 5-163 0,0 8-96 0,0 5 335 0,0 2-210 15,-4 9-106-15,2 6-53 0,-3 11 63 16,-2-5-62-16,-2 4-27 15,-1 2-293-15,0-1 134 0,-4 1 66 0,0 4-208 0,4-13 132 0,1-3 72 16,0-6 35-16,6-5-776 16,0-3 382-16,4-16 100 0</inkml:trace>
  <inkml:trace contextRef="#ctx0" brushRef="#br1" timeOffset="155730.25">26029 6457 1844 0,'0'0'-2'0,"0"0"-1"0,3 2 1 0,-3-2-1 0,0 0 1 0,0 2 369 0,0 1-157 0,0 2 109 47,0-2-142-47,0 6-72 47,-8 3-34-47,1 0-177 0,-3 5 80 15,-2 2 27-15,-2 1 0 0,0 4-543 0,-1-3 289 0,1 0 145 0,2 2 81 0</inkml:trace>
  <inkml:trace contextRef="#ctx0" brushRef="#br1" timeOffset="156018.6">26383 6143 1456 0,'0'-3'0'0,"0"0"0"0,0-1 0 0,0 3 0 0,0 1 0 0,0 0 0 15,0 0 231-15,0 8-102 0,0 6 237 0,0 8-165 0,0 5-83 16,0 2-41-16,0 6 1 0,0-4-43 0,0 2 1 16,3 2-1-16,-2-4-24 0,1 0 24 0,1-2 10 15,1-10-10-15,-1-2 27 16,0-3 0-16,1-6-27 0,1-1 93 0,1-4-37 16,-1-3-33-16,7-3 173 0,-1-12-98 0,3-4-49 15,2-3-24-15,0-2 39 0,-1-1-99 0,0 1 0 16,-2 1 0-16,2-1 0 0,-4-1 0 0,1 1 0 15,-1 2 0-15,-2 3 0 0,-2 0 0 0,0 2 0 16,-3 0-108-16,0 0-86 16,-2 7 71-16,-2 2-817 0,0 4 452 0</inkml:trace>
  <inkml:trace contextRef="#ctx0" brushRef="#br1" timeOffset="156556.82">26914 6179 1156 0,'-17'0'0'0,"3"0"0"0,5 0 0 0,-2 0 0 15,8 0 0-15,3 0 422 0,0 0-193 0,3 0-96 0,13 2-48 16,4 2 295-16,6-3-175 0,-1 4-85 0,2-5-220 0,0 2 68 16,-2 1 34-16,1 1 9 0,-4-1-586 0,-1 2 303 15,-7 0 152-15,2 2-366 16</inkml:trace>
  <inkml:trace contextRef="#ctx0" brushRef="#br1" timeOffset="156699.12">26906 6411 1296 0,'-12'0'0'0,"1"0"0"0,2 0 0 0,-2 0 0 0,8 0 0 0,2 0 268 16,1 0-115-16,0 0-59 15,11 0-28-15,6 0 454 0,4 0-247 0,2 0-118 16,3 0-154-16,3-2 35 0,-1-3 10 0,0 2-10 0,0 1-611 0,-2-4 306 16,-1 2 153-16,1-1-715 0,3-2 408 0</inkml:trace>
  <inkml:trace contextRef="#ctx0" brushRef="#br1" timeOffset="156958.03">27341 5949 1033 0,'9'-13'0'0,"-2"2"0"0,6 1 0 0,2 0 0 0,-1 8 304 0,2-1-133 0,3 3-68 16,-1 0 350-16,2 0-209 0,4 8-94 0,-5 4 46 31,-3 0-79-31,2 5-41 0,-7 0 1 0,-2 0-156 0,-2 4 66 0,-4-1 21 0,-3 1-1 0,-7 2-115 15,-5-2 71-15,-6-1 37 16,-1 1 10-16,-3-5-90 0,-2-2 57 0,-1-3 31 16,1-1-418-16,-1-5 198 0,-2 0 43 0,8-5 73 62,2 0-310-62,4 0 185 0,6-17 92 0,6-3-292 0,1-6 183 0</inkml:trace>
  <inkml:trace contextRef="#ctx0" brushRef="#br1" timeOffset="157084.82">27603 5784 1716 0,'13'-14'0'0,"-5"7"0"0,-2 4 0 0,-2 2 0 0,-2 1 0 0,-2 0 0 0,0 13 0 0,0 5 349 0,-4 3-157 0,-4 2-77 0,2 2 490 0,-1 2-284 0,3 1-133 16,4-4-80-16,0-1 88 15,0 2-80-15,1-2-91 0,11 1-25 0,2-3 0 16,4-3 0-16,4-1-275 0,0-2 122 0,3-6 95 16,-1 0 47-16,3-1-658 0,-3-5 344 0,-5-1 64 15,-2-2 122-15,-5 0-701 0</inkml:trace>
  <inkml:trace contextRef="#ctx0" brushRef="#br1" timeOffset="157278.03">27313 6304 2146 0,'-25'0'0'0,"5"5"0"0,5 1 0 0,7-3 0 0,3 0 0 0,5 0 0 0,6-1 0 0,17 0 447 0,8-2-205 0,6 0-104 0,6 0 279 16,2 0-196-16,2 0-92 0,-2-2-47 15,3-2-125-15,-5 3 40 0,8-4 9 16,-12 3 29-16,-1-3-520 0,-3 5 260 0,-7-2 131 0,3 2-682 16,-15 0 328-16,-6 0 220 0,-9 0 27 0</inkml:trace>
  <inkml:trace contextRef="#ctx0" brushRef="#br1" timeOffset="157429.41">27441 6445 1530 0,'-6'0'0'0,"0"0"0"0,1 3 0 0,3 1 0 0,2-2 0 0,0 3 0 0,0 2 614 16,2 1-279-16,8 2-155 0,3-1-71 0,4 2-28 0,0 0-23 15,2 2 1-15,2-3-550 0,-3 1 259 16,-1-1 134-16,-2 2-715 0,1-4 410 0</inkml:trace>
  <inkml:trace contextRef="#ctx0" brushRef="#br1" timeOffset="157598.09">27801 6387 2170 0,'0'0'0'0,"0"0"0"0,0 0 0 0,0 0 0 0,0 3 0 0,0 8 0 0,0 9 0 0,0 8 0 0,-9 11 964 0,-6 17-464 0,-7 16-223 16,-1 7-257-16,-7 8-20 0,0 1 0 15,-1-2 0-15,2-5 0 0,-1 4 0 0,7-17 0 0,1-5-1154 16,2-5 302-16</inkml:trace>
  <inkml:trace contextRef="#ctx0" brushRef="#br1" timeOffset="159481.46">29173 6200 689 0,'2'0'0'16,"0"0"0"-16,1-2 0 0,0-1 0 0,4-1 297 0,-4-3-134 0,0-1-62 0,0 0-26 15,0-3-1-15,3 0-36 0,-3-2 10 0,0 0-35 0,-1-2-1 16,2-1 27-16,-2-1-1 0,2-2-42 0,-2 0 17 16,-1 1 0-16,-1-1 25 0,0 1-46 0,0 0 0 15,0-4 52-15,0 5-30 0,-3 3-2 16,-4 1 14 0,0 1-19-16,-2 3 60 0,2-3 2 0,0 11-45 0,-5-1 97 0,3 0-44 0,0 2-15 15,-2 0-1-15,0 10 54 0,3 5-44 0,-2 6 1 16,3 3 64-16,0 5-49 0,4 5-24 0,-1 9 10 15,4-4 70-15,0 8-53 0,0 1-25 0,0 1-10 16,0 3-16-16,3 8 9 16,3-7-10-16,1-3-38 0,-2 1-1 0,-1-4 39 15,0-1 1-15,-2 3-112 0,-2-12 51 0,0-4 30 16,0-3-143-16,-9 0 67 0,-2-6 44 0,-4 7-2 16,2-15-210-16,-5-4 112 0,4-3 56 0,1-2-349 15,-2-3 190-15,0-3 84 16,1-1 57-16,3 0-175 0,0-5 110 0,2-8 57 15,0-5 28-15</inkml:trace>
  <inkml:trace contextRef="#ctx0" brushRef="#br1" timeOffset="159655.46">28848 6379 2324 0,'-5'-9'0'0,"-2"2"0"0,4 3 0 0,3 1 0 0,0 0 0 0,0 3 0 0,7-3 0 0,7 3 0 0,5 0 0 0,4 0 353 0,3 0-157 0,0 0-8 0,3 0-66 0,-4 0-46 0,2 0 0 0,4 0-368 16,-4 3 166-16,2 3 82 0,2-2 51 0,-6 3-277 16,-2-3 154-16,-4 1 78 0,1 0-673 0,-3 0 352 15,2-4 75-15</inkml:trace>
  <inkml:trace contextRef="#ctx0" brushRef="#br1" timeOffset="159889.91">29476 6140 1448 0,'-15'0'0'0,"1"0"0"0,2 0 0 0,-2 0 0 0,0 12 0 0,1 3 727 0,3 4-343 0,-1 4-174 16,3 3 143-16,2 6-157 0,-2 5-69 0,8-3-49 16,0 2 182-16,0 1-112 0,8-3-148 0,3 7-15 15,3-10-25-15,1-2 38 16,2-4 1-16,2-1-435 0,-3-7 238 0,3 6 127 15,-3-14 50-15,0-1-235 16,-2-5 64-16,-1-3 103 0,0 0-572 0,5 0 302 0,-6-8 165 0,-1-8 78 16,3-4-333-16</inkml:trace>
  <inkml:trace contextRef="#ctx0" brushRef="#br1" timeOffset="160222.18">29660 6195 1741 0,'-5'0'0'0,"-3"0"0"0,1 0 0 0,3 1 0 0,-2 6 0 0,4 3 0 0,2 3 0 0,0 4 0 0,0 1 442 0,2 6-201 16,3 1-92-16,4 1-60 0,2 0 57 0,0-2-53 16,-1-1-28-1,1-4-117-15,-2 5 55 0,2-6-10 0,-4-7 46 0,2-2-96 0,-1-2 48 16,0-4 0-16,3 0-149 0,-3-3 93 0,4-6 34 16,-4-9 31-16,4-4-245 0,-1-4 117 0,-1-6 7 31,1 2 50-31,-3-4-31 0,2 2 31 0,-4 0 1 15,1 2 152 1,2-2-70-16,-4 10-20 0,-3 2-1 0,-1 2 129 0,1 6-64 0,-1 0-49 0,-1 7 368 0,0 2-183 0,0 0-63 16,0 10-55-16,0 7 186 0,0 3-101 0,0 2-65 15,0 2-28-15,0 6 69 0,0-5-48 0,0 4-24 16,0-1-213-16,0-4 90 0,0 1 49 0,0-2 24 16,0 1-571-16,3-5 271 0,0 5 157 0,0-8-356 15,2-3 229-15,-2-2 85 0,5-4 67 0,-2-3-495 16</inkml:trace>
  <inkml:trace contextRef="#ctx0" brushRef="#br1" timeOffset="160371.48">30071 6416 1418 0,'0'0'0'0,"0"-5"0"0,1 5 0 0,1-4 0 16,-1 1 0-16,-1 3 0 0,0 0 0 0,0 0 0 0,0 9 529 0,0 6-245 0,-3-1-122 0,-5 7 33 15,-1 0-83-15,-1 2-36 0,0-1-1 0,0 2-319 0,1-2 141 16,-2 2 80-16,2-3-246 15,2-5 153-15,1-3 78 0,3-1 38 0,2-6-698 0,-1-2 253 0</inkml:trace>
  <inkml:trace contextRef="#ctx0" brushRef="#br1" timeOffset="160618.21">30215 6283 1728 0,'3'-6'0'0,"4"3"0"0,-2 2 0 0,-3-2 0 0,3 3 0 0,2 0 0 0,-4 8 0 0,2 9 300 0,-2 4-130 0,0 5-66 15,1 2 212-15,0 3-130 16,-1-1-78-16,-1 0-4 0,1-3-32 0,4 0-1 16,-4-1-33-16,2-3-28 0,0-8 28 0,2-4 1 15,0-2-1-15,3-8-36 0,-1-1 0 0,7 0 46 16,-3-10 29-16,3-10 1 0,-2-5-40 0,5-3 1 16,-3-1-91-16,3-5 55 0,-3 2-4 0,-1-1-327 15,-2-3 162-15,2 4 88 0,-4-1 31 0,1-1-465 16,-4 9 229-16,-1 4 122 0,-6 4 61 0,0 5-230 15,0 4 146-15</inkml:trace>
  <inkml:trace contextRef="#ctx0" brushRef="#br1" timeOffset="160800.72">30691 6120 1545 0,'4'-4'0'0,"1"1"0"0,1-2 0 0,3 1 0 0,0 4 0 0,-1 0 0 0,7 0 883 0,-1 9-423 0,2 6-210 15,0 3-97-15,-1 6 440 0,1 1-546 16,-4 4-47-16,-3 4 0 0,-3 2 0 16,-2 6 0-16,-4 0 0 15,-3 1 0-15,-12 5 0 0,-6-2 0 0,-5 2 0 0,-4 5 0 0,0-9-352 16,-4 2 194-16</inkml:trace>
  <inkml:trace contextRef="#ctx0" brushRef="#br1" timeOffset="164776.21">22925 7331 838 0,'0'-8'0'0,"0"-2"0"0,0 3 0 0,0-3 0 0,0-1 0 0,0-4 308 0,2-2-135 0,-1-5-59 16,0 1-44-16,2-2 72 0,2-1-52 0,-3-5-27 15,-1 2 8-15,1-2-25 0,-2 7-9 0,0 1 83 16,0 0-41-16,0 4-1 15,-2 4-41-15,-6-1 133 0,3 9-71 0,-3 2-31 16,-2 3 0-16,0 0 93 16,-3 8-62-16,-1 13-22 0,3 3-9 0,2 9 67 0,2 5-50 0,1 3-24 15,5 4 9-15,1 11 9 0,0-5-42 0,3 2 58 16,8-2-29-16,0 5 0 0,0-5-29 0,3 12-45 16,-2-14 18-16,-1-2 0 0,-2 0 27 0,-4-3-128 15,-2 6 73-15,-2-13 23 16,-1-1 0-16,-2 0-153 0,-9-8 83 0,-6-1 17 15,-1 1-222-15,0-14 115 0,-1-4 70 0,-3-8 5 16,0-2 27-16,1 0-16 0,1-5-8 0,4-13-658 16,1-9 349-16,2 0 175 0,2-15 87 0</inkml:trace>
  <inkml:trace contextRef="#ctx0" brushRef="#br1" timeOffset="164909.79">22610 7519 2008 0,'-8'-9'0'0,"1"0"0"0,-1 3 0 0,5 1 0 0,1 4 0 0,2-2 0 0,0 0 0 0,5 1 0 0,12-1 747 0,8-4-345 0,2 4-188 0,4 0-88 0,1-1 308 16,4 1-434-16,-2 2 0 0,5-2 0 0,-3 3-40 16,2 0-17-16,-1 0-916 0,-1 0 504 0,0 6 254 15,0 2 134-15</inkml:trace>
  <inkml:trace contextRef="#ctx0" brushRef="#br1" timeOffset="165079.57">23227 7582 1885 0,'-7'3'-1'0,"3"1"1"0,-1 1-1 0,0 0 0 0,2 2 1 0,0 3-1 0,1-1 1 0,2 4 867 0,0 1-415 0,0 1-198 15,0 1-19 1,0 4-100-16,0-3-49 0,0 5-543 0,0-3 247 0,0 3 133 16,0-2 51-16,2-4-342 0,1-2 202 0,-3-2 101 0,0 0 51 0,0-1-924 15</inkml:trace>
  <inkml:trace contextRef="#ctx0" brushRef="#br1" timeOffset="165252.82">23321 6997 2474 0,'0'-6'0'16,"0"-1"0"-16,0 5 0 0,0-3 0 0,0 3 0 0,0 2 0 0,0 0 0 0,0 4 405 0,0 11-185 0,0 5-92 0,-3 5-46 0,-2 2-191 15,2 5 68-15,0 1 39 0,-1 1-754 16,1 3 397-16</inkml:trace>
  <inkml:trace contextRef="#ctx0" brushRef="#br1" timeOffset="165870.79">23658 7207 1729 0,'-5'-3'0'0,"0"3"0"0,2-4 0 0,-1 3 0 0,2-1 0 0,2 0 0 0,0 0 165 0,3 2-65 16,13 0-32-16,4 0 404 0,6 0-219 0,4-1-99 0,-1 1-64 15,1 0-34 1,3 0-21-16,-2 0 1 0,0 0-418 0,2 0 218 0,-9 1 96 0,-4 5-639 15,-2-1 359-15,-4 4 180 0,-6 2 10 0</inkml:trace>
  <inkml:trace contextRef="#ctx0" brushRef="#br1" timeOffset="166153.51">23656 7383 1441 0,'-10'6'0'0,"-2"3"0"0,3-4 0 0,2 3 0 0,3-2 0 0,-1 1 0 0,2-2 0 0,-2 5 0 0,4-6 191 16,1 2-77-16,0-2-67 0,0 0-11 0,0-1-1 16,1 1 10-16,7-4-88 0,1 0 40 0,4 0-1 15,1 0 40-15,1 0-37 0,3-3 10 16,0 0 26-16,0 2 1 0,-2-2-55 0,-1 2 6 0,0 1 0 16,-2 0 64-16,-1 0-36 15,-5 0-22-15,0 0 119 0,-2 7-44 0,-4-1-25 16,1 3 19-16,-2-1-10 0,-2-1 10 0,-10 2-31 15,-2-1 21-15,0-1-239 0,-5-2 116 0,3-2 46 16,-2-1 26-16,3-2-197 16,0 0 92-16,3 0 59 15,2 0-515-15,4-8 262 0,3-6 131 0</inkml:trace>
  <inkml:trace contextRef="#ctx0" brushRef="#br1" timeOffset="166355.03">23916 7204 2224 0,'1'3'0'0,"1"1"0"0,0 3 0 0,-1 3 0 0,-1 5 0 0,0 5 0 0,0 4 0 0,0 6 0 0,0 6 337 16,0 2-151-16,0 6-75 0,0 2 34 0,-1-6-60 0,1 2-24 15,0-6 0-15,0 0-86 0,0-4 30 0,0 4 10 16,0-14-228-16,-2-2 125 0,-1-5 62 0,0-4-179 0,-1-5 121 0,1 0 28 16,-2-6 37-16,-2 0-189 15,1-1 92-15,1-11 45 0,-1-2-10 0,-2-4-298 0,4-2 177 16,0-5 82-16,3-5 43 0</inkml:trace>
  <inkml:trace contextRef="#ctx0" brushRef="#br1" timeOffset="166543.9">24221 7229 2271 0,'-5'0'0'15,"-1"2"0"-15,-1 1 0 0,1 1 0 0,1-1 0 0,-2 2 0 0,3 1 0 0,-4 0 0 0,3 1 376 0,2-2-170 0,2 1-85 16,-1 0-43-16,2 3-426 0,0-4 201 0,0 3 86 16,0-1-660-16,0-2 376 15,2-1 188-15,1-1-313 16</inkml:trace>
  <inkml:trace contextRef="#ctx0" brushRef="#br1" timeOffset="166846.25">24173 7122 1149 0,'-5'-7'0'0,"1"-4"0"0,-2 4 0 0,5-1 0 0,0 1 0 0,1-4 129 0,0 5-51 0,1 0 0 0,14-1 294 16,6 2-169-16,6 0-83 0,4 0-34 0,3 3 43 16,2 2-46-16,3 0-24 0,3 0 0 0,-1 0-117 15,1 4 57-15,-7 5 13 0,-5 2-154 16,-4 4 88-16,-7 2 45 0,-5 2-184 16,-4 0 123-16,-10 4 12 0,0-5 38 0,-5 4-120 0,-11-3 65 0,-2 4-17 31,-3-8 38-31,-3 1-30 0,-4-4 25 0,0-2-1 0,-2-1 25 0,-3-1 75 31,4-6-34-31,2-2 1 0,4 0 231 0,-2 0-121 16,4 0-69-16,2 0 383 0,7 0-191 0,5 0-107 0,5-2-54 0,2-2 99 15,0 0-72-15,6 1-26 0,12-3-9 0,3 1-89 16,4 0 27-16,2 3 0 0,-1-3 26 0,0 5-230 16,-4-5 110-16,-1 5 61 15,-3 0-565-15,-3 0 299 0,0 0 96 0,-3 0-442 0,-4 0 304 0,-2 0 149 16,-4 0 73-16,-2 0-170 0</inkml:trace>
  <inkml:trace contextRef="#ctx0" brushRef="#br1" timeOffset="167243.98">24376 7172 558 0,'-6'-3'0'0,"3"2"0"0,1-2 0 0,-3 1 0 0,2 2 311 0,3 0-137 0,-1 0-61 16,1 9-43-16,0 6 95 0,0 2-65 0,0 3-32 15,0 4 0-15,0 3 82 0,0-2-62 0,-5 2-26 16,2-1 32-16,-2 0-29 0,-1-2 0 0,-5 0 105 15,5-6-72-15,-3-5-32 0,3 0 1 0,2-6 122 16,-5-1-69-16,7-4-46 16,2-2 0-16,0 0 10 0,0 0-24 0,1 0 0 15,10-2-16-15,3 0-82 0,2-2 36 0,2 4 1 0,2 0-96 0,-1 0 66 16,5 0 42-16,-5 0-192 16,-2 4 88-16,2 4 57 0,-2 3-5 0,-2 2-54 0,1 4 22 15,-5 0 32-15,-5 0-18 0,-1 3 87 16,-4 1-15-16,-1 1-40 0,0 2-15 0,0-4 115 15,-11 1-46-15,-1-3-25 0,-5-4 123 0,-2-1-65 16,0 1-15-16,-1-8-49 31,-1 0 26-31,-2-6-13 0,0 0 28 0,0 0-170 0,0 0 72 0,4-9 33 0,-2-6-5 0,4 0-4 0,1-3 26 0,4-1 6 16,-2-4-27-16,9 6 69 0,2 0-27 0,3 2-24 31,0 3 161-31,0 0-77 0,7-2-34 0,5 8 15 0,1-1 1 0,5 2-44 16,1 2 32-16,3-1-358 0,4 4 167 0,-4-3 77 15,3 2 40-15,-1 1-784 0,0 0 392 0</inkml:trace>
  <inkml:trace contextRef="#ctx0" brushRef="#br1" timeOffset="167414.24">24703 7306 2243 0,'-6'-4'0'0,"2"-2"0"0,0 4 0 0,4-1 0 0,0-1 0 0,0 2 0 0,8-1 0 0,8 0 0 0,5-1 348 0,7-1-161 0,0 0-75 16,5 1-39-16,-2 1-350 0,2 2 155 0,3-3 89 0,-4 3 29 0,-5 1-776 15,1 0 389-15,-8 0 195 0</inkml:trace>
  <inkml:trace contextRef="#ctx0" brushRef="#br1" timeOffset="167694.26">24848 7379 231 0,'0'10'0'0,"0"-4"0"0,0 2 0 0,0 4 0 0,0-3 0 0,0 2 0 0,-1-1 0 0,-3 3 176 0,-2 0-71 0,-1 5-25 16,-2-5-9-16,-4 4 100 0,1-3-68 0,-3 2-34 16,1-1 213-16,-3-1-115 0,7-3-70 0,1-4 87 15,1 1-74-15,4-4-38 16,-2 2 10-16,6-6 19 0,0 0-32 0,0 0 0 15,7 0-34-15,4 0-14 0,0 0 24 0,-1 0-10 16,1 0 1-16,-2 2-195 0,0 2 98 0,-2 1 48 16,0-1-349-16,-6 3 185 0,1 2 96 0,-2-2-303 15,0 1 176-15,0-1 80 0,-8 3 38 0,1-6-79 16,-1-2 67-16,-2 1 34 16,2-3-1-16</inkml:trace>
  <inkml:trace contextRef="#ctx0" brushRef="#br1" timeOffset="167993.8">24890 7025 2617 0,'1'-8'0'0,"3"0"0"16,-1 2 0-16,-2 2 0 0,2 4 0 0,0 0 0 0,3 12 0 0,-1 12 0 0,4 7 0 0,1 7 400 0,4 10-182 0,-1 4-4 16,5 5-89-16,2 5-45 0,1 6-13 0,4-6-9 0,-2-3-23 15,2-1 1-15,-5-5-1 16,1-9-487-16,1 2 252 0,-9-15 114 0,0-10-494 0,-6-7 301 47,-3-7 45-47,2 0 105 0,-4-7-441 0,-2 0 268 0,0-10 132 0,0-7-164 15,0-4 150-15,-4-6 65 0,0-8 46 0,1 0-31 0,1-5 35 0,-1 2 69 0,-2 0 0 0,0-2 0 16,2 12 0-16,-1 3 0 0,-1 4 344 0,0 6-207 16,-3 3-87-16,-2 4-51 0,-1 8 703 0,-4 0-341 0,2 17-125 15,-4 7 65-15,-1 2-133 0,-2 5-57 16,4-1-42-16,-2 1-262 0,-1 2 114 0,4-2 57 15,-2-2 29-15,1 0-275 0,5-10 147 0</inkml:trace>
  <inkml:trace contextRef="#ctx0" brushRef="#br1" timeOffset="168137.95">25082 7071 2696 0,'1'-5'0'0,"1"1"0"0,-1-2 0 0,4 2 0 0,-2 0 0 0,-1 3 0 0,5-1 0 0,0 2 0 0,1 0 181 16,4 12-74-16,-1 2-35 0,3 8 0 0</inkml:trace>
  <inkml:trace contextRef="#ctx0" brushRef="#br1" timeOffset="169002.26">26468 7192 1260 0,'2'-6'0'0,"-1"-2"0"0,1 2 0 0,0-3 0 0,3 2 0 0,-1-2 0 0,0 1 0 0,1 0 0 0,-3-2 143 0,4 0-53 0,-3-3-18 0,0 3-11 15,-1-1 0-15,0-3-25 0,-1 1 1 0,-1 2 0 16,0-5 8-16,0 2-8 16,-3 2-1-16,-3-1 19 0,-2-1-19 0,-3 2 1 15,0-1 77-15,-3 4-44 0,2-3 1 0,-1 6 113 16,-3 2-74-16,1 1-37 0,-1 1 10 0,2 2 86 15,0 0-66-15,1 11-34 0,4 7 1 0,0 8 82 16,3 4-49-16,4 7-38 0,2 6 0 16,0 10 29-16,2 2-30 0,6 6 1 0,1 9-14 0,-2-1-15 15,3 3 1-15,-4 7-210 0,2-1 104 0,-5 0 53 16,0 4 36-16,-3-20-309 16,0-5 137-16,0-4 83 0,-6-7 6 0,-5-10-171 15,-2-3 73-15,3-17 68 0,-4-9 19 0,4-7-72 16,-2 0 55-16,-2-8 28 0,3-9-256 0,0-4 147 15,2-8 67-15,0-2-355 0,1-7 211 0,-1-3 107 16</inkml:trace>
  <inkml:trace contextRef="#ctx0" brushRef="#br1" timeOffset="169149.74">26114 7492 2037 0,'-15'-14'0'0,"4"7"0"0,3 0 0 0,1 3 0 0,5 2 0 0,0 1 0 0,2 1 0 0,2 0 0 0,12-3 523 0,11 3-243 16,5-1-122-16,3 1-60 0,8-1 273 0,-3-1-171 0,1 2-82 15,0 0-41-15,2 0-353 16,2 0 156-16,2 0 87 0,-7 0-341 0,-3 4 206 16,-4 6 101-16,-4-1-863 0,-3 2 463 0</inkml:trace>
  <inkml:trace contextRef="#ctx0" brushRef="#br1" timeOffset="169466.71">26654 7629 2453 0,'-8'7'0'16,"3"3"0"-16,-3 1 0 0,4 3 0 0,2 3 0 0,1 1 0 0,-1 3 0 0,2-2 0 0,0 1 189 0,2 0-76 0,5 1-53 0,3-1-15 0,1-5-8 0,0-4-1 0,3-1-112 16,-3-1 55-16,4-9 30 0,-1 3 8 0,2-3-103 15,-3-3 61-15,2-9 31 0,-1-5 0 0,0-2-107 16,0-5 70-16,-1 1-46 15,-3-5-22-15,0 4 25 0,-1-1 30 16,-2 2 57-16,0-1-4 0,-2 7-33 0,-2 4 5 0,-2 1 363 0,1 5-171 0,0-1-69 16,-2 4-46-16,0 4 362 0,0 0-192 0,0 4-95 15,-4 11-49-15,1 2-13 0,3 3-71 0,0 2 0 16,0-2 0-16,0 3-88 16,0 0 63-16,3 1-686 0,4-1 380 0,3 1 151 15,-2-7 99-15,2 2-506 0,1-2 275 16</inkml:trace>
  <inkml:trace contextRef="#ctx0" brushRef="#br1" timeOffset="171640.93">27294 7218 1330 0,'-12'-8'0'0,"1"2"0"0,1 6 0 0,-2-2 0 0,1 2 0 0,1 8 0 0,1 10 0 0,-2 7 433 16,2 4-198-16,-3 7-91 0,6-1-58 31,1 3 144-31,-1 0-97 0,4 4-49 0,2 1 182 0,0-7-120 0,2-3-54 0,7-2-28 0,5-2-149 0,1-7 61 15,5 7 40-15,-2-12-525 16,4-4 274-16,1-2 135 0,-1-2 68 0,1-7-700 0,1 4 304 0,-1-6 200 16</inkml:trace>
  <inkml:trace contextRef="#ctx0" brushRef="#br1" timeOffset="171974.52">27465 7364 1690 0,'-13'-6'0'0,"2"5"0"0,-5-2 0 0,7 3 0 0,2 0 0 0,3 7 0 0,-2 7 362 0,6 2-163 0,0 4-72 0,0-2 134 16,1 6-113-16,10 1-55 15,2-2-29-15,5 1-129 0,2 4 59 0,1-9 17 16,0-1 0-16,3-3-138 0,-3-4 83 0,-1-4 39 16,3 1-315-16,-4-8 174 0,-3 0 91 0,0 0-281 15,-3-11 155-15,-3-5 78 0,3-5-4 0,-8-2 93 16,1-4 1-16,-3-2-24 0,0 0 1 0,-1-1 122 15,-1 0-71-15,2 6-20 0,-3 4-1 0,0 2 315 16,0 5-163-16,0 0-44 16,0 9 161-16,0 1-84 0,0 3-76 15,0 3-6-15,-3 12 55 0,3 7-48 0,0 1-39 0,0 9 45 16,0-2-37-16,0 6 0 0,0-3-37 0,0 6-169 16,0-9 81-16,3 3 43 0,-1-1 1 0,0-1-473 15,2-3 250-15,-2 1 80 0,1-7-577 0,0-3 345 16,-1-6 174-16</inkml:trace>
  <inkml:trace contextRef="#ctx0" brushRef="#br1" timeOffset="172125.78">27950 7611 1730 0,'2'0'0'0,"0"3"0"0,2-3 0 0,-1 4 0 0,-1 0 0 0,-1-1 0 0,1 5 0 0,-1-1 0 0,-1 6 308 16,0-2-140-16,0 4-66 0,0 0-33 0,-4 2-228 0,-5-1 98 0,3 3 57 15,-3-4-497-15,1 1 267 0,2-3 134 0,-3 0-565 16</inkml:trace>
  <inkml:trace contextRef="#ctx0" brushRef="#br1" timeOffset="172402.86">28126 7449 1631 0,'5'0'0'16,"-2"0"0"-16,2 3 0 0,-2 2 0 0,-1 3 0 0,1 5 0 0,1 4 0 0,-1 2 670 0,2 8-308 0,-2-1-168 0,-1 1 118 0,1 1-137 16,1-1-70-16,1-2-114 15,0 0 54-15,0-6-8 0,0-8-1 16,0 0-61-16,1-6 30 0,1-4 1 0,3-1 40 16,-2-1-5-16,0-12-4 0,1-6-1 0,2-1 0 0,-1-6 49 15,2-3 4-15,-1 2-72 0,-2-6-54 0,4 4 23 16,-5 1 17-16,4-1-217 0,1 1 118 0,-6 5 53 15,0 0 32-15,2 5-610 0,1 1 288 0,-1 4 151 16,-2-3 50-16,3 9-243 0,-2 3 169 16,0 3 84-16,1-1 44 0,2 0-583 15</inkml:trace>
  <inkml:trace contextRef="#ctx0" brushRef="#br1" timeOffset="172594.96">28569 7249 1919 0,'3'-6'0'0,"-1"-2"0"0,1 1 0 0,1 0 0 0,0 3 0 0,0 0 0 0,4 2 0 0,0 2 396 16,4 0-179 0,1 2-81-16,1 12 579 0,1 2-339 0,4 6-204 0,-4 4-172 0,2 3 0 0,1 4 0 0,-7 0 0 15,-1 1 0-15,-3 0 0 0,-3 2 0 32,-3-1 0-1,-1 5 0-31,0-6 0 0,-5-4 0 0,-6-2 0 0,-5-2 0 0,-1-3 0 0,-3 0-847 0,2-10 334 0,-2-2 239 0,0-3 118 0,3-1-649 0</inkml:trace>
  <inkml:trace contextRef="#ctx0" brushRef="#br1" timeOffset="172782.46">29029 7790 2431 0,'-2'0'0'0,"1"0"0"0,-1 0 0 0,2 0 0 0,-2 0 0 0,1 0 0 0,1 0 1008 0,-2 0-516 16,0 0-492-16,1 0 0 0,-1 0 0 0,1 0-32 0,-2 0-15 16,1 0 50-16,1 0-1646 15</inkml:trace>
  <inkml:trace contextRef="#ctx0" brushRef="#br1" timeOffset="193419.4">26084 8172 706 0,'-5'-4'0'0,"-2"0"0"0,3 0 0 0,-1 0 0 0,0 2 0 0,2 1 268 0,1 1-116 0,2 0-57 16,-1 0-30-16,1 0 66 0,0 0-53 0,0 0 1 15,0 0-9-15,0 0 0 16,0 1-34-16,0 5 87 0,1-1-48 0,2 0 1 0,4 2-40 0,-4-3 46 16,2 3-23-16,-1 0 9 0,1-3-32 15,0 3 89-15,2-2-44 0,0-1 0 0,1 4-36 0,0-3 53 16,4-2-31-16,-4 2 0 15,4-2 1-15,2 1 0 0,-2-2-23 0,3 0 52 16,0-1-30-16,4 1 0 0,-2-2-31 0,5 0 85 16,2 0-33-16,2 0-10 0,2 0-42 0,1 0 44 15,2 0-44-15,4 0 0 16,6-3 9-16,-3-1 49 0,3 1-94 0,3 0 0 0,1-3 0 0,-1 4 0 16,8-1 0-16,-9 1 0 0,-3 1 0 0,-1-3 0 15,-1 4 0-15,-1 0 0 16,8 0 0-16,-13 4 0 0,1 1 0 0,0-2 0 0,-1 5 0 0,2 0 0 31,6-1 0-31,-9-1 0 0,2 1 0 0,0-2 0 0,2 0 0 0,1-3 0 16,6 2 0-16,-4-2 0 0,1-1 0 0,-1-1 0 15,2 0 0-15,2 0 0 0,9 0 0 0,-12 0 0 16,0 0 0-16,-1 0 0 16,2-1 0-16,-3-1 0 0,6-2 0 0,-9 3 0 0,0 0 0 0,0-2 0 15,-1 1 0-15,3 2 0 16,9-1 0-16,-12 1 0 0,3 0 0 15,0 0 0-15,-1 0 0 0,7 0 0 16,-11 0 0-16,-1 0 0 0,3 0 0 0,-2 1 0 0,-1-1 0 0,7 2 0 16,-8-2 0-16,2 3 0 0,1-3 0 0,-1 0 0 15,1 1 0-15,7-1 0 0,-7 0 0 0,-1 0 0 16,-1 1 0-16,3-1 0 16,-3 0 0-16,7 0 0 0,-11 0 0 0,1 0 0 0,-2 0 0 0,1 0 0 15,-3 0 0-15,2 0 0 16,-6 0 0-16,2 0 0 0,-4 0 0 0,3 0 0 0,-1 0 0 15,1 0 0-15,-5 0 0 0,2 0 0 0,-1 0 0 16,1 0 0-16,-4 0 0 16,5 0 0-16,-4 0 0 0,-1 0 0 0,-4 0 0 0,3 0 0 15,-5 0 0-15,3 0 0 0,-5 0 0 0,-2 0 0 16,-2 0 0-16,0 0 0 0,-1 0 0 0,0 0 0 16,0 0 0-16,0 0 0 0,0 0 0 0,0 0 0 15,0 0 0-15,0 0 0 16,-1 0 0-16,0 0 0 0,0 0 0 0,-1 0 0 15,2 0 0-15,-2 0 0 0,2 0 0 0,-1 0 0 16,1 0 0-16,-2 0 0 0,1 0 0 0,-3 0 0 16,-1 0 0-16,0 0-515 15,-3 0-49-15,-1 0 263 16,-6 0 124-16</inkml:trace>
  <inkml:trace contextRef="#ctx0" brushRef="#br1" timeOffset="204035.6">30427 7235 1804 0,'10'-19'0'0,"-4"-2"0"16,-1 0 0-16,1 4 0 0,-1 1 0 0,-3 2 0 0,1-2 0 0,-2 3 192 0,1-3-67 0,-2 8-48 0,0-1 100 0,0 3-69 15,0 3-35-15,0 0-1 0,-2 0 122 0,-2 3-83 16,-1 0-36-16,-4 0 34 0,2 9-35 0,-5 3-1 15,4 6-25-15,-3 3 147 0,4 1-78 0,-3 3-39 16,4 5-1-16,2 3 75 0,0 5-152 0,-1-2 0 16,5 2 0-16,0 1 0 0,0 7 0 15,0-2 0-15,3 11 0 0,3-6 0 16,3 2 0-16,2 0 0 0,-2 2 0 0,1-1 0 16,-3 5 0-16,2-11 0 0,-6-5 0 0,-2-3 0 15,-1-1 0-15,0-5 0 0,-6 3 0 0,-6-11 0 16,-3-4 0-16,-2-3-18 0,-1-4-32 0,-2-5-9 15,-1 0-100-15,3-6 65 0,0-2 28 0,0 0-352 16,1-2 190-16,-2-6 85 0,5-6 58 0,-1-4-272 16,5-5 160-16,-1-4 80 0,-2-5 39 0,3-5-641 15</inkml:trace>
  <inkml:trace contextRef="#ctx0" brushRef="#br1" timeOffset="204196.14">30078 7667 1949 0,'-6'-7'0'0,"-1"-1"0"0,6 2 0 0,-1 0 0 0,2 6 0 0,0-2 0 0,10 0 0 0,3 2 340 0,10 0-151 0,3 0-66 0,1 0 530 0,6 0-308 15,-1 0-153-15,3 0-52 0,2 0-140 0,4 0 0 0,-4 2 0 0,-2 0-7 16,-1 4-186-16,2-3 116 0,-4 2 57 0,4 2-357 16,-9-3 203-16,1 3 106 0,-3-2-1046 0</inkml:trace>
  <inkml:trace contextRef="#ctx0" brushRef="#br1" timeOffset="204393.94">30739 7843 1938 0,'-3'0'0'0,"1"0"0"0,0 0 0 0,1 2 0 0,0 3 0 0,1 2 0 0,-2 1 824 0,2 4-394 0,0 0-197 15,-1 1-89-15,1 4 52 0,0 0-79 0,0 1-68 16,0 6-78-16,0-4 20 15,-2 2 31-15,2 1-8 0,0-5-485 0,0 2 253 0,0-6 128 0,0 2-667 16,0-3 382-16,0-5 190 16,0-1-23-16,0-6-449 0</inkml:trace>
  <inkml:trace contextRef="#ctx0" brushRef="#br1" timeOffset="204593.75">30988 7059 2345 0,'0'-19'0'0,"-5"4"0"0,1 11 0 0,-2 4 0 0,-1 0 0 16,0 4 0-16,-6 11 0 0,-1 4 0 0,0 4 461 15,-2 2-211-15,-1 6-105 0,1 1-324 0,-1 2 109 0,2 5 64 0,2-5 18 0,2 2-340 0,3 1 184 16</inkml:trace>
  <inkml:trace contextRef="#ctx0" brushRef="#br1" timeOffset="205478.76">31349 7324 1019 0,'-8'-13'0'0,"2"6"0"15,-2 2 0-15,3-1 0 0,0 4 0 0,-3 2 0 0,1 0 190 0,-2 11-76 0,0 7-37 0,-5 7 321 16,2 7-184-16,-3 4-88 0,0 4-44 0,-1 5 149 16,4 0-97-16,-3 8-37 0,6-9 229 0,4 4-144 15,5-7-71-15,0 0-36 0,0-4 138 0,11 1-78 16,3-13-52-16,2-2-144 0,2-5 50 0,2-4 25 16,1-1 0-16,1-1-376 0,0-8 195 0,-4-1 103 15,2-3 51-15,-1 0-767 16,3 0 366-16,-4-3 174 0,-3-8-189 0,2-1 194 0</inkml:trace>
  <inkml:trace contextRef="#ctx0" brushRef="#br1" timeOffset="206309.08">31471 7466 1214 0,'-3'-6'0'0,"-2"-1"0"0,3 4 0 0,2 2 0 0,0-1 0 0,0 2 0 0,2 0 159 47,8 0-50-47,-1 2 244 0,4 3-158 0,-1 6-77 0,0-1-41 0,4 1 124 0,-3 1-72 0,-2 1-49 0,1 0-1 0,-5 2 7 15,3-1 0-15,-5 3-47 0,-3 3 4 0,0-2-5 0,-2-1 1 0,0 4-1 16,-10 0-51-16,-6 1 26 15,-2 2 9-15,-3-5-64 0,0 1 41 0,-3-4 0 0,0-1 39 16,2-3-217-16,0 0 89 0,2-8 52 16,2-2 5-16,2-2-411 0,6 0 194 0,-1 0 111 15,3-1-166-15,7-10 138 0,1-4 65 0,0-1 31 16,9-5-387-16</inkml:trace>
  <inkml:trace contextRef="#ctx0" brushRef="#br1" timeOffset="206532.12">31699 7409 1887 0,'-1'-2'0'0,"-5"-2"0"0,3 4 0 0,-1 0 0 0,-1 0 0 0,-5 6 0 0,3 8 0 0,-3 2 0 0,0 5 314 0,0 2-137 0,3 1-69 0,-1 5 364 16,3-1-217-16,3 2-98 0,2-2 59 0,0-2-88 16,2-3-45-16,8 0 0 0,1-4-85 0,5 3 9 15,2-8 32-15,0-3-292 0,0-3 145 0,2-1 74 16,0-4 36-16,-1 2-574 0,-2-5 297 15,-1 0 64 1,-2 0 105 15,-1-4-563-31,-2-4 315 0,0-2 149 0,-4-2-331 0</inkml:trace>
  <inkml:trace contextRef="#ctx0" brushRef="#br1" timeOffset="206663.52">31853 7531 1556 0,'-4'-6'0'0,"3"2"0"0,-2 2 0 0,1-1 0 0,2 1 0 0,0 2 0 0,0 0 0 0,0 0 532 0,0 0-251 0,0 5-122 15,2 1 16-15,1 2-68 0,2 1-34 0,1 2 9 0,-2-4-240 16,1 3 99-16,1-2 48 16,-2 1 25-16,0-1-539 0,4 1 291 0,-3-2 132 15,1-2-591-15,-2 1 293 0,4-5 183 0</inkml:trace>
  <inkml:trace contextRef="#ctx0" brushRef="#br1" timeOffset="206948.6">32048 7436 1503 0,'0'-9'0'0,"0"0"0"0,0 4 0 0,0-2 0 0,0 4 0 0,0 0 0 0,2 3 0 0,-2 0 184 0,1 0-72 0,-1 3-28 0,0 11 396 15,0 1-221-15,0 5-110 0,0 3-55 0,-6 3 288 16,-4 5-161-16,1 1-97 0,-3 0 87 0,-2 5-87 16,1 0-120-16,-4 1-4 15,-3 9 0-15,0-7 0 0,-1 5 0 0,-1-2 0 16,3-1 0-16,-1-1 0 0,1 1 0 0,4-13 0 0,4-1 0 15,1-3 0-15,1-4 0 0,5-3 0 0,-3 0 0 16,3-9 0-16,3 0 0 0,-2-3 0 16,3-3 0-16,0 2 0 15,0-3 0-15,0-2-29 0,0 0-58 0,0 0-291 16,0 0 165-16,0 0 77 0,0 0 54 0,0 0-192 16,0 0 118-16,0-2 58 0,0-5 30 0,0 0-548 15,0-5 293-15</inkml:trace>
  <inkml:trace contextRef="#ctx0" brushRef="#br1" timeOffset="207141.05">32126 7836 1534 0,'7'-5'0'0,"0"3"0"0,-2 0 0 0,0-1 0 0,1 3 0 0,1 0 139 0,-2 0-40 0,-5 7-36 0,2 2 287 15,-2 3-157-15,0 1-76 16,0 1-40-16,-2 2 20 0,-5-1-33 0,-2 0-1 15,2-2-185-15,-2 1 80 0,-1 0 40 0,1-2 10 16,2-4-397-16,-1 2 213 0,0-4 107 0,3-2-611 16,0-1 304-16</inkml:trace>
  <inkml:trace contextRef="#ctx0" brushRef="#br1" timeOffset="207398.49">32460 7368 1616 0,'17'-18'0'0,"-2"11"0"0,4 4 0 0,1 1 0 0,-3 2 0 0,0 0 0 0,1 2 103 0,-6 5-42 16,1 6-1-16,-1-2 162 16,-4 7-92-16,-1-4-47 0,0 6 10 0,-6-4-123 15,1-1 34-15,-2 2-1 0,0 1-16 0,-5-3 26 16,-5 3 8-16,-4-4 17 0,-1 3-101 0,-2-5 50 15,-2 1 25-15,-2 1-242 0,-4-1 128 0,5-4 14 16,0-3 45-16,0-1-378 0,2-5 193 0,4 0 90 16,1 0 41-16,3 0-254 0,5-2 157 0</inkml:trace>
  <inkml:trace contextRef="#ctx0" brushRef="#br1" timeOffset="207621.59">32740 7258 1253 0,'3'-12'0'0,"-1"4"0"0,0 1 0 0,-1 4 0 0,1-1 0 0,-2 4 0 0,0 0 0 0,0 7 326 0,-7 7-144 0,-2 2-72 0,-2 2 422 16,4 2-252-16,0 1-121 0,1-1-61 0,1 1 353 31,2 0-207-31,-1 0-93 0,4-4-62 0,0 2-33 0,0-4-56 0,1 2 0 0,8-2 0 0,2 1 0 16,2-2 0-16,5-5 0 0,-2 2-279 0,2-5 63 15,1 0 126-15,3-1-310 0,-4-5 206 0,0 0 9 16,-1 0 85-16,-6 0-648 15,1 0 355 1</inkml:trace>
  <inkml:trace contextRef="#ctx0" brushRef="#br1" timeOffset="207826.69">32411 7679 1808 0,'0'0'0'0,"-2"0"0"0,1 0 0 0,1 0 0 0,3 0 0 0,10 0 519 0,11 0-240 0,3 0-121 15,7 0 195-15,1 0-162 0,2-2-77 16,5 2-38-16,0-3 309 0,5 0-337 0,-5 2-48 16,-5-2 0-16,-2 1 0 0,-3 1 0 0,-6 0 0 15,1 1-219-15,-13 0-35 0,-6 0 146 0,-4 0 73 16,-4 0-793-16,0 2 360 0,-7 5 162 0,-15 0-388 16,-4 2 329-16,-2-1 163 15</inkml:trace>
  <inkml:trace contextRef="#ctx0" brushRef="#br1" timeOffset="207981">32586 7782 1457 0,'-9'0'0'0,"0"0"0"0,5 0 0 0,-1 0 0 0,4 1 0 0,1 6 0 0,0 0 433 15,0 3-188-15,0 1-109 0,1 0-49 0,8 2 579 16,0-1-314-16,3 2-158 0,0 3-27 0,-2-3-70 16,5 1-29-16,-4-4-39 0,-1 1-469 0,3 0 220 15,-3 0 138-15,2-1-680 0,-5-4 395 0,2 0 199 16,-3 0 20-16,1-2-598 0,0-1 345 0</inkml:trace>
  <inkml:trace contextRef="#ctx0" brushRef="#br1" timeOffset="208189.83">32783 7831 1318 0,'-4'-11'0'0,"2"4"0"0,-1 1 0 0,3 3 0 0,0 2 0 0,-2 1 0 0,2 0 532 0,-2 1-248 0,-2 8-113 15,0 5 519-15,-1 7-326 0,-4-1-163 0,-2 7-82 16,-3 1 133-16,0 3-252 15,0 1 0-15,-2 2 0 0,-1-1 0 16,-2-1 0-16,2 2 0 0,-3 3 0 0,3-7 0 0,0-1 0 16,0-1 0-16,4-4-14 0,-1-1-84 0,-2 2 77 15,7-8-690-15,1-5 340 0,4-7 146 0,-1 1 93 16,3-6-414-16,0 2 245 16,2-2 136-16,0 0-344 0,0-8 235 0</inkml:trace>
  <inkml:trace contextRef="#ctx0" brushRef="#br1" timeOffset="208440.92">33050 7389 2493 0,'5'-23'0'16,"7"11"0"-16,5 8 0 0,3 4 0 0,-2 4 0 0,-1 12 0 0,-4 3-77 0,1 1 0 0,-1 7 29 0,-4 2 773 0,1 5-344 15,-5 3-172 1,0 2-85-16,-1 0 77 0,-1 8-201 0,-3-5 0 0,0-1 0 0,-6 1 0 16,-4 1 0-16,-7-2 0 0,-3 8 0 0,1-11 0 15,-2 1 0-15,-3-3 0 0,1-3 0 16,0 1 0-16,-1-1 0 0,6-12-452 0,4-3 61 0,4-4 112 16,0-3 124-16</inkml:trace>
  <inkml:trace contextRef="#ctx0" brushRef="#br1" timeOffset="208610.78">33280 8203 2871 0,'-19'-22'0'0,"-2"11"0"0,9 11 0 0,5 0 0 0,7 9 0 0,0 0 0 0,5-2 0 0,1-1 0 0,-4-3-786 0</inkml:trace>
  <inkml:trace contextRef="#ctx0" brushRef="#br1" timeOffset="-210772.25">23188 967 890 0,'-6'-7'0'0,"3"3"0"0,-3 0 0 0,1-2 0 0,-1 2 0 0,3-1 0 0,-2 1 253 16,2 0-107-16,0 3-55 0,-3-1-26 0,4-1 69 15,1 1-53-15,1 2 0 16,-2 0 22-16,2 0-33 0,0 7 0 0,0 2 86 16,0 2-64-16,2 1-27 0,1 2 0 0,7 0 115 15,0 3-71-15,3 1-26 0,0-1-10 0,3-1 46 16,0 1-41-16,4-2 1 0,0-1-42 0,5 3 78 16,0-5-44-16,0-1 1 0,6-2-56 0,0-4 22 15,2-1 0-15,5-2-40 0,-4-2 15 0,-2-2 1 16,-3-10 24-16,0-2-74 0,-4-5 38 0,-3-2 9 31,-7 0 27-31,-3-5-131 0,-5 2 58 0,-4-1 29 0,-2-1-5 0,-1-4-36 0,0 7 26 16,-4-1-4-16,-8 2-14 0,1 2-11 0,-2 3 46 15,-2 0 21-15,5 6 2 0,-4 5-28 16,3 1 3-16,2 3 91 0,-4 0-42 0,2 2 5 16,1 0-46-16,-1 7 79 0,1 6-34 0,1 4 13 62,-1 4-46-62,1 3 136 0,0 2-65 0,6 2-17 0,-3 3-58 0,3 5-10 0,1-1 0 0,-1 4 0 0,3-4 0 0,0 2 0 0,0 1 0 0,0 0 0 0,8-1 0 0,-1 6 0 31,3-14 0-31,-2 3 0 0,2-3 0 0,-2-3 0 0,-1 1 0 0,0-8 0 0,1-4 0 0,-6-5 0 16,2-1-179-16,-1-8 62 0,-1 3 43 0,-1-4 1 16,-1 0-72-16,0 0 53 0,0-1 27 0,0-3-257 15,0-3 133-15,0 0 80 0,0-2 35 0,0-2-591 16,0 2 313-16</inkml:trace>
  <inkml:trace contextRef="#ctx0" brushRef="#br1" timeOffset="-210176.17">24056 945 960 0,'0'-8'0'0,"-1"-3"0"0,-1 4 0 0,-1-2 0 0,0 2 0 0,-3-2 0 0,2 4 0 0,0 0 390 16,-5 2-176-16,2 2-88 0,-2 1 174 0,-5 0-122 15,1 5-75-15,-4 11 176 16,1 4-120-16,-3 4-61 0,-1 3-20 0,4 5 198 0,0 1-119 0,0 3-59 15,5 0-31-15,2 3 136 0,0 2-73 0,9-7-51 16,0 2-43-16,5-2-36 16,11 0 0-16,5-2 0 0,4 1-149 0,2-9 32 15,4-4 77-15,-1-1-584 0,2-4 292 0,-2-3 169 16,1 1 21-16,-3-7-619 16,-3-5 362-16,-1-1 180 0</inkml:trace>
  <inkml:trace contextRef="#ctx0" brushRef="#br1" timeOffset="-209862.39">24489 1061 1275 0,'-9'-9'0'0,"1"1"0"0,-1-1 0 0,-1 1 0 0,0 1 0 0,0 4 0 0,-3-1 0 0,-1 4 232 0,-6 0-87 0,2 0-59 0,-2 7 199 15,0 7-124-15,1-1-62 0,-2 6-30 0,0 3 224 16,6-1-132-16,4 1-62 0,2 3-31 0,5 2 173 16,2-1-102-16,2 4-42 15,0-5 5-15,7 1-33 0,12 0 0 0,2-1-155 0,4 0 62 0,5 1 39 16,-2-8-8-16,0-2-436 0,1-3 233 0,-2-3 112 15,1-1 60-15,0-3-694 16,-5-3 345-16,-3-3 168 0,1 0 84 0,1-7-407 0</inkml:trace>
  <inkml:trace contextRef="#ctx0" brushRef="#br1" timeOffset="-209407.4">24670 1151 1160 0,'-9'-3'0'0,"2"-1"0"0,0-2 0 0,-1 3 0 0,5-1 0 0,0 2 352 15,0 0-157-15,3-1-79 0,0-1-30 0,0 3 299 16,0-3-173-16,6 3-88 0,5-1-43 0,0 1 127 16,5-1-76-16,1 0-52 0,-1 2 24 0,0 0-33 15,1 0 0-15,-3 8-110 0,2 1 47 0,-3-2-9 16,-4 6 38-16,0-1-86 0,-4 2 42 0,-3 1 1 15,1 3 53-15,-3-2-189 0,0 3 52 0,-7-2 55 16,-7 2-19-16,-1-3-27 0,-6 4 9 0,0-7 31 31,-3 1-16-15,-2-5 38-16,-2 0-20 0,1-3-109 0,-3-1 50 0,7-5 38 0,-2 0 1 0,3 0-265 0,5 0 143 16,3-2 72-1,2-4 26-15,10-3-145 16,2-1 95-16,0-4 47 0,16 2 25 0</inkml:trace>
  <inkml:trace contextRef="#ctx0" brushRef="#br1" timeOffset="-209192.19">24993 1098 1565 0,'7'-5'0'0,"0"2"0"0,-4-2 0 0,0 1 0 0,-1 2 0 0,-2 1 0 0,0-1 0 0,-7 2 325 0,-5 0-144 0,-3 0 307 16,-4 0-230-16,2 7-110 0,-3 3-55 0,1 2 210 15,4-2-133-15,-3 4-57 16,7-1-43-16,1 0 53 0,3 2-43 0,2 1-66 15,5 4-14-15,0-2 0 0,0 0 0 0,7 2 0 0,8-1 0 0,3 1-17 16,1 1 10-16,5-2-345 0,-4-4 174 16,1-2 104-16,-1-1-10 0,0-3-471 15,-3-2 252-15,4 1 123 0,-6-8 76 0,0 0-393 16,-1 0 229-16,-2-3 116 0,1-7 57 0</inkml:trace>
  <inkml:trace contextRef="#ctx0" brushRef="#br1" timeOffset="-208919.01">25178 935 2112 0,'0'-6'0'0,"0"3"0"0,0-2 0 0,3-1 0 0,-1 1 0 0,-1-2 0 0,2 5 401 16,3-1-182-16,3 2-91 0,-1-1 182 0,5 2-136 0,2 0-59 0,-1 2 348 15,1 10-454-15,2 5-9 16,-1 5 0-16,-1 4 0 0,-3 8 0 0,-1-2 0 0,-6 4 0 16,-3 3 0-1,-2 1 0-15,0 2 0 0,-8 6 0 0,-7-7 0 0,-3 0 0 0,-4-4 0 16,-2-2 0-16,-2-4 0 0,-1 3 0 0,0-11-387 16,0-4-11-16,-1-2 180 0,0-5 91 0,-3-4-802 15</inkml:trace>
  <inkml:trace contextRef="#ctx0" brushRef="#br1" timeOffset="-203495.76">22965 1784 1320 0,'-14'-4'0'0,"2"-1"0"0,1 3 0 0,3-1 0 0,-1 2 0 0,4-1 0 0,3 2 0 0,0 0 0 0,2 0 422 0,0 0-191 0,0 0-87 16,0 0 185-16,0 0-146 0,0 0-72 0,4 0 35 15,1 0-53-15,4 2-18 0,-1-2-10 16,3 1 133-16,-1 2-80 0,2-3-39 15,0 2-1-15,2-2 85 0,0 0-67 0,-1 0-29 16,0 0-54-16,2 0-13 0,0 0 0 0,1 0 0 16,-1 0 0-16,-1 0 0 0,2 0 0 0,-2 0 0 15,5 0 0-15,0 0 0 16,-1 0 0-16,0 0 0 0,2 0 0 0,1 0 0 0,-2 0 0 0,6-2 0 16,-5-1 0-16,2 2 0 15,-4-1 0-15,2 2 0 0,0 0 0 0,3 0 0 0,-4 0 0 0,-3 0 0 16,4 0 0-16,0 0 0 15,3 0 0-15,3 0 0 0,-5 0 0 0,3 2 0 16,0-2 0-16,3 1 0 0,-3-1 0 0,8 0 0 16,-6 0 0-16,3 0 0 0,-1 0 0 0,4 0 0 15,-3 0 0-15,7 0 0 0,-5 0 0 16,-4 0 0-16,2 0 0 0,-3 0 0 0,5 0 0 0,-8 0 0 16,1 0 0-16,-2 0 0 0,3 0 0 0,-2 0 0 15,4 0 0-15,-3 0 0 16,-2 3 0-16,5-3 0 0,1 0 0 0,0 0 0 15,6 0 0-15,-7 0 0 16,4 0 0-16,-3 0 0 0,3 0 0 0,-4 0 0 0,7 0 0 0,-12 0 0 16,-1 0 0-16,1 0 0 0,-2 0 0 0,-2 0 0 15,5 0 0-15,-9 0 0 0,4 0 0 0,-1 0 0 16,0 0 0-16,1 0 0 0,2 0 0 0,-4 0 0 16,1 0 0-16,0 0 0 0,0 0 0 0,1 0 0 15,2 0 0-15,-4 0 0 0,0 0 0 0,1 0 0 16,-1 0 0-16,1 0 0 15,1 0 0-15,-1 0 0 0,-4 0 0 0,3 0 0 16,0 2 0-16,-1-2 0 16,5 1 0-16,-5 0 0 0,-1-1 0 0,2 0 0 0,0 0 0 15,0 0 0-15,4 0 0 0,-4 0 0 0,1 0 0 0,-2 0 0 16,2 0 0-16,0 0 0 0,3 0 0 0,-1 0 0 16,-2 0 0-16,-1 0 0 0,-1 0 0 15,3 0 0-15,-6 0 0 0,3 0 0 0,-6 0 0 16,3 0 0-16,-4 0 0 0,2 0 0 15,-5 3 0-15,3-3 0 0,-3 0 0 0,-1 0 0 16,-1 0 0-16,4 0 0 0,-3 0 0 0,0 0 0 16,1 0 0-16,-1 0 0 0,1 0 0 0,0 0 0 15,-3 0 0-15,2 0 0 16,-2 2 0-16,1-2 0 0,0 0 0 0,0 0 0 0,-2 0 0 0,1 0 0 16,-2 0 0-16,0 0 0 15,0 0 0-15,0 0 0 0,0 0 0 0,0 0 0 16,0 0 0-16,0 0 0 0,0 0 0 0,0 0 0 0,0 0 0 15,0 0 0-15,-5 0 0 0,-2 0-85 16,-1 0-80-16</inkml:trace>
  <inkml:trace contextRef="#ctx0" brushRef="#br1" timeOffset="-202374.37">26739 1078 762 0,'-3'-2'0'0,"-4"-4"0"0,0 0 0 0,-1 3 0 0,1 1 0 0,-1 2 339 0,-4 0-144 16,4 0-82-16,-4 9 249 0,2 8-160 0,-1 3-81 16,0 4-31-16,3 0 173 0,5 3-112 0,3 1-55 15,0-1-28-15,3 2 42 0,14 3-24 0,6-8-10 16,10-3 34-16,5-3-34 0,4-3-1 0,2-4-35 16,9 0 43-16,-7-7-11 0,0-4-32 0,-1 0-14 15,0 0 15-15,-3-10-1 0,0-2 10 0,-12-3-81 16,-4-2 36-16,-3-2 0 15,-5 2 35-15,-5-3-62 16,2-3 33-16,-9 4-10 0,0-3-166 0,-5-1 91 0,-1 0 27 0,0-2-176 16,0-1 93-16,-10 2 61 0,-1 6 5 0,-3-1-23 15,-2 4 15-15,-1 2-1 0,0 0-5 0,-2 8 165 16,4 3-70-16,-2 1-28 0,0 1-6 0,0 0 295 16,-2 9-146-16,8 5-56 15,0 0 131-15,0 6-102 0,2 2-20 0,2 4-35 16,0 5 258-16,4 3-308 15,3 1 0-15,0 5 0 0,0 3 0 0,0 5 0 0,0-3 0 0,0 1 0 16,5 2 0-16,3-2 0 0,1-2 0 0,2 2 0 16,-1-15 0-16,-1 0 0 0,2-9 0 0,-3-2 0 15,-1-5 0-15,2-1 0 0,-2-8 0 0,-5-5 0 16,3-1 0-16,-4 0 0 16,1 0 0-16,-1-1 0 0,-1-2 0 0,0-3 0 15,0 2 0-15,0 0 0 0,0 3 0 0,0-2-183 0,0 1-7 16,0 0 75-16,0 1-598 0,0-1 336 15,0 0 169-15,0 1 74 0,0-1 52 0,0 0-1 16</inkml:trace>
  <inkml:trace contextRef="#ctx0" brushRef="#br1" timeOffset="-201895.06">27601 778 994 0,'0'-13'0'0,"0"-2"0"0,0 7 0 0,0 0 0 0,0 1 426 15,0 4-194-15,0-1-98 0,0 3-38 0,0-1 747 0,0 2-402 0,0 0-202 16,0 13 287-16,-1 3-526 0,-4 6 0 0,-3 3 0 16,2 4 0-16,-6 6 0 0,0 2 0 0,-3 6 0 15,2-4 0 1,-3 4 0-16,3-1 0 0,-1 4-423 0,0 3 126 0</inkml:trace>
  <inkml:trace contextRef="#ctx0" brushRef="#br1" timeOffset="-200524.65">27725 1071 1424 0,'-7'-1'0'0,"-4"-1"0"0,0 0 0 0,-3 2-2 0,-2 0 0 0,-3 4 1 0,-3 11 1 0,0 5 362 15,-6 4-160-15,-2 9-71 0,2 1-51 0,2 5 281 16,4 3-160-16,3 1-80 0,4-2-41 0,5 5 225 16,10-7-138-16,0-5-63 0,8-3-2 0,9-2-31 15,5-2 0-15,9 1-123 16,-3-10 42-16,8-1 24 0,0-3 1 0,1-2-299 0,-1-1 162 0,3 0 91 31,-9-5 30-31,1-3-644 16,-2-2 315-16,1-1 91 0,-2 0 100 0,3 0-418 0,-9-3 263 0,1-5 127 0</inkml:trace>
  <inkml:trace contextRef="#ctx0" brushRef="#br1" timeOffset="-200264.37">28144 1214 1899 0,'-16'-8'0'0,"-2"2"0"0,0 2 0 0,-5 2 0 0,-1 2 0 0,-8 0 0 0,6 0 318 0,-2 12-139 0,1 1-70 16,3 6 282-16,2 0-176 16,-1 5-78-16,7-4 50 0,6 6-75 0,6-2-36 0,3 3 0 15,1 0 23-15,1 4-21 0,10-4-23 0,8-1-55 0,4-1-14 16,1-2-1-16,5-1 28 0,2-1 3 0,-1-6-373 16,-1-5 195-16,1-2 101 15,-3-2 50-15,1-3-60 0,2 1 50 0,-7-4-879 16,1 0 431-16,-3-1 215 0,1-11 107 0,-2 0-381 15</inkml:trace>
  <inkml:trace contextRef="#ctx0" brushRef="#br1" timeOffset="-200009.84">28304 1245 1944 0,'-4'0'0'0,"1"-1"0"0,2-4 0 0,-1 4 0 0,2-3 0 0,0 3 0 0,0-1 0 0,2 2 305 16,10 0-133-16,1 0-66 0,4 3 126 0,2 5-86 15,0 2-58-15,-2 2-70 0,3-1 22 0,-1 4-1 16,-2 2 0-16,0 1-98 0,-9 1 44 0,1 0 27 16,-5 0 1-16,-3 1-129 0,-1 1 77 0,-2 4 49 15,-15-6-65-15,-3 2 39 16,-5-4-29-16,-6-1 25 16,1-5-23-16,-4 3-2 15,2-8 11-15,1-3-242 0,2-2 122 0,2-1 64 0,7 0 31 0,-3 0-225 0,15-1 127 0,6-8 59 16,2-2 28-16,9-5-424 15</inkml:trace>
  <inkml:trace contextRef="#ctx0" brushRef="#br1" timeOffset="-199807.64">28639 1271 1394 0,'3'-2'0'0,"-1"0"0"0,-1-1 0 0,-1-1 0 0,0 3 0 0,0-1 0 0,-8 0 435 0,-4 2-198 0,-5 0-99 15,1 0 613-15,-2 5-361 0,0 6-176 0,0-1 158 16,3 1-372 15,1 4 0-31,3 1 0 0,6 2 0 16,5 2 0-16,0 0 0 0,1 1 0 0,15 0 0 0,4 2 0 0,8-2 0 0,0-3 0 0,4-2 0 15,1-2 0-15,-3-3-459 0,6 3 127 0,-8-6 161 0,-2-3-4 0,0-2-442 0,-6-3 288 0,3 0 145 16,-2 0 62-16,-7 0-465 16,-3-6 274-16,-4-7 137 0</inkml:trace>
  <inkml:trace contextRef="#ctx0" brushRef="#br1" timeOffset="-199602.58">28896 1166 1303 0,'3'-11'0'0,"-1"2"0"0,-1 1 0 0,4 1 0 0,-1 3 0 0,4 3 552 0,2-1-246 0,2 2-139 15,4 2 163-15,-2 13-146 0,5 4-73 0,-1 6-35 16,3 6 282-16,-2 1-165 0,-5 1-77 0,1 4 99 16,-5 1-195-16,0-1-20 15,-5 6 0-15,-5-4 0 0,0-2 0 0,-4-1 0 16,-12-3 0-16,-4 1 0 0,0-7-11 15,-3-9-15-15,-4-2-171 0,2-5 91 0,-1-5 67 16,-3 3-47-16,7-9-577 0,1 0 312 0,1 0 155 0,4 0-554 16,0-5 355-16</inkml:trace>
  <inkml:trace contextRef="#ctx0" brushRef="#br1" timeOffset="-196859.84">29487 1460 1339 0,'-4'0'0'0,"0"-5"0"0,-1 1 0 0,1 1 0 0,1 1 0 0,0 2 179 0,2-2-70 0,-3-2-26 0,2 3 239 0,0 1-142 0,1-3-71 0,1 3-35 0,0 0-272 15,0 0 128-15,0 0 49 16,0 0-225-16,0 0 142 0,0 0 71 0,5 3 36 16,3-2-736-16</inkml:trace>
  <inkml:trace contextRef="#ctx0" brushRef="#br1" timeOffset="-196570.92">30078 1269 989 0,'-1'-12'0'0,"1"3"0"0,-3-4 0 0,1 2 0 0,-1 3 0 0,-4 0 117 32,2 1-39-17,-2 0 361-15,-3 5-201 0,-4-4-90 0,1 6-60 0,-6 0 141 0,-2 3-96 0,-1 9-47 0,-3 5-24 0,0 3 117 0,2 2-75 0,2 7-33 16,4 0 134-16,4 5-84 0,2 2-41 0,6 3 48 15,5-3-50-15,0 0 0 0,11 0-40 0,12 0-39 16,5-1 39-16,10 1 9 16,5-11-9-16,1-5-280 0,4-5 141 0,3-5 69 0,1-5 35 15,5-3-746-15,-6-2 368 0,-2-2 128 16,-5-13-646-16,-5-2 427 0</inkml:trace>
  <inkml:trace contextRef="#ctx0" brushRef="#br1" timeOffset="-195870.36">26860 2046 1139 0,'-13'0'0'0,"0"-2"0"0,0-3 0 0,3 3 0 0,3 1 0 0,3-1 202 0,1 0-83 0,1 2-40 0,2 0 294 15,0 0-172-15,3 0-82 0,12-1-40 0,8 0 195 47,8-2-119-47,8 0-49 0,8 0-39 0,6-2 82 0,6 2-55 0,5-3-29 0,8 4 169 0,15-1-88 0,4-1-59 0,19 1 42 47,8-2-46-47,13 3-52 0,2-1-31 0,15 1 0 0,-25 1 0 0,-4-1 0 0,-3 0 0 0,-6 0 0 0,-5 0 0 0,3-1 0 16,-32 3 0-16,-11-3 0 0,-10 0 0 0,-6 1 0 15,-7 1 0-15,0-2 0 0,-15-1 0 0,-5 1 0 0,-8-1 0 0,-4 2 0 16,-5-2 0-16,-1 3 0 0,-4-1 0 0,0 0 0 16,0 2 0-16,0 0 0 0,-2 0 0 0,0-2 0 15,0 2 0-15,2-1 0 0,-1-1 0 0,1 0 0 16,0 2 0-16,0 0 0 0,0-3 0 15,0 3 0-15,0-3-153 0,0 2-41 0,0-1 83 0,0-2-1230 16</inkml:trace>
  <inkml:trace contextRef="#ctx0" brushRef="#br1" timeOffset="-187345.24">24576 2167 1342 0,'-10'-16'0'0,"2"4"0"0,0 2 0 0,-2 1 0 0,5 0 0 0,-3 0 0 0,2 3 281 0,4 5-123 0,-1-2-59 16,3 3 242-16,-2 0-142 0,2 0-86 0,0 5 62 16,0 14-68-16,0 4-35 0,3 5-1 0,1 7 62 15,3-2-53-15,1 2 0 16,0-2-43-16,4 3-36 0,-1-5 37 0,4 3 9 16,0-7-10-16,4-3-39 0,3-4 0 0,3-4 40 0,3-2-129 15,3-5 74-15,-1-9 22 0,2 0 1 16,-1-7-164-16,-1-14 86 0,-4-3 16 0,1-5-105 15,-9-3 61-15,-5 1 42 0,-4-3 2 0,-5 1-97 16,-3 1 50-16,1-3 24 0,-2 9 1 0,-4 1 17 16,-11 4-1-16,2 7 25 15,-4 3 65-15,0 5-42 0,-2 6 10 0,1 0 200 16,-1 18-109-16,0 7-60 16,2 4-18-16,-3 5 360 0,5 1-182 0,5 3-89 0,1 1-9 0,4 4 152 0,0-3-101 15,1 10-42-15,4-7-35 0,0 3-7 0,1-2-19 0,7-4 1 16,1 0-209-16,1 5 113 15,0-13 44-15,0-4-432 0,1 0 219 0,-1-4 124 16,0-3 18-16,0 4-577 0,3-11 318 0,-4-3 153 16,3-7 76-16,1-2-449 0</inkml:trace>
  <inkml:trace contextRef="#ctx0" brushRef="#br1" timeOffset="-187120.53">25190 2311 1311 0,'-14'0'0'0,"4"0"0"0,-2 3 0 0,0 4 0 0,-2 1 0 0,1 5 689 0,4 4-326 0,-1 6-162 0,0 4-83 0,3 6 231 16,3 4-147-16,4-2-87 0,0 3-39 16,1 0-76-16,9-4 1 0,6 2 36 0,0-2-428 0,3-9 210 15,1-2 109-15,-1-1-238 0,2-6 173 0,-4-3 88 16,2-1 52-16,-3-7-673 15,-3-5 317-15,1 0 157 0,-2-2 80 0,0-13-287 16,2-3 173-16</inkml:trace>
  <inkml:trace contextRef="#ctx0" brushRef="#br1" timeOffset="-186803.63">25340 2442 1096 0,'-6'-1'0'0,"-3"-2"0"0,4 3 0 0,-1 0 0 0,-2 0 0 0,0 10 0 0,1 2 0 0,3 7 547 16,1 0-255-16,0 6-118 0,1 0 161 0,2 0-149 15,0 4-75-15,2-1-155 0,5-3 41 0,5 0 9 16,2-4 31-16,-1-6-160 0,5-4 80 0,0-4 40 16,1-6 0-16,2-1-297 0,-3 0 164 0,1-8 87 15,-1-9 43-15,0-4-397 16,-3-1 189-16,3-9 49 0,-7 4 11 0,1-6 58 16,-4 5 29-16,2-4 95 0,-4 5-33 0,3-4-9 0,-6 11-24 0,-2 3 153 15,1 6-77-15,-2 5-37 16,0 3-1-16,0 2 442 0,0 1-182 0,0 7-128 15,-3 12 2-15,3 4 258 0,0 3-178 0,0 4-79 16,0 2 130-16,0-1-114 0,1-1-57 0,4 0-187 16,2-1 65-16,1 6 42 15,-2-9-9-15,3-5-410 0,0 4 221 0,-1-5 111 16,-2-6 56-16,1 1-285 0,0-6 96 16,-1-6 102-16,-2-1-48 0,2-2-437 0,-2-2 276 0</inkml:trace>
  <inkml:trace contextRef="#ctx0" brushRef="#br1" timeOffset="-186623.86">25773 2372 2441 0,'7'-7'0'0,"-3"5"0"0,1 2 0 0,3-3 0 0,-1 3 0 0,3 0 0 0,1 6 0 0,3 11 0 0,-2 4 0 0,0 6 489 0,1 4-226 0,-3 8-113 0,0 2-47 0,-6 5 10 0,-4 2-38 15,0 3 0-15,0 0-38 0,-8-1-89 31,-8 4 54-31,2-15-9 0,-6-1-413 0,2-5 228 0,-3-3 115 0,1-3-829 0,-4 3 387 0</inkml:trace>
  <inkml:trace contextRef="#ctx0" brushRef="#br1" timeOffset="-185409.1">26978 2341 2152 0,'-1'0'0'0,"-2"0"0"0,2 1 0 0,-3 2 0 0,2 0 0 0,-1 4 0 0,3 1 0 0,0 1 0 0,0 3 162 0,3 4-61 0,12 0-32 0,5 3 94 15,4-2-67-15,3 0-29 16,5-2 0-16,1-3-53 0,4-3-1 0,1 0 35 0,-5-7-37 0,-1-2-1 16,-2 0 28-16,-4-2 1 0,1-7-110 0,-11-6 49 15,-1-3 31-15,-7-2-173 0,-2-1 78 0,-3-1 54 16,-1-4-5-16,-2 6-106 16,0-4 51-16,-12 2 40 0,2 0-4 0,-7 3 23 15,1-1-12-15,-1 8 17 0,-1 3 82 0,2 4-41 16,0 3-9-16,-1 2-34 0,-2 5 357 0,5 14-166 15,-1 3-63-15,4 5 263 0,0 3-146 0,5 5-88 16,-2 5-34-16,5 2 105 0,3 0-86 0,0 2-112 16,0 4 0-16,0 0 0 0,8 4 0 0,4-9 0 15,0-1 0-15,-1-7-94 0,3 0 30 0,-3-6 52 16,2 0-534-16,-2-13 224 16,-4-6 157-16,0-5-459 0,0-2 293 0,-3-3 146 15,5-3 64-15,-3-14-352 0,1-4 217 0</inkml:trace>
  <inkml:trace contextRef="#ctx0" brushRef="#br1" timeOffset="-185235.39">27618 2131 1881 0,'0'-5'0'0,"0"-1"0"0,0 0 0 0,0 3 0 0,0 1 0 0,0 2 0 0,0 0 197 0,0 0-79 0,0 12 342 0,0 5-210 0,0 0-96 0,0 7-63 0,0 0-136 15,0 3 42-15,-3 2 1 0,0-3 40 0,2 5-612 16,-2-5 302-16,2-2 155 0,1-1-736 0</inkml:trace>
  <inkml:trace contextRef="#ctx0" brushRef="#br1" timeOffset="-185022.58">27830 2300 2689 0,'-12'3'0'0,"4"6"0"0,-3 3 0 0,2 3 0 0,-3 5 0 0,5 3 0 0,-1 4 0 0,4 5 0 0,2 2 388 0,2 1-174 0,0 7-77 0,2-9-107 0,8-1 10 0,3-4 0 16,4-4-537-1,1-1 268-15,4-3 145 0,-2-11 56 0,0-3-302 0,3-6 181 0,-3 0 91 16,2-2 46-16,1-5-841 0</inkml:trace>
  <inkml:trace contextRef="#ctx0" brushRef="#br1" timeOffset="-184704.17">28067 2342 1420 0,'-8'0'0'0,"1"0"0"0,2 1 0 0,-2 7 0 0,-1-2 0 0,5 2 0 0,3 4 625 0,0 0-293 16,0 3-147-1,0 0 28-15,1 1-78 0,9 1-52 0,-1-2 0 0,3-1-134 0,2-4 46 0,-1 0-1 16,4-3 55-16,0-5-334 0,0-2 161 0,1 0 82 16,0-3-297-16,0-8 189 0,1-4 15 0,-4 0 72 0,-1-6-234 0,0 0 129 15,-1-2 64-15,-2-1 106 16,1 0-10-16,-6 2-31 0,-2 5 0 0,-1 3 327 16,-1-1-164-16,-2 6-81 0,0 1-51 0,0 7 267 15,0 1-94-15,-6 0-85 0,0 14 318 0,3 3-180 16,0 4-80-16,2 1 34 0,1 2-67 0,0 0-33 15,0 1 0-15,1-1-268 0,7 2 128 0,0-6 48 16,3 1 30-16,0-3-482 0,1-2 246 0,2 1 138 16,-4-8 0-16,1-1-300 0,1-5 115 0,-4 0 117 15,2-3-363-15,-1 0 230 16</inkml:trace>
  <inkml:trace contextRef="#ctx0" brushRef="#br1" timeOffset="-184532.27">28561 2191 2629 0,'11'-7'0'0,"1"2"0"0,2 3 0 0,-4 2 0 0,6 0 0 0,-3 10 0 0,3 6 0 0,-3 6 0 0,2 6 0 0,-3 0 333 0,-5 5-147 0,0 4-73 0,-5 3 111 0,-2 3-93 0,0 4-36 0,-10-3-9 0,-4-4-117 32,-2-3 36-32,0-3-1 0,-4-6-427 0,1 0 240 0,-1-11 107 0,1-5 57 15,2-6-685-15,0-3 359 0,1-3 50 0</inkml:trace>
  <inkml:trace contextRef="#ctx0" brushRef="#br1" timeOffset="-184322.1">28941 2448 2212 0,'0'0'0'0,"0"-3"0"0,0 0 0 0,0-1 0 0,0 4 0 0,-1-3 0 0,1 2 0 0,0 0 895 0,0-1-419 0,0 2-224 0,0 0-156 0,0 0-96 0,1 0 0 0,5 3 0 15,-4 1-812-15,3 1 392 0,2 2 228 0,-2 1 115 16</inkml:trace>
  <inkml:trace contextRef="#ctx0" brushRef="#br1" timeOffset="-183015.36">29461 2256 785 0,'0'0'0'0,"0"0"0"0,0 0 0 0,0-4 0 0,0 2 0 0,0-2 0 0,0 2 0 0,-2 2 339 0,2 0-156 0,0 0-72 0,-2 0 262 0,0 6-168 16,1 6-73-16,-3 9 95 0,1 3-94 0,-1 4-48 15,-1 5 0-15,2 1 168 0,-4 5-99 16,5-1-62-16,2-3-27 0,0 2 43 0,0-3-35 0,0-2 0 16,2-1-25-16,8-10-87 0,0-4 39 15,3-6 0-15,2-7-186 0,3-4 112 16,1 0 65-16,3-9-342 0,-2-14 185 0,0-1 57 0,2-7 56 16,-2-1-179-16,1-6 93 0,-3 1 34 15,-3-1 33-15,0-1-160 16,-3 0 96-16,1 3 50 0,-2-3 14 0,-6 8 16 0,-2 5 18 0,-3 6 0 15,0 6 318-15,0 4-160 0,0 0-88 0,-7 8 459 16,2 2-256-16,-1 0-95 0,-2 10-74 0,0 7 183 16,3 3-86-16,0 3-68 15,-1 2-28-15,4 2 228 0,1 1-129 0,0 2-64 0,1 1-22 16,0-4-61 0,0-1-19-16,0-2 0 0,1-1 0 0,2 1 0 0,4 2-9 0,0-8-611 15,0-2 310-15,1 0 168 31,1-3 27-31,0-4-789 0,2 3 424 0,-1-9 225 0,-3 1 109 0</inkml:trace>
  <inkml:trace contextRef="#ctx0" brushRef="#br1" timeOffset="-182228.1">30023 2060 1482 0,'3'-9'0'0,"1"-5"0"0,0 8 0 0,-3 1 0 0,2 0 0 0,-2 3 0 0,-1 0 154 0,0 1-49 0,0-1-38 0,0 2 432 16,0 0-231-16,0 3-115 15,-5 7-58-15,-4 4 2 0,0 0-34 0,-4 3-1 16,1 0-396-16,0 3 185 0,-4 4 94 0,1 0 55 16,2 0-756-16,-1 0 394 0</inkml:trace>
  <inkml:trace contextRef="#ctx0" brushRef="#br1" timeOffset="-182009.03">30069 2276 1770 0,'-11'1'0'0,"2"2"0"0,-1 1 0 0,0 3 0 0,-1 3 0 0,-1 1 0 0,4 2 798 0,-1 4-380 0,3 4-190 0,0-1 62 0,2 3-116 0,4 1-73 31,0-2-32-31,0 3-323 0,1-1 145 0,7-2 74 0,1 3 45 0,1-8-294 0,4 0 161 0,-4-2 80 15,5-5-730-15,0-3 400 0,2 0 57 0,-1-7 149 0,-2 0-542 0</inkml:trace>
  <inkml:trace contextRef="#ctx0" brushRef="#br1" timeOffset="-181782.09">30203 2348 1714 0,'0'-5'0'0,"0"-2"0"0,0 2 0 0,0 3 0 0,2-3 0 0,-1 3 0 0,4 1 0 16,0 1 580-16,5 0-272 0,-1 0-134 0,1 1-60 0,2 8 119 15,-2 3-98-15,-1 2-49 0,2 1-24 0,-4 2 137 16,-1-2-85-16,-5 2-39 0,-1 3-77 16,0-3 0-16,0 2 39 0,-10 0-187 15,0-2 89-15,-5-4 49 0,-2-1 26 0,-1-2-375 16,-1-6 164-16,1 0 114 0,-2-4-16 0,3 0-474 16,4 0 269-16,2-1 132 0,-1-12-184 0,7 1 149 15,5-5 90-15,0 0 39 0,5-4-472 0</inkml:trace>
  <inkml:trace contextRef="#ctx0" brushRef="#br1" timeOffset="-181610.11">30382 2322 2446 0,'0'0'0'0,"-1"0"0"0,-1 0 0 0,-4 0 0 0,-1 0 0 0,2 2 0 0,-4 3 0 0,-1 2 0 0,0 2 459 0,1 3-211 16,0 1-105-16,3 1 300 0,-1 3-251 0,4 3-192 15,3 0 0-15,0-1 0 0,2 2 0 0,9-1 0 16,4-4-427-16,5 5 171 0,0-10 142 0,3-1 76 31,1-4-352-15,1-2 189-16,-2-2 115 0,0-2-846 0,-4 0 451 0,-3 0 222 0</inkml:trace>
  <inkml:trace contextRef="#ctx0" brushRef="#br1" timeOffset="-181446.39">30545 2247 1496 0,'3'0'0'0,"0"-1"0"0,3-1 0 0,-3 2 0 0,5 0 0 0,-2 0 0 0,1 0 0 0,5 12 767 0,-4 2-364 0,3 7-183 0,1 4 353 0,-3 2-273 0,-3 5-131 0,-2-1-166 0,-2 5-3 0,-2 1 0 15,0 4 0-15,-13-6 0 0,-6-2-10 0,-1-4-31 0,-5 0 39 16,-4-3-771-16,-7 3 415 0,-3-11 193 0</inkml:trace>
  <inkml:trace contextRef="#ctx0" brushRef="#br1" timeOffset="-180455.41">27055 2860 1011 0,'-9'-1'0'0,"1"-3"0"0,-1 3 0 0,3-3 0 0,-1 3 0 0,3-1 0 0,-1 1 161 15,2-1-62-15,-1 0 95 0,1 2-84 0,3 0-36 16,0 0 1-16,0 0 153 0,0 0-95 0,7-3-39 15,6 1-32-15,8-1 154 0,6-1-90 0,6-1-43 16,6-2-1-16,9-1 124 16,4 3-89-16,8-2-39 0,10-2 21 0,10 4-30 15,13-2-1-15,21-1-47 0,-6 3-10 0,8 1 26 32,6 1 1-17,0 1-100-15,-3 0 50 0,9 2 34 0,-31 0-9 0,-9 0-187 47,-5 0 105-47,-6 0 16 0,-11 0 37 0,5 0-261 0,-21-1 134 0,-6-1 30 0,-4-5-13 0,-8 2 38 16,-5-2 24-16,-6 3 60 0,-11-2-34 0,-8 6 0 0,-2-2 0 0,0 1 179 0,-4-5-90 0,-7 0-53 0,2 1 8 0,-2-4 147 0,-4 3-83 0,4 0-13 15,-1-2-31-15,0 4-475 0,5 0 219 16</inkml:trace>
  <inkml:trace contextRef="#ctx0" brushRef="#br1" timeOffset="-166594.4">30226 8433 1613 0,'-1'-7'0'0,"-1"1"0"15,-5-3 0-15,6 5 0 0,-1 0 0 0,1 3 0 0,1-4 0 0,0 4 0 0,-1 0 0 0,1 1 189 0,0 0-75 0,0 0-36 0,0 0 128 0,1-2-82 16,9-1-32-16,1 3 17 15,8 0-34 1,1-2-1 47,6 0-33-48,1 0 159-15,5 0-69 0,0-1-51 0,3 2 0 0,5 1 101 0,2 0-71 0,3 0-34 0,5 0 97 0,-4 0-71 0,-1 0-30 0,-1 0-61 0,0 0-11 0,-4 1 0 0,6 4 0 0,-10-3 0 0,1 0 0 0,0 0 0 0,2-2 0 0,0 3 0 0,5-1 0 0,-3-2 0 0,0 1 0 0,1 0 0 31,2 2 0-31,-1 0 0 0,10-1 0 0,-10 0 0 0,-2 2 0 0,2 2 0 0,-3-2 0 0,-1 2 0 16,6 0 0-16,-9 4 0 0,-2-4 0 0,1 2 0 16,-2 0 0-16,1 0 0 0,7-1 0 0,-6 2 0 15,1-3 0-15,-2 0 0 16,-1 0 0-16,3-2 0 0,4 3 0 0,-10-1 0 16,0-4 0-16,-2 3 0 0,-3-3 0 0,7 1 0 0,-9 1 0 0,1-2 0 15,2 1 0-15,0-1 0 0,2 1 0 0,3-2 0 16,-2 3 0-16,-2-2 0 0,4-2 0 0,-1 4 0 15,2-3 0-15,5 2 0 16,-11 0 0-16,5-2 0 0,-3 2 0 0,1 1 0 0,-2-3 0 16,7 3 0-16,-10-1 0 0,4 2 0 15,-3-3 0-15,0 1 0 0,4 1 0 0,1-3 0 16,-5 3 0-16,0-4 0 0,0 4 0 0,1-3 0 16,-3 1 0-16,2 1 0 0,-5-2 0 0,0-1 0 15,0 0 0-15,-3 1 0 0,3-1 0 0,3 0 0 16,-5 0 0-16,2 0 0 0,-1 0 0 0,4 0 0 31,0 0 0-31,4 0 0 0,-4 0 0 0,2 0 0 0,0 0 0 0,2 0 0 0,0 0 0 0,0 0 0 16,-7 0 0-16,-2 0 0 15,-4 3 0-15,-5-1 0 0,0-2 0 0,-4 0 0 16,-3 2 0-16,-2 0 0 0,0-2 0 0,0 0 0 16,0 1 0-1,0-1 0-15,-3 0 0 0,1 0 0 0,0 0 0 0,-1 0 0 0,1 0 0 0,1 0 0 16,-2 0 0-16,1 0 0 15,1 0 0-15,-1 0 0 0,2 0 0 0,-1 0 0 0,1 0 0 0,0 0 0 16,-2 0 0-16,1 0 0 0,0 0 0 16,-3 0-195-16,1 0-265 0,-3-1 210 15,0-1 105-15</inkml:trace>
  <inkml:trace contextRef="#ctx1" brushRef="#br0" timeOffset="121952.83">31426 14362 0,'0'0'0,"0"0"16,0 0-1</inkml:trace>
  <inkml:trace contextRef="#ctx0" brushRef="#br0" timeOffset="-156902.81">23003 8524 1034 0,'-5'-13'0'0,"-1"3"0"0,1-1 0 0,2 1 0 0,-1-2 0 0,0-5 361 15,1 2-166-15,1 0-79 16,0 1-40-16,1-3 54 0,0 5-47 16,-1-5 10-16,0 5-55 0,0 1-24 0,-1 3 24 0,1 0-1 0,-1 4-1 0,-2-1 11 15,2 3-9-15,-2 2 37 0,1 0-37 0,-4 9-1 16,2 8 1-16,-3 4 133 16,5 5-72-16,-3 4-30 0,4 1 0 0,0 9 212 15,0 0-121-15,1 7-52 0,2 1-40 0,0-3 175 16,0 1-104-16,0 4-139 0,6 0 0 0,1 10 0 15,0-10 0-15,-1 2 0 0,1-1 0 0,-2 0 0 16,-2-3 0-16,2 3 0 0,-3-14-62 0,-2-1 46 16,0-2 26-16,-10-3-287 0,-2-4 141 0,-6 2 16 15,-1-12 55-15,-6-6-192 0,2-5 110 0,-4-4 55 16,-2-2-302-16,-1 0 169 0,2-5 98 0,3-14-198 16,-2-7 144-16,2-6 72 0,2-5 36 15,0-10-529 1</inkml:trace>
  <inkml:trace contextRef="#ctx0" brushRef="#br0" timeOffset="-156777.72">22584 8940 1506 0,'0'-4'0'15,"-2"0"0"-15,2 0 0 0,0-1 0 0,0 0 0 0,0-1 0 0,3 0 778 0,10 1-371 0,7-1-185 0,4 0-92 0,8-2 455 32,4 1-282-32,2 2-303 0,5 0 0 0,-1 2 0 0,0 2 0 0,0 1 0 0,0 0-837 15,-7 0 418-15,-6 9 228 0,-1 2-396 0</inkml:trace>
  <inkml:trace contextRef="#ctx0" brushRef="#br0" timeOffset="-156606.73">23167 9069 3612 0,'-5'3'0'0,"4"-2"0"0,-1 1 0 0,0-1 0 0,0 3 0 0,2-2 0 0,-1 2 0 0,1 3 0 0,0-1 0 0,0 4 0 0,0 2 0 0,0 2 319 16,0 3-319-16,1 0 0 0,1 5 0 0,0 1 0 15,-1-2 0-15,1 1-745 0,1-1 381 0,0-4 201 16,-1 1 110-16,-1-4-408 0,1-5 110 0,-2-5 166 16</inkml:trace>
  <inkml:trace contextRef="#ctx0" brushRef="#br0" timeOffset="-156445">23324 8261 3670 0,'0'-14'0'0,"-2"3"0"0,1 4 0 0,-1 1 0 0,2 2 0 0,0 4 0 0,0 4 0 0,0 12 0 0,0 6 261 0,0 10-261 15,-4 5 0-15,3 6-215 0,0 2-48 0,-1 5 149 0,2-2 76 0</inkml:trace>
  <inkml:trace contextRef="#ctx0" brushRef="#br0" timeOffset="-156003.39">23793 8603 1933 0,'0'-12'0'0,"-1"0"0"0,1 5 0 0,0 3 0 0,-1 1 0 0,1 0 0 0,0 2 0 0,-1 1 322 0,-3 0-147 0,-1 1-70 0,-3 14 103 15,-2 4-86-15,-5 5-43 0,-3 7 10 16,0 3-134-16,-4 2 41 0,2 4 0 16,-5 4 41-16,0-2-292 0,-3 6 154 0,3-4 65 15,1-2-193-15,-1-4 133 0,2-4 66 16,0-1-667-16,7-13 334 0,6-9 164 15,3-9 81-15</inkml:trace>
  <inkml:trace contextRef="#ctx0" brushRef="#br0" timeOffset="-155852.62">23622 8901 990 0,'9'-8'0'0,"1"4"0"0,2 0 0 0,-4 0 0 0,1 4 0 0,-3 0 0 0,0 10 658 16,-1 2-310-16,0 6-147 0,-3 5-86 0,0-1 401 15,-1 5-239-15,-1-3-120 0,0 2-217 0,1 4 57 16,-1-4 16-16,0-4-263 0,0 1-189 0,0-3 238 31,2-4 118-31,0 1-308 0,0-8 210 0,1-9 96 16,2 0 59-16</inkml:trace>
  <inkml:trace contextRef="#ctx0" brushRef="#br0" timeOffset="-155569.45">23885 8699 701 0,'11'-18'0'0,"3"3"0"0,1 3 0 0,2 0 0 0,4 1 0 0,-4 4 0 0,1 3 452 0,-2 2-208 15,1 2-104-15,-4 0 17 0,4 0-51 0,-8 9-40 0,-2 3 1 16,-5 3-64-16,-1 2 1 0,-1 2 42 0,0 1 29 16,-2-1-38-16,-6-1 0 0,-1 3 0 0,-3-4 155 31,2 3-68-31,2-5-48 0,0-3 0 0,2 0 124 0,3 1-82 0,2-5-41 0,1 6-31 0,0-7-10 16,0 2 1-16,3-1 0 0,5-1-78 15,5 1 39-15,0 2 9 0,1-2-165 16,0 2 97-16,-2 0 49 0,-2 2 24 0,-1 1-127 15,-1 3 35-15,-6-3 43 16,-1 4-28-16,-1-2-59 0,0-1 26 0,-8 2 35 0,-4-2-132 16,2-3 83-16,-5-2 38 0,1-1 0 15,-3-7-306-15,4 1 172 0,-4-2 76 0,3 0-323 16,1-11 209-16,1-9 104 0</inkml:trace>
  <inkml:trace contextRef="#ctx0" brushRef="#br0" timeOffset="-155433.92">23946 8750 1587 0,'0'-7'0'0,"0"0"0"0,0 0 0 16,0 4 0-16,0 1 0 0,0 2 0 0,0 2 0 0,-1 12 282 0,-5 7-123 0,-1 6-61 0,-1 6 184 0,-2 7-113 0,0-3-71 16,-1 4-30-16,1-1-75 15,-3 0 43-15,3 4 10 0,0-8-9 0,1-3-331 16,2-5 166-16,3-4-566 0,3-5 363 0,1-4 187 0,0-13 6 16</inkml:trace>
  <inkml:trace contextRef="#ctx0" brushRef="#br0" timeOffset="-155048.89">24405 8504 1378 0,'2'-4'0'16,"0"1"0"-16,2 0 0 0,-2 1 0 0,-2 2 0 0,0 0 0 0,-8 8 380 16,-2 6-172-16,-3 3-76 0,-1 0 132 0,1 1-113 0,0 2-57 0,1-3-122 15,3 2 32-15,-2-1 10 16,8-1 23 31,-1-2-234-47,4-2 117 0,0-2 58 31,4 0 29-31,8-2-132 16,5-4 76-16,2 0 41 0,3-2-40 0,-2 2 12 0,-1-1-23 0,1 4-5 0,-7-4 69 0,-1 7 0 0,-3-2-51 0,-4 6 140 0,-3-3-52 0,-2 7-34 0,0-2 7 0,-8 4 6 0,-7-1-6 0,-3-3-15 0,-2 2 35 0,-2 1-319 15,2-6 139-15,-2-4 69 0,3 0 28 0,0-3-432 0,-3-2 213 0,7-5 119 0,0 0-93 0,2-5 102 16,2-10 51-16,0-2-46 0,-1-2 63 0,7 0 45 15,-1 3 26-15,3 0 92 0,1 1-82 0,1 5-24 16,-4-1-9-16,5 6 620 0,0 3-317 0,0-3-125 16,0 4-90-16,6-1 564 0,3 2-288 0,1 0-156 15,2 0-15-15,1 2-67 16,1 4-33-16,0 0-217 0,3 2 101 0,-3 2 37 16,0 0 0-16,-1-1-694 15,-1 1 370-15</inkml:trace>
  <inkml:trace contextRef="#ctx0" brushRef="#br0" timeOffset="-154893.81">24229 8921 1387 0,'-13'0'0'0,"-2"0"0"0,7 0 0 0,2 0 0 0,1 0 0 0,4 0 0 0,1 0 585 0,0 2-265 0,0 3-146 0,4-1-231 0,8 3 47 15,3 0 23-15,-1 1-289 0,3 1 165 0,-3-3 70 16</inkml:trace>
  <inkml:trace contextRef="#ctx0" brushRef="#br0" timeOffset="-154744.29">24471 8837 847 0,'3'-9'0'0,"2"4"0"0,1-2 0 0,6 0 0 0,1 0 0 0,5-1 728 15,2 2-351-15,4 0-170 0,2 2 144 16,4-2-157-16,0 2-80 0,5 1-467 0,-5 2 190 0,-1 1 99 15,-2 0 50-15,-2 0-327 0,-5 1 189 0,-1 6 102 16,-8 0 39-16</inkml:trace>
  <inkml:trace contextRef="#ctx0" brushRef="#br0" timeOffset="-154577.16">24703 8633 1904 0,'-6'0'0'0,"2"0"0"0,0 0 0 0,1 3 0 0,-2 1 0 0,1 3 0 0,1 3 0 0,-1 5 0 0,-1 3 336 0,-2 6-150 16,0 6-44-16,0 0-57 0,-6 5-24 31,1 1-1-31,2 4-431 0,-7-2 212 0,3-5 94 0,-2-3 50 0,4-6-282 0,-2-3 166 0,5-7 84 16,1-3 50-16</inkml:trace>
  <inkml:trace contextRef="#ctx0" brushRef="#br0" timeOffset="-154457.48">24604 8903 1042 0,'7'0'0'16,"-2"-2"0"-16,1 2 0 0,2 0 0 0,0 0 0 0,1 0 0 0,1 2 0 0,3 4 600 16,-2 0-282-16,1 2-141 0,2 1-13 0,-1-1-64 0,4 3-24 0,-4-2-583 15,0 0 271-15,0 0 135 0,0-6 69 0</inkml:trace>
  <inkml:trace contextRef="#ctx0" brushRef="#br0" timeOffset="-154310.89">24879 8598 1402 0,'-5'-9'0'0,"4"3"0"0,-1 0 0 0,0 3 0 0,0-2 0 0,2 5 289 15,0 0-127-15,0 0-63 0,0 3 326 0,2 9-195 0,0 3-87 0,0 4-533 16,-2 2 213-16,0 1 106 0,0 5 54 16</inkml:trace>
  <inkml:trace contextRef="#ctx0" brushRef="#br0" timeOffset="-154143.03">24386 9099 2371 0,'-10'0'0'0,"-1"0"0"0,3 0 0 0,5 0 0 0,-1 0 0 0,4 0 0 0,0 0 0 0,0 7 289 0,1 1-130 0,7 1-78 15,1 2 0-15,3-1-45 0,2 2 0 0,-3-1-674 16,0-1 329-16,0-1 167 0,2-1 84 0</inkml:trace>
  <inkml:trace contextRef="#ctx0" brushRef="#br0" timeOffset="-154010.42">24582 9135 1284 0,'0'0'0'0,"0"0"0"0,0 0 0 0,0 0 0 0,0 0 0 0,0 0 0 16,0 0 0-16,0 0 477 0,0 0-220 0,2 0-111 0,0 0-271 0,1 4 90 0,3 1 31 0,1 0-273 0,0 2 157 0,2-3 78 15</inkml:trace>
  <inkml:trace contextRef="#ctx0" brushRef="#br0" timeOffset="-153870.11">24783 9177 1080 0,'-2'0'0'0,"0"0"0"0,1 2 0 0,-1-2 0 0,1 1 0 0,-2 1 0 0,1 0 597 0,2 0-281 0,0 1-140 15,0-1-70-15,0 1-34 0,0 3 8 0,0 0-44 16,0-1 243-16,5-1-343 0,1 3 50 0,1 1 25 15,3-5-719-15,-1 2 368 0,2-2 188 0</inkml:trace>
  <inkml:trace contextRef="#ctx0" brushRef="#br0" timeOffset="-153732.22">25142 8860 0 0,'0'-3'0'16,"0"-4"0"-16,0 2 0 0,0 3 0 0,0-2 0 0,0 2 0 0,0-3 0 0,0 2 0 0</inkml:trace>
  <inkml:trace contextRef="#ctx0" brushRef="#br0" timeOffset="-153136.66">24986 9203 1757 0,'0'0'0'0,"0"0"0"0,2 0 0 0,-2 0 0 0,0 0 0 0,0 0 0 0,0 0 436 0,0 0-200 0,2 0-91 15,-2 0-59-15,1 0-122 0,1 0 36 0,-1 0 0 16,4 0-518-16,-3 0 286 0,1 0 130 0,1 0 68 15</inkml:trace>
  <inkml:trace contextRef="#ctx0" brushRef="#br0" timeOffset="-152940.61">25262 8589 2834 0,'-3'0'0'0,"-3"-3"0"0,3 1 0 0,1 2 0 0,0 0 0 0,2 0 0 0,0 0 0 0,0 10 436 16,0 2-204-16,0 2-124 0,0 3-36 0,2 1 1 16,3 0-37-16,3 4-248 0,-2-4 119 0,1 0 65 15,0 0 32-15,-1-2-836 0,1-1 424 0,-3-1 217 16,2-6 102-16</inkml:trace>
  <inkml:trace contextRef="#ctx0" brushRef="#br0" timeOffset="-152665.54">25256 8443 1772 0,'-7'-16'0'0,"3"6"0"0,2 0 0 0,2 0 0 0,0 3 0 0,0 2 0 0,7 2 0 0,10-1 0 0,3 4 362 0,5-4-163 0,1 3-73 0,1 1 11 16,2 0-50-16,2 0-26 0,2 0 0 16,-1 0 17-16,-1 0-33 0,-3 6-9 15,-4 1 0-15,-4 2 93 0,-4 3-47 0,-1-1-23 16,0 3 186-16,-10 3-109 0,-2 2-50 0,-1 3-25 15,-2 2 72-15,0 2-133 0,0 3 0 0,0-2 0 16,0-1 0-16,-2 2 0 16,0 0 0-16,1 1 0 0,1 2 0 0,0-8 0 15,0 1 0-15,0 0-361 32,0-5-16-17,0-3 190-15,0 1-782 0,0-7 471 0</inkml:trace>
  <inkml:trace contextRef="#ctx0" brushRef="#br0" timeOffset="-152530.78">25386 8613 1853 0,'-15'0'0'0,"-5"-3"0"0,9 1 0 0,2 1 0 0,3 1 0 0,4 0 0 0,1 0 0 0,1 0 500 16,0 0-236-16,9 0-114 0,5 0-57 0,5 6-2 16,1-4-28-16,2 3 10 15,1-1-498-15,-4 0 230 0,-1 4 115 0,1-4 59 0,-7 3-809 0</inkml:trace>
  <inkml:trace contextRef="#ctx0" brushRef="#br0" timeOffset="-152373.53">25340 8765 1728 0,'-12'-1'0'0,"2"-2"0"0,6 3 0 0,-2-3 0 0,4 2 0 0,2 1 0 0,0 0 0 0,0 0 517 0,9-1-245 0,7 1-119 15,3-2-58-15,1 1-24 0,2-2 1 0,1 2-28 16,-1-1-249-16,-2 2 120 0,-3-1 60 0,0 1 31 15,-1 0-669-15,-2 0 359 16,-3 0 165-16</inkml:trace>
  <inkml:trace contextRef="#ctx0" brushRef="#br0" timeOffset="-152025.39">25264 8909 1590 0,'-16'6'0'0,"0"-1"0"0,7 2 0 0,-1-2 0 0,7-1 0 0,3-1 0 0,0 2 0 0,15-5 0 0,3 0 462 15,6 0-204-15,4 0-115 0,2 0-44 0,1 0-32 16,2 0 1-16,-2 0-117 0,4-5 52 16,-9 5-9-1,0-4 42-15,-4 1-344 0,-2 3 172 0,-4-2 86 0,2 0 52 0,-10 2-326 16,-4 0 169-16,-3 0 5 0,-1 0 67 0,0 0-2 16,-5 7 15-16,-9 2 9 0,0-2 200 0,0 2-88 15,-2-1-43-15,1 2-1 0,1-1 86 0,3-3-60 16,3 3-35-16,-3-3 300 15,5 3-148-15,0-2-26 0,2 0-48 0,1-2 89 16,2 2-64-16,-2-1-33 0,3 1 0 0,0-3 15 0,0 3-15 16,0-2-9-16,0-2 40 0,0 2-32 0,0-2 0 0,0 0 6 31,3 2 9-31,-2-2-46 0,4 0 0 0,-1-1-42 16,1 0 0-16,2-1 42 0,-2 1 8 0,4-2-390 0,-3 0 187 0,-1 0 76 15,3 0 52-15,-1 0-750 0,-3 0 363 0,1 0 196 16,-1 0-410-16</inkml:trace>
  <inkml:trace contextRef="#ctx0" brushRef="#br0" timeOffset="-151876.71">25347 9007 2086 0,'-10'1'0'0,"-2"3"0"0,1 1 0 0,-3 2 0 0,3 1 0 0,1 3 0 0,-1 2 0 0,1 3 0 0,0 2 206 0,-6 3-75 0,6 2-53 0,-2 0 1 16,-1 0-44-16,0 0 1 0,-1 1 39 0,1-2-504 15,3-3 228-15,4-6 119 0,0-1-767 16</inkml:trace>
  <inkml:trace contextRef="#ctx0" brushRef="#br0" timeOffset="-151718.79">25266 9172 2738 0,'2'0'0'0,"2"0"0"0,2 0 0 0,0 0 0 0,-1 0 0 0,6 0 0 0,1 2 0 0,4 4 0 0,7 5 471 0,4 6-217 16,4 2-109-16,2 5 25 0,5 0-67 0,7 8-53 15,-4 0-50-15,2-3-152 0,0 2 45 0,3-2 72 16,-2-4 35-16,6 3-1035 31</inkml:trace>
  <inkml:trace contextRef="#ctx0" brushRef="#br0" timeOffset="-151089.45">26311 8821 1114 0,'-4'0'0'0,"-1"0"0"0,3 0 0 0,-3 2 0 0,2 12 0 0,-3 6 0 0,3 8 0 0,-2 5 425 0,-1 9-194 0,2 5-88 15,2-1-57-15,2 0 48 0,0-2-49 0,0-7-24 16,10-3-44-16,0-4 29 0,4-11-10 0,1-8-36 31,3-4-1-31,0-7 38 0,2 0 0 0,1-2-85 0,-1-14 38 0,-1-8 24 0,-2-1-1 0,2-3-134 16,-6-6 72-1,5-3 4-15,-5 4 26 0,-1-4-92 0,-3 0 53 0,-1 3 11 16,1-1 66-16,-2-1-13 0,-4 12-20 0,-2 2 111 16,-1 8-54-16,0 4-25 0,0 6-1 0,-1 1 363 15,-5 3-183-15,2 2-69 0,-2 13-50 0,2 4 86 16,-2 5-54-16,5-1-42 0,1 4 1 0,0 0-127 15,0 3 48-15,0-1 23 0,0 2-429 0,2-2 222 16,4-2 115-16,-1-1-330 0,2 1 206 16,0 0 49-16,1-1 66 0,-3-8-594 15</inkml:trace>
  <inkml:trace contextRef="#ctx0" brushRef="#br0" timeOffset="-150927.46">26719 9139 297 0,'3'0'0'0,"-1"0"0"0,-1 0 0 0,0 0 0 0,2 0 0 0,-2 0 701 0,2 0-323 16,-1 0-176-16,-2 8-82 0,0 2 405 16,0 5-244-1,0 2-122-15,-5 2-54 0,0 0-39 0,-2 5 0 0,-1-1-486 0,3 0 228 0,-1-1 115 16,-4-1 66-16,6-4-309 0,-1-3 178 0,2-3 89 16,0-1 46-16,0-10-736 0</inkml:trace>
  <inkml:trace contextRef="#ctx0" brushRef="#br0" timeOffset="-150704.16">26828 8978 658 0,'10'-15'0'0,"-2"4"0"0,4 3 0 0,-4 3 0 0,0 5 0 0,-1 0 0 0,1 5 521 0,0 12-242 0,0 3-112 16,1 6 253-16,-6 2-191 0,5 2-97 0,-3 4 22 16,-2-5-59-16,0 7-20 0,1-9-10 15,1 0-74-15,-2-4 22 0,2-3 1 0,-3-3 23 0,1-2-18 16,1-6 17-16,-1-7 1 15,1-2 0-15,2 0-13 0,3-14 13 0,0-8 9 16,4-2 40-16,-2-6-24 0,5-5-2 0,0-4-208 16,3-2 84-16,4-7 52 0,-2 2 16 0,4 2-686 15,-2-2 324-15,2 5 170 16,-2 6 61-16</inkml:trace>
  <inkml:trace contextRef="#ctx0" brushRef="#br0" timeOffset="-150246.14">27530 8758 1170 0,'-9'-9'0'0,"1"3"0"0,4 1 0 0,1-2 0 0,3 5 0 0,0-1 0 0,0-1 125 0,9 2-43 0,6-2 168 16,2-1-98-16,3 1-62 0,0 2-26 0,1 0 100 15,1 1-64-15,0 1-31 0,0 0 9 0,-4 0 72 16,-3 0-56-16,0 8-29 0,-1 2 1 0,-5 2 98 16,1 3-54-16,-6 3-42 15,-1 2 25-15,-2 1-28 0,-1 1 0 0,0 4-118 0,0-3 40 0,0 1 25 31,-4 0 0-31,0-3-489 0,0 1 253 0,-2 2 103 0,1-8 68 0,-2 1-735 0,-1-3 375 16</inkml:trace>
  <inkml:trace contextRef="#ctx0" brushRef="#br0" timeOffset="-149961.7">27509 8949 1912 0,'-8'-9'0'0,"3"8"0"0,1-3 0 0,3 1 0 0,1 1 0 0,0 0 0 0,1-1 0 0,11-1 194 0,4 3-78 31,0-1-40-31,1-1-13 16,2 1-1-16,4 1-15 0,-6-1-11 0,1 2-413 0,0 0 206 0,-3 0 104 0,-1 0-535 0,1 5 304 0,-9 5 152 0,-1 1 76 0,-4 4-336 0,-1 0 203 16,0 0 102-16,-1 2 36 0,-9 0 65 0,0-1 0 15,-1-2 0-15,-1-1 0 0,-1-2 0 0,2 3 0 0,-1-6 0 0,4-2 248 16,-1-2-161-16,3-1-61 0,1-1 182 0,1-2 130 15,4 0-163-15,0 0-5 16,0-4-133-16,0-5 0 0,3-1 10 0,5 0-341 16,0-3 166-16,1 2 82 0,-2-2 42 0,0 1-156 15,2-2 79-15,-5 1 51 0</inkml:trace>
  <inkml:trace contextRef="#ctx0" brushRef="#br0" timeOffset="-149396.52">27601 8778 626 0,'-9'0'0'0,"2"0"0"0,-2 1 0 0,1 5 0 0,0 6 0 0,1 6 0 0,3 6 434 0,-3 5-198 0,1 6-100 16,-2 8 306-16,1-2-207 16,-3 3-99-16,5-3 48 0,-1 1-74 0,0-7-37 0,1 2 10 15,2-9-115-15,3-10 35 0,0-6 0 16,0 0 34-16,0-9-189 0,5 1 104 0,5-4 37 16,4-6 25-16,4-10-68 0,5-3 45 0,-3 3 1 15,5-4-156-15,-3 6 82 31,0 0-3-31,-1 1 35 0,3 3 23 0,-4 3 2 0,5 2-29 0,-9 3 96 0,-2 2-34 0,-2 0 0 0,-2 2-25 16,-1 9 78-16,-4 2-35 0,-3 4 4 16,-2-1-19-16,0 1-31 0,0 1 31 0,-5-1-14 0,-1-5-166 15,-2-2 81-15,2-1 38 0,0-4-247 16,2 0 126-16,-2-4 61 47,3-1 29-47,1-1-164 0,2-9 104 0,0-9 52 0,0-3 26 0,2-6-77 0,2 1 56 0,7-6 23 0,-3 0 1 0,6 0 48 0,-2 0-25 0,5-4-9 15,-3 8 356-15,4 0-173 0,-1 4-88 0,5 1-42 16,2 4 677-16,4-1-335 0,-1 9-107 0,6 3 224 16,1 6-215-16,2 0-107 0,1 3-53 0,7 0 74 15,-8 5-68-15,-2 6-30 0,-2 4 0 0,0 2-139 16,-5-2 54-16,3 5 37 0,-11-3-101 0,-5 0 59 16,-6 0 31-16,-4 0-1 0,-2 1-240 0,-2-2 99 15,-2-2 76-15,-11-1-167 0,-7-3 71 0,-2 1 67 16,-3-4-16-16,1-1 35 0,-1-3 31 0,3-3 0 15,1 0 0-15,1-4 59 0,4-6-29 16,0-2-9-16,7 1 83 0,0 0-52 16,3 1-26-16,2 1 467 0,1 1-227 0,-2 3-80 15,5-1-69-15,0 4 301 0,0 2-172 0,0 8-86 16,0 12-43-16,0 11 118 0,0 13-198 0,0 13 0 16,0 14 0-16,-9 11 0 15,-2 15 0-15,0-6 0 0,-3 5-682 0,3-2 283 0,-2 0 217 0,2 1 47 16,-2 9-499-16</inkml:trace>
  <inkml:trace contextRef="#ctx0" brushRef="#br0" timeOffset="-148971.31">28780 8960 1696 0,'-2'-16'0'0,"0"4"0"0,2 3 0 0,0 1 0 0,11-3 0 0,6 8 269 0,3 0-116 15,2 3-58-15,3 0 94 0,-1 0-76 0,5 8-28 16,-6 7-10-16,-5 4 16 0,-2 5-27 0,-7 5 0 16,-3 0-27-16,-5 5-52 0,-1 0 22 0,-9-1-1 31,-8 0-35-31,-3-3 33 0,-4 2 0 0,-7 1 43 0,1-9-144 0,-3-4 66 15,-2-2-4-15,3-7-284 0,0-1 160 0,-4-5 55 0,12-5 25 0,4-5-151 16,6-14 83-16,11-7 55 0,3-9 27 0,7-8-363 16,15-4 199-16</inkml:trace>
  <inkml:trace contextRef="#ctx0" brushRef="#br0" timeOffset="-148814.27">29041 8799 2748 0,'0'-2'0'0,"0"2"0"0,0 0 0 0,0 0 0 0,0 0 0 0,-2 2 0 0,-10 14 0 0,1 2 0 0,-5 9 0 0,1 2 501 0,-3 5-232 0,3 7-106 0,4-1 87 0,7-1-250 0,4 1 0 0,0-4 0 0,1 3 0 16,15-11 0-16,7-4 0 0,2-7 0 15,2-3-202-15,4-4 80 0,0-2 89 0,-3-8 30 16,-4 0 0-16,1 0 40 0,-4-3-1450 0</inkml:trace>
  <inkml:trace contextRef="#ctx0" brushRef="#br0" timeOffset="-148628.5">29189 8944 1156 0,'-7'0'0'0,"2"0"0"0,1 0 0 0,3 0 0 0,-3 0 779 0,4 0-362 0,0 2-195 16,0 6-92-16,0 6 472 0,4-1-282 0,3 4-142 16,4 4-60-16,-2-4-109 0,1 3-9 0,0-1 0 15,0 0-459-15,-1 1 203 0,2-3 156 0,-4-3-824 16,1-2 465-1,-2-2 235-15</inkml:trace>
  <inkml:trace contextRef="#ctx0" brushRef="#br0" timeOffset="-148453.9">29367 8797 1222 0,'0'-12'0'0,"0"1"0"0,0 5 0 0,0 3 0 0,0 2 0 0,0 1 866 0,0 0-415 0,1 14-198 0,-1 10-112 0,0 13 622 16,0 10-528-16,-8 7-235 15,-3 10 0-15,-5 7 0 0,0-2 0 0,-4 7 0 0,-3 2 0 0,0 5 0 16,-3-1 0 0,-6 7 0-16,6-19 0 0,-2-5-38 0,5-7 16 0,1-9-943 15,6-8 484-15,0-7 124 0,10-22 164 0</inkml:trace>
  <inkml:trace contextRef="#ctx0" brushRef="#br0" timeOffset="-148262.84">29545 9275 2494 0,'0'0'0'0,"0"0"0"0,0 0 0 0,0 0 0 0,0 0 0 0,0 0 0 0,0 4 0 0,0 6 0 0,0 3 551 0,-3 4-257 0,-4 3-129 15,-2 4-475-15,-1-1 169 0,0 2 88 0,3 1 45 16,-5-2-381-16,5 0 213 0,-2-3 115 0,3-8-1070 15</inkml:trace>
  <inkml:trace contextRef="#ctx0" brushRef="#br0" timeOffset="-147958.7">29942 8754 1876 0,'0'-10'0'16,"0"2"0"-16,0 1 0 0,0 4 0 0,0-2 0 0,1 4 0 0,10 1 0 0,0 0 592 0,8 4-278 0,-2 4-140 0,7 4 69 0,-3 2-109 0,4 2-48 0,-5 4-202 15,-1 1 76-15,-3 2 38 0,-1 3 9 0,-7-4-244 16,-5 4 137-16,-3-2 68 0,0 1 33 0,-16-2-130 0,-6 3 76 0,-4-4 38 15,-5-3-95 1,-3-5-268-16,0-4 160 0,2 0 82 0,6-9-193 0,4-1 146 0,9 0 74 16,4-13-269-16,9-9 171 0,0-4 77 15,11-6 51-15,14-4-162 0,2-1 121 0</inkml:trace>
  <inkml:trace contextRef="#ctx0" brushRef="#br0" timeOffset="-147781.77">30179 8732 1576 0,'7'-6'0'0,"1"-1"0"0,-6 1 0 0,-1 4 0 0,-1 1 0 0,0 1 0 0,-3 1 299 0,-12 12-123 0,-3 3-74 0,1 5 558 15,-1-2-312-15,2 3-156 0,2 2-78 0,2 0 184 16,7-3-135-16,3-1-160 0,2 1-3 16,0-1 0-16,11 0 0 0,9 2 0 15,9-6 0-15,6-4 0 16,4-4 0-16,1-1-217 0,0-5-71 0,2 3 171 31,-9-5 72-15,-7 0-1028-16,-3 0 511 0,-13 0 264 0,-8 0 130 0</inkml:trace>
  <inkml:trace contextRef="#ctx0" brushRef="#br0" timeOffset="-147599.08">29822 9182 1495 0,'-12'0'0'0,"3"0"0"0,1 0 0 0,5 0 0 0,2 2 0 0,1 0 0 0,9 3 38 0,15-2 0 0,4 3-38 0,9-3 0 0,2 0 819 0,0-3-397 0,5 2-193 0,-3-2 71 0,2 0-133 0,0 2-74 63,2-2-15-63,-10 1-805 0,0 2 381 0,-8-2 191 0,-5 5 96 0,-11 0-1018 0</inkml:trace>
  <inkml:trace contextRef="#ctx0" brushRef="#br0" timeOffset="-147460.27">29962 9346 2319 0,'-12'0'0'0,"0"0"0"0,5 0 0 0,2 0 0 0,3 2 0 0,2 3 0 0,0 2 0 0,0 1 391 0,4 2-181 0,8 0-88 0,2 4 266 15,1-1-177-15,2 1-87 0,0 3-35 0,1-2-506 16,1 0 227-16,-2 0 112 16,-2-2 58-16,-2-2-825 0,4 4 449 0,-5-6 211 15,0-1-377-15</inkml:trace>
  <inkml:trace contextRef="#ctx0" brushRef="#br0" timeOffset="-147314.12">30249 9332 2396 0,'0'-11'0'16,"0"2"0"-16,0 2 0 0,0 2 0 0,0 3 0 0,0 2 0 0,-4 0 0 0,-3 14 357 0,-3 13-160 0,-6 12-81 0,-4 11 614 16,-3 7-595-16,-9 11-135 0,5-2 0 0,-5 8 0 15,-1 2 0 1,-1 7 0-16,-4 5-352 0,-1 12-59 0,4-18 219 0,1-2 115 0</inkml:trace>
  <inkml:trace contextRef="#ctx0" brushRef="#br0" timeOffset="-146744.14">30837 8963 1201 0,'3'-19'0'0,"1"7"0"0,-1 7 0 0,-1 3 0 0,1 0 0 0,0 2 0 0,-3 0 82 0,0 12-1 0,-9 3-44 0,-5 3-30 0,-5 4 40 0,-3-2-10 0,2 2 1 0,-4 2-46 15,-1-2 0-15,-2 1 46 0,-3 2-92 0,2-7 38 0,3 0 0 0,2-3 47 16,2-3-50-16,-2-1 5 16,11-5 8-16,3-4 151 0,5-2-63 0,3 0-31 15,1 0-22-15,0 3 122 0,5 1-63 0,8 2-29 16,-2 5-1-16,0-1 67 16,1 7-43-16,-4 3 9 0,1 1-37 0,-4 1-17 0,-2 4 1 0,-1 1-1 15,0-3-179-15,-2 5 99 0,0-7 35 16,0-1 1-1,0-3-360-15,0-3 190 0,0-4 66 0,0 1-450 0,0-7 261 0,0-5 132 0,0 0 64 16,0 0-213-16</inkml:trace>
  <inkml:trace contextRef="#ctx0" brushRef="#br0" timeOffset="-146534.03">30579 9215 1406 0,'-1'-17'0'0,"-1"5"0"0,2 5 0 0,0 0 0 0,0 1 0 0,2 2 0 0,9 0 0 0,1 3 0 0,3 1 148 0,2 0-55 0,2 3-28 15,-2 6 209-15,5 2-108 0,-2 3-69 0,-1 3 85 16,0 2-72-16,-4 0-37 0,1 3 1 16,1 2-58-16,-7 0 22 0,0 0 0 47,-2-2-1-47,-1 5-184 0,0-5 92 0,0 4 55 15,-4-3-370-15,0-4 174 0,0 2 107 0,-2-4 8 0,-1 2-217 0,0-6 90 0,0-4 85 0,-1-2-301 0,-7-4 194 0,1 0 96 0,-5-2 39 0,1-1-107 0</inkml:trace>
  <inkml:trace contextRef="#ctx0" brushRef="#br0" timeOffset="-146086.54">30691 9468 731 0,'-14'-15'0'0,"3"2"0"0,1 1 0 15,-1 3 0-15,3 1 0 0,4 6 0 0,1 0 0 0,2 0 368 0,1 2-166 0,0 0-72 0,0 2 148 0,0 6-120 0,0 5-60 16,0-1-31-16,0 0 49 0,0 0-30 0,1 2-9 16,2-3-267-16,0 1 114 0,1-2 57 0,3-2 28 15,0 0-291-15,-1-3 155 0,5-2 82 16,1-3-155-16,0 0 104 15,5-5-18-15,3-7 45 0,2-7-151 0,5-4 91 0,0-7 46 0,5-5-1 16,1-8 24 0,8-9 13-16,-1-1 9 78,-1-10 100-78,0-2-51 0,0-1-23 0,-6 5-1 0,0-1 255 0,-14 19-119 0,-4 14-76 0,-10 8 217 0,-3 11-133 0,-2 7-28 0,0 3-43 0,-2 0 342 0,-5 7-182 0,-1 8-91 0,-2 4-46 0,-1 6 204 31,4 4-130-31,0 0-59 0,1 4 259 0,1 2-160 0,3 1-79 0,1 7-31 0,1-7 64 0,0 3-57 0,0-4-28 0,1 1-67 0,6 0 1 0,5 5 27 31,-4-10-27-31,3 0-236 0,2-4 108 0,-3-3 82 0,-1 0 43 0,-3-1-429 0,-2-8 160 0,-2-4 131 32,-2-2-282-32,0-3 193 0,-10-2 97 0,-4 1 37 0,-3-5 35 0,0 0-1 0,-3-2 25 0,0-5-88 15,1-5 44-15,-3 0-9 0,4-1 52 0,2-4 139 16,1 0-70-16,4 3-34 0,1-3 0 0,0 0 254 0,6 5-110 0,2 0-84 15,2 0 297-15,0 0-166 16,0 1-38-16,2-1-47 0,9 3-321 0,2 0 128 16,4 3 64-16,1-3-612 0,5 2 314 0,2-3 162 15,6 1 55-15</inkml:trace>
  <inkml:trace contextRef="#ctx0" brushRef="#br0" timeOffset="-145566.92">31545 8969 867 0,'6'-17'0'0,"2"4"0"0,4 2 0 0,1-2 0 0,1 4 94 0,1 4-39 0,1 2-1 16,-2 3 428-16,0 0-222 0,2 0-102 0,-3 12-65 15,-6 6 78-15,1 4-67 16,-5 6-33-16,-1 2 15 0,-2 8-15 0,0-1-9 0,-8 3-25 0,-1-1 85 16,2 2-43-16,-3-3 1 0,4 7-33 0,2-9 26 15,2-2 1-15,2-2-36 0,0-1-43 0,0-5 42 16,3 1 10-16,6-10-9 0,4-5-92 0,-3-4 47 15,1-5-1-15,-2-3-192 16,2 0 111-16,-8 0 53 0,2 0 12 0,-1-8-217 16,-4-2 100-16,0-3 63 0,-4 0-8 0,-6-2-86 15,-6-1 58-15,-3-2 39 0,-1-2-75 0,0 1 57 16,-5-4 18-16,3 6 10 0,0 1 149 0,3 4-60 16,-1-2-31-16,1 5 328 15,0-5-185-15,5 7-81 0,2 3-15 0,3 1 308 16,2 1-142-16,4 0-92 0,1 2 9 0,2 0-169 15,2 0 42-15,11 7 0 0,6-3 1 0,6 2 1 16,5-1 49-16,0-3-9 0,6-2-311 0,3 0 156 16,1 0 44-16,1 0-207 0,6 0 102 0,-7-2 34 15,-5-2 55-15,-4 2 82 0,-6 0 0 0,0-1-40 16,-16 3 9-16,-5 0 152 0,-4 0-75 0,-9 0-39 16,-15 5 149-16,-8 7-81 0,-4-4-44 0,-3 6 23 15,0-2 168-15,0-2-67 0,8 1-62 0,-4 2 175 16,12-3-116-16,4-5-44 15,2 2-37-15,7 0 82 0,4-2-54 0,2 2-18 0,4-2-10 0,6 0-64 16,11 0 38-16,5 0 0 16,3-3-220-16,4 2 119 0,-2-1 46 0,1 2 27 15,-4-5-246-15,-1 3 105 0,-3 1 76 0,1 1-680 16,-6-5 353-16,-4 5 172 0,-6-3 86 0</inkml:trace>
  <inkml:trace contextRef="#ctx0" brushRef="#br0" timeOffset="-145298.61">31405 9286 1108 0,'-4'0'0'0,"-2"0"0"0,-3 4 0 0,4 3 0 0,-1 6 0 0,-4-1 203 0,3 9-83 16,-4 4-41-16,-1 6 139 0,0-1-95 0,-2 5-42 15,4-1-1-15,1-3 190 0,2 1-107 0,3-8-67 16,4-4-30-16,0-3 58 0,0-3-44 0,12-2 0 15,7-1 33-15,10-7-43 16,4-4 1-16,6 0-34 0,1 0 20 0,5 0-19 16,4 0 9-16,-6 0-85 0,2 0 38 0,5 0 0 15,-2-3 38-15,1 3-443 0,5 0 190 0,-14 0 113 16,-3 0 17-16,-7 3-637 0,-1 2 343 0,-4 1 170 16,-1 0-316-16,-10-4 249 0,-7-2 119 0</inkml:trace>
  <inkml:trace contextRef="#ctx0" brushRef="#br0" timeOffset="-145127.52">32085 9363 1810 0,'0'-15'0'0,"0"1"0"0,0 7 0 0,0 2 0 0,0 4 0 0,0 1 271 0,0 1-117 16,0 11-49-16,2 7 422 0,0 3-245 0,-2 5-122 31,0 0-61-31,0 4 28 0,0 2-34 0,0-4-11 0,1 1-44 0,0-4-393 0,0 1 196 0,1 0 98 0,0-2-654 0,2-2 369 31,2-6 190-31,-1-3 94 0</inkml:trace>
  <inkml:trace contextRef="#ctx0" brushRef="#br0" timeOffset="-144985.65">32301 9076 2129 0,'6'-15'0'0,"4"10"0"0,1 5 0 0,1 0 0 0,1 0-315 0,-4 0 139 15,3 9 60-15,-6 2 110 0,2 0-1 0,-4 3-30 0,0 0-1 16,-2-1-351-16,1 3 166 0</inkml:trace>
  <inkml:trace contextRef="#ctx0" brushRef="#br0" timeOffset="-144721.34">32621 9099 1226 0,'2'-6'0'15,"-1"3"0"-15,1-2 0 0,-2 3 0 0,0 2 0 0,-2 0 0 0,-11 0 0 0,-3 10 0 0,-5 3 250 0,-5 2-111 0,-4 3-50 16,-4 1-8-16,-3 2-44 16,-1-2 1-16,-6-2 9 0,7 0-72 0,3-7 32 0,3-1-1 0,5-3 32 15,0 0 37-15,17-6-8 0,2 0-30 0,5 0 108 16,2 0-54-16,2 0-26 0,12-2 8 0,9-2 64 16,8 1-49-16,3 0-26 0,4-1 1 15,1 1 42-15,5 3-24 0,-7-2-9 0,0 2-76 0,0 0 42 16,-4 0-1-16,-1 0-156 15,4 0 88-15,-9 0 29 16,-2 0 1-16,-6 0-488 0,-4 0 250 0,-3 0 92 0,3 0 72 0,-11 0-540 16,-3 0 289-16,-1-1 144 0,0-7 73 0</inkml:trace>
  <inkml:trace contextRef="#ctx0" brushRef="#br0" timeOffset="-144548.65">32551 8889 1565 0,'0'0'0'0,"0"0"0"0,0 4 0 0,0 9 0 0,3 8 0 0,1 8 275 0,0 8-123 16,-2 5-57-16,-2 6 364 15,0 4-210-15,0 2-106 0,-9 1-43 0,1-9-91 0,-3-2 0 0,-1-3 29 16,0-2 0-16,-3 2-476 0,2-14 233 0,2-1 121 16,-2-5-682-16,6-3 381 0,-2-4 189 0</inkml:trace>
  <inkml:trace contextRef="#ctx0" brushRef="#br0" timeOffset="-144415.02">32495 9348 1219 0,'-4'-12'0'0,"-1"8"0"0,1 1 0 0,-1 3 0 0,0 0 0 0,-7 0 0 0,-1 10 0 0,-1 0 0 0,-2 4 74 0,-2 1 0 0,4-1-36 15,0-1-379-15,-2 2 185 0,4-4 85 0</inkml:trace>
  <inkml:trace contextRef="#ctx0" brushRef="#br0" timeOffset="-144294.52">32511 9387 1382 0,'4'-2'0'0,"0"-1"0"0,5 2 0 0,-4 1 0 0,4 0 0 0,-3 0 0 0,1 1 0 0,3 5 0 16,-4 5 66-16,0-5-1 0,1 5-27 0,-2 1-175 0,0 0 82 0,1 0 48 15</inkml:trace>
  <inkml:trace contextRef="#ctx0" brushRef="#br0" timeOffset="-143730.46">32455 9542 782 0,'-2'2'0'0,"-3"1"0"0,-2 3 0 0,4 2 0 0,1 0 0 0,-4 4 0 0,3-1 408 0,0 2-186 0,0 1-82 15,1-1 181-15,1-1-142 0,0 0-70 16,0 0-36-16,1-4-81 0,-2 3 10 0,2-5 35 15,0 0 1-15,0-4-83 32,0 1 42-32,0 0-1 0,0 1-194 0,0-4 113 0,0 0 61 0,0 0 31 0,0 0-327 0,2 0 161 0,1 0 10 0,1-3-64 31,3-4 86-31,-1-2 45 0,2-3-1 0,3-5 7 0,4-4-9 0,-1-2 47 47,5-3 0-47,2-6 19 0,3-2-19 0,5-5 0 0,7-9 59 0,4 2-25 0,6-5 1 0,5-2-35 0,2 1 229 15,-1 4-110-15,3 1-39 0,-19 15 277 0,-10 8-141 0,-9 12-84 0,-10 5-9 0,-5 6 194 16,-2 1-112-16,-4 0-69 16,-14 9-30-16,-5 6 46 0,-5 3-39 0,-3 5 10 0,0 1 3 0,6 0-25 15,2 4 0-15,1-1-25 0,5 3 153 16,-3 3-68-16,7-4-47 0,4 0 11 16,0 2-25-16,7 1 0 0,2 2-24 0,0 6-36 0,0-10 36 15,17 4 0-15,-1-5-1 0,2 1-212 0,-1-4 106 16,2 4 63-16,-7-10-123 0,1-1 52 15,-5-4 48-15,-2-1-23 0,-3-2-210 0,-1 0 83 16,-2-7 79-16,0 1-89 0,-14-5 76 0,-1 2 38 16,-3-3-1-16,-3 0-41 0,-1 0 44 0,1 0 0 15,1-5 35-15,-2-5-6 0,5-2 6 0,-3-6-9 16,6 0 69-16,3-4-29 16,3 0-1-16,5-1-30 0,-1 2 92 0,3 0-55 0,1 6 9 0,0 1 451 31,0 4-231-31,1 3-85 0,3 3-67 0,5 0 155 15,1 4-101-15,7 0-46 0,1 6 0 0,3 6-145 0,2 7 50 0,7-1 34 16,-3 1-539-16,3 3 273 16,-1-2 140-16,3 3 49 0,1 0-369 0</inkml:trace>
  <inkml:trace contextRef="#ctx0" brushRef="#br0" timeOffset="-143600.77">33283 9944 2360 0,'-7'-15'0'0,"-2"1"0"0,6 9 0 0,3 1 0 16,0 2 0-16,6 2 0 0,2 0 0 0,-3 0 0 0,2 0 0 0,-4 3-483 0,-2 0 215 0,1-3 119 0</inkml:trace>
  <inkml:trace contextRef="#ctx0" brushRef="#br0" timeOffset="-141850.27">25979 8254 493 0,'-3'-4'0'0,"-2"-1"0"0,-1 3 0 0,2-1 0 0,0 0 0 0,1 2 270 0,0-2-117 15,0 1-48-15,0 0-39 0,0 1 256 0,1 1-142 0,2 0-72 16,-2 0 145-16,2 0-100 0,0 0-62 0,0 0 49 16,0 0-51-16,0 0-27 15,0 0 1-15,0 0 189 0,7 0-113 0,-3 0-51 16,3 0-25-16,-2 0 236 15,2 0-131-15,2 0-47 0,-1 0-51 0,0 0 113 0,0 0-183 0,1 0 0 94,-2 0 0-94,4 0 0 0,-2 0 0 0,2 0 0 0,-1-2 0 0,3 0 0 0,0 1 0 0,5-3 0 0,-2 4 0 0,1-1 0 0,6-3 0 0,-4 3 0 0,4-4 0 0,1 4 0 0,-3 0 0 0,-2-1 0 0,0 1 0 0,-2-1 0 0,3 0 0 0,-4 2 0 0,-2 0 0 0,-2 0 0 16,2 0 0-16,-1 0 0 15,4 0 0-15,-6 0 0 0,3 0 0 0,-2 2 0 0,2 0 0 0,0 1 0 16,3-2 0-16,-2 3 0 0,-4-2 0 16,6-1 0-16,-3 0 0 0,3 2 0 0,1-2 0 0,-3-1 0 15,0 4 0-15,2-1 0 16,0-1 0-16,-3-1 0 0,7 1 0 0,-6 0 0 16,4 1 0-16,-3-2 0 0,1 1 0 0,2-1 0 0,4 2 0 0,-3-3 0 15,0 0 0-15,-1 0 0 16,1 0 0-16,2 0 0 15,3 0 0-15,-6 0 0 0,-1 0 0 0,1 0 0 0,0 0 0 0,-1 0 0 16,3 0 0-16,-3 2 0 0,1-2 0 16,-2 2 0-16,2-2 0 0,-2 1 0 0,8-1 0 0,-6 0 0 15,0 0 0-15,2 0 0 16,0 0 0-16,1 0 0 0,2 0 0 0,-2 0 0 31,0 0 0-31,-2 0 0 0,2 0 0 0,-1 0 0 0,6 0 0 0,-6 0 0 16,0 0 0-16,1 0 0 0,1 0 0 0,-2 0 0 15,10 0 0-15,-6 2 0 0,-1-2 0 0,5 0 0 0,-4 0 0 0,9 0 0 16,-10 0 0 0,2 0 0-16,0 0 0 0,-2 0 0 0,2 0 0 0,2 0 0 0,-5 0 0 0,-3 0 0 15,2 0 0-15,-2 2 0 0,1 0 0 0,4-2 0 16,-6 3 0-16,2 0 0 16,-2-3 0-16,5 1 0 0,-2 3 0 0,8-2 0 15,-6-2 0-15,3 4 0 0,-1-3 0 0,1-1 0 16,1 0 0-16,3 0 0 0,-3 2 0 15,-3-2 0-15,-2 0 0 0,4 0 0 0,-4 0 0 0,7 0 0 16,-9 0 0-16,-2 3 0 0,1-3 0 0,2 1 0 16,-2 0 0-16,2 1 0 15,-3 0 0-15,1 1 0 0,1-1 0 0,-1 0 0 16,2 1 0-16,4-1 0 0,-3-1 0 0,-1 1 0 16,0 1 0-16,1-1 0 0,-2-1 0 0,7 2 0 15,-8-2 0-15,0 1 0 0,0-1 0 0,0 1 0 16,0-1 0-16,2 0 0 0,-5-1 0 15,0 3 0-15,-1-3 0 0,0 2 0 0,0-2 0 0,3 0 0 16,-5 0 0-16,1 2 0 0,-1 1 0 0,-4-3 0 16,3 0 0-16,-2 0 0 0,-4 2 0 0,-2 1 0 15,-2-3 0-15,2 2 0 16,-1-2 0-16,-3 0 0 16,-1 0 0-1,0 0 0-15,0 0 0 0,0 0 0 0,0 0 0 0,0 0 0 0,0 0 0 0,0 0 0 0,0 0 0 0,0 0 0 16,0 0 0-16,0 0 0 15,0 0 0-15,0 0 0 0,0 0 0 0,0 0 0 0,0 0 0 16,0 0 0-16,0 0-214 0,0 0-5 16,0 0 91-16,-5 0-925 0,-1 0 498 0</inkml:trace>
  <inkml:trace contextRef="#ctx0" brushRef="#br0" timeOffset="-122261.05">20879 4657 996 0,'0'0'0'0,"0"-2"0"0,0 2 0 0,0-3 0 0,0 2 302 0,0-1-134 0,0 0-65 0,0 1-33 0,0-2 8 16,0 3-41-16,0-1-1 16,0 1 1-16,0 0-1 15,0 0 10-15,0 0-10 0,0 0 0 0,-2 0 1 0,2 1-1 0,-1 7 1 16,-1 0 8-16,1 1 134 0,-1 1-71 15,-2 4-22-15,1 2-25 0,0 1 0 0,1 1-16 0,-1 2 18 16,1-1-27-16,-1 5 1 0,0 0-26 0,1 1 0 16,-2 4 34-16,3-2-33 0,0-1 0 15,-2 3 24-15,0-2 1 0,2 0-37 0,-1 7 3 0,-1-6 29 16,1-1-12 0,1 2-37-16,-2-1 40 0,2 2 3 0,-2 3-27 0,3-8-4 15,0 4 22-15,0-4 3 0,0 4-13 0,0-3 13 16,0 3 1-16,0-2-29 0,0-3 1 0,0 0 23 62,0 0-4-62,2 1-35 0,-1 4 37 0,3-3-5 0,-1-2 3 0,0 1-31 0,0 1 29 0,0 3 0 0,1 3-13 0,0-7 11 0,-1 3 0 0,0-1-3 0,0 2-3 0,-1 0 5 16,1 5 0-16,-2-5 21 0,0 1-21 0,2 0 1 16,-3 2-1-16,0 2 34 0,0 4-30 0,0-5-2 15,0 2 0-15,0-1 45 0,0 5-43 0,0 0 3 16,0 7 29-16,-3-8-2 0,3 0-26 0,0 1 5 31,0-3-13-31,0 8 18 0,0-8-7 0,0 1-51 0,0 0 25 0,3 0-2 0,0 2 25 0,1 5-35 16,-1-8-2-16,-1 3 27 0,1-1 4 15,-2 3-31-15,0 0-1 0,2 8 20 0,-2-9 7 16,1 1-30-16,0 0 26 0,-1 2-5 16,-1 3 7-16,0 4-3 0,0-8 0 0,0-1 25 15,0 5-24-15,0 0-3 0,0 0 3 16,0 6 41-16,0-10-39 0,0 4 1 0,-1-4-2 0,-3 4 27 15,3-3-25-15,-3 8 7 16,3-10-23-16,-1 1 19 0,1 3-1 0,-1-4 3 31,1 4-15-31,-1 5 13 0,2-10-1 0,-3 2 3 0,2-1-4 0,-1 0-2 0,2 0 2 0,-1 7-5 47,-2-11 5-31,3 4-3-16,-1 0 3 0,0 0 26 0,-1 0-26 0,1 6 2 0,-1-9 28 0,1 2-27 0,-3-3-2 0,3 2-16 0,-2-3 17 0,-1 8 4 0,0-9-4 0,1-1-28 0,0 1 28 0,1 0 0 15,-1 0-1-15,2 5-24 0,-3-9 24 0,3 3-1 16,-1-3 0-16,1 3-34 0,-1 2 28 0,0-4 4 16,1-3-46-16,-1 2 42 0,0 0-3 0,-2 0 2 15,2 4-16-15,1-6 15 16,-2 2-2-16,2-2 11 0,-3-2-11 0,3 3 1 16,-2 3-2-16,1-9 12 0,-1 1-9 0,3 0-1 15,-2-1-1-15,1-1 22 0,-2 6-19 0,2-7-1 16,1-1 24-16,-2 1-22 0,0 0 2 0,2-2-1 15,-1 5 7-15,1-7-6 0,0-1 1 0,0 0-18 16,-2 0 17-16,2 0 0 16,0 0-1-16,0-5-26 0,0-3 25 0,0 3 0 0,0-4-1 15,0-1-36-15,0 2-5 0,0-6 39 0,0-1-45 0,0 1 41 16,0-2-6-16,0-1 6 47,0 2 3-47,0-2-5 0,0 0-6 0,0 0 49 0,0 0-44 0,0 0 1 0,0 0-2 0,0 0 32 0,0 0 2 0,0 0-29 0,0 0 6 0,0 0 33 15,0-2-31-15,0 2-3 0,0-1 24 0,0 1-22 16,0 0 5-16,0-3-4 0,0 3-10 0,0 0 10 16,0 0 3-16,0 0-29 0,0-2 26 0,0 2 0 15,0-1-1-15,2 1 0 0,-1-2 0 16,3 0 0-16,1 0-5 0,0 0 8 0,1 1-7 0,1-1 3 16,-1 2 11-16,5-3-11 0,-2 0 0 15,2-1 36-15,3 2-34 0,-1-3 0 16,2 1 3-16,1-2 44 15,2 4-43-15,2-3 0 0,-1 1 2 0,2 1 27 0,1 0-26 0,1 2-2 16,0-1 5-16,7 1 3 16,-5-2-2-16,3 3-4 0,0 0 27 0,1 0-1 0,2 0-19 0,5 0 3 15,-4 0 38-15,0 4-40 16,4-1-1-16,0 0 14 0,4 0-12 0,4-1 7 0,-4 0-7 16,1 0-19-16,0 0 19 0,7-2 0 15,-3 1 3-15,11-1-27 0,-9 2 23 0,1-2-1 16,2 0-21-16,0 0 18 0,3 3 3 0,8-3-3 15,-11 2-1-15,4-2-2 0,2 0 3 0,3 0 7 16,4 0-18-16,7 0 0 0,-11 0 0 0,3 0 0 31,1 0 0-15,2 0 0-16,1 0 0 0,13 0 0 31,-13 0 0-15,1 0 0-16,0 0 0 0,3 0 0 0,-2 0 0 0,11 0 0 0,-12 0 0 0,2 0 0 0,2 0 0 0,-1 0 0 0,11 0 0 0,-13 0 0 0,-1 0 0 0,2 0 0 0,7 0 0 15,-1 0 0 64,10 0 0-79,-16-2 0 0,2-1 0 0,1 3 0 0,1 0 0 0,3-2 0 0,14 1 0 0,-20 1 0 0,2-2 0 0,3 0 0 0,-2 2 0 0,4-2 0 0,11 0 0 0,-17 2 0 0,3-1 0 0,-1 1 0 0,0 0 0 0,-1 0 0 0,9 0 0 0,-14 0 0 0,4 0 0 0,0 0 0 15,0 0 0-15,-1 0 0 0,9 0 0 0,-14 0 0 16,2 0 0-16,1 1 0 0,2-1 0 0,2 2 0 15,5-2 0-15,-12 0 0 0,2 0 0 0,0 0 0 16,2 0 0-16,3 0 0 16,8 2 0-16,-17-2 0 0,2 0 0 0,1 2 0 0,2 0 0 0,-3-1 0 15,12 1 0-15,-12-2 0 16,1 3 0-16,-2-1 0 0,4-2 0 0,-3 0 0 0,11 0 0 0,-11 0 0 16,2 0 0-16,3 0 0 0,0 0 0 0,1 0 0 15,8 0 0-15,-16-2 0 0,3-1 0 0,0 3 0 16,4-2 0-16,1 1 0 31,7-1 0-15,-15 0 0-16,0 0 0 0,1 2 0 0,1 0 0 0,9-2 0 0,-13 2 0 0,6 0 0 0,-3 0 0 0,1-1 0 0,0-1 0 0,7 2 0 15,-14 0 0 1,4-3 0-16,1 2 0 0,4-1 0 62,-3 2 0-46,10-1 0 0,-16-2 0-16,-1 2 0 0,2-1 0 0,2 0 0 0,0 0 0 0,12 2 0 0,-15 0 0 0,1-3 0 0,-1 3 0 0,2-1 0 0,0 1 0 0,8 0 0 0,-12 0 0 0,5 0 0 0,-1 0 0 0,2 0 0 125,2 0 0-125,3-1 0 62,-9-1 0-62,0 1 0 0,2-2 0 0,4 2 0 0,-2-1 0 0,11-1 0 0,-14 3 0 0,-1-2 0 0,1 2 0 0,0 0 0 0,-2 0 0 0,14 0 0 0,-16 0 0 0,3 0 0 0,-1 0 0 0,1 0 0 0,-2 0 0 0,8 2 0 0,-16 1 0 0,4 0 0 0,2 0 0 0,0 0 0 0,2-1 0 0,7 1 0 0,-13-1 0 0,-1 0 0 0,1 0 0 0,-4 2 0 0,2-3 0 0,0 2 0 0,-7 0 0 0,-2-1 0 0,0 3 0 0,4-1 0 0,-4-1 0 0,4 3 0 0,-11-2 0 0,1 1 0 0,-2 1 0 0,-4 0 0 0,7-1 0 0,-12 1 0 0,4-3 0 16,-3 5 0-16,-1-1 0 0,-3-2 0 0,3 2 0 0,-8-3 0 0,1 1 0 0,-5 0 0 0,4-1 0 0,-6 0 0 0,3-2 0 0,-6 3 0 0,-1-2 0 15,-1 1 0-15,2-4 0 0,-2 3 0 0,0 0 0 0,-2-1 0 32,0-2 0-32,1 1 0 0,-1-1 0 0,1 3 0 0,-1-3 0 15,-1 0 0-15,0 0 0 0,0 0 0 0,0 0 0 0,0 0 0 16,0 0 0 0,0 0 0-16,0 0 0 0,0 0 0 0,0 0 0 0,0 0 0 0,0 0 0 0,0 0 0 15,0 0 0-15,0 0 0 0,0 0 0 0,-1-4 0 16,-1-1 0-16,1 0 0 15,-2-2-18-15,2-1-473 0,-1 1 228 0</inkml:trace>
  <inkml:trace contextRef="#ctx0" brushRef="#br0" timeOffset="-121117.17">14739 8020 1891 0,'-5'0'0'0,"1"-2"0"0,-1-1 0 0,2-1 0 0,-2 2 0 0,2-1 0 0,-2 3 0 0,1-3 269 0,1 2-107 15,-1-1 102 1,1 2-114-16,0 0-56 0,-2 0-29 0,2 2 124 0,-2 7-66 0,1 5-48 0,-1 2-1 0,-1 7 168 16,0 8-102-16,0 3-52 15,-4 8 17-15,2 5-105 0,1 7 0 0,-1 6 0 16,-1 8 0-16,4 0 0 0,0 11 0 0,5-13 0 16,0-4 0-16,0-6 0 0,12-5 0 15,4-7 0-15,7 1 0 0,-4-18 0 16,6-4 0-16,2-5 0 0,-1-3 0 0,2-3 0 0,3 0 0 0,-4-9 0 15,-5-3-127-15,3 0-54 0,-4 0-355 0,3 0 250 16</inkml:trace>
  <inkml:trace contextRef="#ctx0" brushRef="#br0" timeOffset="-119662.06">9789 7276 777 0,'-15'-4'0'0,"2"2"0"0,-2-3 0 0,4 3 0 0,-4-3 0 0,7 1 0 0,3-1 501 16,-1 1-231-16,3-1-115 0,3 0 282 0,0-2-190 0,0 0-109 0,3 2 290 16,7-1-195-16,5 0-97 15,5-1-49-15,7 0 319 0,3 3-290 0,6-4-116 16,4 4 0-16,5-1 0 16,6-1 0-16,4 0 0 0,-5 3 0 0,3 1 0 0,3 2 0 0,1 0 0 46,-2 0 0-46,8 0 0 0,-13 0 0 0,-4 0 0 0,-5 7 0 0,-4-1 0 0,-6 1 0 0,2-1 0 16,-13-1 0-16,-6-1 0 0,-3-1 0 0,-6-3 0 0,-1 0 0 16,0 0 0-16,-2 0 0 0,-2 0 0 0,0 0 0 0,0-1 0 31,0-6 0-31,-2 3 0 0,-3-4 0 0,2 3 0 0,0 1 0 0,-1-1 0 0,0 1 0 0,-2-3 0 16,3 3 0-16,-1 2 0 0,2-1 0 0,-2 3-437 15,1 0 86-15</inkml:trace>
  <inkml:trace contextRef="#ctx0" brushRef="#br0" timeOffset="-116051.39">1717 8165 1044 0,'-10'-15'0'0,"0"-2"0"0,3 3 0 15,-1-3 0-15,2-1 0 0,1-2 259 0,1-1-111 0,0-4-46 0,0 3 106 0,2 0-86 0,-2 0-41 0,1 2 6 0,-1 2-24 0,0-6 9 0,0 12-34 0,2-1 86 16,-3 2-43-16,-1 5-1 0,0-2-42 0,-1 1 136 16,2 5-73-16,-2 2-31 0,2 0 0 0,-5 0 51 15,5 11-41 1,-4 4 9-16,2 3 54 0,2 6-52 16,2 2-27-1,-1 3 144-15,4 7-85 0,0 9-73 0,0-2-50 0,0 5 0 0,7 5 0 0,3 5 0 0,2 3 0 16,3 14 0-16,1-7 0 0,0 5 0 0,0-3 0 0,1-3 0 0,-1 8 0 15,-3-16 0-15,-6-6 0 0,-1-2 0 16,-4-5 0-16,0-5 0 0,-2 2 0 0,-2-13 0 16,-10-7 0-16,-5-4 0 15,-2-6-33-15,-4-3-60 0,-6-3-25 0,4-7-159 16,-6 0 119-16,1-7 61 0,-2-8 29 0,0-6-442 0,1-6 226 0,2-5 128 16,2-8-530-16,-1-9 324 0</inkml:trace>
  <inkml:trace contextRef="#ctx0" brushRef="#br0" timeOffset="-115902.29">1271 8533 2885 0,'0'-8'0'0,"1"1"0"0,2-1 0 0,3 1 0 0,6 1 0 0,0-1 0 0,8 2 0 0,4-3 0 0,6-1 430 0,7 3-201 0,5 0-95 0,0-1 119 16,2 2-253-16,0 0 0 0,6 2 0 0,-12 0 0 16,-2 3 0-16,-2 0 0 15,-6 0 0-15,-2 0-380 0,3 5 98 0,-11 1 155 0,-5 3-935 0</inkml:trace>
  <inkml:trace contextRef="#ctx0" brushRef="#br0" timeOffset="-115502.77">1999 8699 2472 0,'-6'-1'0'0,"3"-4"0"0,-2 2 0 0,3-1 0 0,-1 3 0 0,1-3 0 0,1 2 0 0,1 2 0 0,0 0 503 0,0 6-233 0,0 4-117 0,0 5-6 0,1 1-60 0,1 5-25 16,1 0 0-16,-1 5-132 0,3 0 53 0,-2 4 36 0,3-3-529 15,-3 0 274-15,-1 1 135 0,1 0 69 0,2-1-941 0</inkml:trace>
  <inkml:trace contextRef="#ctx0" brushRef="#br0" timeOffset="-115095.75">2175 7815 2471 0,'0'-18'0'0,"0"4"0"0,0 1 0 0,0 1 0 0,0 7 0 0,0 4 0 0,0-2 444 0,0 3-204 0,0 0-101 0,-4 17 62 0,-7 10-87 16,-5 9-38-16,-4 10-1 0,-5 10-168 16,-2 3 65-16,-4 9 41 0,8 0-9 0</inkml:trace>
  <inkml:trace contextRef="#ctx0" brushRef="#br0" timeOffset="-113350.83">3543 7815 2267 0,'-8'-8'0'0,"4"4"0"0,-2 1 0 0,1 0 0 0,2 1 0 0,2 2 0 0,-2 0 0 0,1 0 0 0,1 9 295 16,-2 7-128-16,3 6 107 0,0 1-118 0,0 8-51 15,0 0-38-15,0 0 177 0,0 2-103 0,0 2-52 16,0 0-26-16,4 7-84 0,1-5 24 0,-1-3 0 15,2-1 34-15,2 0-452 0,-4-1 226 0,1 3 123 16,-2-10-604-16,0-2 283 0,-3 0 185 0,0-5-435 16,0 0 301-16,-9 0 140 0</inkml:trace>
  <inkml:trace contextRef="#ctx0" brushRef="#br0" timeOffset="-112780.54">3349 9106 1220 0,'-15'-16'0'15,"3"1"0"-15,0-2 0 0,5 4 0 0,4 2 0 0,0-4 508 0,3 4-235 0,0-2-118 16,4-1-50-16,9 1 112 0,7-3-90 0,6 3-45 31,1-1 0-31,4 4 95 0,1-1-60 0,-4 8-45 0,1 3-83 0,1 0 23 0,-3 0 1 0,4 8-198 16,-8 10 106-16,-1 4 59 0,-6 5 28 0,-3 4-266 15,-6 4 117-15,0 5 87 0,-7-5-32 0,0 4-73 16,-9-4 36-16,-5 1 43 0,-2 0-2 0,-7 1 100 16,1-8-22-16,-5-4-1 15,-3-1 294-15,1-3-163 0,-3-6-67 0,-3 0 385 16,8-7-195-16,0-5-117 0,4 0-7 0,1-3 216 15,6 0-152-15,-1 0-111 0,11 0-78 0,4-3 0 16,2-4 0-16,0 2 0 0,0 0 0 0,0 2 0 16,16 2 0-16,4-2 0 0,5 2 0 0,6 0 0 15,1 1 0-15,5 0 0 0,1 0 0 0,2 0 0 16,3 0 0-16,0 0 0 0,2 0 0 16,6 0 0-16,-9 0 0 0,-2 1-625 0,-4-1 269 15,-2 0 160-15,-8 0 79 0,4 0-713 0,-14 0 402 0</inkml:trace>
  <inkml:trace contextRef="#ctx0" brushRef="#br0" timeOffset="-111744.9">5381 7979 770 0,'-9'0'0'0,"-3"0"0"0,2-1 0 0,1-2 0 0,3-2 123 0,-3 1-42 0,4-4 311 16,0 0-167-16,3 1-99 0,2-2-44 0,0 0 187 16,0-2-116-16,9-4-58 0,6 2-19 0,4 2 84 15,3 1-62-15,4-1-29 16,2 6-1-16,-1-1-5 0,6 3 10 0,-5 2-35 15,-1 1 24-15,-3 0-24 0,-2 10 0 0,0 3-1 16,0 4-100-16,-10 6 46 0,-3 2 27 0,-5 5-115 16,-4 2 65-16,0 4 20 15,-4-3 20-15,-10-1-34 0,-6 0 1 0,-1-4 43 0,-8 0-36 0,0-2 155 16,-1-7-62-16,0-6-36 0,-1-6 42 0,4 0-32 16,-2-3 8-16,-2-4-2 0,8 0-60 0,1 0 25 15,5-7 13-15,1-3-293 0,7-1 141 0,2 0 70 16,7 2 32-16,0-1-508 15,1-1 251-15,13-2 107 0,7 1 69 0,6-4-479 16,1 2 278-16</inkml:trace>
  <inkml:trace contextRef="#ctx0" brushRef="#br0" timeOffset="-111537.83">5857 7764 1713 0,'-4'-11'0'0,"-7"4"0"0,1 1 0 0,-2 2 0 0,-4 0 0 0,2 4 249 0,0 0-105 15,-3 8-53-15,-2 5 545 0,4 6-299 0,-5 4-140 16,6 2-84-16,4 4 293 0,2-1-361 0,4 2-45 16,4 0 0-16,0 5 0 15,1-4 0-15,13 1 0 0,8-3 0 0,7-1 0 16,0-1 0-16,7-2 0 0,-3-4-78 0,2-7-12 0,-2 2 64 0,0-5-354 16,4 2 201-16,-9-3 3 15,-2-3 79-15,-4-3-672 0,0 1 365 0</inkml:trace>
  <inkml:trace contextRef="#ctx0" brushRef="#br0" timeOffset="-111255.5">5509 8862 3210 0,'-16'0'0'15,"4"3"0"-15,4 0 0 0,4-2 0 0,2 1 0 0,2 1 0 0,0 0 0 0,6 0 0 0,12 3 323 0,4-1-144 0,1 5-71 0,6-2 3 0,2 3-111 0,-2 1 0 16,1 2 0-16,-2 1 0 0,0 2 0 0,-2 0 0 16,1 3 0-16,-6 0-240 0,-3-2 53 15,-3 2 111-15,-3-2-650 0,0 2 360 16,-5-8 91-16,-4-3-407 0,-2-3 322 15,1-6 163-15,-2 0 80 0</inkml:trace>
  <inkml:trace contextRef="#ctx0" brushRef="#br0" timeOffset="-110992.91">6000 8696 1725 0,'3'-6'0'0,"-3"2"0"0,2-1 0 0,-2 2 0 0,0 0 0 0,0 1 0 0,0 2 789 0,0 0-376 0,0 0-179 0,0 13-104 16,-2 6 224-16,-8 7-159 0,3 7-104 15,-3 8-91-15,-4 11 0 0,3 1 0 0,-2 10 0 16,-2 7 0-16,0 10 0 0,-2 3 0 0,-3 11 0 16,4-13 0-16,0-2 0 0,1-4 0 0,3-12 0 15,1-8 0-15,0 3 0 16,5-22 0-16,-1-4 0 0,0-5 0 0,2-3 0 0,2-5 0 0,0 3 0 31,2-12 0-31,0-3 0 0,1-2 0 0,0-3 0 0,0 0 0 0,0 0 0 16,0-2 0-16,0 0 0 0,0 0 0 0,0 0 0 15,0 0 0-15,0 0 0 0,0 0 0 0,0 0 0 16,0-2 0-16,0 0 0 0</inkml:trace>
  <inkml:trace contextRef="#ctx0" brushRef="#br0" timeOffset="-106081.58">2295 8853 977 0,'-8'0'0'0,"1"0"0"0,-2 0 0 0,4 0 0 0,-3 0 0 0,5 1 0 0,-1-1 0 0,1 3 0 0,0-3 96 0,-1 0-33 0,4 0 117 16,0 3-70-16,0-3-35 0,0 0 0 0,0 0 56 15,0 0-51-15,0 0 0 0,0 0-42 0,0 0 38 16,0 0 1-16,0 0-29 0,0 0 91 0,0 0-51 15,1 0-25-15,2 0 1 16,-2 0 28-16,3 0-17 0,-2 0-9 0,1 0 40 0,0 0-33 0,4 0-1 16,-2-3-34-16,0 0 39 15,0-1-10-15,2-3-29 0,-1 1 0 0,3-3 8 16,-2 1-7-16,1-1 8 0,2 0-32 0,-1-2 23 16,0 2 0-16,0-1 0 0,2-1-18 0,-3 0 28 15,4 1-10-15,-4 1-30 0,4-2 30 0,1 1 1 16,-3-4-11-16,5 1-41 0,0 1 15 15,-1-4 0-15,2 1 24 0,3-1-33 0,3-5-1 0,-2 4 34 16,3 0-83-16,-2-2 37 16,1 2-11-16,-1-1 47 0,4-2-83 0,-6 7 36 0,0-1 8 0,-3 2-9 15,1 0-10-15,-1 0 39 16,0 0-16-16,-5 3-15 0,2 0 22 0,-1-3 3 16,0 4-4-16,3-4 35 0,4-3-34 0,-5 4 3 15,1-1 22-15,1-2-22 0,1 0 4 0,-2 0-3 16,5 2 6-16,-4 1-2 15,-4 1-1-15,1 0-37 0,2 2-1 0,-7 0 36 16,6 1-3-16,-8 2-34 0,3 0 34 0,-5 2-4 0,1 0 4 16,-1 1 41-16,2 0-48 0,-4 1 1 0,0-1 34 15,1 0-32-15,-2 0 2 0,3 0 55 0,1-1-27 0,-3 0 8 16,0 0-29-16,4-1 34 16,-3 1 1-16,1 2-21 0,-1-5-7 0,0 5 18 15,-2-2-16-15,2 0 6 16,-1 3-4-16,0-1 4 0,-1-2-2 0,2 2 4 15,-3-1-44-15,0 2 0 0,0 0 36 0,0 0-4 16,0 0-27-16,0 0-5 16,0 0 32-16,0 0-142 0,0 0 66 0,0 0 24 15,0 0 2-15,0 0-355 0,0 0 183 0,0 0 92 0,0 0 46 0,0 0-678 0</inkml:trace>
  <inkml:trace contextRef="#ctx0" brushRef="#br0" timeOffset="-105276.48">3664 8085 566 0,'-7'0'0'0,"3"0"0"0,0 0 0 0,-1 0-1 0,1 0 339 0,1-1-139 0,1 1-84 16,2 0-38-16,0-2 41 0,0 2-39 0,0-1 0 15,0 1-29-15,3-3 131 0,5 3-71 0,-3-3-34 16,7 2 42-16,-5 1-39 0,5-1 10 16,-3-1 15-16,5 0-33 0,-4 0 1 15,4 0-32-15,1 2 41 0,0-1 10 0,-1-2-51 16,1 3 0-16,0 0 12 15,2-3-12-15,-1 3 0 0,4 0 10 0,0-2 22 0,-1 2 0 0,3-2-32 16,-1 2 0-16,-1-1 0 16,6 1 10-16,-4-3-22 0,2 3 12 0,-2-1-1 0,1 1 1 0,2-2-20 15,4 2 30-15,-7-3-11 16,0 2 1-16,1-1-27 0,2 0 25 0,-2 0 0 16,2 2-5-16,-4-2-28 0,1-1-7 0,0 3 31 15,-1-3-69-15,2 2 40 0,-3-1-13 0,-2 1 38 16,0-1-66-16,-1-1 30 0,0 3-12 0,5 0 6 15,-6 0-11-15,-2 0 38 0,2 0-11 0,1 0-7 16,-2 0 10-16,5 0 4 0,-4 0-10 0,-3 0-3 16,2 0 5-16,1 0 3 0,0 0-7 0,4 0 7 15,-5 0 1-15,0 0-16 16,2 3 14-16,-3-1 1 0,2-1-1 0,2 1-38 16,-3-1 35-16,-2 2 1 0,1-3-3 0,0 3-16 15,0-1 16-15,2 0 1 16,-2 0-3-16,-2 1-23 0,0 0 22 0,1-3 3 0,1 2-38 0,2 2 35 15,-4-3-3-15,3-1-46 0,-2 2 45 0,0 0 2 16,-1-2-4-16,5 0-5 0,-7 0 5 0,1 0 2 16,-1 0-5-1,1 0-30-15,-3 0 31 0,4 0-2 0,-5 0 2 0,0 0-14 0,-3 0 13 16,-1 0 2-16,0 0-44 0,1 0-5 16,-1 0 42-16,-3 0-134 0,0 0 62 0,0 0 32 15,0 0-11-15,0 0-350 0,-4 0 197 0,-5 0 94 16,-4 0 46-16</inkml:trace>
  <inkml:trace contextRef="#ctx0" brushRef="#br0" timeOffset="-104751.04">2412 8750 1164 0,'-11'-4'0'0,"2"1"0"0,3-1 0 0,1 3 0 0,0-1 0 0,2 0 0 0,3 0 0 0,0 2 195 16,0 0-79-16,0 0 146 0,6 0-112 15,4 7-47-15,3 1-37 16,4 3 60-16,1 1-44 0,5 3-1 0,1-1-43 0,6 7 134 0,-3-3-72 15,7 4-32-15,0 3 1 0,1-1 25 0,8 6-29 16,3 5 10-16,2-1-68 0,-1 3 0 31,4 1 31-15,-5 0-85-16,0-2 42 0,4 1 9 0,-14-9 34 0,-2-1-47 0,-6-5 1 0,-4-3 45 0,-5-2 1 0,1 0-96 16,-11-7 37-16,-4-4 0 31,-2 0 0-31,0-3 64 0,-3-3 0 0,0 0-47 0,0 0 149 0,0 0-64 0,-4 0-33 0,-1 0 6 0,1-1-1 0,-1-4-7 15,1-2 4-15,1 0-396 0,3 0 186 0,0-2 89 0,0 1 46 0</inkml:trace>
  <inkml:trace contextRef="#ctx0" brushRef="#br0" timeOffset="-104080.97">4073 9227 957 0,'-7'0'0'0,"-2"0"0"0,3 0 0 0,-1 3 0 0,2-3 0 0,-2 0 0 0,4 0 0 0,-3 0 332 0,2 0-147 0,2 0-74 0,1 0-38 16,-1 0 190-16,2 0-118 0,0 0-54 0,2-3 4 0,11-6-29 15,0-3 0-15,9-4 34 0,5-5-36 0,3-3 0 16,9-4-28-16,8-4 35 0,4-7-1 16,10-5-24-1,0-1-9-15,10-3-79 0,1-7 40 0,9-2 0 0,-1 3 39 16,6-4-204-16,-18 12 96 0,-7 1 28 16,-6 6-47-16,-6 4 31 0,-7 5 33 0,2-3-87 0,-15 9 52 0,1 2 3 15,-3 1 0-15,1-3 89 0,0 5-28 0,2-3-26 16,-7 5-5-16,-3-1 228 15,-3 5-107-15,0 1-40 0,-3 1-30 0,-3 2 214 0,-4 4-112 0,-2 2-30 16,-3 2-25-16,0-2 9 16,-2 3-42-16,0 0-84 0,0 0 37 0,0 0 23 15,0 0 1-15,-2 0-557 0,-5 6 279 0</inkml:trace>
  <inkml:trace contextRef="#ctx0" brushRef="#br0" timeOffset="-98460.11">15187 8158 1116 0,'0'0'0'0,"0"-4"0"0,0 3 0 0,0-4 0 0,1 0 0 0,2 2 0 0,0-1 0 0,0-2 169 0,0 0-66 0,0 1 50 16,1-2-50-16,-2-2-37 0,3 1 0 0,-2 1 2 15,1-3 1-15,2-3-32 16,-4 2 8-16,2-2 18 0,-3 0 0 0,1-2-27 15,-1 0 1-15,-1 0 2 0,0-2 7 0,0 0-10 16,0 0-31-16,0 3 0 0,-1-2 32 0,-6 3-31 16,-1-1 39-16,0 4-8 0,0 2-1 0,-2 1 34 15,-2 2-1-15,2 2-39 0,-2 1 13 0,1 2 49 16,2 0-29-16,-2 0 1 16,3 5-27-16,0 3 72 0,-1 4-26 0,1 1-10 0,4 4 2 0,0 2 1 15,1 1-39-15,2 4-1 16,-1 7 10-16,2-3-9 0,0 4-1 0,0 3 240 15,0 1-183-15,0 8-93 0,2-4 0 0,1 6 0 16,2 0 0-16,-1 5 0 0,2-2 0 0,-1 8 0 16,-1-10 0-16,-3-2 0 0,0-1 0 0,1-5 0 15,-2 0 0-15,0 5 0 0,0-12 0 0,0-5 0 16,-3-3 0-16,-4 0 0 0,2-3 0 16,-3 1 0-16,1-9 0 0,-1-1 0 0,-2 0 0 0,2-4 0 15,-2 1 0-15,-2-1 0 0,3-3 0 16,1-1 0-16,0-4 0 0,-3 0 0 15,3 0 0-15,-1 0-80 0,1 0-14 0,-1 0 17 16,1-4 1-16,0-4-272 16,-1-2 156-1,0-5 68-15,2-1 49 0,-1-2-540 0,1-4 289 0,1-2 145 0,0-6 73 0</inkml:trace>
  <inkml:trace contextRef="#ctx0" brushRef="#br0" timeOffset="-98255.81">14832 8441 2521 0,'0'-3'0'0,"0"-2"0"0,0 4 0 0,0 1 0 0,0-3 0 0,0 0 0 0,3 2 0 0,8 0 432 0,8 1-198 0,2-3-99 0,3 2 203 0,8-1-142 0,-1 1-121 16,3-2-75-16,3 0 0 0,-1 2 0 0,0-2 0 16,3-1 0-16,-9 3 0 0,-2-4 0 0,-4 4 0 0,-4 0-15 0,-4-1-180 31,1-1 125-31,-9 3-593 0,-4 0 339 0,-3 0 84 15,-1 0 108-15,0 0-275 0,0 0 177 0,0 5 101 0</inkml:trace>
  <inkml:trace contextRef="#ctx0" brushRef="#br0" timeOffset="-97906.89">15293 8690 1650 0,'-1'0'0'0,"-2"-2"0"0,-1 0 0 0,2 1 0 0,0-1 0 0,2 0 0 0,0 0 0 0,0 2 295 16,0 0-134-16,0 0 269 0,0 2-197 0,0 5-98 0,0 1-50 15,2 1 210-15,2 2-134 0,1 2-62 16,-2 4-32-16,2-2 56 0,-2 4-44 0,0 0 10 15,0 3-60-15,0-3-29 0,-1 5 0 0,1-2 0 16,0 1 0-16,-1 0 0 0,-1-1 0 0,-1-2 0 16,0-1 0-16,0-5 0 0,0 1 0 0,0-1 0 15,0-5-7-15,0-3-20 0,0-1-7 0,0-5-295 16,0 0 140-16,0 0 80 0,-1 0 18 0,-3 0-229 31,3-7 142-31,1-3 71 0,0-2-534 0,0 0 294 0,0-1 160 0,0-3-428 0</inkml:trace>
  <inkml:trace contextRef="#ctx0" brushRef="#br0" timeOffset="-97602.54">15479 8686 2051 0,'-2'-1'0'0,"1"-3"0"15,-2 2 0-15,1 1 0 0,0 1 0 0,1-3 0 0,1 1 0 0,-3 2 339 0,3 0-156 0,0 0-74 0,0 0 192 0,0 0-133 0,0 0-65 16,4 5-25-16,0 2 149 0,0 4-95 0,1 0-48 16,0 4-24-16,0 3 36 0,-2 3-96 0,3 3 0 15,-3-3 0-15,0 4 0 0,0 1 0 0,1 3 0 16,-2 3 0-16,0-4 0 0,0-1 0 0,-1 1 0 16,1-4 0-16,-1-3 0 0,1 5 0 0,1-11 0 15,-3-1 0-15,0-4 0 16,0-2 0-16,0-4 0 0,0 1 0 0,0-5 0 15,0 0-220-15,0 0-57 16,-5-2 121-16,2-5 57 0,-2-3-312 0,3-2 192 16,-2-5 91-16,-1-2-765 0</inkml:trace>
  <inkml:trace contextRef="#ctx0" brushRef="#br0" timeOffset="-97235.27">15494 7711 1582 0,'0'-3'0'0,"0"1"0"0,0-1 0 0,0 0 0 0,0 0 0 0,0 2 0 0,-2-1 309 16,2 2-136-16,0 0-59 0,0 0 175 0,0 2-126 16,0 6-63-16,0 6 35 0,0 0-49 0,0 6-15 0,0 0-10 0,0 5-61 15,0 2-1-15,0-1 38 16,0 2 0-16,-5 5-149 0,-2-4 70 0,2 1 39 15,-5-2-393-15,2 0 215 0,0-4 106 0,-1 4-23 16,3-11-607-16,1-5 335 16,2-4 166-16</inkml:trace>
  <inkml:trace contextRef="#ctx0" brushRef="#br0" timeOffset="-97024.7">15656 7811 2125 0,'-1'-4'0'0,"1"-2"0"0,-2 2 0 0,2 2 0 0,-1 0 0 0,1-1 0 0,0 3 0 0,0-2 0 0,0 2 514 0,0 0-238 0,1 0-120 0,1 2 195 0,1 8-147 0,-1 2-89 0,-1 7-38 0,-1 2-4 15,0 6-33 1,-1 5-40-16,-9 6 0 0,-2 2 0 0,-1 0-35 0,0 6 35 0,-2 3-919 0</inkml:trace>
  <inkml:trace contextRef="#ctx0" brushRef="#br0" timeOffset="-90523.66">15769 8476 701 0,'-2'0'0'0,"-1"0"0"0,2 0 0 0,-1 0 0 0,1 0 0 0,-3-3 0 0,3 3 489 0,-1-3-226 16,1 3-104-16,1 0 289 0,0 0-206 16,0 0-103-16,0 0 273 15,0 3-188-15,0 1-85 0,0 4-57 0,3 1 148 0,3 0-98 0,2 3-47 16,-1-1-25-16,1 3 22 0,0-3-46 0,-1 0-28 16,0-1-8-16,-1 1-35 0,-1-2 8 0,0 2 40 15,-2-4-512-15,0-2 268 0,-1 0 118 0,0 0-884 16</inkml:trace>
  <inkml:trace contextRef="#ctx0" brushRef="#br0" timeOffset="-85423.5">15995 8154 1715 0,'0'0'0'15,"0"0"0"-15,0 0 0 0,0 0 0 0,0 0 0 0,0 0 0 0,0 0 0 0,0 0 286 0,0 0-129 0,0 6-60 16,1-1 219-16,4 4-140 0,6 3-69 16,-2-1-25-16,2 3 12 15,3 1-28-15,-1 2 0 0,2 0-223 0,1 2 97 0,2 3 58 0,-5-3-172 0,2 4 105 0,-2-5 54 16,-2 5 26-16,1-2-513 0,-4-5 252 0,-3-1 45 16,0-3 90-16,-4-3-423 0,1-1 251 0</inkml:trace>
  <inkml:trace contextRef="#ctx0" brushRef="#br0" timeOffset="-85085.97">16355 8011 1310 0,'-4'-5'0'0,"-1"1"0"0,1-2 0 0,1 1 0 0,2 3 0 0,-1-1 323 0,0 2-142 0,1 1-72 0,-2 0 406 15,1 1-243-15,-1 11-117 0,1 5-59 16,-2 5 139-16,-2 2-98 0,-1 10-41 15,1 3-33-15,-3 8 26 0,-2 6-26 0,0 4 0 16,-3 11 0-16,-2 11 8 0,-2-3-33 0,4 2 14 16,-5 3-52-16,3-3 0 0,-2-5 0 0,0 6 0 15,5-24 0-15,1-4 0 0,3-5 0 0,3-6 0 16,1-4 0-16,1 0 0 0,0-15 0 0,3 0 0 16,-1-6 0-16,1-2 0 15,-1-4 0-15,0-1 0 0,2-4 0 0,-1-2 0 0,1 0 0 16,0 0 0-16,0 0 0 0,0 0 0 15,0 0 0-15,-3-2 0 16,2 2 0-16,0-3-51 31,-1 3-226-31,0-5 124 0,2 1 56 0,0 0-588 0,0-2 324 0,0-4 162 0</inkml:trace>
  <inkml:trace contextRef="#ctx0" brushRef="#br0" timeOffset="-84678.89">16466 8518 1459 0,'-16'0'0'0,"-2"-3"0"0,11 2 0 0,0-2 0 0,4 3 0 0,0 0 374 16,3 0-168-16,0 0-75 0,3 0 435 0,10 0-267 15,9-1-134-15,2-1 226 0,6 1-178 0,3-5-86 16,-2 5-127-16,2-2 0 15,1 0 0-15,-1 1 0 0,-2-1 0 0,5 0 0 16,-8 2 0-16,0-2-6 0,-2 1 12 0,-2 1-109 16,-5 1 67-16,1 0 46 0,-11 0-490 0,-1 0 239 15,-5 0 53-15,-2 0-377 0,-1 0 264 0,0 0 123 16,-4 0 74-16,-7-2-451 16,0 1 258-16</inkml:trace>
  <inkml:trace contextRef="#ctx0" brushRef="#br0" timeOffset="-84434.68">16719 8136 996 0,'-9'0'0'0,"1"-3"0"0,0 0 0 0,4 2 0 0,-1-2 0 0,2 1 742 0,0 2-342 16,3 0-187-16,0 2 91 0,0 13-133 0,3 5-67 0,1 7 284 31,3 4-166-31,-3 10-97 0,1 3-44 0,-2 10 104 0,1 8-185 0,-3 3 0 16,2 10 0-16,-3-8 0 15,0-4 0-15,0-4 0 0,0-6 0 0,0-5 0 0,0 0 0 0,0-18-1 16,0-7-95-16,0-6 59 0,0-6 35 0,0-6-163 16,0 1 79-16,0-6-4 0,0 0 34 0,0 0 14 15,0-4 10-15,-3-1-24 0,0 2 10 0,0-2-175 16,1 0 92-16,-1 0 46 0,1-2 0 0,2 1-763 16</inkml:trace>
  <inkml:trace contextRef="#ctx0" brushRef="#br0" timeOffset="-82152.79">2421 8765 761 0,'-15'0'0'0,"2"0"0"0,-1-1 0 0,1-2 0 0,-3 3 0 0,6 0 0 0,-2-3 0 0,0 2 101 0,5 0-32 0,-4 1 0 0,2-2 38 0,2 1-39 0,3-2 0 16,1 2-30-16,1-1 108 0,2 2-53 0,-1-1-19 16,1 1-8-16,0 0 44 0,1 0-36 15,4 0 0-15,6 0 38 0,0 0-27 16,0 0-9-16,4 4-37 0,-1 4 86 0,0 4-44 15,1 3 0-15,3-3 12 0,-1 6-9 0,0-1-46 16,0 1 0-16,2 6 51 31,2-7-25-31,2 7 9 0,-1-4-35 0,3 1 32 0,0 1-32 0,1-2 0 0,4 1-58 0,1 6 39 0,-2-6-10 0,-2-1-50 16,2 1 40-16,-3-3 0 0,3 1 39 16,1 3-46-16,-5-5 26 0,1 2 7 0,-4-4-19 15,0 0 47-15,3 6-44 0,-7-7 8 16,0 4-18-16,0-2 89 0,-1 1-34 0,-1-2 1 15,4 5 47-15,-5-6-41 0,-2 0 17 0,0 0-53 16,1-3 17-16,-3 1-5 0,3-2 12 0,-4 1-65 16,-3-8 28-16,-1 1-1 0,-2 1 20 0,-1-5-31 15,1 1 0-15,-4-1 0 16,0 0 0-16,0 0 0 0,0 0 0 0,0 0 0 16,0 0 0-16,0 0 0 0,-5-1 0 0,-1-1-154 15,1-1-36-15,2 2 97 0,-1 0 40 16,0-1-973-16,3-1 494 0</inkml:trace>
  <inkml:trace contextRef="#ctx0" brushRef="#br0" timeOffset="-81433.13">4013 9295 1316 0,'-7'0'0'16,"2"0"0"-16,2 0 0 0,-1 0 0 0,0 0 0 0,3 0 0 0,-4 0 0 0,4 0 0 0,1 0 110 0,0 0-37 0,0 0 105 0,0 0-70 15,0-2-27-15,3-2-8 0,5 0 34 16,-1-2-35-16,2 0 0 0,0-2-26 0,2 0 70 0,-1 0-40 0,2-2 0 16,2-2-39-16,0 0 96 0,2 0-39 15,3-5-33-15,-2 0 87 0,5 0-55 16,3-3-28-16,3-4 36 0,9-6-23 0,-1-2-9 15,3-2-32-15,6-5-29 0,3-4 29 0,4-1 0 16,6-9 9-16,-7 10-111 0,0-3 51 0,1 0 26 16,1-1-1-16,0 2-186 15,3-6 110-15,-12 11 17 0,-2 1-121 0,1 1 68 16,-4 0 48-16,0 2-18 0,4-3 21 0,-8 4-10 0,1 5 0 16,-1 1 84-16,2-1-28 0,-3 3-13 15,5-3-25-15,-10 10 77 0,-6 3-31 0,-2 2 12 16,-3 4-41-16,-5 3 72 0,-4 0-36 0,-4 7 2 31,-3-2 64-31,-2 3-35 31,0 0 0-31,0 0-75 0,0 0 1 0,0 0 37 0,0 0-3 0,0 0-118 16,0 0 57 0,-3 3 27-16,-1 0-2 0,0 1-647 0</inkml:trace>
  <inkml:trace contextRef="#ctx1" brushRef="#br0" timeOffset="198491.11">25870 13989 0</inkml:trace>
  <inkml:trace contextRef="#ctx0" brushRef="#br0" timeOffset="-80314.29">17488 8239 937 0,'-3'-10'0'16,"0"0"0"-16,-2-1 0 0,1 2 0 0,-2-1 0 0,1-1 0 0,2-2 236 0,-2 1-91 0,2-2-59 0,0-1-25 0,0-2 28 0,1-1-26 15,1-2 0-15,-4-2-40 0,4 0 13 16,-1 0 0-16,1 1-40 0,-3 0 40 0,1 3 0 15,-2 0 9-15,1 4 47 0,-1 2-28 0,-2 6 0 16,-1 2-28-16,1 0 110 0,-2 2-45 0,-2 2-38 16,3 6 78-16,-1 7-53 0,1 4-26 0,2 4 0 15,0 6 90-15,3-1-62 0,1 6-28 16,2 1 86-16,0 4-56 0,0 4-28 31,0 5 9-31,0 0-30 0,2-2-6 0,-1 9-1 0,1 0 0 0,2 2-62 0,-2 12 41 0,0-12-10 16,-1-2-139-16,-1-2 86 0,0-5 41 0,0-4 1 15,-3 2-144-15,-5-12 79 0,0-8 13 0,-2 0-44 16,0-6 47-16,-1-6 6 16,-3 2-11-16,2-11-45 0,-2-3 24 0,1 0 24 0,-2 0-19 0,2-6-228 15,-5-5 125-15,5-5 76 16,0-4 33-16,0-1-441 0,-2-5 237 0</inkml:trace>
  <inkml:trace contextRef="#ctx0" brushRef="#br0" timeOffset="-80157.89">17024 8424 1897 0,'0'-10'0'0,"0"3"0"0,0 2 0 0,0-2 0 0,0-2 0 0,2 5 0 0,12-4 201 0,4 3-82 0,6-3 471 0,4 4-278 0,6-4-128 15,-1 6-79-15,1-1 104 0,4 2-87 0,-1 1-42 16,3 0-1-16,1 0-234 0,-7 0 91 16,-1 6 50-16,-3 3-701 0,-5 3 375 0,-2 0 188 15,0 1 104-15,-12 2-927 0</inkml:trace>
  <inkml:trace contextRef="#ctx0" brushRef="#br0" timeOffset="-79915.51">17574 8678 2763 0,'0'0'0'0,"0"0"0"0,-1 0 0 0,-3 0 0 0,3 0 0 0,-1 0 0 0,2 0 0 0,0 0 325 0,0 5-143 0,0 2-64 0,0 2 317 0,0 5-327 0,0-1-108 0,2 7 0 0,-1-1 0 0,3 1 0 0,-1 4 0 0,0 0 0 0,0 3 0 0,-1-2 0 15,1 0 0-15,-2-5 0 0,1-1-59 0,1-5 4 16,-2-3-217 0,-1-1 151-16,0-1-45 0,0-5-23 0,0-3-286 0,0-1 219 0,0 0 109 0,0-1-505 15,-1-6 298-15</inkml:trace>
  <inkml:trace contextRef="#ctx0" brushRef="#br0" timeOffset="-79671.61">17805 7764 2805 0,'-3'-9'0'0,"0"0"0"0,0 5 0 0,0-2 0 0,2 5 0 0,1 1 0 0,-1 0 0 0,1 5 0 0,0 10 317 0,-2 5-131 0,-1 2-80 15,1 5 87-15,-2 6-79 16,-1 3-38-16,-4 5-124 0,3-1 39 0,-2 3 22 0,-3 1 0 0,2 3-684 16,-2 3 354-16,-2 6 185 0</inkml:trace>
  <inkml:trace contextRef="#ctx0" brushRef="#br0" timeOffset="-75689.41">17705 8744 722 0,'-6'-4'0'0,"1"2"0"0,0 0 0 0,-1-3 0 0,1 0 0 0,3 3 164 16,0-2-64-16,0-2 42 0,2 2-44 0,0-1-35 0,0-1-1 0,0 0 105 31,6 1-66-15,5 0-32-16,0 1 9 0,1 3 55 0,3-2-48 0,-1 1-25 0,0 2 1 0,3 0-40 0,0 0 25 0,-1 8-10 15,-2 1-104-15,-2 6 52 0,1 0 26 0,-4-1-65 16,1 6 54-16,-5 0 15 15,-1 3-1-15,-3-2-126 0,-1 0 65 0,0 2 6 0,-1 1 27 0,-10-6 35 16,-2-1 1-16,-2-2-50 0,-1-2 22 16,-2-6 246-16,0 0-115 0,1-4-52 15,2-3 294-15,1 0-161 0,1 0-84 0,3 0-42 16,0 0 213-16,5-2-132 0,1 1-61 0,2-2 2 16,2-1-33-16,0-1 1 0,2 3-25 0,9-1-70 15,6 1 30-15,2 2 0 0,1-4 14 0,3 3-40 16,3 1 29-16,1 0-9 0,-3 0-301 15,2 0 159-15,0 0 87 16,1 0-639 0,0 0 325-16,-3 0 163 0,-5 0 86 0,-2 0-280 0,-3 0 183 47</inkml:trace>
  <inkml:trace contextRef="#ctx0" brushRef="#br0" timeOffset="-75393.8">18042 7827 1258 0,'3'-8'0'0,"0"0"0"0,-2 0 0 0,-1 2 0 0,2 2 0 0,-2 1 0 0,0-1 260 0,1 1-112 0,-1 3 220 16,2 0-170-16,0 0-81 0,-2 7-40 0,0 10 254 16,0 0-148-16,0 8-64 15,0 1-46-15,-4 6-109 0,-6 1 36 0,2 5 0 0,-3 7 45 16,-1-7-286-16,1 7 138 0,-4 2 70 0</inkml:trace>
  <inkml:trace contextRef="#ctx0" brushRef="#br0" timeOffset="-71188.56">1359 9297 963 0,'-31'-2'0'16,"2"0"0"-16,2 2 0 0,3 0 0 0,-5 0 0 0,11 0 0 0,1 0 524 0,7 5-243 0,2-3-123 0,3 2-60 0,3-3 250 0,2-1-160 0,0 2-75 0,7 1-38 0,11 0 211 0,8 0-115 0,4 0-71 47,6-3 143-31,9 0-103-16,3 0-52 0,7 0 67 0,6-7-155 0,-3 0 0 0,1-1 0 0,0 1 0 0,-1 3 0 0,-2-1 0 0,12-1 0 0,-16 2 0 0,1 1 0 0,-2 3 0 0,-9-3 0 15,-3 3 0-15,0 0 0 0,-17 0 0 16,-7 0 0-16,-10 0 0 0,-3 0 0 0,-2 0 0 15,0 0 0-15,0 0 0 0,-7 0 0 32,-1 0 0-17,-3 0 0-15,1-1 0 0,1 0 0 0,-2-3 0 0,3-1 0 0,-2 2 0 0,3-1 0 0,0 1 0 16,-2 1 0-16,6 1 0 0,0-1 0 0,2 2-309 16,1 0 128-16</inkml:trace>
  <inkml:trace contextRef="#ctx0" brushRef="#br0" timeOffset="-70477.34">3325 9775 857 0,'-14'-6'0'0,"3"1"0"0,-3-1 0 0,2 3 0 0,2 0 0 0,-4-2 0 0,8 3 169 0,0 2-66 0,0-2 323 16,4 2-195-16,2 0-96 0,0 0-41 0,0 2 236 15,9 8-147-15,9 2-73 0,4 2-37 16,5-2 336-16,9 1-177 0,1-2-102 16,5-3-47-16,3-5 79 0,5-1-62 0,-1-2-32 15,10 0-32-15,-7 0-36 0,2 0 0 0,0-5 0 31,-6-3 0-31,3-1 0 0,-13 1 0 0,-5 1-154 0,-7 0 47 0,-6 2 72 16,-7-1 36-16,0 3-567 0,-10 0 274 0,-3 1 134 0,0 1 24 0,-3-1-499 16,-4 2 297-16</inkml:trace>
  <inkml:trace contextRef="#ctx0" brushRef="#br0" timeOffset="-68475.67">18095 8425 2784 0,'0'0'0'0,"0"0"0"0,0 0 0 0,0 0 0 0,-2 0 0 0,1 0 0 0,1 0 0 0,0 0 0 0,0 0 295 0,0 0-130 0,0 1-20 0,0 2-59 0,1 0-24 0,2 1-1 0,1-2-244 0,4 1 119 0,-3 0 46 16,0-2 27-16,0 3-715 0,-1-2 372 0</inkml:trace>
  <inkml:trace contextRef="#ctx0" brushRef="#br0" timeOffset="-64462.8">18534 8432 1122 0,'-16'0'0'0,"1"0"0"0,2 0 0 0,6 0 0 0,0 0 0 16,4 0 0-16,-1 0 0 0,4 0 456 0,0 1-215 0,0 2-101 0,10 2-52 15,6-2 228-15,3 2-140 0,4-1-60 16,-1 0 147-16,5 1-113 0,-1-2-57 0,2 2 47 16,0 1-52-16,3-2-16 0,-3 1-9 0,-1 0-63 15,-3-1 0-15,0 1 36 16,0-1 1-16,2 0-245 15,-8-1 118-15,-2 1 63 32,-2-3 32-17,-3 0-563-15,-5 1 284 0,1 0 73 0,-7-2-495 0,0 1 331 0,0 2 163 0</inkml:trace>
  <inkml:trace contextRef="#ctx0" brushRef="#br0" timeOffset="-64301.23">18562 8675 2195 0,'0'3'0'0,"0"-2"0"0,0 3 0 0,0-1 0 0,0 4 0 0,0-2 0 0,0 2 0 0,0 2 0 0,5 1 0 0,4 0 648 0,2 3-296 0,4-2-162 16,0 3-45-16,2-1-54 0,-1 1-27 15,2 1-475-15,1 0 233 0,-4-1 102 0,1 0 57 0,-4-2-697 16,0-1 376-16,0 0 188 16,-3-1 1-16,-2-7-312 0,-3 2 214 0</inkml:trace>
  <inkml:trace contextRef="#ctx0" brushRef="#br0" timeOffset="-64059.96">18893 8665 2635 0,'0'0'0'0,"0"0"0"0,0 0 0 0,0 0 0 0,0 0 0 0,0 0 0 0,-2 2 0 0,0 6 0 0,-2 0 427 0,-1 5-195 0,-1 5-98 0,-5 7 290 15,-2 9-345-15,-2 8-79 0,-2 5 0 0,-2 9 0 16,-2 4 0-16,0 1 0 0,-1 4 0 0,-1 5 0 15,4-12 0-15,1-4 0 0,3-4 0 0,3-5 0 16,1-6 0-16,1 2 0 0,5-14-323 0,0-6 96 16,0-4 28-16,2-4-328 0,-2-5 246 0,2 1 112 15,0-9 69-15,1 0-386 16,-2-3 225-16,1-8 112 0,1-5 56 0,1-7-202 0</inkml:trace>
  <inkml:trace contextRef="#ctx0" brushRef="#br0" timeOffset="-63810.55">18804 7919 1976 0,'-6'-5'0'0,"-2"2"0"0,3-1 0 0,2 4 0 0,1 0 0 0,0 0 0 0,2 7 0 0,0 6 593 0,0 5-269 0,0 3-149 16,2 2-69-16,1 3 8 0,0 2-38 0,-1 3-1 0,0 3-29 0,-2 1-10 15,3 0 1-15,-2 0 0 16,1-1-717-16,-2-2 359 0,0 7 188 0,0-10-765 0,0-2 432 0</inkml:trace>
  <inkml:trace contextRef="#ctx0" brushRef="#br0" timeOffset="-63545.87">19113 8095 671 0,'8'0'0'0,"-1"2"0"0,-1 0 0 0,3-1 0 0,1 1 0 0,-2 2 679 15,4 1-312-15,-3 1-170 0,4 3-81 0,-1 4 426 0,1 2-254 0,4 8-116 16,-4 1-73-16,2 8 224 0,-4 7-143 0,-2 4-73 16,0 8-32-16,-4 8 8 0,-5-4-51 0,0 5-190 31,-5 1 95-31,-10 2 50 0,-5-1 24 0,-7 9-222 0,4-14 119 0,-5-5 64 16,-2 2 32-16,-1-7-808 0,-2-3 389 0,-1 4 157 15</inkml:trace>
  <inkml:trace contextRef="#ctx0" brushRef="#br0" timeOffset="-60069.64">10485 7220 409 0,'-8'0'0'0,"3"0"0"0,-4 0 0 0,0 1 0 0,4-1 214 0,1 3-88 0,-1-3-45 16,2 0 0-16,0 0 158 15,-1 0-92-15,3 0-59 0,1 3-26 0,-3-3 81 16,3 0-53-16,0 0-26 0,0 0 135 0,0 0-85 0,0 1-39 0,4-1 132 16,4 1-85-16,3 1-42 15,3 1 8-15,2-1 110 0,4 0-81 0,3 0-40 16,5-1 0-16,3 3 82 0,4-3-66 0,1 2-28 16,4 0 0-16,5-2-2 0,4 0-1 0,9 3-16 15,-4-3-48-15,2 3 0 0,2-2 39 16,-1 1-89-16,-2-1 44 0,6-2 9 0,-13 2 36 0,-2-2-183 15,-8 0 88-15,-1 0 17 0,-7 0 30 0,4 0-190 16,-13 0 97-16,-6 0 24 0,-1 0 32 0,-8-2-122 16,-2 2 67-16,-1-2 20 15,-3 2-110-15,0 0 79 0,0 0 38 0,-7 0-521 16</inkml:trace>
  <inkml:trace contextRef="#ctx0" brushRef="#br0" timeOffset="-59380.84">13122 7122 765 0,'-28'2'0'0,"7"-2"0"0,1 3 0 0,1-1 0 0,6 0 0 0,3-1 0 0,0 1 364 16,6-2-169-16,4 0-78 0,0 0 248 16,0 0-164-16,6 0-82 0,8 0 200 0,9 0-145 0,4 0-69 15,10 0-34-15,7 0 242 0,7 2-139 0,8 1-58 16,2 3-45-16,6-2 86 15,4 1-60-15,8 0-30 0,11-1 74 0,25 1-141 16,-2-4 0-16,9 0 0 0,8-1 0 0,1 0 0 16,-3 0 0-16,9 0 0 0,-36-1 0 0,-9-3 0 15,-8 2 0-15,-10 2 0 0,-8 0 0 0,0 0 0 16,-25 0 0-16,-6 0 0 0,-2 5 0 0,-6-3 0 16,-6 0 0-16,-3 0 0 15,-11-1 0-15,-5-1 0 0,-2 0 0 0,0 0 0 0,0 0 0 0,-11 0-97 16,-3 0 34-16,-6 0 0 0,-5 0 41 0,-1 0-891 15,-9 0 439-15</inkml:trace>
  <inkml:trace contextRef="#ctx0" brushRef="#br0" timeOffset="-58696.1">8830 10122 2135 0,'-8'0'0'0,"-2"0"0"0,4-3 0 0,2 2 0 0,-1 0 0 0,1 1 0 0,4 0 0 0,0-2 356 63,1 2-160-63,11-2 375 0,9-1-267 0,5-1-124 0,6-6-77 0,4 1-17 0,3 3-86 0,4-6 0 0,-1 3 0 0,6 0 0 0,-7 1 0 0,3 1 0 31,2-1 0-31,-4 3 0 31,-1-2 0-31,3 2 0 0,-10 4 0 0,-2-3 0 0,-6 2 0 0,-3 1-99 0,0 1-125 0,-12 0 111 0,-4 0-13 0,-6 0-361 0,2 0 225 0,-3 0 113 0,0 0 47 0,-8-2-164 16,-2 0 115-16,-6-3 57 0,0 3 29 0,-2-5-524 0</inkml:trace>
  <inkml:trace contextRef="#ctx0" brushRef="#br0" timeOffset="-58432.57">9195 9707 1677 0,'-7'-8'0'0,"-1"1"0"0,3 2 0 0,2 0 0 0,0 4 0 0,0-4 424 0,3 4-199 0,0 1-94 0,0 0 417 16,2 10-256-16,3 6-128 0,3 5-55 0,1 2 252 16,-1 8-361-16,1 7 0 15,-5 2 0-15,3 6 0 0,-4 8 0 16,1-1 0-16,-2 5 0 0,-1 0 0 0,-1 2 0 0,0-3 0 15,0 2 0-15,0-15 0 0,0-4 0 0,0-8-271 16,0-5 65-16,0-8 106 0,0 1-34 0,1-13-159 16,1-7 128-16,-2 0 65 15,1 0 31-15,-1-7-146 0,2-9 93 0,-2-2 43 16,2-4-404-16,-2 1 223 16</inkml:trace>
  <inkml:trace contextRef="#ctx0" brushRef="#br0" timeOffset="-56777.33">9975 9993 1694 0,'-15'-4'0'0,"2"1"0"0,2-1 0 0,2 3 0 0,3 0 0 0,4 1 0 0,2 0 0 0,0 0 345 16,7 0-155-16,10 0 359 0,5 2-247 0,7-2-138 16,4 3-64-16,4-3 129 0,2 0-97 0,-1 0-48 15,6 0-15-15,-8 0 4 0,-4 0-73 0,2 0 0 16,-2 0 0-16,-3 0 0 0,4 0 0 16,-9 0 0-16,-5 0-334 0,-2 0 133 15,-5 0 119-15,-4 0-723 0,1 7 352 0,-9-2 213 0,0 4 102 0,-4 1-254 16</inkml:trace>
  <inkml:trace contextRef="#ctx0" brushRef="#br0" timeOffset="-56601.16">10068 10210 3136 0,'-2'1'0'0,"0"3"0"0,2 0 0 0,0 2 0 0,0 3 0 0,0-2 0 0,2 3 0 0,6 0 0 0,5 2 0 0,0-2 0 0,3 6 236 15,2-5-105-15,0 1-48 0,0 1-23 0,1 0-503 0,-2 2 240 16,2 2 128-16,-4-3 52 0,-2 2-352 16,-1-4 205-16,2 1 104 0</inkml:trace>
  <inkml:trace contextRef="#ctx0" brushRef="#br0" timeOffset="-56377.4">10453 10152 1715 0,'-4'0'0'0,"1"-3"0"0,2 1 0 0,-3-2 0 0,3 1 0 0,-2 3 0 0,-1 0 856 0,-3 0-415 16,2 14-202-16,0 7-102 0,-4 4 292 0,1 9-315 0,-4 8-114 15,2 4 0-15,-5 6 0 0,1 11 0 0,-3 7 0 16,-2 8 0-16,-1-5 0 0,0-1 0 0,-1 0 0 16,-2-2 0-16,0-4-36 0,0 2-8 0,6-15-505 15,1-10 273-15,3-8 136 0,6-3-33 0,-1-11-265 16,3-2 191-16,3-14 111 0,2-5 49 15,-1 0-467-15,1-3 258 0,-3-14 131 16</inkml:trace>
  <inkml:trace contextRef="#ctx0" brushRef="#br0" timeOffset="-56126.64">10289 9409 1937 0,'-2'-15'0'0,"-3"2"0"0,2 7 0 0,0-1 0 0,3 7 0 0,0 0 214 0,0 0-88 16,0 14-35-16,0 6 436 0,0 6-245 0,3 3-122 16,0 7-62-16,-3 6 108 15,2-3-89-15,-1 3-40 0,1 1 0 0,-2 2-339 0,0-2 149 16,0 7 85-16,0-12-526 0,0 1 295 15,0-3 149-15,0-7-756 0,0-3 417 0,0 1 190 16</inkml:trace>
  <inkml:trace contextRef="#ctx0" brushRef="#br0" timeOffset="-55783.26">10953 9779 1553 0,'-11'-10'0'0,"3"4"0"0,-3-1 0 0,3 6 0 0,-4 1 0 0,2 0 0 0,-7 5 0 0,1 14 675 0,-5 5-311 0,0 8-168 15,2 7 270-15,-3 6-215 0,5 5-107 0,2 5 138 0,6 8-282 0,7-1 0 16,2-3 0-16,10 1 0 0,11-7 0 0,7-5 0 16,7 5 0-16,1-16 0 0,3-3 0 15,2-8 0-15,3 1 0 0,-3-5-442 16</inkml:trace>
  <inkml:trace contextRef="#ctx0" brushRef="#br0" timeOffset="-54918.77">19105 9772 1646 0,'0'-8'0'0,"0"0"0"0,0-1 0 0,0 5 0 0,3 0 0 0,2 0 0 0,2 3 0 0,-1 1 0 0,5 0 0 0,1 0 477 16,1 11-221-16,4 1-111 0,-1 6 313 0,4 4-202 15,-3 1-115-15,1 4 235 0,1 5-200 0,-1 2-176 0,-1 4 0 16,1 4 0-16,-4-2 0 0,-4 2 0 16,-3 2 0-16,-3 6 0 0,-4-1 0 0,0 9 0 15,-16-8 0-15,-7 5 0 0,-6-1 0 16,-4 4 0-16,-3-5-193 0,-5 10-98 16,3-17 83-16,-2 0-602 0,3-5 388 0,-2-5 193 15,4-7 97-15</inkml:trace>
  <inkml:trace contextRef="#ctx0" brushRef="#br0" timeOffset="-51729.96">1829 8837 354 0,'-3'0'0'0,"1"0"0"0,-2 0 0 0,1 0 0 0,0 0 98 16,1 0-36-16,0 0 1 0,0 0-26 0,-2 0 70 15,3 0-35-15,-2 0 10 0,1 0-45 0,1-4 106 16,1 3-52-16,0-2-28 0,0 0 97 0,0-2-53 16,0 0-39-16,0 0 80 0,0-1-55 0,0-2-28 15,0 2 0-15,0 0 43 0,1-1-40 0,4-1 1 16,-1-1-32-16,0 4 45 0,0-4-45 16,1 1 10-16,2 0-10 0,0 1 36 15,5 2-1-15,-4-1-35 0,4 0 26 0,2 2-17 0,-2 3-8 16,3-2-25-16,-1 3 24 0,0 0 0 15,0 0 0-15,5 8-57 0,-5 5 23 0,1-1 1 16,-5 5 33-16,1 2-38 0,-3 3-14 0,0 3 53 16,-6-1-31-16,0 1-20 0,-2 2 8 0,0 2 1 15,-11 1 62-15,0 1-38 16,-5-5-12-16,-2-1 98 0,0-1-43 0,-3-5 0 16,0-3-36-16,-1 2 48 0,2-10 1 0,2 0-46 0,0-5 16 0,1-3-58 15,1 0 49-15,-1 0 6 16,8 0 1-16,-2 0 23 15,5 0-29-15,0-2-1 0,5-1 96 0,-1-1-45 0,2 0-88 0,0 3 0 16,2 1 0-16,8-3 0 0,6 1 0 0,-3 2 0 47,7 0 0-47,0 0 0 0,3 0 0 0,1 0 0 0,4 0 0 0,0 0 0 0,-3 0 0 0,4 0 0 0,-4 0 0 0,3 2 0 0,2 1 0 0,-6-2 0 16,-3 1 0-16,0 0 0 15,-4 0 0-15,-2-2 0 0,1 2 0 0,-11 0 0 16,2-2 0-16,-6 0 0 0,1 0 0 0,-2 0 0 15,0 0 0-15,0 0 0 0,-2 0 0 0,-3 0 0 16,-1-2 0-16,0-4 0 0,3 3-72 0,-3-2-311 16,3 2 159-16</inkml:trace>
  <inkml:trace contextRef="#ctx0" brushRef="#br0" timeOffset="-41430.51">11501 9939 1180 0,'0'0'0'0,"0"0"0"0,0 0 0 0,0-3 0 0,0 3 0 0,0-2 0 0,0 0 178 0,0-1-72 0,0-2-34 0,0 2 25 16,0-5-34-16,0 2-1 0,0-4-26 0,0 1 63 16,1-5-32-16,1-1 9 15,1-2-34-15,-1 2-6 0,-1-4 1 0,1 1-1 16,0-3 32-16,-2 1-23 0,0-1-9 0,0 4 25 15,0-1 0-15,-4 0-24 0,1 3-1 0,-5-1 52 16,0 5-9-16,-1 0-42 0,1 4-1 0,2 2 45 0,-4 2-22 16,1-1 9-16,0 4 50 0,1 0-41 15,-1 0-1-15,3 7-39 0,-1 5 43 0,0 2 9 16,1 3-53-16,2 5 56 0,2 4-29 0,0 6 1 16,2 4-28-16,0 10 76 0,0 3-43 0,0 6-66 15,0 7-3-15,2 8 0 0,1 8 0 0,0-5 0 16,3 1 0-16,-3-5 0 0,-2-4 0 15,4-6-43-15,-5 1-34 0,2-17 48 16,-2-4 10-16,0-7-135 0,0-4 63 0,-2-5 44 16,-4 1-9-16,-3-12-126 0,-1-5 61 0,1-2 44 15,-3-5 12-15,0 0-90 0,-3 0 50 0,1-7 40 16,1-10-362-16,-2 0 196 16,2-8 98-16,1-4-485 0,-1-9 282 0</inkml:trace>
  <inkml:trace contextRef="#ctx0" brushRef="#br0" timeOffset="-41204.33">11149 10188 884 0,'-2'-10'0'15,"-3"5"0"-15,-1-2 0 0,3 5 0 0,1-1 0 0,2 1 670 0,0 1-317 0,0 1-158 0,13 0-71 0,5 0 504 16,3 0-296-16,7 0-148 0,5 0-74 0,2 0 324 16,5 0-417-16,-3 0-17 0,2 0 0 0,1 0 0 15,-1 1 0-15,1-1 0 0,0 2 0 0,-9-2 0 16,-6 3 0-16,-1-3 0 0,-8 0 0 0,0 2 0 15,-8-2 0-15,-7 0-212 0,-1 0 71 16,0 0-7-16,0 0 65 0,-9 0-113 16,0 0 84-16,-2-2 38 0,-1-3-485 0,1 2 261 15,1-1 132-15,0 3-292 0,3 1 215 0</inkml:trace>
  <inkml:trace contextRef="#ctx0" brushRef="#br0" timeOffset="-40780.16">11800 10365 1910 0,'-2'0'0'0,"-5"-2"0"0,4-1 0 0,-2 3 0 0,2 0 0 0,0 0 0 0,2 0 408 0,-3 0-177 0,4 9 197 0,0 5-195 0,0 3-99 16,0 1-49-16,0 8 66 15,0 2-48-15,3 0-39 0,-2 6 1 0,1-3 3 0,1 6-17 16,1-3-51-16,-3 4 0 0,2-9 0 16,-1-2 0-16,2 0 0 0,-3-8 0 0,-1-1 0 15,1-2 0-15,-1-7 0 0,0-6 0 0,0-1 0 16,0-2 0-16,0 0 0 0,0 0 0 0,0 0 0 16,0-2 0-16,0-4 0 0,0-2 0 0,0 2 0 15,0-2 0-15,0 3-545 0,0-3 85 0</inkml:trace>
  <inkml:trace contextRef="#ctx0" brushRef="#br0" timeOffset="-39659.75">11649 10493 400 0,'-6'-6'0'0,"-2"-1"0"0,3 0 0 0,-1 3 0 0,1-1 0 0,-1-2 339 0,0 2-151 0,1-1-67 16,-1-1 176-16,1 3-131 31,0-3-65-31,2 1 132 0,-2-1-99 0,1-1-39 0,3 2-34 0,-1-2 42 0,2-1-34 0,0 1 1 31,0 1-34-31,0-5 104 0,2 4-56 0,4 2-24 0,3-1 0 0,1 1 68 0,1 1-46 0,2-2-13 16,-1 6 42-16,3-1-37 16,-1 2 1-16,4 0-2 0,-2 0-37 0,4 3 10 0,-5 7-10 0,2 2-32 15,-2 3 32-15,1 2 0 0,-1 4 1 16,-2 4-64-16,-4 1 27 0,-1 2 1 0,-3 0 35 15,-1 1-84-15,-4 1 39 0,0 3 9 16,0-2-46-16,-6-3 30 0,-7 3 4 0,-2-4 6 16,-5-1 9-16,-3 3 6 0,0-9-10 0,-3-2 38 15,0-3 0-15,-1-3-29 0,-1-2 3 0,-1 0 50 16,2-9-22-16,4 0 0 31,3-1-14-31,0 0 153 0,0 0-166 0,8 0-12 0,5 0 0 0,1-1 0 0,5 0 0 0,1-4 0 16,0 3 0-16,0 0 0 0,1 1 0 0,10-2 0 0,6 3 0 15,2 0 0-15,5 0 0 0,0 0 0 16,4 0 0-16,0 0 0 0,4 0 0 0,-3 0 0 16,6 4 0-16,-6-1 0 0,-1 2 0 0,1-3 0 15,-3 1 0-15,-1 0 0 0,3 2-111 0,-8-2 16 16,-4 0 16 0,-1-2-191-16,-4-1 116 0,-1 3 59 0,-3-3 21 0,-4 0-147 0,-1 0 93 0,-2 0 45 15,0 0-571-15,0 0 308 0</inkml:trace>
  <inkml:trace contextRef="#ctx0" brushRef="#br0" timeOffset="-39016.46">11622 10415 247 0,'-4'-1'0'0,"0"-2"0"0,0 2 0 0,0-3 0 0,1 2 0 0,-1-1 303 0,1 2-133 0,1-1-67 0,-1 0 172 0,2-1-110 16,-1 0-69-16,2 2-30 0,0 1 62 0,0-5-46 15,0 4-22-15,2-2 130 0,4 0-81 0,4 2-36 16,2-1-1-16,2 2 48 0,1 0-42 0,1 0 9 16,3 0-51-16,-2 0 15 15,1 7-14-15,-1 1-1 0,1 3-34 0,0-1 43 16,-3 0-8-16,-2 5-1 0,0 1-31 0,-3-2 32 15,1 4-1-15,-4 2-43 0,-2-1 17 0,-4 2-7 16,-1 1 32-16,0 0-97 16,0 5 48-16,-9-6 5 0,-2 2 0 0,-5-2-113 0,2 1 65 15,-5-2 23-15,-4 1 1 0,7-6-115 0,-7-1 68 0,3-4 21 16,0-1 1-16,-2-2 26 0,-1 1 0 0,3-6 66 16,2-1-31-16,1-1-13 15,1 0-19-15,4 0 304 0,0 0-144 0,6 0-59 0,1-1-38 0,3-1 340 16,2-2-172-16,0 3-66 15,0-2-32-15,0 2-38 0,8-1 1 0,5 2-31 16,2 0 25-16,1 0 1 0,4 0-17 0,0 0 28 16,1 0-37-16,2 2 1 15,1 3-1-15,0-1-26 0,3-1-8 0,-3 3-2 16,0-1 0-16,-1 0-25 0,2-2-15 0,-4 2 17 0,5-1-251 16,-8 2 128-16,-1-4 74 0,-2 2-235 15,-3-3 142-15,0 0 50 0,-4 0 32 0,-3-1-381 0,-1 0 214 16,-2 0 107-16,-2 0 53 15,0 0-293-15</inkml:trace>
  <inkml:trace contextRef="#ctx0" brushRef="#br0" timeOffset="-37993.07">11815 9428 1690 0,'0'-17'0'0,"0"5"0"0,-1 1 0 0,-2 5 0 0,3 4 0 0,0 0 0 0,0-1 0 0,0 3 0 0,0 0 190 0,0 0-82 0,4 6-34 0,2 5 181 0,1 6-109 0,-1 2-53 0,1 6-19 0,-6 1 106 0,-1 7-71 0,0 4-35 15,-3 6-147-15,-8 4 56 0,-3 6 37 0,-3-5-761 16,0 6 390-16</inkml:trace>
  <inkml:trace contextRef="#ctx0" brushRef="#br0" timeOffset="-35173.18">12119 10310 1200 0,'-6'0'0'0,"3"0"0"0,2-1 0 0,-3-1 0 0,3 1 0 0,-1-1 0 0,-1 2 447 0,3 0-211 0,0 0-100 16,0 2 228-16</inkml:trace>
  <inkml:trace contextRef="#ctx0" brushRef="#br0" timeOffset="-35084.79">12099 10317 2582 0,'0'13'117'0,"0"5"-31"0,0 6-10 0,3 2-41 0,-2 5 1 0,0 4 211 0,0 6-106 0,1 5-44 0,-2 0-35 0,0 1 51 0,0-2-39 0,0 2 0 0,0-3-38 0,0-2-1 0,0-11 1 0,0-2-1 0,0-9-30 0,0-1 0 0,0-5 30 0,0-2-31 0,0-10-117 0,0-2 52 0,0 0 47 0,0 0-591 0,0-2 277 0,0-6 156 0,0-3 76 0,0-6-384 0,0-3 221 0</inkml:trace>
  <inkml:trace contextRef="#ctx0" brushRef="#br0" timeOffset="-34576.06">12177 9356 1586 0,'1'-10'0'0,"0"0"0"0,0 1 0 0,-1 4 0 0,2 2 0 0,-2 0 0 0,2 0 0 0,-2 2 210 0,1 1-86 0,1 0-45 15,0 3 1-15,0 9-43 0,-2 4 8 0,0 5 359 16,0 7-184-16,-4 3-91 0,-4 3-47 0,-3 5 223 16,-3 4-126-16,3-4-75 0,-2 1-34 0,2-1-667 15,-1 3 317-15,1-1 158 16</inkml:trace>
  <inkml:trace contextRef="#ctx0" brushRef="#br0" timeOffset="-34002.48">12447 10135 2539 0,'0'8'0'0,"0"0"0"0,-5-1 0 0,2-1 0 0,0 0 0 0,1 0 0 0,0 1 416 0,0 3-180 31,2-3-106-31,0-1 334 0,0 2-318 0,0-3-146 0,2 2 0 0,3 1 0 0,3-6 0 0,-1 3 0 16,-1-2 0-16,2 0 0 0,-1 0 0 46,0-2 0-46,-2 1-677 0,2-2 245 16</inkml:trace>
  <inkml:trace contextRef="#ctx0" brushRef="#br0" timeOffset="-27716.07">13003 10007 1591 0,'0'0'0'0,"0"0"0"0,0 0 0 0,0 0 0 0,0 0 0 0,0 0 0 0,0 0 0 0,0 0 0 0,0 0 250 0,0 0-107 0,0 0 105 15,0 3-110-15,0 1-50 16,8 3-26-16,-2 0 193 0,2 5-109 0,3 2-45 0,1 1-37 0,1 2 42 16,2 0-34-16,-1 3-1 0,3 4-34 0,-1-2-65 15,1 2 28-15,-4-2 0 0,2 2-141 0,-4-4 88 16,4 3 54-16,-8-5-300 0,-2-3 162 0,-1-2 48 15,0-2 49-15,-3-3-228 0,1-2 117 0,-1-4 23 16,-1 0 45-16,0-2-335 0,0 0 191 16,0-5 95-16,0-8-335 0,3-5 220 15</inkml:trace>
  <inkml:trace contextRef="#ctx0" brushRef="#br0" timeOffset="-27391.65">13386 9885 1707 0,'0'-6'0'0,"0"1"0"0,0 0 0 0,0 1 0 0,0 0 0 0,0 1 0 0,0 1 0 0,0 0 302 0,0 0-133 0,0 2-66 0,0 0 97 0,0 6-72 0,0 5-50 0,0 8 0 0,-4 3 280 0,-3 7-160 0,-1 5-81 0,-2 9 203 0,0 3-147 0,-7 3-173 0,1 7 0 0,-4 6 0 0,-1 8 0 0,-4 8 0 0,1-6 0 0,1-2 0 0,1-2 0 0,1-4 0 0,5-6 0 0,-3 1 0 0,10-20 0 0,2-4 0 0,3-6 0 0,-1-9 0 0,5 0 0 0,-3-2 0 0,3-9 0 15,0-4 0-15,0-1 0 0,0-1 0 0,0 2 0 0,0-5 0 16,0 0 0-16,0 0 0 0,0 0 0 0,0 0 0 0,0 0 0 0,0-2 0 0,0-1 0 16,0 2 0-16,0-1 0 15,0 2 0-15,0-1 0 0,-3-2-201 0,0 3-114 16,1 0 140-16,-1 0 69 0,1-3-684 0,1 2 368 0</inkml:trace>
  <inkml:trace contextRef="#ctx0" brushRef="#br0" timeOffset="-26504.86">13790 10332 1718 0,'-2'-2'0'0,"-5"-3"0"0,2 1 0 0,0 0 0 0,3 1 0 0,2-1 0 0,0 1 0 0,0 2 282 0,4-1-122 0,12-1-61 0,4 2 291 0,4 1-176 0,6-1-79 0,0-1-54 0,2 2 77 0,1-3-60 0,1 3-31 0,6 0 10 0,-6 0-78 0,1 0 1 0,-2 0 37 0,-2 0-279 0,-3 0 139 0,2 0 80 0,-10 0 25 0,-4 5-550 0,-5 0 285 0,-3-2 60 0,-5 1-495 0,1 2 321 0,-4-2 175 0</inkml:trace>
  <inkml:trace contextRef="#ctx0" brushRef="#br0" timeOffset="-26338.74">14111 9985 2139 0,'-7'0'0'0,"2"0"0"0,1 0 0 0,-2 0 0 0,3 1 0 0,0 9 0 0,0 4 0 0,3 4 0 0,0 8 318 0,0 4-140 0,0 5-70 0,0 10 125 0,0 5-89 0,0-1-58 16,1 3-24-16,1 2-190 15,-1-5 83 1,3 3 41-16,-3 2 10 0,1-10-185 0,-1-6 108 0,2-2 54 0,-3-6-511 0,0-2 280 16,0-3 48-16,0-9-436 0,0-8 299 0,0-4 150 15</inkml:trace>
  <inkml:trace contextRef="#ctx0" brushRef="#br0" timeOffset="-25897.7">14874 10086 1107 0,'0'-18'0'15,"0"-7"0"-15,0 6 0 0,-1-1 0 0,1-2 0 0,0 2 0 0,0-3 0 0,0-4 135 0,0 8-54 0,0-3-17 0,0 3-1 0,1 2-26 0,1 0-1 16,0-1 77 0,-1 4-43-16,-1 4 0 0,0 1-34 0,0 0 148 31,0 3-74-31,0-1-27 0,-1 2-10 0,-6 5 166 0,1-1-102 0,-3-3-50 0,1 4 134 0,-3 0-84 0,-1 0-54 0,1 10 28 31,-2 2-37-31,1 5 0 0,1 2-37 0,-1 3 98 16,4 4-53-1,1 6-1-15,4 5-44 0,0 1 97 0,1 10-134 0,2-1 0 0,0 3 0 0,0 4 0 0,0 1 0 0,2 4 0 0,3 12 0 0,-1-9 0 32,1 4 0-17,-2 0 0-15,1-2-75 0,-3-3 27 0,-1 6 44 0,0-21-162 0,-1-3 85 0,-7-6 9 0,-3-3 32 0,-2-7-165 16,-1 0 75-16,0-13 51 0,0-7 1 0,1-5-75 16,-2-2 58-16,3 0 30 0,-6-5-321 15,6-7 180-15,0-5 85 0,1-5-423 0,-1-4 255 0,2-4 125 16,-3-8 55-16</inkml:trace>
  <inkml:trace contextRef="#ctx0" brushRef="#br0" timeOffset="-25739.31">14487 10311 927 0,'0'-10'0'0,"-2"3"0"0,-1 1 0 0,0 0 0 0,2 0 334 0,1 3-148 0,0 0-75 16,1-2-37-16,11 5 605 0,5-4-311 0,5 2-171 15,3 1-80-15,5 1 387 16,4 0-234-16,2 0-117 0,4 0-150 0,1 0 5 15,-1 0-8-15,1 1-665 0,-4 5 319 0,3 3 200 0,-10 0 87 16,-5 2-1009-16</inkml:trace>
  <inkml:trace contextRef="#ctx0" brushRef="#br0" timeOffset="-25361.76">14958 10503 2451 0,'-9'0'0'16,"3"0"0"-16,1 0 0 0,1 0 0 0,0 0 0 0,4 0 0 0,0 0 0 0,0 0 0 0,5 2 341 0,8 3-153 0,1 2-63 0,1 0-44 16,2 4 9-16,-2 1-53 0,0 0-301 15,-1 4 150-15,-2-1 76 0,-2 1 37 0,-1 4-223 16,-4 1 125-16,-4-3 68 16,-1 3 34-16,0-1-47 0,-12 1-47 0,-2-1 44 15,-5 0 209-15,-2-6-92 0,-2 1-62 0,-1-4 525 16,1-1-257-16,-2 0-132 0,7-5-32 0,3-3 151 0,4 0-263 15,4-2 0-15,4 0 0 0,1 0 0 0,2 0 0 0,8 0 0 16,10 0 0-16,4 0 0 16,4 0 0-16,2 0 0 0,2 0 0 0,-1 0 0 15,2 6 0-15,-1 0 0 0,4-3 0 0,-6 2-62 16,-1 0-46-16,-2 2-534 0,-3-2 303 0,-2-1 151 78,0 1 67-78,-9-4-557 0,-1-1 320 16,-6 0 161-16</inkml:trace>
  <inkml:trace contextRef="#ctx0" brushRef="#br0" timeOffset="-25183.01">15262 9714 2088 0,'-3'-13'0'0,"-3"2"0"0,3 4 0 0,2 5 0 0,-1 1 0 0,0 1 0 0,-1 0 0 0,-2 5 351 0,2 14-162 15,-3 5-76-15,-1 6 174 0,-3 6-125 0,-1 10-63 0,-4 4-23 0,3 0-272 16,-1 3 115-16,0 1 59 16,2 5 29-16,-4 5-891 0</inkml:trace>
  <inkml:trace contextRef="#ctx0" brushRef="#br0" timeOffset="-23585.68">15329 10594 714 0,'-6'0'0'0,"1"-4"0"0,-1 1 0 0,2-2 0 0,1 3 0 0,-2-2 0 0,2-2 0 0,1 4 106 0,0-3-35 0,2 0 0 16,0 0-35-16,0-2 97 0,0 3-52 0,0-3-1 15,2 1 66-15,6 1-55 0,0 3-28 0,4-3 102 16,-1 1-69-16,3 1-30 0,-1 0-1 16,2 3 34-16,-2 0-32 0,1 0 9 0,1 0-40 15,-4 3-2-15,1 5 2 0,-2 2 0 0,-2 1 0 0,1 4-47 16,-4 3 19-16,-3 2 0 0,-2 2-74 15,0 4 51-15,-4 2 26 0,-8 2-99 16,-2-4 39-16,-3 1 34 16,-2 0-4-16,-3-3 121 0,-3-1-52 0,4-5-2 15,0-3-57-15,1-2 337 0,0-6-148 0,5-2-77 0,-3 0-18 0,10-5 139 16,2 0-95-16,2 0-46 16,3 0 188-16,1-1-117 0,0-1-139 0,1-1-15 15,12-1 0-15,6 1 0 0,0 1 0 0,4 1 0 16,3 1 0-16,1 0 0 0,-1 0 0 0,1 0 0 15,2 0 0-15,-5 1 0 0,6 3 0 0,-6-1-13 16,0 0-95-16,-3 1 63 0,-3-1-486 0,-1-2 249 16,-1 1 109-16,-7-1 73 0,-5-1-394 0,-2 0 229 15,-2 0 115-15,0 0-448 0</inkml:trace>
  <inkml:trace contextRef="#ctx0" brushRef="#br0" timeOffset="-23302.03">15692 9701 1584 0,'-1'0'0'0,"-2"0"0"0,-1 0 0 0,1 0 0 0,-1 0 0 0,1 3 0 0,-2 4 771 16,0 1-371-16,1 6-182 0,-1 2-91 0,-1 4 309 15,-3 5-200 1,-1 9-91-16,-4 2-131 0,0 10-57 16,-4 2 4-16,-1 4 37 0,-2 2-947 0,0 5 502 0</inkml:trace>
  <inkml:trace contextRef="#ctx0" brushRef="#br0" timeOffset="-20107.03">15962 10376 1288 0,'0'-4'0'16,"0"1"0"-16,-3-3 0 0,1 3 0 0,1 0 0 0,1 3 0 0,0 0 0 0,0 0 485 0,0 0-214 0,6 0-122 15,3 3-55-15,4 3 455 0,-1 0-256 0,-1 3-128 0,5-1 156 0,-5-3-146 0,2 2-69 0,-1 2-259 16,-1-5 96-16,-1 2 47 15,1 2 33 17,-3-4-816-32,1 3 415 0,-1-2 208 0,0-2 104 0</inkml:trace>
  <inkml:trace contextRef="#ctx0" brushRef="#br0" timeOffset="-16824.5">16587 10283 1756 0,'-6'0'0'0,"-2"-1"0"0,3-4 0 0,2 4 0 0,1-1 0 0,2 1 0 0,0-2 0 0,0 3 566 0,8-2-270 0,12-1-129 0,4 3-66 0,4-2 189 31,5 0-128-31,5 0-53 0,-2 1-20 0,2-1-27 0,1-1 1 0,3 0-143 16,-2 0 58-16,7-2 39 0,-10 3-10 0,-2-3-251 16,-3 2 140-16,-4-3 70 0,0 2 44 0,-12 1-568 0,-4 2 273 15,-7 0 71-15,-4 1 90 0,-1 0-555 16,-3 0 313-16</inkml:trace>
  <inkml:trace contextRef="#ctx0" brushRef="#br0" timeOffset="-16653.84">16673 10510 1276 0,'-8'1'0'16,"0"-1"0"-16,0 2 0 0,4-1 0 0,2 2 0 0,2 2 671 0,0-3-317 0,2 5-159 0,10-1-70 0,4 3 305 0,5-2-196 0,1 1-99 16,4-1-50-16,-2 1-340 0,6 1 155 0,-5-2 63 15,-2 3-857-15,0-1 455 16,-4-2 228-16</inkml:trace>
  <inkml:trace contextRef="#ctx0" brushRef="#br0" timeOffset="-16427.26">17073 10452 2622 0,'-8'0'0'0,"0"0"0"0,-3 0 0 0,2 0 0 0,0 7 0 0,-1 6 0 0,-2 8-2 0,-1 5 1 0,-4 9 739 0,3 5-357 0,-1 4-188 0,1 7-193 0,-2-3 0 0,4 5 0 0,-4 6 0 0,7-11 0 0,1 1 0 0,0-1 0 0,-3-2-147 0,3-3 41 16,0 3 80-16,-2-15 26 0,4-6-591 0,-4-1 183 0,2-5 190 0,-2-4 95 0,-2-3-414 0,5-7 255 0,-2-5 122 0,2 0-295 0,-1-2 209 0</inkml:trace>
  <inkml:trace contextRef="#ctx0" brushRef="#br0" timeOffset="-16209.02">16919 9672 1700 0,'-5'-12'0'0,"-1"1"0"0,1 4 0 15,3 4 0-15,1 0 0 0,-1 1 0 0,2 2 668 0,0 5-307 0,0 9-168 0,5 8-78 0,3 2 130 16,-2 5-105-16,-1 3-52 16,1 7 28-16,-3 0-44 0,-1 4-1 0,-1 0-35 0,-1 4-586 0,0 5 293 15,0 3 156-15</inkml:trace>
  <inkml:trace contextRef="#ctx0" brushRef="#br0" timeOffset="-15183.27">8314 11785 1286 0,'-8'0'0'0,"-5"0"0"0,6 1 0 0,1-1 0 0,1 0 0 0,5 0 0 0,0 3 0 0,0-2 272 0,7-1-122 0,10 0-56 15,5 0 276-15,4 0-166 0,2 0-84 0,3 0 103 16,-1 0-97-16,0-1-45 16,-1-2 0-16,-4 2-150 0,-1-1 52 0,5 2 37 15,-8-3-10-15,0 3-292 0,-3 0 159 0,-1 0 80 16,-5 0 40-16,3 0-245 0,-8 6 66 0,-3 2 98 16,-4 5-641-16</inkml:trace>
  <inkml:trace contextRef="#ctx0" brushRef="#br0" timeOffset="-14816.84">8310 12254 1249 0,'-16'3'0'0,"4"4"0"0,0 1 0 0,5 0 0 0,2 1 751 0,2-1-347 0,3 0-189 16,3 4-89-16,14-4 507 0,9 1-298 0,5-4-150 15,9 3-152-15,1-4-33 0,5 1 0 0,-3-2 0 0,-1 1 0 16,1 1 0-16,3 0 0 0,-7-1 0 0,-5 2 0 15,-3-2 0-15,-4 2 0 0,-8-2 0 0,1 1-52 0,-14-3-2 16,-3-1 46-16,-3-1-353 0,0 0 164 0,-2 0 83 16,-5 0 15-16,-7 0 12 0,1 0 25 0,-2-3 1 15,2-2-190-15,2-4 107 47,0 1 44 47,2-1-663-94</inkml:trace>
  <inkml:trace contextRef="#ctx0" brushRef="#br0" timeOffset="-7678.38">17058 9290 1161 0,'2'-5'0'0,"0"-2"0"0,-1 0 0 0,1 1 0 0,1 2 0 0,0 0 153 0,-1 1-57 0,-1 0 31 16,3-1-35-16,-2 1-8 0,0 3-46 0,2-2 31 16,-2 2 0-16,0 0-31 0,2 0 11 0,1 0 92 15,-1 0-50-15,3 0-27 16,-1 0 1-16,2 0 84 0,0 2-45 0,1 1-37 15,2 1 76-15,-1-3-53 0,3 3-25 0,0-3 48 16,4 3-28-16,-1-2-9 0,2-1-37 0,-2 0 35 16,4 2-35-16,2-3 9 0,-2 0-9 0,2 3 30 15,3-1-1-15,0-2-29 0,3 1 0 0,3-1 58 16,-2 1-33-16,4 2-1 16,0-3-39-16,3 1-24 0,1 1 0 0,8-2 0 15,-9 4 0-15,2-4 0 0,-1 1 0 0,2-1 0 0,-2 3 0 0,7 1 0 31,-5-4 0-31,-4 2 0 0,3 0 0 0,0-1 0 16,-1 1 0-16,3 0 0 31,-8-2 0-15,-3 0 0-16,-1 0 0 0,-1 0 0 0,-5 0 0 0,3 0 0 0,-8 0 0 0,-6 0 0 0,-2 0 0 0,-1 0 0 0,-5 0 0 0,3 0 0 16,-4 0 0-16,-2 0 0 0,0 0 0 0,0 0 0 0,0 0 0 0,0 0 0 0,-2 0 0 0,1 0 0 15,-1 0 0-15,-1 2 0 0,3-2 0 0,0 0 0 31,0 0 0-31,-2 0 0 0,2 0 0 0,0 0 0 0,0 0 0 0,0 1 0 16,0-1 0-16,0 0 0 0,0 0 0 0,0 0 0 16,0 0 0-16,-1 0 0 0,1 0 0 0,0 0 0 15,0 0 0-15,0 0 0 0,0 0-57 0,-2 0-474 16,2 0 251-16,-2 0 121 16,1 0 60-16,-2 0-811 0,0 0 426 0</inkml:trace>
  <inkml:trace contextRef="#ctx0" brushRef="#br0" timeOffset="-6527.66">11208 11193 904 0,'-3'0'0'16,"-1"0"0"-16,0 0 0 0,-1 0 0 0,2-3 0 0,-1 2 341 0,1 1-151 0,2 0-75 0,1 0 81 15,-1 0-79-15,1 0-28 0,0 0-11 0,0 0 130 16,1 0-84-16,5 0-43 0,4 0 1 0,1 4 28 15,3-1-40-15,4-2 0 0,1 3 89 0,5-3-59 16,2 3-31-16,5-3 10 16,4 1 18-16,2 0-28 0,7 1-1 0,9 0-6 0,6-3-23 0,10 3 10 15,-1 2-9-15,3-2-19 0,0-1 19 16,2 2-1-16,-3-2 0 0,11 0-31 16,-19-2 32-16,-2 0-1 0,-7 0-54 0,-3 0 27 15,-8 0-12-15,1 0 6 0,-15 0-20 0,-9 0 43 16,0 0-17-16,-7 0 53 0,-1 0-61 0,-1 0-4 15,-6 0 0-15,-3 0 0 0,-1 0 0 0,0 0 0 16,0 0 0-16,0 0 0 0,0 0 0 0,0 0 0 16,-1 0 0-16,-2 0 0 0,2 0 0 0,-1 0 0 15,2 0 0-15,-2 0 0 0,2 0 0 0,0 0 0 16,0 0 0-16,0 0 0 0,0 0 0 16,0 0-122-16,0 0-164 0,0 0 131 0,0 0 25 0,-1 0-531 15,1 0 315-15,-2 0 154 16,1 0-308-16</inkml:trace>
  <inkml:trace contextRef="#ctx0" brushRef="#br0" timeOffset="781.21">9822 11850 1422 0,'0'0'0'0,"1"0"0"0,2 0 0 0,-2 0 0 16,1 0 0-16,1 0 0 0,-1 0 0 0,2 0 0 0,-1 0 144 0,-2 0-57 0,2 0 0 0,0 0 10 0,1 0-29 0,2-2 0 15,-4-3-20-15,3 0 41 0,-2-3-25 0,2-1 0 16,1-1-25-16,-3 1-42 0,2-4 11 15,-1-1 30-15,0-1-79 0,-2 0 40 0,0-1-1 0,0-2-45 16,-1 0 41-16,-1 1-8 0,0 2 10 0,0-3-7 16,0 4-3-16,-3-1 0 15,-1-2-8-15,-3 5 8 0,1 4 4 0,-3-2 12 16,1 3-13-16,1 1 83 31,-3-2-33-31,3 5 0 16,-2 3 67-16,0-3-46 0,0 3-17 0,1 0 75 0,1 0-35 0,-3 3-32 0,4 3 19 0,-1 5 38 15,1 1-33 1,1 1 0-16,1 3-27 0,1 4 36 0,1-1-1 0,2 2-44 0,0 2-1 16,0 1 41-1,0 5 9-15,2-1-49 0,3 4 99 0,-1 4-49 0,2 6-26 0,1 6 21 0,-1 2-75 0,-1 3-9 0,-1 6 0 0,0-1 0 16,-1-3 0-16,-2 13 0 0,0-19 0 0,-1-1 0 16,0-3 0-16,0-7 0 0,0-4 0 0,-1 7-38 15,-3-19-53-15,-2-1 52 0,-1-5-116 0,-1-3 74 16,0-2 12-16,-1 0-176 0,-2-8 97 0,0-1 57 15,-3-2 17-15,3 0-309 16,-2 0 172-16,-3-2 76 0,4-8 54 0,-2-1-443 0,3-5 243 0,-4-5 121 16,2-6 60-16,-5-2-214 15</inkml:trace>
  <inkml:trace contextRef="#ctx0" brushRef="#br0" timeOffset="955.55">9497 12139 1697 0,'-6'-13'0'0,"-3"2"0"0,4 5 0 0,4-2 0 0,-2-1 0 0,3 7 0 0,0-3 0 0,7 5 0 0,9-5 311 16,3 4-137-16,4-3 392 0,3 2-269 0,4 1-129 0,1 0-65 0,2 1 147 16,1 0-106-16,6 0-44 0,-5 0-35 15,0 0-294-15,-3 0 134 0,-1 2 67 16,2 5 42-16,-7-2-288 0,-3 2 156 0,-4 1 78 16,0 1-789-16,-5-4 312 0,1 4 231 0</inkml:trace>
  <inkml:trace contextRef="#ctx0" brushRef="#br0" timeOffset="1217.85">10090 12281 1226 0,'0'3'0'0,"-5"-1"0"0,2 1 0 0,-1 1 0 0,1 0 0 0,2 3 810 0,-1-1-387 0,2 6-193 0,0 0 178 0,0 1-186 16,0 4-83-16,0 2 270 0,5-2-345 0,0 5-64 15,3 0 0-15,-1 1 0 0,-1 2 0 16,0-1 0-16,-1-2 0 0,-2 0 0 0,2-1 0 16,0-1 0-16,-3 1 0 0,-1-4 0 15,0-5-25-15,-1-5-23 0,0 1-433 0,0-6 188 16,0 4 123-16,0-6-92 0,0 0 113 0,0 0 56 16,-4-6 28-16,-1-4-385 0,4 3 197 0,-3-7 113 15,3-1 52-15,1 0-377 0,0-1 214 0</inkml:trace>
  <inkml:trace contextRef="#ctx0" brushRef="#br0" timeOffset="1471.17">10260 12355 1990 0,'0'0'0'0,"0"0"0"0,0 0 0 0,0-4 0 0,0 0 0 0,0 3 0 0,0 0 0 0,0-1 329 0,0 2-146 0,2 0-74 0,-2 0 158 16,2 0-120-16,-1 7-55 0,3 2-28 0,0 5 212 15,2 1-120-15,-3 5-51 16,2-2-18-16,-2 2-25 0,2 2 0 16,0 0-60-16,-2-1-15 0,3 3 17 0,-3-3-10 0,-2-2-152 0,4 2 97 0,-4-8 49 15,0 3 24-15,-1-2-145 16,0-2 27-16,0-6 59 0,0 0-35 0,0-3-399 16,0-3 223-16,-1 0 101 15,-5 0 65-15,2-2-440 0,-2-6 247 0,2-8 125 16,-2-2-413-16</inkml:trace>
  <inkml:trace contextRef="#ctx0" brushRef="#br0" timeOffset="1788.61">10243 11425 1520 0,'0'-9'0'0,"-1"3"0"0,-1 3 0 0,2 1 0 0,-3 0 0 0,3 2 0 0,0 0 0 0,0 10 235 0,0 3-99 0,0 5-50 16,0 3 213-16,0 1-136 0,0 1-62 0,0 3-37 15,0-2-1-15,0 5-25 0,0-3 9 0,0 2-264 63,0-4 127-48,0-1 64-15,0 2 32 0,0-3-443 0,-3 1 227 0,0-6 116 0,0-4-301 0,0-1 188 0,1-5 38 0</inkml:trace>
  <inkml:trace contextRef="#ctx0" brushRef="#br0" timeOffset="1984.71">10426 11454 1801 0,'0'0'0'0,"0"0"0"0,-2 0 0 0,2 0 0 0,0 0 0 0,-1 0 0 0,1 2 0 0,0 5 0 0,0 4 559 16,0 2-266-16,0 6-127 0,0 1 66 0,0 3-98 15,0 3-48-15,-2 4-14 16,1 1 10-16,-2-3-1 0,0 4-43 0,-1-6-311 0,1 0 156 0,0 1 87 16,1-8 29-16,1-4-498 0,-1-5 269 0,-1-3 64 15,3-2 89-15,0-2-654 16,0-3 352-1</inkml:trace>
  <inkml:trace contextRef="#ctx0" brushRef="#br0" timeOffset="5721.59">10641 12168 1121 0,'0'-11'0'0,"-8"1"0"0,5 6 0 0,0-1 0 0,2 3 0 0,1-1 0 0,0 2 378 0,0 1-160 0,1 0-95 15,8 4-43-15,5 6 339 16,2 1-191-16,2 3-95 0,2 0 83 0,0 4-94 16,0-3-42-16,1 2 16 0,0 0-29 15,2 1 1-15,3 5-21 0,-6-6-245 0,-1 2 118 16,0-1 59-16,-5 3 29 0,2-4-420 16,0 3 234-16,-5-7 64 0,-5 1 68 0,-2-5-597 0,-2-4 303 0,-1-1 151 31,-1-2-118-31,0-2 139 0</inkml:trace>
  <inkml:trace contextRef="#ctx0" brushRef="#br0" timeOffset="5935.92">10963 12031 808 0,'0'-6'0'0,"0"0"0"0,0 3 0 0,-1 0 0 0,1 0 120 0,0 1-32 0,0 2-9 0,0 5 388 16,0 8-215-16,0 8-107 0,0 7-54 15,0 6 315-15,0 7-190 0,0 7-88 0,0 6-46 0,-5 5 126 16,0 6-85-16,-5 11-33 15,2-10-83-15,0 2-1 16,0-3 32-16,-1-7-107 0,1-3 53 0,2 2 36 0,-1-19-9 0,3-6-313 16,-2-5 170-16,4-8 78 0,-4-5 45 0,3-2-543 15,1-12 264-15,1 0 104 0,-1 0 73 0,0-4-294 16,1-13 183-16,1-6 83 16</inkml:trace>
  <inkml:trace contextRef="#ctx0" brushRef="#br0" timeOffset="6252.39">11097 11809 1070 0,'2'-9'0'0,"-1"2"0"0,3 0 0 0,2 4 0 0,0-3 0 0,5 2 510 16,-2 3-241-16,2 1-116 0,6 0-58 0,-6 0 170 15,5 7-114-15,0 4-47 0,-3 3-110 0,-3 3-1 16,-1 3 45-16,-4 2-230 0,1 4 124 0,-5-1 48 15,-1-2 29-15,0 2-57 0,-7-2 44 0,-4 0-1 16,-1 0 20-16,-4-6-47 0,-2-1-36 0,0-4 31 16,-2 0-44-16,2-3 384 0,0-2-157 0,4-2-74 15,2-2 426-15,4-3-230 0,1 0-115 16,3 0 48-16,-2 0-71 0,6 0-81 0,0 0-49 0,7 0 0 16,10-3 0-16,3 0 0 0,2-1 0 0,2 2 0 15,5-1 0-15,-2 2 0 0,2-4 0 0,0 4-31 16,2-1-95-16,-5-1 77 0,1 3-734 0,-2 0 375 15,-3 0 177-15,-1 0-568 16,3 0 371-16</inkml:trace>
  <inkml:trace contextRef="#ctx0" brushRef="#br0" timeOffset="6828.08">11747 12259 1744 0,'-5'0'0'0,"-5"0"0"0,3 0 0 0,3 0 0 0,2 0 0 0,2 2 0 0,0 1 0 0,0 0 0 0,11 2 595 16,9-1-279-16,6-1-140 0,3-1 81 0,3 3-109 16,4-2-47-16,1-1-84 15,0 0 20-15,1-2 0 0,-2 3 0 0,5-3-337 0,1 0 179 0,-9 0 74 16,-2 0 41-16,-5 0-538 0,-4 0 286 0,-8 0 67 16,2 0 97-16,-12-3-621 0,-4 1 339 0</inkml:trace>
  <inkml:trace contextRef="#ctx0" brushRef="#br0" timeOffset="6995.75">12010 11901 1205 0,'-1'0'0'16,"-1"3"0"-16,2 0 0 0,0 1 0 0,0 6 0 0,0 2 0 0,0 6 596 0,0 10-271 0,3 1-148 0,4 11-70 0,-3 4 397 15,1 4-234-15,-2 9-107 0,1-7-68 16,-3 1-84-16,2-2 0 0,-2 1 26 0,1-6-759 15,-2 6 388-15,0-9 181 0</inkml:trace>
  <inkml:trace contextRef="#ctx0" brushRef="#br0" timeOffset="7724.05">12803 12085 1106 0,'-3'-21'0'16,"-4"4"0"-16,2 3 0 0,5 0 0 0,0 3 0 0,0-4 0 0,0 1 301 0,9 3-137 0,2 0-63 0,5 2 193 0,3 3-128 0,-1 1-65 15,4 1-22-15,1 3 62 16,-2 1-52-16,2 0-26 31,-1 5 0-31,0 8-92 0,1 3 43 0,-7 3-10 0,-2 6-54 0,-5 4 43 0,-3 3 0 16,-4 1 44-16,-2 9-178 0,0-6 66 0,-5 1 53 0,-11 0-156 0,-2 0 88 0,-2 4 8 62,-4-11 35-62,-2-1 86 0,-3-6-30 0,-2-6-25 0,0-4-12 0,0 1 331 0,3-9-153 0,3-5-65 0,2 0-42 0,2 0 359 0,4-2-183 0,1-1-82 0,9-4 50 0,4 0-75 16,3 2-37-16,0 3 99 0,0-2-129 0,8 2-45 15,10 1 0-15,6 1 0 0,5 0 0 0,1 0 0 16,6 0 0-16,3 0 0 0,-3 0 0 0,1 0 0 16,0 0 0-16,-1 1 0 0,2 1 0 0,2 1-11 15,-9-2-62-15,-3-1 13 0,-4 0 35 0,-2 2-334 16,-4-2 165-16,-2 0 47 0,-10 0 60 0,1 0-219 16,-6 0 135-16,-1 0 66 15,0 0 35-15,0-2-347 0,-8-4 195 16,2 2 92-16</inkml:trace>
  <inkml:trace contextRef="#ctx0" brushRef="#br0" timeOffset="8580.8">13925 11831 735 0,'2'-12'0'0,"1"0"0"0,-1-1 0 0,-1 4 0 0,2-3 0 0,2 2 236 0,-4-2-99 0,1-2-40 16,2 4-34-16,-2-3 62 0,1 2-44 0,0-2 1 16,2-1 4-16,-3 0-14 15,1-1-10-15,0 1-38 0,-1 0 14 0,1-1 1 16,-1 0-1-16,-1-2 25 0,3 3-24 0,-4 2-1 15,0-3 0-15,0 3 49 0,0 2-25 0,0-3 10 16,-5 4-33-16,0 0 44 0,0 5-44 0,0-2-1 16,-3 1 62-16,-1 3-36 0,3 1 0 0,0 1-26 15,-2 0 1-15,0 0-1 16,0 3 10-16,3 6-41 0,-2 8 1 0,2 3 30 0,-1 7 0 0,4 4 41 16,-1 6 9-16,2 2-50 0,1 8 0 0,0 2 41 15,0 4 0-15,0 5-41 0,0 8 34 0,0-3-34 16,4 8 0-16,-2 5-58 0,2 4 30 15,-2 1-1 1,-2 8 39-16,0-21-212 0,0-4 98 0,-2-8 40 0,-4-7 28 0,-3-6-111 16,1 1 61-16,-4-18 6 0,3-11 1 15,-3-3-64-15,0-6 46 0,1-4 1 0,-4-2-292 16,2 0 156-16,2-2 78 0,-4-7-159 0,2-7 118 16,1-1 59-16,-2-5 20 0,1-2-413 0,4-7 227 0,-1-2 113 15</inkml:trace>
  <inkml:trace contextRef="#ctx0" brushRef="#br0" timeOffset="8748.36">13578 12112 1189 0,'-8'-15'0'0,"2"3"0"0,3 3 0 0,1 4 0 0,2-1 0 0,0 2 0 0,0-1 468 16,8-1-205-16,11 3-118 0,1 0-53 0,8-1 411 16,0 1-233-16,7-2-107 0,-1 4 90 0,5-1-108 0,-1-1-53 0,0 3-150 15,1 0 49-15,6 0 32 0,-11 0-9 0,-1 0-538 16,-3 6 281-16,-4 1 140 15,-1-2 71-15,1 6-834 0,-10-2 427 0</inkml:trace>
  <inkml:trace contextRef="#ctx0" brushRef="#br0" timeOffset="9111.22">14193 12289 1503 0,'-6'0'0'0,"2"0"0"0,1 0 0 0,1 0 0 16,-1 0 0-16,1 0 0 0,1 0 230 0,0 0-89 0,1 0-56 0,0 0 208 15,0 0-129-15,0 2-63 0,0 0-24 0,2 3 65 0,3 2-53 16,1 3-26-16,0 0-1 0,0 0 47 15,-1 2-27-15,0 0-10 0,0 2-27 0,-1 0-9 16,1-1 0-16,-1 1-6 0,1 1 15 0,-3-3-9 31,-1-1 1-31,1-3-33 0,0 0 33 0,-1-1-1 0,1-2 9 0,-1 1-49 16,1-2 40-16,-2-2 0 0,0 0-12 0,0 1-78 16,0-3 41-16,0 0 16 0,0 0-445 0,0 0 219 0,0 0 93 0,0 0-580 15,0 0 328-15,0 0 177 0,0 0 85 16,0 0-539-1</inkml:trace>
  <inkml:trace contextRef="#ctx0" brushRef="#br0" timeOffset="9853.11">14219 12322 776 0,'0'0'0'0,"0"0"0"0,0 0 0 0,0 0 0 0,-2 0 0 0,2 0 0 0,0 3 306 0,0-2-134 0,0 5-68 16,0 1 227-16,0 1-148 0,0 4-64 0,0 2 109 0,0 4-96 16,0 2-48-16,3-1-23 0,1 4 11 0,1 4 9 0,-4-3-44 15,0 2-1-15,0-2-73 0,1 1 37 0,0 0 0 16,-2-2 45-16,0-3-186 16,0-1 88-16,0-5 45 0,0-1-347 15,0 0 158-15,-4-5 58 0,3-6-339 0,0-1 221 0,0-1 111 16,1 0 55-16,0-3-183 0</inkml:trace>
  <inkml:trace contextRef="#ctx0" brushRef="#br0" timeOffset="10171.78">14359 12335 1194 0,'1'-6'0'0,"2"-1"0"0,-2 3 0 0,2-3 0 0,1 1 0 0,2 1 0 0,2 2 0 0,0-1 486 16,4 4-225-16,1 0-112 15,1 0 111-15,3 0-103 0,0 3-64 0,0 6-33 0,2 6-24 0,-3 2 0 0,-1 1 0 0,1 0-192 16,-6 3 91-16,-2 2 51 0,-4 1 25 0,-4-2-73 16,0 4 50-16,0 1 33 15,-12-5-10-15,-4 0-67 0,-5-3-22 0,-1-2 39 0,0-5 247 0,-4 2-103 16,6-6-65-16,1-4 434 16,2 1-213-16,4-5-112 0,4 0-53 0,-1 0 173 0,9 0-269 0,1 0 0 15,0 0 0-15,7 0 0 16,11 0 0-16,5 0 0 0,4 0 0 0,2 0 0 15,3 0 0-15,0 0 0 0,4 0 0 0,-3 0 0 16,1 0 0-16,-2 6-429 0,-1 0 144 0,-1-6 138 16,-1 6-11-16,-7-2-485 15,-6-1 303-15,-1 1 152 0,-7-4 76 0,-1 0-553 16</inkml:trace>
  <inkml:trace contextRef="#ctx0" brushRef="#br0" timeOffset="10408.67">14651 11412 2046 0,'-9'-14'0'0,"5"5"0"0,-1 0 0 0,4 5 0 0,1 3 0 0,0 1 0 0,0 0 0 0,0 11 533 0,0 6-239 0,0 3-134 0,0 5-47 0,0 3-38 16,0 2 0-16,0 2-39 0,1 7-311 0,0-8 151 0,1 4 80 0,0-2-772 15,1 1 403-15,0-2 203 0</inkml:trace>
  <inkml:trace contextRef="#ctx0" brushRef="#br0" timeOffset="10528.98">14828 11463 2589 0,'0'-3'0'0,"0"-1"0"0,0 2 0 0,0 2 0 0,0 0 0 0,0 0 0 0,0 2 0 0,0 10 409 15,0 10-186-15,0 6-34 0,0 2-80 0,0 6-37 16,-3 5 0-16,1 6-508 0,-3 3 236 0,2 5 127 16</inkml:trace>
  <inkml:trace contextRef="#ctx0" brushRef="#br0" timeOffset="13856.72">15367 12043 1538 0,'-3'0'0'0,"-1"0"0"0,-2 0 0 0,3 0 0 0,0 0 0 0,-3 0 264 0,3 0-117 0,1 0-56 0,2 0 156 15,0 0-105-15,0 0-52 0,0 0-17 0,11 0 273 16,2 0-155-16,6 0-76 0,1 0 172 0,4 0-125 16,6 0-52-16,-2 1-42 0,4 5-8 15,-2 0-60-15,2-1 0 0,1 2-121 16,2 1 51-16,-5-2 49 0,1 0 30 0,-4-3-411 16,-1 3 203-16,-4-6 112 0,1 3 2 0,-9-3-272 15,-4 0 116-15,-5 0 102 0,-1 0-414 0,-3 0 248 16,-1-3 138-16,0-9-339 0</inkml:trace>
  <inkml:trace contextRef="#ctx0" brushRef="#br0" timeOffset="14074.92">15644 11768 1142 0,'-8'0'0'0,"-1"0"0"0,1 0 0 0,2 0 0 0,2 5 0 0,0 5 556 0,3 0-259 0,-3 6-121 16,4 3-74-16,0 5 175 0,0 6-119 0,0 4-61 15,4 5 212-15,2 7-127 0,0-3-76 0,0 3-68 16,1 2 0-16,-3-2-1 0,1-2 0 0,0 4-263 16,-4-11 128-1,4 0 67-15,-4-2 34 0,-1-4-387 0,0-3 204 0,0 4 115 16,0-14-48-16,0-3-201 0,0-3 90 0,0-10 93 16,0-1-281-16,0-1 178 0,0 0 103 0</inkml:trace>
  <inkml:trace contextRef="#ctx0" brushRef="#br0" timeOffset="14286.51">16047 12082 1733 0,'10'-7'0'0,"2"0"0"0,1 4 0 0,0 2 0 0,3-2 0 0,3 0 0 0,3 3 837 16,5-2-390-16,-1 2-209 0,4 0-101 0,2 0 316 15,4 0-367-15,2 0-86 0,5 0 0 0,-4 0 0 16,-1 0 0-16,0 0 0 0,-2 0 0 0,-1 0 0 15,2 0 0-15,-9 0-167 16,-5 0-58-16,-2 0 131 0,-6 0 65 0,-4 0-831 16,0 0 401-16,-9 0 216 0,-2 0 103 0,-4 0-550 15</inkml:trace>
  <inkml:trace contextRef="#ctx0" brushRef="#br0" timeOffset="14474.1">16269 12222 1579 0,'-10'4'0'0,"-3"0"0"0,5 1-1 0,3 0 1 0,0 5 0 0,5-1 185 0,0 2-74 0,0 5-28 0,2 0 552 15,7 0-299 1,2 1-151-16,5 1-75 0,-2 2 118 31,1-2-101-31,0 0-46 0,0-1 0 0,-4 1-446 0,1 1 201 0,-1 1 109 0,-3-3-658 0,-1-4 375 0,-2 0 187 0,-1-1-649 16,-1-5 382-16,1 4 182 0</inkml:trace>
  <inkml:trace contextRef="#ctx0" brushRef="#br0" timeOffset="14652.32">16462 12264 782 0,'2'-7'0'0,"-2"2"0"16,2-1 0-16,-1 3 0 0,-1-1 314 0,3 4-139 0,-3 0-69 0,1 0-34 0,-1 13 599 16,0 5-321-16,0 5-157 0,0 6-78 15,0 7 354-15,-7 3-217 0,1 5-98 0,-2 0 37 16,0 4-104-16,-3 0-87 15,0 5-76-15,0-1 5 0,-3 5 64 0,3-11 17 0,-3-2-549 0,3-1 288 0,2-4 144 16,-2-7 72-16,2 1-389 0,4-15 112 16,2-5 138-16,1-6 62 0,2-7-548 0</inkml:trace>
  <inkml:trace contextRef="#ctx0" brushRef="#br0" timeOffset="14962.44">16624 12280 1455 0,'13'-11'0'0,"-1"3"0"0,4-1 0 0,4 2 0 0,-3 2 0 0,0 3 0 0,1 0 428 0,-2 2-195 0,2 0-99 15,0 0-39-15,-2 9-12 0,-4 2-24 16,-2 0 1-16,0 2-23 0,-6 3-198 0,-3 1 108 0,-1 2 40 16,0-4-246-16,-9 4 147 0,-7 0 75 0,0-4 6 15,-2 2 28-15,1-4-5 0,-2-2-32 0,1 0 441 16,-1-3-217-16,3-3-91 0,-1 3-62 0,8-5 506 15,1 0-250-15,3-3-126 0,2 0-62 0,3 0 57 16,0 0-51-16,5 0-95 0,9 0-10 0,5 0 0 31,1-4 0-31,5-1 0 0,3 2 0 0,-2-2 0 0,2 1 0 0,-3 1-379 16,0 0 188-16,-3 1 114 0,2 1 18 0,-9-2-592 16,-2 3 297-16,-5 0 159 0,-4 0 79 0,-1 0-208 15,-2 0 135-15,-1 0 81 0</inkml:trace>
  <inkml:trace contextRef="#ctx0" brushRef="#br0" timeOffset="15160.83">16534 11555 1436 0,'-2'-7'0'0,"-4"2"0"0,3 5 0 0,2-3 0 15,-1 3 0-15,2 3 672 0,0 9-322 0,0 10-157 0,2 2 168 0,2 11-162 16,4 1-81-16,-2 4-3 0,-1 2-44 0,-1 4 0 0,0 2-34 0,-1 1-538 16,1 1 269-16,-2 2 144 0,-1-8 58 15,1-2-926-15</inkml:trace>
  <inkml:trace contextRef="#ctx0" brushRef="#br0" timeOffset="15796.87">17816 11831 621 0,'-5'-17'0'0,"2"0"0"0,-3 0 0 0,3-1 0 0,0-1 0 0,-1-6 0 0,1 4 270 0,0 0-116 0,-2-3-59 16,1 1 69-16,-4-5-55 0,3 5-41 0,-4 2 36 15,4 1-34-15,-4 2 0 16,0 6-34-16,-2-3 40 0,0 10-9 0,1 3-31 15,-1 0 1-15,-1 2 119 0,1 2-60 0,-2 11-21 0,3 7-8 0,2 5 95 32,-2 7-63-32,3 4-32 0,1 8 66 0,1 6-39 0,3 4-34 0,2 1 14 15,0 6 1-15,0 4-39 16,0 3 0-16,0 15-68 0,5-6 30 0,0 2 0 0,0 3 38 0,2-3-139 16,-2-7 70-16,-2 7 43 15,-1-28-9-15,-1-4-382 0,-1-7 157 0,0-8 107 78,-8-4-113-78,-4-3 88 0,-1-12 58 0,-2-7-133 0,1-6 90 0,1 0 46 0,-2-6-1 0,-1-8-215 16,1-6 134-16,3-4 64 0,-1-7 31 0,2-3-125 0,-1-4 79 0,-1-10 30 0</inkml:trace>
  <inkml:trace contextRef="#ctx0" brushRef="#br0" timeOffset="15920.37">17373 12150 1009 0,'-11'-19'0'0,"2"-3"0"0,3 10 0 0,3 6 0 0,1 0 0 0,2 3 494 0,0 0-228 0,0-3-106 16,9 4-67-16,7-1 158 15,4-1-107-15,5 1-54 0,5-2 304 0,-1 3-183 16,4-1-88-16,1 2-47 0,2-1-1 0,0 1-39 16,7 1 9-16,-7 0-565 0,-1 0 278 0,-4 0 139 15,2 4 70-15,-8 6 34 0,2 0 10 16</inkml:trace>
  <inkml:trace contextRef="#ctx0" brushRef="#br0" timeOffset="16230.25">17865 12247 1992 0,'-4'0'0'0,"-1"0"0"0,2 0 0 0,1 0 0 0,2 0 0 16,0 0 0-16,0 0 0 0,0 0 0 0,9 0 328 0,3 5-145 0,0 0-74 0,4 2-37 0,0 1-191 16,-1 1 87-16,-1 3 30 0,0 0-1 0,-5 1-282 15,-1 3 161-15,-3-3 80 0,-2 8-48 0,-3-4 57 16,0 2 34-16,-4 1-74 0,-11-3 33 0,-3 2-47 31,-1 0 20-31,-5-6 437 0,1-1-195 0,0-1-94 0,2-5-50 16,0 3 638-16,4-6-320 0,4-3-155 0,4 0 212 0,1 0-404 15,5 0 0-15,1 0 0 16,2 0 0-16,2-1 0 0,13-4 0 0,3 1 0 0,3-1 0 0,4 0 0 16,2 1 0-16,-1 1 0 15,-1 1 0 1,2-2-55-16,-2 1 39 0,4 3-884 0,-5-3 437 0,-3 3 210 0,0 0-570 0,-3 0 393 0</inkml:trace>
  <inkml:trace contextRef="#ctx0" brushRef="#br0" timeOffset="16550.18">18106 12280 1338 0,'0'-2'0'0,"0"-4"0"0,-2 3 0 0,2 0 0 0,0-1 178 0,0 1-62 0,2 1-45 16,7 2 295-16,3 0-165 0,5 0-82 0,-1 7-42 0,3 1-154 15,-3 6 53-15,2-2 29 0,-1 5-243 0,-4 2 138 16,-3 0 67-16,1 1 44 0,-8 4-197 16,-1-3 98-16,-2 2 48 0,0 1 58 15,-12-3-13-15,-2 1-68 0,-3-4 4 16,-1-6 386-16,0 0-169 0,0-3-101 0,0 0-17 0,5-6 525 16,1-2-265-16,4-1-128 15,2 0 196-15,3 0-167 0,1 0-73 0,2 0-110 0,3-4-18 0,11 0 0 16,7-3 0-16,0 4 0 0,3-1-17 15,1-1 10-15,0 5 0 0,1-2-128 0,0 2 85 0,1 0 44 16,0 0 8-16,-2 0-528 0,-4 0 191 16,1 0 153-16,-5 0-391 0,-1 0 268 15,0 0 125-15,-6 0 77 0,-3 0-435 0,-4 0 251 16</inkml:trace>
  <inkml:trace contextRef="#ctx0" brushRef="#br0" timeOffset="16764.42">18171 11408 1872 0,'-4'-10'0'0,"-5"2"0"0,3 0 0 0,5 6 0 0,-2 2 0 0,3 0 0 0,0 3 0 0,0 11 526 15,0 4-250-15,0 3-120 0,0 4-60 0,0 1-101 16,0 2 1-16,0 3 49 0,0-2-9 0,0 0-174 31,0 3 87-31,0-4 43 0,0 4-559 0,0-1 310 0,0-7 143 0,0-2 74 0</inkml:trace>
  <inkml:trace contextRef="#ctx0" brushRef="#br0" timeOffset="16922.32">18346 11518 1441 0,'0'0'0'0,"0"0"0"0,0 0 0 0,0 0 0 0,0 0 0 0,0 0 725 0,0 1-344 0,0 2-163 0,0 5-96 0,0 2 174 0,0 7-131 0,0 3-64 15,-3 4-33-15,-2 12 9 16,-3 0-41-16,1 5 1 0,-1 4-859 0</inkml:trace>
  <inkml:trace contextRef="#ctx0" brushRef="#br0" timeOffset="30036.36">8535 13205 906 0,'-12'-9'0'0,"3"1"0"0,-2-1 0 0,7 4 0 0,0 0 0 0,-1-2 0 0,5 4 430 0,0 0-195 0,2-1-98 16,12-1 162-16,6 4-130 0,4-4-55 0,0 4 76 15,3 1-75-15,4 0-39 0,-2 0 1 0,1 7-89 16,0 4 35-16,-3 4-10 0,-4 3 26 0,-1 4-44 15,-5 5 0-15,-2 2 44 0,-3 6 10 0,-7-2-153 16,-5 1 72-16,0-3 35 0,-4 1-107 16,-9-2 60-16,-6-1 4 0,-2-7 164 0,-4-8-68 15,0-2-26-15,-2-7-14 0,-2-1 195 16,4-4-93-16,3-3-49 16,1-8-8-16,3-3 97 0,3-3-59 0,-1 0-20 0,9 1-10 15,2-1 3-15,1 2 1 0,4 1-34 0,0-1 2 0,0 0 7 16,4 3-48-16,5 3-5 0,2-1 2 0,3 3 0 15,-1 0 14-15,5-1-195 0,-4 4 76 16,0 2 69-16,2 1 9 0,1-1-530 0,-2 2 249 0,4 0 134 16,-6 0 44-16,1 0-234 0,0 3 164 0,2 3 82 15</inkml:trace>
  <inkml:trace contextRef="#ctx0" brushRef="#br0" timeOffset="30502.39">8876 13046 1282 0,'0'-6'0'0,"-2"0"0"0,2 1 0 0,0 1 0 0,0-2 0 0,0 2 0 0,4 0 0 0,4 2 0 0,4 1 204 31,1 1-83-31,1 0-42 0,2 0-76 0,0 6-8 0,0 2 42 0,-1 4-74 0,-3 0 38 15,-1 5-1-15,-2 1 47 0,-4 0-113 0,-3-1 53 16,-2 1 24-16,0 2 1 0,-7-3 97 0,-4 3-35 16,-3-6-50-16,-1-2-6 0,-2 0 281 15,1-4-133-15,1-1-56 0,1 0 221 0,3-4-152 16,4-3-70-16,0 2 34 0,0-2-52 0,6 0-27 16,1 0 9-16,0 0-167 0,3 0 66 0,10-2 33 15,6-1-1-15,-2-3-169 0,5 0 110 0,-1 1 41 16,-1-2 26-16,2 2-578 0,1 1 284 0,3-1 76 15,-7 2-491-15,3 0 329 0,-2-3 166 0</inkml:trace>
  <inkml:trace contextRef="#ctx0" brushRef="#br0" timeOffset="30778.36">9225 13022 1168 0,'0'0'0'0,"-5"-3"0"0,0 2 0 0,1-1 0 0,1 0 0 0,2-1 0 0,1 1 255 16,0 2-109-16,1 0-54 0,9 0-27 0,1 0 153 15,5 0-95-15,-1 2-43 0,2 3-90 16,-1 1 23-16,3 1 0 0,-4 4 34 0,0-2-149 16,-5 5 70-16,-1 0 35 0,-2 3 0 15,-6 5 0-15,1 5 44 0,-2 1-30 0,-9 2 98 16,-5 6-68-16,-7-1-28 0,1 2-36 0,-2 1 351 16,2-8-146-16,2-5-76 0,2-1-34 0,5-3 106 15,2-6-73-15,5 4-27 0,4-12-84 16,0-1 0-16,5 0 37 0,11-4-212 0,3-2 106 0,1 0 62 15,3 0 18-15,0 0-432 0,0-2 197 0,1-5 115 16,-2 2 8-16,3-4-246 16,-5 5 146-16,-4-4 81 0,-1 2 41 0,-4 0-434 15</inkml:trace>
  <inkml:trace contextRef="#ctx0" brushRef="#br0" timeOffset="30949.69">9196 13312 1539 0,'-10'-3'0'0,"-1"0"0"0,5 1 0 0,1 0 0 0,3 0 0 0,0 2 342 0,2 0-156 0,6 0-75 0,9 0 225 16,7 0-149-16,2 0-75 0,1 0-28 15,2 4-102-15,-1-1 28 0,0 2 0 16,-2 0-225-16,3 0 126 0,-1 2 72 0,-4-2 23 16,-1 2-654-16,-3-1 335 0</inkml:trace>
  <inkml:trace contextRef="#ctx0" brushRef="#br0" timeOffset="31219.91">8434 13742 1770 0,'-18'0'0'0,"3"0"0"0,0 1 0 0,7 2 0 0,5-1 0 0,3 4 0 0,3-1 259 0,23-2-111 0,12 0-55 0,10-3 321 16,10 0-188-16,11-1-84 0,-2-7-57 0,5-2 51 16,4-4-48-16,10-2-25 0,1 0-108 0,11-4 51 15,-21 5-9 1,-3-1-84-16,-7 8 62 0,-14-1 32 0,-8 3 0 0,0 4-356 0,-21 0 188 0,-9 2 32 16,-6 0 72-16,-5 0-560 0,-4 2 290 15,0 0 135-15,-2 1 81 0,-13 4-345 0,-7 0 209 0</inkml:trace>
  <inkml:trace contextRef="#ctx0" brushRef="#br0" timeOffset="31527.09">8699 13788 1220 0,'2'0'0'0,"1"0"0"0,1 0 0 0,3-1 0 0,6 1 0 0,3 0 0 0,4 0 149 0,2 1-56 0,5 11-29 0,2 1 127 16,1 5-68-16,-2 3-48 0,-6 3 0 0,-3 2-135 15,-4 1 49-15,-10 5 23 0,-2 4 10 0,-3-3-124 16,-7-1 69-16,-14 2 35 0,-7-5 0 0,1 0 35 16,-10 0 9-16,6-11-10 15,-1-5 1-15,-2-3-152 0,2-5 63 0,1-3 112 47,-1-2-14-31,6 0-43-16,7-2 1 0,5-12 216 0,3 3-96 0,4-2-1 0,5-2 124 0,2 0-110 0,0 0-50 0,11-2-100 0,3 0 25 0,5 1 0 0,2-3 34 0,0 4-340 31,2 5 157-31,1-4 85 0,0 3 41 0,-3 2-275 0,5-3 119 0,-1 3 82 0,-2 1-9 0,-2 3-491 16,2 0 273-16</inkml:trace>
  <inkml:trace contextRef="#ctx0" brushRef="#br0" timeOffset="31825.24">9024 13914 1707 0,'1'0'0'0,"-1"0"0"0,2-2 0 0,-1-1 0 0,1-3 0 0,3 3 0 0,-1 0 0 0,2 1 0 0,2 1 234 0,1-1-99 0,2 0-39 0,0 2 52 16,3 0-55 0,0 0-29-16,4 5 1 0,-3 2-53 0,2 3-9 0,-1-1 34 0,-1 3 0 15,-1-1-124-15,-1 0 61 0,-2 4 41 16,-3-3-108-16,0-2 64 0,-6 2 33 16,0-3 0-16,-1 1-62 0,1 0 39 0,-2-5-21 0,0 0 174 15,-2-1-71-15,-2-1-30 0,0-1-1 0,-3-1 133 16,4-1-68-16,-2 0-37 0,3 0 0 0,0 0 9 15,-2 0-13-15,3 0-10 0,-1 0-235 0,2 0 112 16,-2 0 62-16,2 0-306 0,0 0 157 0,0 6 87 16,-1-1 16-16,-2 2-176 15,0 3 83-15,1 0 60 0,-4 0 25 0,0 1-90 16,0 2 66-16,-3-1 28 0,1 0 0 16,-4-1-81-16,1 2 54 0,-4 1 19 0</inkml:trace>
  <inkml:trace contextRef="#ctx0" brushRef="#br0" timeOffset="32132.55">9424 13876 1142 0,'-7'-5'0'0,"-2"0"0"0,1-3 0 0,-1 5 0 0,0 2 0 0,-1-1 0 0,-1 2 267 0,-2 0-114 16,-3 2-49-16,5 10 241 0,-3 2-154 0,0 6-77 15,4 4-38-15,-3-1 179 0,3 7-100 0,4-1-63 16,4 0 41-16,2 0-48 0,0 3-24 0,4-3 43 16,7 5-24-16,7-9-9 0,2 0-34 0,1-5-244 15,4 0 122 1,2-3 61-16,0-1 40 0,0-7-421 0,-2-3 214 0,-2-5 56 0,2-1 70 0,-3 0-582 15,3-1 296-15,-7-13 161 0,-2-2-335 0,-3-4 243 16</inkml:trace>
  <inkml:trace contextRef="#ctx0" brushRef="#br0" timeOffset="32438.94">9555 13872 1448 0,'0'-1'0'0,"0"-4"0"0,-1 3 0 0,-1-1 0 0,2 0 0 0,0 0 0 0,0 0 0 0,0 2 0 0,7 1 384 0,6 0-173 0,1 0-87 16,0 7-44-16,3 3-43 31,-4 2 1-31,3 3-1 0,-6 2-146 0,1 0 73 0,-3 5 37 16,-2 2-112-16,-3-2 69 0,-3 2 40 0,0 2 0 0,-5-1-11 0,-7 3 0 0,-4-3-1 16,-2-3-4-16,-1-5 59 0,-1-5 1 0,0-4-81 15,2-2 29-15,-2-5 219 0,6-1-103 0,3-1-37 16,2-11 155-16,4 0-83 15,5-5-53-15,0-2 34 0,0 2-47 0,3 0 0 32,11 2-38-17,0 0 33-15,1 2-33 0,3 1 10 0,-1 1-10 0,0 2-36 0,0 1 0 0,0 4 36 0,2-1 0 0,-2 1-243 0,2 1 101 0,-5 1 68 16,3 2-635-16,2 0 303 0,-3 0 173 0,2 0-636 16</inkml:trace>
  <inkml:trace contextRef="#ctx0" brushRef="#br0" timeOffset="32633.49">9854 13929 1766 0,'-6'0'0'0,"1"0"0"0,3 0 0 0,-1 0 0 0,-1 0 0 0,4 0 0 0,0 0 463 16,0 4-214-16,1 1-105 0,6 1-45 0,5 1 100 16,0 0-82-16,5 3-39 0,-2-2-532 0,4 2 246 15,-1-1 132-15,0 0-795 0,-3-3 417 0,2 2 210 31</inkml:trace>
  <inkml:trace contextRef="#ctx0" brushRef="#br0" timeOffset="32765.09">10167 13713 968 0,'3'-12'0'0,"0"3"0"0,1 0 0 0,-1 6 0 0,-1 0 0 0,2 3 639 0,-3 6-300 0,1 12-152 0,-2 10-65 0,0 7 272 16,0 9-178-16,-11 6-90 0,0 9 358 15,-6 6-223-15,-3 12-103 0,-3 6-341 0,-7 13 110 0,-1 11 55 0,-4 9 28 16,-1 5-958-16,-2 15 502 0</inkml:trace>
  <inkml:trace contextRef="#ctx0" brushRef="#br0" timeOffset="36397.24">10977 13653 1439 0,'-6'0'0'0,"4"0"0"0,-2-4 0 0,4 3 0 0,0 1 0 0,0 0 0 0,6 0 497 0,8 0-229 16,4 0-115-16,6 5-58 0,0-5 59 0,2 2-63 0,1 0-26 15,0-1-178-15,0 1 76 16,0 1 37-16,1 0 10 0,-4 3-530 0,-4-1 279 16,-6 5 139-16,-2 3-708 0</inkml:trace>
  <inkml:trace contextRef="#ctx0" brushRef="#br0" timeOffset="36552.39">11009 13989 1352 0,'-16'0'0'0,"3"5"0"0,4-4 0 15,-2 1 0-15,8 1 0 0,3-3 496 0,0 0-229 0,3 0-114 16,14 0-58-16,2 0 264 0,4 0-166 0,5 0-77 16,-1 0-39-16,2-3 0 0,3 1-29 0,-3 1-10 15,1-1-633-15,-2 2 316 0,1 0 159 0,-1 0-694 16,5 0 422-16</inkml:trace>
  <inkml:trace contextRef="#ctx0" brushRef="#br0" timeOffset="36885.68">11694 13380 1315 0,'16'-19'0'0,"-1"5"0"0,7 4 0 0,6 1 0 0,-1 5 0 0,1 4 258 16,4 0-109-1,1 2-56-15,1 9 177 0,1 6-107 0,-6 1-67 0,-4 5-29 0,-2 4-40 0,-5 3 12 0,-3 2-1 16,-4 6 10-16,-9-8-197 15,-2 5 94-15,-2-1 47 0,-14 0 0 0,-5-2-95 0,-3 3 81 16,-3-14 4-16,-1-2-24 0,-2-8-21 31,1-5 33-31,0-6 114 0,1 0-47 0,7 0-23 0,0-14-25 0,6-3 274 16,2-1-127-16,0-1-43 0,9-1-40 0,-1 1 247 16,5 0-131-16,0 1-65 0,3-2-33 15,5 0 12-15,6 5-45 0,5-1 1 16,2 4-44-16,0 1 0 0,3 2 43 0,0-1-271 0,-1 6 131 0,1 3 70 15,2 1 35-15,-2 0-708 16,-3 1 344-16,3 10 107 0,-8 1 113 0</inkml:trace>
  <inkml:trace contextRef="#ctx0" brushRef="#br0" timeOffset="37094.13">11590 13968 1434 0,'-12'0'0'0,"2"0"0"0,0 0 0 0,10 0 0 0,0 0 0 0,8 0 0 0,17 0 686 0,10 0-324 0,8 0-152 0,7-3-91 0,6-4 256 15,1 2-168-15,2-4-85 0,3 1-114 0,11-2 9 16,-14 4 22-16,2 0-1 0,-5-2-467 0,-4 5 234 16,-10 0 116-16,-2 0-683 0,-16 1 380 0,-9 2 191 15,-7 0 94-15,-7 0-360 16</inkml:trace>
  <inkml:trace contextRef="#ctx0" brushRef="#br0" timeOffset="37409.41">11725 14089 1268 0,'-11'0'0'0,"3"0"0"0,0 0 0 0,4-3 0 0,4 3 0 0,0 0 0 0,4 0 212 0,15 3-87 0,3 8 125 15,3-1-106-15,0 5-52 0,3 2-18 0,-3 0-105 16,0 2 35-16,-5 3 0 15,-2 2 35-15,-2 1-92 0,-3 5 56 0,-10-2-10 0,-3 0 46 0,0 2-98 16,-16-1 50-16,-5-3 23 16,-7 2 55-16,-2-8-41 0,-1-5-42 0,-2-5 0 15,1-3 184-15,-1-7-76 16,-1 0-31-16,7 0 127 0,4-5-68 0,3-10-42 0,5 3 0 0,6-2 68 16,0-1-44-16,7 3-38 0,2-2 0 0,2 2 1 15,10 0-1-15,4-2-27 16,6 1-172-16,-1 1 81 0,3 4 45 0,3-1 1 0,-1 0-499 0,0 3 261 15,4-4 97-15,-4 6-640 16,2-3 375-16,-3 1 186 31</inkml:trace>
  <inkml:trace contextRef="#ctx0" brushRef="#br0" timeOffset="37536.15">12051 14200 1327 0,'-5'-5'0'0,"0"3"0"0,1-1 0 0,0 0 0 0,0 0 0 0,1 1 597 0,3 0-283 0,0 2-139 16,0 0-68-16,0 0 130 0,0 4-100 15,7 7-39-15,4 1-16 0,-1 0-44 32,1 5 0-32,6 0-554 0,-4-3 277 0,4 3 148 0,-3-1 60 0,3-2-656 0,-1-4 357 0,-2-1 178 15,0 0-72-15</inkml:trace>
  <inkml:trace contextRef="#ctx0" brushRef="#br0" timeOffset="37705.97">12320 14101 985 0,'2'-24'0'0,"1"8"0"0,-1 5 0 0,-1 3 0 0,2 2 0 0,-3 5 0 0,1-1 523 0,-1 2-248 0,0 10-118 16,0 11-60-16,-5 8 312 0,-3 5-186 0,-4 9-83 31,1-1 36-31,-2 6-70 0,-2 0-33 0,1 3-10 0,-4 5-73 0,1-5 19 0,0 2 0 0,-3 0-302 16,-1-1 166-16,1-1 82 0,-2 4 51 0,5-11-569 16,0-9 288-16,5-3 60 15,4-10 100-15,5-7-493 0</inkml:trace>
  <inkml:trace contextRef="#ctx0" brushRef="#br0" timeOffset="37950.64">12759 13395 1792 0,'-2'0'0'0,"-8"-2"0"0,-1 2 0 0,1 0 0 0,-2 15 0 0,-4 11 0 0,0 9 0 0,-1 9 661 15,1 14-303-15,7 0-164 0,7 13 203 0,2 1-179 16,0 0-90-16,10-2-187 0,7 0 58 0,6-19 15 16,5-7-1-16,0-6-233 0,3-8 129 0,1-7 64 15,2-2 42-15,-6-12-621 0,-2-9 321 16,1 0 110-16,-3-5 97 0,0-10-125 31</inkml:trace>
  <inkml:trace contextRef="#ctx0" brushRef="#br0" timeOffset="38217.12">13123 13326 1941 0,'3'-19'0'0,"2"5"0"0,2 1 0 0,1 4 0 0,2 7 0 0,2 2 0 0,-1 0 0 0,5 7 0 0,-1 10 186 0,2 6-65 0,-2 2-46 0,0 5 82 0,-4 1-59 0,-2 4-31 31,-3 3 1-31,0 2-167 0,-6-4 63 0,0 0 37 0,-6 1-225 0,-12-2 130 0,-4 0 66 0,-4 0-62 15,-4-10 23-15,1-6 42 0,-3-8-33 0,4-4 157 16,0-7-76-16,0 0-3 0,8-1-74 0,4-16 150 16,7-2-54-16,3-5-28 15,6 1 7-15,0-3 245 0,0 3-96 0,7 1-72 16,9 1 50-16,1 3-55 0,5 1-28 0,1 0-212 16,-1 4 87-16,2 0 49 0,-1 5 25 0,3 1-621 0,1-2 294 0,2 1 157 15,-2 5 40-15,-2 0-330 16</inkml:trace>
  <inkml:trace contextRef="#ctx0" brushRef="#br0" timeOffset="38465.87">13455 13288 1135 0,'7'-12'0'0,"3"1"0"0,-1 4 0 0,-1 0 0 0,5 3 0 0,-1 2 0 0,2 1 226 0,0 1-84 0,3 0 127 15,-7 10-116-15,2 5-58 0,-3 5-28 16,-3 3-39-16,-4 8 19 0,-2-2-9 15,0 1-1-15,-2 3 14 16,-11 1-13-16,0-3-1 0,2 5 10 0,-6-8 78 0,5-1-44 0,-2-6 1 16,4 0 181-16,2-1-113 0,1-3-47 0,5-7 101 15,2-3-84-15,0-2-41 16,0-1 0-16,12-2-92 0,1-2 35 0,6 0-10 0,1-2 26 0,5-7-540 16,-2-2 270-16,2 1 135 0,4-1 77 0,-8 2-480 15,0-2 189-15</inkml:trace>
  <inkml:trace contextRef="#ctx0" brushRef="#br0" timeOffset="38630.67">13421 13477 1179 0,'-7'-1'0'0,"1"-3"0"0,4 1 0 0,2 0 0 0,0 1 0 0,0 0 555 0,4 2-263 15,11 0-127-15,4 0-64 0,3 0 234 0,1 0-149 16,5 0-65-16,0 2-46 0,-1 1-381 0,1 2 172 15,-2-1 85-15,2 1-299 0,-3 2 202 16,-6-1 87-16</inkml:trace>
  <inkml:trace contextRef="#ctx0" brushRef="#br0" timeOffset="38845.74">13053 13818 2799 0,'-6'0'0'0,"2"0"0"0,3 0 0 0,1 0 0 0,5 0 0 0,14 0 0 0,10 0 0 0,12 0 0 0,10 0 392 0,5 0-183 0,9-4 16 15,7-2-94-15,3 1-47 0,-2 0-25 0,4 0-94 16,-17 2 31-16,-5 0 0 0,-10 0 41 0,-5 3-481 16,-4 0 250-16,-16 0 110 15,-9 0 60-15,-6 4-764 0,-3 4 391 0,-2 3 104 16</inkml:trace>
  <inkml:trace contextRef="#ctx0" brushRef="#br0" timeOffset="39105.04">13171 14000 1537 0,'-6'-5'0'0,"3"-1"0"0,3 3 0 0,0 1 0 15,1 0 0-15,12-1 221 0,7 3-92 0,6 0-46 0,5 0-24 0,1 7 264 0,4 1-135 0,-3 2-80 16,1 4-36-16,-3 1-134 15,-1 2 49-15,-7 1 25 0,-1 5-232 0,-11-2 123 16,-10 3 67-16,-1 0-82 0,-4 0 70 0,-20 4 36 16,-2-1-23-16,-5-8 5 0,-4 0-22 0,-1-5 1 15,0-1-42-15,4-8 187 0,-5 2-76 0,10-7-22 16,4 0 19-16,3-1 84 0,5-9-35 0,6-5-34 16,1-2-49-16,8-2-3 15,0-1 52-15,8-2-347 0,7 3 151 0,3-4 78 0,2 4 27 0,0 4-520 16,2-2 269-16</inkml:trace>
  <inkml:trace contextRef="#ctx0" brushRef="#br0" timeOffset="39299.47">13526 14033 750 0,'2'0'0'0,"0"0"0"0,-1 0 0 0,1 0 0 0,1 0 228 0,3 0-100 0,1-3-45 0,3 3-24 0,-2 0 318 0,5 0-171 0,0 0-75 0,2 0 38 0,0 0-66 0,-2 8-33 0,-1 1-120 62,-3 3 43-62,-1 4 10 0,-6 0 33 0,-2 3-188 0,0 1 95 0,-8 1 46 0,-9 1 24 0,-2 0-53 0,-4-2 22 0,1-3 26 0,-6-2-72 0,6-4-239 0,-1-2 94 0,0-3 84 0,8-4-239 0,3-2 163 16</inkml:trace>
  <inkml:trace contextRef="#ctx0" brushRef="#br0" timeOffset="39475.64">13782 13997 1566 0,'0'0'0'0,"0"0"0"0,0 3 0 0,0-3 0 0,0 4 0 0,-1-2 0 0,-6 5 0 0,3 1 657 0,-6 4-310 0,4-2-156 15,2 6-68-15,-1 0 181 0,5 2-134 0,0-1-67 16,0 3-33-16,5-1-51 0,9 2 27 0,6-4-10 16,4-4-375-16,3 1 187 0,4-2 95 15,-1 0-542-15,6-4 327 0,-2-7 83 16,0-1 101-16</inkml:trace>
  <inkml:trace contextRef="#ctx0" brushRef="#br0" timeOffset="39698.37">14206 13387 2498 0,'3'-16'0'0,"2"5"0"0,7 9 0 0,2-1 0 0,5 3 0 0,0 8 0 0,2 13 293 0,1 8-132 0,-3 10-63 0,-2 11 430 16,-3 7-245-16,-5 9-213 0,-2 10-70 0,-7-1 0 16,0 1 0-16,-13 3 0 0,-7-1-74 15,-5-3-108-15,-6 11 118 0,1-20 46 0,-4-4-294 0,0-4 175 16,1-9 86-16,-7 3-892 0,10-26 458 0,5-7 224 16</inkml:trace>
  <inkml:trace contextRef="#ctx0" brushRef="#br0" timeOffset="39848.44">14659 14330 2656 0,'-8'0'0'0,"-5"-9"0"0,9 4 0 0,4 1 0 0,0-3 0 0</inkml:trace>
  <inkml:trace contextRef="#ctx0" brushRef="#br0" timeOffset="44974.86">10190 7175 1217 0,'-8'-6'0'0,"-4"-2"0"0,9 3 0 0,-3 1 0 0,3 1 0 0,1 0 0 0,2-1 188 0,0 1-64 0,0 0-47 16,5-2 0-16,9 2 153 0,6-4-95 0,6 1-48 16,4-3 162-16,4 2-110 0,6 3-49 0,4-3 153 15,7 2-102-15,9 0-40 0,4 1-35 0,8 1 55 16,4 3-41-16,7-2 1 0,-1 2-41 0,13 0-26 15,-19 0 26 1,0 0 0-16,-5 0 0 0,-5 0-94 0,-7-3 47 0,3 2 10 16,-20-1-109-16,-6 1 74 0,-6-2 26 0,-5 3-106 15,-6-2 47-15,2-2 39 0,-10 1-19 0,-5 0-8 16,-3 1 10-16,-1-4 0 0,-1 2 4 0,-1-2-11 16,0 1 0-16,0-2 29 0,-4-1-3 0,-4 2-109 15,-4 0 51-15,1 3 23 0,-4 1-591 0</inkml:trace>
  <inkml:trace contextRef="#ctx0" brushRef="#br0" timeOffset="55914.95">14938 13626 2283 0,'-3'7'0'0,"2"-1"0"0,1-2 0 0,-2 1 0 0,2 0 0 16,0-1 0-16,0-1 0 0,0 0 0 0,7-1 475 0,2-1-218 0,3-1-109 0,2 0 147 0,2 0-118 15,-1 0-74-15,2 0-122 0,1 0 29 0,-1 0 0 16,1 0 29-16,1 0-180 0,-1 0 85 0,-5 0 47 16,3 0 0-16,-4 0-657 0,1 0 268 15,-2 6 205-15,-3-1-30 0</inkml:trace>
  <inkml:trace contextRef="#ctx0" brushRef="#br0" timeOffset="56138.28">14939 13958 3020 0,'-17'0'0'0,"2"7"0"0,4-1 0 0,1 2 0 0,2-1 0 0,4-4 0 0,4 5 0 0,0-1 490 0,7-1-226 15,10 2-107-15,2-3-157 0,7 2 0 0,1-4 0 16,2 0 0-16,2 2 0 0,4-4 0 0,-6 0 0 16,-1 1 0-16,2-2 0 0,-4 2 0 0,1-2 0 15,2 0 0-15,-7 0 0 0,-5 0 0 0,-1 0 0 16,-5 0 0-16,-5 0 0 0,2 0-34 0,-5 0-217 15,-3 0 103-15,0-2 55 0,-3 0 27 0,-5 0-691 16,2-4 350-16,-4 4 189 0</inkml:trace>
  <inkml:trace contextRef="#ctx0" brushRef="#br0" timeOffset="57497.9">10417 7134 604 0,'-10'0'0'0,"-4"0"0"16,3 0 0-16,2 0 0 0,-2 0 0 0,2 0 0 0,2 0 187 0,-1 0-65 0,3 0-47 31,1 0 1-31,1 0 106 0,2 0-72 0,1 0-35 0,0 0 76 0,0 0-61 0,0 2-26 0,0 1 57 0,0 3-41 0,3-2 0 15,0 3-33-15,5 0 81 16,-4-1-45-16,2 3 0 0,3-4-45 0,1 4 50 0,0 1-16 0,2-2-9 16,5-1-25-16,2 0 34 15,7-2 1-15,2 0-35 32,8-1-29-32,5-4 30 0,2 0-1 0,6 0-40 0,6 0 0 0,0-2 40 0,9-3 10 0,-11 1-171 0,1-2 78 0,-4 3 27 15,-6 2-1-15,4 0-199 16,-14 1 110-16,-9 0 33 0,-4 0 35 0,-4 0-283 15,-5 0 144-15,-1 2 50 0,-9 0 51 0,-2-1-258 0,0-1 150 0</inkml:trace>
  <inkml:trace contextRef="#ctx0" brushRef="#br0" timeOffset="58612.55">16029 13399 1411 0,'-20'5'0'0,"2"2"0"0,-5 1 0 0,3-1 0 0,1 4 0 0,-3 4 631 0,1 8-297 0,0 5-148 16,-4 11-66-16,5 6 297 0,-3 9-190 15,6 6-95-15,1 9 293 0,7 0-377 0,2 6-48 16,7-17 0-16,0 0 0 0,10-7 0 16,12-5 0-16,4-5 0 0,8 0 0 0,1-14 0 15,6-3 0-15,5-4 0 0,4 0 0 0,0-2 0 31,11 2 0-31</inkml:trace>
  <inkml:trace contextRef="#ctx0" brushRef="#br0" timeOffset="59852.81">21535 13532 2003 0,'3'-3'0'0,"2"3"0"0,-1-3 0 0,3 3 0 0,4 0 0 0,4 0 0 0,1 0 207 16,6 3-85-16,3 8-42 0,1 1-1 0,2 7 112 15,3 4-68-15,-3 1-48 0,-5 7-40 0,-1 7 2 16,-5 4 0-16,-4 8-73 0,-11-4 32 0,-2 5 0 16,-5 2 40-16,-15-5-93 0,-4 2 47 0,-4 4 33 15,-4-13-10-15,0-4-11 0,-2-3-19 0,2-6 0 16,1-3-113-16,-2-1 68 0,9-11 14 0,2-6 0 16,4-6-326-16,5-1 174 0,3 0 71 15,5-2-392-15,5-10 248 0,0-3 117 0,3-1 60 0</inkml:trace>
  <inkml:trace contextRef="#ctx0" brushRef="#br0" timeOffset="60070.91">21968 13700 1836 0,'-10'0'0'0,"0"0"0"0,0-2 0 0,3 0 0 0,2 2 0 0,2 0 0 0,2 0 663 16,1 0-313-16,0 4-148 0,1 2-87 0,10 4 152 0,3-1-115 0,3 5-58 16,-1-3-107-16,2 4 35 15,0-1-10-15,-1 3 24 0,-3-2-444 0,1-1 222 16,1 7 121-16,-2-6-622 0,-5 0 359 0,1 1 66 16,0-3 126-16,-2-1-548 0</inkml:trace>
  <inkml:trace contextRef="#ctx0" brushRef="#br0" timeOffset="60354.37">22331 13534 1447 0,'0'-8'0'0,"0"4"0"0,-3-1 0 0,0 1 0 0,0 2 0 0,-1 1 0 0,2 1 0 0,2 0 68 0,-2 3-1 0,1 10-31 0,-3 7 681 16,1 7-332-16,-1 5-178 15,-4 4-86-15,0 10 107 16,-3 2-95-16,-4 8-49 0,-1 14 38 0,-5-2-47 0,-1 7 0 16,-1 5-38-16,-5 4-2 0,-1 2 1 0,-3 5 10 15,8-19-106-15,4-9 49 0,2-6 23 0,6-11 1 0,4-6-100 16,2-1 72-16,4-16 8 0,2-5 0 0,0-5-252 16,0-3 131-16,0-6 37 0,0 0-345 0,0-4 198 15,0 0 101-15,0 0-391 0,0-1 246 0,0-2 113 16,0-5 71-16,0 1-281 0</inkml:trace>
  <inkml:trace contextRef="#ctx0" brushRef="#br0" timeOffset="61198.67">22640 13914 2365 0,'-7'-5'0'0,"3"-2"0"0,0 2 0 0,4 2 0 0,0-3 0 0,3 3 0 0,9 1 269 0,5-1-116 16,5-1-58-16,4 4 455 0,2-3-257 0,3 2-118 15,-1 0-144-15,0 1-31 0,0 0 0 0,2 0 0 16,-1 0 0-16,1 1 0 0,-5 3 0 0,-2 0 0 16,-3-1 0-16,0 2-171 15,-3-1 98-15,-2-1-221 0,-5 2 161 0,-6-5-7 0,-2 2 72 16,-2-1-667-16,0 1 340 0,-2-1 184 16,0 2 87-16,-11 0-464 0</inkml:trace>
  <inkml:trace contextRef="#ctx0" brushRef="#br0" timeOffset="61372.42">22866 13617 2011 0,'-14'-12'0'0,"-3"-5"0"0,9 11 0 0,-1-2 0 0,5 5 0 0,0 3 0 0,2-3 408 0,1 3-177 0,1 0 386 16,0 5-291-16,3 9-144 0,7 8-73 0,0 5-62 15,1 9-47-15,0 5 0 0,-3 5 0 0,-1 3 0 16,0 5 0-16,0 4 0 15,0 11 0-15,-4-4-263 0,-3 6-118 0,2-1 208 0</inkml:trace>
  <inkml:trace contextRef="#ctx0" brushRef="#br0" timeOffset="62690.04">23730 13607 1010 0,'0'-19'0'0,"2"2"0"0,0-4 0 0,0-4 0 0,-1 5 0 15,2-1 0-15,-3 1 183 16,0-1-73-16,0 0-37 0,0-2 9 0,0 4-21 0,-5-1-24 0,-3 3-1 0,-2 2 1 15,3-1 44 1,-5 0 10-16,3 6-55 0,-3 4 113 0,1 1-56 0,-2 2-29 16,-1 3 135-16,0 0-72 0,1 4-50 0,-1 12 0 0,2 4 121 15,2 5-80-15,-3 9-41 0,4 6 9 0,5 3 67 16,-1 5-59-16,4 4-29 16,1 6 1-16,0 0 225 0,0 11-131 0,1-8-160 0,7 1 0 0,0 5 0 31,-2-1 0-31,3 1 0 0,-4 8 0 0,-3-15 0 0,1-3 0 0,-3-3 0 15,0-3 0-15,-7-3 0 0,-9 4 0 0,1-16 0 16,-3-4 0-16,-5-7 0 0,2-5-51 0,-4-1-51 16,3-10 4-16,2-8 38 0,1-1-265 0,1 0 144 15,3-1 73-15,-3-12-453 0,8-7 266 0,1-6 130 16,1-8 64-16,5-7-567 0,-1-7 315 0</inkml:trace>
  <inkml:trace contextRef="#ctx0" brushRef="#br0" timeOffset="62832.67">23308 13961 919 0,'-13'-17'0'0,"8"8"0"0,0 3 0 0,2 3 0 0,1 1 719 0,2-1-341 0,0 2-162 16,0 1-94-16,2 0 576 0,11 0-331 0,5 0-165 15,2 0 108-15,4 0-310 0,1 0 0 0,1 0 0 16,2 0 0-16,2 1 0 0,1 4 0 0,6-2-225 16,-6-1-128-16,2 5 195 0,0-1 97 0,-4 3-1009 15</inkml:trace>
  <inkml:trace contextRef="#ctx0" brushRef="#br0" timeOffset="63029.82">23855 14147 2421 0,'0'0'0'0,"0"0"0"0,-2 2 0 0,0-1 0 0,1 0 0 0,0 4 0 0,1 3 448 16,0-1-205-16,0 4-104 0,0 2 157 0,0 1-130 15,0 6-56-15,0 0-2 0,0 3-108 0,0-1 0 16,0 4 0-16,0-4-89 0,0 3-49 0,0-5 82 31,0-2 47-31,0-3-585 0,0-1 316 0,0-6 155 16,-2 4 88-16,1-12-722 0,-4 0 360 0,4 0 180 15</inkml:trace>
  <inkml:trace contextRef="#ctx0" brushRef="#br0" timeOffset="63205.53">24069 13304 1604 0,'3'-24'0'0,"-2"5"0"0,1 5 0 0,-2 1 0 0,0 8 0 0,0 3 0 0,0 2 671 0,0 0-317 0,0 3-158 15,-2 11-71-15,-1 5 176 0,-3 6-131 0,3 1-67 16,-2 6-362-16,1 2 149 0,-1 4 83 0,-1-4-342 16,4 2 204-16,-3 2 101 0,0 0 50 0,-2 5-807 15</inkml:trace>
  <inkml:trace contextRef="#ctx0" brushRef="#br0" timeOffset="63463.15">24172 13989 2778 0,'0'0'0'0,"0"0"0"0,0 0 0 0,0 0 0 0,-2 0 0 0,2 0 0 0,0 0 0 0,0 0 0 0,0 0 439 0,0 0-201 0,0 0-101 0,3 0-1 0,1 0-41 0,3 0-33 0,-1 5-376 47,-1-4 175-47,1 4 88 0,-1-4 44 0,2 4-759 0,-3-2 393 0,0 0 201 0,1 3 100 0</inkml:trace>
  <inkml:trace contextRef="#ctx0" brushRef="#br0" timeOffset="63803.45">24623 13655 2607 0,'0'-12'0'0,"0"2"0"0,0 1 0 0,0 2 0 0,0 2 0 0,0 0 0 0,0 3 0 0,2 2 0 0,0 0 381 0,-1 7-172 0,1 7-78 0,-1 9 286 15,1 8-231-15,1 5-186 0,-3 4 0 0,2 5 0 16,-1 8 0-16,2-5 0 16,-3 0 0-16,2-1 0 0,-1 3 0 0,1-1 0 0,-1 6 0 0,1-11 0 15,-1-1 0-15,1-8 0 0,-1 0 0 0,0-8 0 16,1 3 0-16,2-16 0 0,0-4 0 0,-1-5 0 15,1-4 0-15,-3-1 0 16,1 0 0-16,0 0-43 0,0-1 27 0,-2-3-32 16,0 1 12-16,0-1-10 0,0 0 118 0,0 1-56 15,0 1-26-15,0 1-258 0,0-3 116 0,0 2 48 16,0 0 39-16,-4 2-922 0</inkml:trace>
  <inkml:trace contextRef="#ctx0" brushRef="#br0" timeOffset="71590.61">1938 10469 573 0,'-4'-15'0'0,"0"-4"0"0,0 6 0 0,3-2 0 0,-2-2 0 0,2-1 301 0,-2 3-132 16,-3-6-56-16,3 7-43 0,1-2 196 0,-3 0-114 0,-2 2-58 15,2-1-28-15,0-4 131 0,0 6-85 0,-2 1-37 16,0-2 37-16,1 4-38 0,-1-2 1 0,0 0 16 16,-3 7-10-16,4-1-44 15,-1 2 1-15,-2 2 32 0,2 2 1 0,-6 0-24 16,6 9-10-16,-2 8 28 0,1 7 1 0,0 6-29 16,4 6 0-16,-1 6 164 0,5 3-86 0,0 4 94 15,0 6-85-15,1 0-44 0,6 6-4 0,3 6-76 16,1-6 0-16,1 5 0 0,2 4 0 0,-2-1 0 15,-1 0 0-15,2 7 0 0,-7-17 0 0,0-6 0 16,-2-1 0-16,-2-4 0 0,-2-7 0 0,0 3-171 16,0-19 92-16,-6-4 9 0,-3-7-106 0,-5-5 62 15,-1-1 42-15,1-8-188 16,-3 0 111-16,-2-2 56 16,2-10 28-16,-2-3-176 0,-1-3 92 0,4-3 61 0,-2-3 25 0,3-8-460 15,-2-4 243-15,3-6 121 0,-4-14 52 0</inkml:trace>
  <inkml:trace contextRef="#ctx0" brushRef="#br0" timeOffset="71716.69">1569 10887 869 0,'-5'-14'0'0,"2"5"0"0,0 0 0 0,0 3 0 0,0 1 0 0,3 4 0 0,0 0 773 0,3-1-367 0,8 1-185 15,5-2 483-15,5 1-338 16,4-1-164-16,4-1-83 0,2 2 76 0,1-1-119 0,7 0-76 16,-1 1-515-1,1 2 213-15,1 0 170 0,2 0 84 0,-1 2-1030 0,2 10 548 0</inkml:trace>
  <inkml:trace contextRef="#ctx0" brushRef="#br0" timeOffset="71884.27">2187 11042 2577 0,'-6'2'0'0,"0"4"0"0,-2-2 0 0,1 3 0 0,4 0 0 0,2 1 0 0,1 4 0 0,0-2 0 0,0 2 621 0,0 3-283 0,1 2-155 0,3-3-308 16,4 2 81-16,-2 2 41 0,0 1 0 0,2 2-634 15,-3-3 333-15,0-1 170 0,-1 0 86 0,0-3-338 16,-2-2 211-16,-1-1 115 0</inkml:trace>
  <inkml:trace contextRef="#ctx0" brushRef="#br0" timeOffset="72060.81">2300 10175 1868 0,'0'-19'0'0,"0"3"0"0,0 7 0 0,0 1 0 0,0 4 0 0,0 2 756 0,0 2-364 0,0 6-177 16,0 14-89-16,0 6 202 0,0 7-145 0,0 5-120 15,0 2-74-15,-3 4-3 16,3 4 25-16,0 0 1 0,0 2-1010 0</inkml:trace>
  <inkml:trace contextRef="#ctx0" brushRef="#br0" timeOffset="72677.04">3785 10194 1878 0,'-1'-18'0'0,"-5"6"0"0,-1 0 0 0,5 7 0 0,2 5 0 0,0-3-3 0,0 3 383 0,0 0-172 0,0 3 277 15,0 14-233-15,0 0-110 31,2 5-54-31,1 4 93 0,4 3-73 0,-4 2-26 0,-2 1-9 0,2-1-81 0,-2 0 2 0,1 4 43 47,0-2-3-47,-2 9-389 0,0-6 190 0,0 4 101 0,0 2-765 0,0 1 414 16,0 3 108-16</inkml:trace>
  <inkml:trace contextRef="#ctx0" brushRef="#br0" timeOffset="73081.83">3654 11243 1721 0,'-10'-15'0'0,"1"4"0"0,4-4 0 0,5 3 0 0,0 2 0 0,0-1 0 0,10 0 0 0,7 0 266 0,5-2-104 0,4 4 127 16,-1 5-125-16,4-2-64 0,-3 4-31 0,2 2-75 16,2 0 9-16,-8 5 34 0,1 11 0 0,-5 1-221 15,-3 9 110-15,-2-1 56 16,-5 7 37-16,-6-1-226 0,-2 1 118 0,-2 3 63 16,-8 0-94-16,-5-2 61 0,-3 6-37 0,-2-10 158 15,-3 1-65-15,-6-2 0 0,0-6-61 0,-4 2 393 31,3-7-169-31,1-5-87 0,0-2-22 0,3-3 448 0,5-4-219 0,-2 1-113 0,9-4-69 0,9 0 196 16,1 0-294-16,4 0 0 0,0-6 0 16,9 1 0-16,12-1 0 0,5 2 0 15,4-2 0-15,3 3 0 0,5-2 0 0,4 0 0 16,-5 4 0-16,2-2 0 0,2 1 0 0,1 1 0 16,0 1 0-16,6 0-131 0,-11 0 62 0,1 0-1110 15,-5 0 571-15</inkml:trace>
  <inkml:trace contextRef="#ctx0" brushRef="#br0" timeOffset="73875.36">5708 10369 1803 0,'-17'-9'0'0,"4"1"0"0,-1-1 0 0,-1 1 0 0,8 1 0 0,-1 1 0 0,4-2 0 0,4 0 0 0,0-1 248 0,3 1-97 0,9 1-61 0,8 1 152 16,3 0-102-16,4 4-52 0,2-1-25 0,3 3 59 15,-4 0-47-15,1 0 0 16,-2 8-38-16,1 1-42 0,-5 3 42 0,0 4 9 0,-5 0-132 0,-3 6 62 16,-8 2 30-16,-4 2-106 15,-3 0 68-15,0 5 44 0,-6-3-17 0,-11-1 58 0,-7-2-59 0,-5 1 19 16,-3-5-43-16,-4 3 150 16,0-12-61-16,0-2-26 0,1-4 2 0,2-5-6 15,-1 0 5-15,8-1-18 0,4-6-211 0,5-6 104 16,9-7 63-1,6-4-553-15,2-6 267 0,4-1 148 0,19-2 42 0,6-2-508 0,4 1 297 0</inkml:trace>
  <inkml:trace contextRef="#ctx0" brushRef="#br0" timeOffset="74046.12">6105 10128 1423 0,'0'0'0'0,"0"0"0"0,0 0 0 0,0 1 0 0,-2 5 0 0,-7 2 0 0,-1 3 849 16,-3 5-406-16,-3 7-203 0,2 1-102 0,-2 1 514 15,1 9-466-15,5-4-186 0,6 0 0 0,4 3 0 16,0-4 0-16,7-2 0 0,9 5 0 0,9-11 0 0,2 1 0 0,5-4-21 16,-2-1-282-16,3-5 169 15,3 5 95-15,-6-6-998 0,-1-4 500 0,-3 3 250 16</inkml:trace>
  <inkml:trace contextRef="#ctx0" brushRef="#br0" timeOffset="74250.11">5923 11172 1825 0,'-12'7'0'0,"-1"3"0"0,6 2 0 0,0 4 0 0,7-4 0 0,0 2 710 15,4 4-336-15,11 0-169 31,5 0-84-31,6 4 6 0,-3-4-50 0,8-1 0 0,-4 1-662 0,4 0 310 0,-4-1 155 0,3 3-463 0,-8-4 284 0</inkml:trace>
  <inkml:trace contextRef="#ctx0" brushRef="#br0" timeOffset="74415.48">6340 11042 1656 0,'0'0'0'0,"-1"0"0"0,-3 0 0 0,2 0 0 0,-5 8 0 0,3 12 979 0,-1 8-475 0,-2 11-234 15,-2 14 252-15,-2 12-522 0,-1 10 0 16,-3 10 0-16,4-6 0 0,-1 2 0 16,2-4 0-16,0-3 0 15,-1 7-62-15,2-21-2 0,1-1 50 0,-3 5-1161 0</inkml:trace>
  <inkml:trace contextRef="#ctx0" brushRef="#br0" timeOffset="75225.41">2579 11153 905 0,'-19'0'-1'0,"-1"0"0"0,8 0 0 0,4 0 0 0,2 0 1 0,2 0-1 0,4 0 503 0,0 0-224 0,0-5-126 16,10-7 179-16,13-9-146 0,7-5-75 15,8-4 155-15,6-11-105 0,7-3-65 16,5-4-28-16,3-1 52 0,4-4-40 0,0-2-1 0,11-5-29 0,-12 9-28 16,-1 2 18-16,-7 4-1 15,-5 5 1-15,-10 9-203 0,-3-2 111 0,-16 17 41 16,-7 2-212-16,-5 6 114 31,-5 4 70-31,-2 1-10 0,-1 2-225 0,0 1 103 0,0 0 73 0,0 0-71 0,-4 0 66 0,0 4 33 0,0 6-10 0,-1 1-352 16,5 4 198-16</inkml:trace>
  <inkml:trace contextRef="#ctx0" brushRef="#br0" timeOffset="75821.69">4154 10510 728 0,'-5'0'0'0,"-1"-3"0"0,0 3 0 0,1-2 0 0,3 0 163 0,1 1-63 0,-3-1-32 0,4 0 314 0,0 2-173 0,0 0-77 0,2 0 173 0,8 0-134 16,7 2-68-16,6 8-33 0,7 2 156 0,7 3-86 15,3 6-56-15,8 1-24 0,5 7 3 0,6 2-1 16,11 6-25-16,16 10 8 0,-2-2-26 16,3 8 18-16,4 3-1 0,0 1-114 0,-5 0 56 15,5 5 39-15,-20-11-214 0,-4-3 107 0,-2-1 29 16,-6-4 37-16,-5-4-204 0,2 2 84 0,-15-12 36 15,-6-1 40 1,-4-3-23-16,-2-4 27 0,-4-1 1 16,-4 2 17-16,-6-12 75 0,-6 2-33 0,-5-4 0 47,-1 1-58-47,-1-6 1 0,-2 1 16 0,0-4 8 0,-5 0-261 0,-6 0 130 0</inkml:trace>
  <inkml:trace contextRef="#ctx0" brushRef="#br0" timeOffset="76208.63">2700 11115 1645 0,'-4'-3'0'0,"-2"1"0"0,-1-3 0 0,6 4 0 0,1 1 0 0,0 0 0 0,7 0 0 0,10 9 0 0,8 7 574 0,4 2-267 0,5 3-134 16,7 4 162-16,1 1-153 15,2-1-72-15,5 7-224 0,7 3 76 0,1 4 38 16,7 1 11-16,-15-5-207 0,-3 0 118 0,-7-3 59 16,-7-2 28-16,-6-6-601 0,-2 2 239 0,-17-13 179 15</inkml:trace>
  <inkml:trace contextRef="#ctx0" brushRef="#br0" timeOffset="76660.43">4308 11496 1299 0,'-21'-4'0'0,"5"-1"0"0,3 3 0 0,1-3 0 0,10 3 0 0,2 2 451 0,0 0-207 0,16-2-104 16,11 0-52-16,10 0 363 0,11 1-212 0,7-2-102 15,8 3-50-15,8-3 82 16,7 3-66-16,15-4-25 0,-1 3-15 0,10 1-1 0,1 0-26 0,-1 0-381 31,-2 0 190-15,6 0 105-16,-30 0 39 0,-8 0-548 0,-6 1 268 0,-13 3 157 0,-5-4-20 0,-2 0-466 0,-22-4 297 0,-9-11 143 15</inkml:trace>
  <inkml:trace contextRef="#ctx0" brushRef="#br0" timeOffset="79703.18">16489 13571 1027 0,'0'-7'0'0,"0"2"0"0,0 0 0 0,0 1 0 0,0-5 0 0,0 4 0 0,0-2 256 0,0 0-110 0,0-4-54 16,2 2-27-1,-1-5 32-15,1 3-34 0,-1-2-1 0,1-1-24 0,0-2-25 0,-2 0 24 0,0-3 10 16,0 4-50-16,0-2 40 16,0 2 1-16,-2 0 9 0,-4 2-9 0,-4-2 8 15,2 6-8-15,-3 2 75 0,0 2-38 0,-1 3 0 16,-2-1-28-16,1 3 116 16,-1 5-63-16,2 7-31 0,0 5-1 0,4 5 81 0,0 6-46 0,5 1-37 31,1 5 30-31,2 8-28 0,0 3-1 0,5 6 23 0,4 7-17 0,3 0-9 15,1 6-26-15,0 5-80 0,-1 1 40 0,-1-2 0 16,1 10 49-16,-7-15-250 0,0 1 121 0,-4-5 38 16,-1-3 38-16,0-5-205 0,-3 3 105 0,-6-17 19 15,-5-9-83-15,0-5 55 0,-2-8 40 0,-1-8-92 16,-2-2 55-16,4-5 43 16,1-5-1-16,-2-13-376 0,5-6 204 0,0-6 103 15</inkml:trace>
  <inkml:trace contextRef="#ctx0" brushRef="#br0" timeOffset="79858.64">16218 13800 1696 0,'-5'-4'0'0,"0"-2"0"0,4 3 0 0,1-1 0 0,0 2 0 0,0 0 0 0,3 2 768 16,8 0-356-16,10 0-191 0,-1 0 169 0,1 0-176 16,6 0-89-16,1 0-165 0,3 0 48 0,-2 5-9 15,3 2 39-15,-3 2-746 0,3 2 373 0,-1 3 196 16,-7 0 83-16</inkml:trace>
  <inkml:trace contextRef="#ctx0" brushRef="#br0" timeOffset="80033.56">16655 14047 2605 0,'-3'0'0'0,"-3"5"0"0,3 2 0 0,0-2 0 0,3 3 0 0,0 4 0 0,0 0 0 0,0 4 429 0,0 1-196 0,0 4 25 0,3 0-115 0,2 3-53 15,-1 2-26-15,1-1-124 0,-2 1 48 0,1 0 34 16,-3-3-9-16,0-5-505 0,1 0 265 0,-2-4 132 16,0-5 66-16,0 1-744 0,0-6 267 0,0-4 235 15</inkml:trace>
  <inkml:trace contextRef="#ctx0" brushRef="#br0" timeOffset="80229.68">16771 13280 3211 0,'-3'-15'0'0,"0"4"0"0,3 1 0 0,-2 5 0 0,2-2 0 0,0 5 0 0,0 2 0 0,0 0 0 16,0 2 0-16,0 11 318 0,0 5-132 0,0 7-220 0,-3 6 36 15,-2 8-1-15,-1 4 36 0,1 3-925 0,-1 7 472 0,1-3 222 16</inkml:trace>
  <inkml:trace contextRef="#ctx0" brushRef="#br0" timeOffset="82996.19">16900 13994 594 0,'-5'-5'0'0,"-1"2"0"0,2-1 0 0,-1-2 0 0,2 1 0 0,-2 2 110 0,2-3-37 16,-1 2 0-16,0 1-36 0,1-1 204 15,2 3-106-15,-2-2-49 0,2 2 159 0,1-1-103 16,-1-1-54-16,1 3 126 0,0 0-94 0,0 0-42 16,0 3 1-16,0 8 222 0,0 6-132 0,0 3-57 15,0 4-43-15,0 3 59 0,0 5-46 0,0 1 1 16,0 6-47-16,0 2 10 16,0-3-9-16,0 3-1 0,0-1 39 0,0-2-38 0,0-3 0 15,0 2-600-15,0-12 278 16,0-4 156-16,0-6 31 0,0-7-480 0,0-4 266 0,0 1 129 0,0-5 77 15,0-5-154-15,0-10 112 0</inkml:trace>
  <inkml:trace contextRef="#ctx0" brushRef="#br0" timeOffset="83310.06">17068 13234 1031 0,'0'0'0'0,"0"0"0"0,0 0 0 0,0 0 0 0,0 0 0 0,-3 3 0 0,0 1 160 16,-2 6-52-16,0 0 570 0,-1 5-320 0,-2 5-160 16,-1 4-81-16,-2 7 5 0,-5 5-34 0,4 7-9 15,-5 6-41-15,3 4-733 16,-1 2 366-16,2 7 193 0</inkml:trace>
  <inkml:trace contextRef="#ctx0" brushRef="#br0" timeOffset="83866.93">17175 13868 3176 0,'0'0'0'0,"0"0"0"0,-5 0 0 0,2-2 0 0,-1 2 0 0,3 0 0 0,-1 0 500 0,2 0-245 16,0 0-255-16,0 0 0 0,0 0 0 0,0 6 0 0,2 2 0 0,3-1 0 16,0 3 0-16,1-2 0 15,2 1 0-15,-1 1 0 31,2-3 0-31,-3 3 0 0,3-4-741 0</inkml:trace>
  <inkml:trace contextRef="#ctx0" brushRef="#br0" timeOffset="89114.8">17525 13808 1301 0,'-12'-7'0'0,"3"4"0"0,2 1 0 0,0-1 0 0,5 1 0 0,-1 1 173 16,3-1-58-16,0 1 211 0,5-2-144 0,11 2-73 0,7-1-35 16,2 0 90-16,3 2-54 0,-1 0-41 15,1 0 1-15,-2 0-15 0,0 0-17 0,-1 0-1 16,1 5 11-16,-8 4-89 0,-1 1 40 0,-4 5-1 15,-4 1-38-15,-6 8 39 0,-1 3 10 0,-2 0 22 16,-10 2 2-16,-10 1-31 0,-5-1 25 0,-5 4 116 16,-4-2-51-16,-3-4-23 15,1-2-45-15,-1-4 42 0,1-4-36 0,-6 4 25 16,11-9-231-16,1-6 106 16,8-4 49-16,3-2 9 0,8 0-366 0,2 0 182 31,9-4 98-31,0-9-232 0,16-4 150 0,5-1 51 0,6-3 45 0,3-5-450 0,1 5 253 15,-1-4 122-15</inkml:trace>
  <inkml:trace contextRef="#ctx0" brushRef="#br0" timeOffset="89285.47">17868 13725 1098 0,'0'-14'0'16,"0"3"0"-16,0-2 0 0,0 3 0 0,-5 5 0 0,-2 3 0 0,-4 0 657 0,-1 2-310 0,-2 4-145 0,-3 13-86 0,-2 8 455 15,-1 7-266-15,1 3-134 0,-1 6 293 0,1 5-464 16,8-2 0-16,3-3 0 0,7-2 0 0,1 2 0 15,3-5 0-15,14 5 0 0,11-11 0 16,7-4 0-16,8-9 0 0,2-3 0 0,7-4 0 0,4-5 0 16,-6-5 0-16,0 0-768 0,-1-4 172 0</inkml:trace>
  <inkml:trace contextRef="#ctx0" brushRef="#br0" timeOffset="92100.84">18343 13748 1990 0,'-15'0'0'0,"-2"0"0"0,3 0 0 0,-3 0 0 0,9 0 0 0,2 0 0 0,1 0 314 0,4 0-140 16,1 0-68-16,0 0 153 0,0 0-115 0,12 0-55 16,7 0-26-16,5 0 219 0,2 0-124 0,7 0-51 0,-2 2-41 0,0-2 5 15,2 4 0-15,1-3-35 16,-3 3-211-16,2-1 115 0,-8 0 43 0,0 2-475 16,-2-2 264-16,-3 3 132 15,-5-2 66-15,4 0-416 0,-9-1 169 0,-5 0 121 16,-4 0 60-16,-1-3-490 0,0 0 275 0</inkml:trace>
  <inkml:trace contextRef="#ctx0" brushRef="#br0" timeOffset="92249.19">18492 13447 1734 0,'-11'-3'0'0,"0"-1"0"0,3 4 0 0,1 0 0 0,5 0 0 0,2 4 0 0,0 13 0 0,0 7 0 0,6 8 636 0,4 3-305 15,0 8-148-15,0 11 60 0,-2 8-103 0,2 6-52 16,-2 8-17-16,-1-5-704 0,-1-3 335 15,1 2 167-15,-2 0 83 0</inkml:trace>
  <inkml:trace contextRef="#ctx0" brushRef="#br0" timeOffset="93641.61">19217 13510 1135 0,'0'-2'0'0,"0"-1"0"0,0-2 0 0,0 1 0 0,0 1 0 0,0-2 0 0,0-2 146 0,0 3-55 0,0-3-18 0,0-1 104 0,0 0-71 16,0-2-34-16,1-1-1 0,1-1-58 0,-1-5 8 0,1 2 16 0,-2-2 0 0,0 3-23 46,0-5 22-46,0 0 1 0,0-1 26 0,0 3-27 0,-2 0 1 0,-2 2 138 0,-3 3-69 0,2 0-35 0,-4 0 9 0,3 5 131 0,-2 4-88 0,2 3-43 0,-5 0 0 16,3 0 34-16,-1 10-29 16,2 9-10-16,0 10-38 0,2 4 91 0,4 10-45 0,-1 5-23 15,2 8 38-15,0 0-35 16,0 4-3-16,0 3-63 0,0 4 6 0,2 3-3 0,-1 5 0 0,3-9-61 16,-3-4-9-16,0-3 53 0,-1-3 27 0,0-6-329 15,0 3 164-15,-4-19 51 0,-6-2 50 0,-1-8-231 16,-2-3 124-16,-3-4 62 0,-3-1-298 0,2-10 184 15,0-6 89-15,0 0-183 16,1 0 135-16,-4 0 58 16,6-15 44-16</inkml:trace>
  <inkml:trace contextRef="#ctx0" brushRef="#br0" timeOffset="93796.11">18878 13755 1216 0,'0'-7'0'0,"0"1"0"15,0 1 0-15,2 0 0 16,6-2 0-16,6 0 608 0,1 3-289 0,9 1-142 0,4-1-70 0,4 3 389 0,6-1-230 0,4 2-105 16,-6 0-359-16,2 0 117 15,-1 3 59 1,-1 4-744-16,-4 3 400 0,4-1 207 0,-12 4 92 0</inkml:trace>
  <inkml:trace contextRef="#ctx0" brushRef="#br0" timeOffset="93965.55">19365 14033 1430 0,'0'2'0'0,"0"-1"0"0,-5 4 0 0,3-3 0 0,-1 2 0 0,1 3 0 0,2 0 865 0,-2 4-405 0,2 1-217 15,0 0 149-15,0 5-177 0,0 2-90 0,0 3-286 16,0 4 108-16,0-4 41 16,0 5 23-16,0-1-299 0,0-1 162 0,0 0 81 15,0 0 50-15,0-5-828 0,-2-6 409 0,-1-2 205 0</inkml:trace>
  <inkml:trace contextRef="#ctx0" brushRef="#br0" timeOffset="94177.89">19538 13063 1424 0,'-2'-17'0'0,"-1"-3"0"0,0 10 0 0,3 3 0 0,-2 6 0 0,1 0 0 0,-1 1 634 16,1 4-291-16,-4 18-158 0,2 5 361 0,-2 6-255 16,-1 8-128-16,-3 4-350 0,2 6 119 0,1-5 48 15,0 4 27-15,0-4-1086 0,3 3 543 16</inkml:trace>
  <inkml:trace contextRef="#ctx0" brushRef="#br0" timeOffset="95562.31">19528 14113 1075 0,'-9'-5'0'0,"4"2"0"0,-1-2 0 0,0 1 0 0,3-1 0 0,1 3 113 0,2-4-39 15,0 0 8-15,0 4 259 0,8-4-152 16,4 5-78-16,3-3 8 0,1 2-42 0,1 2 8 15,1 0-50-15,-1 0-45 16,-2 2 22-16,1 6 0 0,-3 1 23 0,0 3-95 0,-5 3 43 0,-3-1 26 16,-3 6-47-16,-2 4 37 0,0 0 0 0,-7 1-14 15,-8 3 78-15,-1-4-50 0,-6 0-2 0,-1 0 232 16,1-4-111-16,-6 1-45 0,7-8-35 0,2-2 288 16,0-2-153-16,5-7-76 15,3 2-38-15,1-2 248 0,6-2-250 0,3 0-71 16,1 0 0-16,0 0 0 0,9-2 0 0,6-3 0 0,4 2 0 0,3-1 0 15,0-3 0-15,3 5 0 16,-2-1 0-16,2 1 0 0,-6 0 0 0,1 0-174 16,-2 2-24-16,-3 0 50 0,1 0 72 0,0 0-511 15,-5 0 281-15,0 0 135 0,-5 4-406 0,1-2 271 16,-3 0 135-16,3-1 59 16,-5-1-393-16</inkml:trace>
  <inkml:trace contextRef="#ctx0" brushRef="#br0" timeOffset="95872.59">19847 13004 1889 0,'-2'-7'0'0,"0"-3"0"0,-1 6 0 0,0-1 0 0,0 2 0 0,1 2 0 0,1 1 0 0,-1 4 427 16,-1 13-195-16,1 6-98 0,-1 5-40 0,-2 8 278 15,-5 7-169-15,2 5-83 0,-3 2-369 0,3 3 142 16,-6 12 81-16,5-7 26 0</inkml:trace>
  <inkml:trace contextRef="#ctx0" brushRef="#br0" timeOffset="96523.12">19967 13866 3141 0,'0'0'0'0,"0"0"0"0,-1 2 0 0,1-2 0 0,0 4 0 0,-2-3 0 0,2 2 0 0,0 0 0 0,0 1 660 0,0 0-530 15,0-1-130-15,0 4 0 0,3-2 0 0,4-2 0 16,-2 1 0-16,2 1 0 0,1-2 0 0,0 1 0 16,1-4-1026-16</inkml:trace>
  <inkml:trace contextRef="#ctx0" brushRef="#br0" timeOffset="100896.05">20486 13440 1633 0,'-13'-11'0'15,"2"1"0"-15,-1 4 0 0,-3 1 0 0,6 5 0 0,-4 0 0 0,1 11 0 0,4 10 0 0,-5 11 0 0,3 7 246 0,2 6-110 16,-1 6 257-16,2 5-178 0,3 5-90 0,4 11-35 0,0-13 152 16,0 0-102-16,8-3-52 0,7-8-26 0,1-4-72 15,7 2 33-15,-3-17-10 0,3-5-120 0,-2-3 72 16,1-6 35-16,-1 0 0 0,0-1-369 0,-4-9 198 15,-3-2 73-15,-3-3-509 0,1 0 263 0,-5 0 153 16,3-3 69-16,-5-9-314 16,-2-3 200-16</inkml:trace>
  <inkml:trace contextRef="#ctx0" brushRef="#br0" timeOffset="101075.02">20541 13847 2121 0,'-12'0'0'0,"5"0"0"0,3 0 0 0,0 0 0 0,1 0 0 0,3 0 0 0,0 0 0 0,2 0 238 0,7 0-101 0,7 0 319 16,-1 2-209-16,4 0-106 15,-2-1-43-15,2 1-121 0,-2-2 30 0,2 1 0 0,-2 2 29 0,-1-3-551 16,2 0 284-16,-6 3 129 16,4-2-728-16,-3-1 410 0,-3 2 205 0</inkml:trace>
  <inkml:trace contextRef="#ctx0" brushRef="#br0" timeOffset="101281.02">20963 13834 1748 0,'0'0'0'0,"0"0"0"0,0 0 0 0,0 0 0 0,2 0 0 0,-2 0 0 0,1 0 690 15,2 0-332-15,2 0-160 0,5 0 224 0,1 0-192 16,4 0-97-1,5 0-40-15,1 0-124 0,2 0 33 0,3 0 1 16,2 0-187-16,-1-2 110 0,1 1 65 0,-6 1 17 0,-3 0-601 16,0 0 314-16,-4 0 158 0,-3 0 78 0,-2 0-880 0,-8 0 447 0</inkml:trace>
  <inkml:trace contextRef="#ctx0" brushRef="#br0" timeOffset="101476.98">20993 14036 1161 0,'-18'7'0'0,"3"-3"0"0,3 6 0 0,-1-5 0 0,7 2 0 0,3-1 711 0,1-2-338 16,2 1-168-16,0 2 410 0,2 2-281 0,9-1-153 15,0 0-73-15,4 1 49 0,-2 2-71 0,5 0-86 16,0 2 0-16,-3-2 0 0,1 1-27 0,-2 0 22 16,-2 1-541-16,2-2 292 0,-3 2 154 0,-1-2 63 15,-5 0-758-15,2-3 385 0,-3 0 159 0,-2 1-324 16,1-4 261-16,-1 0 143 0</inkml:trace>
  <inkml:trace contextRef="#ctx0" brushRef="#br0" timeOffset="101655.5">21127 14091 1468 0,'0'-7'0'0,"0"0"0"0,0 1 0 0,0 3 0 0,0-3 0 0,0 3 0 0,0 3 0 0,0 0 562 16,0 0-262-16,0 16-133 0,-2 5-55 0,-1 8 162 0,0 2-119 15,-4 8-59-15,2 5 194 0,-3 1-127 16,-1 6-54-16,2-3-41 0,-2 0-103 0,1 1 36 15,-1 0-1-15,-2-2-401 0,-1 3 227 0,5-14 101 16,-2-2 55-16,3-8-645 0,-1-6 282 16,3-5 184-16,-2-2 14 0,5-13-184 0,0 0 166 0</inkml:trace>
  <inkml:trace contextRef="#ctx0" brushRef="#br0" timeOffset="101958.51">21209 14086 1440 0,'11'-18'0'0,"-1"7"0"0,2 1 0 0,2-1 0 0,0 5 0 0,-1 3 0 0,5-3 361 0,-4 6-163 0,0 0-80 15,-2 0-41-15,-2 2-84 0,-2 8 0 0,1 0 53 0,-7 6-10 0,-2-3-86 32,0 6 43-32,-3 0 1 0,-11 1-125 0,0 4 93 0,-4-5 33 0,3-1 105 15,-4-1-33-15,4-4 0 0,-1 0-79 0,0 0 384 16,4-3-183-16,4-4-80 0,0-1-46 0,1-1 207 15,2-3-116-15,2 5-51 0,3-6-37 16,0 0 23-16,2 0-26 0,8 0 0 0,3 0-57 0,2-2 39 16,1-2-9-16,1-1-166 15,-1 3 83-15,0-2 41 0,1 0 1 0,1 1-444 16,-5 2 231-16,1 0 66 0,-3-2 75 0,-2 2-515 0,2-1 268 0,-5 1 149 16,0-2 69-16,-2 3-400 15,-3-2 235-15,1-1 117 0</inkml:trace>
  <inkml:trace contextRef="#ctx0" brushRef="#br0" timeOffset="102228.65">20899 13493 1504 0,'-9'-23'0'0,"4"5"0"0,4 6 0 0,1-3 0 0,0 4 0 0,9 3 0 0,7 3 462 0,1 3-212 0,3-1-108 15,3 2 2-15,-4 1-59 0,3 1-24 16,-3 9-45-16,-2 3 20 0,0 3 0 0,-3 7 9 0,-5-4-121 16,-6 6 57-16,-3 2 27 0,0 0 0 15,-4 1-51-15,-10 5 48 0,-3-7-8 0,-1-3 39 0,-4 0-102 16,2-4 42-16,-3 1-25 0,-5-2-168 16,4-8 94-16,0-4 56 0,2-3-341 15,2-3 186-15,1 0 93 16,5-9 37-16,9-10-171 0,5-7 113 0,0-4 57 0</inkml:trace>
  <inkml:trace contextRef="#ctx0" brushRef="#br0" timeOffset="102400.02">21117 13377 936 0,'0'0'0'15,"0"0"0"-15,0 1 0 16,0 1 0-16,0 2 0 0,0 1 0 0,-1 5 656 0,-6 1-314 0,3 1-153 0,1 6-77 0,-2 3 479 0,4-1-277 0,-1 4-130 0,2 0 119 0,0 1-134 15,3-2-66-15,9 0-351 0,6-1 142 0,2 2 80 0,0-7 27 0,5-3-734 16,0-2 385-16,1-3 192 16,1-3 96-16,1-2-465 0,-6-4 176 0</inkml:trace>
  <inkml:trace contextRef="#ctx0" brushRef="#br0" timeOffset="102576.58">21412 13508 2064 0,'0'0'0'0,"0"0"0"0,0 0 0 0,0 0 0 0,0 0 0 0,0 0 0 0,2 0 0 0,4 0 348 0,0 10-155 16,2 6 275-16,1 4-216 0,2 10-99 0,0 4-63 0,-3 8 114 31,1 11-84-31,-4 6-81 0,-2 11-39 0,-3-3 0 0,0 6 0 0,-10-1 0 16,-8 1 0-16,-4-3-86 0,-6 8-27 0,3-20 70 16,-5-4-642-16,-1-7 353 0,1-6 72 0,2-9-604 15</inkml:trace>
  <inkml:trace contextRef="#ctx0" brushRef="#br0" timeOffset="112344.45">15034 15628 2081 0,'-13'0'0'0,"-1"0"0"16,1-2 0-16,7 1 0 0,0-1 0 0,1 2 0 0,5 0 0 0,0 0 0 0,0 0 561 0,2 0-267 0,15 0-129 0,9-1-65 15,6-3 307-15,3-1-186 16,10-3-119 0,-2 1-102-16,6 0 0 0,-3 0 0 0,4 2 0 0,1-2 0 0,-3 2 0 0,-4 1 0 0,0 3 0 15,-4 1 0-15,-4 0 0 0,3 0 0 16,-14 0 0-16,-7 0 0 0,-4 5-16 0,-6 2 6 16,-3-2-758-16,-2-2 357 0,-3 1 192 15,0-3 91-15,-1 0-512 0,-8-1 302 0,-4 0 151 0,-1 0-374 0</inkml:trace>
  <inkml:trace contextRef="#ctx0" brushRef="#br0" timeOffset="112542.91">15367 15152 1983 0,'-16'-14'0'16,"2"8"0"-16,3-1 0 0,7 4 0 0,0 3 0 0,4 0 0 0,0 4 248 0,0 13-106 31,0 9-44-31,0 9 559 0,0 9-311 0,5 7-155 0,1 8-77 0,1 7 38 0,1 17-152 0,1-6 0 31,-1 2 0-31,-1 4 0 0,2 2 0 0,-1-7 0 16,-1 10-303-16,0-24 20 0,-3-6 159 15,2-5-754-15,-2-6 437 0,3-9 153 0,-1 5 116 0,-4-17-240 0</inkml:trace>
  <inkml:trace contextRef="#ctx0" brushRef="#br0" timeOffset="114671.84">16461 15234 1043 0,'-13'-14'0'0,"-1"3"0"0,2-3 0 0,1 9 0 0,-2-3 175 0,2 3-68 0,-2 3-36 16,1-1 1-16,-2 1 341 0,2 2-193 0,-2 2-91 0,0 13 210 15,-2 7-151-15,-2 6-66 0,3 8 164 0,0 7-125 0,1 6-61 16,-1 6-32-1,4 4 197-15,0 5-105 0,8-8-148 0,3 3-12 0,0-5 0 16,10 0 0-16,9-8 0 16,5 4 0-16,2-19 0 0,5-4 0 0,-1-3 0 15,2-6-200-15,1 1-71 0,3-2 154 0,-6-5-1012 0,-4 1 547 0</inkml:trace>
  <inkml:trace contextRef="#ctx0" brushRef="#br0" timeOffset="115481.02">22508 15323 1540 0,'0'0'0'0,"0"0"0"0,0 0 0 0,0 0 0 0,0 0 0 0,0 0 0 0,0 0 312 0,0 0-138 0,9 2 469 16,4 10-303-16,8 2-151 0,4 5-67 0,0 2-47 15,2 5 1-15,2 4-39 0,1 6 0 0,-1 5 295 16,1 7-278-16,-8-4-54 0,-6 3 0 0,-6 2 0 16,-6 2 0-16,-4 1 0 0,0 5 0 0,-6-12 0 15,-12 0 0-15,-1-5 0 0,-4-2 0 0,-2-1 0 16,-1-12 0-16,2-4-390 16,2-5 127-16,-3-5 121 0,1 1 20 0,0-4-233 15,5-7 164-15,-1-1 77 0,1 0 38 0</inkml:trace>
  <inkml:trace contextRef="#ctx0" brushRef="#br0" timeOffset="116070.38">23131 15765 1674 0,'-17'-9'0'0,"5"1"0"0,5 4 0 0,0 4 0 0,4-3 0 0,1 3 0 0,2 0 0 0,0 0 625 15,9 0-294-15,8 0-148 0,6 0 339 0,5 0-233 0,2 0-131 0,3 0-61 16,0 0-45-16,4 0-52 0,0 0 0 0,2-3 0 16,-5 1 0-16,1 1 0 0,-4 1 0 0,2-2-52 15,-4 2-108-15,1 0 108 16,-9 0 39-16,-5 0-784 0,-2 0 399 0,-6 0 93 0,-2 0-543 16</inkml:trace>
  <inkml:trace contextRef="#ctx0" brushRef="#br0" timeOffset="116228.57">23236 15925 1508 0,'-19'8'0'0,"-2"1"0"0,10 3 0 0,5-3 0 0,3 1 302 0,3-2-133 0,0 1-66 0,3 1 260 0,8-2-167 16,5 0-80-16,2 0-40 0,2-1 123 16,1 2-81-16,2-2-31 0,-3 1-10 0,2-2-456 15,-5 1 208-15,2 0 103 0,-3-3-662 0,4 3 378 16,-8-2 183-16,1-2-514 0</inkml:trace>
  <inkml:trace contextRef="#ctx0" brushRef="#br0" timeOffset="116426.3">23520 15915 1939 0,'0'0'0'0,"0"-2"0"0,0 0 0 0,0 0 0 0,0 2 0 0,-3 0 0 0,0 0 391 0,-4 2-178 15,2 12-88-15,-2 1 271 0,-2 8-170 0,-3 6-100 16,-1 6-45-16,-4 3 323 15,1 9-374 1,-4 6-30-16,-3 7 0 0,4-7 0 0,-1 5 0 0,-2-2 0 16,1-3 0-16,1 1-13 15,-1 1 17-15,5-14-8 0,1-7 17 0,2-5-13 16,5-10 0-16,1-6-1226 0,0-1 539 0,6-12 329 0,1 0 161 0,0-3-178 0</inkml:trace>
  <inkml:trace contextRef="#ctx0" brushRef="#br0" timeOffset="116641.33">23403 15138 1901 0,'0'-17'0'0,"0"4"0"0,0 2 0 0,0 9 0 0,0-2 0 0,0 4 0 0,-3 6 0 0,2 15 352 15,1 4-157-15,0 7-70 0,0 0 321 0,0 4-204 16,0 3-103-16,1 2-51 0,2-3-249 0,2 9 109 15,-1-10 39-15,2 2-565 0,-1 1 307 0,-1-2 154 16,-2-1 77-16,2 5-701 0,-3-10 273 0</inkml:trace>
  <inkml:trace contextRef="#ctx0" brushRef="#br0" timeOffset="119977.51">24044 15663 1215 0,'-10'0'0'0,"-2"-2"0"15,3 0 0-15,-1 1 0 0,5-1 0 0,1 0 0 0,3 2 0 0,1 0 0 0,0 0 406 0,0 0-174 0,7 0-102 16,7 0 278-16,6 0-185 0,1-2-92 0,2 2 123 0,4-2-98 0,-3 1-64 16,1-3-27-16,-2 2-2 15,3-1-25-15,-1 0 0 0,-1 0 10 0,-3 2-167 16,-2 0 78-16,0 1 40 16,-2 0 0-16,-1 0-345 0,3 0 202 0,-8 0 82 15,-1 0-605-15,-1 0 277 0,-3 0 175 0,-1 5-300 0,0-2 229 0,-2 2 129 16</inkml:trace>
  <inkml:trace contextRef="#ctx0" brushRef="#br0" timeOffset="120395.75">24181 15390 866 0,'-8'-11'0'0,"2"3"0"0,3 2 0 0,-1 2 0 0,2 1 0 0,1 2 344 15,1 1-154-15,0 0-66 0,0 4-48 0,0 14 259 0,0 3-149 16,3 5-74-16,2 9-28 0,2-4 62 16,-2 7-54-16,3-2-27 0,-1 2-12 0,-2 3-15 15,2 5 9-15,-1-4-330 16,-2 1 160-16,-1 4 81 0,1-2 39 0,-2 2-399 0,-2 3 189 0,0-10 114 15,0-5-12-15,0-7-377 0,0-8 226 16,0-6 111 0,0-3 48-16</inkml:trace>
  <inkml:trace contextRef="#ctx0" brushRef="#br0" timeOffset="120813.89">24938 15554 1093 0,'1'-11'0'0,"2"-2"0"0,-2 2 0 0,2-6 0 0,3-1 0 0,-1-4 0 0,-1-2 0 0,0 1 0 0,3-6 187 0,-2 1-75 0,0-7-29 0,-1 6-8 0,0 0-70 15,-3 1 32-15,-1 0 1 16,0 1-7 0,0-3 16 15,-7 11-10-31,-2 1 28 0,-5 3-28 0,-1 3 0 62,-1 4 0-62,-3 1 141 0,3 5-76 0,-3 2-32 0,2 0 0 0,0 12 184 0,1 5-109 0,-2 4-44 0,8 6-37 0,1 4 179 0,3 6-103 0,4 2-51 0,2 6 98 0,0 9-66 0,0-6-46 0,2 1-4 0,4 4 1 0,4-3-44 0,-1 1-28 0,4 13-12 0,-4-15-3 0,1 3 25 0,-2 1 1 16,-2-2-203-16,-1-5 114 0,-4 10 67 0,-1-16 19 0,0 0-315 16,-6-4 153-16,-6-4 31 15,-3-2-181-15,-2 2 123 0,2-16 77 0,-1-5-304 0,2-4 186 0,-1-5 92 16,5-2 47-16,-1 0-220 0,2-3 137 0,2-14 65 16</inkml:trace>
  <inkml:trace contextRef="#ctx0" brushRef="#br0" timeOffset="120970.34">24623 15649 1271 0,'-9'-12'0'0,"4"3"0"0,0 4 0 0,3 0 0 0,2 2 0 0,0 1 0 0,10 0 685 0,6 2-324 0,7-3-162 16,1 0 292-16,5 2-232 0,-1-1-111 0,3-1-269 16,1 2 79-16,1 0 40 31,5-1 9-31,-3 1-314 0,-2 1 172 0,-5 0 87 0,1 0 42 0,-2 0-901 0</inkml:trace>
  <inkml:trace contextRef="#ctx0" brushRef="#br0" timeOffset="121327.58">25002 15806 1330 0,'-1'0'0'0,"-4"0"0"0,0 0 0 0,2 0 0 0,-3 0 0 0,6 0 423 0,0 0-193 0,0 0-96 15,2 0-49-15,5 3 79 0,4 0-54 0,3 1-41 16,1 0-1-16,1 1-87 0,0 3 28 0,-3-3 0 16,3 5-135-16,-6-1 76 15,-1 2 44-15,-2 3-129 0,-2-1 85 0,0 3 53 16,-5 0 8-16,0 2-32 16,-1 0-10-16,-11 0 0 0,-1-1-14 0,-4 2 288 0,-1-4-128 0,1-1-59 15,0-2 189-15,0-2-115 0,2-3-34 0,0 1-31 16,6-4 378-16,1 0-204 0,1-4-100 0,6 1-110 15,1-1-29-15,0 0 0 0,11 0 0 0,5 0 0 16,4 0 0-16,2 0 0 16,2 0 0-16,-1-1 0 0,3-2-28 0,-2 1-21 15,-4-1 44-15,2 2-259 0,-2-1 83 0,1 1 99 16,-6 1-571-16,-2 0 307 0,-3 0 155 0,-2 0-320 16,-2 0 236-16,0 0 110 0,-5 0 69 0,2 0-344 15</inkml:trace>
  <inkml:trace contextRef="#ctx0" brushRef="#br0" timeOffset="121511.23">25331 14965 2067 0,'-6'-18'0'0,"1"1"0"0,0 3 0 0,2 9 0 0,0 2 0 0,2 2 0 0,0 1 0 0,-2 6 271 0,-1 10-122 0,2 9-57 0,-1 3-31 0,-1 4 0 0,1 5-25 15,-1 7 10-15,2-1-477 0,-1-1 234 16,2 5 117-16,-3-1-717 0,-1 4 399 0</inkml:trace>
  <inkml:trace contextRef="#ctx0" brushRef="#br0" timeOffset="121701.17">25440 15718 2402 0,'0'-1'0'0,"-3"-4"0"0,0 0 0 0,-1 3 0 0,3-1 0 0,-2 1 0 0,2 2 0 0,-2-2 673 0,3-1-310 0,0 2-167 16,0 0-379-16,0 1 110 0,0 0 55 0,3 0-336 16,2 0 205-16,2 0 88 0</inkml:trace>
  <inkml:trace contextRef="#ctx0" brushRef="#br0" timeOffset="122179.46">26024 15265 1303 0,'-20'3'0'0,"-6"4"0"0,-1 5 0 0,2 12 0 0,1 5 0 0,1 10 224 0,0 8-93 0,1 6-47 0,4 9 561 0,9-8-308 15,7 1-150-15,2-3-75 16,6-2 271-16,11-5-173 0,11 3-77 0,-1-14-228 0,5-4 67 0,2-2 32 31,1-7 0-31,-2 0-605 0,3-2 328 0,-7-5 151 0,-4-4 79 0,-2-3-779 16,-4-4 341-16,0-1 223 0</inkml:trace>
  <inkml:trace contextRef="#ctx0" brushRef="#br0" timeOffset="122341.5">26226 15684 2502 0,'-17'-10'0'0,"7"5"0"0,1-1 0 0,7 6 0 0,-3-2 0 0,5 2 0 0,0 0 435 0,1 0-199 16,12 0-99-16,6 0 6 0,1 0-44 0,3 0-36 16,3 2 0-16,3-2-713 0,1 6 343 0,5-6 181 15,-3 4-558-15,0-3 329 0</inkml:trace>
  <inkml:trace contextRef="#ctx0" brushRef="#br0" timeOffset="122523.65">26808 15663 2556 0,'-3'0'0'0,"0"-2"0"0,2-3 0 0,1 1 0 0,0 1 0 0,0-1 0 0,4 0 0 0,9 3 0 0,5-2 114 15,4 0-43-15,6 2 0 0,1 0-35 0,6-2 617 16,4 3-309-16,5 0-258 0,-1 0-459 0,-2 0 148 15,0 0 131-15,-3 0 65 0,-6 0-335 32,2 0 210-32,-12 0 90 0,-6 5-919 0,-8 2 472 0,-8 2 238 0</inkml:trace>
  <inkml:trace contextRef="#ctx0" brushRef="#br0" timeOffset="122685.21">26943 15773 1800 0,'-13'0'0'0,"-2"0"0"0,6 0 0 0,2 0 0 0,3 0 0 0,3 0 0 0,1 4 578 16,0 3-263-16,1 4-143 0,12 1 368 0,2 1-253 16,0 3-125-16,4-2-85 0,-1 4-271 0,0 0 99 15,-1-5 65-15,-1 4-284 0,0 0 175 0,-6-3 87 16,4 4 53-16,-8-2-816 0,1-2 426 0</inkml:trace>
  <inkml:trace contextRef="#ctx0" brushRef="#br0" timeOffset="122858.88">27176 15797 2309 0,'0'0'0'0,"-2"-2"0"0,-4 2 0 0,3 0 0 0,-2 6 0 0,-1 13 0 0,-2 9 425 0,-1 12-194 0,-2 6-98 16,-4 15 472-16,2 0-377 0,-1 2-228 16,0 5 0-16,1-3 0 0,1-1 0 0,-2 2 0 0,4-15 0 15,1-5 0-15,-1-5 0 0,1-3 0 16,3-7-537-16,-3 0 222 0,6-14 172 0,1-6-978 15</inkml:trace>
  <inkml:trace contextRef="#ctx0" brushRef="#br0" timeOffset="123160.45">27303 15865 1625 0,'11'-17'0'0,"-2"2"0"0,4 5 0 0,0 2 0 0,-2 0 0 0,6 2 0 0,-5 5 0 0,-1 1 305 0,3 0-134 0,-3 7-67 15,0 6-34-15,1 3-76 16,-8 1 16-16,-2 4 1 0,-2 0-182 0,0 1 103 16,-7 1 53-16,-6 3 36 0,-5-4-85 0,1-2 51 15,-2-1 24-15,1-2 252 0,3-5-143 0,-3 2-43 16,5-7-29-16,1-1 426 16,5-2-218-1,-1-3-109-15,4-1-56 0,1 3 140 0,3-3-102 0,0 0-46 0,11 0-62 0,5 0-21 31,4-3 0-31,1 2-80 0,4 0-14 0,0-2 65 0,3 3 33 0,-4 0-561 0,4 0 293 16,-2 0 86-16,-6 4 93 0,-4 0-660 0,-2 0 354 0,-6 3 177 16,-4-3 88-16,-1 2-217 15</inkml:trace>
  <inkml:trace contextRef="#ctx0" brushRef="#br0" timeOffset="123339.64">27210 15109 1859 0,'-7'-19'0'0,"3"6"0"0,1 2 0 0,1 8 0 0,2 2 0 0,0 1 557 15,0 1-261-15,0 13-129 0,0 6-57 0,0 3 20 16,0 5-47-16,0 3-24 16,0 6-239-16,0-2 109 0,0 8 62 0,2-7-768 15,-2 2 377-15,0-2 189 0,0 4 94 0</inkml:trace>
  <inkml:trace contextRef="#ctx0" brushRef="#br0" timeOffset="123528.78">27748 15358 3662 0,'24'0'0'0,"1"0"0"0,3 7 0 0,3 7 0 0,-8 7 0 0,-3 8 0 0,-3 9 0 0,-6 6 0 0,-6 12 269 0,-5-1-269 0,0 3 0 16,-2 3 0-16,-12-1 0 0,-4 1 0 0,-4 11 0 15,1-14 0-15,-7-1 0 0,-5 0 0 0,-6 2 0 32,0-5-93-32,-10 8 19 0,9-16 50 0,-2-3-1026 15,1-7 512-15</inkml:trace>
  <inkml:trace contextRef="#ctx0" brushRef="#br0" timeOffset="134232.96">2694 8779 850 0,'0'0'0'0,"-1"0"0"0,1 0-1 0,-1 0-2 0,-1 0 1 0,1 0 0 0,-1 0 71 0,-2 0 0 0,3 0-28 16,-1 0 108-16,2 0-60 0,-1 0 1 15,1 0-49-15,-2 0 154 0,2 0-76 0,-1 0-27 0,1 0 109 16,0 0-79-16,0 0-40 0,0 0 78 16,0 0-59-16,1-5-18 15,9-1-11-15,2-1 20 0,2-5 1 0,8-3-50 0,7-5 10 0,2-4-12 16,7-1 2-16,8-4 0 0,2-6 0 0,6 0-55 15,7-6 38-15,-8 6-11 0,-4 4-53 0,-3 1 40 16,-7 6 1-16,-4 4-83 0,-4 1 51 16,-12 8 25-16,-2 3-4 0,-5 4-76 0,-3-1 39 15,-1 3-1-15,-2-2 29 0,-3 4-4 16,-2 0 10-16,-1-2 6 0,0 2-10 0,0 0 52 16,0-3-52-16,0 1 8 0,-1 2 75 0,-4-5-34 15,1 0 4-15,-1 1-302 0,-1 0 124 0,3 1 65 16,0 2 32-16,3-1-678 0,0 2 339 0</inkml:trace>
  <inkml:trace contextRef="#ctx0" brushRef="#br0" timeOffset="134789.83">3742 8397 1430 0,'-13'-9'0'0,"-1"0"0"0,5 3 0 15,-3-1 0-15,8 2 0 0,-1 1 0 0,5 1 0 0,0 1 218 0,0-1-88 0,1 0 38 0,11 0-69 0,7 0-28 16,6 1-1-16,4 2 121 15,5 0-74-15,8 0-28 0,-1 9-10 0,3 8 31 0,2 1-34 0,5 7 0 16,1 4-35-16,14 8 43 0,-7 1-11 0,3 6-32 16,2 4 78-16,2 4-40 15,9 7 12-15,-13-9-77 0,0 0 0 0,-3-7 28 16,0-2-1-16,-1-7-32 0,5 3 43 16,-17-13-10-16,-2-5-1 0,-3-3-65 0,-5-1 32 0,-3-5 0 15,0 2 45-15,-12-8-106 16,-3 0 42-16,-2-2-6 0,-4-1-27 0,0 1 19 0,-1 0 4 0,-7-2-194 15,-3 0 105-15,1 2 47 0,-1-2 28 0,-1 0-195 16,0 3 100-16,0-1 40 0,-8 5 32 0,-5 3-520 16,-3 1 268-16,-3 2 134 15</inkml:trace>
  <inkml:trace contextRef="#ctx0" brushRef="#br0" timeOffset="135220.79">2959 8785 603 0,'-11'-12'0'0,"4"0"0"0,-2 4 0 0,0-5 0 0,4 5 0 0,-1 2 0 0,2 1 127 0,2 3-43 0,0-1 0 0,1 0 158 16,1 1-105-16,0 2-47 0,1 0-1 16,13 0 116-16,5 9-82 0,1 2-30 0,6 2-10 15,3 4 63-15,1 2-52 0,4 3-1 0,0 4 29 16,4 3-30-16,-7 0-10 0,0 3-134 16,1 1 47-16,-3 3-1 0,1 2 49 0,2 6-444 15,-5-2 217-15,-4-3 113 0,2 2 41 0,-2-2-743 16</inkml:trace>
  <inkml:trace contextRef="#ctx0" brushRef="#br0" timeOffset="135699.52">4198 9208 758 0,'-17'0'0'0,"1"0"0"0,0-2 0 0,-2 2 0 0,5 0 98 0,-4-3-19 0,8 3-11 0,3 0 260 15,1 0-145-15,4 0-71 16,1 0-36-16,1 0 207 0,18 0-126 15,10 0-59-15,8 0-29 0,9 0 248 0,10-5-138 0,12 1-60 0,0 1 55 0,6 2-67 16,7-3-33-16,6 2-16 16,7 0-19-1,15 0 11-15,-14 1-11 0,-1 1-253 0,-6 0 127 0,-7 0 63 0,-8 0 32 0,-1 0-445 16,-28 0 227-16,-7 0 64 0,-9 0 76 0,-3 0-499 16,-10 0 264-16,0-2 123 0</inkml:trace>
  <inkml:trace contextRef="#ctx0" brushRef="#br0" timeOffset="137528.53">16749 15386 907 0,'1'-4'0'0,"1"1"0"0,1-3 0 0,-1 3 0 0,1-2 0 0,-2-1 0 0,3 2 0 0,-1-1 0 0,-2-2 89 16,4 1-25-16,-2-1 9 0,0 0 57 0,0-4-46 15,0 2 0-15,0-6-64 0,1 3 19 0,-3-5 9 16,1 3-9-16,-2-3 30 0,3-1 0 16,-3 1-31-16,0-1 1 0,0-2 33 0,0 6-9 0,-3-1-24 15,-2 4 27-15,-1-1 1 0,0 3-29 16,-4-2 53-16,2 7-10 0,0 0-42 0,1 2-1 0,-2 2 56 15,1 0-28-15,-1 0 10 0,2 10-38 0,-2 4 39 16,2 10-39 0,1 3 1-16,1 5-1 0,1 8 98 0,1 2-53 0,3 4-1 0,0 4 31 15,0 4-37-15,0 1 0 0,0 11 5 16,3-5-42-16,6 1 0 0,-1-1-1 0,0-2-111 16,1-2 55-16,-3 7 39 0,-1-21-11 0,-2-2-60 15,-1-2 44-15,-2-6 17 0,0-4 0 0,0 2-116 16,-5-13 59-16,-3-4 7 15,-4-5-189-15,-1-1 97 0,1-5 60 0,-5-2-383 0,1-1 212 16,4 0 102-16,-3-6 51 0,0-7-194 16,4-4 123-16,-4-4 51 0,4-5 40 0,-3-4-467 0</inkml:trace>
  <inkml:trace contextRef="#ctx0" brushRef="#br0" timeOffset="137700.82">16492 15680 1636 0,'-5'-10'0'0,"-1"1"0"0,4 4 0 0,1 1 0 0,-1 2 0 0,2 1 0 0,0-2 0 0,0 0 0 0,8 1 586 0,7 1-273 0,3-2-138 16,2 3 290-16,3-3-213 16,4 2-97-16,-1 0-211 0,2-2 48 0,2 2-1 15,1-1 48-15,2 1-269 16,1-1 143-16,-2 1 59 0,-4 1 33 0,-3 0-752 0,1 0 393 0,-3 0 113 16</inkml:trace>
  <inkml:trace contextRef="#ctx0" brushRef="#br0" timeOffset="138030.56">16864 15795 1548 0,'-10'0'0'0,"6"0"0"0,-1 0 0 0,2 0 0 0,0 0 0 0,3 0 497 0,0 0-235 0,0 0-112 0,6 0-57 0,7 2 45 15,2 5-50-15,0 0-26 0,2 0 0 16,-3 2-136-1,3 1 56-15,-4 1 27 0,0 0-245 0,-2 4 146 16,-3-3 59-16,-2 3-116 0,-5 0 92 0,1 2 46 0,-2-1-36 0,0 1 77 16,-11 0-52-16,-3-2 8 0,-4-1-51 0,0-2 377 15,-2-2-163-15,-1 2-82 0,3-5-21 0,1-2 211 16,3 0-86-16,2-4-72 0,2 0 270 0,1 2-158 16,6-3-122-16,1 0-91 0,2 0 0 15,0 0 0-15,3 0 0 0,8 0 0 16,5 0 0-16,1 0 0 0,3 0 0 0,1 0 0 15,1 0-58-15,1 0 31 0,-3 0 27 0,-2 0-285 16,1 0 92-16,-2 0 98 0,2 0-651 0,-2 0 345 0,-1 0 187 0,-4 0-495 16,0-3 337-16</inkml:trace>
  <inkml:trace contextRef="#ctx0" brushRef="#br0" timeOffset="138436.71">17046 14881 1215 0,'-6'-9'0'16,"1"1"0"-16,2 5 0 0,0-4 0 0,3 4 0 0,-1 1 0 0,1 2 551 0,0 0-257 0,-2 0-118 0,-2 15 24 0,1 5-81 16,-4 7-41-16,1 5-79 0,-4 7 39 0,1 4 9 15,-2 1-9-15,0 2-334 0,2 1 168 0,-3 7 82 16,2 0 42-16,-2 10-566 0,4-12 296 0</inkml:trace>
  <inkml:trace contextRef="#ctx0" brushRef="#br0" timeOffset="139478.06">17198 15698 803 0,'0'0'0'0,"0"0"0"0,0 0 0 0,0 0 0 16,0 0 0-16,0 0 196 0,0 2-79 0,0-2-39 0,3 0 277 0,-2 4-159 15,0-1-69-15,1 2 68 16,1 0-78-16,0 3-40 0,2 2 0 0,-3 3 169 0,2 4-95 16,2 2-62-16,-4 4-25 0,1 3 89 15,-2 6-57-15,1 1-30 0,1 6-98 0,-3-6 30 16,0 2 0-16,0 0 39 0,0-5-268 0,0 0 135 16,0 1 76-16,0-12-165 0,0-1 109 15,0-7 2-15,0-4 45 0,0-4-537 0,0-3 254 0,0 0 142 16,0-12 65-16</inkml:trace>
  <inkml:trace contextRef="#ctx0" brushRef="#br0" timeOffset="139748.51">17353 14853 1402 0,'-6'-10'0'0,"0"1"0"0,1 1 0 0,0 3 0 0,0 0 0 0,1 4 0 0,-2 1 0 0,1 0 633 0,-1 6-298 0,-4 7-139 0,1 11 80 16,-1 5-119-16,0 6-60 0,-4 5-29 0,1 6-378 15,-2 5 184-15,4-2 76 0,1 4-863 0</inkml:trace>
  <inkml:trace contextRef="#ctx0" brushRef="#br0" timeOffset="140326.02">17495 15504 1947 0,'-3'0'0'0,"-1"0"0"0,-3 0 0 0,0 3 0 0,4 1 192 0,-1 1-78 0,1 0-38 0,0 2 594 0,3-2-316 0,-2 5-150 0,2-3-87 0,0 0 9 32,0 2-45-32,3-1-31 0,4 0-50 0,1 1-333 0,3-3 147 0,-2-1 111 0,0-2-1031 0</inkml:trace>
  <inkml:trace contextRef="#ctx0" brushRef="#br0" timeOffset="143500.44">17812 15646 722 0,'-6'-12'0'0,"0"1"0"0,2-1 0 0,-1-1 0 0,0-1 0 0,0-4 0 0,2 2 350 0,2-1-157 0,1 0-78 16,0 0 174-16,0 1-126 0,0-2-54 0,3 3 21 16,6 3-46-16,1 3-24 0,3 0 0 0,2 6 12 15,2 1-26-15,-1 2-10 0,0 0 1 16,0 5-22-16,0 13 22 0,-2-1-1 15,1 8 10-15,-5 3-66 0,-4 3 28 0,-2 4 0 16,-2 2-57-16,-2-2 41 0,0 5 13 0,-3-4 49 16,-8-2-39-16,-2-3 6 0,-3 2-20 15,-2-3 168-15,-4 2-66 0,1-10-42 0,-3-1 6 0,2-6-5 16,-1-3-17-16,0-6-11 0,-2 2 26 0,6-8-197 16,2 0 95-16,6 0 39 0,0-8-428 15,7-3 219-15,0-3 97 0,4-3-513 16,2-2 296-16,9-4 148 0,3-1 74 0,4-1-351 15,1-5 204 1</inkml:trace>
  <inkml:trace contextRef="#ctx0" brushRef="#br0" timeOffset="143671.66">18045 15441 594 0,'6'-18'0'0,"-1"-1"0"0,-2 5 0 0,-2 0 0 0,1-1 549 0,-2 8-261 16,0 2-125-16,-3 3-64 0,-7 2 540 15,-2 0-301-15,-4 11-142 16,-2 10-84-16,-1 4 133 0,3 7-104 0,0 2-52 15,3 4 234-15,2 4-168 0,5-4-155 0,6 2 0 0,0-2 0 0,1 1 0 16,13-3 0-16,5 6 0 0,5-10-166 0,7-2 100 16,0-7 52-16,8-3-644 0,-1-7 284 0,5 1 190 15,-5-14-6-15,0 0-264 0,-3-4 209 0</inkml:trace>
  <inkml:trace contextRef="#ctx0" brushRef="#br0" timeOffset="143865.84">18307 15569 1885 0,'-16'0'0'0,"-2"0"0"0,11 0 0 0,2 0 0 0,4 0 0 0,1 1 532 0,0 3-247 0,11-1-116 16,10 2-70-16,5-3 251 0,5 1-157 0,3-3-78 15,2 0-156-15,1 0 48 0,-3 0-9 0,-2 0-440 0,0 0 239 16,-2 0 120-16,1 0 69 0,-6 0-822 15,-5 0 402-15,-2 0 202 0</inkml:trace>
  <inkml:trace contextRef="#ctx0" brushRef="#br0" timeOffset="144024.23">18494 15308 2738 0,'-11'-9'0'0,"6"6"0"0,0 0 0 0,2 3 0 0,3 0 0 0,0 12 0 0,0 13 0 0,5 6 419 0,3 8-191 15,-2 8-49 1,2 3-71-16,-2 7-36 0,2 12 9 0,-2-4-420 0,-1 3 189 0,-1 1 92 16,1 1 48-16,-2-4-1132 0</inkml:trace>
  <inkml:trace contextRef="#ctx0" brushRef="#br0" timeOffset="145002.73">19365 15465 1436 0,'-4'-4'0'0,"-2"-3"0"0,0 0 0 0,3 1 0 0,-2-1 0 0,2-1 0 0,1-1 0 0,2 0 0 0,0-4 248 0,0 0-106 0,0-8-41 16,0 3-37-16,0-2-57 0,2-4 1 0,1 0 30 15,0-3 0-15,1-3-29 16,-1 5-10-16,-1 0 40 0,0 1-103 0,-2 1 52 0,0 4 25 0,-2-3-20 16,-7 8 16-16,0 5-23 0,-4 1-1 15,-2 6 172-15,1 0-69 0,-5 2-37 16,2 0-4-16,3 14 169 15,0 4-90-15,2 5-40 0,2 4 56 0,1 8-43 0,7 2-35 0,2 4 16 16,0 4 0-16,0 4-42 16,6 3 0-16,2 6 56 0,0-5-9 0,2 2-47 15,0 4 0-15,-2-1-46 0,0 0-1 0,-3 7 57 16,-4-12-10-16,-1 0-72 0,0-4 36 0,0-3 0 16,-10-1-99-16,-2 0 61 0,-2-12 28 0,0-10-271 0,-4-4 141 15,5-7 57-15,-5-7 37 0,0-1-200 16,3-4 112-16,-1-2 27 0,1-13 35 0,2-6-403 15,-2-4 208-15,5-3 118 0,2-7 55 0,-1-6-445 16</inkml:trace>
  <inkml:trace contextRef="#ctx0" brushRef="#br0" timeOffset="145149.16">19000 15608 1291 0,'-8'-13'0'0,"1"0"0"0,2 3 0 0,2 4 0 0,-1-3 0 0,4 4 0 0,0 3 0 0,0-3 516 0,8 3-239 15,8-3-119-15,4-3 355 0,5 4-242 16,3-3-116-16,3 3-59 0,1-2 92 0,0 1-75 15,7 0-28-15,-3 3-209 0,0-3 81 16,0 4 41-16,0 1 0 0,-1 0-654 0,3 0 357 0,-10 1 164 16,-5 11 87-16</inkml:trace>
  <inkml:trace contextRef="#ctx0" brushRef="#br0" timeOffset="145450.2">19427 15768 1610 0,'-10'0'0'0,"1"0"0"0,1 0 0 0,4 0 0 0,2 0 0 0,2 0 0 0,0 0 482 0,0 0-212 0,6 0-120 0,10 0 19 16,-2 0-65-16,5 0-33 0,-2 5 0 0,0 4-111 15,-1 0 35-15,-3 1-1 0,-3 4 44 0,-2 0-238 16,-2 2 118-16,-4 4 70 0,-2-2-43 0,0 2 47 16,-2 2-11-16,-10-3 171 15,-4 0-93-15,-3 4-23 16,1-7-65-16,-1-2 422 0,0-1-182 0,5-4-93 15,-1-1-19-15,4-1 190 0,3-5-224 0,3-1-65 0,5-1 0 0,0 0 0 16,5 0 0-16,9 0 0 0,6 0 0 0,2 0 0 16,5-3 0-16,-1-3 0 0,2 3 0 0,2-3 0 15,-5 0 0-15,1 3-575 0,-6 1 227 0,1-2 168 16,-5 3 16-16,2-1-476 0,-6-1 305 0,-6 2 149 16,-1 1 73-16,-2 0-221 0</inkml:trace>
  <inkml:trace contextRef="#ctx0" brushRef="#br0" timeOffset="145665.04">19659 14955 2713 0,'-8'-23'0'15,"2"4"0"-15,3 10 0 0,1-1 0 0,2 8 0 0,0 2 0 0,0 0 0 0,0 0 0 0,0 9 328 0,0 6-136 0,2 9-81 0,0 6-37 0,-2 8 0 16,0 1-36-16,0 8-539 16,0 4 279-1,-4-1 125-15,0 0 68 0,-1 1-996 0</inkml:trace>
  <inkml:trace contextRef="#ctx0" brushRef="#br0" timeOffset="147298.96">19732 15838 1173 0,'-6'-2'0'0,"0"-3"0"0,0 1 0 0,-1 0 0 0,4 0 0 0,-1 0 0 0,0-2 0 0,-1 1 0 0,4-2 0 0,-1 2 163 16,2-1-62-16,0 2 65 0,0-3-63 0,0 0-24 16,7 2-9-16,2 1 3 0,2 1-1 0,3 3-34 31,-1-3 0-31,2 3 37 0,-1 0-37 0,2 0 0 0,-4 9-1 0,2 2-50 15,-4 3 25-15,1 3 9 0,-4 3-96 0,-4 1 56 0,0 4 25 0,-3 2-102 16,0 1 48-16,0 4 37 0,-6-3-7 0,-6 0 15 16,-1 0-16-16,-4-5 22 0,2-1-36 0,-2-2 232 15,0-6-99-15,2-4-46 16,3-4-19-16,-1-4 300 0,4-3-136 0,-1 2-71 16,6-2 234-16,0 0-162 15,2-2-81-15,2-1-41 0,0-3 0 0,0 0-31 0,3 0-21 0,11-2-26 16,-1 2 0-16,6-1 0 0,0 3 0 15,2-1 0-15,0 3 0 0,0 1 0 0,1-1 0 0,-1 2 0 16,3 0 0-16,-1 0 0 0,-1 0-417 0,-2 0 119 31,-1 5 88-31,-3-2-481 0,3 2 318 0,-6-1 172 0,-1-1 81 0,-4 1-515 16,0-4 298-16</inkml:trace>
  <inkml:trace contextRef="#ctx0" brushRef="#br0" timeOffset="147606.7">19991 14837 1176 0,'-3'-7'0'0,"1"2"0"0,1 2 0 0,-1 0 0 0,2 0 0 0,-1 3 314 0,1 0-129 0,0 0-78 16,0 9 564-16,0 7-317 0,0 6-158 0,-3 5 59 15,-1 5-113-15,0 4-52 0,-3 6-27 0,0 3-526 16,-1 5 249-16,-1 9 136 0,4-2 53 0</inkml:trace>
  <inkml:trace contextRef="#ctx0" brushRef="#br0" timeOffset="149921.07">20317 15613 2489 0,'0'0'0'0,"0"0"0"0,0 0 0 0,0 0 0 0,0 0 0 0,0 0 0 0,0 0 0 0,0 0 0 0,0 0 350 31,0 0-156-31,0 0 105 0,0 2-132 0,0-1-55 0,1 1-42 0,1 0-83 0,-2 0 25 0,2-1 0 0,0 2 25 0,-1-1-716 16</inkml:trace>
  <inkml:trace contextRef="#ctx0" brushRef="#br0" timeOffset="154134.83">21069 15225 868 0,'-15'-7'0'0,"2"2"0"0,-1 3 0 0,1 2 0 0,1 0 0 0,-2 0 273 16,2 14-123-16,2 6-57 15,-1 11-28-15,1 9 124 0,-3 5-76 0,-2 14-29 0,3 0 164 0,-1 3-105 16,2 2-53-16,6 0-27 0,2-9 79 0,3 0-43 16,0-15-36-16,6-9-53 0,8-4-1 0,6-7 28 15,2-4-1-15,3-2-224 0,-1-7 107 0,-1-1 59 16,2-6 30-16,0 0-211 15,1 0 71-15,0-3 82 0,-3-3-594 0,-2-5 304 16,-2-3 152-16</inkml:trace>
  <inkml:trace contextRef="#ctx0" brushRef="#br0" timeOffset="154303.29">21209 15566 2181 0,'-12'0'0'0,"2"0"0"0,4 0 0 0,-3 0 0 0,4 0 0 0,4 0 0 0,1 0 0 0,0 0 0 0,1 0 509 0,8 0-227 0,4 3-127 0,3 0-79 16,3 0-39-16,0 1 1 0,0-3-452 15,5 3 235-15,-2-2 104 0,-2-1 56 0,0 0-834 16,-1 2 423-16</inkml:trace>
  <inkml:trace contextRef="#ctx0" brushRef="#br0" timeOffset="154500.93">21655 15563 2695 0,'-9'0'0'0,"2"-1"0"0,4 1 0 0,3-4 0 0,0 4 0 0,0 0 0 0,7-1 247 0,11 1-110 16,5 0-50-16,7 0 285 15,5 0-167-15,3-1-76 0,0-1-70 0,-2 0-229 0,6 0 94 16,-2 2 56-16,-1 0 28 0,6-2-636 15,-12 2 326-15,-2 0 165 0,-6 0-745 0,-6 0 424 0,-5 0 210 16</inkml:trace>
  <inkml:trace contextRef="#ctx0" brushRef="#br0" timeOffset="154690.19">21735 15666 1843 0,'-22'3'0'0,"-3"-3"0"0,11 5 0 0,4-2 0 0,4 0 0 0,5 3 271 0,1-1-118 0,0 4-49 0,6 2-38 0,8-2 402 0,3 4-216 0,2 0-107 0,1 0-55 0,2 4-92 16,-5-2 15-16,3-2-1 47,-4 3-521-47,-1 0 273 0,-1-2 136 0,0 4-642 0,-4-4 369 0,-2 1 185 0,-2-4 92 0,-4 1-279 0,-1-4 169 0</inkml:trace>
  <inkml:trace contextRef="#ctx0" brushRef="#br0" timeOffset="154851.67">21894 15705 1702 0,'0'-7'0'0,"0"-3"0"0,0 2 0 0,0 4 0 0,0-3 0 0,0 7 0 0,1 0 0 0,0 0 291 16,-1 8-127-16,0 15-64 0,0 10-22 0,0 7 413 15,0 7-228-15,-7 7-113 0,-4 0 94 0,2 5-104 16,-6 5-42-16,3-2-36 0,-5 2-205 0,-2-1 90 16,0-1 44-16,1-1-487 0,-4 5 275 0,8-18 125 15,0-8 65-15,5-9-399 16,3-13 130-16,5-8 142 0</inkml:trace>
  <inkml:trace contextRef="#ctx0" brushRef="#br0" timeOffset="155128.99">22045 15676 1732 0,'5'-13'0'0,"3"4"0"0,1 0 0 0,0 4 0 0,1 2 0 0,-2 3 0 0,2 0 0 0,-1 0 0 0,3 8 180 0,-4 5-77 0,0 2-32 0,-3 3-157 15,-2 3 61-15,-2 2 31 16,-1 1 9-16,0 0-26 0,-1-1 24 0,-10-4 0 16,2 1 54-16,-2 1 9 0,-1-5-39 15,2-5 346-15,0-1-173 0,1-4-87 0,3 1-43 0,0-3 340 16,1-1-196-16,3-3-94 0,2 0-47 0,0 0-5 16,0 0-69-16,7 0-9 0,4-3 0 15,4-1 0-15,2-3 0 0,1-1 0 0,2 2-360 0,2-3 154 16,-5 2 116-16,-1 2-700 0,2-1 335 0,-4 0 212 15,-1 3 89-15,-1-3-434 16,-5 4 280-16</inkml:trace>
  <inkml:trace contextRef="#ctx0" brushRef="#br0" timeOffset="155489.87">21755 15129 1455 0,'0'-11'0'0,"0"0"0"0,0 1 0 0,0-1 0 0,0 5 0 16,1 1 0-16,9 1 0 0,1 3 0 0,4 0 297 0,3 1-121 0,-2 0-74 0,1 4-33 0,-2 6-57 0,0 4 0 0,-4 2 25 16,0 4-32-16,-9 1-10 0,-2 4 42 0,0 0-20 15,-3 4 19-15,-10 0 1 0,-4 0 9 0,-2-4 14 16,-1-4 0-16,-4 0-23 0,0-4 0 16,0-2-116-16,-2-1 60 0,3-6 7 0,3-5 0 0,5-3-310 31,1 0 162-31,5 0 72 0,4-9-438 0,5-6 245 0,2-5 122 15,12 0-114-15,4-2 118 0</inkml:trace>
  <inkml:trace contextRef="#ctx0" brushRef="#br0" timeOffset="155674.08">22001 15038 1532 0,'1'-2'0'0,"1"-3"0"0,-2 1 0 0,2 2 0 0,-2 2 0 0,0-5 0 0,0 5 396 0,0 0-179 0,-4 0-90 15,-2 9-46-15,-4 6 445 0,0 2-235 0,-1 2-132 16,-1 4-61-16,5 1 285 15,1 3-262-15,0 1-121 16,6-1 0-16,0-2 0 0,0 3 0 0,11-5 0 0,7 3-107 0,5-3 46 16,1-3 45-16,4-6-367 0,3 0 209 0,2-5 106 15,0 0 52-15</inkml:trace>
  <inkml:trace contextRef="#ctx0" brushRef="#br0" timeOffset="155919.91">22309 15308 1939 0,'0'-8'0'15,"0"4"0"-15,0 1 0 0,0-2 0 0,0 4 0 0,5 1 0 0,6 0 0 0,2 7 559 0,5 7-262 0,2 5-121 16,0 3 141-16,0 5-141 0,1 6-69 0,-2 5-29 0,-5 6 1 0,0 4-34 0,-9 4-8 0,-5 2-141 0,0 3 71 0,-14 4 34 0,-8 7 9 16,-5-11-78-16,-5-3 52 0,-1-1 26 0,-4-4 1 15,-1-5-384-15,-2 4 113 0,5-18 127 0,6-7-649 0</inkml:trace>
  <inkml:trace contextRef="#ctx0" brushRef="#br0" timeOffset="160943.88">14064 16894 2040 0,'-3'0'0'0,"-1"-2"0"0,0 1 0 0,3-2 0 0,-1 2 0 0,2 0 0 0,0 1 0 0,0 0 245 0,2 0-104 16,6 0-51-16,5 0 178 0,3 0-115 0,3 0-48 16,-2 0-39-16,3 0-170 0,0 0 70 0,-1 1 36 15,1 0-186 1,2 3 120-16,-6-2 46 0,-1 2-618 0,-2 1 330 0,-4 3 165 16</inkml:trace>
  <inkml:trace contextRef="#ctx0" brushRef="#br0" timeOffset="161107.77">14057 17137 1361 0,'-12'0'0'0,"0"0"0"0,4 0 0 0,2 1 0 0,1 2 0 0,3 0 688 0,2 0-325 0,0 2-153 0,2-1-92 0,11 2 567 0,4-3-324 0,3 1-216 0,7 0-145 0,-1-3 0 0,1 4 0 0,1-5 0 0,0 1 0 0,-2 0 0 16,2 1 0-16,-6 1-296 0,-2-1-43 0,0 0 189 15,-2 1 93-15</inkml:trace>
  <inkml:trace contextRef="#ctx0" brushRef="#br0" timeOffset="162301.43">16194 14679 765 0,'-12'-5'0'0,"-1"-2"0"0,-1 2 0 0,3 2 0 0,6 1 0 0,2 2 523 0,3 0-243 0,0 0-121 0,2 5-61 0,11 1 297 16,13 1-184-16,12-3-86 16,11 2 210-16,12-5-148 0,12 2-66 0,2-3 7 15,5 0-45-15,12 0 0 0,10 0-46 0,9-3 41 16,13-1-31-16,-18 1-10 0,-5-1 1 0,-9 1-15 15,-9 2 14-15,-11-2 1 0,-2 2 9 16,-30 1-180-16,-10 0 86 0,-9 0 42 0,-9 0-183 0,-8 0 82 16,-2 0 32-16,-2-2-219 15,-2-4 122-15,-9-3 73 0,-6-4 37 0,-2 3-264 0,-6 1 135 0,1 5 81 16</inkml:trace>
  <inkml:trace contextRef="#ctx0" brushRef="#br0" timeOffset="163398.26">15116 16915 1262 0,'0'-17'0'0,"-3"2"0"0,2 0 0 0,-3-4 0 0,4 3 0 0,-2-2 0 0,2 1 0 0,0-2 0 0,-1 2 0 0,1-5 257 0,-2 6-115 0,2-1-51 16,-2 2 73-16,0 2-62 0,0 2-32 0,-1-2 9 15,2 6 72-15,-3 3-56 0,1 0-28 16,0 2 78-16,0 2-54 0,-2 0-16 0,3 0-10 0,-5 7-33 16,4 9 7-16,0 6-1 15,1 6 0-15,1 8 79 0,1 5-44 0,0 7 0 0,0 3 12 16,0 6 1-16,1 3-48 0,2 6 10 16,2-8 11-16,2 4-20 0,-3 1-1 0,1 0-82 15,-1 0 40-15,2 7 11 0,-5-17 31 0,0-2-74 16,-1-5 37-1,0-5 0-15,-2 2 18 0,-8-18-332 0,-4-9 136 0,1-4 88 16,-4-8-413-16,1-4 232 0,-5 0 106 0,5-2-443 0,-4-16 285 16,1-4 141-16</inkml:trace>
  <inkml:trace contextRef="#ctx0" brushRef="#br0" timeOffset="163539.82">14773 17094 1952 0,'-7'-15'0'0,"3"1"0"0,4 4 0 0,0 3 0 0,3-3 0 0,11 5 0 0,6 3 0 0,5 0 85 0,2-1 0 16,6 3-47-16,7 0 10 0,-1 0 593 0,3 7-301 0,3 3-151 16,1 0-593-16,0 3 221 15,6 0 120-15,-12-1-830 0,-1 2 465 0</inkml:trace>
  <inkml:trace contextRef="#ctx0" brushRef="#br0" timeOffset="163735.29">15361 17294 903 0,'-8'0'0'0,"-3"1"0"0,5-1 0 0,-1 2 0 0,3 0 747 0,1 3-355 0,-1-2-168 15,4 6-99-15,0-2 324 16,0 6-207-16,0-1-102 0,5 5 180 0,1 0-132 0,2 3-80 0,1 1-35 16,-2 1-225-16,0 0 94 15,-3 2 48-15,2 0-541 0,-3-3 290 0,1-4 149 0,-1 0 74 0,-2-1-789 16,0-3 331-16,1 4 216 15</inkml:trace>
  <inkml:trace contextRef="#ctx0" brushRef="#br0" timeOffset="164017.5">15515 17321 2400 0,'-5'-5'0'0,"0"1"0"0,2-1 0 0,-3 3 0 0,5 1 0 0,1-1 0 0,0 2 0 0,0 0 0 0,0 0 597 0,0 2-271 0,4 7-149 15,2 2-69-15,2 5 141 0,-1-1-175 16,-1 6-74-16,3 4 0 0,-4-3-5 0,1 4 1 0,0-2 0 15,0 1-245-15,-1-1 144 0,0 4 80 0,-2-5-738 16,0-4 389-16,-1-2 80 0,1-2 136 16,-2-6-565-16</inkml:trace>
  <inkml:trace contextRef="#ctx0" brushRef="#br0" timeOffset="164283.95">15415 16578 2349 0,'-8'-8'0'0,"1"3"0"0,0 1 0 0,6 2 0 0,1 2 0 0,0 0 0 0,0 7 313 0,0 6-128 16,0 1-79-16,1 3 62 0,2 0-65 0,2 2-32 15,1 5-1-15,-1 0-158 16,-2-2 58-16,2 5 34 0,-4-2 0 0,2 1-519 0,-1 3 276 0,0 2 149 16,-2-6-830-16</inkml:trace>
  <inkml:trace contextRef="#ctx0" brushRef="#br0" timeOffset="164444.9">15609 16570 1942 0,'0'-5'0'0,"0"-2"0"0,0 3 0 0,-2 2 0 0,2-1 0 0,0 2 402 0,0 1-187 0,0 0-88 0,0 10-45 0,0 4 648 0,0 4-346 0,0 5-335 0,0 2-49 16,0 3 0-16,0 3 0 0,0 1-769 16,0 2 276-16,0 2 276 0</inkml:trace>
  <inkml:trace contextRef="#ctx0" brushRef="#br0" timeOffset="164987.81">15761 17108 1565 0,'-19'-17'0'0,"7"5"0"0,2 3 0 0,7-1 0 0,3 2 0 0,0-2 0 0,0-1 0 0,11 2 0 0,8 1 357 16,1 1-159-16,5 2-81 0,3 2-40 0,2 2 118 15,-4 1-83-15,1 0-38 0,-2 4-27 0,-3 8-19 16,-2 3 9-16,1 4-69 0,-9 5 30 0,-6 0 0 16,-3 4 39-16,-3 3-45 0,-3 0 0 0,-8 3 55 15,-8-6-10-15,-1 1-37 16,-4-2 1-16,-4-4-19 0,-1-3 42 0,-4-2-105 16,4-9 45-16,1-2 16 0,1-7-279 0,4 0 140 31,5-4 76-31,3-11-194 0,9-6 129 0,6-7 41 0,1-3 36 0,16-3-456 0,8 1 244 0</inkml:trace>
  <inkml:trace contextRef="#ctx0" brushRef="#br0" timeOffset="165153.05">16089 16958 1281 0,'1'-2'0'0,"-1"0"0"0,0 1 0 0,0 1 0 0,0 0 0 0,0 0 0 0,0 0 0 0,-5 6 686 0,-5 5-324 0,0 6-162 15,-3 3-72-15,1 2 425 16,3 2-258-16,1 4-129 0,1 2 94 0,3 0-260 0,4 5 0 0,0-5 0 15,4 2-35-15,12-5 8 16,4 0 32-16,5-3-293 0,3 1 173 0,2-8 71 0,-2-6 41 0,3-4-876 16,2-4 439-16,-5-3 108 0</inkml:trace>
  <inkml:trace contextRef="#ctx0" brushRef="#br0" timeOffset="165320.45">16306 16998 2566 0,'-12'0'0'0,"0"-3"0"0,2 0 0 0,4 1 0 0,3-1 0 0,-1 3 0 0,4 0 0 0,0 0 352 0,8 3-157 0,5 6-80 0,7 3 52 0,-3 1-56 0,2 1-42 15,2 1 1-15,-2 4-385 16,0-1 175-16,-2 0 89 0,2 5-757 0,-4-5 411 16,0-1 206-16,-2 0 104 0</inkml:trace>
  <inkml:trace contextRef="#ctx0" brushRef="#br0" timeOffset="165499.05">16598 16929 1770 0,'0'-17'0'0,"0"10"0"0,-2 0 0 16,2 4 0-16,0 2 0 0,0 1 0 0,0 0 782 0,0 17-377 0,0 8-184 0,0 12-92 0,-3 8 256 0,-5 7-174 0,-1 9-183 15,-2-2-28-15,-1 7 0 0,-1 6 0 0,-4 6 0 16,3 4 0-16,-4 7 0 0,3-18 0 0,0-6-984 15,4-7 462-15,1-9 280 0</inkml:trace>
  <inkml:trace contextRef="#ctx0" brushRef="#br0" timeOffset="169707.89">19075 14644 1248 0,'-6'-8'0'15,"-2"-1"0"-15,4 5 0 0,1 1 0 0,3 2 0 0,-1 0 0 0,1 1 0 0,0 0 0 0,0 0 142 0,0 0-51 0,0 0 0 0,0 0 56 16,1 0-54-16,2 0-16 0,4 1-10 0,-1 3 43 16,1-3-35-16,3 2-1 0,-2 0-33 0,2 1 117 15,0-1-63-15,0 1-28 0,-1 0 75 0,3 1-51 32,-3-1 0-32,4 1-41 0,0-2 22 0,-2 2-1 0,1 0-30 0,1-1 45 0,-1 2-45 0,5-2 10 15,-4 1-11-15,2-1 6 16,0-1-6-16,3 1 1 0,2-2 10 0,-3 2-23 15,2-3 13-15,1 1-1 0,0 0-26 0,0-2 26 16,7 2 11-16,-6-2-42 0,2 0 31 0,0 0 0 16,2 0-7-16,0 0-29 0,2 0 38 15,-4 0-23-15,2 0-19 0,-2 0 0 0,2 0 0 0,-5 0 0 16,7 0 0-16,-7 0 0 0,-2 1 0 0,0 1 0 16,1 0 0-1,-2 0 0-15,5 2 0 0,-9-3 0 0,5 2 0 0,-4-3 0 16,3 0 0-16,-3 3 0 15,6-2 0-15,-4 2 0 0,-4-3 0 0,5 0 0 0,-2 2 0 0,1 0 0 0,2-1 0 0,-1 1 0 32,-1 0 0-32,3 0 0 0,1 0 0 0,0-1 0 0,8-1 0 0,-5 0 0 15,2 0 0-15,1 0 0 0,1 0 0 0,1 0 0 16,6 0 0-16,-7-1 0 0,2-5 0 0,0 3 0 16,0-1 0-16,-1 0 0 0,7 1 0 0,-9 0 0 15,0 1 0-15,2-1 0 0,-1 1 0 0,-1 2 0 16,5 0 0-16,-7 0 0 15,3 0 0-15,-1 0 0 0,-1 0 0 0,5 0 0 0,-6 0 0 0,1 0 0 16,0 0 0-16,-1 0 0 16,2 0 0-16,5 0 0 0,-4-2 0 0,-1 0 0 15,1 1 0-15,1-1 0 16,0-2 0-16,6 2 0 0,-8-1 0 0,1 1 0 0,0-2 0 0,-1 2 0 16,1-1 0-16,5 1 0 0,-7 0 0 0,0-2 0 15,2 2 0-15,-1 1 0 0,-1-2 0 0,8-1 0 16,-8 3 0-16,1-1 0 0,2-2 0 0,2 1 0 15,0 0 0-15,4 2 0 16,-4-3 0-16,-1 1 0 0,1-1 0 0,-1 4 0 16,-1-5 0-16,3 3 0 0,-6 0 0 0,-3-2 0 15,-1 3 0-15,-1-1 0 0,-2 1 0 0,3-2 0 16,-6 2 0-16,-2-1 0 0,2 2 0 0,-1-1 0 16,0 1 0-16,1 0 0 0,0-2 0 15,-4 2 0-15,0 0 0 0,3-1 0 16,-3 1 0-1,2 0 0-15,-3 0 0 0,-2 0 0 0,0 0 0 0,-1 0 0 0,-1 0 0 0,2 0 0 0,-3 0 0 16,-2 0 0 0,2 0 0-16,-2 0 0 0,0 0 0 0,0 0 0 0,-1 0 0 0,-1 0 0 15,1 0 0-15,-1 0 0 0,1 0 0 0,-1-3 0 16,-1 2 0-16,0-2 0 0,0-2 0 16,0 1-767-16,0-2 345 0,0 0 196 0,-4 0 93 0</inkml:trace>
  <inkml:trace contextRef="#ctx0" brushRef="#br0" timeOffset="171072.86">16685 16434 856 0,'-9'-1'0'16,"-1"-8"0"-16,2 5 0 0,4-1 0 0,-2 1 0 0,3 3 111 0,-1-1-35 0,1 0 190 0,3 0-118 0,0 2-55 16,0 0-26-16,0 0 129 0,0 0-78 0,5 0-30 15,6 0-9-15,1 2 121 0,4 2-81 0,-1-3-40 16,6 0 1-16,-1-1 70 0,2 0-60 0,1 0-25 16,0 0 60-16,4 0-43 0,-3 0 0 0,5 0 12 15,-1 0-54-15,0 0-1 0,2 0 0 31,0-1 38-31,0 0 0 0,3-1-28 0,-4 0-10 0,-1 0-31 16,-1 2 31-16,-1-2 1 0,1-1-1 0,4 1-21 0,-8-2 21 0,2 3 1 16,0-4-29-16,2 5 1 0,-1-3 27 0,5-1-32 15,-3 2 8-15,0-1-15 0,2 1 0 16,-1-1 0-16,4 0 0 0,3-1 0 0,-5-1 0 0,1 3 0 16,-3-3 0-16,1 0 0 0,4 2 0 0,-9-1 0 15,1 2 0-15,-2-1 0 0,-4 1 0 16,2 1 0-16,3 1 0 0,-8 0 0 15,2 0 0-15,-1 0 0 0,0 0 0 0,2 0 0 0,4 0 0 0,-4 0 0 16,1 0 0-16,1 0 0 16,0 0 0-16,1 0 0 0,5 0 0 0,-6 0 0 15,-1 0 0-15,0 0 0 0,1 0 0 0,-2 1 0 16,2 1 0-16,-5 0 0 0,-1-1 0 0,-1 3 0 16,-2-2 0-1,2 0 0-15,1-1 0 0,-2 2 0 0,-4-1 0 0,5-2 0 16,-1 0 0-16,1 0 0 0,4 0 0 0,-2 0 0 0,-1 0 0 15,-1-5 0-15,-2 3 0 0,1-3 0 16,-2 2 0-16,-5-1 0 0,-2 1 0 0,-1 1 0 16,-3 1 0-16,-1 0 0 0,2-2 0 0,-2 3 0 15,0-3 0-15,0 1 0 16,-6 0 0-16,0-2 0 0,-1 1 0 0,0-1 0 16,-4 1 0-16,1 2 0 0,1 1-1080 0,-3 0 454 0</inkml:trace>
  <inkml:trace contextRef="#ctx0" brushRef="#br0" timeOffset="180469.74">22872 12031 2095 0,'0'0'0'0,"0"0"0"0,0 0 0 0,0 0 0 0,0 0 0 0,0 0 0 0,0 0 136 0,2 0-40 16,2 0-34-16,4 0 273 15,3 0-148-15,3 1-76 0,4-1-36 0,6 1 156 0,-1-1-102 16,2 2-45-16,1-2 34 0,-2 2-40 16,3-2 0-16,-2 0-31 0,-1 0-44 0,-2 0-1 0,-4 0 36 15,-3-2-40-15,1-2 0 0,1-2 32 16,-8 0-30-16,-2 1-106 0,-3 1 44 0,1-1 37 16,-2 1 29-16,0-1-520 0,-2 0 253 0,1 2 82 15,0-1-581-15,-1 3 362 0,5-1 181 0</inkml:trace>
  <inkml:trace contextRef="#ctx0" brushRef="#br0" timeOffset="180709.19">23626 11930 2413 0,'-6'0'0'0,"0"0"0"16,-1 0 0-16,1-2 0 0,3 0 0 0,0 1 0 0,3 1 0 0,0 0 356 0,0 0-160 0,8 0-80 0,7-2 211 0,6 1-135 0,5 0-83 16,-1-2-36-16,6 1-76 15,2 2 0-15,3-2 39 0,1-2 10 16,-3 1-130-16,1 0 60 0,-3 0 31 0,0 0-435 0,-3 2 232 16,1 0 126-16,-10 1-738 0,-6 0 352 0,-3 0 210 15,-5 0 105-15</inkml:trace>
  <inkml:trace contextRef="#ctx0" brushRef="#br0" timeOffset="180885.7">23674 12072 1756 0,'-13'3'0'0,"3"1"0"0,1 2 0 0,4-1 0 0,-1 2 0 0,3 5 0 0,3 0 432 0,0 0-197 0,6 5-99 15,6-2 444-15,3 4-271 0,4 0-128 16,1-3-76-16,1 1-135 0,0 1 33 0,0 0 0 0,1 3-614 15,-5-4 319 1,0-2 165-16,-4 1 81 0,2-1-835 0,-2 0 437 0</inkml:trace>
  <inkml:trace contextRef="#ctx0" brushRef="#br0" timeOffset="181085.94">23972 12126 1411 0,'0'-5'0'0,"1"1"0"0,-1-1 0 0,0 2 0 0,0 0 0 0,0 1 239 0,0 2-106 0,0 0 634 16,0 13-365-16,0 8-183 0,-1 9-91 0,-7 6 337 0,-1 5-298 16,-2 5-167-16,-1 2 0 0,-1 4 0 0,0 3 0 0,-3 8 0 15,4-10 0-15,-1-2 0 0,1-3-151 16,2-7 71-16,-1-5-610 0,3-2 350 16,3-14 179-16,1-11-27 0,1-4-266 15,1-5 209-15,1 0 104 0</inkml:trace>
  <inkml:trace contextRef="#ctx0" brushRef="#br0" timeOffset="181362.75">23702 11419 2139 0,'-6'-17'0'0,"-1"1"0"0,4 5 0 0,1-3 0 0,2 7 0 0,2 0 0 0,9 3 0 0,6 0 206 0,3 2-85 0,2 0-34 0,3 2 122 15,-2 0-84-15,2 6-44 0,-3 3 0 0,-3 6-146 16,4 2 59-16,-12 4 17 0,-5 2 0 0,-3 5-160 16,-3 1 93-16,-4 2 46 15,-11 1-74-15,-5-3 55 0,-3-3 33 0,-2 1-167 0,-2-5 83 16,-2-2 7-16,-5 0 27 0,7-10-19 16,-2-5 1-16,3-2 7 31,3-3 27-31,4 0-334 0,1-12 155 0,11-8 92 0,7-6 40 0,0-2-331 0,14-4 186 0</inkml:trace>
  <inkml:trace contextRef="#ctx0" brushRef="#br0" timeOffset="181526.98">23987 11313 1862 0,'6'-7'0'0,"-2"2"0"0,-3 1 0 0,1 3 0 0,-2 1 0 0,0 0 0 0,-7 4 0 0,-5 9 376 16,-4 4-171-16,0 0 389 0,0 4-280 0,0 4-130 15,3-2-78-15,2 3 75 0,4 0-73 0,3 0-107 16,4 2-1-16,0 4 0 15,4-5 0-15,14 0 0 0,6-2 0 0,6-3 0 16,3-1 0-16,5 0 0 0,-3-7-244 0,6-4 19 16,-2-2 129-16,1-2-1396 0,-3-5 728 0</inkml:trace>
  <inkml:trace contextRef="#ctx0" brushRef="#br0" timeOffset="181767.3">24538 11402 1014 0,'-2'-10'0'0,"-4"1"0"0,-1 5 0 0,3 0 0 0,-4 2 394 0,4 2-183 0,-2 0-87 0,2 12-45 0,-1 8 572 16,1 6-307-16,-1 8-145 0,5 7 265 0,-3 4-214 15,2 9-107-15,1 5-85 16,0 6-58-16,0 13 0 0,0-8 0 0,0 3 0 16,0 2 0-16,0-3 0 0,0-1 0 0,0 4-86 15,0-21-77-15,0-5 100 0,-8-4 49 0,-3-7-221 16,-5 0 46-16,2-16 94 0,-3-10-408 0,1-7 234 15,-2-5 116-15,-2 0-277 0,1-2 188 0,0-16 108 16,3-5 48-16,-1-7-325 0,1-6 187 0</inkml:trace>
  <inkml:trace contextRef="#ctx0" brushRef="#br0" timeOffset="181907.8">24224 11872 925 0,'0'-14'0'0,"0"-3"0"0,0 7 0 0,0 1 0 0,8 5 544 16,3 0-254-16,3 4-127 0,6-3-55 0,4 3 408 0,1 0-239 0,5 7-121 15,0 3-60-15,4 1-12 0,1 2-16 0,-7 1-8 32,3 0-522-32,-6 4 248 0,0 0 126 0,-1 3-850 0</inkml:trace>
  <inkml:trace contextRef="#ctx0" brushRef="#br0" timeOffset="182087.42">24658 12120 1494 0,'0'0'0'0,"0"0"0"0,0 0 0 0,0 0 0 0,0 1 0 0,0-1 0 0,0 2 831 0,0 4-398 15,0 1-198-15,3 3-100 0,-1 1 218 0,0 3-163 0,1 0-77 0,-1 4-125 0,1-2 24 16,-2 4 0-16,0 2-449 0,1-4 231 0,-2 0 122 16,0-2 60-16,0-1-707 0,0-2 384 0,0-1 83 0,0-4 131 0</inkml:trace>
  <inkml:trace contextRef="#ctx0" brushRef="#br0" timeOffset="182409.46">24788 12143 2540 0,'0'-7'0'0,"0"0"0"0,1 1 0 0,2 0 0 0,1-2 0 0,1 3 0 0,2-2 0 0,4 2 0 0,0 3 371 16,4-3-167-16,3 2 13 15,1 1-96-15,0 2-42 0,3 0 0 0,0 0-101 0,2 5 29 0,-2 2 9 16,-2 5 20-16,-4 4-225 15,-3 2 113-15,-3 1 55 0,-3 1 29 0,-4 6-152 16,-3-4 85-16,0 0 41 0,-13 1-30 0,-3 0-18 16,-7-3 30-16,-3 4 75 0,-1-10-27 0,1-1-36 15,-1-4-3-15,5-2 368 0,-1-2-170 0,6-5-58 16,4 0-52-16,4 0 185 0,1 0-246 0,4 0 0 16,1 0 0-16,3 0 0 0,1 0 0 0,14-5 0 15,3 5 0-15,5-3 0 0,2 2 0 0,-4 1 0 16,7 0 0-16,-2 0 0 0,-2 0 0 0,2 0 0 15,2 0 0-15,-9 1 0 0,3 2 0 0,-3 0-706 16,-3-1 305-16,-2 0 182 16,-1 2 83-16,-7-4-624 0,-2 2 362 0</inkml:trace>
  <inkml:trace contextRef="#ctx0" brushRef="#br0" timeOffset="182615.04">24890 11371 2774 0,'-7'-17'0'0,"4"7"0"0,2 3 0 0,-2 5 0 0,3-1 0 0,0 3 0 0,0 0 0 0,0 11 0 0,3 3 0 0,-2 5 324 0,4 5-135 0,-3-1-250 0,2 4 48 0,-2-1 25 15,0 4-1-15,-1 0-539 0,1-3 277 0,-1-1 144 16,-1-2 71-16,2-4-370 0,-2 2 212 15,1-1 108-15</inkml:trace>
  <inkml:trace contextRef="#ctx0" brushRef="#br0" timeOffset="182760.65">25086 11350 871 0,'9'-6'0'0,"-5"3"0"0,3 1 0 0,1 0 0 0,0 2 0 0,-2 0 775 0,1 4-361 0,-1 9-193 0,-3 5 587 16,0 3-385-16,-1 5-195 0,-2 5-95 0,0 4-210 15,0-1 53-15,-2 4 29 0,-4 2 1 0,-1 1-1100 16,0 2 565-16</inkml:trace>
  <inkml:trace contextRef="#ctx0" brushRef="#br0" timeOffset="186141.34">25505 11981 1169 0,'-1'0'0'0,"-3"0"0"0,1 0 0 0,2 0 0 0,-1 0 0 0,2 0 0 0,0 0 0 0,0 0 0 0,0 0 497 0,3 2-235 0,9 0-111 16,4 3 267-16,2-2-190 0,5 0-95 0,4-2-38 16,-4 1 110-16,6 0-84 0,-2 0-41 15,2-2-53 1,-2 2 11-16,1-2 9 0,-4 0-9 0,-3 3-241 0,-2-3 120 0,-6 2 60 15,-3 1 31-15,4-2-508 0,-10-1 263 0,-2 2 54 16,-2-2-451-16,0 1 298 0,-1-1 149 0,-8 0 65 16</inkml:trace>
  <inkml:trace contextRef="#ctx0" brushRef="#br0" timeOffset="186427.46">25688 11688 1649 0,'-3'-2'0'0,"-2"0"0"0,2 2 0 16,-2 0 0-16,3 0 0 0,-1 4 0 0,0 11 0 0,3 4 400 0,0 10-181 0,0 3-91 0,0 4-45 15,0 11 394-15,3 1-224 0,1 2-107 16,2 0 11-16,-2 4-59 0,4-8-30 0,0 8 9 0,-2-13-364 0,1-5 162 16,0-3 82-16</inkml:trace>
  <inkml:trace contextRef="#ctx0" brushRef="#br0" timeOffset="186563.63">25722 12305 2759 0,'6'30'-243'0,"0"-12"136"0,-3-5 40 0,1-3-317 0,-1-6 103 0,0-4 123 0,1 0 50 0</inkml:trace>
  <inkml:trace contextRef="#ctx0" brushRef="#br0" timeOffset="186706.89">26069 11928 1805 0,'7'-2'0'0,"5"-1"0"0,2 2 0 0,-1 0 0 0,4-2 0 0,5 3 0 0,1 0 738 0,7 0-341 0,1 0-185 0,2 0-88 0,3 0 109 0,1 3-98 0,2-2-50 0,7 0-14 0,-10-1-137 0,-3 2 52 0,2-2 25 16,-5 0-557-16,-3 0 291 0,-3 0 155 0,-11 0 64 16,-7 0-816-16,-4 0 425 0</inkml:trace>
  <inkml:trace contextRef="#ctx0" brushRef="#br0" timeOffset="186830.56">26196 12055 1392 0,'-8'0'0'0,"-1"0"0"0,3 1 0 0,2 4 0 0,3-1 0 0,-1 3 606 16,2 1-285-16,0 3-133 31,2 2-80-31,3 4 411 0,8 1-242 0,-2 3-119 0,2-1-74 0,2 4-14 0,-2-3-9 0,1 1-25 0,-3 1-438 0,1 0 219 16,-4 1 110-16,1 2-717 0,-2-6 409 0,-1-3 209 16</inkml:trace>
  <inkml:trace contextRef="#ctx0" brushRef="#br0" timeOffset="186958.91">26475 12090 3188 0,'-2'-5'0'16,"2"0"0"-16,-3 0 0 0,1 3 0 0,1 2 0 0,-1 0 0 0,2 6 0 0,-2 11 0 0,-2 4 435 0,2 8-204 0,-2 5-154 0,-1 5-77 0,0 4 0 15,-1 5 0-15,-2 6 0 16,-2-2 0-16,2-1 0 15,-3-2 0-15,3-1 0 16,-2-4-30-16,1 2-44 0,3-16 51 0,-2-5-653 0,4-8 350 0,0-5 51 16,-1-7-476-16,0-1 348 0,3-4 188 0,-4-1-139 0</inkml:trace>
  <inkml:trace contextRef="#ctx0" brushRef="#br0" timeOffset="187165.61">26222 11444 2255 0,'-12'-36'0'15,"9"14"0"-15,3 7 0 0,0 1 0 0,7 4 0 0,6 0 0 0,9-1 0 0,0 8 309 0,2 1-137 0,3 2-67 16,-1 0-24-16,1 3-1 0,1 12-34 0,-9 3-51 0,0 4-1 0,-4 6 43 16,-10 1 0-16,-3 3-158 0,-2 7 89 0,0-6 29 15,-13 2 1-15,-6-2-70 0,-3-1 55 0,-1-2 23 31,-3 3-92-31,2-10 10 0,-4-4 40 0,1-2-209 0,-1-6 113 0,0-1 43 16,-1-4 18-16,4-6-135 0,8 0 85 0,1-10 41 16,6-10 1-16,7-3-314 0,3-5 169 0,2-1 99 15,14-6 43-15</inkml:trace>
  <inkml:trace contextRef="#ctx0" brushRef="#br0" timeOffset="187423.25">26513 11335 674 0,'10'-8'0'0,"-6"4"0"0,1-4 0 0,-4 7 0 0,-1 1 0 0,0 0 0 0,-4 7 673 0,-11 9-318 16</inkml:trace>
  <inkml:trace contextRef="#ctx0" brushRef="#br0" timeOffset="187537.75">26498 11355 1907 0,'-15'24'648'31,"-3"0"-306"-31,0 3-152 0,2-1 226 0,2 1-190 0,3 2-85 0,3-4-80 0,5 1-88 0,3 1 21 0,0 1-1 0,8-3 44 0,15 2-208 0,4-7 99 0,7-5 55 0,3 1 26 0,2-5-660 0,2-1 307 0,6-4 190 0,-4-3-782 0</inkml:trace>
  <inkml:trace contextRef="#ctx0" brushRef="#br0" timeOffset="187686.84">27170 11392 1276 0,'-12'-13'0'15,"-1"2"0"-15,2 4 0 0,-3 5 0 0,0 0 640 0,0 2-306 0,3 0-149 0,-2 7-75 0,0 9 264 0,1 4-160 0,5 6-93 0,0 5 222 0,4 9-153 0,3 6-77 0,0 4-82 0,0 10-31 0,0-2 0 0,7 6 0 0,2 0 0 0,-1 2 0 0,1 1 0 0,0 5 0 0,-7-7 0 0,0-6 0 0,-2-2 0 63,0-2 0-63,-2-3 0 0,-11 3-40 0,1-16 5 0,-5-5-638 0,-1-5 318 0,0-12 160 0,0-7-378 0,-1-3 260 0,7-7 142 0,-3-7 68 0,1-12-390 0,1-6 229 0</inkml:trace>
  <inkml:trace contextRef="#ctx0" brushRef="#br0" timeOffset="187972.14">26802 11861 2514 0,'-5'-13'0'0,"2"3"0"0,1 3 0 0,2 1 0 16,0 2 0-16,6 2 0 0,9 1 0 0,5-1 0 0,5 2 713 0,6 0-329 0,1 0-179 0,2 0-90 0,3 0-115 0,2 0 0 0</inkml:trace>
  <inkml:trace contextRef="#ctx0" brushRef="#br0" timeOffset="188146.82">27072 11819 3692 0,'45'6'-187'0,"-8"-1"107"0,-6 1 58 0,2 1-846 0,-6 1 448 0,2 2 230 0,-12-4 105 0</inkml:trace>
  <inkml:trace contextRef="#ctx0" brushRef="#br0" timeOffset="188302.69">27222 11984 867 0,'1'0'0'0,"-1"0"0"0,0 0 0 0,1 0 0 0,1 0 0 0,0 0 504 0,2 0-238 0,1 0-115 0,0 0 244 0,5 0-179 0,0 1-90 0,2 5-12 0,-1 0-44 0,3 5 1 0,-2 0-35 0,-3 2-59 0,0 3 30 0,-2 4 9 0,-6-3 20 0,-1 7-90 0,0-4 45 0,-1 2 1 0,-14 0 44 0,3 2 47 0,-3-8-8 0,-1-1-39 0,0-3 173 0,3-2-87 0,-1-3-42 0,2 0 102 0,5-4-77 0,-1-1-35 0,3-2 1 0,3 0 10 0,2 0-81 0,0 0 0 0,0 0 0 0,9-2 0 0,4-1 0 0,4-2 0 0,3 2 0 0,0-2 0 0,-1 1 0 0,-1 3 0 0,2 0 0 0,-2-1 0 0,0-1 0 0,3 2-236 0,-6 1 61 0,0 0 35 0,-3 0 65 0,2 0-678 0,0 0 349 0,-6 0 188 0,0 0 91 0,-2 0-532 0</inkml:trace>
  <inkml:trace contextRef="#ctx0" brushRef="#br0" timeOffset="188437.05">27544 12037 2195 0,'0'-8'0'0,"0"1"0"0,0-1 0 0,0 2 0 0,0 3 0 0,0 1 0 0,0 0 0 0,0 2 0 0,1 0 0 0,3 0 634 0,0 7-299 0,2 10-149 0,-1 1 179 0,-1 3-165 0,-1 0-184 0,1 6-161 0,0-3 35 0,-2 0 73 0,1 1 37 0,-2-1-304 0,1 0 179 0,-2-5 76 0,2-1 43 0,0-1-794 0,-1-4 278 0,-1-2 244 0</inkml:trace>
  <inkml:trace contextRef="#ctx0" brushRef="#br0" timeOffset="188560.86">27444 11172 1809 0,'-3'0'0'0,"-3"0"0"0,2 0 0 0,2 0 0 0,1 5 0 0,1 3 0 0,0 7 0 0,0 2 615 0,0 4-280 0,0 5-155 0,0 6-251 62,1-1 54-62,3 6 26 0,-2 1 0 0,4 3-645 16,-3-8 326-16,0-2 165 0,2-2 83 0</inkml:trace>
  <inkml:trace contextRef="#ctx0" brushRef="#br0" timeOffset="188707.13">27698 11178 3113 0,'0'0'0'0,"1"0"0"0,-1 0 0 0,0 0 0 0,3 0 0 0,-2 0 0 0,-1 1 0 0,0 9 0 0,0 5 537 0,0 6-256 0,0 4-281 0,0 7 0 0,-1 1 0 16,-6 9 0-16,-2 4 0 0,2 5-701 0,-5-1 197 15</inkml:trace>
  <inkml:trace contextRef="#ctx0" brushRef="#br0" timeOffset="190659.69">19594 13517 1027 0,'-14'-12'0'0,"-1"3"0"0,3 4 0 0,-2-2 0 0,7 4 0 0,0 1 0 0,4 0 366 0,0 2-164 16,3 0-81-16,-1 0-32 0,1 0 190 0,0 0-119 16,10 4-62-16,4 6-29 15,4-2 85-15,5 3-48 0,3 1-39 0,4 3 177 0,3 0-104 16,2 4-50-16,6 1 126 0,6 1-79 0,-1 2-54 15,1 0 0-15,11 3 81 16,9 6-128-16,11 4-36 0,17 5 0 0,-5-2 0 0,5 2 0 0,5 3 0 16,3 0 0-16,1 1 0 0,7 6 0 15,-26-8 0-15,-5 0 0 0,-4 4 0 0,-6-3 0 0,1-1 0 16,8 3 0-16,-20-13 0 0,0-3 0 16,-4-1 0-16,-4-2 0 0,-2-3 0 15,-1-2-9-15,-12-8-105 0,-4 0 43 0,-2-3-7 16,-5-2 0-16,-6-4 113 0,-2-2-46 0,-11 1 10 15,-3-4 15-15,-3 0-25 0,0 0 0 0,0 0-23 16,-3-4 8-16,-10-1 29 0,-2-5-23 0,-5 0-630 16,-3 2 306-16,-4 1 143 0,2 3 86 0</inkml:trace>
  <inkml:trace contextRef="#ctx0" brushRef="#br0" timeOffset="191191.02">16889 15354 1812 0,'-9'-14'0'0,"1"6"0"0,1-1 0 0,7 9 0 0,0 0 0 0,12 11 0 0,11 6 0 0,6 5 0 0,9 5 0 0,4 5 525 0,6-1-243 0,6 5-123 0,10 6 252 0,7 5-186 16,16 11-85-16,-3-4-10 15,3 4-46-15,-1 3-1 0,-4-1-45 0,-4-2-73 16,2 0 46-16,-19-12-9 0,1-1 36 0,-3-2-39 15,-3-2 1-15,-5-2 27 0,1 1-27 0,-19-15-111 16,-5-1 41-16,-8-6 52 0,-5-5-161 0,-5-5 90 16,-2-2 8-16,-8-6 63 0,0 0-12 0,0 0 10 15,-5-2-22-15,-8-8 260 0,-3-4-114 0,0 2-56 16,-4 0-23-16,0 0-259 0,2-3 119 0,-2 3 51 16</inkml:trace>
  <inkml:trace contextRef="#ctx0" brushRef="#br0" timeOffset="192327.87">23283 12770 1380 0,'-8'-7'0'0,"-2"-2"0"0,1 1 0 0,4 3 0 0,1 2 0 0,3 2 0 0,-1-2 0 0,2 0 199 0,0 1-85 0,0 2-39 0,2-3 117 0,4 3-77 15,5-4-39-15,2-1 10 0,4 4 159 0,1-1-103 0,5 2-52 16,4 0 117-16,2 0-84 0,10 0-33 0,6 0-10 15,5 0 118-15,13 6-80 16,20 0-40-16,17 1 89 0,29-2-55 0,6-2-68 16,21-3-44-16,22 0 0 0,14-8 0 0,10-8 0 0,26 1 0 0,-37 1 0 15,1 5 0-15,1 2 0 16,-8 3 0-16,-4 4 0 0,15 0 0 0,-44 0 0 0,-1 3 0 0,0 4 0 16,-11-1 0-16,-11 0 0 15,4 1 0-15,-29-2 0 0,-2-1 0 0,-8 4 0 16,-8-6 0-16,-8 4 0 0,3-2 0 0,-21-1 0 15,-6-1 0-15,-11 0 0 0,-8-1 0 0,-8 2 0 16,-3-2 0-16,-12-1 0 0,0 0 0 0,-7 0 0 16,2 0 0-16,-3 0 0 0,-1 0 0 0,-2 0 0 15,0 0 0-15,0 0 0 0,-1-1 0 16,0-7 0-16,0-4 0 0,-2 4 0 16,-11-3-268-16,-2 5 67 0,-5 1-691 0</inkml:trace>
  <inkml:trace contextRef="#ctx0" brushRef="#br0" timeOffset="200655.92">17065 17227 1683 0,'-2'-5'0'0,"-3"0"-2"0,4 3 0 0,1-1 0 0,0 3 0 0,1 0 1 0,9 0 0 0,8 0 375 16,2 0-172-16,6 0-84 0,2 0-39 0,1 0 135 0,3-2-88 15,3 0-33-15,-1 2-208 0,-1 0 78 16,0 0 37-16,-3 0-443 0,-4 0 241 0,-1 0 130 16,-8 0 51-16,-6 0-350 15,-3 0 137-15</inkml:trace>
  <inkml:trace contextRef="#ctx0" brushRef="#br0" timeOffset="200843.92">17275 16832 1074 0,'-6'0'0'0,"1"0"0"0,0 0 0 0,1 5 0 0,1 9 0 0,3 5 681 0,0 9-321 0,0 9-160 0,0 5 295 15,3 10-218-15,4-2-124 0,1 4-57 0,2-1-257 16,-1 0 100-16,0 0 50 0,-1 3 35 0,-3-12-243 16,0 1 129-16,-1-4 65 0,-2-2-584 0,-2-3 316 15,0 1 162-15,0-15 74 16,0-8-643-16</inkml:trace>
  <inkml:trace contextRef="#ctx0" brushRef="#br0" timeOffset="201163.74">18165 16745 1936 0,'0'-29'0'0,"0"3"0"0,0 9 0 0,0 2 0 0,0 3 0 0,-2 3 0 0,-4 1 0 0,-2 1 0 0,2 5 292 0,-3 2-126 16,-1 0-65-16,-1 0 200 0,-3 14-131 0,0 1-57 15,2 8-43-15,3 2 140 16,1 7-87-16,3 2-42 0,3 4 32 0,1 8-28 16,1-2-9-16,0 0-39 15,1 2 20-15,2-1-57 0,4 3 0 0,-1 9 0 0,0-8 0 0,-1 0 0 0,0 2 0 16,-1 0-238-16,-2-1 100 0,-2 4 59 0,0-13 48 0,0-2-460 15,-6-5 231-15,-4-9 95 0,-2-5-258 16,-5 1 183-16,4-17 106 0,-4-4 48 16,0 0-139-16,-2-15 94 0,2-3 46 0,-3-7-351 15</inkml:trace>
  <inkml:trace contextRef="#ctx0" brushRef="#br0" timeOffset="201296.83">17792 17133 1803 0,'-4'-13'0'0,"-1"1"0"0,2 5 0 16,3-3 0-16,0 5 0 0,0 0 0 0,4 3 0 0,11-3 0 0,6 4 634 0,6-2-289 0,2 0-158 16,6 3-75-16,4 0 169 0,4 0-122 0,3 0-61 0,5 7-625 15,-9 2 277-15,0 2 144 0,-5 3-953 0,-2 0 548 0</inkml:trace>
  <inkml:trace contextRef="#ctx0" brushRef="#br0" timeOffset="201498.71">18420 17312 1495 0,'-1'0'0'0,"-1"0"0"0,0 0 0 0,1 0 0 0,-1 0 0 0,0 0 0 0,2 1 937 0,0 9-450 0,0 3-225 0,-3 2 104 0,3 5-169 0,0 1-79 0,0 2-49 0,0 2-316 0,0 2 138 0,0 1 82 0,0-3-293 0,0-1 179 0,0-1 89 0,0-5 45 0,0-1-817 0,0 0 400 0,0-7 205 0,0-6 25 0</inkml:trace>
  <inkml:trace contextRef="#ctx0" brushRef="#br0" timeOffset="201662.52">18626 16583 2992 0,'0'-17'0'0,"0"5"0"0,0 6 0 0,0 3 0 0,0 0 0 0,0 3 0 0,0 0 0 0,0 0 540 16,0 14-257-16,0 6-167 0,0 2-116 0,0 9 0 16,0 3 0-16,0 5 0 0,0 2-107 0,0 1-221 15,-4 2 182-15</inkml:trace>
  <inkml:trace contextRef="#ctx0" brushRef="#br0" timeOffset="203779.82">19135 17114 1335 0,'0'0'0'0,"-4"-1"0"0,1-4 0 0,-2 2 0 0,2 1 0 0,-1-2 0 0,3 2 390 0,1 1-175 0,0 1-88 16,0 0-35-16,1 0 151 0,11 0-103 0,3 0-51 31,4 0 273-16,6 0-161-15,0 0-71 0,4 0-51 0,0 1 143 0,2 3-92 0,-2-2-46 0,1 1 8 47,4-1-92-47,-6 3 0 0,0-3 0 0,-1 3 0 0,-5-1 0 0,-2 0 0 16,3 0 0-16,-10-1 0 0,-5 0 0 0,-1-1 0 0,-4-1 0 0,-1 2 0 16,-1-3 0-1,-1 0 0 16,0 0 0-31,-1 0 0 0,-7 0 0 0,1 0 0 0,-1 0 0 0,1 0 0 0,-1 0 0 16,1-3 0-16,2 2 0 0,-2-1 0 0,3 1 0 0,1-1 0 16,0 0 0-1,1 2 0-15,2 0-777 0,0 0 135 0</inkml:trace>
  <inkml:trace contextRef="#ctx0" brushRef="#br0" timeOffset="205725.01">20017 17096 810 0,'-7'0'0'0,"2"0"0"0,2-2 0 0,-1 2 0 0,4-3 0 0,0 2 364 0,1-2-154 0,14 2-91 0,8-1 439 16,7 1-260-16,6-1-131 16,6 0-64-16,2-3 214 0,2 4-145 0,3 0-67 31,2-4-33-31,-1 4-7 0,-1 0 1 0,2-2-18 0,-12 1-11 0,-5 0-66 0,-3 2 33 0,-4-1 0 0,-7 1-275 0,-1-2 164 16,-10 2 68-16,-6 0-470 0,-3-2 211 15,0 2 147-15,0 0-10 0,-8-1-359 16,-6-2 246-16,-1 3 118 0</inkml:trace>
  <inkml:trace contextRef="#ctx0" brushRef="#br0" timeOffset="205924.33">20178 17258 2101 0,'-9'0'0'0,"2"3"0"0,1 1 0 0,1-1 0 0,4 2 0 0,-1 1 0 0,2 2 0 0,0 2 0 0,3 0 516 0,8 4-239 0,5 1-119 16,1 0-60-16,3 1-132 0,0 3 46 16,-1-1-10-16,1 1 36 0,-4 0-457 0,1 0 229 0,-2 1 113 15,-2 1-239-15,-4-3 172 0,-2 1 91 16,-3-5-726-16</inkml:trace>
  <inkml:trace contextRef="#ctx0" brushRef="#br0" timeOffset="206138.05">20430 17229 2171 0,'0'-5'0'0,"0"2"0"16,0-1 0-16,0 2 0 0,0 2 0 0,0 0 0 0,0 0 0 0,0 9 0 0,0 8 332 0,0 11-147 0,0 2-73 16,-1 11 213-16,-2 1-148 0,-4 8-69 0,-2 4 12 0,-1 4-41 15,-2 2 1 1,-2 7-33-16,2-14-147 0,-2-1 69 0,3-6 35 0,1-7-1 0,1 4-403 15,5-18 215-15,0-9 111 0,3-4-626 0,1-7 288 16,0-5 190-16,0 0 64 0,0-3-442 0</inkml:trace>
  <inkml:trace contextRef="#ctx0" brushRef="#br0" timeOffset="206503.73">20667 17149 1421 0,'2'-12'0'0,"6"3"0"0,-2 3 0 0,3-1 0 0,-1 5 0 0,0 0 0 0,4 2 0 0,-3 0 254 0,1 6-108 0,2 4-46 0,-4 1-188 0,-3 3 62 16,0 3 31-16,-4 0-199 0,-1 0 107 0,0 1 60 0,0-3 21 0,-6 0-14 31,-2-1 0-31,-4-2 33 0,1-1-1 0,-2 0 186 0,1-4-121 0,2-1-35 31,1-2-68-31,1-1 376 0,2-1-157 0,-1 1-78 0,6-3 88 0,1 0-84 0,0 0-41 0,0 0-88 16,1 0 23-16,9 0 9 0,1 0 14 0,1 3-73 16,1-2 36-16,0 2 1 0,1 4 46 0,-4-2-148 15,0 3 62-15,-4 1 36 0,-3 0 7 0,-1 3 11 16,-1-1-52-16,-1 3 41 0,-1-2 247 16,-10 0-118-16,-6 0-52 0,0-2 61 15,-2 0-36-15,-1-3-39 0,0-2 0 0,1-1-259 16,0-4 114-16,-2 0 59 0,1 0 37 0,5-2-260 15,2-8 132-15,4-7 70 0,3-2-818 0,1-5 411 16</inkml:trace>
  <inkml:trace contextRef="#ctx0" brushRef="#br0" timeOffset="206880.58">20253 16572 1444 0,'-3'-9'0'0,"-2"0"0"0,-1-3 0 0,4 7 0 0,2-1 0 0,0 2 0 0,0 0 0 0,9 1 0 0,6 0 310 16,3 3-141-16,5 0-66 16,0 0-33-1,2 7-5-15,-2 4-1 0,3 2-17 0,-5 0-10 0,-2 2-67 0,-1 2 33 0,-6 1 0 0,-4 1-9 0,0 5 9 16,-8-5 34-16,0 2 1 16,-8 1-74-16,-6-1 29 0,-6 0 0 0,-4 2-66 15,-4-5 43-15,-3-1-1 0,0-4 0 0,0-2-74 16,0-5 51-16,1 0 17 0,5-6 2 0,2 0-279 15,9-1 143-15,1-10 60 0,9-6-250 0,4-5 153 16,0 0 90-16</inkml:trace>
  <inkml:trace contextRef="#ctx0" brushRef="#br0" timeOffset="207087.83">20598 16428 1343 0,'-1'0'0'0,"-4"0"0"0,2 0 0 0,-3 0 0 0,0 1 0 0,-2 4 0 0,-3 4 314 0,0 6-137 15,-3 1-71-15,3 5 538 16,-1 6-295-16,1 0-160 0,5 3-76 0,3 1 175 16,3-1-125-16,0 0-63 0,11 2-216 0,10-7 72 0,6-2 40 0,4-1 1 15,6-6-589-15,4-3 315 0,2 2 166 0,-5-11-393 16,1 0 265-16,0-4 13 31,-8 0 107-31</inkml:trace>
  <inkml:trace contextRef="#ctx0" brushRef="#br0" timeOffset="207415.13">21482 16774 1568 0,'-9'-12'0'0,"3"0"0"0,-2-1 0 0,1 7 0 0,3-1 0 0,-4 3 0 0,2 0 0 0,1 4 405 0,-3-2-174 0,2 2-102 0,2 0 182 0,-1 6-136 0,2 7-70 0,-2 4-33 0,3 7 85 16,2 1-65-16,0 8-27 0,0 3-1 0,0 3 151 0,0 5-89 16,2 6-35-16,4-3 34 0,1 2-125 0,-1 3 0 0,1 2 0 15,-2 1 0-15,0 6 0 16,-4-9 0-16,0-4-89 0,-1-1-19 0,0-1 72 15,0-8 36-15,-4 6-190 0,-4-17 60 0,-2-3 67 32,0-9-33-32,-1-6-366 0,-1-4 212 0,-2-2 97 0,0-3-360 0,0-3 238 0,1-8 119 0,-2-7 60 15</inkml:trace>
  <inkml:trace contextRef="#ctx0" brushRef="#br0" timeOffset="207588.39">21132 17180 2211 0,'-7'-14'0'0,"6"4"0"0,1 3 0 0,0-4 0 0,4 5 0 0,13-1 0 0,5 2 316 0,5-1-140 16,5 0-69-16,9-1 304 0,-2 3-191 0,5 1-92 0,2 0-45 0,-2 2-94 15,1-2 24-15,1 3 9 0,-10 0-698 0,-3 0 357 32,-5 0 178-32,-2 7-811 0,0 2 473 0</inkml:trace>
  <inkml:trace contextRef="#ctx0" brushRef="#br0" timeOffset="207866.91">21596 17328 1812 0,'-3'0'0'0,"-1"-1"0"16,2-3 0-16,0 2 0 0,2 0 0 0,0 2 0 0,0 0 0 0,4 0 459 0,9 0-202 15,1 5-115-15,1 2-69 0,2 2-36 0,0 2 0 0,0 0-294 0,1 3 157 0,-5-1 63 16,-2 2 38-1,0 1-287-15,-5 1 151 0,-4 2 75 0,1 3 42 0,-3-5-6 0,0 3 21 16,-10-3-58-16,-4 0 1 0,-1-5 421 0,-1 1-195 0,0-2-101 16,2-6 220-16,-1-1-113 0,5 0-80 0,0-4 33 15,2 3 312-15,1-3-205 16,4 0-98-16,3 0-49 0,0 0-85 0,1-4 0 16,11-2 0-16,5 0 0 15,0-1 0-15,7 2 0 0,-1-1 0 0,2 0-378 0,-3 1 149 0,1-1 108 16,0 3-653-16,-1 0 363 0,-3 0 187 0,1-1-199 15,-3 3 197-15,-6-3 94 0</inkml:trace>
  <inkml:trace contextRef="#ctx0" brushRef="#br0" timeOffset="208170.26">21886 17376 1306 0,'0'-9'0'0,"1"3"0"0,1-2 0 0,-1 3 0 0,5-3 0 0,2 4 0 0,0 1 469 16,3 1-216-16,2 1-109 0,3 1-54 0,2 0 157 15,-2 0-110-15,2 10-50 16,-4 1-95-16,2 3 1 0,-5 3 43 0,1 3-28 0,-6-2-9 16,-4 4 38-16,-2-2 0 0,0 4 41 0,-8-2 1 0,-4 2-33 15,-4-3-10-15,-2-4 283 0,-1-1-141 0,3-1-72 16,-1-4-35-16,1 1 112 0,4-7-183 0,3-1 0 16,1-1 0-16,3-1 0 15,3-2 0-15,2 1 0 0,0-1 0 0,9 0 0 16,9 0 0-16,6 0 0 15,0 0 0-15,4-1 0 32,2-1 0-32,-1-1 0 0,3 3 0 0,-3-2 0 0,2 0 0 0,-7 1-525 0,-3 1 193 0,-6 0 148 0,-1-2-426 0,-5 2 287 15,-1 0 134-15,-8-2-407 0,0-1 280 0,-3-3 139 0</inkml:trace>
  <inkml:trace contextRef="#ctx0" brushRef="#br0" timeOffset="208463.82">22021 16694 2066 0,'-1'-13'0'0,"-5"-2"0"0,3 10 0 0,2-2 0 0,1 4 0 0,0 1 0 0,0 2 315 16,0 0-131-16,1 9 297 0,8 6-223 0,-2 2-111 0,1 6-55 0,-1 1-231 15,-3 4 97-15,0 1 34 0,0-3 0 0,-3 5-240 16,1-1 141-16,-1-3 72 0,-1 4 45 0,0-5-862 94,0-4 421-79,0-1 210-15</inkml:trace>
  <inkml:trace contextRef="#ctx0" brushRef="#br0" timeOffset="208593.08">22184 16753 2080 0,'0'-6'0'0,"0"-1"0"0,0 4 0 0,0-1 0 0,0 4 0 0,1 0 0 0,4 0 938 0,-1 3-456 0,1 10-222 0,2 5-113 0,-2 3-123 16,-2 6-24-16,1 2 0 0,-1 1-90 0,-3-1-62 0,2 3 94 0,0-2 47 0</inkml:trace>
  <inkml:trace contextRef="#ctx0" brushRef="#br0" timeOffset="209440.45">22515 17141 1947 0,'-9'0'0'0,"3"0"0"0,1 3 0 0,1-2 0 0,2 3 0 0,2-1 0 0,0 3 0 0,0 1 0 0,0-3 603 15,15 1-287-15,4 1-142 0,5 0 117 0,6-4-120 0,-1 0-72 0,5-2-33 0,0 1-120 16,0-1 45-16,1 0 0 0,0 0 53 0,-3 0-147 16,-3 0 70-16,-4-1 33 15,-3-1-467-15,-6 0 252 0,1-1 118 0,-9 1 59 0,-6 1-711 16,1 0 355-16,1-2 179 16</inkml:trace>
  <inkml:trace contextRef="#ctx0" brushRef="#br0" timeOffset="209659.91">23364 17190 3316 0,'0'0'0'0,"0"-2"0"0,0-3 0 0,0 1 0 0,0-2 0 0,2 2 0 0,7 0 0 0,7 0 0 0,5-5 0 0,8 6 383 0,5-5-174 16,8 4-186-16,3-2-23 0,8 0 0 0,5 3 0 15,-5 1 0-15,-3 2 0 0,1 0-57 0,-8 0 13 32,-3 0-253-32,2 2 177 0,-17 3 74 0,-8 1 41 0,-3 1-901 0,-8 0 414 15,-4-2 227-15</inkml:trace>
  <inkml:trace contextRef="#ctx0" brushRef="#br0" timeOffset="209840.43">23468 17280 1809 0,'-20'0'0'0,"5"3"0"16,1 4 0-16,5 0 0 0,2 1 0 0,7 3 0 0,0 0 619 0,0 2-292 0,11 2-144 15,4 4 273-15,3 1-200 0,1-2-114 0,3 0-52 16,-3 1-80-16,1-1 0 0,-2 1 19 0,2 3-515 16,-4-4 253-16,-3 0 134 0,-4-1 69 0,0 0-755 15,-1 2 415-15,-6-4 75 0</inkml:trace>
  <inkml:trace contextRef="#ctx0" brushRef="#br0" timeOffset="210043.83">23756 17310 2098 0,'-5'-6'0'0,"0"1"0"0,1-2 0 16,-2 5 0-16,2 2 0 0,-1 0 0 0,-5 15 777 0,3 4-370 0,-3 10-176 0,0 4 159 0,0 6-362 0,1 2-28 0,-2 5 0 0,2 3 0 15,-3 5 0-15,4-7 0 16,-1 2 0-16,1-6 0 0,0 1 0 0,-1-2 0 0,-1 1-443 0,2-13 146 16,2-5 167-16,0-6 83 0,2-8-869 0,3-5 439 0,0-3 212 0,1-3-184 15</inkml:trace>
  <inkml:trace contextRef="#ctx0" brushRef="#br0" timeOffset="210327.33">23858 17286 1128 0,'11'-17'0'16,"3"6"0"-16,0 0 0 0,3 5 0 0,2 1 271 0,-4 3-122 0,0 2-56 0,0 4-28 0,0 6 293 31,-3 7-161-31,4 0-71 0,-8 3-61 0,-1 2-1 0,-4 2-27 0,-1-1 0 0,-2 0-113 16,0 2 66 0,-5-4 18-16,-9-3 51 0,-3 0 0 0,-1-4-23 15,-4-3-1-15,-1 0 118 0,2-6-64 0,-1-2-26 0,3-3-20 0,2 0 311 16,4 0-160-16,0 0-70 0,5 0 86 0,5 0-210 15,3 0 0-15,0-3 0 16,5 1 0-16,13-1 0 0,5-3 0 0,7 2 0 0,1 1 0 0,6 2-24 16,-2-2 12-16,4 3-253 15,-4 0 126-15,-2 0 85 0,-6 0-63 0,-1 0-574 0,-7 0 328 16,-2 0 153-16,-8 0-353 0,-6 3 263 16,-3-3 132-16,0 0-318 0,-10 0 225 0,-4 0 103 15</inkml:trace>
  <inkml:trace contextRef="#ctx0" brushRef="#br0" timeOffset="210502.87">23790 16556 2576 0,'-11'-11'0'0,"2"3"0"0,4 1 0 0,0 5 0 0,1 1 0 0,4 1 0 0,0 4 0 0,0 14 321 16,0 7-142-16,0 5-71 0,0 7 189 0,0 3-135 0,0 3-62 0,0 5-597 15,0 3 267-15,0 5 134 0,1 9 75 0</inkml:trace>
  <inkml:trace contextRef="#ctx0" brushRef="#br0" timeOffset="210976.67">24980 16843 1000 0,'-11'-34'0'0,"-3"10"0"0,0 1 0 0,-2 4 0 0,1-2 0 0,-4 4 0 0,-3 2 315 0,3 4-145 0,-1 5-66 15,-2 1 226-15,3 3-146 0,0 2-74 0,1 0 75 16,8 0-79-16,0 11-35 0,1 2 0 0,5 11 130 15,-1 6-82-15,4 10-32 16,1 2-10-16,0 9 138 0,1 7-89 0,5 2-45 0,3 3 0 16,-4 11 99-16,1-11-76 0,-3 3-90 0,1 3-14 15,-3 2 0-15,-1-3 0 0,0 10 0 16,-1-17 0-16,-7-7 0 0,-3-5 0 0,-3-6-186 16,3-8 62-16,-5 0 63 0,3-22 41 0,0-6-558 15,2-7 274-15,-1 0 116 16,1-10 76-16,0-9-484 0,4-6 284 0,-3-6 137 0</inkml:trace>
  <inkml:trace contextRef="#ctx0" brushRef="#br0" timeOffset="211139.95">24519 17269 2683 0,'-8'-11'0'0,"0"4"0"0,4 1 0 0,1 2 0 0,-1 1 0 0,4-1 0 0,0 2 0 0,2 2 386 0,12 0-175 0,8 0-87 0,6 0 160 0,8 0-115 16,0 0-95-16,4 0-74 0,3-1-28 15,6-1-13-15,-1 0 38 0,8 2 10 0,-11 0-692 16,-4 0 361-16,-5 0 180 0,-8 2-931 0</inkml:trace>
  <inkml:trace contextRef="#ctx0" brushRef="#br0" timeOffset="211406.94">24996 17413 1582 0,'3'-1'0'0,"-2"-5"0"0,3 4 0 0,2-1 0 0,2 1 0 0,0 1 0 0,4 1 0 0,4 0 335 0,2 0-140 0,1 4-84 0,-2 6-37 16,2 3-73-16,-4-1 0 0,2 7 45 0,-9-2-10 16,-5 5-108-1,-3-2 55-15,0 2 26 0,-9 2 102 0,-10 0-29 0,-5-5-8 0,1-1 242 16,-5-1-140-16,3-6-70 16,2-1-35-16,4-1 345 0,3-4-195 0,6-5-164 0,1 3-57 15,5-3 0-15,4 0 0 0,0 0 0 0,18 0 0 0,5-3 0 16,10 0 0-16,3-3 0 0,1 1-71 0,2 1-113 15,0 0 106-15,-3 2-654 16,-2 0 319-16,-3 2 193 0,-4 0 62 0,1 0-421 0,-13 0 276 0,-5 0 133 16,-4 0 67-16,-5 0-375 15,-1-3 239-15</inkml:trace>
  <inkml:trace contextRef="#ctx0" brushRef="#br0" timeOffset="211592.75">25356 16598 3050 0,'-5'-24'0'0,"1"8"0"0,2 7 0 0,2 7 0 0,0-3 0 0,0 5 0 0,0 0 0 0,0 10 0 0,0 8 682 0,-2 10-483 0,-1 10-199 16,-2 7 0-16,-3 10 0 0,3 5 0 0,-2 6 0 15,0 8-417-15,5-8 113 16</inkml:trace>
  <inkml:trace contextRef="#ctx0" brushRef="#br0" timeOffset="-198227.59">15058 4642 685 0,'-12'-11'0'62,"0"1"0"-62,0 2 0 0,-1-4 0 0,3 7 0 0,4-5 445 16,-2 4-203-16,2-2-101 0,4 7 95 0,-2-4-89 0,4 2-58 0,0 3-1 0,0 0 220 0,0 0-135 0,0 0-66 0,4 0 81 0,5 0-80 0,3 0-33 0,0 0-1 0,4 0 170 0,-2 0-101 0,1 0-43 0,3 0-35 0,-5 0 197 0,2 0-251 0,0 0-11 0,2 0 0 0,-5 3 0 31,3-2 0-31,-2 3 0 0,1-3 0 0,-1-1 0 0,1 5 0 0,-1-3 0 0,-1 1 0 0,-1-1 0 16,4-2 0-16,-5 3 0 15,5 0 0-15,-2-1 0 0,1-1 0 0,-2-1 0 0,1 3 0 0,2-3 0 16,1 0 0-16,0 0 0 16,-2 0 0-16,1 0 0 0,-1 0 0 0,3 0 0 0,2 0 0 0,-3 0 0 15,1 0 0-15,-2 0 0 0,4-3 0 0,-2 0 0 16,5-3 0-16,-2 4 0 0,-1-5 0 0,4 0 0 16,1 0 0-16,0 1 0 0,4-6 0 0,-4 5 0 15,3-4 0-15,-2 4 0 0,-1 0 0 0,1 0 0 16,5-1 0-16,-10 4 0 31,4 0 0-31,-3-1 0 0,2 5 0 0,-3-3 0 0,6 3 0 0,-6-2 0 0,-1 2 0 0,1 0 0 16,0 0 0-16,1 0 0 0,5 0 0 15,-7 0 0-15,2 0 0 0,-2 0 0 0,2-1 0 0,-4 1 0 16,6 0 0-16,-6 0 0 0,-1 0 0 0,1 0 0 16,-1 0 0-16,1 0 0 0,3 0 0 0,-4 0 0 15,1 0 0-15,-2 0 0 16,4 0 0-16,3 0 0 0,-7 0 0 0,4 0 0 0,-3 0 0 0,2 0 0 15,0 0 0-15,3 0 0 16,-4 0 0-16,-1 0 0 16,1 0 0-16,-1 0 0 0,2 0 0 0,1 0 0 0,-2 0 0 0,2 0 0 15,-2 1 0-15,3 1 0 0,0 1 0 0,4 3 0 16,-1-3 0-16,1 1 0 0,4-3 0 0,0 3 0 16,4-2 0-16,6-2 0 15,-3 0 0-15,1 0 0 0,3 0 0 0,0 0 0 0,-1 0 0 0,6 0 0 16,-6-2 0-16,-2 1 0 15,0-2 0-15,0 2 0 16,1 0 0-16,5-2 0 0,-8 3 0 0,4 0 0 0,0 0 0 0,1 0 0 16,2-3 0-16,7 2 0 0,-9-1 0 0,3-1 0 15,-1 0 0-15,4 1 0 16,0-1 0-16,8-1 0 0,-9 1 0 0,-1 1 0 0,6-1 0 0,-3 1 0 16,1 1 0-16,6 0 0 0,-10 1 0 0,0 0 0 15,-1 0 0-15,-1 0 0 16,4 0 0-16,6 0 0 0,-9 0 0 0,5 0 0 0,-2 0 0 0,3 0 0 15,-1 0 0-15,9-3 0 16,-12 1 0-16,1 1 0 0,1 1 0 0,-1-1 0 16,7 1 0-16,-8 0 0 0,1 0 0 15,1 0 0-15,2 0 0 0,-3 0 0 0,8 0 0 0,-12 0 0 16,2 0 0-16,1 0 0 0,-1 0 0 16,1-2 0-16,10 1 0 0,-10-2 0 0,6 2 0 0,0-1 0 15,1 0 0-15,2-3 0 0,6 1 0 0,-11 1 0 16,0-1 0-16,0 0 0 15,-1 3 0-15,4-2 0 0,7-1 0 16,-10 3 0-16,3-3 0 0,1 3 0 0,-2-1 0 0,1-3 0 16,8 2 0-16,-12 2 0 0,1-2 0 0,4-2 0 15,-1 5 0-15,2-4 0 16,10 1 0-16,-14 1 0 0,3 0 0 0,-2 1 0 0,0-1 0 0,0-1 0 16,6 2 0-16,-10-2 0 15,4 2 0-15,0-1 0 0,1 1 0 0,2-1 0 0,5 0 0 0,-10 2 0 16,-1 0 0-16,3-2 0 15,0-1 0-15,1 2 0 0,8 0 0 0,-9-2 0 16,5 1 0-16,-1 2 0 0,-1-1 0 0,-1 0 0 16,7 1 0-16,-11-3 0 0,2 3 0 0,-3 0 0 15,4 0 0-15,10 0 0 0,-14 0 0 0,4 0 0 16,-1 0 0-16,-1 0 0 0,-1 3 0 0,6-1 0 16,-11 3 0-16,3-4 0 0,-1 3 0 0,3-2 0 31,1 0 0-31,9 1 0 0,-12-1 0 0,1-1 0 0,-1 2 0 0,2-2 0 15,-3 1 0-15,11-2 0 0,-15 0 0 0,4 0 0 16,3 0 0-16,1 0 0 0,1 0 0 0,7 0 0 16,-8 0 0-16,-3 0 0 0,3 0 0 0,0 0 0 93,-1 0 0-93,7 0 0 0,-12 0 0 0,3 0 0 0,0 0 0 0,1 3 0 0,0-2 0 0,5 3 0 0,-10-2 0 0,-1 1 0 0,0-1 0 0,1-2 0 0,-2 3 0 0,7 0 0 0,-8-1 0 0,0-2 0 0,3 1 0 0,2-1 0 0,-3 3 0 0,10-3 0 16,-12 0 0-16,-3 0 0 16,2 0 0-16,0 0 0 0,-1 0 0 0,5 0 0 15,-8 0 0-15,1 0 0 0,-2 0 0 0,2 0 0 16,1 0 0-16,7 0 0 0,-10 0 0 0,2 0 0 0,-3 0 0 0,1 0 0 0,0 0 0 16,3 0 0-16,-8 0 0 0,0 0 0 0,0 0 0 0,-4 0 0 15,5 0 0-15,-9 0 0 0,1 0 0 16,-3 0 0-16,-1 0 0 0,0 3 0 15,1-1 0-15,-7 0 0 0,1 2 0 0,-2-3 0 0,0 1 0 16,-1 1 0 0,4-2 0-16,-6 1 0 0,0-1 0 0,-1 2 0 0,2-2 0 0,-2-1 0 15,0 2 0-15,-3-2 0 0,2 2 0 0,-1-2 0 16,-3 1 0-16,2-1 0 0,0 0 0 0,-2 0 0 16,0 2 0-16,-1-2 0 0,0 0 0 0,0 0 0 15,0 0 0-15,0 0 0 0,0 0 0 0,0 0 0 16,0 0 0-16,0 0 0 0,0 0 0 15,0 0 0 1,0 0 0-16,0 0 0 0,0 0 0 0,0 0 0 0,0 0 0 0,-5 0 0 16,-4 0 0-16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57" units="1/cm"/>
          <inkml:channelProperty channel="Y" name="resolution" value="1820.3889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12-21T00:44:04.46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71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2-12-21T00:59:39.232"/>
    </inkml:context>
  </inkml:definitions>
  <inkml:trace contextRef="#ctx0" brushRef="#br0">13009 4529 1222 0,'-11'0'0'16,"0"0"0"-16,2 0 0 0,-2 0 0 0,3 0 0 0,0 0 223 0,3 0-98 15,1 0 159-15,1 0-123 0,3 0-62 0,0 0-31 0,-1 0 216 16,1 0-132-16,0 0-58 0,1 0-29 0,8 0 99 16,2 0-64-16,0-2-23 0,5-1-8 31,-1-1 135-31,-1 2-83 0,4-4-42 0,0 3 139 0,2 1-96 0,-2-2-122 0,0 2 0 0,0-2 0 0,2 3 0 16,-2 0 0-16,3-2 0 0,-3 3 0 0,1-3 0 15,0 2 0-15,-1 1 0 16,1 0 0-16,5 0 0 0,-6 0 0 0,0 0 0 0,2 0 0 0,-2 4 0 15,4-1 0-15,-3 2 0 0,1-2 0 0,1 1 0 16,0-2 0-16,4 1 0 0,3 1 0 0,-3-2 0 16,2-2 0-16,1 2 0 0,0 2 0 15,2-4 0-15,4 0 0 0,-5 0 0 16,-1 0 0-16,2 1 0 0,-4 1 0 0,3 0 0 16,2 0 0-16,-8 3 0 0,1 0 0 0,-4-3 0 15,3 4 0-15,-1 0 0 16,2-2 0-16,-4 0 0 0,0 0 0 0,1 0 0 15,1-3 0-15,-2 4 0 16,5-3 0 0,-3-1 0-16,-1 1 0 0,2 0 0 15,1-2 0-15,0 0 0 0,7 0 0 0,-7 0 0 0,4 0 0 0,0 0 0 0,2 0 0 0,-1 0 0 16,7 0 0-16,-5 0 0 0,0 0 0 0,5 0 0 16,-1-4 0-16,-1 1 0 0,6-2 0 0,-4 1 0 0,1 2 0 0,1-3 0 15,2 3 0-15,2 0 0 0,5 0 0 0,-8-1 0 16,1 1 0-16,1 1 0 0,0 1 0 15,2-1 0-15,4 1 0 0,-7 0 0 0,3-3 0 0,1 3 0 32,5 0 0-32,1-2 0 0,9 2 0 0,-12 0 0 0,3-1 0 0,1 1 0 15,-2 0 0-15,10 0 0 0,-13 0 0 0,4 0 0 16,2 0 0-16,2 0 0 0,2 3 0 0,8 1 0 16,-14-3 0-16,6 4 0 0,-3-5 0 0,3 2 0 15,0-2 0-15,13 2 0 16,-12-2 0-16,4 0 0 0,2 0 0 0,-1 1 0 15,0-1 0 1,10 1 0-16,-14 4 0 0,3-4 0 0,3 3 0 0,3-3 0 0,0 6 0 0,8-2 0 31,-12-3 0-31,-3 4 0 0,3-2 0 0,2-1 0 0,2-1 0 0,13 1 0 0,-14 0 0 0,3-3 0 16,0 0 0-16,-1 0 0 16,2 0 0-16,12 0 0 0,-11 0 0 0,1 0 0 0,0 0 0 0,-1 0 0 15,-2 0 0-15,8 0 0 0,-15 0 0 16,6 0 0-16,0 0 0 0,3 1 0 0,-2 2 0 0,7-1 0 31,-17-2 0-31,1 3 0 0,3-1 0 0,4-2 0 0,2 0 0 0,10 0 0 0,-17 0 0 16,3 0 0-16,-2 0 0 0,-1 0 0 15,3 0 0-15,11-2 0 0,-14-1 0 0,2 3 0 16,-2 0 0 0,-1 0 0-16,7-2 0 0,-15 2 0 0,2 0 0 0,3 0 0 0,1-1 0 0,0 1 0 15,6 0 0-15,-12-2 0 0,-3 2 0 16,-1-1 0-16,0-2 0 0,-3 3 0 15,7-2 0-15,-9 1 0 16,0-1 0-16,0 2 0 0,-1 0 0 0,-3 0 0 0,1 0 0 0,-14 0 0 16,0 0 0-16,-4 0 0 0,-3 0 0 0,-3 2 0 0,2 4 0 15,-10-5 0 1,2 2 0-16,-3-1 0 16,-3 1 0-16,1 0 0 0,0-1 0 0,0 0 0 0,-4 0 0 0,4-2 0 0,-3 0 0 0,2 3 0 15,-1-3 0-15,2 2 0 0,-1-2 0 0,0 0 0 16,-3 0 0-16,4 0 0 0,0 0 0 0,-1 0 0 15,-3 0 0-15,5 0 0 0,-2 0 0 0,0 0 0 16,-2 0 0-16,2 0 0 16,-1 0 0-16,1 0 0 0,-2 0 0 0,-1 0 0 15,2 0 0-15,-1 0 0 0,-1 0 0 0,-1 0 0 32,1 0 0-32,0 0 0 0,-1 0 0 0,1 0 0 0,-1 0 0 0,-1 0 0 0,0 0 0 0,0 0 0 15,0 0 0-15,0-2 0 0,-1-1 0 0,-7-1 0 16,-5 2 0-16</inkml:trace>
  <inkml:trace contextRef="#ctx0" brushRef="#br0" timeOffset="11552.3">16067 1393 1145 0,'-2'-5'0'0,"-4"-3"0"0,1 2 0 0,0 1 0 0,0 0 0 0,0-1 0 0,0-1 200 0,0 0-72 0,2-3-51 0,-2 3 152 0,2-4-96 31,0 2-49-31,0 0 9 0,0-5-19 0,1 4-9 16,1 0-29-16,-1 1 31 0,1-1-31 0,1 3 1 0,-2-1 8 0,0 2 107 15,2 1-58-15,-1 4-29 0,-1-1 54 0,1 0-42 16,-1 2 9-16,-1 0-49 31,0 7 105-31,0 6-53 0,-2 4-27 0,4 3 200 0,1 2-104 0,0 5-65 0,0 2-47 0,0 4-46 16,0 4 0-1,3 0 0-15,4 6 0 0,1-5 0 32,0 5 0-32,3 2 0 0,-2-1 0 0,-1 1 0 0,0 7 0 0,-1-9 0 0,-3 0 0 0,-3-1 0 0,-1-1 0 0,0-2 0 0,0 8 0 0,-5-14 0 15,-5-2 0-15,-1-2 0 31,-3 0 0-31,0-2 0 0,0-9 0 0,0-4-118 0,0-3 14 0,0-4 44 0,0-6-421 0,-2 3 213 0,4-4 121 0,-2-2 55 16,1-8-224-16,-1-7 140 0,0-9 69 0,-4-6-549 16,2-5 314-16,-1-7 153 31</inkml:trace>
  <inkml:trace contextRef="#ctx0" brushRef="#br0" timeOffset="11683.74">15622 1760 983 0,'-22'-12'0'0,"6"3"0"0,1 4 0 0,2 2 0 0,3 1 0 0,5 1 0 0,2-1 649 0,3 2-311 0,2 0-151 0,12 0-75 15,8 0 479-15,6-1-278 0,4-3-128 0,3 0-80 0,1 1 300 16,4-3-342-16,-1 3-63 0,2-1 0 0,4 0 0 47,-6 2-2-47,-2 0 4 0,3 1-707 0,-4 1 367 0,-1 0 188 0,2 0-358 0,-10 5 261 0,-3 0 6 0,-2 1 109 0</inkml:trace>
  <inkml:trace contextRef="#ctx0" brushRef="#br0" timeOffset="11913.13">16338 1453 3172 0,'-11'0'0'0,"-2"0"0"0,2 0 0 0,-3 2 0 0,2 6 0 0,-1 4 0 0,-1 2 0 0,2 8 520 0,1 2-281 16,-1 10-239-16,7-1 0 0,3 7 0 0,2-1 0 15,0 2 0-15,5 0 0 0,10 5 0 0,3-10 0 16,2-4 0-16,1-2 0 0,0-2 0 0,1-4 0 15,3 2 0-15,-8-9-270 16,1-3 151-16,1-4-746 16,-5-5 414-16,-1-2 208 15,4-3 93-15,-6 0-500 0,1-13 307 0</inkml:trace>
  <inkml:trace contextRef="#ctx0" brushRef="#br0" timeOffset="12093.03">16461 1639 1242 0,'-11'0'0'0,"1"-2"0"0,1 1 0 0,1-1 0 0,5 0 785 0,-2 0-365 0,5 2-196 0,0 0-94 0,5 0 54 63,9 0-74-63,6 0-36 0,0 0 67 0,3 0-57 0,0 0-24 0,2 0 1 0,0 0-449 0,1 0 221 0,-4 2 98 0,0-2-500 0,-2 2 292 0,-1 0 147 0,-2-2 72 0,1 1-515 47,-5-1 273-47,-2 0 132 0,-2 0 65 0,-3 0-122 0,-2 0 94 0</inkml:trace>
  <inkml:trace contextRef="#ctx0" brushRef="#br0" timeOffset="12233.17">16657 1455 1072 0,'-11'-7'0'0,"0"0"0"0,-3 2 0 0,3 3 0 0,2 2 0 0,-2 0 0 0,0 6 546 0,2 9-255 15,-1 7-119-15,3 2 138 0,0 5-137 16,4 4-68-16,2 2 261 31,1 1-164-31,0 7-74 0,0-6-50 0,1-3-146 0,10 0 53 0,1-2 25 0,3-5 1 0,0 3-532 0,-1-10 274 16,3-4 141-16,-3-2 72 0,2-8-704 0,-2-1 301 0,3-3 171 15</inkml:trace>
  <inkml:trace contextRef="#ctx0" brushRef="#br0" timeOffset="12436.23">16865 1744 911 0,'0'4'0'0,"0"0"0"0,2 4 0 0,0-2 0 0,-1 3 0 0,-1-2 707 0,2 3-335 0,-2 2-168 0,0 3-75 0,0 0 226 0,0 1-159 0,0 1-80 32,0 2-39-32,0 1-105 0,-7 1 42 0,0-6-10 0,1 2-317 0,-4 0 175 0,2-4 87 0,-2-2-194 0,-1-1 150 15,1-4 61-15,0-5 36 0,0-1-704 0,4 0 333 16</inkml:trace>
  <inkml:trace contextRef="#ctx0" brushRef="#br0" timeOffset="12582.08">16945 1656 1676 0,'8'-2'0'0,"0"-1"0"0,3-3 0 0,-2 3 0 0,4 0 0 0,2 1 0 0,4 1 0 0,-1-1 694 0,7-2-319 0,-2 4-174 0,4-3-139 0,-1 2 0 32,2 0-26-32,0 1-555 0,2 0 287 0,-8 0 129 0,-2 0 70 0,-3 0-349 0,-4 0 202 0,-5 0 102 15,1 0 56-15</inkml:trace>
  <inkml:trace contextRef="#ctx0" brushRef="#br0" timeOffset="12758.33">17169 1481 750 0,'0'-1'0'0,"0"-1"0"0,-4 2 0 0,-1 0 0 0,2 0 0 0,0 0 0 0,-2 11 598 0,3 9-285 0,-1 6-138 0,1 8 501 0,1 9-319 0,1 5-161 0,0 11 178 0,0-3-174 0,0-3-81 16,5 0-42-16,4-4-340 15,3-6 150-15,3 0 84 0,-3-15 28 0,5-9-269 0,-3-4 153 0,3-8 77 0,0-7 38 0,0 0-712 16,1-12 240-16,-4-13 225 0</inkml:trace>
  <inkml:trace contextRef="#ctx0" brushRef="#br0" timeOffset="13049.28">17369 1388 1761 0,'-4'-6'0'0,"3"0"0"0,1-1 0 0,0 1 0 0,0 2 0 0,0 3 0 0,9-1 0 0,2 2 408 16,2 0-186-16,4 0-83 0,-3 5-57 0,1 5-146 0,-1 1 50 0,0 3 25 31,-1 2 10-31,-5 2-150 0,-5 1 83 0,-1 3 42 0,-2 1-178 0,0-2 110 16,-7 4 63-16,-6-3 122 0,-2-3-70 0,1-2-29 16,-3-2-62-16,3-1 483 0,-2 1-223 0,5-8-102 15,3-2-40-15,1-3 362 0,5-2-197 0,2 0-100 16,0 0-79-16,8-2-56 0,9-10 0 0,6-3 0 15,2 1 0-15,3-1 0 0,3-2 0 0,-1 3-510 16,-2 0 270-16,-1 3 138 16,-1 1 70-16,-2 1-795 0,1 0 372 0,-10 1 213 31,1 4 103-31,-7 0-467 0</inkml:trace>
  <inkml:trace contextRef="#ctx0" brushRef="#br0" timeOffset="13229.84">17691 1416 1118 0,'3'-4'0'0,"-1"0"0"0,2 1 0 0,1 0 0 0,0 1 0 0,2 2 0 0,3 0 661 0,-1 2-312 0,5 12-157 16,2 1-68-16,-1 9 591 0,1 2-339 0,-1 5-170 0,0 4-16 0,-3 2-190 47,-1 9 0-47,-5-3 0 0,-4 1 0 0,-2-1 0 0,0 5 0 0,-8-1 0 0,-9-6 0 0,-3-2 0 0,-2-3 0 0,-5-1-205 16,-1-5-93-16,0 2 176 0,6-11 75 0,1-4-996 31,0-3 502-16</inkml:trace>
  <inkml:trace contextRef="#ctx0" brushRef="#br0" timeOffset="13382.86">18443 1962 2654 0,'0'0'0'0,"0"0"0"0,0 0 0 0,0 0 0 0,0-3 0 0,0 3 0 0,0-3-15 0,0 2 21 0,0 0-1192 16</inkml:trace>
  <inkml:trace contextRef="#ctx0" brushRef="#br0" timeOffset="18137.81">18785 1170 1248 0,'-3'0'0'0,"-5"0"0"0,4 0 0 15,-1 0 0-15,3 0 0 0,-1 0 499 0,3 2-235 0,0 9-114 0,0 3-57 0,0 7 349 16,2 3-193-16,4 3-112 0,3 2-3 0,-3 6-50 16,1 1-23-16,2 3-167 0,-2 6 81 0,0-7 26 15,-4 0-1-15,0-3-333 0,-1-3 185 0,-2-2 92 16,0 0 56-16,0-9-570 0,0-6 282 0,-5-5 55 15,-1-5 98-15,-3-5-311 16,1 0 196-16,3-5 111 0,0-17-196 16</inkml:trace>
  <inkml:trace contextRef="#ctx0" brushRef="#br0" timeOffset="18267.21">18798 1453 1091 0,'3'-17'0'0,"0"3"0"0,3-3 0 0,-2 8 0 0,3-2 0 0,0 6 0 0,3-1 0 0,2 1 516 0,3 0-231 0,2 4-128 15,1 1 333-15,1 0-226 16,3 0-114-16,-1 0 43 15,6 0-70-15,-7 0-47 0,2 1 0 0,-2 4-281 0,-1-1 121 0,0 1 60 16,-2-1 40-16,-6 2-690 0,0-1 355 0,-6 4 178 16</inkml:trace>
  <inkml:trace contextRef="#ctx0" brushRef="#br0" timeOffset="18444.64">18863 1601 2119 0,'-8'5'0'16,"3"2"0"-16,3 1 0 0,1 1 0 0,1 3-2 0,0 0 0 0,0 4-1 0,0-1 267 0,1 1-115 0,6 0-58 0,-1 1-103 0,1-2 23 16,2 3 10-16,-3-1 13 0,-1-2-514 15,0-4 258-15,0 2 130 16,-1-4 63-16,-1 0-644 16</inkml:trace>
  <inkml:trace contextRef="#ctx0" brushRef="#br0" timeOffset="18618.04">18905 1596 1758 0,'0'-7'0'0,"0"2"0"0,0-1 0 0,0 1 0 0,0 2 0 0,6-3 0 0,2 4 0 0,3-1 0 0,0 0 247 0,1 3-105 15,5 0-53-15,-1 0 84 0,3 3-68 0,-1 7-25 16,-1-1-10-16,-1 7-80 16,-2 0 23-16,0 1 1 0,-5 3 22 0,3 6-232 15,-7-6 112-15,-2 4 60 0,-1-2-326 0,-2 2 192 0,0-1 31 0,0 0-364 16,-3-5 221-16,-6-2 116 15,-1-4 60-15,-1-3-262 0,-1-2 160 0</inkml:trace>
  <inkml:trace contextRef="#ctx0" brushRef="#br0" timeOffset="19085.89">18919 1731 1011 0,'-8'-2'0'0,"2"1"0"0,-1-2 0 0,2 0 0 0,3 2 0 0,2-1 0 0,0 2 146 31,0 0-55-31,7 0-27 0,5-2 8 0,-1 2-66 0,2 0-1 0,0 0 31 0,-1 0-232 0,-1 0 110 16,0 0 60-16,-2 2-163 0,-4 5 93 0,-2 1 46 0,-1-1 23 0,-1 1 122 16,-1 3-52-16,0-2-23 0,0 2-57 0,-1-4 298 15,-5 3-139-15,-2 1-62 0,3-2-20 0,-1-3 98 16,0 3-38-16,0-6-40 16,2 5 52-16,0-3-37 0,1 2 9 0,1-4-139 0,2 3 46 0,0-3 22 15,0-1 1-15,0 2-77 0,0-1 58 16,0 1 17-16,3 0-10 0,3 0-58 0,-3 1 22 0,2 0 25 15,0 3-11-15,0-1 53 0,-1 1-42 0,0 1 10 16,0-2 3-16,-1 3-4 16,0 2 1-16,0-3 2 0,-1 3 4 0,-1-2-4 15,-1 5 8-15,0-3-29 0,0 1 23 0,0-2 1 16,0 1 3-16,-6-3-32 0,-3 1 27 0,0-1-3 31,-2-1 2-31,-3-5-19 0,0 1 17 0,-2-3-4 0,-1-1 3 0,-2 0-2 16,1 0 2-16,-2-5 71 0,4-3-35 0,0-6 4 15,1-1-36-15,2 3 241 0,5-1-114 0,1 0-47 16,4 2-30-16,1 3 248 0,2-2-133 0,0 2-57 16,2 1-43-16,13 2 120 0,-1 3-76 0,6 1-39 15,3 1 39-15,3 0-30 16,0 0-9-16,4 9-85 0,1 2 24 0,3 2 0 0,-2-1 23 0,4 4-436 16,-3-1 214-16,0-1 112 15,-3 1 54-15,-1-1-779 0,-2-3 382 0,1-1 181 0</inkml:trace>
  <inkml:trace contextRef="#ctx0" brushRef="#br0" timeOffset="19283.22">19557 1296 1329 0,'-1'2'0'0,"1"-2"0"0,-1 3 0 0,-2 3 239 0,-1 5-103 0,0 5-50 16,-3 9-25-16,-2 4 648 15,-2 13-328-15,-1 1-177 0,-5 5-85 0,0 1 16 16,-2 2-50-16,0-3-25 0,-2 2-382 0,5-13 175 16,-1-2 90-16,1-7-725 0,1-4 398 0,0-5 201 15,-2-1 103-15</inkml:trace>
  <inkml:trace contextRef="#ctx0" brushRef="#br0" timeOffset="19447.53">19433 1553 1672 0,'3'0'0'0,"1"0"0"0,1-1 0 0,3 1 0 0,1 0 0 0,6 0 0 0,2 0 0 0,3 0 635 0,4 7-300 0,3-2-150 15,2 5-111-15,-1 0-8 0,1-3-31 0,1 3-533 16,-2-1 267-16,-2-1 133 0,2 0 76 0,-7-2-730 16,-7-1 365-16,-6 2 181 0</inkml:trace>
  <inkml:trace contextRef="#ctx0" brushRef="#br0" timeOffset="19603.27">19472 1784 1863 0,'-6'0'0'0,"2"0"0"0,2 0 0 0,-2 0 0 0,3 0 0 0,1 0 0 0,0 0 0 0,1 0 0 0,9 0 259 0,7-2-112 0,2-3-137 0,3 3 0 0,1-4 34 0,0 3-9 0,-2 0-551 0,0 3 274 16,-2-3 136-16,-3 3 69 0</inkml:trace>
  <inkml:trace contextRef="#ctx0" brushRef="#br0" timeOffset="19846.82">19570 1930 1037 0,'-3'0'0'0,"1"0"0"0,-3 2 0 0,2-2 0 0,2 2 0 0,0-1 0 0,-1-1 106 0,2 2-35 0,0 0 8 0,0 0 127 0,0-1-85 0,0-1-43 0,2 5-68 16,3-2 25-16,0 1 10 15,0-2-10-15,0 4-146 0,0-3 74 0,1 3 36 16,-1-4 0-16,2 3-74 16,-2-1 51-16,0-1 30 0,-2 0-18 0,1-1-40 0,0 1 10 0,-1-1-10 15,-2 1 70-15,2-3-46 0,-1 2 16 0,-2 0 114 16,0-2-53-16,0 0-17 0,-8 0 0 0,-3 0-86 16,-4 0 29-16,2 0 16 0,-3 0 19 0,-1 0-200 15,-1-4 94-15,4-5 40 0,0-4 27 0,4-7-441 16</inkml:trace>
  <inkml:trace contextRef="#ctx0" brushRef="#br0" timeOffset="19995.7">19977 1390 1154 0,'14'-9'0'0,"-3"1"0"0,3-1 0 0,-5 6 0 0,-4 1 740 0,0 1-353 15,-4 1-176-15,0 0 122 0,1 0-141 0,0 0-82 16,-2 0-38-16,1 1 19 0,1 4-28 0,0 2 1 0,1 0-20 0,3 0-545 0,0 1 268 0,2 1 135 15,0-1-829-15,4 1 455 0</inkml:trace>
  <inkml:trace contextRef="#ctx0" brushRef="#br0" timeOffset="20252.93">20285 1385 924 0,'0'0'0'0,"-3"0"0"0,-3 0 0 0,0 0 0 0,-3 5 0 0,-2 1 534 0,-4 3-249 0,-3 2-125 16,-10 3 68-16,0 4-100 0,-10 4-46 0,-7 2-24 15,-3 1-49-15,-4 3 1 0,-5-1 34 16,13-5-8-16,7-5-109 0,7-3 55 0,7-5 26 16,9-6 70-16,4 0 1 0,10-3-9 0,0 0-34 15,2 0 85-15,13 0-43 16,6-8 0-16,4 0 19 0,6 0-36 0,3-2 1 0,5 3-27 0,3-5-36 16,2 1 36-16,9 0 9 15,-9 0-9-15,2 3 47 0,-2-2-24 0,-2 2 1 16,-2 1-299-16,5-4 146 0,-10 5 61 0,-6 2 34 0,-5 1-737 15,-5 2 358-15,-6 1 142 0,-1 0-468 16,-12 0 339-16</inkml:trace>
  <inkml:trace contextRef="#ctx0" brushRef="#br0" timeOffset="20430">19975 1702 1406 0,'-6'3'0'0,"3"0"0"0,-3 1 0 0,3 3 0 0,1-1 0 0,2 3 0 0,0 5 417 0,0 1-191 15,0 8-95-15,5 2 412 0,2 2-257 16,1 2-126 0,0 0-63-16,0 2-113 0,-4 1 25 0,3 4 9 0,-2-7-496 15,-2-2 257-15,-2-1 128 0,1-6 64 0,-1-1-603 16,2 0 324-16,-1-11 158 0,1-5-22 0,-3-3-193 0</inkml:trace>
  <inkml:trace contextRef="#ctx0" brushRef="#br0" timeOffset="20667.43">19994 1830 1897 0,'-9'-11'0'0,"1"-4"0"0,3 7 0 0,2-1 0 0,1 2 0 0,2 2 0 0,0-1 0 0,0 0 0 0,2 3 160 0,8 3-62 0,5-2-32 15,-1 2 68-15,5 0-49 0,0 0-16 0,1 0-10 16,0 2 0-16,-1 5-24 0,1 2 1 0,-2 1-34 16,3 3 8-16,-4-1 25 0,-3 5 1 0,0 2 86 15,-1 1-43 1,-4 2 0-16,2 3 22 0,-6-2-38 0,1-1 1 0,-3 2-29 15,0-1 12-15,-1 1-12 0,-1 1 9 16,2-5-238-16,-3-3 114 0,0 0 58 0,0-5 28 0,0 2-572 16,-3-10 280-16,0 1 111 0,-2-3 79 0,-2-2-483 15,0 0 272-15,-3 0 126 0,-2-2-303 0</inkml:trace>
  <inkml:trace contextRef="#ctx0" brushRef="#br0" timeOffset="20878.43">20039 1956 1563 0,'-6'-4'0'0,"0"0"0"0,2 2 0 0,-2-2 0 0,3 1 0 0,2 1 0 0,1 0 221 16,0 2-93-16,0 0-47 0,1 0-14 0,8 0 8 16,-1 0-39-16,0 0 2 0,0 6-3 0,3-1 0 31,-5 1 0-31,2 1-244 0,-3-1 117 0,-1 3 64 0,-1 0 31 0,-1 1-221 16,-1-1 126-16,-1-1-7 0,0 1-139 0,0-1 76 15,0-3 64-15,0 0 24 0,0 1-23 0,0-5 22 0,0-1 8 16,0 0-73-16,0 0 52 0,0-5 27 15,5-7-1-15,5-1-146 0,0-3 91 0,3 0 53 16</inkml:trace>
  <inkml:trace contextRef="#ctx0" brushRef="#br0" timeOffset="20970.18">20245 1876 476 0,'11'-3'0'0,"-1"-1"0"0,0 2 0 0,-2 2 0 0,-2-3 227 0,3 3-87 0,-6 0-57 0,-1 0 172 0,-1 0-109 0,-1 0-56 0,2 3-19 0,-2 3 116 16,0-2-77-16,0 2-37 0,0 0 0 0,0-1-264 15,0 0 122-15,0-1 48 0,0 0-589 0</inkml:trace>
  <inkml:trace contextRef="#ctx0" brushRef="#br0" timeOffset="21158.69">20416 1714 1774 0,'2'-4'0'0,"-1"-1"0"0,0 2 0 0,0-2 0 0,2 1 0 0,-1 1 422 0,1 1-197 16,0 2-95-16,2 0 542 0,-1 10-319 0,2 11-158 15,1 9-72-15,-4 7-86 0,5 7-37 0,-4 6 0 0,4 0 0 0,-3 5 0 0,3 8 0 0,-4-8 0 0,1-3 0 0,0-2 0 16,-3-5 0-16,-2-10 0 0,0 2-115 0,0-17-97 16,-7-7 123-16,-7-5-845 0,-5-6 450 0,-1-2 224 15</inkml:trace>
  <inkml:trace contextRef="#ctx0" brushRef="#br0" timeOffset="21841.77">24011 1244 1283 0,'2'1'0'0,"-2"2"0"0,0 0 0 0,1 1 0 0,1 7 0 0,-1 2 0 0,1 6 197 15,0 5-79-15,-1 6-41 0,0 8 72 0,-1 11-46 16,0-1-37-16,0 0-262 16,-6 3 117-16,-2-3 58 0,-1-2 30 0,-4 2-168 0,3-13 93 0,-3-7 52 15,2-5 24-15,0-7-515 16</inkml:trace>
  <inkml:trace contextRef="#ctx0" brushRef="#br0" timeOffset="21979.88">24004 1518 955 0,'9'-16'0'0,"0"3"0"0,2 2 0 0,3 0 0 0,6 2 0 0,-1 2 0 0,3 2 530 0,3 3-245 16,-1-1-125-1,4 3 174-15,3 0-140 0,-2 0-82 0,-3 0-344 0,-1 0 134 0,2 5 69 0,-4 4 32 16,-1-1-749-16,-6 4 372 0</inkml:trace>
  <inkml:trace contextRef="#ctx0" brushRef="#br0" timeOffset="22141.67">24080 1676 800 0,'-7'2'0'0,"1"1"0"0,0 1 0 0,1 3 0 0,2-2 228 0,3 0-95 0,0 5-48 0,0 0 331 16,0 2-195-16,0 0-92 0,6 2-249 15,2-1 79-15,0 1 39 0,-1 1 9 0,4-1-503 16,-5-3 252-16,3 0 125 0,-3-2 64 0,-1-1-428 16</inkml:trace>
  <inkml:trace contextRef="#ctx0" brushRef="#br0" timeOffset="22324.41">24102 1681 1075 0,'0'-11'0'0,"0"1"0"0,3 3 0 0,-2-4 0 0,4 3 0 0,1 0 0 0,3 1 0 0,1 3 0 0,3 2 279 15,2 2-121-15,3 0-60 16,1 0 68-16,0 8-69 0,-3 3-30 0,3 2 87 16,-1 3-58-16,-1 1-29 0,0 2 9 0,-6-2-95 0,-3 3 29 0,-2 1-1 15,-1-1 28-15,-4 1-249 0,1 0 134 0,-2-3 52 16,0-1 32-16,-2-2-470 0,-8-2 232 16,2-2 67-16,-3 1-177 0</inkml:trace>
  <inkml:trace contextRef="#ctx0" brushRef="#br0" timeOffset="22755.95">24144 1794 684 0,'-5'-2'0'0,"4"-1"0"0,1 1 0 0,-1 1 0 0,1-1 68 15,0 0-31-15,0 0 10 0,0 2-10 0,1 0 104 32,5 0-52-32,1 0-26 0,-1 0 0 0,1 4-44 0,-3 4-9 0,0 0 27 0,-1 1 37 0,-3 1-37 15,0 1 0-15,0 2 9 16,0-1 64-16,0 0-37 15,0-3 1 1,-3 3-5-16,-1-2 1 0,0-1-24 0,0-1-9 0,1 1 19 0,0-3-19 0,2 1 0 16,1-2 0-16,0 3-59 0,0-2 25 0,0 0 0 15,0 0 34-15,0 0-30 0,3 2 0 0,3 0 35 0,-1 2 35 0,1-1-11 16,2 3-34 0,-4-1-9-16,1 1 7 0,0 4-4 0,0-3 1 15,-2 3-67-15,-2-2 32 0,1 1 8 0,-2-2 26 0,0 4-150 16,0-5 68-16,-5-2 34 0,-3 1-211 0,-3-5 107 15,-1 1 61-15,-4-3 6 0,0-4-135 0,-2 0 65 16,0 0 47-16,-4-2 68 0,3-9-23 0,-3-2-10 16,2-2 10-16,4 1 58 15,0-3-29-15,4 2 0 16,0 0-38-16,6 6 355 0,1 0-149 0,5 1-89 0,0 3 381 0,0 0-212 0,9 0-74 16,10 4-70-16,2 1 107 0,2 0-83 15,8 0-42-15,-3 0-76 0,8 3 10 0,-2 3 24 16,0 3 1-16,0-1-201 0,0 1 100 0,2-1 50 15,4 4 35-15,-8-3-638 0,-1-1 256 16,-1-1 178-16,-5-2-525 0</inkml:trace>
  <inkml:trace contextRef="#ctx0" brushRef="#br0" timeOffset="22948.57">24830 1327 959 0,'5'-7'0'0,"2"0"0"0,-4 1 0 0,0 4 0 0,-1 2 428 16,0 0-196-16,-2 11-98 0,-2 10-39 0,-9 5 267 16,-7 4-162-16,-4 8-82 15,-2 2 58-15,-1 1-69 0,-3 3-26 0,3-2-10 0,-2-1-351 16,-4 0 158-16,4 0 79 0,-5 4-615 16,8-11 338-16,3-7 171 0,3-9 87 0</inkml:trace>
  <inkml:trace contextRef="#ctx0" brushRef="#br0" timeOffset="23093.25">24604 1642 869 0,'8'-3'0'0,"3"-4"0"0,-3 5 0 0,3-2 0 0,0 3 0 0,3-2 640 0,-2 3-302 0,6 0-142 15,-1 0-84-15,3 5 184 0,3 4-129 16,-1 0-66-16,3 2-43 0,5 3-12 16,-5 0-9-16,1-3 0 0,-1 2-410 0,-1 0 206 15,-1 0 101-15,1 1-617 0,-6-4 342 0,-7-1 172 16</inkml:trace>
  <inkml:trace contextRef="#ctx0" brushRef="#br0" timeOffset="23258">24638 1859 2252 0,'-11'0'0'0,"0"0"0"0,4 0 0 0,2-1 0 0,3 1 0 0,2 0 0 0,2-3 0 0,13 3 0 0,5-3 281 0,6 3-127 0,0-4-59 16,2 1 34-16,1-1-46 0,2 3-14 0,-4-4-298 15,-2 5 133-15,-1 0 66 16,-3 0 34-16,-1 0-615 0,2 0 334 0,-10 0 152 0</inkml:trace>
  <inkml:trace contextRef="#ctx0" brushRef="#br0" timeOffset="23530.01">24740 2039 1197 0,'-3'0'0'16,"-1"0"0"-16,2 0 0 0,-1 0 0 0,1 0 0 0,-1 2 0 0,2-2 338 0,1 0-151 0,0 2-66 0,0-2-61 16,0 1-24-16,1-1 0 0,7 2 0 0,-2 0-172 0,0-2 94 0,1 3 35 15,2-1 0-15,-1 0-223 16,-3 3 131-16,2-3 66 0,1 3-110 0,-5-2 74 0,5 2 39 0,-3 0-47 16,-1-1 139-16,-1 1-63 0,2-2-7 15,1 1 68-15,-3 2-45 0,-1-3-17 16,0 1 1-16,0-2 228 0,-1 1-113 15,-1 1-22-15,0-1-41 0,0-1 38 0,0 1-29 0,-3-1 10 16,-4-1-271-16,-3 1 115 0,2-2 57 0,-5 0-391 16,4 0 210-16,-2 0 85 0,3-3 29 0</inkml:trace>
  <inkml:trace contextRef="#ctx0" brushRef="#br0" timeOffset="23836.97">25373 1501 1614 0,'9'-7'0'0,"-1"2"0"0,3 3 0 0,-2-3 0 16,-2 4 0-16,1 0 0 0,-3 1 0 0,0 0 199 0,-3 0-81 0,-2 9-41 0,0 7-18 0,-8 2 9 0,-9 5-32 0,-3 2-152 0,-5 2 76 0,0 1 38 0,-5 0 1 0,-3 3-90 15,2-6 59-15,0-1 34 0,1-3 0 0,2-1 59 16,3-4-66-16,1 1 5 0,9-8 256 0,3-3-117 15,4-2-86-15,5-1 252 0,3-1-135 0,0 4-57 16,0-1-43-16,5 4 45 0,9 3-38 16,-3 0-1-16,-2 5-40 0,3 5-134 0,-4 0 62 15,-4 3 36-15,2-2 1 0,-5 6-157 0,1 1 105 0,-2-4 39 16,0-1-555-16,0-2 281 16,-3-1 82-16,-4-1-398 0,1-3 273 0,3-9 152 15,-4-3 70-15</inkml:trace>
  <inkml:trace contextRef="#ctx0" brushRef="#br0" timeOffset="23974.01">25161 1889 1638 0,'1'-13'0'0,"1"-1"0"0,1 4 0 0,2-2 0 0,1 4 0 0,5-1 0 16,0 3 0-16,3-2 0 0,4 5 382 0,2 1-173 0,4 0-87 0,1 2-42 0,1 0-31 16,4 0-4-16,-4 0-9 0,1 6-216 15,-3 2 109-15,-1-1 53 0,-4 5 27 16,1 1-599-16,-9-2 306 0</inkml:trace>
  <inkml:trace contextRef="#ctx0" brushRef="#br0" timeOffset="24279.34">25295 2021 1093 0,'-11'6'0'15,"3"-1"0"-15,0 0 0 0,2 1 0 0,2-1 0 0,-4 1 0 0,7 0 0 0,0-3 389 0,1 4-177 0,0-2-87 0,0 0-45 16,0 0 91-16,0-1-72 0,0-1-31 0,0-3 10 0,0 3 0 15,0-3-42-15,0 1 46 0,1-1-9 0,0 0-37 16,1 0 0-16,2 0 175 0,1 0-87 0,0-1-36 16,3-2-8-16,0-2 172 0,-1-1-108 0,5 2-54 15,1 0-27-15,0 3 97 16,2-1-97-16,-1 0-63 0,0 2 0 0,-1 0 0 16,3 0 0-16,-2 5 0 0,-1 3 0 0,-2 3 0 15,-2 6 0-15,-4 0-16 0,-1 0 21 0,-2 7 6 16,-2-6-11-16,-2 5-12 0,-13-4-6 0,1-2-17 15,-3 0-1-15,-6-2 61 0,4-6-1 0,-3-3-42 16,2-3-209-16,2-3 105 16,-1 0 54-16,0 0-703 0,9-11 372 0,3-5 182 15,4-7 90-15</inkml:trace>
  <inkml:trace contextRef="#ctx0" brushRef="#br0" timeOffset="24444.16">25728 2305 3565 0,'0'2'0'0,"0"0"0"0,0 0 0 0,0-1 0 0,0 1 0 0,0 0 0 0,0-2 366 0,0 1-366 0,0-1 0 0,0 0-307 0,0 0-5 0,0 0 169 16,0 0 89-16</inkml:trace>
  <inkml:trace contextRef="#ctx0" brushRef="#br0" timeOffset="-150440.07">15837 4260 707 0,'-3'3'0'0,"-4"-3"0"0,3 0 0 0,1 0 0 0,-1 0-10 0,-1 0 8 0,3 0 0 0,-1 0 0 0,1 0 299 0,2 0-130 0,-1 0-55 15,0 0 8-15,1 0-40 16,0 0-1-16,0 0-41 0,0 0 75 0,0 0-28 0,2 0-9 0,6 0 49 16,0 0-43-16,2 0-1 0,2 0-42 0,-1 0 123 15,1 0-66-15,1 0-30 0,1 0 1 0,-2 0 30 16,1 0-30-1,2 0 10-15,-2 1 8 0,-1 1 0 16,-1-1-47-16,2 2 90 0,-1-3-45 0,1 4 9 0,-1-3-54 0,-1 2 70 0,0 0-35 16,3-2-1-16,-3 1-33 0,3 1 94 47,-2-1-53-47,-1-1-20 0,2 1-60 0,-1-1 0 0,2 2 0 0,0-1 0 0,2-1 0 0,-4 0 0 0,2-1 0 0,-1 1 0 0,1 2 0 15,4-3 0-15,-6 1 0 0,3 0 0 31,-1-1 0-31,3 2 0 0,0-2 0 0,2 0 0 0,2 0 0 0,0 0 0 0,1 0 0 0,3 0 0 0,0 0 0 0,4 0 0 32,-2 0 0-32,-1 0 0 0,-2 0 0 0,2 0 0 15,-1 0 0-15,3 0 0 0,-6 0 0 0,-2 0 0 0,2 0 0 0,-2 0 0 16,-1 0 0-16,4 0 0 0,-3 0 0 0,-2 0 0 16,2 0 0-16,0 0 0 0,6 0 0 0,-5 0 0 15,2 0 0-15,2 0 0 31,0 0 0-31,1 0 0 0,7 0 0 0,-8 0 0 0,3 0 0 0,0 0 0 0,2-2 0 16,-1 1 0-16,6 0 0 0,-7-2 0 0,0 1 0 0,-1 1 0 31,2-1 0-31,-1-2 0 0,4 2 0 0,-7 1 0 0,2-1 0 0,-1 1 0 0,0-1 0 0,0 0 0 16,4 1 0-16,-4-1 0 0,-1 1 0 0,0-2 0 62,-1 3 0-62,-1 0 0 0,5-1 0 0,-5 1 0 0,0 0 0 0,0 0 0 0,0 0 0 0,0 0 0 0,5-2 0 0,-7 2 0 16,4-2 0-16,-1 2 0 0,3-3 0 0,1 2 0 0,4-1 0 0,-2-2 0 0,0 0 0 0,-1 1 0 47,1 0 0-47,1-2 0 0,1-1 0 0,-3 3 0 0,-3 1 0 0,2-1 0 0,-2 2 0 0,2-1 0 0,4-2 0 0,-6 3 0 0,-1-1 0 0,2-1 0 16,2 3 0-16,1 0 0 31,4-2 0-31,-2 1 0 0,-2 1 0 0,5-2 0 0,-3 0 0 15,1 2 0-15,6-2 0 0,-9 0 0 0,-1 2 0 0,1-2 0 0,-2 2 0 0,4-1 0 0,-8 1 0 16,-2 0 0-16,1 0 0 0,-1 0 0 47,1 0 0-31,5 0 0-16,-5 0 0 0,0 0 0 0,2 0 0 0,1 0 0 0,-1 0 0 0,4 0 0 0,-6 0 0 0,0 0 0 0,-1 0 0 0,-3 0 0 0,-1 0 0 0,2 0 0 31,-7 0 0-31,-3 0 0 0,0 0 0 0,-2 0 0 0,0 1 0 0,4 1 0 0,-7-2 0 0,-1 0 0 31,1 2 0-31,0 0 0 0,-2-2 0 0,3 2 0 0,-3 0 0 47,2-1 0-47,-3-1 0 0,1 2 0 0,0-2 0 0,0 0 0 0,0 0 0 0,0 0 0 0,0 0 0 0,-1 3 0 0,-2-3 0 0,4 0 0 31,-2 0 0 0,0 0 0-31,-2 2 0 0,1-2 0 0,-1 0 0 0,0 0 0 0,2 0 0 0,-2 0 0 0,0 0 0 0,0 0 0 0,0 0 0 0,0 0 0 0,0 0 0 0,0 0 0 63,0 0 0-63,0 0 0 0,0 0 0 0,-8 0 0 0,-8 0 0 0,-3 0 0 0</inkml:trace>
  <inkml:trace contextRef="#ctx0" brushRef="#br0" timeOffset="-146996.21">19771 4342 1052 0,'11'7'0'0,"-6"-3"0"0,-5-3 0 0,3-1-1 0,-2 0-2 0,1 0 1 0,1 0 223 15,0 0-97-15,2 0 330 0,4 0-211 0,1 0-103 0,1 0-52 0,7 0 214 16,1 0-136-16,1-2-64 0,7-3-32 0,2 0 107 16,7 2-69-16,8-1-26 0,0 0-9 0,2-2-26 15,4 6-9-15,1-3 0 16,2 1 30-16,5 0-21 0,-11 2-9 0,1 0-27 15,-4 0 0-15,1 0 27 0,-4 7 0 0,7-1-72 16,-14 1 32-16,-2 0-1 16,-3 1 41-16,-3-2 0 0,-5-1-40 0,2 2 43 0,-9-2-122 0,-5-2 57 15,1-1 8-15,-6 1 0 0,2-1 114 16,-1 0-38-16,-3-2-11 0,-1 0-34 0,-1 0-15 0,0 0 0 16,0 0 0-16,0 0 0 0,0 0 0 0,0 0 0 15,0 0 0-15,0 0 0 0,-1 0 0 0,-1 0 0 16,2 0 0-16,-2 0 0 0,-1 0-103 0,1-2 5 31,-2-3-475-31,2 1 241 0</inkml:trace>
  <inkml:trace contextRef="#ctx0" brushRef="#br0" timeOffset="-141918.81">21769 4050 1602 0,'0'0'0'16,"0"0"0"-16,0 0 0 0,0 0 0 0,0 0 0 0,0 0 216 0,0 0-90 0,1 0-45 0,-1 0 354 0,0 0-200 0,2 0-90 15,0 0-59-15,-1 0-7 0,2 0 0 0,1 2-43 0,1-2 0 0,2 3-54 0,-2 1 22 16,2-1 1 0,1 1-420-16,0 1 226 0,-2 1 113 0,-1 1-727 15,-1 1 350-15</inkml:trace>
  <inkml:trace contextRef="#ctx0" brushRef="#br0" timeOffset="-141099.08">21682 4289 1621 0,'-10'11'0'0,"1"-3"0"0,-2 2 0 0,2-3 0 0,2 5 0 0,-3-2 0 0,7-3 0 0,-1 0 0 0,3 2 492 0,1-3-228 16,0 2-114-16,0 2-48 0,0-1-242 15,0-1 88-15,3-2 44 16,2 2-217-16,4-1 131 0,-1-1 73 0,-3-2-536 15,2-1 294 1,-4 1 146-16,2-4 73 0,-4 0-365 0,-1 0 177 0,0 0 103 0,0 0 46 0,-10 0 168 0,-1-6-61 0,-6 1-30 16,0-1-8-16,3 1 380 0,-2 2-201 0,0-3-100 15,4 5 430-15,2-3-205 16,-1 3-133-16,7 0 61 16,4-2-91-16,0 3-45 0,1-1-24 0,18 1 2 0,5-2 8 0,8 2-32 15,5-5 0-15,4 1-101 0,1 1 50 0,-2-2 26 16,3 5 9-16,-10-2-275 0,2 2 146 0,-8 0 70 15,-2 0-254-15,-5 0 114 0,-2 7 80 0,-11 0 0 16,-6 5 33-16,-1 1-5 0,-8 3 35 0,-10-3 254 0,-5 4-136 16,-3-2-54-1,-1 0-32-15,-4 0 396 0,3-2-199 0,-3 1-67 16,7-2-63-16,0-1 298 0,4-5-162 0,4 4-82 16,1-5 9-16,1 4-36 0,11-6-32 0,1-1-152 15,2-1 64-15,0 4 33 0,11-4 0 0,2 2-43 16,9-1 33-16,-1-2 0 0,0 0 42 0,2 0-243 15,-1 0 116-15,-1 5 12 0,-6-4-20 0,0 3-105 16,-3-2 58-16,-2 4 55 16,-2 0 60-16,-2 3-13 0,-5-3 10 0,-1 4 172 0,0 2-86 0,0-2-44 15,-7 2 1-15,-6 2 251 0,1-1-121 0,-4 1-73 16,1-3-8-16,2 0 73 16,1 1-27-16,-3 1-33 0,8-5 17 0,-2 0 8 0,4-1-30 15,-2-1 1-15,3 0-75 0,0-1 9 16,4 0 36-16,0-4-135 0,0 2 67 0,0 0 25 15,6-3 9 17,1 2-111-17,0-2 48-15,2 0 38 0,-2 0-6 0,5 0-50 0,-5 0 16 0,3 0 27 0,-1 0-17 0,0 0-166 0,-1-2 75 0,0 2 55 0,0-3-171 16,-1 2 103-16,-2-1 65 0,0 1-98 16,-2-2 78-16,2 2 37 0,-4 0 1 0,0-2 138 0,-1 3-45 0,0 0-28 15,0 0 0-15,-4 0 232 0,-7 8-139 0,2-4-55 0,-6 4-32 16,3-1 145-16,-2 1-43 0,-1 3-57 15,-3-4 249-15,5 3-135 16,-2-2-36-16,-1 0-31 0,0 0-26 0,0 0-1 0,-4 1-17 0,2-4 33 16,1 2 1-16,2-2-43 0,-2 0 0 15,4 0 171-15,-2 0-76 0,7-3-53 0,-1-1 1 16,7 0 109-16,-2-1-188 0,4 0 0 0,0 5 0 16,2-4 0-16,16-1 0 0,4 4 0 15,6 0 0-15,3-1 0 0,6 0 0 0,-1 2 0 16,2 0 0-16,-1 0 0 0,0 1 0 0,1 0 0 15,4 1 0-15,-7-2 0 0,0 0 0 0,-1-1-583 16,-3-1 249-16,2-3 149 0,1 0-562 0,-6 0 361 16,-1 0 175-16</inkml:trace>
  <inkml:trace contextRef="#ctx0" brushRef="#br0" timeOffset="-140815.14">22504 4408 1794 0,'0'-5'0'16,"0"-4"0"-16,0 1 0 0,-4-2 0 0,-3 4 0 0,1-1 366 0,-5 3-165 0,0-1-83 15,-3 4-41-15,-4 1-99 0,1 0 24 0,-5 6 0 16,0 9 34-16,-3 4-499 0,0 1 249 0</inkml:trace>
  <inkml:trace contextRef="#ctx0" brushRef="#br0" timeOffset="-140653.27">22160 4659 2504 0,'-5'1'0'0,"-1"-1"0"0,0 0 0 0,1 2 0 0,2-2 0 0,1 0 0 15,2 0 0-15,0 0 418 0,8 0-195 0,14 0-94 0,8 0 233 16,4-5-163-16,6-3-103 0,2 1-96 0,-4 2-174 0,1-1 51 16,0 3 79-16,-2 0-352 0,-2 1 215 15,-2 0 117-15,-7 0 46 0,-6 2-928 16,-6 0 476-16</inkml:trace>
  <inkml:trace contextRef="#ctx0" brushRef="#br0" timeOffset="-140448.25">22390 4525 1990 0,'-9'0'0'0,"-2"0"0"0,3 0 0 0,2 0 0 0,2 0 0 0,2 6 0 0,2 1 0 0,0 4 0 16,0 3 647-16,0 5-305 0,6 3-153 0,5 7-77 0,-2 0 136 0,0 8-98 15,-1-2-61-15,0-2-139 0,-1 5 43 0,-3-5 0 0,0 1-447 16,-3 5 254-16,2-10 113 0,-3-2 62 0,0-1-680 16,0-6 356-16,-8-4 61 0,2 1 119 0,0-13-399 15,-1-4 267-15</inkml:trace>
  <inkml:trace contextRef="#ctx0" brushRef="#br0" timeOffset="-140313.92">22373 4815 364 0,'7'-4'0'0,"-6"-1"0"15,1 1 0-15,-2 1 0 0,0 1 0 0,-5 0 0 0,-8 2 617 0,-3 0-293 0,-2 12-145 0,-2 2 340 0,-5 3-234 16,2 1-128-16,-1 4-61 0,1 0-25 0,-2 0 1 16,2 3-36-16,-4 2-416 15,8-5 204-15,3-1 106 0,4-4 52 0,4-5-271 0,4 0 162 16,4-7 90-16</inkml:trace>
  <inkml:trace contextRef="#ctx0" brushRef="#br0" timeOffset="-140180.56">22353 4795 927 0,'5'0'0'0,"2"0"0"0,1-3 0 0,0 2 0 0,0 1 353 0,-3 0-159 0,4 0-79 16,-1 6-40-16,1 3 588 0,-1 0-318 0,0 5-154 15,0-2-131-15,1 2 1 16,0-2-26-16,0 5-613 0,1-5 302 0,-2 0 156 16,0-1 77-16,-2-2-872 0</inkml:trace>
  <inkml:trace contextRef="#ctx0" brushRef="#br0" timeOffset="-139761.45">22656 4608 1075 0,'-8'2'0'0,"-3"1"0"0,3-3 0 0,2 5 0 0,1-2 0 0,2 1 534 0,0-1-249 0,1 0-115 0,2 3 176 0,0-2-156 0,0-2-75 0,2 4-40 0,4 0-449 16,-1-4 212-16,5 1 94 0,-2-1 52 0,0-2-552 15,-1 0 294-15,-1 0 147 0,0 0-239 0,-3-3 169 16,-2-5 82-16,1-2 72 0,-2-1 8 0,0-3 1 16,0-3-9-16,-2-2 225 0,-1 0-108 15,-2 0-55-15,3 1-26 0,-1-2 294 0,3-1-170 16,0 6-42 0,0 0-51-16,0 3 297 0,7 0-145 0,4 3-61 15,2 0-33 1,2 5-9-16,0 2-39 0,4 2 1 15,-2 0-39-15,-1 0 39 0,3 6 8 0,-6 3-52 0,-3 5 21 0,-2 1 1 0,-5 2 21 0,-1-3 0 0,-2 7 9 0,0-2-25 16,-7-1 13-16,-6-1 152 0,0-1-74 0,-3-1-29 16,4-2 230-16,-3-4-138 15,2-1-69-15,2-1 143 0,0-2-105 0,2 1-45 0,2-3-35 0,3-3 5 16,1 0-31 0,3 0 0-16,0 0-1 0,0 0-149 0,4 0 70 15,6 0 40-15,1 0-1 0,3-6-347 16,-3 3 194-16,1 0 91 0,-3 1-725 0,-1 0 367 0,-1 0 195 0,2 2-519 15</inkml:trace>
  <inkml:trace contextRef="#ctx0" brushRef="#br0" timeOffset="-139596.29">22704 4788 1403 0,'-8'4'0'0,"-3"1"0"0,2 3 0 0,-3-2 0 0,5 0 0 15,-1 1 741-15,1-2-353 0,3 2-176 0,1 0-89 0,-3 3 183 0,2 1-139 16,4-3-67-16,-2 4-33 0,2 0 40 0,0 0-36 15,0 0 8-15,0 0-593 0,0-2 274 16,0 0 137-16,0-3-721 16,2 0 429-16,5-2 223 0,-1-5-20 0</inkml:trace>
  <inkml:trace contextRef="#ctx0" brushRef="#br0" timeOffset="-139465.13">22758 4841 859 0,'1'0'0'16,"-1"0"0"-16,1 0 0 0,-1 0 0 0,3-3 0 0,-3 1 433 0,1 2-203 0,1 0-98 0,0 0 554 0,-1 0-325 0,1 0-164 15,1 2-72-15,-1 5 69 16,5 1-79-16,-2 3-40 0,1-1-1 0,-2 2-515 0,3 2 246 0,-1-3 111 16,1 0-330-16,0-1 224 15,0-2 113-15,-1-1-762 0</inkml:trace>
  <inkml:trace contextRef="#ctx0" brushRef="#br0" timeOffset="-139289.72">23012 4429 1974 0,'0'0'0'0,"0"0"0"0,0 0 0 15,0 0 0-15,0 0 0 0,0 0 0 0,0 3 0 0,-1 3 760 16,-4 5-354-16,-1 1-190 0,-2 4-132 0,0-1-25 0,0 5 0 0,1 2-259 16,-1-1 125-16,2 1 51 0,0-3 29 0,4-2-864 15,2-2 440-15</inkml:trace>
  <inkml:trace contextRef="#ctx0" brushRef="#br0" timeOffset="-139148.5">23126 4405 1447 0,'1'0'0'0,"1"0"0"0,3 0 0 16,-2 0 0-16,0 0 0 0,-1 0 0 0,5 0 0 0,-1 0 0 0,1 6 582 0,2-3-278 0,2 3-134 0,0 3-147 0,2 0 12 15,-1 2-1-15,2 1-658 16,0 2 324-16,-4 0 168 0,3 1 83 0</inkml:trace>
  <inkml:trace contextRef="#ctx0" brushRef="#br0" timeOffset="-138842.01">23070 4706 1369 0,'-4'0'0'0,"2"0"0"0,0 0 0 0,0 0 0 0,2 0 0 0,0 0 0 0,0 0 341 0,7 0-154 0,7 0-76 15,3 2-38-15,0 5 200 0,3 3-123 0,0 2-58 16,-2 2-181-16,0 1 61 0,-1 3 32 15,-1 4-220-15,-6-2 121 0,-4 4 65 0,-3-2 32 16,-3 6-224-16,0-3 127 16,-12-1 54-16,-3-6-32 0,-3 1-144 0,1-5 72 0,-2-6 55 0,5-1 20 15,1-7-27-15,4-2 31 16,4-11 0-16,4-6-53 0,1-2 42 16,0-2-9-16,0 2 121 0,0 3-34 0,1 1-1 0,0 6-35 0,-1 1 455 15,0 3-221-15,0 4-110 16,-2 3-32-16,-9 0 608 31,-2 8-310-31,-4 8-160 0,-3 5-71 0,0 3 135 0,-4 2-112 0,3 4-56 0,0 2-29 0,1-4 1 0,3 3-20 16,5-6-883-16,5-5 437 0</inkml:trace>
  <inkml:trace contextRef="#ctx0" brushRef="#br0" timeOffset="-138725.09">23671 5032 3216 0,'3'0'0'0,"1"0"15"0,2 0-4 0,-1-3-6 0,-2 1-3 0,-1 1 400 0,-2 0-185 0,0 1-154 16,0 0-1026-16</inkml:trace>
  <inkml:trace contextRef="#ctx0" brushRef="#br0" timeOffset="-133011.01">20865 1615 987 0,'0'0'0'0,"-1"0"0"0,-3 0 0 0,1 0 0 0,0 0 337 0,2 3-140 0,1-3-85 15,0 0-37-15,0 1 148 0,3 1-94 0,9-1-45 16,4 2 9-16,-1-2 91 16,5 0-74-16,2-1-36 0,0 3-53 0,0-3 17 15,1 2 8-15,1-2-241 0,-5 2 116 0,1-2 58 0,0 2 30 0,-2-2-454 16,2 1 212-16,-5 1 123 0,-4 1-4 0,-2-3-531 15</inkml:trace>
  <inkml:trace contextRef="#ctx0" brushRef="#br0" timeOffset="-132808.5">20849 1959 1348 0,'-13'9'0'16,"2"-1"0"-16,3 1 0 0,1 1 0 0,1 0 0 0,2-2 179 0,4 0-75 0,0-2 540 0,8 1-306 0,6-2-153 15,6-1-75 1,5-1 270-16,1-3-179 0,2 0-83 0,2 0-42 0,-1 0-24 16,-1 0-18-16,4 0 10 0,-6-2-10 0,-2 1-388 15,2-1 195-15,-4 0 97 0,0 0-235 0,1 1 175 16,-4-1 75-16,-2 0-804 16,-3 0 407-16,1-6 203 0</inkml:trace>
  <inkml:trace contextRef="#ctx0" brushRef="#br0" timeOffset="-132604.35">21328 1608 2360 0,'-2'0'0'15,"-4"2"0"-15,1-2 0 0,2 2 0 0,2-1 0 0,1-1 0 0,0 0 317 0,8 0-140 0,12 0 123 16,5 0-132-16,6-1-66 0,1-6-23 0,1 0-81 0,1 0 38 0,1 0 1 0,-2 1 0 15,1 1-388-15,3-1 203 0,-9 2 88 0,-5 3 49 0,-3-1-564 16,-2 2 306-16,-7 0 47 16,-3 2-582-16</inkml:trace>
  <inkml:trace contextRef="#ctx0" brushRef="#br0" timeOffset="-132426.73">21365 1799 1532 0,'-24'9'0'0,"11"-6"0"0,0 5 0 0,7-4 0 0,3 0 0 0,3-1 0 0,0-1 0 0,5 0 391 0,10-1-177 0,6-1-89 0,5 0-44 0,4 0 80 15,2 0-53-15,1-1-41 0,-2-6 1 0,0 3-47 0,-1 0 16 0,-2-1 0 0,3 1-401 0,-7 2 196 16,-3 0 102-16,-3 0-543 0,-3 2 273 0,-4 0 169 16,0 0-6-16,-8 0-309 0</inkml:trace>
  <inkml:trace contextRef="#ctx0" brushRef="#br0" timeOffset="-132281.5">21530 1858 570 0,'-9'4'0'0,"0"1"0"0,0-1 0 0,-2 2 0 0,6 1 0 0,-2 2 365 0,1 1-165 15,2 4-81-15,1 3-41 0,-2 3 149 0,-1-1-99 0,4 4-46 16,-1 0 0-16,0 2-7 0,-2-1-38 0,2 4 9 16,3-8-215-16,0 1 103 15,0-6 51-15,0-3-430 0,3-2 234 0,8-5 122 0</inkml:trace>
  <inkml:trace contextRef="#ctx0" brushRef="#br0" timeOffset="-132118.42">21618 1930 1242 0,'-2'-3'0'0,"1"3"0"0,-3 0 0 0,1 0 0 0,0 0 0 0,0 0 0 0,-3 0 469 16,3 7-217-16,-1 5-107 0,2 1-55 0,0 2 83 16,0 1-73-16,2 4-32 15,0 2 1-15,0-1-254 0,0-2 111 16,5 1 64-16,6-3-407 0,-2-5 226 0,2-2 114 0,3-3-179 15,-1-6 139-15,4-1-26 0,-1 0 68 0,0-10-319 16,0-8 179-16,1-4 90 0</inkml:trace>
  <inkml:trace contextRef="#ctx0" brushRef="#br0" timeOffset="-131575.23">21900 1626 474 0,'10'-20'0'0,"-4"9"0"0,1 0 0 0,-4 4 219 0,2 1-91 0,-2 5-46 0,3 0-14 0,-3 1 199 0,2 0-115 0,-2 1-58 16,-1 10 28-16,4 3-42 15,0 3 9-15,-3-2-53 0,0 5 68 0,-1 0-33 16,4 1-1-16,-1 1 28 0,1 2-21 0,0-3-10 16,0-1-30-16,1-1 17 0,1-2-17 0,-1 2-1 15,0 3 10-15,2-7-97 16,-3 4 44-16,2-4 0 16,-4 1-260-16,1 1 147 0,-1 1 58 0,-2-5 38 0,-2 2-312 0,0-2 159 15,0-1 44-15,-3-3 27 0,-5 4 26 0,-4-4 9 0,-3-2 35 0,1-2 98 16,-4-2-49 15,0-1-24 0,-4-1-10-31,5-1 60 0,-2 0-37 0,2-1 0 0,0-6 138 32,3-2-81-17,0 2-13-15,6-2-27 0,2 1 191 16,4-3-99-16,2 4-18 0,0-3-26 0,0 1-14 0,9 4-18 0,6-4 10 0,3 1-106 0,1 0 48 0,0-3 33 0,2 3-12 0,-1-1-72 0,1 1 37 0,-1 1 26 0,0-2-195 0,1-1 101 0,-2 2 28 0,0-1 32 0,-1 1-95 0</inkml:trace>
  <inkml:trace contextRef="#ctx0" brushRef="#br0" timeOffset="-131474.48">22122 1852 1258 0,'15'-9'-71'0,"3"1"148"0,-9 1-56 0,1 5-25 0,-4-1-12 16,-3 1 342-16,-2 2-161 0,-1 0-88 0,0 0-20 0,-13 6 393 0,-3 7-202 0,-4 2-106 0,-2 5 35 0,2-1-61 0,-2 0-45 0,5-2 0 0,0 0 20 0,1-2-27 0,5-3 0 0,0 2-80 0,3-4 21 0,4-2 1 0,4-1 30 0,0-3-252 0,0-2 127 0,5-2 71 0,12 0 23 0,0 0-358 0,2 0 176 0,-1-5 40 0,-2 0 60 0,3 1-43 0,-5 1 47 0,-2-1 11 0,-3 2-257 0,-1 1 141 0,0 1 70 0</inkml:trace>
  <inkml:trace contextRef="#ctx0" brushRef="#br0" timeOffset="-131328.55">21847 1852 823 0,'-17'3'0'0,"4"1"0"0,-3 4 0 0,7 1 0 0,3 3 0 0,-1 1 484 0,5 4-224 0,2 4-112 0,0 3 92 0,0 1-107 0,0 0-48 0,0 1-76 0,0-2-1 0,1 2 28 0,0-1 10 0,2-6-34 0,-1-4 24 0,0-3 0 16,-2-5 0-16,1 2 102 0,1-4-42 0,0-5-34 0,-1 3 0 0,4-3 133 31,3 0-79-31,4 0-40 0,2 0 95 0,2-3-72 0,1 1-32 0,3-1 1 0,0-1-133 0,2 2 50 47,3-1 35-32,-3 3-430-15,3 0 222 0,-2 0 113 0,1 0 38 0,0 0-354 0,3 0 197 0,-4 0 40 0,-2 0 69 0,0 3-603 0</inkml:trace>
  <inkml:trace contextRef="#ctx0" brushRef="#br0" timeOffset="-131194.03">22286 1930 1616 0,'0'-6'0'0,"0"-3"0"0,-1 3 0 0,-4 0 0 0,4 1 0 0,-1-2 0 0,0 4 386 0,1 1-175 0,-1 0 270 0,0 2-222 0,2 0-102 16,0 5-66 15,0 9-84-31,0 4 29 0,0 2 0 0,0 2 0 0,0 4-484 0,0 1 237 0,2-2 124 0,0-1 62 0,-1 0-286 0,1 0 173 0,0 1 96 0,-1-8-774 0</inkml:trace>
  <inkml:trace contextRef="#ctx0" brushRef="#br0" timeOffset="-130928.93">22429 1543 1441 0,'0'0'0'0,"0"0"0"0,0 0 0 0,0 0 0 0,0 0 0 0,0 0 578 0,0 0-275 0,0 0-134 0,0 0-66 0,0 0-108 0,3 4 1 0,4 2 49 0,3 1-527 0,0 0 250 0,2 3 125 0,4-3-342 63,1 3 209-63,4-3 96 0,0-6 59 0</inkml:trace>
  <inkml:trace contextRef="#ctx0" brushRef="#br0" timeOffset="-130732.91">22850 1535 923 0,'2'0'0'0,"-2"2"0"0,0 1 0 0,0 3 0 0,0 0 0 0,-13 2 0 0,-2 3 397 0,-9 6-181 0,-5 3-90 0,-9 4-35 0,1 3 58 32,-5-1-56 15,0 3-29-47,-4-5 0 0,5 1-53 0,-6-1 34 0,11-9-9 0,5-6-36 0,5-1 36 0,8-4 0 0,5-4 119 0,6 0-51 0,7 0-38 0,0 0 0 0,3-2 21 0,12-3-26 0,9-1 1 0,3 0-17 0,4 1 64 0,4-2-36 0,4 2 0 0,0 0-37 0,2 0-37 0,1 1 10 0,-4 0 27 31,0-2-241 0,-1 3 120-31,-1 3 61 0,-4-4 30 0,5 3-538 0,-12-2 240 0,-3 3 141 0,-6 0-461 0,-4 0 288 0,-6 0 144 0,-1 0 63 0,-5 0-140 0</inkml:trace>
  <inkml:trace contextRef="#ctx0" brushRef="#br0" timeOffset="-130571.19">22683 1378 1397 0,'-7'-4'0'16,"0"1"0"-16,-2 1 0 0,6 2 0 0,0 0 0 0,1 5 0 0,2 11 299 31,0 10-132 0,0 6 457-15,2 7-298-16,4 3-145 0,3 9-73 0,-1 3 80 0,0 4-76 0,3 5-29 0,-6-12-9 0,2-5-445 0,0 0 204 0,-4-7 101 0,-1-5 51 0,2 2-307 0,-4-12 175 0,0-7 91 0,0-5-775 0,0-10 404 0</inkml:trace>
  <inkml:trace contextRef="#ctx0" brushRef="#br0" timeOffset="-130454.5">22685 1780 1362 0,'-8'4'0'0,"-3"-1"0"0,-1 4 0 0,-1-1 0 0,-5 5 0 0,-1 5 0 0,0 0 222 0,-2 5-93 0,2 3-47 0,-3 1 15 0,3 1-30 0,2 1 8 0,2-5-40 0,8-4-394 0,4-3 197 0,3-4 99 0,0-4 49 0</inkml:trace>
  <inkml:trace contextRef="#ctx0" brushRef="#br0" timeOffset="-130303.65">22677 1893 702 0,'3'0'0'16,"0"0"0"-16,2 0 0 0,1 0 0 0,0 0 0 0,-1 0 560 0,3 3-263 0,-2 0-121 0,5 1-15 0,-2 0-63 0,3 3-23 0,-3 0-216 0,3-1 88 0,0 1 45 0,-2 1-1 0,0 0-703 0</inkml:trace>
  <inkml:trace contextRef="#ctx0" brushRef="#br0" timeOffset="-129804.95">22683 2062 1516 0,'-11'1'0'0,"1"-1"0"16,-1 2 0-16,2 1 0 0,4-1 0 0,0 3 0 0,2 0 0 0,3 4 0 0,-1-1 0 0,1 4 177 0,0 0-72 0,0 4-34 0,1-2-77 0,2 2 0 15,-2 5 50-15,1-1-122 16,0-5 56-16,-2 1 29 0,0 1 0 0,0-5-13 16,0 1 9-16,0-6 33 0,0-2-25 0,1-4-167 15,4-1 44-15,6-1 56 0,3-11-15 0,-2-7-104 16,5-4 62-16,1-3 44 15,3-6 4-15,2 1 0 0,4-8-9 0,-5 1 40 0,3 1-178 0,0-3 87 32,1-2 46-32,6-9 61 0,-6 3-17 0,0 1-1 0,0-6 0 0,-1 0 144 15,-4 2-72-15,3-6-45 0,-10 10 9 0,-2 6 403 16,-4 2-165-16,-5 12-117 0,-2 6 334 0,-1 2-201 0,0 16-114 0,-1 2 137 16,-8 1-120-16,-2 1-61 0,0 10-30 0,0 7 105 0,-2 2-71 15,4 1-33-15,3 3 1 16,2 3 78 15,3-2-55-31,1 6-19 16,0-3-8-16,5 0 5 0,7 1 0 0,5-3-33 0,1 1-29 0,5 2 10 0,2-4 18 0,3-2-97 0,0-1 49 0,5 2 25 0,-4-1-1 0,2 3-120 15,-7-4 52-15,-9-1 43 0,-2-1-5 0,-7 1-128 0,-6-1 58 32,0 1 42-32,-14-4-7 0,-11-2 15 0,-3-2-10 0,-3-2-1 0,-4-1 69 0,-3 0-6 15,7-6-44-15,-4-1 57 16,3-3-22-16,0 0 0 15,4 0-18-15,-1-8 126 0,10-4-59 0,8 0-20 0,5 0 0 0,4 3 271 16,2 1-131-16,0-1-53 0,11 3-51 0,10 3-12 16,4 0-57-16,4 3 0 0,5 0 0 0,2 0 0 15,2 4 0-15,-1 4 0 0,5 2 0 0,-3 1 0 0,6 1 0 16,-5 3-381-16,-3 4 47 16,1-2 131-16,-5 3 100 0</inkml:trace>
  <inkml:trace contextRef="#ctx0" brushRef="#br0" timeOffset="-129224.48">17103 2555 1248 0,'0'-7'0'0,"-4"0"0"0,1 4 0 0,1-1 0 0,1 2 0 0,1 2 241 0,0 0-103 0,0 6-42 16,0 11 425-16,5 4-242 16,7 10-122-16,-3 1 246 0,4 6-184 15,-1 6-82-15,-1-1-56 0,-1 1-24 0,-1 2 1 0,-3-2-23 0,-1 1 0 16,-2 0-165-1,-2-10 78-15,-1-6 44 0,0-4 0 0,-1-8-135 16,-5-6 90-16,-2-2 52 0,1-9-155 0,-2 0 91 0,5-14-25 16,2-6-546-16,2-8 289 0,0-1 161 0</inkml:trace>
  <inkml:trace contextRef="#ctx0" brushRef="#br0" timeOffset="-128611.2">17858 2421 935 0,'-7'-14'0'0,"3"1"0"0,1-4 0 0,3 5 0 0,0 0 216 0,3 2-91 0,11 1-44 31,8 0 360-31,7 1-193 0,3 3-111 0,2 4-51 0,2 1 129 0,4 0-90 0,-2 3-45 0,2 12-98 16,-7 4 23-16,-5 7-1 0,-6 1 31 15,-4 5-253-15,-10 1 127 0,0 4 71 0,-8-2 24 0,-3 0-100 16,-13 1 48 0,-6-4 36-16,-4-2-26 0,-7 3 39 0,-1-14-47 0,-2-3 385 15,-1-3-179-15,1-5-82 16,3-4-45-16,-1 3 530 0,11-7-268 0,7 0-130 0,2 0-65 0,8 0-53 0,4-2-47 0,2 2 0 31,2-5 0-31,16 5 0 0,10-2 0 0,6 0 0 0,7 1 0 0,0 1 0 31,9 0 0-31,-1 0 0 0,0 0 0 0,4 0 0 0,4 0 0 0,-10 0-48 16,0 0-207-16,-3 3 132 0,-3-1-11 0,-3 1-906 0,3-1 494 0</inkml:trace>
  <inkml:trace contextRef="#ctx0" brushRef="#br0" timeOffset="-119190.06">20890 606 1244 0,'0'-12'-4'15,"0"0"1"-15,0 2 1 0,0-2 0 0,0 3 1 0,0-1-1 0,0 3 0 0,0-3 0 0,-1 3 1 0,-1-4 189 0,-1 6-79 0,0-4-34 0,1 2 91 16,-1 1-63-16,0 0-31 47,-2-2 10-47,2 5 28 0,-2-3-35 0,2 3 0 0,-1 3-35 0,-1-2 43 0,-1 0 10 0,1 2-53 0,-1 0 15 0,0 4-14 0,-1 12 0 0,1 2 48 16,-4 5 11-16,6 3-60 0,-1 6 1 0,2 2 49 0,0 4 1 15,3 0-51-15,0 10 11 0,0-3 15 0,0-1-25 0,0 4-1 16,2 1 1-16,2-1-114 15,1 9 67-15,1-10 15 0,0-2-186 0,-1-3 97 0,-2-4 52 0,-1-3-93 16,-2 3 69-16,0-11 4 0,0-3 0 0,-3-7-139 16,-8-3 83-16,-2-2 11 15,1 0 22-15,-5-11-221 0,-1-1 126 0,3 0 62 16,-2-1 31-16,-2-11-394 0,4-5 218 0</inkml:trace>
  <inkml:trace contextRef="#ctx0" brushRef="#br0" timeOffset="-119030.49">20514 952 2033 0,'-6'0'0'0,"-1"0"0"0,2 0 0 0,3 0 0 0,1 0 0 0,1 0 0 0,0 0 0 0,6 0 310 0,10 0-134 0,7 0-69 0,2 0 79 16,4 0-73-16,4 3-26 0,1-3-11 0,0 0-203 16,0 0 84-16,3 0 41 15,1 1 0-15,6-1-528 0,-9 1 280 0,1-1 145 0,-1 3-686 0</inkml:trace>
  <inkml:trace contextRef="#ctx0" brushRef="#br0" timeOffset="-118836.96">21100 746 1880 0,'-9'1'0'0,"3"1"0"0,-2 1 0 0,0 3 0 0,2 0 0 0,-3 7 0 0,3 3 0 0,1 4 425 0,3 6-193 16,1 3-96-16,1 6-39 0,0 0-21 0,1 1-1 0,6-2-36 15,6 2-264-15,0-4 132 0,4-1 76 0,0-7-507 16,2-7 282-16,-1-2 141 0,1-5 69 16,0-6-575-16,1-1 233 15</inkml:trace>
  <inkml:trace contextRef="#ctx0" brushRef="#br0" timeOffset="-118532.59">21311 816 1327 0,'0'0'0'0,"-5"0"0"0,0 0 0 0,0 0 0 0,1 0 0 0,1 5 0 0,0 5 0 0,3 3 431 0,0 6-196 0,0-1-98 0,0 4 0 0,6 1-48 16,3 3 9-16,2-2-145 15,0-2 43-15,3-3 0 0,-1-5 44 0,1 1-251 16,-1-2 134-16,2-8 54 0,-3-3 31 0,1-2-194 16,-1 0 108-16,1-10-5 0,-1-4 48 0,-3-8-67 15,-1-2 40-15,0-3-21 0,-3-2 128 0,-1-1-47 31,-1 0-9-31,0 4 86 0,-1 5-51 0,0 3-13 0,-2 3 1 0,0 0 328 32,0 8-167-32,0 3-50 0,0 3-53 0,0 1 108 0,0 5-69 0,0 10-25 0,0 4-10 0,0 3 55 15,0 4-45-15,1-2 0 0,3 2-286 0,1 1 131 16,1-4 50-16,1-2-220 0,1-1 140 0,1-2 55 16,-1-3 40-16,3 0-703 15,-1-5 342-15,2-3 151 0,-2-5 89 0</inkml:trace>
  <inkml:trace contextRef="#ctx0" brushRef="#br0" timeOffset="-118368.49">21723 915 1183 0,'0'0'0'0,"0"0"0"0,0 0-1 0,0 0 1 0,0 1-1 0,0 4 0 0,0 2 0 0,0 2 522 31,0 2-243-31,0 1-121 0,-1 8 52 0,-3-2-78 0,-1 3-52 0,2 0-265 0,0 2 112 0,-2-3 56 0,2-1 28 15,-1 1-491-15,1-7 255 0,2 0 132 16,-2-6 66-16,3-2-289 0,0-5 80 0,0 0 104 0</inkml:trace>
  <inkml:trace contextRef="#ctx0" brushRef="#br0" timeOffset="-118161.32">21787 865 361 0,'5'-2'0'0,"0"-1"0"0,-1 3 0 15,3 0 0-15,-1 0 0 0,-2 0 0 0,1 7 423 0,0 6-192 0,0 4-96 0,0 5 186 16,0-3-146-16,0 3-69 0,-2-1 36 0,0 2-53 0,0-2-25 15,1 0 10-15,-1-6 10 0,-1-3-46 16,1-2 0 0,-2-3 0-16,4-3 53 0,-2-3-16 0,3-1-10 0,0-5-27 0,0-9 78 15,4-6-39-15,-2-2 0 16,4-4-105-16,0-1 28 0,0 1 1 0,-1-1-270 0,0 0 144 16,3 6 79-16,-1-6 33 0,-2 7-553 15,-1 0 254-15,1 2 146 0,1 3 29 0,-1-1-386 0</inkml:trace>
  <inkml:trace contextRef="#ctx0" brushRef="#br0" timeOffset="-117990.78">22138 659 1435 0,'2'0'0'0,"-1"0"0"0,1 0 0 0,-1 0 0 0,1 0 0 0,2 0 0 0,0 0 0 0,0 0 0 0,2 6 593 0,3 1-277 0,1 7-130 16,0 2 137-16,0 5-142 0,1 3-72 0,-2 6 212 15,0 5-141-15,-2 4-62 0,-5 2-45 16,-2 2-127-16,0 0 47 0,-1 1-1 0,-12 0 46 0,-1 4-581 15,-5-10 286-15,-2-4 146 0,-2 1 73 16</inkml:trace>
  <inkml:trace contextRef="#ctx0" brushRef="#br0" timeOffset="-116876.64">26441 1669 812 0,'-6'4'0'0,"0"0"0"0,-2 4 0 0,4 8 0 0,-2 2 200 47,-2 4-70-47,5 6-51 0,2 5 1 0,0 5 206 0,1 3-123 0,0 2-62 0,0 1 25 0,2-7-49 0,9-6 1 0,-1-4-72 0,4-3-1 0,2-8 35 16,3-1 9-16,-2-10-34 0,0-5-1 0,0 0 26 16,1-5-1-16,-3-12-25 0,4-7 10 0,-2-5 16 15,-1-5-3-15,-1-2-51 0,-5-1 6 0,3-1 0 16,0-6-65-16,-5 11 43 62,1-1 18-62,-4 2 0 0,-1 6 70 0,0 0-45 0,-1 2-8 0,-3 13 232 0,0 4-106 0,0 4-55 0,0 3-24 0,0 0 29 0,0 4-8 0,0 13-8 16,0 6-22-16,0 1-39 0,0 5 36 0,0 2-1 0,6 1 10 0,1 0-53 0,0-3 43 0,2 1 1 16,-2-2-186-16,5 1 93 0,-4 2 33 15,1-9-324-15,-1 0 152 0,3-5 95 0,-5-2 10 16,5 2-376-16,-5-11 216 0,1-4 104 0,2-2 52 15,0-1-189-15</inkml:trace>
  <inkml:trace contextRef="#ctx0" brushRef="#br0" timeOffset="-116729.94">26936 1708 2248 0,'-6'0'0'0,"-1"0"0"0,0 0 0 0,3 0 0 0,1 0 0 0,3 0 0 0,0 0 0 0,3 0 187 0,4 0-63 0,8 0-48 0,4 0 110 15,1 2-73-15,0 0-37 0,3 0 1 0,3-2-441 0,-3 5 197 16,-3-5 104-16,2 2 51 16,-2 2-777-16</inkml:trace>
  <inkml:trace contextRef="#ctx0" brushRef="#br0" timeOffset="-116579.19">27016 1966 1413 0,'-14'2'0'0,"-2"1"0"0,5 0 0 0,5-1 0 0,2 2 0 0,3-2 0 0,1 1 457 0,1 0-199 16,12-1-114-16,6-2-14 0,5 0-46 0,4 0 1 0,2 0-36 16,-2 0-357-16,2-1 174 0,-2-3 87 15,1-1 43-15,0-2-693 0,3 0 346 0</inkml:trace>
  <inkml:trace contextRef="#ctx0" brushRef="#br0" timeOffset="-116382.03">27350 1791 1248 0,'-9'0'0'0,"4"-2"0"0,-1-1 0 15,3-1 0-15,1 2 0 0,2 2 0 0,0-3 482 0,0 2-227 0,11 0-107 0,2-1 97 0,5-1-103 0,0 2-51 31,3 1-16-31,1 0-88 0,0 0 27 0,0 0-1 0,2 0 26 0,0 0-355 0,0 0 187 0,-3 0 79 0,-2 1-476 0,-2 5 277 0,0-2 45 0,-5-2 100 0</inkml:trace>
  <inkml:trace contextRef="#ctx0" brushRef="#br0" timeOffset="-116209.93">27564 1526 964 0,'-8'4'0'0,"1"3"0"0,0 3 0 0,1 6 0 0,1 5 0 15,3 7 430-15,1 7-196 0,-2 8-97 0,1 6-49 0,0 11 142 0,1-7-100 0,1 4-46 0,0-3 48 16,0-3-46-16,0-3 0 0,0-1-37 15,1-13-206-15,4-10 99 16,0 1 48-16,6-8-377 0,-1-6 213 0,2 1 117 0,-1-11 43 16,3-1-537-16,4-1 217 0,0-14 150 0,2-4 59 15</inkml:trace>
  <inkml:trace contextRef="#ctx0" brushRef="#br0" timeOffset="-116076.28">27852 2027 1334 0,'5'-5'-1'0,"2"0"0"0,1 2 1 0,-4 2 0 0,3-2 0 0,-4 3 0 0,0 0 0 0,-1 0 0 0,1 6 488 0,-3 4-230 0,0 1-109 0,0 3 56 16,0 2-83-16,-2 2-41 0,-4 0 9 16,-2 0-168-16,2 0 59 15,-2-2 29-15,0 3-458 0,-1-5 244 0,1 6 131 0,-1-8 52 0,-1 0-695 0</inkml:trace>
  <inkml:trace contextRef="#ctx0" brushRef="#br0" timeOffset="-115753.86">28056 1802 1485 0,'0'0'0'0,"-1"0"0"0,1 0 0 0,-3 2 0 0,3 0 0 0,0 3 385 0,0 7-164 0,0 0-96 0,0 8-44 16,3 6 190-16,1 2-117 15,4 4-58-15,1 1-19 0,-1-1-71 0,3-1 32 0,-3-3-1 0,-1-4-120 16,0-2 60-1,-1 0 39-15,-1-11-8 0,-1-4-40 16,-1-3 35-16,1-4 0 0,-1 0 195 16,1-5-70-16,1-16-67 0,1-2-1 0,-1-6-5 0,4-4 0 0,1-4-32 0,2-4 33 15,-2 5-63-15,5-1 1 0,-4-1 53 0,1 6-189 16,2-2 95-16,1-3 55 16,-4 11-9-16,1 5-418 0,-5 3 211 0,3 4 79 0,-3 4-483 31,2 3 277-31,-3 7 154 15,-2 0 71-15,3 10-239 0</inkml:trace>
  <inkml:trace contextRef="#ctx0" brushRef="#br0" timeOffset="-115591.22">28432 1888 2202 0,'-8'0'0'0,"3"-2"0"0,-1-1 0 0,1 0 0 0,3 0 0 0,2 2 0 0,0 1 395 0,0-1-178 0,5-1-90 0,6 0 132 0,6-2-116 0,1 1-52 0,3 1-27 0,3-2-334 0,-1 1 154 16,1-2 86-16,1 3 30 0,-2 1-274 0,-2-1 157 16,-3 0 77-16,0 2-743 0</inkml:trace>
  <inkml:trace contextRef="#ctx0" brushRef="#br0" timeOffset="-115430.39">28449 2053 2043 0,'-11'1'0'0,"-3"5"0"0,3-4 0 0,6 1 0 0,0 0 0 0,4 1 0 0,-1-1 0 0,2 2 0 0,0-1 311 0,2 1-137 0,7-2-68 16,6 0 125-16,0 3-87 15,2-5-58-15,3-1-24 0,0 0-339 0,0 0 157 0,1 0 79 0,2 0-646 16,-1 0 353-16,-4 0 180 0,4-5-333 16</inkml:trace>
  <inkml:trace contextRef="#ctx0" brushRef="#br0" timeOffset="-115191.75">28735 1907 1363 0,'0'-4'0'0,"-1"0"0"16,-2 3 0-16,1-3 0 0,2 3 0 0,0-1 0 0,0 0 523 0,5 1-234 0,6 1-129 0,2 0-62 0,5 0 169 16,4 0-114-16,-1 0-58 0,5 0-266 0,-3 0 99 15,-1 0 55-15,3 0-480 0,-2 0 267 16,0 0 134-1,1 0 76-15,-7 0-244 0,-2 0 151 0,-5 0-54 0,0 0 81 0,-5 0-401 0,-3-2 216 63</inkml:trace>
  <inkml:trace contextRef="#ctx0" brushRef="#br0" timeOffset="-115058.11">28940 1729 932 0,'-8'0'0'0,"4"2"0"0,-2 1 0 0,-1 2 0 0,1 2 0 0,2 5 0 0,-2 5 0 0,0 5 461 0,2 8-212 0,-4 10-96 0,2 6 330 0,2 3-222 15,-1 5-112-15,4-2 69 0,-1 1-90 0,2 3-36 16,0-15-9-16,0-3-266 0,5-10 110 0,3-3 55 0,4-7 28 16,2-2-175-16,-1-11 97 0,3-5 53 0,2 0 26 15,3-5-539-15,1-11 186 0,3-4 162 0,-3-6-404 16</inkml:trace>
  <inkml:trace contextRef="#ctx0" brushRef="#br0" timeOffset="-114796.58">29155 1642 1293 0,'0'-5'0'0,"0"0"0"0,0 0 0 15,0 0 0-15,0 2 0 0,1-1 490 0,6 2-226 16,2 2-113-16,-1 0-57 0,5 0 106 0,-3 0-86 16,2 0-38-16,-1 0 0 0,-2 8-85 0,0 1 0 0,-2 3 56 0,-4 0-246 15,-2 3 119-15,-1 0 59 0,0 2 29 0,-4-4-115 0,-8 4 81 16,4-4 26-16,-7 1 9 15,5-3 2-15,-1 0 0 0,-2-2-68 0,6-2 328 0,-1-3-132 16,1 2-62-16,0-3-35 16,4-1 141-16,1 3-64 0,2-4-43 0,0-1-41 0,11 0 3 0,5 0-1 15,2 0-55-15,4 0 38 0,2 0-10 0,5 0 27 16,-2-1-382-16,6-1 188 0,-2-2 65 0,2 3 63 16,-4 1-809-16,-2 0 400 0</inkml:trace>
  <inkml:trace contextRef="#ctx0" brushRef="#br0" timeOffset="-114611.65">29604 2383 3602 0,'-3'0'0'0,"1"0"0"0,2 0 0 0,-4 0 0 0,3 0 0 0,-1 0 0 0,1 0 0 0,-3 0 0 0,2-1 329 0,0-1-329 0,-1-1 0 0,2 3 0 16,-1-2 0-16,2 1-48 0</inkml:trace>
  <inkml:trace contextRef="#ctx0" brushRef="#br0" timeOffset="-109908.5">30030 1610 1719 0,'-5'-12'0'0,"1"0"0"0,1 6 0 0,1 0 0 0,2 5 0 0,0-1 0 0,0 1 0 0,0 1 225 0,0 0-98 16,3 0-44-16,3 0 197 16,1 1-120-16,1 5-61 0,2-2 35 0,-2 3-52 0,3 0 0 0,-2-1-43 15,-2 1-54-15,4 0 28 16,-1 3 9-16,-2-5 17 0,-1 4-335 0,2-3 168 16,-2 3 83-16,2-3-639 0,0 3 338 0,2-2 88 15,-3-3 111-15,1 0-361 0</inkml:trace>
  <inkml:trace contextRef="#ctx0" brushRef="#br0" timeOffset="-109622.43">30317 1499 1084 0,'1'-1'0'0,"1"-3"0"0,1 1 0 0,-1 1 0 0,-1 1 0 0,0 0 0 0,0-1 142 16,1 2-52-16,0 0-25 46,-1 0 218-46,-1 4-122 0,0 6-51 0,0 3-40 0,-1 1 0 0,-6 7 1 0,-5-1-32 0,0 1-121 0,-2 4 70 0,-2-4 21 16,0 1 0-16,-4-1-127 0,0-1 78 0,-1-3 40 16,-4 3-43-16,2-6 18 15,-2-2 29-15,6-5-45 0,1-1 149 0,-1-2-68 0,9-4-28 0,1 0-14 0,6 0 289 0,0 0-128 0,3 0-69 0,0-1 51 0,0 0-50 16,6-4-26-16,9 2 0 0,3-1 23 0,2 1-49 16,2 1 10-1,1 0-46-15,0 1-1 0,0-2 38 0,-1 3-1 0,1 0-274 0,3-1 147 16,-6 1 47-16,-3 0 39 0,3 0-665 0,-5 0 322 15,4 0 117-15,-2 5-456 0</inkml:trace>
  <inkml:trace contextRef="#ctx0" brushRef="#br0" timeOffset="-109418.45">30046 1983 1523 0,'-14'0'0'0,"1"0"0"0,3 0 0 0,2 2 0 0,3-2 0 0,0 0 0 0,5 0 0 0,0 3 210 0,8-2-86 0,11-1-42 15,3 0 289-15,3 0-156 0,7 0-93 0,1 0-41 16,-2 0-46-16,2-1 5 0,-2-2-1 0,-1 1-364 16,-4 1 178-16,-4-1 93 0,-2 0 46 0,-1 2-495 15,-5-2 230-15,-1 2 150 0,-3 0-268 16,-7 0 179-16,-3 0 68 16,0-2 53-16</inkml:trace>
  <inkml:trace contextRef="#ctx0" brushRef="#br0" timeOffset="-109275.83">30169 1841 945 0,'-12'-3'0'0,"4"-3"0"0,0 2 0 0,4 3 0 0,1 0 0 16,2 1 0-16,1 0 0 0,-2 4 313 0,2 9-142 0,0 2-65 0,0 3-34 0,-1 4 283 0,-2 3-153 15,-3 4-72-15,2-1-47 16,-2 1 0-16,-3 3-44 0,1-1 0 0,-1 0-272 16,1 5 145-16,0-8 59 0,0-1-435 0,1-4 240 15,2-4 128-15,-1-2 64 0,3-2-330 0,3-12 105 16</inkml:trace>
  <inkml:trace contextRef="#ctx0" brushRef="#br0" timeOffset="-109114.06">30147 2089 711 0,'0'0'-1'0,"0"0"1"0,2 0 0 0,-2 0 0 0,1 0 481 0,1 0-226 0,0 0-108 0,-1 0-54 0,1 0 215 0,5 6-134 16,-1 2-58-16,1 2-43 0,2 3 0 0,1-1-34 15,2 2 0-15,-2 1 49 16,4 2-10-16,-2 0-38 0,2-1-557 0,-1 0 279 0,3-2 138 0,0 0 80 15,-2-4-679 1</inkml:trace>
  <inkml:trace contextRef="#ctx0" brushRef="#br0" timeOffset="-108933.56">30373 1738 1783 0,'6'3'0'0,"-1"0"-1"0,0-1-6 0,4 1 1 0,-1-1 0 0,3-2 2 0,-3 0 1 0,7 0 240 0,1 0-100 16,2 0-42-16,2 0 102 15,-1-3-80 1,1-2-39-16,4 0 1 0,-5 1-290 0,6-2 136 0,-5 3 51 0,-2-1-220 0,-1 2 142 0,-2 0 70 0,-1 2-601 0,-4 0 332 0</inkml:trace>
  <inkml:trace contextRef="#ctx0" brushRef="#br0" timeOffset="-108790.61">30398 1894 1148 0,'-17'4'0'15,"0"1"0"-15,3 2 0 0,9-2 0 0,3-2 0 0,2 2 0 0,0-1 0 0,2-1 137 0,9 1-39 0,5-3-10 0,1 1 88 0,7 0-68 0,0 0-35 0,0-2-259 32,1 1 122-32,1-1 47 0,-5 0 28 0,3 4-454 0,-5-3 237 15,1 0 119-15</inkml:trace>
  <inkml:trace contextRef="#ctx0" brushRef="#br0" timeOffset="-108553.89">30515 1787 805 0,'-14'0'0'0,"3"0"0"0,2-1 0 0,1 1 0 0,0 0 0 0,4 0 132 0,-3 1-37 0,6 11-10 0,-1 5 336 0,2 2-191 0,0 10-96 31,0 1 260-31,0 8-167 0,0 1-100 0,3 0-43 0,2 4-17 0,0-4 0 0,-1 0-28 0,1 2 10 0,-4-10-167 47,-1-2 79-47,0-5 39 0,0-4-220 0,0-2 129 0,-7-1 76 16,-3-11 21-16,-2-1-134 0,2-5 13 0,-5 0 60 0,1 0-58 0,-1-3-209 0,5-9 144 0,-2-2 70 0,5-5-254 0,4-2 161 0,-3-5 72 16</inkml:trace>
  <inkml:trace contextRef="#ctx0" brushRef="#br0" timeOffset="-108396.93">30755 1883 796 0,'12'-2'0'0,"-2"-2"0"0,0 3 0 0,6 0 0 0,-2-1 427 0,6-2-184 0,-2 2-106 0,0 2-50 0,2-3 66 0,-1 3-57 16,1-2-29-16,5-1-106 0,-7 2 33 0,-1 1 1 16,-2 0 44-16,0 0-453 0,-3 0 220 31,0 0 117-31,-6 0 49 0,-2 0-531 0</inkml:trace>
  <inkml:trace contextRef="#ctx0" brushRef="#br0" timeOffset="-108236.83">30932 1707 1101 0,'-1'7'0'15,"-5"1"0"-15,3 4 0 0,1 6 0 0,-2 6 0 0,0 0 0 0,3 8 0 0,-3 3 448 0,2 4-205 0,2 3-92 0,0-5-60 0,0 0 46 0,0-2-49 16,2-3-24-16,7-5-93 0,0 3 45 0,3-9-11 0,2-7 34 0,1-4-381 15,3-5 190-15,3-3 96 0,6-2-491 0,-3-2 275 16,5-15 64-16</inkml:trace>
  <inkml:trace contextRef="#ctx0" brushRef="#br0" timeOffset="-107956.81">31535 1627 800 0,'4'-1'0'0,"5"-3"0"0,-6 3 0 0,2-1 0 0,-2 1 0 0,-1 1 0 0,-2 0 367 0,0 0-155 0,0 0-91 16,-11 8 107-16,-4 2-94 31,-4 3-48-31,0-1 0 0,-3 4-5 0,0-1-11 0,0 0-31 0,3-1 0 0,1 1 122 16,2 0-62-16,-3 1-19 0,6-1 99 0,3 2-69 0,0 0-36 16,4-1 0-16,3 0-60 0,-1 5 34 0,4-4-9 15,0 0-159-15,0 3 80 0,2-1 39 0,3-2 0 16,-1 6-134-16,-1-7 77 0,0 0 47 0,0 0-17 15,-1-5-508-15,-1 2 204 47,-1-5 153-47,0-3-279 0,0 0 210 0,0-4 105 0,0-1 52 0,0 0-180 0,0 0 121 0,-1-6 56 0,-4-8 27 0</inkml:trace>
  <inkml:trace contextRef="#ctx0" brushRef="#br0" timeOffset="-107764.02">31339 1744 1002 0,'5'-10'0'0,"-2"1"0"0,3 3 0 0,2-3 0 0,2 4 0 0,1 2 0 0,2 3 0 16,3 0 150-16,-3 0-56 0,7 0-18 0,-3 0 145 0,0 5-92 0,2 2-46 0,-2 1 0 16,-2 1-5-16,1 1 9 0,-5 1-48 0,-2 0 65 0,-1 2-32 0,-3 2 0 15,-1 0-33-15,2 2 92 0,-4 1-51 16,-2 0 0-16,0 3-78 0,0-2-1 31,0 0 38-31,0 5 9 0,-2-3-289 0,1-1 140 0,-2-1 70 0,3-2 26 0,0 1-253 0,0 0 109 16,0-5 78-16,0-1-547 0,0-3 290 0</inkml:trace>
  <inkml:trace contextRef="#ctx0" brushRef="#br0" timeOffset="-107237.85">31422 1965 1052 0,'0'0'0'0,"0"-2"0"0,-2 1 0 0,1-2 0 0,-1 3 0 0,2-3 0 0,0 3 185 0,0 0-74 0,0 0-35 0,0 0-1 15,0 0-44-15,2 6 8 0,0 0 0 0,1 0-175 16,-1 3 88-16,-1-3 43 16,-1 3 10-16,0-1-97 0,0-1 65 0,0-1 31 15,0 1-235 17,0-2 121-32,-1-2 11 0,-1 0 48 15,0-3-69-15,2 0 46 0,0 0-7 0,0-1 0 0,2-8 68 0,9-4 10 0,4-6-36 0,3-5 35 0,4-5 1 0,4 0-36 0,8-9 4 0,0-2 81 16,5-1-30-16,1-5 1 0,3 0 65 0,-3 3-49 15,3-3-18-15,-11 13 4 0,-7 5 355 16,-5 8-180 0,-6 7-69 15,-10 6-53-15,2 1 322-16,-6 6-182 0,0 0-87 0,-3 5 86 0,-6 5-87 0,-1 4-42 15,-1 4 9-15,-1 0 72 0,1 5-63 0,0-2-30 0,2 6 12 0,0 0 9 94,6-3-52-94,-3 2-1 0,4 1-12 0,1 0 12 0,1-3 1 0,0 6 10 0,0-7-103 0,1 0 47 0,7 0-1 0,0-2-133 0,1-1 78 0,1 2 33 0,0-3 25 16,-4-4-189-16,1-1 96 0,-4 0 20 0,-1-1-67 0,-2 1 41 0,0-7 41 0,0 1-4 0,-9-1-1 0,-3-4 1 0,-3 1 28 0,-3-1-9 0,0-3 55 0,-2 0-45 0,3 0-1 0,-2-3 79 0,3-6-39 0,-2 1-3 0,6-4-36 0,1 1 204 0,4 0-93 0,-1-1-34 15,5 3 128-15,2-3-71 16,1 2-47-16,0 0-2 0,3 2-178 0,10-2 79 0,1 2 33 0,2-4 24 15,3 7-243-15,2-4 120 0,0 2 61 0,1 0-654 16</inkml:trace>
  <inkml:trace contextRef="#ctx0" brushRef="#br0" timeOffset="-107021.03">32096 1784 1779 0,'0'0'0'15,"0"0"0"-15,1 0 0 0,2 0 0 0,-1 0 0 0,0 0 0 0,3 0 133 0,0 0-52 16,4-2 0-16,2 0 301 0,1 2-172 0,5 0-85 0,-1-3-199 0,4 3 52 16,1-1 30-16,0 1 1 0,2 0-540 0,1 0 286 15,4-1 151-15,-6 1 62 0,0-2-625 0,0-1 317 16,-3 0 113-16</inkml:trace>
  <inkml:trace contextRef="#ctx0" brushRef="#br0" timeOffset="-106838.73">32504 1627 1407 0,'2'0'0'0,"1"0"0"0,0 0 0 0,0 0 0 0,1 0 0 0,2 0-2 0,2 0 42 0,3 0-1 15,0 0 643-15,5-1-326 0,4 0-158 0,0-2-80 16,8 2 278-16,-1-1-179 0,5 1-79 0,-4 1-55 15,3 0-248-15,-4 0 102 16,2 0 51-16,-6 0-530 0,0 0 301 0,-6 1 135 16,-6 6 72-16,-4-3-758 0,-5 5 342 0,-2 1 204 0,-4 0-149 0</inkml:trace>
  <inkml:trace contextRef="#ctx0" brushRef="#br0" timeOffset="-106519.89">32504 1821 1249 0,'0'0'0'15,"0"0"0"-15,-1 0 0 0,1 0 0 0,0 0 0 0,1 0 0 0,7 0 0 0,5 0 429 0,4 0-185 0,3 0-108 0,2 0-48 0,2 0 301 0,1 0-176 0,4 0-86 0,-2 0-238 0,0 0 70 0,-2 0 40 0,-5 0 0 0,-1 0-496 16,-3 0 268-16,0 0 144 0,-10 2-531 0,-5 1 264 47,-1 1 166-47,0 1 34 0,-3 0-56 0,-9-2 74 0,1 1 53 0,-2-3 0 0,-1 3 11 0,2-4 40 15,1 3 30-15,-4-3 100 0,7 3-89 0,-1-2-25 0,1 4 0 0,0-2 400 32,0-1-213-32,1 4-95 15,-1 0 418-15,1 2-192 0,-1 1-133 0,-3 2-65 0,0 3 60 0,-3 2-54 0,-3 4-41 0,-1 1 0 16,-1 1 16-16,-3 6 0 16,-1 2-38-1,1-5-233-15,4-1 111 0,3 2 57 0,3-6 27 0,1 1-422 0,3-1 233 0,8-8 42 0,0-8-466 0,7-4 270 16</inkml:trace>
  <inkml:trace contextRef="#ctx0" brushRef="#br0" timeOffset="-106330.74">32706 1983 1198 0,'0'-7'0'0,"0"2"0"0,0-1 0 0,0 0 0 0,0 6 0 0,-1-3 0 0,-3 3 0 0,-1 0 444 0,0 7-208 0,0 8-98 0,-1 2-50 16,1 4 305-16,0 0-176 0,1 5-80 15,4-2 44-15,0-2-71 0,0 0-35 0,0-1-1 0,1-3 0 16,7 3 9-16,2-7-44 0,1-2-70 15,4-4 35-15,0-3-1 0,6-3 36 16,-1-2-251 0,4 0 121-16,0-7 65 0,-1-8 32 0,-3-3-505 0,1-7 246 15,-1 2 60-15,-6-3-169 0,-4 0 151 0,-5-4 92 0</inkml:trace>
  <inkml:trace contextRef="#ctx0" brushRef="#br0" timeOffset="-105608.14">30513 2624 1382 0,'-3'-10'0'0,"3"-1"0"0,0 4 0 0,0-1 0 0,7 0 0 0,6 1 0 0,2-1-151 0,4 5 57 0,1 0 28 0,3 0 0 16,0 3 360-16,1 0-127 15,-2 0-72-15,-2 0-30 0,-3 8-33 0,-2 4-1 16,-4 0-42-16,-3 7 7 0,-6-2 30 0,-2 4 1 15,0 2 124-15,-5 1-59 0,-5 2-22 0,0-5-8 0,-2 4 37 0,0-3-30 16,3 0-1-16,3 0-30 0,-3 0 105 16,5-4-58-16,3 0-23 0,1-1 3 15,0-1 1-15,0 0-29 16,2 2 10-16,8-6-119 0,-2 1 54 0,-1-1 28 16,3-2-242-16,-5 0 121 15,3 1 78-15,-5-2 0 0,-2-2-138 0,-1 2 54 0,0 0 57 0,-7-2-25 16,-3 3-160-16,-5-7 109 0,1 1 50 0,-2-4-37 0,-2 0 44 0,0 0-1 15,-2-9 34-15,6-6-60 0,-1-4 34 16,5-3 0-16,1 0 33 0,5-2 2 31,-2 0-9-31,6 7 8 0,0-3 167 0,0 6-83 0,2 0-42 0,5 4 0 0,1-1 59 0,2 5-24 16,5 1-34-16,-1 3 240 0,5 1-122 0,-3 1-33 16,9 0-38-16,-4 0 102 0,1 0-62 0,0 0-13 15,2 4-136-15,0 0 47 16,4-3 33-16,-7 3-9 0,-3-3-161 0,1 1 87 0,-7-1 43 0,-3 2 4 15,2-2-107-15,-7 1 61 16,-4-1 7-16,0 2 80 0,-4 2-33 0,-12 1-10 0,-3 1-47 0,-3 0 267 16,-1 3-104-1,-3-1-54-15,5 0 295 0,-3 2-153 0,6-4-59 0,3-1-48 16,1 0 149-16,5-2-97 0,3 1-48 0,-4 0-66 16,10-1 17-16,0-1 0 0,3 0 1 0,10-3-19 15,6 0 18-15,3 0 9 0,3 0-226 16,3 0 108-16,-3 0 54 0,3-3 28 0,-3 1-481 15,-3 1 235-15,-2 0 70 0,-2-2 75 0,-5 3-489 16,-4 0 272-16,-1 0 135 0</inkml:trace>
  <inkml:trace contextRef="#ctx0" brushRef="#br0" timeOffset="-105330.78">30501 2862 1044 0,'-8'9'0'0,"-4"4"0"0,2 0 0 0,0 4 0 0,2 3 0 0,-5 3 0 0,1 0 0 0,2 1 0 0,-2 0 260 0,3 0-112 0,-3 0-55 0,3 0 85 15,-1-3-74-15,6-8-34 0,1 4 0 16,1-9-2 0,2 4 8-16,0-8-38 0,0 0 86 0,7-2-44 0,8-2 1 0,3 0-43 31,5 0 96-31,1 0-53 0,3 0 0 0,1 0-44 0,-1 0 72 0,4 0-36 0,1 0 9 0,-5-2-135 15,4 2 46-15,-2 0-1 0,3 0 45 0,-4 0-440 16,8 0 225-16,-5 0 80 16,-4 0 61-16,-1 0-681 0,1 0 341 0,-3 0 170 15,5 0-295-15,-9 0 237 0</inkml:trace>
  <inkml:trace contextRef="#ctx0" brushRef="#br0" timeOffset="-105171.1">31042 2914 1439 0,'0'-12'0'0,"0"1"0"0,0 1 0 0,0 2 0 0,0 4 0 0,0 1 0 0,0 0 0 0,0 2 354 0,0 1-159 0,0 0-69 0,0 5 296 16,0 6-193-16,0 6-95 0,0 2-49 0,0 4 77 0,0 0-53 0,0 2-40 15,0 2-357-15,0-1 163 16,0-1 81-16,0-1 40 0,0 5-592 16,0-8 311-16,0-2 162 0,0 0 9 0,0-5-664 0</inkml:trace>
  <inkml:trace contextRef="#ctx0" brushRef="#br0" timeOffset="-104579.38">31358 2580 2034 0,'0'-7'0'0,"0"2"0"16,0-1 0-16,0 3 0 0,0 0 0 0,1 3 0 0,1 0 0 0,-1 0 0 0,0 0 316 0,2 0-140 0,2 0-70 0,0 9-34 0,0-1-267 0,0 4 125 15,3 0 49 32,-2-2 29-47,2 0-674 0,3 1 327 0,0-1 164 0,1-2-206 0,4-3 176 0,2 0 85 0,1-4-168 0,1-1 143 0,1 0 73 0,4 0 37 0,-4 0 35 0,-1-1 0 47,-1-4 0-47,-6 0 0 0,2 0 173 0,-2 2-133 0,-7-1-33 0,-2 1 372 0,-3 2-183 0,-1-1-110 0,-1 2 25 0,-11 0 202 0,-8 6-140 0,-6 5-68 16,0 1-42-16,-8 3-26 47,1 2 0-47,-6 0 9 0,3 2-86 0,1-2 39 0,-4 0-1 0,0-1 39 0,-3-3-76 0,-3 1 46 0,7-6-8 0,4 0 20 0,7-4-1 0,6-4 13 0,2 0-50 0,10 0 171 15,8 0-73-15,1-3-28 0,4-3 58 0,13-1-41 16,8-1 0-16,3-1-8 16,8 1 69-16,1 2-45 0,5 0-24 0,-1-1 0 0,10 0-52 0,-10 2 29 15,0 0-1-15,1-1-66 0,-3 4 33 0,0-1 1 16,5-1 41-1,-12 2-394-15,-3 2 185 0,-5 0 69 16,-5 0-402-16,-3 0 237 0,-2 2 81 0,-10 2 76 0,-3-1-136 16,-1-2 101-16,0 0 50 0</inkml:trace>
  <inkml:trace contextRef="#ctx0" brushRef="#br0" timeOffset="-104536.5">31755 2739 625 0</inkml:trace>
  <inkml:trace contextRef="#ctx0" brushRef="#br0" timeOffset="-104501.59">31521 2409 1409 0,'-5'-3'0'16,"3"1"0"-16,-1 2 0 0,1 0 0 0,-1 2 0 0,-1 13 0 0,0 6 429 0,3 6-195 0,-1 5-99 0,-3 5 305 0,2 4-202 0,-2 7-91 0,1-3-59 0,2 2-143 0,-1-2 46 0,-2-1 0 0,0 2 55 0,0-10-207 0,2-5 98 0,-2-2 51 0,-3-4-577 0,5-2 313 0,-5 2 141 0,3-13 78 0</inkml:trace>
  <inkml:trace contextRef="#ctx0" brushRef="#br0" timeOffset="-104363.63">31476 2810 1659 0,'0'-5'0'0,"-5"-4"0"0,0 6 0 0,0-1 0 0,2 3 0 0,-4 1 0 0,-2 0 0 0,1 3 268 16,-5 7-121-16,0 2-55 16,-1 5 83-16,-1-1-69 0,-1 0-35 0,2 3 10 0,1-2-400 0,3-1 178 62,1-1 89-62,1-5-262 0,5 0 175 0,0 0 97 0,3-6 35 0,0-4-655 0</inkml:trace>
  <inkml:trace contextRef="#ctx0" brushRef="#br0" timeOffset="-104250.93">31487 2830 896 0,'11'-11'0'0,"-2"5"0"0,0 1 0 0,1-1 0 0,-1 5 0 0,-2-2 193 0,4 3-69 0,-5 0-48 0,3 0 126 31,-4 0-83-15,2 4-41-16,1 4 153 0,-1 4-87 0,-2-4-59 0,1 4-24 0,-2-2-266 0,-1 0 120 0,2 3 71 0,0-3 20 0,-4 0-524 15,1 0 272-15,-1-1 136 0</inkml:trace>
  <inkml:trace contextRef="#ctx0" brushRef="#br0" timeOffset="-103661.95">31430 2917 817 0,'-6'0'0'0,"-1"0"0"0,1 2 0 0,-3 1 0 0,6 4 0 0,-1-2 0 0,3 4 285 0,-1 0-124 0,2 4-63 16,0 2 96-16,0-1-84 0,0 1-36 0,0-1-1 15,2 1 39-15,1-1-38 0,1 1 10 0,0-1-47 32,-1-4-97-17,0-3 49-15,0 2 24 0,-2-6-186 0,1 5 114 0,0-5 43 0,-1-2 27 0,0-1-138 0,0 0 50 0,1 0 47 32,0-4-188-32,2-5 82 0,3-4 54 0,0-1 28 0,4-4-47 0,0 0 33 0,5-4-10 0,0 0 42 15,3 0-42-15,5-8-1 0,3 1 43 0,2-4 22 0,7-9-8 0,1-2-15 16,6-5 1-16,4-6 114 0,0-4-57 0,-2 0-29 31,1-4 282-31,-14 19-132 16,-11 9-77-16,-9 11-19 0,-8 11 211 15,-2 3-88-15,-2 10-77 0,-6 0 14 0,-7 10 133 0,-6 8-101 0,-3 4-50 0,-3 6 64 16,4-1-63-16,1 4-25 0,1 4-1 0,4 0 117 0,2-1-72 0,-1 7-26 16,7-7 85-16,1-3-65 0,2 1-33 0,4 0 0 15,0-1-38-15,4 4 15 31,11-9-9-31,4 0-1 0,-1-2-51 0,2-4 26 0,-4 2-1 0,1 2-196 0,-7-7 107 0,-2-2 58 16,-3 0 29-16,-5-2-351 16,0-1 171-16,-3 1 41 0,-13-4-195 0,-3-2 145 15,-4 0 72-15,-3-3 36 0,-1-2-37 0,-3 0 27 0,5-2 9 0,-1 0 38 47,3-4 34-47,-2-10-34 0,5 1-1 0,-1-4 80 0,8 3-35 0,4-1-1 0,2 2-43 0,3 1 406 0,4 4-200 0,0-2-61 16,0 5 472-16,2 2-257 0,10 2-143 0,4-1-73 31,3 2 292-31,2 0-266 0,-1 0-134 0,3 3 0 0,3 5 0 0,-1 1 0 0,-1 1 0 0,4 1 0 16,-5 2 0-16,1 1 0 0,-2-2 0 0,0 1 0 15,4 4 0 1,-6-3 0-16,0 2-395 0,-3 1 39 0,0-4 110 16,1 1 114-16,2 1-749 0,-5-3 426 15</inkml:trace>
  <inkml:trace contextRef="#ctx0" brushRef="#br0" timeOffset="-103515.86">32362 3253 3428 0,'-16'-5'0'0,"2"-2"0"0,5 3 0 0,5 1 0 0,4 3 0 0,0 0 3 0,2 0-39 0,0 0 0 0,3 4-45 0,-3-1 36 0,0-3 9 0,-2 0-245 0,0 0 123 0,0 0 60 0</inkml:trace>
  <inkml:trace contextRef="#ctx0" brushRef="#br0" timeOffset="-83513.17">5679 8139 1487 0,'-7'0'0'15,"2"0"0"-15,0 0 0 0,-2 0 0 0,2 0 0 0,5 0 518 0,0 0-241 0,0 0-119 16,3 0-61-16,11 0 335 0,5 0-202 0,6 2-97 16,3 0-48-16,6-2 101 0,1 0-74 0,6 0-29 15,-6 0-83-15,2 0 37 0,2 0 0 0,0 0-152 16,0 0 77-16,0 0 46 0,-8 0-9 0,-2-2-213 16,-7 1 126-16,-5 0 57 0,-6-2 33 15,1 3-502-15,-11 0 241 0,-1 0 81 16,0 0 70-16,-11 0-380 0,-6 0 225 0,-2 0 104 0,-3 3-441 0</inkml:trace>
  <inkml:trace contextRef="#ctx0" brushRef="#br0" timeOffset="-83305.72">5810 8102 1473 0,'-7'6'0'0,"1"-1"0"0,2 4 0 0,0-1 0 0,0 3 0 0,4 4 186 0,0 3-65 0,0 4-46 0,0 5 655 16,8 2-346-16,0 5-173 0,5 5-88 0,-4 9 339 15,1-7-296-15,-3 6-166 0,3-1 0 0,-5 4 0 16,-3-1 0-16,1 6 0 0,-1-9 0 0,-2-4 0 16,0-1 0-16,0-2-405 0,0-4 132 0,-2 2 164 15,-1-17 68-15,-1-2-403 16,1-8 213-16,-1-8 48 0,0-1 64 0,2-1-502 16,1-12 291-16</inkml:trace>
  <inkml:trace contextRef="#ctx0" brushRef="#br0" timeOffset="-83167.2">5839 8594 1615 0,'0'-10'0'0,"0"-2"0"0,0 1 0 0,1-2 0 0,1 5 0 0,2-1 0 0,2-2 0 0,-1 1 0 0,7 1 771 15,1 0-358-15,1 2-192 0,5-2 349 0,0 1-267 0,3 2-265 0,1 0-38 16,6-1 0-16,-7 3 0 0,2 2 0 0,-1 0-705 16,1 2 353-16,-2 0 195 0,-1 0 105 0,-2 7-474 15</inkml:trace>
  <inkml:trace contextRef="#ctx0" brushRef="#br0" timeOffset="-82924.55">6218 8614 1777 0,'0'1'0'16,"0"-1"0"-16,0 3 0 0,0-1 0 0,0-2 0 0,0 4 0 0,4-1 391 0,6 2-177 0,0 0 220 15,4 2-204-15,1 3-96 0,0 0-48 16,2 1 36-16,-5 4-42 0,5 2 9 15,-9 2-52-15,-3 1 9 0,-2 2-9 0,-3 1 0 0,0 1 0 16,-11 1 25-16,-7-3-25 0,-4-3 0 16,-1-2-50-16,-4-2 25 0,0-3 0 0,-2-1-291 0,4-8 128 15,2-3 89-15,3 0 6 0,2 0-577 0,5-7 285 0,4-10 146 16,9 0 88-16,0-2-544 0,5-3 312 16,10-2 154-16</inkml:trace>
  <inkml:trace contextRef="#ctx0" brushRef="#br0" timeOffset="-82759.73">6392 8608 1531 0,'7'-5'-2'0,"4"-2"0"15,-7 2-1-15,-1 3 1 0,-2 2-1 0,2-3 1 0,-3 3 0 0,0 0 856 0,0 10-416 16,-3 7-202-16,-3 2 213 0,2 4-208 0,-1 3-102 0,1 4-80 47,4-1-59-47,0-1 0 0,0 1 0 0,11 0 0 0,6-2 0 0,4 0 0 0,5-6 0 0,7-7-101 0,6 1-215 15,0-9 176-15,3-3 89 0</inkml:trace>
  <inkml:trace contextRef="#ctx0" brushRef="#br0" timeOffset="-81974.35">2744 8366 1468 0,'0'0'0'0,"-5"0"0"0,1 0 0 0,0 0 0 0,2 0 0 0,2 7 0 0,0-2 471 0,0 5-217 0,3-1-109 0,7 4-45 0,3 1 191 16,3 0-127-16,1 1-64 15,2 0-32-15,1-1-121 0,1 3 54 0,-3-2-9 16,0-3-329-16,-1 4 187 0,-3-1 93 0,-2 0 47 31,1-1-517-31,-8-1 204 0,0-2 161 0,-1 1-238 0,-2-2 181 0,-1-5 92 16</inkml:trace>
  <inkml:trace contextRef="#ctx0" brushRef="#br0" timeOffset="-81767.45">3067 8296 2460 0,'0'-1'0'0,"0"-1"0"0,0-1 0 0,0 3 0 0,0 0 0 0,0 0 0 0,0 0 0 0,0 6 0 0,0 9 376 0,0 6-170 0,0 8-75 0,0 6 309 0,-4 8-202 0,-2 8-158 0,-2 6-80 0,-2 4 0 0,-3 9 0 0,0-10 0 0,-1-4 0 32,-2 0 0-32,3-5 0 0,-1-6 0 0,-4 2 0 0,3-16-11 0,3-9-49 0,2-3-505 0,0-9 230 15,3-7 170-15,4-1-516 0,1-2 327 16,2-8 159-16,0-13 79 0,2-5-492 0,8-4 286 0</inkml:trace>
  <inkml:trace contextRef="#ctx0" brushRef="#br0" timeOffset="-81567.79">3245 8486 1317 0,'7'-9'0'0,"2"2"0"0,-2 2 0 0,0 1 0 0,-1 2 0 0,-3 2 750 0,1 0-357 0,1 3-178 0,-1 11-89 0,2 0 258 15,-3 6-179 1,-1 1-84-16,1 5 290 0,-1 3-402 0,-1 0-9 0,1 5 0 15,-2-5 0-15,0 0 0 0,0 2 0 32,0-1 0-32,0-4-180 31,0 3 114-31,0-8 46 0,0-3-632 0,-3-6 295 0,0-1 184 0,-1-5-45 0,1-6-179 0,0 0 180 0,0-11 90 0,1-9 45 0</inkml:trace>
  <inkml:trace contextRef="#ctx0" brushRef="#br0" timeOffset="-81288.93">3255 8267 1334 0,'0'-13'0'0,"2"2"0"0,-1-3 0 0,5 3 0 0,1 0 0 0,5-1 0 0,2 3 0 0,3 2 504 0,8 0-234 16,2 3-116-16,5 0 165 0,4 0-131 15,-3 2-81-15,3 0-35 0,1 2 72 16,-1 0-53-16,0 0-28 0,2 0 10 0,-11 2 13 16,-1 5-25-16,-4 2 0 0,-5 3 29 0,-2 1-26 0,-1 3 8 15,-7 2 106-15,-2 3-178 16,-4 2 0-16,0 3 0 0,0 3 0 15,1 8 0 1,-2-4 0-16,0 3 0 0,1 2 0 0,1 2 0 31,1 1 0-31,3 9 0 0,-2-8 0 0,3-1 0 0,0 1 0 16,-1-1-258 0,0-3-88-1,3 5 162-15,-4-11-211 0,-2-5 179 0,-1-4 90 0,-2-5 45 0,0 1-468 0,0-13 261 0,-2-1 126 0,-7-5 63 0,-5 0-411 0</inkml:trace>
  <inkml:trace contextRef="#ctx0" brushRef="#br0" timeOffset="-81006.33">3379 8514 1877 0,'-9'-3'0'16,"3"0"0"-16,2-1 0 0,3 1 0 0,1 1 0 0,0-3 344 0,5 0-158 0</inkml:trace>
  <inkml:trace contextRef="#ctx0" brushRef="#br0" timeOffset="-80966.59">3382 8485 2518 0,'21'-6'323'0,"4"0"-143"0,2 1-72 0,2-1-96 0,2 1-9 0,-4 4 34 0,0-2-1 0,-1 3-532 0,-1 0 266 0,2 0 143 0,-8 4 56 0,-8 7-821 0</inkml:trace>
  <inkml:trace contextRef="#ctx0" brushRef="#br0" timeOffset="-80706.71">3538 8386 1833 0,'-4'0'0'0,"-1"0"0"0,-1 0 0 0,1 4 0 0,3-1 0 16,-1 4 0-16,0 3 0 0,0 1 302 0,3 1-133 0,0 8-66 0,0 0-33 0,0 4-73 0,0 3 8 0,0-3 32 0,3 0-1 0,-2 2-308 16,1-4 154 30,0-2 77-46,-2 1-225 0,0-4 146 0,0-7 78 0,0-2-99 0,0-2 12 0,-5-3 54 0,-2-1-29 0,4-2 187 0,-1 0-60 0,-1 0-29 0,1-2-1 0,1-4 257 0,1 3-133 0,1-3-66 0,-1 4 1 0,2-1 125 0,-1-1-40 0,1 1-59 0,0 3 105 0,0-3-78 0,0 0-34 0,0 2-93 0,0-3 30 0,4 2-1 0,4-2 39 0,-2 2-187 16,1-2 89-16,5 0 44 0,-4 0 0 0,4 1-181 16,-1-1 87-16,-1 3 55 0,-1-1-10 15,2 1-38-15,0-2 6 0,-3 3 33 0,4 0 3 0,-7 0 19 16,0 4-11-16,-1 3 170 16,-1 3-79-16,-1 0-38 0,-2 1-3 0,0-1 157 15,0 1-76-15,-8 0-48 0,1 1 1 0,-5-5 98 16,1 3-41-16,-3-3-41 0,2-4 9 0,1 0-36 15,-2-3 36-15,4 0-29 0,-3 0-109 16,5 0 51-16,-2 0 28 0,4 0-227 0,2 0 110 16,-3-2 50-16,6-2 34 0,0 0-360 15,0 1 180-15,0 1 66 0,0 0 52 0,3 1-414 0</inkml:trace>
  <inkml:trace contextRef="#ctx0" brushRef="#br0" timeOffset="-80503.56">3399 8850 1738 0,'-18'3'0'0,"4"-2"0"0,6 2 0 0,-2 0 0 0,4-2 0 0,3-1 261 0,0 1-103 0,3-1-65 16,0 2 385-16,10-2-220 0,7 0-111 16,5 0-56-1,0 0 165-15,5 0-115 0,0 0-52 0,4 0-26 0,-2 0-315 0,4 0 144 0,2 0 81 16,-7 0-609-16,3 0 337 0,-4 0 167 15,2 4-350-15,-2-3 241 0,5 4 3 0</inkml:trace>
  <inkml:trace contextRef="#ctx0" brushRef="#br0" timeOffset="-80317.66">4172 8207 3145 0,'0'-8'0'16,"-2"1"0"-16,0 1 0 0,-1 1 0 0,1 1 0 0,2-1 0 0,0 4 0 0,0 0 0 0,0-1 303 0,0-1-138 0,0 3-64 0,2 0-54 15,3 0-11-15,2 3-1 0,1 3 9 0,-3 6-564 16,0-1 277-16,1 6 140 0,-2 0 69 0</inkml:trace>
  <inkml:trace contextRef="#ctx0" brushRef="#br0" timeOffset="-79622.91">4072 8448 1936 0,'-13'5'0'0,"3"-1"0"0,0 1 0 0,1 1 0 0,-1 2 0 0,6-4 0 0,2 2 0 0,1 2 340 0,1-3-153 0,0 0-40 0,0 5-47 0,0-4-37 16,4 0 1-16,5 1-429 0,-1 0 201 16,-3-2 100-16,2 0 58 0,-2-2-409 15,-2-1 226-15,-1-2 111 0,-1 0 58 0,-1 0-51 0,0 0-102 16,0 0 73-16,-3-5 110 31,-2-3-22-31,0-3-1 0,1 0 211 16,3-1-113-16,1-1-60 15,0 0-30-15,0-1 225 0,3 2-90 0,7-1-71 0,4 2 33 0,0-1-48 0,4 3 17 0,2 1 0 0,1 1-26 0,3 1 9 0,-1 4-8 0,-2 0-1 16,0 2-212-16,-1 0 104 0,-4 10 36 0,1 4-85 16,-8 2 48-16,-2 2 39 0,-6 3-11 0,-1-1 85 31,-1-4-20-31,-11 4-34 0,-1-3-19 0,-2-2 196 0,-1-2-81 0,-1-3-42 31,1-2-12-31,1 0 169 0,5-2-91 0,0-5-42 0,5 1 9 0,0 0-1 0,5-2-19 0,0 0-193 16,0 0 83-16,2 0 47 15,5 0 23 17,6 0-218-32,-3 0 104 0,2 0 44 0,0 0 32 15,-5 3-182-15,1 4 94 0,0 2 18 0,-5 1 32 0,0 2 49 0,-2-1 9 0,-1 1-29 0,0 2 92 0,-3-2-47 0,-4 0-22 0,-6 2 278 16,3-7-140-16,-1 5-47 0,-2-6-44 0,2 3 235 15,0-4-117-15,1 1-34 0,4-2-41 0,1-2-7 0,2 1 0 16,0 2-36-16,3-3 9 0,0 3-173 16,0-2 82-16,3 0 41 93,5 3-139-93,1-1 78 0,-2 2 55 0,2 2-61 0,-2-1 42 0,-3 3-10 0,1-1 0 0,-4 3 65 0,-1 1-3 0,0-3-70 0,0-1 31 0,-4-1 126 0,-3 2-60 0,-6-3-23 16,0 1-3-16,0-9 93 0,-4 0-54 0,-1 0-8 0,0 0 65 0,1-9-38 0,-2-2-19 0,2-3 79 0,3 1-52 0,2-1-26 0,1 0 0 0,4 4 150 47,-3 1-79-47,5 0-53 0,4 6-22 0,1 0 65 0,0 3-111 0,9 0-12 0,7 3 0 0,8 8 0 0,4 6 0 0,7 3 0 0,7 7 0 0,7-1 0 0,5 3 0 0,-4-1 0 16,4 0 0-16,4-1 0 0,1 1 0 0,-3-5 0 15,5 1-26-15,-13-7-30 16,-5-4 34-16,-5-2-687 0,-4-4 338 0,-5 0 167 0,1-2-745 0</inkml:trace>
  <inkml:trace contextRef="#ctx0" brushRef="#br0" timeOffset="-79481.99">5182 8961 3597 0,'0'0'0'0,"1"0"0"0,2 0 0 0,0 0 0 0,0-1-473 0,0-2 220 0,3 0 101 0,-4 0 64 16,4 1 26-16,-3-3 1 0,-1 0 27 0</inkml:trace>
  <inkml:trace contextRef="#ctx0" brushRef="#br0" timeOffset="-71186.83">14587 3564 1409 0,'-2'0'0'0,"-1"-1"0"0,1-2 0 0,-1 1 0 0,1 1 0 0,-1-1 0 0,2 0 0 0,-1 0 0 0,0 0 67 0,1 1 9 16,1-1-39-16,0 2 513 0,-2 0-256 16,2 0-128-16,0-3-13 0,0 3-62 0,0 0-27 15,0 0 0-15,0 0 7 0,0 0 0 0,2 0-24 0,1 0-10 0,3 0 92 16,-4 0-45-16,1 0-1 15,2 0-45-15,-1 0 74 0,1 0-42 0,-2 0 1 16,2 0 64-16,-1 0-123 0,2 0-12 0,-1 0 0 0,1 0 0 16,2 0 0-16,-3 0 0 0,3 0 0 15,3 0 0-15,0 0 0 0,2 0 0 0,3 0 0 16,4-2 0-16,4 1 0 16,3-2 0-16,8 0 0 0,1-2 0 0,3 2 0 0,4 0 0 0,3 2 0 15,4-1 0 1,3-1 0-16,-7 3 0 0,1 0 0 0,-1 0 0 0,-3 0 0 15,0 0 0-15,3 0 0 0,-12 0 0 0,0 5 0 0,-7-2 0 16,-1-2 0-16,-4 2 0 0,1 2 0 16,-12-5 0-16,-1 3 0 0,-3-2 0 0,-3 1 0 15,-3-2 0-15,1 1 0 0,-2-1 0 0,0 0 0 16,0 0 0-16,0 0 0 0,-3 0 0 0,-1 0 0 16,4 0 0-16,-3 0 0 46,-1 0 0-30,4 0 0-16,-2 0 0 0,1 0 0 0,1 0 0 0,-2 0 0 31,2 0 0-15,0 0 0-16,-1 0 0 0,1 0 0 0,0 0 0 0,0 0 0 0,0 0 0 0,0 0 0 0,-2 0 0 0,0 0 0 0,0 0 0 0,-3 0-842 0,-2 2 256 0</inkml:trace>
  <inkml:trace contextRef="#ctx0" brushRef="#br0" timeOffset="-63221.46">5789 4922 1801 0,'-2'0'0'0,"0"0"0"0,-2 0 0 0,3 0 0 0,-1 0 0 0,1 0 0 0,1 0 0 0,0 3 219 0,0 2-90 0,0 1 127 16,7 1-109-16,2 2-46 0,-1 0-36 0,3 1-148 15,-2 3 55-15,3-2 33 16,0 2 9-16,-2-1-183 0,-1 2 103 0,0 2 52 0,-3 1 25 0,0 3-689 16,-2 2 286-16</inkml:trace>
  <inkml:trace contextRef="#ctx0" brushRef="#br0" timeOffset="-63039.74">5627 5314 1829 0,'-18'3'0'0,"0"4"0"0,8-4 0 0,2 1 0 0,4-3 0 0,4 1 0 0,0-2 0 0,8 2 303 16,11-2-137-16,9 0-65 0,5 0 390 0,8-2-228 16,1-7-112-16,8 0-48 0,-7 0-60 0,1 0-6 0,-3 0 1 15,0 3-1-15,-1-3-204 0,5 4 112 16,-15 1 41-16,-1 1-529 0,-7 3 290 16,-4 0 145-16,-5 0-668 0,-3 7 331 15,-10 3 209-15</inkml:trace>
  <inkml:trace contextRef="#ctx0" brushRef="#br0" timeOffset="-62882.58">5803 5348 2025 0,'-9'1'0'0,"-1"1"0"0,0 3 0 0,3 0 0 0,2 0 0 0,2 1 0 0,3 1 0 0,0 4 0 0,0 1 383 0,0-1-177 0,0 2-85 15,3 4-115-15,5-2 1 0,0 1 30 0,3 5-446 16,-3-3 218-16,1 1 115 0,1-4 56 0,-3 2-687 15,2-4 351-15</inkml:trace>
  <inkml:trace contextRef="#ctx0" brushRef="#br0" timeOffset="-62713.05">5923 5375 1260 0,'0'0'0'0,"1"0"0"0,-1 0 0 0,0 0 0 0,0 0 0 0,3 0 0 0,-3 0 584 0,2 0-277 0,-1 0-136 0,0 0 23 0,0 4-79 0,1 4-39 0,0 0-148 0,0 1 50 0,0 2 29 16,-1 3 1-16,1 1-453 0,-2-1 241 0,0 5 130 0,0-2 51 16,0 0-613-16,-2 0 317 15</inkml:trace>
  <inkml:trace contextRef="#ctx0" brushRef="#br0" timeOffset="-62566.98">5669 5542 1508 0,'-16'3'0'0,"5"2"0"0,-4 2 0 0,5-5 0 0,4 5 0 0,1-2 0 0,5 1 0 0,-2 0 227 16,0-1-86-16,2 1-236 0,0 0 66 0,2-1 33 0,3 0 0 15,7 0-180-15,0 1 116 0,4-3 44 16,2-3 27-16</inkml:trace>
  <inkml:trace contextRef="#ctx0" brushRef="#br0" timeOffset="-62155.88">6159 5373 688 0,'0'6'0'0,"0"0"0"0,0-1 0 0,0 1 0 0,0 1 0 0,0 1 0 0,0 2 0 0,-2 0 0 0,-3 2-23 0,-1 0 29 0,0 0 1 0,-1 6-183 16,-2 0 94-16,-4 0 44 0,2 0 1 0,-4 2-14 15,-1 0 25-15,-1-1 0 16,0 0 24-16,0-4 67 0,4-2-34 0,-1-2-1 0,3-1 197 15,2 1-114-15,5-8-51 0,-1 3 179 0,5-2-93 0,0-2-59 16,0 1-11-16,5 1 37 0,4 1-43 0,3 0 0 16,-3 0-35-16,2 2 14 15,-3 3-13-15,3 2 8 0,-5 0-9 0,-1 0-79 16,-2 5 40-16,-2-2-1 0,-1-1-37 0,0 1 48 16,0-1-18-16,-9-2-157 0,-2-4 79 0,-3 2 50 15,-4-6 5-15,-1 0-114 0,-2-4 57 0,0 0 38 16,-5-8-1-16,3-8 49 0,0-5-32 0,-1-1 2 15,5-1 59-15,2 0-26 0,4 1-10 0,3 2-18 16,3 4 378-16,4-1-180 16,3 5-72-16,0 5 391 0,10 0-218 15,10 4-117-15,4 3-58 0,8 0 191 0,0 0-130 0,4 12-59 16,2 1-30-16,3 1 27 0,-2 3-29 0,6 2 10 16,-6-4-38-16,-2 2-206 0,2-1 103 0,-1-1 51 15,0-2-640-15,3 1 302 0,-9-8 184 0</inkml:trace>
  <inkml:trace contextRef="#ctx0" brushRef="#br0" timeOffset="-61966.78">6621 5173 1884 0,'0'0'0'0,"0"0"0"0,0 0 0 0,0 1 0 0,0 1 0 0,0 4 331 16,0 4-147-16,0 4 21 0,1 1-75 15,3 5-52-15,0 4 1 0,5 2-171 0,-6 3 64 16,4 0 32-16,0 5 9 0,-3-6-532 16,2-1 273-16,-3-2 138 0,0-2 68 0,0-4-707 0,-2-1 346 0</inkml:trace>
  <inkml:trace contextRef="#ctx0" brushRef="#br0" timeOffset="-61847">6650 5415 995 0,'-4'-6'0'0,"0"1"0"0,2 0 0 0,1 2 0 0,1-1 0 0,0 4 0 0,0-2 446 0,2 0-196 15,9 1-111-15,4 1 186 0,1 0-144 0,4 0-72 0,-1 0-37 16,6 0-207-16,-2 1 81 16,-2 3 45-16,0 0-287 0,0 2 167 0,-1 1 82 0</inkml:trace>
  <inkml:trace contextRef="#ctx0" brushRef="#br0" timeOffset="-61638.69">6466 5680 2078 0,'-18'0'0'0,"4"0"0"0,3 0 0 16,-1 0 0-16,9 0 0 0,3 0 0 0,0 0 0 0,10 0 350 0,16 0-156 0,3 0-70 0,7-2 261 15,4-3-174-15,1-2-87 0,1 2-358 16,2 0 135-16,1 0 77 47,-5 3 25-47,-1-2-322 0,0 1 177 0,-3 0 90 0,-1 3 44 0,4-3-716 0,-14-1 235 0</inkml:trace>
  <inkml:trace contextRef="#ctx0" brushRef="#br0" timeOffset="-61229.4">7026 5227 835 0,'4'-6'0'0,"-1"3"0"0,2 1 0 0,0-1 0 0,1 3 270 15,4-2-117-15,0 2-49 0,1 0-38 0,-1 0-63 0,1 6 33 0,-2 4 1 16,2 1 8-16,-5 3-44 15,-1 0-1-15,-1 3 36 0,-2 0-32 16,-2 0 0-16,0 0 41 0,0-2-8 0,0-3 58 0,0 0-29 0,2 0 0 16,-1-5-24-16,6 4 4 0,1-5-10 0,1-1-14 0,1 0-12 15,3-3 5-15,0 0 21 16,3 1 10-16,-2 0-113 16,-1 1 51-16,-2-1 25 0,-2 4-60 0,0 0 39 0,-2 1 15 0,-6 1-74 15,-1 6 32-15,0-2 24 16,-6 1-6-16,-8-2-57 0,-2 3 29 0,1-6 0 0,-7 3 23 0,3-7-208 15,-2 1 96-15,-1-5 57 0,0-1 6 0,3 0-193 16,1-8 116-16,2-8 58 0,4-2-17 0,-1-7 37 16,0-3-9-16,6 1 46 15,4 3 56-15,2 3-27 0,0 0-1 0,1 6 402 16,0 0-223-16,0 8-99 0,0 3-54 0,4 4 537 31,4 0-266-31,4 11-92 0,0 10-71 0,-1 6 280 0,2 7-184 0,-1 0-92 16,-1 8 4-16,1-1-49 0,-1 7-14 0,0-4-183 15,-4 0 74-15,1 1 38 0,-3 0 0 0,-3-1-470 0,-1 3 263 16,1-9 117-16,-2-4 64 0,0 0-695 0,0-9 343 0</inkml:trace>
  <inkml:trace contextRef="#ctx0" brushRef="#br0" timeOffset="-60991.84">7473 5095 966 0,'6'-3'0'15,"0"-1"0"-15,1 3 0 0,2-2 0 0,-2 1 124 0,1-1-45 0,0 3-22 0,2 0 418 0,0 0-220 0,4 0-101 16,-5 0-64-16,4 0 161 16,-3 0-107-16,1 5-55 0,2 2-7 0,0 1-14 15,0 2-9-15,-1 2-24 0,-2 3-66 0,3 2 33 0,-3 0 0 0,4 5-211 16,-6-1 118-16,1 3 63 15,-2-2 32-15,1 3-275 0,-4-1 145 0,-1 4 19 0,-2-5-13 0,-1-3-517 16</inkml:trace>
  <inkml:trace contextRef="#ctx0" brushRef="#br0" timeOffset="-60749.2">7443 5340 1411 0,'-2'0'0'0,"-3"0"0"0,0-1 0 0,3-1 0 0,1 1 0 0,1-1 267 0,0 0-116 0,1 1-49 0,11-1 92 0,3 2-80 0,1-2-39 16,4 2 0-16,-1 0-267 16,2 0 123-16,-1 0 47 0,-2 0 28 0,-1 0-230 0,-1 0 129 0,-2 2 65 15,-2 3-451-15,-3 1 236 16,-3 3 117-16,-4 3-69 0,-2-1 81 16,0 0 40-16,0 4-8 0,-8-2 196 0,-1-1-74 0,-2-1-36 15,1 1-1 1,1-3 205-16,0-1-129 0,3-1-52 0,2-3-30 0,1-1 55 15,-3-1 19-15,6-2-39 0,0 0-133 0,0 0 55 0,0-5 54 0</inkml:trace>
  <inkml:trace contextRef="#ctx0" brushRef="#br0" timeOffset="-60336.26">7434 5254 803 0,'-10'0'0'0,"-2"0"0"0,4 3 0 0,-3 1 0 0,6 4 0 0,2 7 397 16,2 4-182-16,1 3-89 0,0 8-46 0,0 7 101 15,0 2-77-15,1 4-35 16,2-1 0-16,2 4-99 0,0-1 32 0,1 1 10 0,-2-7-60 0,0-6 42 16,1-3-1-1,2-6-142-15,-2-7 91 0,2 0 56 0,-2-14 14 0,2-3-228 16,6-2 108-16,-2-13 13 0,4-9 40 16,2-2-30-16,2-2 30 0,-1 2-13 0,1-3 33 0,3 2 58 15,-1 5-29-15,0-1-9 0,-4 9 153 0,-2 3-75 16,-3 4-42-16,-4 6 74 0,-2 1-52 0,-1 0-11 47,-5 3 2-47,0 12 268 0,-7 4-139 0,-7 4-48 0,-6 5-41 0,-2 0 69 0,-1-4-58 0,-1 0-25 0,-4 0 0 0,1-6-251 15,-2-3 114-15,0-1 64 16,4-9-426-16,3-3 218 0,3-2 118 0,2 0-137 0,5-12 113 0,-1-6 4 16,9-3 50-16,1-4-21 0,3 2 29 0,0 2 0 15,0 1 30-15,0 2 384 0,1 5-188 0,4 6-97 16,6 0-50-16,-1 4 814 15,7 3-409-15,4 0-123 0,2 0 423 16,5 10-342-16,6 4-290 0,-1 3-87 0,10 2 0 0,-4-2 0 16,3 3 0-16,2 2 0 0,6-1 0 0,0 3 0 0,12-2 0 15,-9-6-1028-15</inkml:trace>
  <inkml:trace contextRef="#ctx0" brushRef="#br0" timeOffset="-60062.93">8193 4991 2274 0,'3'0'0'0,"-1"-6"0"0,4 0 0 0,3 1 0 0,0-2-126 0,4 6 45 16,4-2 0-16,1 1 44 0,2 2 478 15,1 0-193-15,-3 0-111 16,-1 0-697-16,-1 6 262 0,-1 5 131 0,-1 4-521 0</inkml:trace>
  <inkml:trace contextRef="#ctx0" brushRef="#br0" timeOffset="-59393.81">8173 5303 1456 0,'0'3'0'0,"0"-2"0"0,-1 4 0 0,0-1 0 0,-4 0 0 0,2 0 0 0,2 1 0 0,1 0 330 0,0 0-147 0,0 2-74 16,0-2-36-16,0 3-92 0,0-1 23 0,0-1 0 0,1-3-337 16,1 5 185-16,2-3 92 0,-2-1-364 15,-1 0 215-15,0-1 109 0,-1 0 55 0,0-3-197 16,0 0 76-16,-1 0 54 0,-6 0 40 0,2-3 119 15,0-4-44-15,-4-4 0 0,5 0-43 0,0-3 92 16,4 2-42 0,0-1-25-16,0-1 275 0,5 1-148 0,9-2-19 0,3 0 118 0,5 3-99 15,4 2-9-15,2-1-35 0,2 3-106 16,0 2 35-16,3 3 9 0,-6 3 26 0,-2 0-242 16,-4 3 117-16,-6 11 44 0,-2 2 40 0,-12 1-103 15,-1 7 54-15,-3-2-5 0,-11 2 126 0,-8-2-62 31,0 2-4-31,-4-5 299 0,0-4-149 0,4-1-69 0,-1-5-39 0,3-1 264 0,3 0-126 16,5-4-77-16,5-4-34 0,3 0 6 16,4 0-40-16,0 0 1 0,1 0 8 0,9 0-196 0,7-6 94 15,-1 0 46-15,3 1-117 0,-2 5 79 16,-1-3 50-16,-3 3-60 0,-3 0 37 0,-2 0-19 16,-1 3-1-16,-3 4 73 0,-2 3-2 0,0 0-74 15,-2 1 28 1,0 3 114-16,-3 0-52 0,-6-2-17 0,1 2 0 0,1-3 18 15,-3-2 1-15,4 0-11 0,-1-3-72 0,2 1 9 0,-1 0 46 16,4-3-64-16,0-1 29 0,-1 1-5 16,1-1 32-16,2 1-112 15,0-1 50-15,0 0 10 0,0 0 1 0,0 0-1 0,0 1 0 0,0 0 7 16,0 3 11-16,0 0 211 16,0-1-99-16,-3 3-48 78,-2-1 115-78,1 1-67 0,-3 0-38 0,2-1 43 0,-1-1-36 0,0-2-4 0,0 0-1 0,-1-2 18 0,1-1 9 0,-1-2-44 0,0 0 1 0,-1 0 25 0,1-5 1 0,-1-2-18 0,0-3-8 0,2 1 30 0,2-1 1 0,-3 3-32 0,3-1 74 0,-1 1-28 0,4 2-9 0,0 2-97 0,1 2 30 62,0 1 0-62,0 0 30 0,5 3 6 0,10 6-6 0,1 5 0 0,4 2 0 0,3 2-117 0,2 1 50 0,7 1 40 0,-1-2-442 0,1-1 216 0,2 0 81 0,2-2 63 0,0-2-421 16,6-2 221-16,-9-5 122 0,3-5-464 0</inkml:trace>
  <inkml:trace contextRef="#ctx0" brushRef="#br0" timeOffset="-59210.64">9136 4995 2655 0,'-4'-7'0'0,"-4"0"0"0,0 3 0 0,2 1 0 0,-4 0 0 0,-1 3 0 0,-3 0 0 0,-5 0 371 0,0 3-172 0,-3 9-406 0,-5 6 121 0,0 4 61 16,-1 1 30-16,-4 7-640 0,3 0 327 0,1 2 165 15,-3 0 84-15,3 4-729 0</inkml:trace>
  <inkml:trace contextRef="#ctx0" brushRef="#br0" timeOffset="-59071.69">8625 5387 708 0,'-4'8'0'0,"1"-4"0"0,0 4 0 0,3-6 0 0,0 3 0 0,0-4 541 0,0 3-253 31,11-4-126-31,8 0-63 0,7 0 341 0,4 0-194 0,4-6-109 0,2 0 77 31,6-2-89-31,3 1-45 0,1-2-22 0,6 1-134 0,-11 3 51 0,-2 1 30 0,-7 4-666 0,-2-3 348 0,-8 3 174 0,0 0 96 0</inkml:trace>
  <inkml:trace contextRef="#ctx0" brushRef="#br0" timeOffset="-58890.1">8917 5259 2160 0,'-6'0'0'0,"0"0"0"0,2 0 0 0,-1 0 0 0,2 0 0 0,1 2 0 0,2 10 395 15,0 6-179-15,0 7-91 16,0 7 173-16,2 5-135 0,1 4-64 0,2 7 127 0,-2 3-95 0,1 3-39 0,1-8-66 16,-4 0-354-16,2-5 164 0,-3-3 101 15,0-4 48-15,0-1-647 0,0-11 344 0,-4-7 166 0,-2-7-698 16,1-4 407-16</inkml:trace>
  <inkml:trace contextRef="#ctx0" brushRef="#br0" timeOffset="-58761.26">8878 5554 1287 0,'-10'0'0'0,"-1"0"0"0,-2 0 0 0,2 3 0 0,-3 6 0 0,-3 2 0 0,-2 6 533 0,0 1-249 0,-1 2-124 0,-1 4-47 0,0 3-39 0,0-1 10 0,2-3-49 0,7-3-277 0,0-2 138 0,6-4 70 15,3-5 35-15</inkml:trace>
  <inkml:trace contextRef="#ctx0" brushRef="#br0" timeOffset="-58612.1">8902 5536 2300 0,'5'0'0'16,"5"0"0"15,-6 2 0-31,2 2 0 0,3-1 0 0,-3 6 0 0,2 1 0 0,2 0 0 0,-2 4 291 0,3 1-128 0,-2 0-63 0,0 2-474 0,3-1 214 0,-2-1 93 0,-1-3 52 0,0 0-365 0</inkml:trace>
  <inkml:trace contextRef="#ctx0" brushRef="#br0" timeOffset="-58221.35">9221 5336 2495 0,'0'0'0'0,"0"0"0"0,0 0 0 0,0 0 0 0,0 0 0 0,0 0 0 0,0 1 0 0,0-1 0 0,0 0 223 0,0 2-99 0,0-1-44 16,0-1-326-16,0 2 140 0,0 0 71 0,0 0 45 15,3 0-231-15,-2-1 128 0,1-1 65 0,-1 0-346 16,0 0 199-16,1 0 106 0,-2 0 44 16,0 0-171-16,0 0 81 0,0 0 39 0,0-9 241 0,0 1-109 15,1-2-41-15,1 1-26 0,0-4 258 16,2 2-126-16,4-2-75 0,1-1 22 0,2 6 38 0,4-4 15 15,0 5-48-15,3 2-38 0,5 2 9 16,-4 1-8-16,1 2-1 0,0 0-90 16,-5 10 45-16,-4 4 23 0,2 3-69 15,-12 3 37-15,-1 1 2 0,0 3 0 0,-11-1 186 0,-6-2-76 16,-3 0-43-16,-1-3-3 16,0-6 332-16,0 0-172 0,4-3-86 0,0-2 86 0,3-3-76 0,3-1-53 15,6-3 125-15,1 0-126 0,4 0-77 16,0-3 0-16,1-2 0 0,15-5 0 0,1-2 0 0,3 1-4 15,2 0-631-15,-2 4 334 0,5-3 145 16,-7 6 88 0,0 3-919-16,-6-1 476 0</inkml:trace>
  <inkml:trace contextRef="#ctx0" brushRef="#br0" timeOffset="-58029.71">9279 5598 1682 0,'-9'0'0'0,"-1"4"0"0,4-1 0 0,-1 2 0 0,-1-2 0 0,1 2 330 0,3 1-152 0,1-1 276 15,2 2-210-15,-3 2-104 0,2-1-52 16,0 2 80-16,2 0-70 0,0 0-32 78,0-1 0-78,0 0-647 0,0-1 308 0,0 2 163 16,0-5 68-16</inkml:trace>
  <inkml:trace contextRef="#ctx0" brushRef="#br0" timeOffset="-57932.97">9446 5561 2155 0,'0'1'0'0,"0"1"0"0,0 2 0 0,0-1 0 16,0 0 0-16,0 6 0 0,1-1 489 0,1 1-227 0,6 4 181 0,-4 2-203 0,4 2-103 0,-1 1-42 0,0-1-98 0,1-2 0 15,0 2 38-15,-2-2 1 0,1 0-622 0,0-2 320 16,-3-2 147-16,1-4 77 16,-1-1-992-16</inkml:trace>
  <inkml:trace contextRef="#ctx0" brushRef="#br0" timeOffset="-57751.17">9834 5138 1423 0,'0'0'0'0,"0"0"0"0,0 0 0 0,0 0 0 0,0 3 783 0,0-3-375 0,-4 5-186 0,-2 3-94 0,-4 5 165 0,-2 2-133 15,-4 4-63-15,-2 4-31 16,0 1-5-16,0 1 0 0,1 2-18 0,3-5-558 0,2 2 275 15,4-7 137-15,2 1-846 0,1-4 464 0,2-2 226 0</inkml:trace>
  <inkml:trace contextRef="#ctx0" brushRef="#br0" timeOffset="-57601.96">9966 5084 1248 0,'11'-5'0'0,"0"5"0"0,2-1 0 0,0-2 0 0,4 1 0 0,2 2 579 0,-3 0-277 16,0 0-134-16,2 0-67 0,-1 0-4 0,2 0-31 15,1 5 8-15,-6 1-326 16,1 2 143-16,-8 3 72 0,-1 3 36 0,-4 2-636 16,-2 5 344-16</inkml:trace>
  <inkml:trace contextRef="#ctx0" brushRef="#br0" timeOffset="-57322.01">9860 5447 1193 0,'-6'6'0'0,"0"-2"0"0,3 1 0 15,1 0 0-15,2-2 0 0,0 1 0 0,3-1 0 0,13-1 446 0,4 1-206 0,4 0-102 0,5 3-52 0,-1-1 42 0,3 4-50 16,-3 2-1-16,1 2-43 0,-3 5-48 0,0 6 33 16,-10-1-9-16,-4 4-147 0,-7 5 86 15,-5 1 43-15,-2 2-98 0,-15 0 79 0,-3-5 27 16,-5-5-1-16,1-5-389 0,-2-6 189 0,5-9 41 0,0-3 57 16,7-2-235-16,5-14 151 0,2-10 76 0,4-6 39 15,3-6-135-15,0-5 78 16,0 0 51-16,6 4 14 0,1 6 0 15,-2 2 63-15,1 7 155 0,-2 0-121 0,-4 10-29 0,0 8 0 16,0 4 614-16,-18 2-322 0,-3 19-102 0,-9 9-101 16,-5 8 590-16,-4 7-324 0,-4 2-163 0,-6 3-80 15,-1-2-95-15,-6 3 22 0,12-12-8 0,2-5-691 16,9-9 345-16</inkml:trace>
  <inkml:trace contextRef="#ctx0" brushRef="#br0" timeOffset="-56805.86">10368 5346 1011 0,'0'0'0'0,"0"0"0"0,0 0 0 0,0-2 0 0,3 0 545 0,8 0-254 0,8 1-128 0,6-2-55 0,9 1 186 15,5 0-129-15,6 1-65 0,5-1 38 0,2 2-51 16,4 0-17-16,-11 0-261 16,-3 0 114-16,0 0 56 0,-8 0 28 0,-4 3-430 15,-2 1 238-15,-16 0 106 0,-5 2 57 0,-5-3-594 16,-2 3 257-16,0 0 161 0,-10 3 73 0,-6-4-234 0</inkml:trace>
  <inkml:trace contextRef="#ctx0" brushRef="#br0" timeOffset="-56224.27">10632 5029 1187 0,'0'-9'0'0,"-2"4"0"0,0 3 0 0,1 2 0 0,1 0 0 0,0 19 0 0,0 7 246 0,1 9-104 16,4 10-54-16,5 6 278 0,-4 7-156 0,-2 1-92 16,3 5-41-16,-1 4 12 46,3-3-26-46,-2 1 0 0,-1 4-19 0,-3-19-266 0,0-3 129 0,-1-2 64 0,-2-6-373 0,0 3 227 0,0-19 102 0,-7-3-206 0,-1-6 139 0,-5-6-12 16,0-4 61-16,-1-4-119 16,-1-1 92-16,-3-8 41 0,1-9 0 0,-2-2 86 15,2-5-22-15,-5-3-9 0,5 0-13 0,3-6 102 0,-1-1-51 0,5 0-26 32,1 1 107-17,1-2-75-15,4 11-25 0,4 0 137 0,0 5-76 0,0 3 1 0,0 1-31 0,5 0 139 0,7 9-76 0,2 6-13 0,1 0-26 16,2 0-49-16,-1 0 0 0,1 10 52 15,-3 2-21-15,-4 2-161 0,0 1 76 0,-7 0 35 16,1 0-75-16,-3 0 47 16,-1 0 26 15,0-2 71-15,0 0-25-16,-5-2-17 0,-7-1-13 0,4-1 71 0,-4-4-35 0,2-2-6 0,-2-3-30 0,2 0 163 31,0 0-73-31,4 0-13 0,2-5 34 0,4-5-26 0,0 1-23 0,0-1-1 0,8-2-59 0,9 2 9 15,3 2 27-15,2 0-64 16,5 1 32-16,4 0 1 0,4 3 30 0,6-3-24 31,0 4 3-15,0-2 15-16,2 1-30 0,-1 1-13 0,-6-1 1 0,7 1 18 0,-16 1-9 0,-1 0-112 0,-7 1 56 0,-3-2 32 0,-2 2-82 0,-11-1 52 0,-1 2 17 0,-2 0 158 0,0 0-65 16,-8 0-31-16,-2 0-14 0,-3 3 416 0,1 3-199 0,4-1-103 0,-4-2-37 0,7 1 156 0,-2-2-94 15,5 1-59-15,0-1 72 16,2 0-62-16,0 0-30 0,2-2-1 0,5 0-109 0,2 0 34 0,3 0 1 0,1 0-270 15,0-2 157-15,0-2 79 0,2-1 47 0,-2-2-635 16,0 2 276-16,-3 2 167 0,-2-3 34 16</inkml:trace>
  <inkml:trace contextRef="#ctx0" brushRef="#br0" timeOffset="-55728.72">10996 5598 80 0,'0'-4'0'0,"0"1"0"0,2-2 0 0,-1 2 0 0,1-1 0 0,0-1 224 16,0 5-95-16,1-5-47 0,-2 2-24 0,0-1 173 0,1 1-103 0,-1 1-46 15,1-1 147-15,-1 2-96 16,1-2-49-16,-2 3-16 0,0 0 43 0,0 0-38 0,0 0 0 0,0 0-71 15,-8 0 33-15,-1 4 9 0,-1 1-9 16,-4 4-58-16,-1-3 29 0,-3 3 0 16,0-4 29 15,-4 2 50-31,3-2-8 0,-2 2-42 0,-1-4 158 0,0 2-78 0,5-2-41 0,-5 0 10 0,8 0 159 0,2-2-105 0,1 1-51 0,4 0 32 16,3 1-43-16,-1 4 10 0,5 0-51 0,0 1-10 15,14 4 10-15,4 0 0 16,6 2 9-16,3 1-137 0,4 2 65 0,3 0 31 0,-3-3-416 15,4 3 205-15,2-2 123 16,-7-1 5-16,-1-2-603 0,-3-2 324 16,0-2 162-16,-3-4-177 0</inkml:trace>
  <inkml:trace contextRef="#ctx0" brushRef="#br0" timeOffset="-55527.97">11038 4933 1664 0,'-7'0'0'0,"0"0"0"0,1 0 0 0,1 0 0 0,2 0 464 0,-2 0-205 0,3 0-117 16,2 9-53-16,0 1 72 16,0 1-62-16,0 3-32 0,6 0 8 0,3 3-289 15,2 0 125-15,4 1 61 0,1 0-804 0,3 0 402 0</inkml:trace>
  <inkml:trace contextRef="#ctx0" brushRef="#br0" timeOffset="-55219.12">11449 5109 1583 0,'9'-6'0'0,"1"2"0"0,3-2 0 0,-1 1 0 0,4 2 0 0,3-3 0 0,1 5 534 0,5-4-249 0,4 0-117 0,-5 3-70 0,2-1-72 16,-1 1 9-16,-3 2 0 0,-2 0-266 0,0 0 141 15,-7 6 59-15,-7 5 32 16,-6-1-425-16,0 6 220 16,-9 4 110-16,-11-2-87 0,-4 5 85 0,-7-4 40 15,-1 3-40-15,-4-1 419 0,0-1-189 0,-4 1-93 0,8-3-34 0,3-4 517 16,2 0-245-16,5-4-138 0,6 0 181 0,-2-2-134 0,11-4-81 16,7-2 36-16,0-2-53 0,10 0-28 0,13 0 0 15,0 0-109-15,5-6 37 16,4 0 23-16,0-1-1 0,-4 0-466 0,2 1 244 15,-1-2 132-15,-6 4 51 0,-3 0-716 0,-3 0 354 16,-3 0 176-16,-5 1-149 0,0 0 154 16,-7 0 91-16,-2-1 41 0,0-2-294 0</inkml:trace>
  <inkml:trace contextRef="#ctx0" brushRef="#br0" timeOffset="-55060.35">11570 5196 1134 0,'-15'0'0'0,"0"0"0"0,2 0 0 0,-4 0 0 0,-2 5 0 0,2 7 272 0,1-1-119 0,1 6-59 0,2 1 218 0,-2 4-139 0,3 4-60 15,6 1 299-15,6 0-188 0,0-1-95 0,0-2-47 16,13 1 107-16,2 0-69 16,9-9-46-1,1-2-1-15,5-6-226 0,1-2 93 0,4-6 48 0,2 0-495 0,-6 0 267 0,0-2 137 16,-2-5 70-16,-3-3-379 0,-3 1 116 0,0-1 129 0</inkml:trace>
  <inkml:trace contextRef="#ctx0" brushRef="#br0" timeOffset="-54895.35">11488 5557 946 0,'-25'9'0'0,"4"-1"0"0,1 4 0 0,13-4 0 0,4-4 219 0,3-4-91 0,0 2-47 0,2 0 367 15,9-1-197-15,6-1-113 16,3 0-51-16,0 0 91 0,6 0-72 0,-2 0-35 0,4 0-270 0,-3-3 113 16,-3 1 60-16,1-2-562 0,-3 1 311 0,1-2 165 0,-4 3 69 15,-4 1-312-15,-3-2 178 0,-2 2-21 0</inkml:trace>
  <inkml:trace contextRef="#ctx0" brushRef="#br0" timeOffset="-54643.19">11622 5536 1208 0,'-9'-3'0'16,"2"2"0"-16,3 1 0 0,-5-3 0 0,6 3 0 0,-2 0 0 0,4 0 195 0,0 3-80 0,1 7-40 0,0 2 101 0,0 5-74 16,0 3-34-16,3 1 0 0,2 3 26 0,2 3-29 0,-2 2 8 0,-2 0-189 15,-2-2 75-15,-1 0 38 0,0-1-111 0,-1-2 74 16,-9 3 46-16,-3-7-8 15,-4-4-5-15,-3-1-4 0,1-6 0 0,-6-5-17 16,1 1 80-16,0-5-48 0,4 0-8 0,1-1-41 16,1-9 231-16,5 0-84 0,-1 1-45 0,5 0 178 15,4 1-102-15,4 1-39 0,1 1-8 0,0 1-26 16,1-2 10-16,10 3-35 0,5 0-195 0,4 1 97 16,0 0 50-16,3 0 23 0,4 2-573 0,-1-2 265 31,0 3 149-31</inkml:trace>
  <inkml:trace contextRef="#ctx0" brushRef="#br0" timeOffset="-54505.01">12152 5779 2741 0,'0'-12'0'15,"0"4"0"-15,0 1 0 0,0-2 0 0,0 4 0 0,2-2 0 0,1 0 0 0,0 0 0 0,-2 4-468 0,1-1 217 0,-2 1 109 0</inkml:trace>
  <inkml:trace contextRef="#ctx0" brushRef="#br0" timeOffset="-50441.16">15211 5426 1119 0,'0'0'0'0,"0"-2"0"0,0-2 0 0,0-2 0 0,0 1 0 0,2-2 0 0,1-3 0 0,-2-1 168 0,3 0-69 0,1-3 7 16,-3-2-34-16,3-4 0 0,-4 0-34 0,2-4-39 15,-1 2 15-15,-2-3-1 0,0-1 25 0,0 2-29 16,0 0 0 0,-8-3 38-16,-2 6-9 0,-2 1 27 0,0 1-28 0,-4 3 1 0,2 2 87 0,-6 2-34 0,3 6-14 15,0 4 101-15,-2 2-70 0,2 0-35 16,-2 7 0-16,1 5 73 0,5 6-58 0,2 6-26 15,2 1 1-15,4 7 79 0,4 5-52 0,1 3-17 16,0 1 85 0,0 3-60-16,4 4-30 0,7 1 0 15,0 11 12-15,-1-2-42 0,2 3 0 0,-3 7-27 0,-1 0-9 0,1 1-2 0,-2 6 0 0,-6-14 0 94,-1-3-20-94,0-4 27 0,0-6-1 0,-8-4-65 0,-6 1 40 0,2-14-3 0,-3-9 77 0,-1-2-15 0,-1-7-29 0,-1-4-23 0,-3-1 25 0,4-8-13 0,1 0 0 0,-1-1 0 0,1-9 0 0,1-3 0 0,-1-4 0 0,4 0-242 16,4-1 86-16,0-2 75 0,5 1 39 0,0-1-438 0,0-3 212 0,3 6 120 0,0 0-368 15,3 2 239-15,3 0 119 0,3 4 61 0,3-2-467 16,1 4 268-16</inkml:trace>
  <inkml:trace contextRef="#ctx0" brushRef="#br0" timeOffset="-50109.96">15372 6078 1729 0,'-4'3'0'0,"0"0"0"0,0 2 0 0,-2 0 0 0,1 0 0 0,0 1 0 0,0 5 0 0,3-4 548 0,1 5-255 0,1-1-128 0,0 3 67 0,0 0-97 0,0 5-39 16,5-4-34-16,3 1 9 0,4-1-33 0,0-2-1 0,4-2 1 15,-2 3-40-15,1-6 15 32,-1-2 0-32,3-4 22 0,-2-2-55 0,0 0 27 0,0 0 10 0,-2-5-29 0,0-8 1 0,-3-5 46 0,-2-2-78 15,-2-4 33-15,-1-3-14 32,-2 1 22-32,-3-1 11 0,0-1-3 0,-8 1 6 0,-3 2-1 0,-4-4 33 0,-2 9-32 15,-5 5 0-15,-1 1 37 0,-4 5 1 0,1 4-36 0,-4 1 7 16,6 4-53-16,1 0 0 15,2 11 50-15,5 4-350 0,4 2 162 0,2 2 82 0,10-2 32 0,0 1-808 16,6-1 414-16</inkml:trace>
  <inkml:trace contextRef="#ctx0" brushRef="#br0" timeOffset="-47805.95">16238 5495 1062 0,'-2'0'0'0,"1"-1"0"0,-1-2 0 0,0 0 0 0,1-3 0 0,-1 1 0 0,2 0 0 0,0 0 228 16,0-5-95-16,0 3-40 0,0-5-23 0,0 0-36 0,0 0 2 0,0 1 1 0,0-2-21 15,0-2 20-15,0-1 9 0,0 1 16 16,0 2 0-16,-7-1-25 0,1 1 0 0,-5 4 81 0,-5-2-31 16,0 8-10-16,-5 1-40 0,-3 2 140 15,-2 4-69-15,0 11-36 0,-5 4 9 0,6 4 65 16,2 3-55-16,5 3-26 0,3-1 14 0,8-1-1 15,-1 2-31-15,8-5-36 0,0-2 0 0,2-2 26 0,13-3 1 16,4-2-161-16,1-1 89 0,3-7 31 16,1-3 0-16,0-4-236 15,-1 0 128-15,-2-2 31 0,3-4 45 0,-9-4-134 16,1-3 75-16,-5 1 3 0,-3-2 188 0,-1 1-75 16,1 1-37-16,-6 1 174 15,-1 4-93-15,-1 0-43 0,0 3-24 0,0-1 442 0,0 4-215 0,0 1-64 31,0 0-67-31,0 6 49 32,-1 8-54-32,1 6-17 0,0 5-42 0,0 5-30 0,0 8 0 0,0 5 0 0,5 6-123 0,1 7 59 0,3-5 45 0,-1 4-287 0,-3 0 164 0,-1-3 53 15,-1-3 48-15,-1 4-118 0,-2-14 72 0,0-5-16 16,-5-4 33-16,-6-7-4 0,-4-8 37 0,-2 0-8 16,-2-11 9-16,-3-4 110 0,-2 0-55 0,0-4-27 15,-1-11 223-15,-3-4-122 0,5 0-29 0,0-8 164 16,2-2-93-16,4 0-61 0,2-2-30 15,2-3 63-15,8 7-28 0,3-1 1 0,2 3-44 0,0-2 36 16,12 3-1-16,3-5-59 0,5 5-12 0,6 2-32 16,5 2 0-16,5-1 34 15,2 1-454-15,4-2 233 0,-3 8 83 0,1-1-567 0,-4 1 332 16,3 4 168-16,-3-2 84 0,3 1-536 16,-11 3 314-16</inkml:trace>
  <inkml:trace contextRef="#ctx0" brushRef="#br0" timeOffset="-47613.15">16560 5399 715 0,'-6'0'0'0,"-5"0"0"0,2 0 0 0,-5 0 0 0,3 0 0 0,-1 4 0 0,2 12 761 16,-1 1-362-16,1 8-182 0,0 8 505 0,4 2-347 16,4 10-170-16,2 5 201 0,0 1-275 0,0 1-131 0,8 5 0 15,6-13 0-15,2 0 0 0,2-8-18 0,0-3 23 16,2-6-657-16,1-3 353 0,-3-9 163 0,0-9-291 15,-2-6 228-15,3 0-27 0,-4-1 105 16,5-14-600-16</inkml:trace>
  <inkml:trace contextRef="#ctx0" brushRef="#br0" timeOffset="-47463.04">16685 5574 2119 0,'-12'0'0'16,"3"-3"0"-16,2 1 0 0,-1-1 0 0,8 1 0 0,0 2 0 0,5 0 0 0,9 0 0 0,4 0 263 0,3 0-104 0,2 0-67 0,2 2-138 0,1 0 41 16,-1 1 0-16,3 0 51 15,-4 0-568-15,-1 0 279 0</inkml:trace>
  <inkml:trace contextRef="#ctx0" brushRef="#br0" timeOffset="-46987.06">16819 5396 1795 0,'-5'0'0'15,"-1"3"0"-15,1 1 0 0,-2 2 0 0,0 6 0 0,1 3 0 0,0 4 0 0,-2 10 0 0,4 5 276 0,-1 7-120 0,2 5 95 16,-1 7-98-16,4-4-64 0,0 0-26 16,0-2 6-16,0-5-33 0,2-4 0 0,3 1 9 0,3-14-142 0,1-6 66 15,0-5 34-15,1-5-220 0,2-6 127 16,-1 3 72-16,0-6 22 0,1-1-374 0,0-10 181 0,3-7 38 15,-3-1-285-15,5-3 192 0,-6-2 108 16,2-5 50-16,-1 0-344 0</inkml:trace>
  <inkml:trace contextRef="#ctx0" brushRef="#br0" timeOffset="-46807.13">17055 5348 1385 0,'0'-6'0'0,"2"1"0"0,-2 2 0 0,1 0 0 0,1 1 0 0,1 0 0 0,2 2 402 0,4 0-183 0,2 10-92 0,2 8 457 15,2 6-266-15,1 6-145 16,1 7-69-16,-3 2 253 0,0 4-160 16,-5 3-132-16,-1 9-77 0,-6-4-6 0,-2 5 27 0,0-5 0 15,-10 1-403-15,-6-5 215 0,-2 5 116 0,-4-15 45 16,2-3-613-16,-4-5 255 0,-2-4 183 0,1-6-323 16</inkml:trace>
  <inkml:trace contextRef="#ctx0" brushRef="#br0" timeOffset="-45899.37">17602 5627 504 0,'-1'-10'0'0,"-3"2"0"0,0-3 0 0,-2 1 0 16,3 1 108-16,0 1-36 0,1-2-1 0,-1 2-37 0,0 0 134 15,-1-4-57-15,1 6-42 0,0 0 0 0,-3 1 17 16,2 2-25-16,-3 1 0 16,-2 2 7-16,-3 0-9 0,2 9-23 15,-4 9 38-15,-3 8-1 0,-3 8-37 0,1 4 9 0,2 4 117 16,3 4-63-16,1-3-31 0,5 3-1 0,2 2 51 16,5-11-46-16,1-1 1 0,1-4-37 0,10-8 40 15,6-5 0-15,1 0-31 0,3-13-69 0,2-6 31 16,1 0-1-16,0-12-106 0,-1-6 68 0,2-8 43 31,-4-5-9-31,-2-1-247 0,1-9 116 0,-2 1 69 0,-3-4 2 0,4-5-68 0,-8 3 23 16,-2 0 41 15,0-1-25-31,-4-2 41 0,-2-1 10 0,-1-7-9 0,-2 13 54 0,0 1-22 0,0 4-1 0,-7 10 90 0,-2 7-56 16,0 5-37-16,-1 14 29 0,-2 3 228 0,1 10-112 0,2 14-66 0,-4 6-7 15,6 6 158-15,2 3-82 16,2 6-50-16,3 1-8 0,0 4 19 0,0 1-28 0,0 8 9 15,3-10-22-15,5 1-14 0,1-4-1 16,3-2-107-16,4 0 53 0,3 1 37 0,-3-13-10 16,4-8-202-1,0-8 99-15,-1-7 61 0,1-7 4 0,2-2-189 0,-4-5 88 0,1-17 59 0,-1-6-4 16,2-5-38-16,-2-5 22 0,4-5 19 0,-5-1-50 16,2-1 43-1,0-5-1-15,-1-3 8 0,1-2 35 0,1-8-8 0,-4 9 9 0,-4 2 53 16,0 5-27-16,-5 10 0 0,-2 1-35 15,-5 20 307-15,0 10-135 0,-2 6-78 0,-9 0-17 0,-3 16 210 16,0 9-90-16,0 9-73 0,1 3 301 0,3 7-172 16,4 4-86-16,2 2-43 15,3 6 153-15,1-7-103 0,0 2-46 0,5-3-107 0,7 0 30 16,4-2 0-16,4 3 39 0,0-11-371 0,2-8 181 16,1-4 90-16,0-7 46 0,-2-6-573 0,2-1 246 31,-7-12 107-31,-5 0-202 0,-3-3 197 0</inkml:trace>
  <inkml:trace contextRef="#ctx0" brushRef="#br0" timeOffset="-45730.33">17783 5649 1861 0,'-20'-3'0'0,"6"0"0"0,5 2 0 0,5-2 0 0,4 3 0 0,9 0 0 0,14 0 0 0,11 4 0 0,11-1 538 0,9 0-243 0,1 1-134 0,3-3-188 15,1 1 31-15,3 0 0 0,13 0-310 16,-12-1 166-16,0 1 88 16</inkml:trace>
  <inkml:trace contextRef="#ctx0" brushRef="#br0" timeOffset="-45573.24">18913 5820 2049 0,'-8'0'0'0,"3"-3"0"0,-2 2 0 0,0-1 0 0,-1-1 0 0,0 0 0 0,1 2 92 0,1-3-28 15,1 2-1-15,0 0-438 0,2 2 179 16</inkml:trace>
  <inkml:trace contextRef="#ctx0" brushRef="#br0" timeOffset="-42885.14">15848 4550 398 0,'-6'0'0'0,"1"-2"0"0,2-3 0 0,-1 3 0 0,2-1 46 0,-1 1 1 0,1-3-30 15,2 5-2-15,0-2 266 16,0 0-120-16,0 0-59 0,0 1 54 0,0 1-46 0,0 0-39 0,0-4-1 16,2 2 25-16,5 2 0 15,-2 0-53-15,3-2 60 0,-2-1-10 0,2 2-50 0,1 1 0 16,-1-1 41-16,2-1-41 0,1 2 11 15,-4-2-11-15,3 2 32 0,0 0 1 0,1-3-33 0,-1 3 26 16,5-1-16-16,-1-1-9 0,0 1-10 16,1-2 9-16,3 1 0 0,3-1 11 0,0-1-33 15,3-1 22-15,0 0 0 0,1-1 0 0,1 0-40 16,3 1 10 0,-2-2 30-16,-1 3-9 0,1-1-22 0,-3 1-15 0,1-1 39 0,3 1-42 15,-7 1-7-15,0 1 32 0,0 0-22 16,-1 1-6-16,0-2 32 0,5 2-3 0,-6-1 2 15,0 2-6-15,1 0 3 0,-1 0-4 0,1 0-12 16,5 0 19-16,-6 0-5 0,2 0 0 0,1 0-4 31,0 0 4 1,3 0 1-32,6 0 11 0,-4 0-11 0,2 0 0 0,2 0 29 0,2 0 1 0,0 0-29 0,9 0 6 0,-10 0 28 0,1 0-30 15,1 0-2-15,-1 0 4 0,1 0-6 0,6 0 13 0,-7 0-3 16,-2 0-4-16,2 0-47 0,0 0 47 0,-2 0-1 0,8 0 1 0,-5 0-4 15,-2 0 2-15,3 0 0 0,1 0 13 0,0 0-14 0,6 2 0 0,-8-2 20 16,3 0-20 0,-1 0-3-16,-3 0 2 0,3 0 9 15,5 0-29 17,-7 0 0-32,0 0 0 0,0 0 0 0,1 0 0 0,4 0 0 0,-5 0 0 0,0 0 0 0,0 0 0 0,1 1 0 0,-3 2 0 0,7-2 0 0,-7-1 0 0,-4 4 0 15,1-3 0-15,0 1 0 0,0 0 0 0,4-1 0 16,-7-1 0-16,-1 1 0 0,1-1 0 0,0 2 0 15,2-2 0-15,3 0 0 0,-6 0 0 0,4 0 0 16,1 0 0-16,-2 0 0 16,0 0 0-16,8 0 0 0,-8 0 0 15,-2 0 0 1,2 0 0-16,-1 0 0 0,1 0 0 0,3 0 0 0,-5-2 0 0,-4 1 0 16,3 0 0-16,0 1 0 0,-1-2 0 0,7 2 0 0,-8 0 0 0,2 0 0 15,0 0 0 1,0 0 0-16,-1 0 0 0,6 0 0 0,-8 0 0 0,2 0 0 0,-1 0 0 0,-1 0 0 15,0 0 0-15,4 0 0 0,-4 0 0 16,-1 2 0-16,0-1 0 0,2-1 0 0,2 1 0 16,5 1 0-16,-5-2 0 0,1 3 0 15,2-3 0-15,3 0 0 0,0 1 0 0,5-1 0 16,-3 0 0-16,0 0 0 0,0 0 0 0,-1 0 0 16,0 0 0-16,4 0 0 0,-8 0 0 0,0 0 0 15,-2 0 0-15,0 0 0 0,6 0 0 16,-6 0 0-16,-1 0 0 0,0 0 0 15,5 0 0-15,-1 0 0 0,7-1 0 0,-5-2 0 0,0 1 0 0,-1 1 0 0,1 0 0 32,-2-1 0-17,4 0 0-15,-7 1 0 0,-1-1 0 0,-1 0 0 0,1 2 0 0,-3 0 0 0,7-1 0 0,-10 1 0 0,3 0 0 16,0 0 0-16,-2 0 0 0,1 0 0 16,5 0 0-16,-6 0 0 0,1 0 0 15,-1 0 0-15,-2 0 0 0,0 0 0 0,0 1 0 0,-6 1 0 16,-2-2 0-16,-1 2 0 0,-2-1 0 0,-3 1 0 15,3 0 0-15,-7-2 0 16,2 1 0-16,1-1 0 0,1 1 0 0,-3 1 0 16,4 1 0-16,-2-3 0 0,2 1 0 15,-2 0 0-15,2-1 0 0,1 0 0 0,-3 2 0 0,2-2 0 16,-2 0 0-16,0 0 0 16,0 0 0-16,-1 0 0 0,-1 0 0 0,0 0 0 0,1 0 0 0,-2 0 0 15,0 0 0-15,0 0 0 0,0 0 0 0,0 0 0 16,-6 0 0-16,-5-2-944 0,-3 2 440 15,-2-1 231-15</inkml:trace>
  <inkml:trace contextRef="#ctx0" brushRef="#br0" timeOffset="-34299.3">16059 6407 552 0,'0'0'0'0,"0"0"0"0,0 0 0 0,0-3 0 0,-2 3 0 0,0-3 0 0,-1 2 0 0,2 0 210 0,-1-3-87 0,0 2-34 0,1 1 6 15,-1-1-29-15,0 1-1 0,2-1 62 0,-2 1-46 0,1-1 10 16,1 2-55-16,0 0 84 16,0 0-41-16,0-2-1 0,-2 2-42 0,2 0 104 0,0 0-57 0,0 0-23 31,0 0 0-31,0 0 82 0,0 0-54 0,0 0-16 0,0 0 74 0,2 0-56 0,-1 0-26 16,5 0 18-16,-1 0-13 0,1 0-10 15,2 0-22-15,1 2 28 0,0 0 0 0,1-1-28 16,5 1 8-16,0-2 30 15,1 0 0-15,3 1-38 0,5-1-1 0,2 0 34 0,8 0 10 0,-2 0-44 16,4 0 46-16,5 0-1 0,0 0-44 16,3 0-1-16,4 0-2 0,-6 0-34 0,0 0 0 15,-3 0 0-15,2 0 0 0,-3 3 0 16,6 3 0-16,-8-1 0 0,-1-2 0 0,1 1 0 16,2 1 0-16,1-5-15 0,8 0-28 0,-12 0 12 0,3 0-78 15,-4 0 45-15,-1 0 31 0,-5-5-62 16,3 1 37-16,-11-2 14 0,-4 4 1 0,-4-2 21 15,-4 1-1-15,-3 1-14 16,2 1 4-16,-5-1 64 0,-2 2-28 0,0 0-1 0,0 0-27 0,0 0 90 16,-2 0-46-16,-2 0-9 15,1 0-46-15,-1 0 7 16,1-1 17 0,0-1-552-16,-2 0 255 0,2 1 138 0,1-1 67 0</inkml:trace>
  <inkml:trace contextRef="#ctx0" brushRef="#br0" timeOffset="-31675.43">14370 4865 1445 0,'1'2'0'0,"2"5"0"0,-1-1 0 0,-1 0 0 0,-1 3 0 0,0 2 0 0,0 3 0 0,0 5 0 0,0 3 209 0,0 8-87 0,-3 4 74 0,-3 2-80 0,2 6-32 0,0-1-8 0,-1 4-18 0,2-1 1 0,0-1-24 0,0 1 1 0,1-1-46 0,-3-8 18 0,3-4 0 0,0-5 28 0,1-2-71 0,-2-8 36 0,1 0 8 0,0-11-6 0,1-3 1 0,0-2-7 0,-3 0 20 0,-1-5 18 0,-2-6-24 47,-1-6-11-47,2-1-84 0,-1-6 44 0,-3 1 25 0,0-2-1 0,-1-4-30 0,-1 5 23 0,-1 2 1 0,-2 0 21 0,1 0-99 0,-3 5 39 0,-4 0 24 0,3 8 58 0,-2 5-1 0,1 4-52 0,-1 0 226 0,-2 6-101 0,0 11-51 0,3 7-19 0,5 4 285 0,3 5-131 0,2-2-77 0,9 3-11 15,0 0 54-15,1-3-58 0,15-7-25 0,8 1 1 16,2-8 67-16,4 0-47 0,4-3-13 16,-1-7-102-16,-1-4 34 0,1-3 1 0,1 0-331 0,-7 0 183 15,4 0 100 17,-9-3 37-32,-5-6-647 0,-4 0 287 0,-6 1 168 0,1 1 77 0,-4-2-506 0,-4 3 302 0</inkml:trace>
  <inkml:trace contextRef="#ctx0" brushRef="#br0" timeOffset="-31440.63">13790 5717 1547 0,'-16'4'0'0,"1"-1"0"0,1 1 0 0,6 0 0 0,3 0 0 0,5-2 583 0,0 2-274 0,17-1-136 16,8 0-59-16,11-3 434 0,8 0-255 0,7 0-129 0,5-6-63 0,2-2-2 0,4-1-99 0,-4 3 0 15,1-3 0-15,0 6 0 16,-4-3 0-16,-3 0 0 0,2 6 0 0,-20-3-130 16,-4 3 48-16,-9 0-564 0,-7 0 310 0,-9 0 179 15,1 3-52-15,-6 3-478 0,-6 0 325 0,-9 1 163 16,-7 0 81-16,-1-1-322 0</inkml:trace>
  <inkml:trace contextRef="#ctx0" brushRef="#br0" timeOffset="-31096.22">14038 5738 1530 0,'-6'5'0'0,"-1"5"0"0,1 3 0 0,1 0 0 0,2 4 0 0,-1 4 0 0,2 1 214 0,2 5-89 0,0 0-44 0,0 2 329 16,0 2-187-16,2 3-84 0,2-5-56 16,1 0 72-16,-2-2-58 0,0 0-31 15,-1-4 0-15,-1 4-100 0,1-9 31 0,-1-6 0 16,-1 0-126-16,0-7 83 0,0-3 41 0,0 2-31 15,-4-4 31-15,-4 0 0 0,-1-9 41 0,-2-3-221 0,-1-2 94 0,-3-3 2 16,2 0 39-16,0-3-28 0,-3 3 27 0,1-4-25 16,-1 6 46-16,-3-4 33 0,3 8 8 0,1 2-40 15,1 1 176-15,-3 4-78 16,3 2-42-16,-3 2 88 0,4 0-60 0,1 9-17 16,3 8 0-16,0 0 194 0,5 8-104 0,-1-1-20 15,5 2-43-15,0 1 70 0,6-1-49 0,7-1-25 16,1-2 0-16,6 0-41 0,0-9-10 0,4 0 27 15,-2-6-282-15,4-5 140 0,1-3 71 32,2 0-638-32,-1 0 332 0,-1-8 138 0,-1-9 90 0,2 0-327 0,3-5 193 0</inkml:trace>
  <inkml:trace contextRef="#ctx0" brushRef="#br0" timeOffset="-27017.35">18865 5628 1158 0,'-4'0'0'0,"1"0"0"0,0 0 0 0,2 0 0 0,-1 0 0 0,0-1 81 0,0-1 8 15,2 2-53-15,0 0 315 16,0 0-157-16,4 0-79 0,5 0-40 0,2 0 122 0,2 2-85 0,2 0-38 16,-1 1-67-16,3 4 0 62,-1-4 29-62,0 1 10 16,1-1-316-16,-2 1 153 0,-1-1 77 0,2 1-219 0,-1-1 157 0,-2 0 23 0,-2-3 51 0,-2 2-643 0</inkml:trace>
  <inkml:trace contextRef="#ctx0" brushRef="#br0" timeOffset="-26867.59">18872 5874 1602 0,'-20'12'0'16,"-3"-3"0"-16,10-1 0 0,3-1 0 0,2-1 0 0,3-2 0 0,2-3 304 0,1 0-124 0,2-1-77 16,0 3 298-1,5-3-183-15,8 2-91 0,2-2 68 0,3 0-70 0,1 0-49 31,3 0 0-31,1 0-152 0,-2 0 56 0,4 0 28 0,1 0 9 0,-4 0-522 0,-2 0 271 0,2 0 135 0,-2 0 68 0,-2 0-803 16,6 0 372-16</inkml:trace>
  <inkml:trace contextRef="#ctx0" brushRef="#br0" timeOffset="-26300.66">19640 5707 842 0,'0'-21'0'0,"0"4"0"0,0 1 0 0,0-1 0 0,0-1 0 0,0 0 0 0,0-5 190 0,0 5-82 0,0-2-37 0,0-1 117 0,0 1-76 0,-1-1-39 0,-2-1 27 0,-1 5-37 0,0 3 1 32,-5 3-29-32,-1 2 74 0,-1 4-36 0,-6 2 8 0,1 3-46 0,-2 2 35 0,-4 13 0 0,2 5-35 15,-2 2 113-15,-1 2-48 16,5 3-36-16,6-1 0 0,3 1 43 0,0-3-36 0,5-2 0 15,3 2-60-15,1-4-9 0,0-6 34 47,9 0-1-47,3-3-119 0,1-4 60 0,4 2 38 0,0-6-8 0,2-3-153 0,3 0 75 0,-1 0 46 0,-1-8-88 0,4-1 61 0,-7-1-3 0,-1-1 25 32,-2 2-53-17,-5 0 31-15,-1 1-8 0,3 1 208 0,-8 3-86 0,0-1-43 0,-1 3 1 0,-2 1 274 0,0 1-136 0,0 0-74 0,0 12-15 16,-4 5 248 15,-4 7-140-31,4 1-71 0,0 9-14 16,0 2-32 31,1 3 0-47,3 4-24 0,0 3-100 0,0 1 51 0,0 8 33 0,0-7-288 0,2-2 152 0,-1-2 76 0,1 1 38 0,0-4-358 0,-2 6 175 0,0-16 40 0,0-1 60 0,-8-2-62 0,-6-8 57 0,0-2 27 0,-5-2 97 0,2-9-30 0,-5-5 0 0,-1-2 62 0,-2 0-50 15,0-8-25-15,-5-5-9 0,6-5 260 0,1-5-133 0,2-1-27 16,3-5-46-16,1 1 255 15,1-5-125-15,8 4-48 0,4 2-41 0,4-2 80 16,0 5-61-16,8-3-30 0,8-4-62 0,2 9 33 16,7 0-21-16,2 0-29 0,8 3 15 0,3 1-1 15,3-4 13-15,-4 7-348 0,2 0 166 0,-3 4 66 16,-2 1 60-16,0 1-709 16,2-2 350-16,-9 4 188 0,2 0 89 0,-4 1-511 0</inkml:trace>
  <inkml:trace contextRef="#ctx0" brushRef="#br0" timeOffset="-26007.56">19971 5636 922 0,'-11'-1'0'0,"0"-2"0"0,0 3 0 0,0 0 0 0,2 0 457 0,-2 7-203 0,0 5-113 0,5 5 299 0,-2 7-202 0,6 1-101 0,-1 7-51 0,1 5 223 0,2 0-141 0,0-1-67 0,2 2-32 0,8-3-179 0,-1 1 73 0,3 0 45 0,1-7-455 0,-1-8 241 0,2 0 121 0,-1-4-489 0,1-5 305 0,3 0 56 0,-3-12 28 0</inkml:trace>
  <inkml:trace contextRef="#ctx0" brushRef="#br0" timeOffset="-25946.93">20019 6116 724 0,'16'0'-258'0</inkml:trace>
  <inkml:trace contextRef="#ctx0" brushRef="#br0" timeOffset="-25557.19">20641 5651 1818 0,'1'-8'0'0,"1"-3"0"0,-1 6 0 0,3-1 0 0,2 3 0 0,1 2 0 0,0 1 0 0,4 0 0 0,2 4 739 0,0 11-351 15,2 3-176-15,1 8-89 0,1 3 357 0,-7 3-309 0,3 2-171 16,-6 5 0-16,-2 1 0 0,-5 3 0 16,0 6 0-16,-2-6 0 0,-12 2 0 0,-5-1 0 15,-2-2-15-15,-5-2-206 0,-1 3 137 0,0-9 55 16,-1-5-928-16,1-7 461 0,-1-1 227 16</inkml:trace>
  <inkml:trace contextRef="#ctx0" brushRef="#br0" timeOffset="-22348.15">24988 5527 948 0,'0'-18'0'0,"-4"-5"0"0,0 9 0 0,-1-3 0 0,-1 3 0 0,-1-1 233 0,2-2-98 0,-3 0-41 0,2 3-33 0,2-1 118 0,-3 1-72 0,1 2-35 0,3-1-1 0,-4 1-61 0,2 0 26 0,-1 7 0 0,0-1 34 0,2 3 0 0,-4 1-34 0,3 2 69 0,-4 0-39 0,1 7 0 0,0 8-29 0,-2 8 202 0,2 7-101 0,-4 6-42 0,4 5-34 0,0 5 265 0,3 5-145 0,-2 7-73 0,0 9-27 0,4-4 99 0,2 0-98 0,0 9-83 0,1-1 0 0,0 6 0 0,0 5 0 0,0-14 0 0,2-6 0 0,1-1 0 0,1-5 0 0,-2-7 0 0,-1 6 0 0,-1-22 0 0,0-3 0 0,-1-8 0 0,-8-3 0 0,-1-2 0 0,-1-2 0 0,-3-10 0 0,2-2 0 16,-4-3 0-16,-3 0 0 0,1 0 0 0,-3-2 0 0,3-4-50 15,-2-3-88-15,2 0 67 0,1-2 32 0,2-1-601 16,1-3 293-16,6 2 160 0,5-1 76 0,3-2-593 16,0-1 335-16</inkml:trace>
  <inkml:trace contextRef="#ctx0" brushRef="#br0" timeOffset="-22089.31">25046 6362 2028 0,'1'8'0'0,"1"3"0"0,-1 1 0 0,1 4 0 0,0-2 0 0,-1 3 0 0,4-3 0 0,2 2 194 0,1-5-79 0,2 1-39 0,3-2 89 15,3-2-56 1,3-7-40 0,-1-1-1-16,3 0-118 0,-2-7 43 31,4-5 9-31,-5-9 34 0,-1 1-156 0,-4-4 79 0,-3 0 38 0,-4 1-13 0,-2-5 35 0,-4 6-9 0,0 0 75 0,-3 4-31 0,-9-3-76 0,-2 7 30 0,0-3-31 15,-5 7 1 1,-3 5 5-16,-2 3 16 0,3 2 515 16,-2 0-238-16,1 4-111 0,6 4-69 0,1 4-344 0,7-2 142 0,2 2 71 0,3 0-808 0,0 3 401 15,3-3 218-15</inkml:trace>
  <inkml:trace contextRef="#ctx0" brushRef="#br0" timeOffset="-20017.73">25106 5438 1175 0,'-4'-9'0'15,"-3"1"0"-15,0 0 0 0,1 2 0 0,-1-3 0 0,4 3 0 0,0 2 0 0,1-1 244 0,2 1-103 0,0 0-53 0,9-1 314 0,10 1-187 16,3-1-89-16,5 3 159 0,2-3-124 0,3 0-62 16,2 4-23-16,-4-1-304 0,2 2 132 15,1 0 66 1,-3 0 33-16,0 0-297 0,2 2 174 0,-9 4 74 0</inkml:trace>
  <inkml:trace contextRef="#ctx0" brushRef="#br0" timeOffset="-19295.89">25902 5536 3555 0,'1'17'-533'0,"2"-1"224"0,-1-1 151 16,0-1-582-16,0-5 352 0,-1 2 167 0,3-4-388 0</inkml:trace>
  <inkml:trace contextRef="#ctx0" brushRef="#br0" timeOffset="-18776.87">26046 5221 1710 0,'3'0'0'0,"1"-1"0"0,-1-1 0 0,4 1 0 0,-2 0 0 0,0-2 0 0,1 3 303 0,2 0-134 0,0 0 198 0,2 0-166 0,-1 0-82 0,5 8-33 32,-1 4 292-32,0 3-172 0,1 2-84 0,-3 4-44 0,0 1 66 15,1 6-96-15,-5-1-48 0,-2 2 0 0,-5 5 0 0,0 3 0 16,-11 2 0-16,-6 4-278 0,-6-4 123 31,-5-2 96-31,-2 0-291 0,-4-3 188 0,-2-5 8 0,-3 2 74 0,4-10-798 0</inkml:trace>
  <inkml:trace contextRef="#ctx0" brushRef="#br0" timeOffset="-16511.45">24193 5104 1431 0,'-1'-4'0'0,"-2"-1"0"0,-1 1 0 0,3 1 0 0,-1 2 0 0,1 1 0 0,1 0 175 0,0 13-69 0,0 8-35 0,0 4 302 16,1 8-168-16,1 8-75 0,3 0-51 15,-1 5 70 1,-2 3-56-16,3 6-29 0,-2 6 10 0,-2-6-78 0,1-3 41 0,0-2-1 0,-2-2-104 0,0-8 52 31,0 3 36-31,0-17-91 0,0-5 53 0,0-11 28 0,0-3-1 0,0-7-41 16,0 0 7-16,-4 0 19 0,0-7-20 0,-3-11 17 31,1-2-1-15,0-6 12-16,-5-3-12 0,3 0-33 0,0 0 0 0,-2-2 41 0,-3 1-131 0,-1-1 62 0,-4 2 29 0,1 5-69 0,-1 5 41 0,-3 2 24 31,0 6-22-31,-3 7 148 0,-6 1-66 0,3 3-17 0,-1 19-22 0,0 6 306 16,4 6-145-16,4 1-74 0,5-1-23 0,10-1 286 15,5 1-149-15,0-2-74 0,11-3 36 0,12-4-51 16,5 2-16-16,5-7-40 31,0-8 5-31,5-1 1 0,-1-5-1 0,2 0-221 0,3-3 120 0,-10 0 46 0,-2 0 27 0,-4 0-603 16,-3-6 298-16,-6 1 101 0,2-1 86 0,-11 2-641 15,-3 2 357-15</inkml:trace>
  <inkml:trace contextRef="#ctx0" brushRef="#br0" timeOffset="-16261.88">23720 5941 2064 0,'-23'0'0'0,"8"0"0"16,4 0 0-16,5 0 0 0,1 0 0 0,5 1 0 0,1 2 0 0,22-2 0 16,9 0 752-16,12-1-357 15,6 0-180-15,6 0 199 0,7 0-323 16,-3 0-91-16,-2-1 0 16,1 0 0-16,2-2 0 0,-5 2 0 0,5-1 0 0,-17 2 0 0,-4 0 0 0,-6 0 0 0,-10 0-443 0,-6 0 168 0,-2 6 164 15,-16-2 69-15,0 1-815 0,-9 2 410 0,-9 0 205 16,-6 0-322-16,-1-1 255 0,-3 2 141 15</inkml:trace>
  <inkml:trace contextRef="#ctx0" brushRef="#br0" timeOffset="-14805.92">26490 5856 903 0,'0'-6'0'0,"-3"1"0"0,0-5 0 0,2 3 0 0,-2 2 0 0,0-4 375 0,3-1-169 15,-2 2-85-15,2-6 110 0,0-1-102 0,-2 3-46 0,2-5-24 0,0 0-17 0,0 0-6 16,-2-3 9-16,1 4-9 0,-2 1-36 0,-3 1 36 16,1 2-9-16,-4 3 4 31,-4 3 14-31,-4 4-9 0,-2 2 0 0,-4 14 25 0,-1 7 0 0,-1 5-25 0,-1 4 116 15,9 0-63-15,0 1-27 0,9-3 1 0,3-1 4 0,4-2 0 16,1 2-22-16,0-10-9 0,7 0-36 0,9-6-1 0,4-4 37 16,5-3-136-16,1-4 77 15,3 0 25-15,-4-5 0 0,3-10-168 0,-5 1 93 0,-3-3 22 16,2 2 0-16,-9 1 8 0,-2 3 1 16,-4 1-11-16,-2 3 363 0,-2 1-159 0,-2 2-79 15,-1 1-34-15,0 3 290 0,-2 0-137 16,-6 13-79-1,-3 8-36-15,0 3-76 0,3 9 0 0,-1 4 0 16,2 6 0-16,3 4 0 0,2 9 0 31,1-4 0-31,1 3 0 0,0 1 0 0,0 0 0 0,0-3-268 0,0 4 77 0,0-15 101 0,-3-3-5 0,-6-5-150 0,-1-7 96 0,-4-3 56 16,-3-1 19-16,-2-13 35 0,-3-5 3 0,-1-5 0 0,-2 0 158 16,-1 0-80 15,0-8-47-31,3-7 265 0,0-5-146 0,2-3-75 0,6-5 8 0,-2-1 182 0,3-2-76 15,7 2-26-15,2 0-47 0,5 3 28 0,0-1-108 0,3 2 0 0,6-5 0 0,5 7 0 16,5 1 0-16,2 2 0 16,3-3 0-16,6 6 0 0,4-6 0 0,1 9 0 0,1 0-206 15,0 2 86-15,2 2 69 0,-1 1-860 0,3-1 428 16,-5 3 228 0,-3 2 110-16</inkml:trace>
  <inkml:trace contextRef="#ctx0" brushRef="#br0" timeOffset="-14634.12">26849 5862 2207 0,'-6'-3'0'0,"1"0"0"0,-2-1 0 0,-2 2 0 0,1 1 0 0,-4 1 0 0,2 1 0 0,-4 15 435 0,1 4-199 15,0 9-100-15,0 5 259 0,0 7-170 0,9 3-100 16,1 1 47-16,3 4-172 16,0-1 0-16,2 0 0 0,13 2 0 0,1-15 0 0,2-2 0 15,4-5 0-15,-3-9-511 0,1-7 153 0,3 0 205 16,-3-12-889-16,-2 0 484 15,-1-4 261-15</inkml:trace>
  <inkml:trace contextRef="#ctx0" brushRef="#br0" timeOffset="-14485.44">26933 6075 1578 0,'-10'-4'0'0,"1"1"0"0,0 2 0 0,3-2 0 0,2 2 345 16,-1-1-145-16,5 2-86 0,0 0 224 15,4 0-151-15,8 3-76 0,5 3-37 16,5-4 25-16,0 4-36 0,3-5-1 0,3 2-26 0,0-1-496 0,0 0 248 15,2-2 132-15,-7 0-654 16,2 0 366-16,-3 0 184 0,-2 0 92 0</inkml:trace>
  <inkml:trace contextRef="#ctx0" brushRef="#br0" timeOffset="-14325.34">27145 5883 2398 0,'-16'0'0'0,"-1"0"0"0,3 3 0 0,-3 4 0 0,-1 8 0 0,4 4 0 0,3 10 0 0,1 5 0 0,5 10 424 0,2 4-194 0,3 7-88 16,0-4 159-16,3-2-132 0,8-3-67 0,5-5-33 0,2-3-132 0,1-3 58 16,-2-15 16-1,0-4-639-15,0-7 332 0,0-6 166 0,1-3 83 0,2-4-830 0,-7-12 437 0</inkml:trace>
  <inkml:trace contextRef="#ctx0" brushRef="#br0" timeOffset="-14135.65">27360 5850 1636 0,'-1'0'0'0,"-1"0"0"0,-2 0 0 0,3 0 0 0,-1 2 0 0,1 5 0 0,1 5 696 0,0 3-331 0,0 2-164 0,6 7-83 15,3 6 143-15,2 5-104 0,0 3-65 16,-3 2 73-16,1 1-64 0,-4 0-33 0,-4-2-271 0,1 5 128 16,-2-9 60-16,-2-1 21 0,-10-5-442 15,-5-5 236-15,-4 5 127 0,2-11 50 0,-5-1-752 0,-1-7 370 16,2 1 184-16,1-1 93 15</inkml:trace>
  <inkml:trace contextRef="#ctx0" brushRef="#br0" timeOffset="-13553.41">27733 6186 1603 0,'10'-23'0'0,"-2"0"0"0,-5 3 0 0,-2-4 0 0,-1 9 0 0,0 1 0 0,-7 0 0 0,-5 4 0 0,-2 1 290 0,-2 3-118 0,0 5-72 15,-2 1 218-15,0 1-141 16,-2 12-70-16,1 6-36 0,-4 5 52 0,10 5-48 31,-2 3 0-31,3 4 2 0,5 3 0 0,4 2-41 0,1 2-14 0,2-8 14 0,0 0 0 16,9-5 0-16,1-3-148 0,2-1 74 0,4-3 46 0,3-10-9 16,0-9-242-16,1-4 131 0,1 0 34 0,0-13 43 46,5-7-239-46,-6-7 127 0,-1-6 31 0,0-8-54 0,0-6 67 0,-1-3 33 0,4-9-8 0,-6 1 2 0,-2-5 0 0,2-4 41 16,0-6-70-16,0-11 26 0,-6 15 9 0,0 1 34 0,-6 9 3 0,-2 11-3 16,-2 16 1-1,-2 7-10-15,-6 21 492 0,-8 4-240 0,0 4-93 0,-2 15 433 16,1 11-234-16,-3 9-130 16,3 2 144-16,5 10-146 0,2 4-72 0,0 5-37 0,4 0 77 15,1 13-103-15,4-12-46 16,-1 2 0-16,2-2 0 0,0 2 0 0,2-2 0 0,3 7 0 15,6-23 0-15,0-4 0 0,3-12 0 0,1-7 0 16,0-13-52-16,4-4 7 0,-2-5-484 0,-2-10 261 78,2-13 89-78,0-4 76 0,1-7-124 16,1-5 86-16,-2-4 58 0,1-3 23 0,0-6-350 0,2-6 188 0,-1-4 93 0,5-11 37 0,-4 10-262 0,1-2 159 0,-1 2 79 0,-4 3 39 0,-2 10 0 0,-3 0 32 0,-8 26 9 0,-3 9 616 0,-3 9-307 0,-9 6-155 0,-4 2 685 0,-4 17-352 15,1 8-217-15,3 9-71 0,0 5 162 0,6 5-144 16,-1 8-73-16,3 6-27 16,5-4 42-16,3-1-123 0,0-1 0 0,0-1 0 0,3 10 0 0,8-13 0 15,5-2 0-15,3-7 0 16,4-5-241-16,0-9 138 0,4-4-736 0,-5-16 352 16,0-7 229-16,-2 0 93 0,-3-10-279 0</inkml:trace>
  <inkml:trace contextRef="#ctx0" brushRef="#br0" timeOffset="-13367.17">27950 6039 2592 0,'-23'-1'0'0,"4"-3"0"0,6 4 0 0,6-1 0 0,-2-2 0 0,9 1 0 0,0 2 0 0,13 0 382 16,11 0-173-16,8 2-87 0,7 2 96 0,3-2-95 15,7 0-44-15,-3-2 0 0,5 1-588 16,-6-1 273-16,6 2 145 0,-7-2 58 15,-5 0-425-15,0 0 246 16</inkml:trace>
  <inkml:trace contextRef="#ctx0" brushRef="#br0" timeOffset="-13162.04">28541 5925 2045 0,'-5'0'0'0,"1"0"0"0,1 0 0 0,3-3 0 0,0 3 0 0,0 0 0 0,5 0 0 0,9 0 680 16,4 0-313-16,5 0-171 0,3 0-80 0,1 5-277 47,0-3 98-16,2 1 49-31,1 1-337 0,-2 1 189 0,-4 0 98 0</inkml:trace>
  <inkml:trace contextRef="#ctx0" brushRef="#br0" timeOffset="-13053.85">28559 6202 1727 0,'-6'1'0'0,"-2"3"0"0,5-2 0 0,3 2 0 0,0-1 0 0,6 1 0 0,10-2 647 0,5 2-298 0,6-4-161 0,1 0-77 0,5 0 140 15,-3 0-108 17,2 0-54-32,3 0-736 0,-7 0 337 0,3 0 172 0,-8-2-468 0,-4 2 321 0</inkml:trace>
  <inkml:trace contextRef="#ctx0" brushRef="#br0" timeOffset="-11590.67">29441 6024 1292 0,'0'0'0'0,"0"0"0"0,0 0 0 0,0 0 0 0,0-2 0 0,0 1 0 0,0-8 0 0,0-1 0 0,0-3 184 0,2-3-73 16,2-3-37-16,-1-3 73 0,2-2-55 0,-3-4-18 15,2 2 20-15,-2 0-28 0,-2-1 0 0,0 1-29 16,0 0 29-16,-4-2 10 0,-7 8-38 0,3 3-1 16,-6 4 57-16,-1 5-28 0,-4 5-1 0,-2 1 24 15,-1 2-51-15,-3 17 0 0,-2 9-1 0,3 4 46 16,2 5-1 0,-1 2-35-16,9-2 56 0,6-2-33 0,4-1 0 0,4-4-32 15,0 0-3-15,4 0 12 47,12-11-10-47,6 0 1 0,4-8-72 0,1-5 35 0,5-4 1 0,1 0-46 0,-6 0 36 0,-2-10 14 0,-1-5 1 0,-7 1-75 0,5-3 48 0,-12-2 1 0,2-1 93 0,-8 2-38 16,-1 2 1-16,-2 2-43 0,-1-3 279 0,0 10-124 15,0 1-135-15,0 1-14 0,-5 3 0 0,-3 2 0 16,-2 0 0-16,3 13 0 0,-2 8 0 0,4 7 0 16,-1 5 0-16,3 5 0 0,0 9 0 0,3-2 0 15,0 8 0-15,0 1 0 0,4 4 0 0,4 2 0 16,-1 2 0-16,0-12-107 15,-4-2 11-15,0-4 2 0,-3-3-70 0,0-8 42 16,0 5 33-16,-12-18-3 16,0-3 27-16,-6-4 0 0,-3-6 28 0,-3-5 123 15,-2 1-72-15,4-3-20 0,-3-3 187 0,1-11-109 16,0-2-55-16,5-6-7 0,-3-2 176 0,8-4-72 0,3-1-56 0,4-3 11 16,4-1 13-16,3-3-34 15,0-2-48-15,1 4 0 0,13-1 0 0,1 1 0 63,5 3 0-63,3-3 0 0,4-3 0 0,3 9 0 0,3 0 0 0,1 4-145 0,1 4 79 0,1 2 21 15,3 2-591-15,-6 8 291 0,2 5 153 0,-2 3 78 0,-2 0-631 0,3 0 354 0</inkml:trace>
  <inkml:trace contextRef="#ctx0" brushRef="#br0" timeOffset="-11363.25">29980 5801 2047 0,'-18'-5'0'0,"0"5"0"0,-1 0 0 0,3 0 0 0,3 11 0 0,-2 6 0 0,1 9 0 0,-3 7 802 0,1 6-373 16,8 2-200-16,-2 5 195 16,4 5-424-16,6 0 0 0,0-1 0 0,0 5 0 15,3-10 0-15,11-2 0 16,2-6 0-16,4-3 0 0,4-5 0 0,0 1 0 0,2-12-353 0,0-6 50 0,-2-4 170 0,2-6 85 15,-1-2-885-15,-1 0 439 16,-2 0 233-16,0-5-379 0</inkml:trace>
  <inkml:trace contextRef="#ctx0" brushRef="#br0" timeOffset="-10082.82">31306 5845 1258 0,'3'-17'0'16,"1"5"0"-16,3 0 0 0,-3 7 0 0,5 2 216 0,-1 0-81 0,0 3-54 0,2 6-23 0,2 9 683 0,-1 9-353 15,1 4-158-15,-4 3 350 0,4 3-336 0,-6 3-244 16,0 2 0-16,-5 0 0 0,2 6 0 0,-3-8 0 15,0 3 0-15,-11 1 0 0,-7-1 0 0,-2-2 0 16,-5 4-525-16,2-9 232 0,-3-6 165 16,2-3 27-16,0-6-430 0,0-4 217 15,1 2 130-15</inkml:trace>
  <inkml:trace contextRef="#ctx0" brushRef="#br0" timeOffset="-9851.66">31541 5831 2283 0,'13'-3'0'0,"3"-2"0"0,1 3 0 0,-2 2 0 0,6 4 0 0,-7 13 0 0,3 3 0 0,-2 11 0 0,-1 5 695 0,-4 3-329 16,-1 12-156-16,-7 0 33 0,-2 4-109 0,-5 5-134 16,-14 1 0-16,-8 2 0 62,-3 9 0-62,-5-16 0 16,-3-5-210-16,-1-1-19 0,-2-1 132 0,1-7 68 0,-4 3-933 0,8-16 479 0</inkml:trace>
  <inkml:trace contextRef="#ctx0" brushRef="#br0" timeOffset="-7895.02">26475 5370 850 0,'-7'-11'0'0,"0"1"0"0,2-2 0 0,-1 2 0 0,3-1 0 0,-1-5 0 0,4 0 244 32,0 0-103-32,2-3-52 0,11 2-27 0,6-4 1 0,8-3-17 0,2 4 203 0,6 3-107 0,5 0-52 0,-1 5-27 0,3 0 135 15,8 2-72-15,-7 7-49 0,-3 3 0 0,1 3-4 16,-3 12-1-16,-3 3-35 0,4 3 9 0,-12 3-34 15,-4 2 25-15,-3 1 0 0,-4 2-31 0,-4 0 0 16,3 3 40-16,-5-3-41 0,-6-3 32 0,0 2 0 0,-3 0 0 16,0-2-36-16,-1 5 8 15,0-10 8-15,0-1 12 0,0 1-74 0,0-5 34 16,0-3-9-16,0 2 46 0,0-7-131 16,0-1 58-16,0-4 21 0,0-2-247 0,-1 1 124 15,1 0 66-15,-1-2-369 0,-3 0 207 0,3 0 105 16,-4 0 51-16,0 0-191 0,-1 0 112 0</inkml:trace>
  <inkml:trace contextRef="#ctx0" brushRef="#br0" timeOffset="-7693.51">26847 5550 1923 0,'-8'0'0'0,"2"0"0"0,-2 0 0 0,5 0 0 0,1 4 0 0,2-1 0 0,0 4 0 0,10 0 325 0,7 2-144 0,3-1-73 0,5 4-26 0,0 0-9 0,3 1-36 0,-3 1 0 16,2-2 42-16,-1 3-42 0,0 2 9 0,-3-5-9 0,-4 3-484 0,-1 0 243 15,-1-2 120-15,-5 1-581 0,-2 0 331 16,-1-5 77-16</inkml:trace>
  <inkml:trace contextRef="#ctx0" brushRef="#br0" timeOffset="-7529.61">27293 5438 1254 0,'0'0'0'0,"0"-5"0"0,0 1 0 0,0-1 0 0,0 4 0 0,0-1 631 0,-2 1-288 0,-4 1-158 0,3 1-74 0,-2 12 204 0,-3 6-140 0,-1 2-68 0,-1 7 33 0,-2 2-56 15,0 4-24-15,4 0-684 0,-4 5 330 0,5-1 165 0</inkml:trace>
  <inkml:trace contextRef="#ctx0" brushRef="#br0" timeOffset="-6465.64">31995 6084 2509 0,'-6'-2'0'0,"-4"-1"0"0,7 2 0 0,3 1 0 0,0 0 0 0,0 0 0 0,0 6 260 0,3-1-99 0,5 0-66 0,-2 2 369 0,0-3-211 16,3 2-107-16,-1-1-103 15,2-1-43-15,-3 1 0 0,5-2 0 0,-4 2 0 16,1 2-69-16,2-4 47 0,0 3-871 0,-1-1 454 16,2-2 230-1</inkml:trace>
  <inkml:trace contextRef="#ctx0" brushRef="#br0" timeOffset="-5873.9">32401 5886 1239 0,'-7'-7'0'0,"-3"0"0"0,0 2 0 0,3 4 0 0,2 1 0 0,1 1 0 0,-1 12 0 0,2 4 171 0,-4 2-55 0,6 4-43 0,1 1 1 0,0 3 241 0,0 2-137 0,0 0-58 0,0-2 103 0,6 0-92 0,3 1-44 15,3-4-1-15,1 1 27 0,3-1-26 0,3-5-11 16,0-4-77-16,2-2 0 0,1-4 42 16,2-5-1-16,2 1-37 0,-4-5-9 0,-1 0 46 15,2-7 1-15,2-8-168 0,-5 1 84 16,5-9 38-16,-6 2-200 0,-2-4 107 0,-2 2 24 0,-3-6 35 0,0 2-226 16,-4-4 110-16,-2 2 43 15,-4 2-48-15,-1-2 60 0,-1-1 30 0,0 0 0 16,-5-2 53-16,-6 10-23 15,-5 3-1-15,-3 7 0 16,0 3 78-16,-2 8-39 0,-3 1-10 0,2 0 228 0,-3 18-125 0,2 5-46 16,2 5-37-16,2 6 335 0,-2 7-165 0,5 2-47 15,5 3 177-15,1 2-133 0,5 3-68 0,-2 0-33 16,4 9 20-16,3-12-11 0,0 1-42 0,1-2-1 0,9-5-104 0,-3-2 52 31,2 3 37-31,-2-13-407 0,3-6 212 0,-2-4 89 0,-1-3 59 0,0-6-618 16,1 0 298-16,-2-9 129 15,2-2-297-15,-4 0 235 0,3-4 118 0,-1-11 57 0</inkml:trace>
  <inkml:trace contextRef="#ctx0" brushRef="#br0" timeOffset="-5669.82">32904 5539 0 0,'0'-18'0'0,"0"3"0"0,-2 4 0 0,2 4 0 0,0 4 0 0,0 2 1041 16,0 1-506 0,2 2-248-16,2 11 130 0,-1 4-189 0,-1 3-95 0,0 3-37 0,-2 2-65 0,2 1 8 0,-2 6 0 0,0-1 0 15,0 3-510-15,0 2 265 0,0-4 118 0,-4 0-321 16,-1 0 224 0</inkml:trace>
  <inkml:trace contextRef="#ctx0" brushRef="#br0" timeOffset="-4887.48">33427 6057 1468 0,'0'-3'0'0,"0"-1"0"0,0 4 0 15,2 0 0-15,1 3 293 0,9 14-127 0,-3 4-54 0,1 4-41 0,0 8 95 0,-4 4-64 0,1 3-31 16,-3 7 208-16,-4 4-110 0,0-1-70 16,0 4-30-16,0-2-139 0,-13-3 54 0,1-3 28 15,-4 5-483-15,-3-15 250 0,2-4 130 0,1-3 65 16,1-5-743-16,3-3 335 0</inkml:trace>
  <inkml:trace contextRef="#ctx0" brushRef="#br0" timeOffset="-4692.35">33512 6885 2626 0,'-22'-7'0'0,"8"6"0"0,9 1 0 0,5 1 0 0,0 9 0 0,6-3 0 0,2-3 0 0,-3-1-366 0,-5 1 202 0</inkml:trace>
  <inkml:trace contextRef="#ctx0" brushRef="#br0" timeOffset="8065.1">13838 7253 1085 0,'0'-12'0'0,"0"0"0"16,0 1 0-16,-3 3 0 0,0-2 0 0,1-1 204 16,1 0-83-16,-4-4-34 0,5 1-9 0,-1-1 2 0,1-4 1 0,0 2-45 15,-2-3-24-15,2-1 33 0,-1 1-9 16,-1-2 0 31,-3 2-28-47,1 2 0 0,-1-1 28 0,-6-1 27 0,2 6-27 0,-2 6 0 0,-6-1 0 0,-1 8 50 0,-3 1-25 0,-6 0 9 0,1 12-34 0,-2 11 38 0,0 6-38 0,0 4 0 0,1 3 0 15,2 2 91-15,6-4-51 0,7 0 1 0,3-4-7 0,4-1-1 16,5-4-32-16,0 4-32 0,0-10-8 0,12-3 39 16,4-7 1-16,6 0-135 0,-2-7 68 0,7 2 41 15,-4-4-9-15,0 0-131 0,-1-9 63 0,-3-3 40 16,-2 1-2-16,0-2-13 16,-3 0-2-16,-4 3 1 0,-4 1 76 0,1 3 0 15,-4-1-66-15,1 1 220 0,-3 3-94 0,2 3-48 31,-3 0-14-31,0 3 212 0,0 11-99 0,0 4-53 0,0 4-10 0,0 3-7 0,0 6 1 0,0 3-40 16,1 1-61-16,3 7 39 0,-1-3-8 0,2-1 30 16,-2 0-217-16,2-1 109 0,-4 0 53 0,1 3-181 15,-2-11 103-15,0 0 24 0,-4-3 35 0,-9-3 78 16,0 0-35-16,-4-11-67 16,0-1 35-16,-5-6 273 0,-1-3-128 0,0-2-65 15,-2 0 154-15,1-7-85 0,2-10-51 0,2-4-10 0,3 0-61 16,1-6 0-16,2 0 0 0,8 2 0 15,3 0 0-15,3-1 0 0,0 2 0 0,1-2 0 16,9-2 0-16,5 4 0 16,5 3 0-16,-1-1 0 0,5 3 0 15,4-2 0-15,5 0-296 0,-4 5 43 0,5 3 118 0,-3-1 34 16,0 5-291-16,-4 0 178 0,7 1 80 0,-8 5-590 0,-2 0 344 0</inkml:trace>
  <inkml:trace contextRef="#ctx0" brushRef="#br0" timeOffset="8276.94">14035 7154 1863 0,'-5'-2'0'0,"0"2"0"0,0 0 0 0,1 0 0 0,-4 0 0 0,2 0 0 0,0 11 352 16,-1 4-158-16,1 4-79 0,-1 5 320 0,0 8-190 15,4 0-109-15,1 6 84 0,2 0-92 0,0 1-45 16,0 2-24-16,8 1 20 0,6-11-57 0,0 1-22 0,4-6 0 15,-1-4-222-15,1-5 85 0,1 3 96 0,-3-11-555 16,0-1 298-16,-3-7 163 0,0-1-25 16,1 0-622-16,0 0 363 0</inkml:trace>
  <inkml:trace contextRef="#ctx0" brushRef="#br0" timeOffset="8459.47">14162 7353 1432 0,'-7'-1'0'0,"-1"-1"0"0,3-1 0 0,0 1 0 0,2 0 0 0,2 1 378 0,1-1-176 0,0 2-83 0,9 0-41 0,7 0 401 16,4 0-221-16,5 0-102 0,1 0-130 0,1 0 11 0,1 0-1 15,0 0 0-15,-1 0-487 0,2 0 253 32,-4 2 113-32,-2 1-589 0,-1-1 354 0,-5 3 175 0,-1-3-64 0,-2 2-180 15,-9-2 181-15</inkml:trace>
  <inkml:trace contextRef="#ctx0" brushRef="#br0" timeOffset="8646.68">14357 7207 966 0,'-13'-3'0'0,"0"3"0"0,3 0 0 0,-2 0 0 0,2 7 0 0,3 9 283 0,-4 3-115 0,5 5-70 16,1 5 377-16,3 5-220 0,2 4-109 0,0 6 170 16,0 2-130-16,0-3-80 0,5 1-35 15,6-5-143-15,0-3 55 0,1-2 26 16,4 2 9-16,-4-11-428 0,2-7 223 0,1 1 112 15,-3-4 55-15,-1-6-228 0,1 2 83 0,-1-11 88 32,-3 0-546-32,-2 0 293 0,1-7 147 0</inkml:trace>
  <inkml:trace contextRef="#ctx0" brushRef="#br0" timeOffset="8878.44">14608 7136 1727 0,'2'-9'0'0,"0"-3"0"0,-1 4 0 0,3 4 0 0,1 1 0 0,1 3 0 0,2 0 0 0,4 3 670 0,1 9-308 0,4 7-167 0,0 6 72 0,3 3-115 0,-1 5-58 0,5 8 179 0,-6-3-124 16,0 5-107-16,-3-2-42 0,-1 8 0 0,-6 1 0 16,-2 4 0-16,-6-7 0 0,0-1-25 0,-11-3-66 15,-5-2 64-15,-5-2 31 16,-3-1-378-16,-2-10 196 0,-1-6 31 0,-1-3-493 0,2-6 302 0,0-6 151 15,-1 3-252-15,7-10 206 0</inkml:trace>
  <inkml:trace contextRef="#ctx0" brushRef="#br0" timeOffset="9647.97">15229 7265 2009 0,'-2'0'0'0,"-3"-4"0"0,4 2 0 0,-1 1 0 0,2 0 0 0,0 1 0 0,0 0 0 0,2 0 0 0,8 0 485 16,4 2-224-16,0 4-113 0,4-1 2 0,2 0-48 15,0-1-38-15,0-1-159 0,3 2 66 0,-1-1 32 16,0-1 0-16,3-1-548 0,-5 2 285 0,0 0 149 16,-4-1 73-16</inkml:trace>
  <inkml:trace contextRef="#ctx0" brushRef="#br0" timeOffset="9821.43">15267 7536 3032 0,'-26'10'0'0,"-2"2"0"0,10 0 0 0,4-4 0 0,6-1 0 0,5-2 0 16,3-1 0-16,0 1 0 0,2-5 478 0,15 3-221 0,5-1-93 0,4-2-164 0,2 0 0 0,5 0 0 15,-2 0 0-15,0 0 0 0,-2 0 0 0,0 0 0 16,-2-2 0-16,4-1-93 0,-8 3 9 0,-1-3 59 16,-2 2-1121-16</inkml:trace>
  <inkml:trace contextRef="#ctx0" brushRef="#br0" timeOffset="11103.92">16144 7252 1619 0,'0'-18'0'0,"0"1"0"0,0 2 0 0,2-4 0 0,-1 1 0 0,1-2 0 0,0-8 0 0,-1 6 0 0,1-2 152 0,-1 0-58 0,1 0-28 0,-2 0 3 0,0-5-23 0,0 9-10 16,0-1 0-16,-3 3 25 0,-4 2-1 0,-2-1-24 16,-5 4 74-16,3 7-41 0,-3 5-1 0,2 1-32 0,-4 0 107 15,4 12-53-15,-1 6-18 0,1 5 91 16,5 11-63-16,3 5-33 0,2 6 1 0,2 6 5 15,0 8 9-15,2-1-46 16,4 4 0-16,4 3 69 0,0 0-35 0,-2 3 0 0,2 11-20 16,-2-9-14-16,-1 1 0 0,-2-4 1 0,-2-1-186 15,-3-4 94-15,0 4 54 0,0-14-307 16,-8-7 148-16,-5-5 85 0,-2-4 13 0,-4-11-392 16,0-1 193-16,2-16 117 0,2-8 54 0,-4 0-164 15,2-4 109-15,1-16 45 0,3 0 36 0,1-9-425 16,3-8 226-16,-3-1 113 0</inkml:trace>
  <inkml:trace contextRef="#ctx0" brushRef="#br0" timeOffset="11238.65">15803 7629 1587 0,'-12'-21'0'0,"1"2"0"0,0 2 0 0,2 3 0 0,4 5 0 0,0-4 0 0,5 8 0 0,0-1 324 0,5 2-144 0,13-1-72 16,6-1 322-16,6-3-188 16,2 3-108-16,6 1 26 0,0-1-62 0,1 4-31 15,2-2 0-15,4-3-575 0,-6 7 267 0,1-3 139 16,-4 3 69-16,-1 0-754 0,-2 0 357 15</inkml:trace>
  <inkml:trace contextRef="#ctx0" brushRef="#br0" timeOffset="11415.34">16379 7263 2237 0,'-13'-4'0'0,"4"3"0"0,-2 1 0 0,1 0 0 0,2 1 0 0,0 15 0 0,-1 3 0 0,6 7 0 0,1 6 705 0,2 5-334 0,0 1-167 0,0 6-84 0,2 4 93 15,9-7-132-15,0-2-81 0,1-3 0 0,4-6-295 16,0 4 77-16,-1-13 122 0,-1-3-738 16,0-7 435-1,0-2 218-15,0-7 38 0,-1-2-406 0</inkml:trace>
  <inkml:trace contextRef="#ctx0" brushRef="#br0" timeOffset="11574.15">16499 7409 1790 0,'-8'-2'0'0,"1"1"0"16,2-2 0-16,2 3 0 0,1 0 0 0,2 0 0 0,0 0 0 0,7 0 566 0,6 0-265 0,5 4-133 15,4-2-65-15,0 2-145 0,3-2 48 0,1-2-9 0,1 0-465 0,-1 0 252 0,0 0 126 16,-3 0-306-16,3 0 201 0,-6 0 100 16,0 0 50-16,-6 0-578 0</inkml:trace>
  <inkml:trace contextRef="#ctx0" brushRef="#br0" timeOffset="11748.42">16693 7210 1051 0,'-11'0'0'15,"-2"0"0"-15,2 0 0 0,-1 0 0 0,0 6 0 0,4 6 0 0,-1 8 568 16,2 7-265-16,4 5-134 0,3 8-66 0,0 8 425 0,0 2-251 0,0 0-120 0,8-3-38 16,4 1-41-1,1-5 0-15,4 1-33 0,-1-13-504 16,1-4 248-16,-2-6 124 0,2-2-291 0,-1-8 208 0,3-2 112 0,-5-9 33 0,1 0-757 15,2-5 373-15</inkml:trace>
  <inkml:trace contextRef="#ctx0" brushRef="#br0" timeOffset="11884.8">16952 7553 787 0,'1'0'0'0,"-1"0"-1"16,3 0 1-16,-3 0 0 0,0 0 290 0,0 3-127 0,0 4-63 0,0 2-33 0,0 4 480 0,-3 4-261 15,-3 3-125-15,-2 3 98 0,-2 2-111 0,0 1-57 16,-1 2-263-16,1-3 99 0,0-3 54 0,0-3 28 15,4-2-629-15,-1-6 329 16,2 0 172-16,2-9 73 0</inkml:trace>
  <inkml:trace contextRef="#ctx0" brushRef="#br0" timeOffset="12043.36">17050 7429 1069 0,'5'-6'0'0,"3"-2"0"0,0 2 0 0,7 0 0 0,-3 3 307 0,3-2-136 0,2 1-67 0,5 2 497 15,1-1-282-15,5-1-132 0,-3 1-81 0,-1 1-148 16,0 0 39 0,0-2 0-16,-1 4-555 0,-1 0 306 0,-5 0 139 0,-2 0 75 15,-3 0-754-15</inkml:trace>
  <inkml:trace contextRef="#ctx0" brushRef="#br0" timeOffset="12229.85">17269 7224 1556 0,'-13'5'0'0,"1"4"0"0,2 5 0 0,4 4 0 0,-4 8 0 0,6 10 0 0,1 9 211 0,0 7-79 0,3 3-53 15,0 2 661-15,0 1-353 0,2-4-175 0,4-4 83 16,6 0-120-16,-1-15-74 16,3-8-58-16,2-2-443 0,-2-8 206 0,1-9 114 15,1 2 68 1,0-10-778-16,-2-5 413 0,1-15 207 0,-1-6-422 0</inkml:trace>
  <inkml:trace contextRef="#ctx0" brushRef="#br0" timeOffset="12499.44">17437 7202 1221 0,'3'-3'0'0,"-1"-1"0"0,-1 2 0 0,4-1 0 0,1 2 0 0,2-1 669 0,3 2-321 0,0 0-157 15,3 0-77-15,1 5 117 0,0 3-97 0,1 2-41 0,-3 1-32 16,-2 3-139-16,-3 3 56 15,-5 1 30-15,-1-1-188 0,-2 7 117 0,-2-4 45 16,-11-1 6-16,-4 2 25 16,-3-3-1-16,1 0 24 0,-2 0 177 0,3-4-95 0,1-4-104 0,3-2-6 15,3-4 246-15,3 1-114 16,2 0-35-16,6-5-40 0,0 0-103 0,8 0 37 0,12 0 0 0,2-7-407 16,5-4 234 15,-1 1 101-31,2 3-375 15,0-4 226-15,0 3 73 0,-1 0 71 0,1-1-717 0</inkml:trace>
  <inkml:trace contextRef="#ctx0" brushRef="#br0" timeOffset="12652.88">17780 7199 1614 0,'0'0'0'0,"0"0"0"0,0 0 0 0,1 0 0 0,-1 0 0 0,2 1 0 0,-1 6 0 0,6 2 819 15,-1 4-392-15,5 7-195 0,1 7 264 0,1 4-235 0,1 5-179 16,-1 7-82-16,-3 0 0 0,-2 6 0 0,-5 4 0 15,-3-6 0-15,0 0 0 32,-13 2 0-32,-5-3 0 0,-5 2-488 0,-7 4 260 0,1-10 127 0,-3-2 24 0</inkml:trace>
  <inkml:trace contextRef="#ctx0" brushRef="#br0" timeOffset="12817.99">18211 7819 2262 0,'0'0'0'0,"-3"-4"0"0,3 1 0 0,0-2 0 0,0-1 0 0,0 0 0 0</inkml:trace>
  <inkml:trace contextRef="#ctx0" brushRef="#br0" timeOffset="32840.28">15635 2712 511 0,'-3'0'0'0,"-2"0"0"0,2 0 0 16,0 0 0-16,-2 0 0 0,1 0 115 0,1 0-43 0,-1 0 1 0,1-2-32 0,0 1 121 15,1-2-61-15,-1 3-19 0,2 0-11 0,1-2 19 16,-2 1-1-16,2-4-48 0,0 2 48 0,0 0 10 16,0-5-58-16,2 1 44 0,4-1 0 0,2-1-44 15,0-3 0-15,2-2 41 0,1 1-11 0,0 1-30 16,0-4 0-16,0 2 0 15,1 0 0-15,-1-2 10 0,2 4 32 0,-1-2-11 16,-1 1-1-16,3 1-30 0,-1-2-43 0,5-1 11 16,-2 4 32-16,3 1-63 15,0 0 31-15,2-1 1 0,4 3 19 0,3-4-71 0,-3 6 25 0,4 1 0 16,-3 0 24-16,2 3-14 0,2-1-17 0,2 1 44 16,-5 2-29-16,-1 0-12 0,-1 0-12 0,-2 0 38 0,-1 7 34 15,3 0 2 1,-6-1-40-16,1 0 89 0,-3 3-39 0,0-1 0 15,5 0-30 1,-3-1 43-16,-1 0 6 0,3 1-50 0,2 1 14 0,-3-2 24 0,5 4-12 0,-6-4-18 0,3 3 24 16,-1-1-48-16,0 1 10 0,2 0 19 15,2 2-14-15,-3 1 12 0,-3 0-1 0,3-2-30 16,-2 2-3-16,-1 2 30 0,5-1 0 0,-5-1-25 16,-3 1 20-16,1 0 2 0,-3-1-6 15,2-1 10-15,-1 4-1 0,-1-3-6 0,-3-2 1 16,-1 1-12-16,0 1 11 0,0-1 1 0,1 1 0 0,-4-4-1 15,-2 0-2-15,0-2-31 0,-1 1 0 0,0-5 30 16,0 3 3-16,-2-3-32 16,-2-3-2-16,0 0 28 0,0 0-5 0,0 0-55 15,0 0 28-15,0 0-3 0,0 0 24 0,0 0-46 16,0 0 20-16,-2-3-1 0,-2-3-358 0,0-1 183 16,0 2 71-16,-1 0-546 0,-2 0 315 0,0 2 159 15,-1-1 69-15,2 4-471 0</inkml:trace>
  <inkml:trace contextRef="#ctx0" brushRef="#br0" timeOffset="33149.34">16479 2810 762 0,'-15'0'0'0,"1"-4"0"15,0 3 0-15,1-3 0 0,5 1-3 0,2 3 551 0,2-2-257 0,2 1-127 0,2 1-63 16,0 0 259-16,3-2-166 0,13 0-76 31,5 0-39-15,3-1 197-16,6 1-117 0,3-2-49 0,0 1 20 0,0 1-45 0,1 1 1 0,0-2-88 16,-2 3-1-16,2 0 55 0,-7 0-11 0,-1 0-146 0,-1 3 73 0,-3 1 37 15,-2 2-1-15,2-1-157 0,-9 1 91 0,-3-3 11 0,-4 4 37 0,-2-4-285 31,-3-1 143-31,1 1 25 0,-2-3-134 0,0 0 112 0,0 0 56 0,-7 0-89 16,-2 0 73-16,5 0 25 0,-4-5 10 0,1-2-374 0,-1-1 205 16</inkml:trace>
  <inkml:trace contextRef="#ctx0" brushRef="#br0" timeOffset="33396.65">16796 2467 1912 0,'-7'-7'0'0,"1"2"0"0,2 0 0 0,0 4 0 0,0 0 0 0,1-2 0 0,1 3 0 0,1 0 248 0,1 4-109 15,0 7-49-15,0 2 80 0,0 4-65 0,0 1-33 16,3 4 11-16,3-3 69 0,-1 5-55 16,-1-1-29-16,1-2 0 0,0 1-85 0,1 6 38 15,0-9-10-15,-2 1-145 0,1-1 88 0,0-2 43 0,-2-2-205 16,0 2 104-16,1-7 61 0,-3-3-6 15,2 0-102-15,-2-4 34 0,-1-2 51 32,0 2-37-32,0-3-180 0,0 0 122 0,0 0 60 0,0-7 30 0</inkml:trace>
  <inkml:trace contextRef="#ctx0" brushRef="#br0" timeOffset="36382.52">13754 3377 203 0,'-14'0'0'0,"-5"0"-1"0,5 0 0 0,0 0 0 0,2 0 1 0,0 3-1 0,-1-2 0 0,-1 3 56 0,6-2-44 0,-1-1-1 16,1 2 1-16,-1-2 52 16,2-1 1-16,-2 1-42 0,4-1 143 0,-2 0-67 0,2 0-33 0,-1 0 214 15,-2 2-109-15,3-1-70 0,-2 1-30 0,-1 2 282 16,0 0-156-16,0 0-78 0,-4 4-29 0,4-1 117 16,1-2-83-16,0 3-41 15,2-4 0-15,2 0 162 0,-2 1-91 0,5-4-62 78,0 3 199-62,0-1-125-16,4 0-63 0,9-2 155 0,3 0-257 0,9-1 0 0,3 0 0 0,8 0 0 0,5 0 0 0,7-1 0 0,6-5 0 0,-1 0 0 0,5 1 0 0,3 1 0 0,8-2 0 0,5 0 0 0,13-2 0 0,-3 2 0 0,-4 0 0 0,4 2 0 0,-3 1 0 0,-5 2 0 16,8-2 0-16,-21 3 0 0,-2 0 0 0,-2 0 0 15,-3 3 0-15,-3 0 0 0,3 1 0 0,-17-3 0 16,-5-1 0-16,0 0 0 0,-4 0 0 0,-5 0 0 0,3 0 0 0,-13 0 0 15,-4 3 0-15,-1-3 0 16,-2 3 0-16,-3-3 0 0,1 0 0 0,-5 0 0 16,-1 0 0-16,0 0 0 15,0 0 0-15,0 0 0 0,0 0 0 0,0 0 0 0,0 0 0 0,0 0 0 16,0 0 0-16,-1 0 0 0,1 0 0 0,-1 0 0 31,1 0 0-31,0 0 0 0,0 0 0 0,-4 0 0 0,4 0 0 0,-1 0 0 0,1 0 0 16,-2 0 0-16,2 0 0 0,-2 0 0 0,2 0 0 0,-1 0-495 15,1 0 129-15,-2 0 164 16,1 0 80-16</inkml:trace>
  <inkml:trace contextRef="#ctx0" brushRef="#br0" timeOffset="42136.28">6946 8462 1369 0,'0'-5'0'0,"-3"1"0"0,-6-4 0 0,6 6 0 0,1 0 0 0,1 0 0 0,1 1 0 0,0-1 582 0,0 2-262 0,6 0-146 0,9 0 280 16,2 0-207-16,4 0-105 0,2-3 114 15,2 2-113-15,1 1-53 0,-2-3-25 0,3 1-194 16,-1 0 84-16,4-2 51 0,-4 3-9 0,-3-1-188 15,1 1 115-15,-4-2 57 0,0 3 28 0,-1 0-809 16,-3 0 306-16</inkml:trace>
  <inkml:trace contextRef="#ctx0" brushRef="#br0" timeOffset="42321.74">7042 8678 2497 0,'-17'7'0'0,"2"1"0"0,7-2 0 0,-4 2 0 0,9-2 0 0,3-3 0 0,0 3 0 0,2-2 600 0,12 1-281 16,0 0-131 0,2-2-79-16,5-2 109 0,2-1-218 0,1 0 0 0,-1 0 0 0,6 0 0 31,-7 0 0-31,0 0 0 16,2 0-387-16,-3 0 99 0,1 0 164 0,4 3-723 0,-6-3 357 0,-1 1 238 0,0-1 48 0</inkml:trace>
  <inkml:trace contextRef="#ctx0" brushRef="#br0" timeOffset="42761.56">8165 8414 1175 0,'0'-11'0'0,"0"-2"0"0,-2 1 0 0,1 0 0 0,-1-2 0 0,-1-1 0 0,1 0 118 0,2-4-32 0,0 1 145 0,0-2-98 0,0 0-47 15,0-1-25-15,0 0 22 0,0-4 8 16,0 5-54-16,0 1 0 0,-2 0 29 16,-5 1 0-16,-1 4-29 0,-1-3 143 0,-2 7-76 0,0 2-34 15,0 2 1-15,-4 3 58 0,1 3-46 31,-2 0 9-31,5 0 148 0,-1 6-102 0,4 8-50 0,-3 0-26 0,6 8 91 0,-1 2-49 0,4 5-38 16,2-1-22-16,0 6-44 0,0 5 0 0,2 10 0 16,4-3 0-16,1 7 0 0,2 2 0 15,-4 6 0-15,2 7 0 0,0 11 0 0,-3-6 0 0,0 0 0 16,-3 2 0-16,-1 2 0 16,0-6 0-16,-1 6 0 0,-7-22 0 0,-5-6 0 15,3-3 0-15,-3-10-273 0,-4-4 82 0,1 0 44 16,-1-18 60-16,4-3-290 15,-3-9 170-15,1-2 85 0,1 0-461 0,3-6 263 0,-2-8 146 0,4-8-221 16</inkml:trace>
  <inkml:trace contextRef="#ctx0" brushRef="#br0" timeOffset="42928.79">7614 8731 1670 0,'0'-10'0'0,"-6"2"0"0,3 2 0 15,3-3 0-15,0 4 0 0,2-2 0 0,14 2 0 0,7-1 838 0,6-2-400 0,3 2-192 0,2 0 220 32,4 0-215-32,5-1-229 0,2 2-22 0,0 1 0 0,6-1-12 0,-8 4-3 0,-4-1-674 0,-3 2 363 0,-2 0 181 15,-4 0 91-15,1 0-344 16,-11 0 127-16,-3 3 138 0</inkml:trace>
  <inkml:trace contextRef="#ctx0" brushRef="#br0" timeOffset="43269.87">8607 8432 1019 0,'0'-11'0'0,"-2"4"0"0,-2 0 0 16,-2-3 0-16,2 6 594 0,-1 1-278 0,-2 1-140 0,1 2-69 15,-3 0 177-15,0 8-114 0,-2 10-71 16,2 4 242-16,-1 7-153 0,3 3-75 0,-2 6-38 16,5 4 194-16,2 1-120 0,2-2-118 0,0 0-31 15,0 1 0-15,8 8 0 0,4-12 0 0,2 1 0 16,3-4-16-16,-2-2-17 0,2-6 35 0,0 0-519 15,-2-8 231-15,-1-6 151 0,-3-3-352 16,0-6 227-16,-1-4 106 0,2 0 49 0,-4 0-564 0</inkml:trace>
  <inkml:trace contextRef="#ctx0" brushRef="#br0" timeOffset="43612.2">8805 8620 1637 0,'0'0'0'0,"0"0"0"0,0 0 0 0,0 0 0 15,1-2 0-15,3-1 0 0,5 3 0 0,1 0 0 0,3 0 228 16,2 0-96-16,0 7-48 0,2 2-24 0,1 2 26 0,-3 4-50 0,-1 0 0 0,-5 3-87 0,-2-1 44 0,-3 5 0 0,-3 2 52 15,-1-3-37-15,-7 2 0 0,-10 0 29 16,-2-3 36-16,-4 2 9 0,-2-5-60 31,0-5 11-31,-3-2-55 0,4-1 24 0,1-6-14 0,-3-1 40 0,7-2-333 0,8 0 155 0,0-3 73 16,7-11-496-16,4-5 263 16,0-3 127 30,7-4 79-46</inkml:trace>
  <inkml:trace contextRef="#ctx0" brushRef="#br0" timeOffset="43759.14">9071 8503 1941 0,'0'0'0'31,"0"0"0"-31,0 0 0 0,0-2 0 0,-4 2 0 0,-1 0 0 0,-2 0 306 0,3 0-139 0,-5 6-66 0,2 5 509 0,-3 4-287 0,2 7-143 0,-1 2-63 0,4 3 69 0,1 3-186 0,2 0 0 0,2 6 0 0,0 0 0 0,8 4 0 0,4-7-58 0,6 0-193 0,0-3 144 31,2-3 71-31,1-1-780 0,2-2 421 16,-1-9 109-16,-2-5 130 0,1-5-300 0</inkml:trace>
  <inkml:trace contextRef="#ctx0" brushRef="#br0" timeOffset="44522.27">9335 8675 1824 0,'-6'-4'0'0,"3"-2"0"0,0 2 0 0,1 2 0 0,-1-2 0 0,3 3 0 0,0-2 288 0,0 3-125 0,9 0 75 0,8 0-100 16,2 0-41-1,5 0-35-15,0 0 136 16,4 0-80-16,2 0-41 0,0 0 1 0,3 0-210 0,-4 0 79 0,2 0 46 0,-6 3-1 0,0-2 45 78,-5 3 0-62,5-2 10-16,-14-2-1098 0,0 3 465 0,-6-2 276 0,-2 0-254 0,-3-1 264 0</inkml:trace>
  <inkml:trace contextRef="#ctx0" brushRef="#br0" timeOffset="44639.3">9507 8441 1038 0,'-7'3'0'0,"3"1"0"0,-1 1 0 0,2 3 0 0,0 4 0 0,3 1 0 0,0 8 440 62,0 3-206-62,0 2-98 0,4 9-50 0,3 1 169 0,-1 3-109 0,3 8-46 0,-1-7-231 0,0 0 83 0,1-2 43 0,1 1-502 0,0-6 272 0,4 3 145 0,-5-10 59 0,2-6-280 0</inkml:trace>
  <inkml:trace contextRef="#ctx0" brushRef="#br0" timeOffset="44944.71">9723 8589 797 0,'8'-13'0'0,"5"2"0"0,-1 3 0 0,3 2 0 0,1 2 0 0,4 2 0 0,0 2 554 0,4 0-250 0,-5 0-138 0,1 12 89 0,-3 3-109 0,2 2-55 0,-2 2-152 0,-2 6 59 0,-7 3 14 0,1-3 1 0,-7 3-219 0,-2 2 121 0,0-1 61 0,-2 7 40 31,-13-8-58-31,-5-3 40 0,-2-1-1 0,-6-1-38 0,0-5 72 47,-5-1-76-31,3-7 3-16,1-3 366 0,2-2-161 0,1-2-76 15,6-3 428-15,1 2-230 0,8-2-128 0,3 0-60 0,5 0 213 0,3-2-149 0,0-1-161 0,13-2 0 0,5 0 0 0,9 0 0 0,3 3 0 0,0-3 0 0,2 5 0 0,4-4 0 0,-4 4 0 0,1 0 0 0,0 0 0 0,2 0-21 0,-4 6-537 0,4 2 243 0,-8-1 156 16,-4 0 2-16,-1-1-477 0,-2 1 298 0,-1 2 141 0,-4-6 83 16,-7 1-495-16</inkml:trace>
  <inkml:trace contextRef="#ctx0" brushRef="#br0" timeOffset="45119.89">10204 8637 2498 0,'0'0'0'0,"-2"0"0"0,-2 0 0 0,4 0 0 0,0 0 0 0,0 0 0 0,0 0 0 0,2 7 0 0,4 3 324 0,5 1-143 0,0 2-72 0,1-1-173 31,2 5 51-31,-1 0 34 0,2-1-10 0,-2 1-498 0,1-1 262 0,-2 2 131 0,1-3 65 0,1 2-767 15,-4-3 385-15</inkml:trace>
  <inkml:trace contextRef="#ctx0" brushRef="#br0" timeOffset="45377.03">10567 8410 1194 0,'0'-8'0'0,"-1"-1"0"0,-2 4 0 0,1 2 0 0,2 2 0 0,-1 1 761 0,-1 0-353 0,2 11-190 15,-3 12-90-15,0 7 386 0,-5 7-238 16,0 11-119-16,-3 8-51 0,-2 2 63 0,-2 9-169 16,-6 10 0-16,-1 9 0 0,-2 5 0 15,-5 10 0-15,6-18 0 0,-2-3 0 0,1 0 0 16,4-7 0-16,1-5 0 0,2 5 0 0,8-28 0 16,1-6 0-16,3-10-48 15,2-5-190-15,-1-5 46 0,2-2 83 0,0-12-380 31,-1-5 227-31,3 0 112 0,0 0-429 16,0-3 271-16,0-6 124 0,0-8-207 0</inkml:trace>
  <inkml:trace contextRef="#ctx0" brushRef="#br0" timeOffset="45561.71">10803 8976 2597 0,'0'0'0'0,"0"0"0"0,0-2 0 0,0 1 0 0,0-1 0 0,0 0 0 0,0 2 441 0,0 0-194 0,0 0 148 16,0 7-179-16,0 4-181 0,0 3-35 15,0 2 0-15,0 2 0 0,0 3 0 0,0 1 0 0,-3 2-334 16,0 0 42-16,-5 2 174 0,2-1-1089 0</inkml:trace>
  <inkml:trace contextRef="#ctx0" brushRef="#br0" timeOffset="46021.11">11432 8418 1009 0,'-28'7'0'0,"8"4"0"0,0 10 0 0,1 7 0 0,1 3 0 0,2 8 640 16,-3 7-292-16,10-5-161 0,5 0-75 0,4-2 141 16,0 0-109-16,0-6-53 0,13 2 130 0,7-7-97 15,2-6-44-15,2 0-218 0,2-2 86 0,2-2 45 16,-1 3 9-16,-3-10-468 0,0-3 251 0,-3 0 125 15,-2-3 64-15,-2-4-681 0,2 1 327 0,-9-2 175 16,1 0-276 0</inkml:trace>
  <inkml:trace contextRef="#ctx0" brushRef="#br0" timeOffset="46262.07">11538 8622 1435 0,'-3'-14'0'16,"2"2"0"-16,1 2 0 0,0 1 0 0,0 1 0 0,6 4 0 0,9-1 0 0,3 2 168 0,2 3-65 0,3 0-34 0,3 4 193 63,-2 9-113-63,4 2-47 0,-3 2-37 0,-2 2 55 0,-4 3-41 0,-2 2-1 0,0-2-41 0,-7 6-27 0,-7-3-9 0,-2-1 36 0,-1 3-26 0,-6-1 1 0,-11-2 24 0,-5 3 7 0,-3-8-7 0,-6-2 1 0,-2-4 0 0,-4-4-62 31,3-2 32-31,-4 0 1 0,9-4-7 0,1-3-318 15,1 0 162 1,7-3 66-16,4-8 45 0,2-6-452 0,14-3 234 0,0-4 113 0,2-3-368 0,17-4 240 0</inkml:trace>
  <inkml:trace contextRef="#ctx0" brushRef="#br0" timeOffset="46416.27">11853 8494 1835 0,'3'0'0'0,"-3"0"0"0,0 0 0 0,0 1 0 0,0 4 0 0,0 2 0 0,0 4 0 0,-7 2 604 0,-1 7-284 0,-3 1-142 0,0 6 356 0,0 1-249 0,1 6-115 16,7-5-165-16,-3 2-5 0,6-2 0 0,0 0 0 0,9-2 0 0,7-4 0 0,4-2 0 0,7-7 0 0,2 1-424 0,1-8 172 16,4 5 154-16,1-12 63 0,-3 0-755 0,0 0 377 15,-1 0 188-15,-3-12-504 0</inkml:trace>
  <inkml:trace contextRef="#ctx0" brushRef="#br0" timeOffset="46586.01">12112 8675 1153 0,'-10'0'0'0,"-2"0"0"0,5 0 0 0,0 0 0 0,2 0 0 0,2 0 0 0,3 0 657 0,0 0-310 0,14 0-155 15,3 0 123-15,5-2-139 0,5 1-61 0,2 0-44 16,-2-3-251-16,3 3 109 0,-1 0 53 0,0 0-532 16,1-2 300-16,-5 3 137 0,-1 0 74 0,-5 0-643 0,0 0 322 15</inkml:trace>
  <inkml:trace contextRef="#ctx0" brushRef="#br0" timeOffset="46765.75">12280 8473 1625 0,'-11'0'0'0,"3"0"0"0,3 0 0 0,-3 0 0 0,1 7 0 0,4 5 0 0,3 0 0 0,0 9 745 0,0 2-354 15,0 3-177-15,2 7 127 0,2 0-157 16,2 5-73-1,1-3-38-15,0 1-373 0,0 0 168 0,-1 2 94 0,2-8 32 0,-4-3-711 0,3-3 377 16,-3-1 189-16,1-6-359 0,2-1 256 0</inkml:trace>
  <inkml:trace contextRef="#ctx0" brushRef="#br0" timeOffset="47059.62">12468 8557 864 0,'8'-7'0'0,"2"0"0"15,4 2 0-15,0 2 0 0,6 1 0 0,2 0 534 0,1 2-254 0,1 0-121 0,0 9-62 16,0 4 9-16,-2 2-35 0,1 6 10 0,-9-3-45 0,-3 2-174 16,-6 3 87-16,-4-1 44 0,-1 1-92 15,-3 2 76-15,-13-6 25 0,-7-1 75 16,-4-2-41-16,-4-4-1 0,3 0 1 0,-6 0 292 16,8-7-151-16,2-3-103 0,4 2-25 0,3-4 396 0,1 1-195 15,7-1-112-15,4 0-50 16,3 0 194-16,2 0-278 0,0 0-4 0,6 0 0 15,12 0 0-15,5 0 0 0,3 0 0 0,3 0 0 16,3 2 0-16,3 1 0 0,-2 0 0 16,-1 0 0-16,0 3 0 0,-1-4 0 0,-2 3-594 0,-1 0 244 15,-7-2 97-15,-1 1 108 0,-6-4-561 0,0 0 335 16,-3 0 167-16</inkml:trace>
  <inkml:trace contextRef="#ctx0" brushRef="#br0" timeOffset="47222.15">12911 8516 1534 0,'0'-6'0'0,"0"0"0"0,0 1 0 0,-1 1 0 0,-1 3 0 0,2-1 0 0,0 2 711 0,0 0-339 15,2 2-162-15,7 7 76 0,0 3-126 16,2 1-63-16,3 2-31 0,-1 2-2 0,0 0 10 0,0-2-38 0,-2 1 0 16,1 1-496-16,-2-2 249 0,-1-1 124 0,2 3-654 15,-5-9 379-15,2 3 193 16,-3-2-602-16</inkml:trace>
  <inkml:trace contextRef="#ctx0" brushRef="#br0" timeOffset="47448.69">13163 8448 856 0,'-1'-7'0'0,"1"2"0"0,-4 1 0 0,2-1 0 0,2 3 706 0,-1 1-335 0,1 1-167 0,-2 0-84 0,0 1 263 0,1 12-178 0,-3 5-84 0,0 6-43 0,-4 7 450 0,-3 9-246 0,-2 7-205 0,-2 0-77 0,-1 10 0 15,-9 6 0-15,-3 10 0 0,-6 7 0 16,-5 14 0-16,3-9 0 0,-4 4 0 16,4-1 0-16,2-2 0 0,2-6 0 0,4 0-27 0,14-29-58 15,2-7 57-15,5-10-91 0,3-8-404 0,1-9 243 16,3-5 112-16,0-12-418 0,0 0 274 0,0 0 138 16</inkml:trace>
  <inkml:trace contextRef="#ctx0" brushRef="#br0" timeOffset="47765.68">13286 8489 1968 0,'0'-10'0'0,"0"-1"0"0,0 4 0 0,0-1 0 0,3 3 0 0,1 0 0 0,2 3 771 0,5 0-368 0,3 2-184 0,0 0-91 16,3 12 188-16,3 2-190 0,-2 6-126 0,0 2 0 15,0 6 0-15,-3 3 0 0,-2 4 0 16,-1 4 0 0,-9-1 0-16,-1 0 0 0,-2 0 0 0,-2 2 0 0,-13 3 0 0,-4 0 0 0,-5-8-42 15,-2-4-98-15,-4-4 82 0,1-5-28 0,-2-5-357 16,-4-1 187-16,6-10 115 0,1-6-154 0,4 0 129 31,5-2 66-31,2-11 32 0,5-1-9 0</inkml:trace>
  <inkml:trace contextRef="#ctx0" brushRef="#br0" timeOffset="48091.52">13550 8349 2068 0,'0'-14'0'0,"0"4"0"0,0-1 0 0,2 1 0 0,5 2 0 0,-1 0 0 0,4-1 0 0,4 4 248 0,2 3-106 15,4 2-53-15,-1 0 12 0,2 0-33 0,3 7 10 0,-4 9-43 16,-4 2-94-16,-1 4 48 0,-5 1 23 0,-6 3 0 16,-2 1-143-16,-2 0 80 15,-5 0 42-15,-8-6 1 0,-5 1 17 0,-2-2 1 0,1 0 98 16,-5-8-47-16,3-3-93 0,2-4 34 15,-1-2 387-15,3-1-181 0,-1-2-67 0,8 0-59 16,2 0 287-16,2 0-369 0,4 0 0 0,2-2 0 16,0-1 0-16,2 1 0 0,12-1 0 0,6 2 0 15,4-1 0-15,0 2 0 0,4 0 0 0,0 0 0 16,-1 0-27-16,1 0 20 0,0 0-399 0,1 0 207 16,-2 0 28-16,-4 2 80 15,-1-2-738-15,-5 1 396 0,-1-1 199 0</inkml:trace>
  <inkml:trace contextRef="#ctx0" brushRef="#br0" timeOffset="48361.01">13968 8384 1226 0,'1'0'0'0,"-1"0"0"0,0 0 0 0,2 0 0 0,-2-2 0 0,1-1 0 0,1 3 680 0,0 0-322 0,3 0-162 16,-2 0 398-16,5 0-280 16,4 7-130-16,0 9 187 0,0 2-363 0,4 6-8 0,-2 5 0 15,1 2 0-15,0 12 0 0,-6-1 0 0,-2 1 0 16,-5 4 0-16,-2 3 0 0,-2 1 0 0,-13 6 0 16,-5-13 0-16,-4 0 0 0,-1-5 0 15,-3-5 0-15,0-4-169 16,-1 0 14-16,6-15-712 0,4-6 415 0,2-5 209 0,2-4 104 0</inkml:trace>
  <inkml:trace contextRef="#ctx0" brushRef="#br0" timeOffset="49163.76">14435 8732 2855 0,'0'0'0'0,"0"0"0"0,0 0 0 0,0 0 0 0,0 0 0 0,0 0 0 0,0 0 483 0,0 0-214 15,0-1-120-15,0 1 26 0,1 0-175 0,-1 0 0 16,0 0 0-16,0 0 0 0,0 0 0 0,0 0 0 16,2 0 0-16,-2 0 0 0,0 0 0 0,0 0 0 15,2 0-692-15</inkml:trace>
  <inkml:trace contextRef="#ctx0" brushRef="#br0" timeOffset="54449.89">15141 8366 1254 0,'0'-17'0'0,"0"4"0"0,0 2 0 0,0-1 0 0,0 3 0 0,0 1 0 0,0-2 189 0,0 7-81 0,0 1 249 0,0 0-160 0,0 2-80 0,1 0-40 16,2 7 116-16,2 8-82 0,-2 4-38 16,1 10 1-16,-3 1 252 0,1 9-144 0,-1 4-64 0,2-1-45 15,-1 5 205-15,-2-1-121 0,0 2-110 0,0-2-47 16,1 10 0 0,-1-8 0-16,2-2 0 0,-1 0 0 0,1 0 0 15,-1-5 0-15,3 3 0 16,-1-15 0-16,0-6 0 0,-1-2 0 0,1-10 0 0,-2-3 0 0,1-2 0 15,1-6 0-15,-3 0 0 0,0-1 0 0,0-4 0 16,0 0 0-16,0 0 0 0,0 0 0 0,0-2 0 16,0 3 0-16,0-3 0 15,0 0 0-15,0 1 0 0,-3-1 0 0,1 0 0 0,1 0 0 0,1 0-315 0,0-1 55 16,0 3 119-16,0 0-835 16</inkml:trace>
  <inkml:trace contextRef="#ctx1" brushRef="#br0">23117 11905 0</inkml:trace>
  <inkml:trace contextRef="#ctx0" brushRef="#br0" timeOffset="76276.01">14134 5978 634 0,'-6'-3'0'0,"2"1"0"0,-1-3 0 0,2 0 0 0,-1 5 0 0,1-4 438 0,2 2-204 0,1 1-99 16,0-1-49-16,0 1 281 0,7 1-164 0,5 0-74 0,3 0 142 0,1 0-117 15,2 6-58-15,1 3 2 16,0 2-31-16,1 2 10 0,-3 2-39 0,0 0-37 0,-6 2 0 16,2 1 36-16,-4 4 0 0,-1 3-102 15,-6-1 46-15,-2-2 28 16,0 2 1-16,-2 2-153 0,-9 0 59 0,-3-8 50 15,-2-1-290-15,-2-5 155 0,2-5 77 0,-1-4-301 16,3-3 168-16,3 0 99 0,3-5 44 0,7-12-158 16,1-1 102-16,1-5 50 0,13-6 16 0</inkml:trace>
  <inkml:trace contextRef="#ctx0" brushRef="#br0" timeOffset="76432.79">14475 5941 673 0,'7'-7'0'0,"-1"0"0"0,-3 2 0 0,-1 4 0 0,-2 1 721 47,0 0-342-47,-8 4-171 0,-3 7-76 0,-3 6 227 0,0 0-162 0,0 5-79 0,2 2-41 0,-1 1 474 16,1 4-248-16,5-5-137 0,4 1-119 0,3-1-47 0,0 1 0 0,5 2 0 15,13-2-152-15,10-4 87 0,10-5 51 0,6-5-944 0,9-4 497 0,8-7 249 16</inkml:trace>
  <inkml:trace contextRef="#ctx0" brushRef="#br0" timeOffset="77054.98">15438 4978 1135 0,'3'0'0'0,"1"0"0"0,-1-3 0 0,1 2 0 0,1-2 0 0,2-1 0 0,2 4 193 0,-2-1-68 0,3 1 36 16,2 0-61-16,0 0-31 16,0 0-1-16,0 0 74 0,2 5-43 0,0 2-35 0,-3 1 0 0,-1 1-79 15,-1 0 26-15,-3 2 0 0,-1 3 37 16,-3 0-104-16,-2 2 47 0,-2 3 1 0,-11-2-36 0,-4 5 41 15,-4 2 9-15,-2-3-35 0,-5-1 25 16,-1-2-14-16,1-1 0 0,1-4-98 0,-1-1 58 0,8-2 14 16,7-5 1-16,1-5-193 15,8 0 108-15,4 0 43 0,5-12 24 16,18-6-339-16,9-6 181 0,5 0 91 0</inkml:trace>
  <inkml:trace contextRef="#ctx0" brushRef="#br0" timeOffset="77204">15820 4913 2689 0,'7'-9'0'0,"-4"1"0"0,-1 1 0 0,-2 2 0 0,0 5 0 0,-7 0 0 0,-7 0 0 0,-5 5 0 0,-1 8 0 0,-2 3 454 0,2-1-214 0,2 2 308 16,2 0-548-16,4 0 0 15,4 1 0-15,3 2 0 16,5-1 0-16,1-1 0 0,21 1 0 0,9-4 0 0,10 1 0 0,13 0 0 16,2-6 0-16,5-1-552 0,3 0 12 0</inkml:trace>
  <inkml:trace contextRef="#ctx0" brushRef="#br0" timeOffset="78837.27">20138 5719 749 0,'-10'-5'0'0,"4"1"0"0,-2 1 0 0,4 0 0 0,0 1 0 0,3 1 423 0,1-1-184 0,0 2-106 0,1 0-48 0,10 0 177 16,3 5-112-16,5 3-57 0,0 1 80 0,1 1-73 0,1 0-32 0,-1 1 1 15,-3 3-24-15,1-1-8 0,-1 1 8 16,-4 0-70-1,-3 0 31 1,-3 3 0-16,-2 1 30 0,-4 0-46 0,-1 6 32 0,0-2-9 0,-13 3 24 0,-7-2-41 63,-3 1 0-48,-2 0-5-15,-3 1-109 0,2-6 54 0,-1-4 38 0,3-3 7 0,4-5-338 0,0 0 157 0,11-7 94 0,0 0-172 0,9-10 121 0,3-13 60 0,14-6 31 0,8-6-408 0</inkml:trace>
  <inkml:trace contextRef="#ctx0" brushRef="#br0" timeOffset="78970.57">20513 5591 1819 0,'-3'0'0'16,"-3"0"0"-16,1 0 0 0,-1 0 0 0,-4 0 0 0,-2 7 0 0,-2 8 0 0,-2 4 0 0,1 9 873 0,-2 4-418 0,2 4-200 0,9 3 261 0,6-2-503 0,0 1-13 0,13-1 0 0,16-6 0 0,10 1 0 0,7-11 0 15,12-5-556-15,8-6 106 0,3-7 243 0</inkml:trace>
  <inkml:trace contextRef="#ctx0" brushRef="#br0" timeOffset="80256.08">23832 6113 1695 0,'0'-14'0'16,"-1"2"0"-16,0 4 0 0,0 4 0 0,-1-3 0 0,2 6 0 0,0 1 0 0,0 0 240 0,0 8-102 0,4 8-51 0,5 6 182 0,0 5-121 0,-1 7-55 0,0 3-29 0,-3 2 48 0,3 4-38 0,-1 5 9 31,-4-3-47-31,3-3-28 0,-1 4 1 0,-2-3 27 0,-1-1-102 0,2 2 60 0,-3-12 17 0,0-6-85 31,-1-8 55 16,0-2 28-47,0-8-19 0,0-1-11 0,-2-7-2 0,-7-1 0 0,-2-14-8 0,1-5-10 0,-2-4 29 0,-3-4 10 0,4 1-9 0,-2-4-12 0,-3-1 22 0,3 0-2 0,-4 2-45 0,-1 1-1 0,1 5 43 0,1 8 86 16,0 4-42-16,-1 4 0 0,0 6-43 0,-3 2 206 0,6 5-95 15,2 15-48-15,0 7-19 0,7 3 209 47,3 2-97-47,2-2-49 0,0 0-35 0,7-2 10 0,12-3 1 0,1-2-68 0,8-5-62 0,4 2 40 0,1-10 19 0,3-5-436 16,-2-5 222-16,2 0 119 0,-2 0 29 0,4-3-761 0,-9-11 396 0,-1-4 194 31,-1-3 96-31</inkml:trace>
  <inkml:trace contextRef="#ctx0" brushRef="#br0" timeOffset="80455.77">24078 6334 1530 0,'0'-5'0'0,"1"-2"0"0,0 6 0 0,2-5 0 0,6 1 0 0,-2 4 0 0,3 1 0 0,6 0 0 0,-3 0 415 16,6 9-189-16,-1 6-95 0,2 2 80 0,-3 3-92 15,-3 2-41-15,-4 3 47 0,-1 3-45 0,-5-1 1 16,-2 5-36-16,-2-4-84 0,-3-1 38 0,-14 1 0 16,-1-4 37-16,-5-4-75 0,-3-1 47 0,-1-7-9 0,1-6 37 0,-2-3-246 15,6-3 119-15,-2 0 17 0,3 0-152 0,9-10 71 16,5-10 70-16,7-1-389 16,0-6 218-16,4-3 110 0,12-4 46 0,6 5-384 0,3-2 223 15</inkml:trace>
  <inkml:trace contextRef="#ctx0" brushRef="#br0" timeOffset="80604.61">24318 6307 1125 0,'10'-7'0'15,"3"2"0"-15,-8 3 0 16,-3 2 0-16,0 0 0 0,-2 4 168 0,0 8-57 0,-2 3-42 0,-6 6 676 0,-4 0-355 0,2 2-176 0,1-1-89 0,1 5 470 0,-1-2-284 0,7-2-233 16,2 2-78-16,0-2 0 0,0-1 0 0,8 3 0 0,9-9-311 0,8-1 27 0,5-3 161 31,9-5-394-31,7-7 277 0,7 0 147 0</inkml:trace>
  <inkml:trace contextRef="#ctx0" brushRef="#br0" timeOffset="82005.89">24999 5017 505 0,'-3'0'0'0,"-2"0"0"0,2 0 0 16,-3 0 0-16,4 1 180 0,-1 1-72 0,-2 0-35 0,4 5 0 0,-5 1 160 0,5 1-88 15,-1 6-59-15,2-1-24 0,0 4 73 0,0 3-48 16,2 0-25-16,8 3 79 0,-2 1-56 15,4-2-24-15,2 0 0 0,-1 1 35 0,4-4-29 16,0 4 9-16,2-8 5 0,-1-3-1 16,0 0-43-16,3-4 0 0,-1-2 8 0,3-2 2 0,0-5-10 15,-2 0 0-15,0 0-38 0,1-6-1 0,1-7 49 32,-6-2-111 14,2 0 50-46,-2-5 22 0,-3 1-1 0,-2-2-144 0,3-2 82 0,-9 1 17 0,4 0-38 0,-5-1 30 0,-1 2 0 0,-2-3 15 0,-1-2 19 172,-1 3-20-172,0 1 18 0,0 2-27 0,-8 1 62 0,-4 3-5 0,0-4-37 16,1 8 133-16,-5 2-60 0,3 3-21 0,-4 4 143 0,1 1-76 0,-1 1-40 0,0 1-11 0,2 3 187 0,-1 10-90 0,0 2-53 0,1 6-27 0,-3 2 149 0,5 3-92 0,3 4-42 0,1 5 0 0,1 4 35 0,3-1-100 0,0 8-14 0,3-5 0 0,2 1 0 0,0 4 0 0,0-1 0 0,7 0 0 62,2 5 0-62,2-15 0 16,-1 0-64-16,1-1-157 0,-3-7 128 0,3-3 26 0,-3 4-662 0,-4-13 345 0,2-5 173 0,-3-3 87 0,0-4-259 0,-1-3 172 0</inkml:trace>
  <inkml:trace contextRef="#ctx0" brushRef="#br0" timeOffset="82948.22">25466 5176 650 0,'0'0'0'0,"-2"0"0"0,0 0 0 0,1 0 0 0,-2 0 0 0,2 0 0 0,-1 0 0 0,-2 0 243 0,2 0-108 0,1 0-49 0,-3 0-25 16,0 0 184-16,2 0-104 0,-1 0-44 0,-2 0-35 15,-3 0 108-15,3 6-67 16,-3 3-33-16,-2 7 303 0,-3 4-159 0,5 5-93 0,-3 6 248 16,3 3-166-16,3 5-84 0,5 3-41 0,0 4 13 15,2-4-31-15,13 0-1 0,6-2-23 0,5-6-543 0,4-4 271 16,3 4 146-16,2-14 58 16,-1-5-892-16,-1-7 411 0</inkml:trace>
  <inkml:trace contextRef="#ctx0" brushRef="#br0" timeOffset="83554.59">25622 5300 926 0</inkml:trace>
  <inkml:trace contextRef="#ctx0" brushRef="#br0" timeOffset="83821.57">25615 5300 926 0,'-6'0'0'0,"-2"-2"0"16,2 0 0-16,4 1 0 0,0-2 0 0,2 3 0 62,0 0 406-62,0 0-176 125,0 0-102-125,7 0-46 0,6 0 209 0,1 8-128 0,3-1-55 0,-1 3 104 0,0 2-88 0,0 1-44 0,0 1-3 0,-1 2 0 0,0 2-33 0,-4 1-8 0,-3-2-35 0,-2 3 0 0,-3 1 34 0,-3 3 1 0,0 1-69 0,-2-2 30 0,-13 0-1 0,-4-1 40 16,-1-1-78 31,-5-2 15-47,-4 0 35 0,5-8-111 0,-4-2 57 0,3-6 9 0,0-1-204 0,3-2 108 0,-1 0 55 0,10 0 23 0,5-7-333 0,7-5 176 0,1-5 89 0,0 2 43 0,11-4-195 0,9 1 125 0,0-1 56 0</inkml:trace>
  <inkml:trace contextRef="#ctx0" brushRef="#br0" timeOffset="83889.39">25932 5314 1651 0,'0'-8'0'0,"0"2"0"15,0-5 0-15,0 5 0 0,0 1 0 0,0-2 0 0,0 4 0 0,0 0 308 0,-4-1-127 0,-4 4-77 0,0 0 325 0,-4 0-197 0,-2 12-97 0,-2 4-51 0,-1 2 308 0,0 6-182 0,1 1-88 0,0 4-43 0,5 0-75 0,-1 4-4 0,6-6 0 0,4 4 0 0,2-4 0 0,0-2 0 0,2 2 0 0,11-1 0 0,4-7 0 0,5-2 0 0,5-3 0 0,0-5 0 0,2-1 0 0,1-5 0 0,-3-3-637 0,-1 0 107 0,0 0 249 0,-2-11-352 0</inkml:trace>
  <inkml:trace contextRef="#ctx0" brushRef="#br0" timeOffset="85019.75">30127 6045 752 0,'0'0'0'0,"0"0"0"0,0 0 0 0,0 0 0 0,0 0 0 0,0 0 0 0,0-2 0 0,0 0 77 16,0-1-32-16,0 1-9 31,3 0-109-31,-2-2 54 0,1-2 28 0,-1 3 0 0,1-2-214 0,-1 2 109 0,0-1 56 0,1-1 28 0,-1 3-168 0,2-3 87 16,-1 0 41-16</inkml:trace>
  <inkml:trace contextRef="#ctx0" brushRef="#br0" timeOffset="85225.88">30147 5990 183 0,'2'-3'-47'0,"-1"-1"20"0,1 2-27 0,-2 0 136 0,2-2-63 0,-2 4-26 0,0-2 326 0,0-1-161 0,0 1-58 0,0 2-47 0,0-2 243 0,0-1-130 0,0 3-65 0,0-2-32 0,0 0 57 0,0 0-35 0,0 2-32 0,0 0-48 0,0-1-1 0,0 1 26 0,0 0 1 0,0 0-16 0,0-2-9 0,1 2 24 0,-1 0-41 0,0 0 41 0,1 0 1 0,-1 0 8 0,0 0 22 0,1 0-1 0,-1 0-51 0,3 0 16 0,-3 0 50 0,0 0-16 0,1 0-6 0,-1 0-47 0,0 0 24 0,0 0 0 0,3 0 0 0,-3 0-145 0,0 0 67 0,0 0 38 0,0 0-129 0,0 0 75 0,0 0 29 0,0 0 27 0,0 0-535 0,0 0 257 0,0 0 90 0,0 0 77 16</inkml:trace>
  <inkml:trace contextRef="#ctx0" brushRef="#br0" timeOffset="85724.74">30213 5900 785 0,'-1'0'0'0,"-3"3"0"0,1-3 0 0,0 0 0 0,-2 0 0 0,2 2 0 0,1-2 96 0,-4 1-20 0,3 1-9 16,-1 0 117-16,1 2-74 0,-1-1-37 0,-1 2 9 16,2 0 21-16,-1 4-33 0,1 1 0 0,2 1 100 15,1 0-67 1,0 7-24-16,0-4-10 0,5 5 96 16,8-2-65-16,5 1-32 0,1 0 37 0,7 2-25 0,1-3-9 0,0-3-35 46,2-2-46-46,0-2 23 0,1-1 0 0,2-3 33 0,-5-6-52 0,-1 0 0 0,-4 0 42 0,2-6-144 0,-5-5 71 0,1-4 26 0,-7 0-19 0,-2-2-147 16,-5-4 91-16,1 3 16 0,-4-5-85 16,1-2 48-16,-4 6 27 31,0-3 24-31,0 1-17 0,-5 1-6 0,-5 1 43 0,1-1-9 0,-2 6 142 0,-3 6-67 0,2-1-33 0,-3 6 129 62,-1 1-76-62,-1 2-34 0,4 0 356 0,-2 9-182 0,0 4-63 0,1 6-54 0,4 4 244 16,-3 2-131-16,1 2-79 0,5 3-36 0,1 5 125 0,0 0-79 0,2 2-41 0,0 7 9 0,3-5-85 0,1 2 0 16,0-2 0-16,0 2-12 0,0-4-18 0,0 4 42 0,1-12-9 15,2-4-400-15,1-3 175 0,0-4 121 16,1-6-537-16,-2 2 291 0,-1-9 161 0,1-5 74 0,3 0-410 0,-1 0 243 47,3-1 113-47,-1-10 69 0,1-5-339 0,-3-4 217 0</inkml:trace>
  <inkml:trace contextRef="#ctx0" brushRef="#br0" timeOffset="85973.83">30692 6007 1782 0,'-6'0'0'0,"0"0"0"0,-1 0 0 0,2 0 0 0,0 0 0 0,-4 2 0 0,2 5 343 0,-1 4-159 0,2 3 153 0,2 5-150 15,0 0-76-15,0 4-37 0,3 3 283 0,1 0-165 0,0 4-77 0,0-3-40 0,0 3-120 0,5-3 41 47,2 3 9-47,0-7 31 0,3-3-515 0,-3-4 257 0,3-3 130 0,-3-2-688 16,5-2 328-16,-5-7 221 0,1-2-472 0</inkml:trace>
  <inkml:trace contextRef="#ctx0" brushRef="#br0" timeOffset="86182.18">30763 6109 1190 0,'0'-5'0'0,"1"0"0"0,2 0 0 0,-1 0 0 0,0 3 0 0,5 1 180 16,1 1-72-16,4 0-36 0,0 0 418 0,5 5-218 0,-2 5-123 0,2 2-56 16,-3 3 139-16,1 0-98 0,-2 3-49 15,-2 0-62-15,-3 1 14 0,-6-1-1 16,-1 0 0-16,-1-2-128 0,0 1 63 0,-9 1 42 15,-5-5-204-15,-3-2 114 0,-2-4 56 0,0-2-5 16,-1-4-176-16,1 1 54 16,1-2 72-16,4 0-32 0,4-3-320 0,1-9 196 15,6-2 97-15,2-3-312 0,1-2 209 0,4-3 101 0,12 1-162 0,0-2 149 16,3 0 75-16</inkml:trace>
  <inkml:trace contextRef="#ctx0" brushRef="#br0" timeOffset="86331.28">30964 6057 861 0,'12'-9'0'0,"0"-3"0"0,-5 9 0 0,-4-2 0 0,-2 4 0 0,-1 1 0 15,0 0 0-15,-7 3 593 0,-6 8-282 16,-3 2-138-16,0 3 533 0,5-2-336 0,-4 4-157 0,6-4-93 0,0 3 306 0,6 0-268 31,1 0-158-31,2 0 0 0,0 2 0 0,0-5 0 0,2 3 0 0,9-2 0 0,3-1 0 0,4 0-9 16,2 0-8-16,1-5-731 0,0-2 392 0,3-4 164 16,-4 2-777-16,-1-5 466 15</inkml:trace>
  <inkml:trace contextRef="#ctx0" brushRef="#br0" timeOffset="87339.58">30218 5854 510 0,'-8'0'0'0,"0"0"0"0,-2 0 0 0,-1 2 0 0,4 1 0 0,-1 5 182 0,-2 4-72 0,4 4-37 0,-4 5 379 47,4 8-212-47,2 4-102 0,0 2-50 0,-1 6 306 0,4 1-178 0,-1 8-81 0,2-5 3 0,0 1-50 0,0-1-26 0,5-1 0 31,10-3-494-31,7 5 244 0,8-14 107 0,10-5 60 0</inkml:trace>
  <inkml:trace contextRef="#ctx0" brushRef="#br0" timeOffset="89129.03">32992 6084 1202 0,'-5'0'0'0,"-4"0"0"0,2 0 0 0,-4 0 0 0,0 2 0 0,-1 11 0 0,0 7 0 0,-2 3 0 0,-1 6 403 16,-2 3-183 15,1 9-82-31,4-3 268 0,1 1-184 0,6-1-93 0,3 0-45 0,2-4 55 0,0 5-41 0,2-12-35 0,9-2 0 16,5-3-100-16,1-3 37 0,0-3 0 0,2 1-337 0,0-7 182 0,-1-5 96 15,-1 0 49-15,0-5-739 16,0 0 371-16,3 0 86 15,-6 0-250-15</inkml:trace>
  <inkml:trace contextRef="#ctx0" brushRef="#br0" timeOffset="89336.91">33052 6285 2105 0,'-2'-15'0'0,"2"4"0"0,0 1 0 0,0 2 0 0,11-1 0 0,-1 9 0 0,5-3 0 0,-3 3 0 0,1 0 269 0,1 3-117 0,1 6-47 0,-6 4 115 15,0 1-90-15,-4 3-47 16,1 2 0-16,-5 1 88 31,-1 4-57-31,0-2-44 0,-8 0-98 0,-5-1 33 0,-4 0 0 0,2-1 32 0,-5 2-217 0,2-5 105 0,-2-3 55 0,-2-4-342 0,3 2 158 0,-3-4 109 0,0-1-10 0,5-7-319 32,2 0 193-32,3 0 97 0,0-3 49 0,7-6-105 0,3-6 68 0,2 1 47 15,6-5-306-15,12-1 172 0,5-3 86 0</inkml:trace>
  <inkml:trace contextRef="#ctx0" brushRef="#br0" timeOffset="89498.59">33267 6273 1248 0,'11'-12'0'15,"-2"5"0"-15,-2-1 0 0,-3 5 0 0,1-1 0 0,-3 2 0 0,-2 2 0 0,0 0 269 0,-9 0-115 0,-7 9-50 47,0 6 384-47,-4 1-226 0,0 2-112 0,1 2-57 0,0 1 476 0,2 5-257 0,6-4-142 0,-1-2-58 0,6 4-112 0,0 0 0 16,6 0 0-16,0 5 0 0,3-5 0 0,10 2 0 0,12-3 0 0,3-1 0 15,7-2 0-15,7-2 0 0,3-7-984 0</inkml:trace>
  <inkml:trace contextRef="#ctx0" brushRef="#br0" timeOffset="93799.52">19263 7392 1617 0,'0'0'0'0,"0"0"0"0,0 0 0 0,0 3 0 0,0 0 0 0,-6 5 0 0,-1 3 0 0,2 7 0 0,-5 4 255 0,3 5-114 0,0 8-52 0,4-1-26 31,3 7 0-31,0-2-25 0,8 0 8 0,15-5 155 0,5-8-83 0,8-3-39 0,8-7-1 0,2-8-172 31,9-4 75-31,-5-4 24 0,-2-12-63 0,-1-10 48 0,-5-5 23 31,-4-2 1-31,0-8-201 0,-14 4 50 0,-6-3 71 0,-2 2-115 0,-8-3 79 0,-4 2 11 0,0-5 20 0,-4 8 105 0,-4 0-36 0,-8 7-3 32,-5 4-32-32,-2 3 333 0,0 4-162 0,-1 11-57 0,0 3 406 0,1 0-212 0,-2 15-119 0,0 9 81 15,-1 5-88-15,5-1-59 0,3 7-24 16,1 4 136-16,4 2-198 0,-2 5 0 0,6 0 0 15,1 0 0-15,4 2 0 0,0 3 0 16,2 0 0-16,7 7 0 0,8-12 0 16,0-2 0-16,1-5-533 0,-1-6 191 0,-2-4 173 15,2 1-349-15,-5-14 244 0,1-4 119 16,-2-7 59-16</inkml:trace>
  <inkml:trace contextRef="#ctx0" brushRef="#br0" timeOffset="94002.82">19985 7409 2529 0,'-10'0'0'0,"-1"0"0"0,-2 0 0 0,2 4 0 0,1 7 0 0,-1 1 0 0,2 9 450 16,1 3-207-16,-1 5 379 0,7 3-535 31,1 7-87-31,1 0 0 0,0 2 0 0,3 2 0 0,6 2 0 0,5-11 0 0,1 2 0 0,1-6 0 0,1-4 0 16,-2-6 0-16,4-1-777 15,-4-13 369-15,0-3 222 16,1-3-910-16</inkml:trace>
  <inkml:trace contextRef="#ctx0" brushRef="#br0" timeOffset="94215.26">20103 7507 1880 0,'0'-9'0'0,"0"1"0"0,0 2 0 0,0 3 0 0,0-3 0 0,7 4 0 0,3 2 346 0,3 0-155 0,5 5-77 0,0 6 304 0,2 2-182 0,0 6-105 0,-3-1-47 0,-3 3 44 0,-3 4-45 0,-4 1-24 0,-3-1 9 0,-4 0-162 0,0 0 66 0,-8-3 32 16,-6 2-179-16,-8-4 106 0,-4 0 61 0,-2-6-290 15,-3-5 162-15,0-3 85 16,0-3-44-16,2-3-405 0,1 0 219 0,9-1 127 0,6-12 59 0,5-7-166 16,8-5 113-16,0-2 56 0,14-8 18 15</inkml:trace>
  <inkml:trace contextRef="#ctx0" brushRef="#br0" timeOffset="94408.57">20247 7490 1334 0,'18'-9'0'0,"-4"-1"0"0,-3 5 0 0,0 3 0 0,-3-1 0 0,-7 3 0 0,1 0 0 0,-2 12 849 0,0 5-407 0,0 0-202 0,-3 6-94 0,-2-3 302 0,0 3-207 0,2 3-102 0,-1-2-47 16,4 2-92-16,0-1 0 0,0 0 0 0,0-2 0 0,9 0 0 16,5-2 0-16,5 1-445 78,2-10 45-78,4-5 218 0,4-7 109 0,0 0-988 0,2 0 492 0</inkml:trace>
  <inkml:trace contextRef="#ctx0" brushRef="#br0" timeOffset="94544.19">20585 7395 1016 0,'0'-12'0'0,"0"6"0"0,0-1 0 0,0 1 0 0,0 3 0 0,7 3 721 0,6 0-343 0,3 7-170 0,4 8 184 16,4 8-168-16,-1 3-99 0,0 6 346 0,-1 2-218 0,-4 4-110 0,-5 4-143 31,0 5 0-31,-9-5 0 0,-4 3 0 0,-3 1 0 16,-16-1 0-16,-6-3 0 0,-6 2 0 0,-3-14 0 0,-1-6 0 0,-2-7 0 0,1-7-15 0,4-2-322 0,-1-8 118 0,14 0 113 15,4-12-735-15,5-11 403 0,10-9 201 0</inkml:trace>
  <inkml:trace contextRef="#ctx0" brushRef="#br0" timeOffset="94663.87">20954 7484 1105 0,'30'-6'0'0,"1"3"0"47,5 1 0-47,-2 0 0 0,3 2 0 0,-7 0 734 0,-1 0-349 0,1 0-174 0,-2 0-88 0,-4 0-147 0,9 0 39 0,-14 0-8 0,-2 0 29 0</inkml:trace>
  <inkml:trace contextRef="#ctx0" brushRef="#br0" timeOffset="94814.67">20988 7697 2456 0,'-6'0'0'0,"-1"0"0"0,3 3 0 0,2 1 0 0,2-1 0 0,2 2 0 0,12-2 0 0,11 0 297 0,5-3-130 0,7 2-57 0,2-2 219 0,1 0-147 15,1 0-73-15,1 0-36 0,0-2-631 0,5 2 306 0,-11-5 139 0,-4 3 75 16,-2-2-819-16,-4 1 446 0,-7-2 223 0</inkml:trace>
  <inkml:trace contextRef="#ctx0" brushRef="#br0" timeOffset="95039.62">21555 7400 1598 0,'8'-17'0'0,"0"5"0"0,6 5 0 0,1-3 0 0,4 3 0 0,5 3 354 0,7 3-151 0,2 1-88 16,1 0 313-16,3 10-196 0,2 8-98 0,-3 1-49 0,0 7 344 0,-11 1-201 0,-5 2-103 0,-4 2-125 0,-10 0 0 31,-6 6 0-16,0-1 0-15,-14-2 0 0,-14-3 0 0,-8 1 0 0,-4-6 0 0,-1 0 0 0,-7 1 0 0,3-12 0 16,5-5-392-16,0-5 107 0,9-5 143 0,5 0 1 0,3-1-181 0,14-17 148 16,9-9 70-16,5-7 33 0,15-2-570 15</inkml:trace>
  <inkml:trace contextRef="#ctx0" brushRef="#br0" timeOffset="95205.94">22071 7296 3503 0,'2'0'0'0,"-2"0"0"0,0 3 0 0,0 0 0 0,0 3 0 0,0 4 0 0,-4 5 0 0,-3 4 0 0,-5 4 0 0,5 5 0 0,1 4 0 0,3 1 0 0,3 6 0 0,0-5 0 0,1 0 428 0,12-3-428 0,10-1 0 0,4-2 0 15,1-9 0 1,7-5 0-16,3-5 0 0,2-8-732 0,-1-1 282 16,5 0 252-16,-12-7 112 15</inkml:trace>
  <inkml:trace contextRef="#ctx0" brushRef="#br0" timeOffset="95362.92">22398 7435 2442 0,'0'-12'0'0,"0"-2"0"0,5 5 0 16,5 4 0-16,6-1 0 0,4 0 0 0,7 5 0 0,5-4 442 0,7 5-208 0,1 0-98 0,6 0 224 0,-2 0-161 0,-1 0-83 0,5 2-114 0,-12 2-366 0,-6 4 157 16,-3-4 122-16,-5 4-325 0,-9-4 223 0,0 2 120 15,-13-4 46-15,0 0-875 0,-12-1 385 16,-7-1 237-1</inkml:trace>
  <inkml:trace contextRef="#ctx0" brushRef="#br0" timeOffset="95498.9">22681 7275 1146 0,'-9'-12'0'0,"3"3"0"0,-1 3 0 0,2 1 0 0,3 5 0 0,2 0 0 0,0 6 93 16,0 13-29-16,2 6 640 0,4 5-325 0,0 1-176 0,-1 4-84 16,-2 1 362-16,0 0-222 0,0 5-103 0,-2-7-65 15,1 2-334 1,0-3 139-16,1-3 70 0,-1-2-781 0,4-1 434 0,-2-6 204 15</inkml:trace>
  <inkml:trace contextRef="#ctx0" brushRef="#br0" timeOffset="95757.07">23043 7366 1449 0,'16'0'0'0,"0"-1"0"0,4 1 0 0,7 0 0 0,-4 0 177 0,5 10-70 16,-1 4-37-16,4 0 573 0,-4 3-304 0,6 5-143 0,-10-3-85 0,-3 4 106 0,-8 3-90 0,-8 0-47 0,-4 2-186 0,-7 2 79 0,-21-4 27 0,-4-3-1 0,-4-3-69 15,-1-2 53-15,2-3 25 0,-1-3 76 0,8-2-9 0,7-4-40 0,2-3 0 16,8-1 308-16,2-2-287 0,1 0-56 0,8 0 0 16,2 0 0-16,13 0 0 0,8 0 0 0,12 0 0 0,4 0 0 15,2-4 0-15,8 1 0 0,-1-1 0 0,3 1 0 16,2 0 0-16,-10 2-427 0,-2 1-34 15,-6 0 223-15,-3 0 111 0,-8 0-401 0,0 0 238 16,-10 0 132-16</inkml:trace>
  <inkml:trace contextRef="#ctx0" brushRef="#br0" timeOffset="95897.14">23673 7471 1197 0,'0'-7'0'0,"0"-3"0"0,0 5 0 0,0-3 0 0,0 3 0 0,0 5 0 0,3 0 630 0,5 0-297 16,2 0-150-16,5 7 413 0,0 4-285 0,1 6-138 15,1-2-69-15,2 1-311 16,3 3 122-16,-1-1 68 16,-2-1-850-16,0-1 451 0,1-3 225 0,-3-3 113 0,2-6-545 0</inkml:trace>
  <inkml:trace contextRef="#ctx0" brushRef="#br0" timeOffset="96057.55">24175 7263 700 0,'-7'-2'0'0,"-1"0"0"0,2 1 0 0,-1 1 0 0,-3 5 615 0,-1 17-290 0,-4 17-146 0,-6 12 849 16,-2 13-502-16,-5 16-245 0,-3 12-123 16,-2 5-39-16,-4 19-119 0,1-20 0 0,-1 4 0 15,-2 2 0-15,-2-1 0 0,1-2 0 0,-7 15-942 0,7-24 336 16,-8-8 320-16</inkml:trace>
  <inkml:trace contextRef="#ctx0" brushRef="#br0" timeOffset="96576.81">23442 8229 1466 0,'-28'-10'0'0,"4"6"0"0,3 2 0 0,13 2 0 0,4 0 0 0,4 0 737 0,1 0-351 0,23 0-176 16,10 0-78 0,16 0 638-16,11 0-540 0,9 0-230 0,7 0 0 0,3 0 0 0,6-2 0 15,-9 2 0-15,0 0 0 0,-4 0 0 0,-7 0 0 0,-9 3 0 32,-1 2 0-32,-25 2 0 0,-7-2 0 0,-13 0 0 0,-7-1-185 0,-4 1 79 0,0 0 74 0</inkml:trace>
  <inkml:trace contextRef="#ctx0" brushRef="#br0" timeOffset="97086.81">25690 7458 3413 0,'-16'-11'0'16,"2"0"0"-16,6 10 0 0,6-2 0 0,1 3 0 0,1 0 0 0,0 0 0 0,0 10 0 0,9 2 0 0,5 5 0 0,5 2 418 0,2-2-318 0,3 1-100 0,2 5 0 0,-4-4 0 0,2 1 0 0,1-1 0 0,-1 0-211 0,0 2-51 0,1 3 158 0,-3-8-830 15,-2 2 473-15,-3-4 236 0,-4 0-4 0</inkml:trace>
  <inkml:trace contextRef="#ctx0" brushRef="#br0" timeOffset="97298.99">26122 7296 1958 0,'0'-5'0'0,"0"1"0"0,0 2 0 0,0 2 0 0,-4 4 0 0,-3 15 0 0,-2 9 0 0,-1 11 0 0,-3 9 745 0,-2 10-354 0,-3 10-177 0,-2 8 96 15,-2 17-128-15,-3-16-77 0,4 5-79 0,-1-9-26 16,3-5 0-16,-2-8 0 0,4 2 0 0,4-23 0 31,3-5 0-31,0-8 0 0,4-5-668 0,3-9 348 0,0-5 175 0,3-7 85 16,0 0-849-16,0-8 436 31</inkml:trace>
  <inkml:trace contextRef="#ctx0" brushRef="#br0" timeOffset="97473.2">26650 7156 2241 0,'8'-15'0'0,"-3"3"0"0,-1 4 0 0,0 2 0 0,-1 2 0 0,-2 3 0 0,-1 1 0 0,0 0 0 0,0 0 752 0,0 5-358 0,0 2-170 0,-1 5-98 0,-6 1-164 0,3 3 37 0,-1 3 0 0,-2 1-758 0,2 2 407 0,-2-1 188 0,-1-1-905 0</inkml:trace>
  <inkml:trace contextRef="#ctx0" brushRef="#br0" timeOffset="97574.85">26484 7350 2107 0,'-14'-3'0'0,"2"3"0"0,1-4 0 0,1 3 0 0,2-1 0 0,1 0 0 0,2 0 0 0,3 2 457 0,2 0-211 15,0 0-105-15,0 0-53 0,3 4-17 16,8 3 8-16,-2-1-44 0,4 5 1 0,1-4-705 0,-2 4 353 16</inkml:trace>
  <inkml:trace contextRef="#ctx0" brushRef="#br0" timeOffset="98059.01">26964 7178 1297 0,'0'-8'0'0,"1"1"0"0,3 0 0 0,0 0 0 0,-2 3 577 0,0 0-275 0,-1 2-134 0,2 1 204 15,-2 1-168-15,-1 0-84 0,0 0-34 0,0 9 22 16,-8 3-37-16,-4 4 0 16,-4 4-340-16,-2 3 153 0,-5 4 84 0,1-2 30 0,-2 1-615 15,-2 2 322-15,-3-2 161 0,0 1 81 0,-5 5-627 0,2-6 327 16,0-4 158-16,1-1-60 0,-3-4 109 0,4-2 55 16,-1-1 19-16,7-7 6 0,6-2 66 15,2-2 0 1,3-1 229-16,4-2-150 0,-1 2-66 0,6-2-20 0,3 3 571 0,-2 0-299 15,3 1-151-15,0 0 20 0,0 3 458 0,0 1-283 16,0-2-136-16,0 5-20 0,0-4-50 0,3 5-29 16,-2-2-9-16,1 0-199 0,0 0 84 15,2-2 43-15,-1 0-573 16,2 1 317-16,-1-7 145 0,2 0 77 0,-1-2-746 0</inkml:trace>
  <inkml:trace contextRef="#ctx0" brushRef="#br0" timeOffset="98892.79">26477 7548 1445 0,'-4'-12'0'16,"-1"1"0"-16,2 0 0 0,-1 4 0 0,4-5 0 0,0 3 0 0,2 4 0 0,12-5 0 0,10 4 492 0,7 1-229 0,7-1-113 0,6 1-49 0,-1 3 51 0,3 0-58 0,-1 2-30 0,1 0-453 31,-6 2 212-31,3 5 115 0,-15 5 45 0,-7 0-286 16,-7 2 169 77,-8 1 85-93,-6 3-542 0,0 3 276 0,-16-4 117 0,-12 1 80 0,-2 0 12 0,-4-3 35 0,-3 0 0 0,-3 4 27 0,3-6 196 0,2-3-93 63,3 1-48-63,1-3 336 0,0 1-192 0,1 0-104 0,10-4-39 0,6 0 421 0,4-5-161 0,2 0-120 0,8 0 8 0,0 2-52 0,0 0-41 0,10 0-1 0,1-1-27 0,6 3-3 0,-5-1-1 0,0 0 10 0,0 2-154 0,-4-1 73 0,1-2 35 0,-3 4-199 0,-2-3 127 0,-2 0 49 0,0 0-1 0,-2 1-122 0,0-3 47 0,-2 1 46 0,-4 0-38 0,-2-2 37 0,0 0-15 0,1 0-1 0,0 0 86 0,-1 0-25 15,3-4-9-15,1-1-17 0,3-1 142 0,1 0-67 16,0-3-18-16,0 1 132 0,5 0-69 0,7 2-27 16,-1-1-28-16,3 0 0 0,3 2-8 15,0 0-9-15,2 1-111 0,-2 3 57 16,-2 1 27-16,1 0 2 0,-2 0-64 0,-3 0 41 16,1 7 14-16,-8 1-5 0,0 3-130 0,-4 1 50 0,0 3 43 15,-8-2 41-15,-8 3-18 16,-3-1-6-16,-3-1 12 0,-1-2 154 0,-4 0-74 15,2-3-34-15,0 3 168 47,2-5-85-47,3 1-51 0,1-3-5 0,2 2 55 0,4-2-19 0,-3 3-26 0,10-4 19 0,2 2 64 0,2 1-44 0,2-2-25 0,0 2-51 16,0 2 10-16,0-1 14 0,0-2 1 31,0 0-55-31,2 1 27 0,-1-3 0 0,1 3-50 0,-1-2 26 0,1-2 0 0,-2-2 24 0,2-1-26 0,-2 0 5 0,3 0 5 16,6 0-12-16,-1-9-47 0,8-2 25 94,2-2 0-94,4-1 23 0,0-2-31 0,6 4 15 15,0-1 0-15,5 3 44 0,-1 0-21 0,9 0-11 0,-10 6 41 0,4 1-1 0,-2 3-30 0,-4 0 1 0,-2 3 29 0,-1 6 0 0,-8 2-26 0,-6 4 7 0,-5 1-34 0,-6-1 39 0,-1 2-8 0,0-3-82 0,-16-2 41 0,-1-2 0 0,-5-3 37 0,0-3-169 0,-2 0 77 0,-4-3 23 16,4-1-108-16,1 0 76 0,0-1 37 0</inkml:trace>
  <inkml:trace contextRef="#ctx0" brushRef="#br0" timeOffset="98965.59">26733 7975 712 0,'-20'-9'-52'0,"-3"-3"8"0,10-2 8 0,1 1 0 0,2 0 56 0,2 1-28 0,4-1 0 0,-4 1 353 0,8 3-184 0,0 3-75 0,0 3-56 0,0 1 531 0,0 2-264 0,4 5-113 0,4 12 213 0,0 8-181 0,0 3-90 0,0 7-45 0,0 4 146 0,-1 4-86 0,0 0-58 0,-1 1-23 0,-2 1-346 0,-2 0 162 0,0-4 79 0,0 5-242 0,-2-12 156 0,0-3 84 0,0-6 41 0,0-4-812 0,0-9 396 0</inkml:trace>
  <inkml:trace contextRef="#ctx0" brushRef="#br0" timeOffset="99175.78">27176 7423 2252 0,'1'-10'0'0,"3"0"0"0,0 2 0 0,0 2 0 0,0 0 0 0,0 6 253 0,1-1-109 0,1 1-54 0,4 0 150 0,-2 0-94 0,3 0-59 0,1 4-437 0,-1 5 193 0,2-1 97 0,-2 2 47 0,4 0-963 0,-1-4 475 0,0 4 232 0,0-7 117 63</inkml:trace>
  <inkml:trace contextRef="#ctx0" brushRef="#br0" timeOffset="99278.01">27469 7453 665 0,'-2'0'0'0,"2"0"0"16,-3 1 0-16,0-1 0 0,-4 3 0 0,0-2 437 0,-5 1-205 0,-7 2-99 0,-3 3-48 0,-8 0 232 0,-4 4-141 0,-8-1-61 0,0 3-44 0,-2 0-35 0,0 1 0 0,-2 0-1 0,6-3-32 0,-1-2 8 0,17-1 25 0,6-6-35 0,7 2 35 0,8-4 0 0,3 2 8 0,2-2-38 0,14 0 0 0,12 0 30 0,8 0-1 0,6 0 102 0,6 0-43 0,1-2-20 0,1 0-148 0,4-1 56 0,1-1 25 0,-1 3 11 0,9-4-227 0,-9 3 111 0,-4-3 59 15,-2 3-193-15,-8-3 117 0,-6 3 37 16,0-1 1-16,-23 0-487 0,-3 2 264 16,-8 0 133-16,-2-6 65 0,-18-1-338 0</inkml:trace>
  <inkml:trace contextRef="#ctx0" brushRef="#br0" timeOffset="99476.31">27350 7220 1337 0,'-5'0'0'31,"0"0"0"-31,2 0 0 0,2 0 0 0,1 15 0 0,0 7 0 0,0 8 696 0,0 7-335 0,1 9-162 0,3 4 315 0,2 8-240 0,-1-4-118 0,-2 8-52 0,-1-16-117 0,-2 2 24 0,2-9 0 0,-1-2 25 0,-1-6-603 0,0-2 310 0,0-11 142 0,0-7-725 47,-1-5 434-47,-3-6 106 0,1 0-323 0</inkml:trace>
  <inkml:trace contextRef="#ctx0" brushRef="#br0" timeOffset="99964.07">27355 7616 1012 0,'-14'0'0'0,"3"0"0"0,0 0 0 0,-4 2 0 0,-1 5 0 0,2 1 557 0,0 4-261 0,0 0-130 0,1 3 118 0,2 1-124 0,-3 2-54 0,7-2-39 0,0 0-414 0,2 1 191 16,3-4 96-16,2-2 48 0,0 0-292 0,0-6 164 15,9-5 86-15,3 0-637 16,3 0 328-16,3-9 163 0,2-5 74 0,0 2 11 0,-1-3 35 0,0 2 80 15,0-1 107-15,0 4-89 16,3-1-35-16,-7 4 8 0,2 0 469 0,-3 3-248 0,2 2-124 0,-5 2-62 16,7-3 293-16,-5 3-61 0,-4 0-118 0,2 5 196 15,-3 5-150-15,1 4-76 0,0 1-27 0,-5-4-245 16,-1 6 99-16,0-2 50 31,-2-1-462-31,-1-1 256 31,0 0 136-31,0-3 55 0,0-2-442 0,-9-3 179 79,1 2 130-79,-5-2 46 0,1-1-8 0,-3-2 49 0,-1-1 34 0,-1 1 186 0,1 1-109 0,-2-1-36 0,2 1 554 0,2 3-290 0,3-2-151 0,-2 1-75 0,6 2 617 0,-1 1-285 0,4-1-173 0,4 2-80 15,0 2 70-15,0-2-76 0,4 3-39 0,6-5 10 0,3 2-117 0,2-2 36 0,0 0-1 0,1-1-445 0,3-3 240 0,-2 1 129 16,-2-4-479-16,-1 0 278 0,-3 0 47 0,1 0 99 0,-5 0-65 0,5-5 71 47,-7-3 48-47,-3-1 1 0,-1-3 141 0,-1 3-51 15,0-3-25-15,0 3-9 0,0-2 323 0,-2 2-170 0,-6 4-85 0,0-2 119 0,1 1-36 0,-1 2-75 0,1 1 67 0,0 1 101 0,0 1-95 0,2-1-47 16,2 2-154-16,-2 0 62 0,3 0 18 0,-2 0 0 0,4 0-219 0,0 2 122 16,0 1 62-16,0 4 39 0,0-2-441 0,0 0 207 15,0 2 53-15,0-3-223 0</inkml:trace>
  <inkml:trace contextRef="#ctx0" brushRef="#br0" timeOffset="100862.66">27415 7797 1503 0,'-4'0'0'15,"-1"-2"0"-15,-1 2 0 0,1-2 0 0,1-1 0 0,-2 3 0 0,0 0 0 0,0 0 0 0,0 0 229 0,-2 5-101 16,4 7 44-1,-2 0-68-15,0 5-34 0,1 4 0 0,0 1 0 0,5 1-8 0,0 2-26 0,0 2-1 0,0-3 22 0,0 1-22 0,4 1 10 0,4-5-10 0,0-4-65 0,-1-2 33 16,5-2-1-16,-4-5-120 47,3 1 86-47,-3-6 29 0,1-3-214 0,-2 0 114 0,2 0 39 0,-2 0 34 0,-2-3-150 0,1-6 84 0,-3 3 12 0,0-2 29 16,1 0-221-16,-4 1 121 0,2 0 50 0,-2 1 40 0,0 3-4 15,0-1 33-15,0 0 1 0,0 3 118 16,-4-1-54-16,-2 2-33 15,-3 0 293-15,2 0-160 0,-5 0-81 0,4 6-16 0,-3-1 232 0,0 1-103 16,0 1-70 0,0 0 5-16,0-3-29 0,-2 3 8 0,3-1-39 0,-1-4 0 0,1 1-81 0,0-1 40 31,2-1 0-15,-2-1-101-16,6 0 66 0,-4 0 38 0,4-1-155 0,3-6 71 0,1-4 49 0,0-2-8 15,0-4-103-15,9 0 52 0,6-3 38 0,0-6-3 16,7 1-52-16,3-7 25 0,1 0 9 0,7-7 43 0,3-4-207 0,3-5 104 62,7-4 51-62,9-11-118 0,-4 5 89 0,-1 1 41 0,0 1 84 0,-4 2 0 0,-1 4-43 0,0-5-10 0,-14 15 279 0,-6 7-134 0,-6 7-68 0,-8 5-34 0,-3 4 484 0,-4 2-221 0,-4 10-129 0,0 4-9 16,0 1 182-16,-7 0-135 16,-4 0-67-16,-2 9 230 15,-1 5-153-15,-1 4-72 16,0 6 121-16,-1 3-98 0,5 6-47 0,-2 8-15 0,4-5 79 0,0 8-55 0,5 2-30 31,3 0 1-31,-3 10 33 0,4-8-36 0,0-2 1 0,0 5-26 0,7 2 2 0,2-1-38 0,2 7 0 0,-2-11 0 31,-1-2-5-15,-4-4 10-16,-1-3-192 0,-3-5 99 0,0 2 66 0,-3-14-7 0,-9-7-201 0,-6-4 95 0,-1-6 63 0,-5-5-1 0,0 0-131 0,2 0 87 47,1-14 41-47,0-3 0 0,1-7 1 0,2-3 39 0,0-7-8 0,7 3 16 0,4-1-7 0,2 2-1 0,3 6 225 0,2 3-113 15,0 1-64-15,0 9-20 0,6 3 508 0,8 6-230 0,4 2-132 16,3 0-24-16,6 3 158 0,1 12-272 16,3 6 0-16,5-1 0 0,2 3 0 0,-2 2 0 47,6 1 0-47,-6-2-17 0,1 2-69 0,-2-2 61 0,-5-4-858 0,-3-3 413 0,-1 0 152 0,-13-12 147 31,-9-5-765-16</inkml:trace>
  <inkml:trace contextRef="#ctx0" brushRef="#br0" timeOffset="101119.85">26295 6832 1525 0,'0'0'0'16,"0"0"0"-16,-1-3 0 0,-1 2 0 0,1 1 0 0,-4-1 118 0,5 1-45 0,-1 0 0 0,0 0 579 0,0 7-308 0,-1 0-153 0,-1 5-69 16,1 0-9-16,1 4-39 0,-2 2 0 0,2 1-505 15,-4 4 234-15,4 1 126 0,1-1 49 16,0-2-846-1,0 1 452-15</inkml:trace>
  <inkml:trace contextRef="#ctx0" brushRef="#br0" timeOffset="101263.17">26553 6864 1728 0,'1'-10'0'0,"1"5"0"0,1-4 0 0,-2 5 0 0,1 2 0 0,-1 0 0 0,1 2 476 0,0 0-219 31,-1 5-102 0,-1 10-63-31,0 1 344 0,0 4-199 0,0 3-101 0,-5 2-398 0,1 3 159 0,-2-3 65 0,2 1 37 0,-2 4-888 0</inkml:trace>
  <inkml:trace contextRef="#ctx0" brushRef="#br0" timeOffset="101662.11">28137 6909 2864 0,'0'0'0'0,"0"0"0"0,0-2 0 0,0 1 0 0,0-1 0 0,0 0 0 0,0 2 0 0,0 0 0 0,0 0 498 0,0 5-231 0,2 6-115 0,-1 5-2 15,3 0-150-15,2 4 0 0,-2 4 0 0,2-1 0 32,-4 5 0-32,3-4 0 0,-1 2-341 0,-2 1-95 0,0-2 231 0,-1-2 121 0,-1-3-1206 15</inkml:trace>
  <inkml:trace contextRef="#ctx0" brushRef="#br0" timeOffset="101955.08">28395 6845 3392 0,'0'0'0'0,"0"0"0"0,0 0 0 0,0 0 0 0,0 0 0 0,0 1 0 0,0 12 0 0,0 5 539 0,0 7-539 0,-4 5 0 78,-4 8 0-78,-2 3 0 79,-4 5 0-79,2 3 0 0,-1 2 0 0,3-1-12 0,-3 2-60 0</inkml:trace>
  <inkml:trace contextRef="#ctx0" brushRef="#br0" timeOffset="104786.49">28893 7338 1690 0,'0'0'0'0,"0"0"0"0,0 0 0 0,0 0 0 0,0 0 0 0,0 7 0 0,3 5 0 0,2 2 240 0,-2 6-101 0,0 6-52 0,-1 6 191 0,1 2-126 0,1 2-57 0,-1 3-29 0,-1 2-54 0,-1-2 1 0,-1 4 33 0,0-11-307 0,0-1 149 0,0-5 74 15,0-6 38-15,0-3-414 0,0 0 198 0,0-14 116 0,0-1-289 0,0-2 180 0,0-5 65 0,0-9 54 0</inkml:trace>
  <inkml:trace contextRef="#ctx0" brushRef="#br0" timeOffset="105020.55">28922 7235 10 0,'0'-28'0'0,"-1"3"0"0,-4 4 0 0,4 2 0 0,1 5 0 0,0-3 757 0,0 9-365 0,4 2-177 0,9-2-89 0,7 5 315 0,8 0-202 0,8 0-92 0,3 1 136 0,6 2-123 0,3 0-62 0,3 0-30 0,-1 0-2 47,2 4 10-47,-10 0-39 0,-6 1-3 0,-4 2 3 0,-5-1 0 0,-4 1 0 0,-1-1 44 0,-9 4-9 0,-6-3-35 0,-3 4 0 16,0-2 145-16,0 2-72 0,-3 5-28 0,1-2-12 15,-2 4-70-15,0 5 0 0,0 2 0 0,0 5 0 0,0 6 0 0,0-2 0 0,1 5 0 0,-1 3 0 16,3 2 0-16,-2 6 0 0,0-4 0 0,1-3 0 16,1-1 0-16,1-1 0 0,-2 0 0 0,1 0 0 15,-2-12-14-15,1-5-647 0,-2-4 312 0,0-5 156 47,0-4 79-31,0-1-462-16,-3-7 274 0,-8 2 133 0,0-5-363 0,-2 0 247 0,-4 0 125 0</inkml:trace>
  <inkml:trace contextRef="#ctx0" brushRef="#br0" timeOffset="105188.35">29000 7514 1259 0,'-10'-13'0'63,"3"2"0"-63,4 4 0 0,3-1 0 0,0-1 204 0,5 0-75 0,12 2-50 0,8 0 482 0,9 0-262 0,3 0-132 0,2 5-64 0,3-2 149 0,-2 1-112 0,-1 1-51 0,0 2-410 0,-1 0 178 0,-5 0 91 0,1 0 53 0,-13 2-690 0,-6 5 355 0,-5 1 177 0,-7-2 88 0,-3-2-396 0,0 0 162 0</inkml:trace>
  <inkml:trace contextRef="#ctx0" brushRef="#br0" timeOffset="105598.64">29253 7320 1692 0,'0'0'0'0,"0"0"0"0,0 0 0 0,-4 0 0 0,0 0 0 0,3 7 0 0,-2 4 0 0,1 4 0 0,1 3 0 0,-2 6 176 0,0 1-61 0,0 4-44 0,-1 3-165 0,-2-2 65 0,1 1 33 0,-1-1 0 16,-2 2-193-16,4-11 109 0,-2-1 58 0,-1-4-76 0,3-5 66 0,1-2 32 0,-1-1-47 0,0-7-107 0,3-1 17 0,-3 0 56 0,2 0 139 0,0-2-46 0,-2-5-20 0,2 0-29 0,-1 3 236 0,1-3-108 0,-2 1-32 0,1 3-34 0,1-2 191 0,2 4-101 0,-2-2-21 0,1 1-4 0,1-1-25 0,0 3 1 0,0-2-20 0,0 0-59 0,3-1 25 16,6 1 0 46,3-1-36-62,1 0 30 63,4 1 10-63,-4 1 21 0,3-1-97 0,-1 0 43 0,-2 2 7 0,-1 0-1 0,3 0-13 0,-4 0-4 15,-2 4 18-15,-2 2 34 0,-2 4-22 0,1 1 3 0,-6 1-1 16,0 1-42-16,0 2 45 0,-2 0-2 0,-7-1-272 0,1 0 126 0,-1-2 59 0,-2-1 34 0,0-1-533 0</inkml:trace>
  <inkml:trace contextRef="#ctx0" brushRef="#br0" timeOffset="105760.82">29010 7860 1547 0,'-3'0'0'0,"-2"0"0"0,3 0 0 0,1-1 0 0,1-1 0 0,0 2 0 0,0-3 222 0,3 3-84 16,14-1-55-16,6 0 334 0,7-1-191 15,3 1-94-15,9-5-5 0,4-1-36 0,0 2-9 16,5-2-45-16,-1 2-129 0,-2-2 65 0,0 2 32 0,0 2 9 16,-10 2-470-16,-5-1 246 62,-3 2 124-62,-4 0-683 0</inkml:trace>
  <inkml:trace contextRef="#ctx0" brushRef="#br0" timeOffset="106037.72">30079 7080 2555 0,'-4'-9'0'0,"0"3"0"0,-2 0 0 0,3 3 0 0,2-1 0 0,-1 0 0 0,1 3 0 0,1 1 0 0,0 0 305 172,0 0-135-172,0 0-67 0,0 9-497 0,3 0 211 0,0 4 109 0,2 2 55 0,-3 2-365 0,-1 0 208 0,1 2 110 0,-2 0 45 0,0-1-876 0</inkml:trace>
  <inkml:trace contextRef="#ctx0" brushRef="#br0" timeOffset="106700.12">29935 7370 1404 0,'-10'1'0'0,"0"3"0"0,1-2 0 0,1 4 0 0,-1-3 0 0,1 2 0 0,3-1 0 0,1 1 292 0,2-2-128 0,1 1-64 0,1 4 147 0,0-5-97 0,0 4-61 0,0-3-251 0,0 3 99 0,0-2 58 0,0-1 16 15,1 0-312-15,1-1 164 0,-1-2 86 0,2-1 44 0,-3 0-115 0,0 0 17 0,0 0 55 0,0-3-47 0,0-5 55 0,0-2-19 0,0 1-1 0,3-5 257 0,5 5-111 0,1-2-60 78,1-1 288-78,7 1-142 0,0 2-86 0,5-1 9 94,-2 5 6-94,1-1-16 0,1 5-24 0,2-1 1 0,-4 2-111 0,2 0 52 109,-3 3-8-109,-6 8 6 0,0 6 1 0,-8-2 36 0,0 4 0 0,-5 1 0 0,0 3-37 0,-12-3 25 0,-6 2 43 0,-4-1-23 0,0-3 1 0,-4 3-34 0,3-7 78 0,1-1-32 0,4-2 15 0,0-5-42 0,7-1 35 0,-3 2 17 0,8-7-46 0,2 0 0 0,4 0-70 0,0 0 35 0,1 0 1 0,8 0-3 0,6 0 9 0,-1 0-1 0,1-3-131 0,-1 3 71 0,-3 0 24 0,1 0 4 94,-4 0-78-94,-2 0 51 0,-1 0 9 0,-2 6-1 0,-1 0 64 0,-2 2-4 110,0 1-51-110,-3-1 18 0,-7 2 147 0,-1 0-70 0,-5 1-26 15,2 2 52-15,0-4-32 0,-3-1-26 0,1 2 154 0,2-2-80 0,-1 0-21 0,-1 1-18 0,4-3 69 0,3 1-48 0,-1-3-23 0,4 2-1 0,-3 0-50 0,6-3-9 0,1 2 35 0,2 0 0 0,0-1-96 0,0 3 49 0,0-3 32 0,0 0-89 0,0 3 41 0,0-1 27 0,0-2-14 0,0 2 1 0,0 0 3 0,0-1 21 0,0-2 33 0,0 1-38 0,0-2-14 0,0 1 11 0,-3 0 76 0,-2-3-36 0,-1 0-4 0,2 0-39 0,0 0 0 0,-2 0 0 0,0 0 0 0,3 0 0 0,1 0 0 0,-1 0 0 0,1-3 0 0,1 3 0 0,1 0 0 0,0 0 0 0,0 0 0 0,4 0 0 0,9 0 0 16,6 4 0-16,4 5 0 0,4-1 0 0,9 0 0 15,6 4 0-15,9 0 0 0,9-2 0 0,14 5 0 47,4-4 0-31,0 0 0-16,9 0 0 16,-5 0 0-16,0 1 0 0,6 0 0 0,-20-3 0 0,0 2-491 0,-5-2 175 0,-4 0 140 0,-1 3 70 0</inkml:trace>
  <inkml:trace contextRef="#ctx0" brushRef="#br0" timeOffset="106775.55">31471 8156 2821 0,'0'-6'0'0,"-3"-1"0"0,3 3 0 0,0-2 0 0,0 3 0 0,0 2 0 0,2 1 0 0,1 0 263 0,0 0-150 0,-1 0-84 0,0 0-630 0</inkml:trace>
  <inkml:trace contextRef="#ctx0" brushRef="#br0" timeOffset="111633.3">5742 9936 1723 0,'-16'-14'0'0,"1"4"0"0,5 2 0 0,-5-1 0 0,10 7 0 0,2-2 0 0,1 3 0 0,2 1 0 0,0 0 327 0,0 0-136 0,10 0 210 0,13 0-182 0,6 0-92 0,7 0-45 0,6 0 252 0,4-3-140 0,-3-1-83 0,2-1-38 0,-2 2 19 0,0-1-35 0,6-1-57 0,-9 2 0 16,-2 0 0-16,-2-1 0 0,-5 2 0 0,-4 2-127 0,-1-3 21 31,-14 3 67-31,-1 0-527 31,-7 0 254-31,-2 0 156 0,-2 0 1 0,0 5-463 0,-11 0 296 0,-4 0 142 0,0 0 72 0,-6 0-348 16,-1-3 210-16,1 3 95 0</inkml:trace>
  <inkml:trace contextRef="#ctx0" brushRef="#br0" timeOffset="111798.49">5945 9854 17 0,'-21'0'0'0,"8"0"0"0,-2 0 0 0,4 0 0 0,2 0 609 0,2 4-286 0,-2 3-134 0,6 4-81 0,2 6 375 47,1 3-223-47,0 8-112 0,0 6 216 0,4 7-154 0,7 5-92 0,-2 3 474 0,4 4-278 0,-5 1-139 0,3 4-154 0,-3 8-21 0,-5-10 0 0,1 1 0 0,-2 2 0 0,-1-1 0 0,-1-2 0 15,0 5 0-15,0-20 0 0,0 0 0 0,0-7 0 16,0-3 0-16,0-6 0 0,0 2-19 0,0-18-9 0,-1-5-683 0,1-4 338 16,-2 0 168-16,2 0 84 0,-3-4-418 0,2-10 256 15,1-8 123-15,0-3 62 0,0-6-458 0</inkml:trace>
  <inkml:trace contextRef="#ctx0" brushRef="#br0" timeOffset="111992.92">5908 10360 1690 0,'0'-11'0'0,"-7"2"0"0,4 1 0 0,0 2 0 0,1 1 0 0,2-1 0 0,0 1 0 0,0 2 0 0,2 0 685 0,11-2-324 0,0 0-162 0,7 0 443 0,1-1-306 15,3 3-318-15,-2-3-18 0,3 2 0 0,0-1 0 16,2-1 0-16,-4 0 0 16,2 4 0-16,-1-2 0 46,0-1 0-46,-5 2 0 0,4-1 0 0,-6 3 0 0,-1-1 0 0,-5-1-870 0,1 3 430 0,-1 0 117 0,0 0-592 0</inkml:trace>
  <inkml:trace contextRef="#ctx0" brushRef="#br0" timeOffset="112274.37">6199 10495 1886 0,'-10'0'0'0,"2"1"0"0,-1-1 0 0,3 0 0 0,-1 2 0 0,5-2 0 0,2 0 0 0,0 0 0 0,6 0 712 16,12 0-338-16,3 0-161 0,4 0 125 0,4 0-151 0,-2 0-76 0,3 5-159 16,-3 2 42-16,4 2 9 62,-10 1 33-62,-2 4-102 0,-2 1 50 0,-6 4 27 0,-4 1-1 0,-5 7-65 0,-2-4 41 0,-5 4 25 0,-13-1-16 0,-8-4 53 0,-2 0-71 0,-6 1 32 0,3-9 51 0,-1-2-27 0,0-4-4 0,5-4-181 16,-1-2 83-16,1-2 38 0,9 0 26 0,4 0-480 15,6-6 231-15,-1-2 116 0,9-2 42 0,0-4-285 16,2-1 177-16,13-2 84 0,7 1 42 0</inkml:trace>
  <inkml:trace contextRef="#ctx0" brushRef="#br0" timeOffset="112455.42">6490 10472 2122 0,'0'-5'0'0,"0"2"0"0,0-2 0 0,-2 3 0 0,-2 0 0 0,-4 1 0 0,0 1 0 0,0 0 435 15,-2 0-199 1,0 10 406 0,0 2-294-16,-2 5-200 0,5 0-148 0,1 4 0 0,0 1 0 0,5 1 0 0,1 3 0 0,0-2 0 0,0 1 0 0,10 1 0 15,5-2 0 1,1 2 0-16,5-2 0 0,3-6 0 0,-2-1-174 0,4-6-139 16,1-3 104-16,-1-5-864 0,6-1 510 0</inkml:trace>
  <inkml:trace contextRef="#ctx0" brushRef="#br0" timeOffset="113488.62">6777 10526 1636 0,'-3'0'0'0,"0"0"0"0,-1 0 0 0,1 0 0 0,0 0 0 0,1 0 0 0,2 0 0 0,0 0 0 0,0 0 302 16,0 0-133-16,0 5-58 16,7 1 307-1,2 3-191-15,2-1-96 0,0 3-48 0,2 1 177 0,0-1-104 0,0 3-64 0,0-2-16 0,-1 2 1 16,-1 1-42-16,-1-3 0 0,1 4-160 0,-3-4 75 0,1-1 43 16,-2-2 0-16,-3 0-440 15,2-3 237-15,-2 1 68 16,-2-2-299-16,-1-5 163 15,2 3 121-15,-3-3-492 0,0 0 307 0</inkml:trace>
  <inkml:trace contextRef="#ctx0" brushRef="#br0" timeOffset="113964.47">7125 10360 1404 0,'0'-3'0'0,"0"-1"0"0,0 0 0 0,0 2 0 0,-1 0 0 0,-1-1 0 0,1 1 778 0,0 2-362 0,0 0-195 47,-2 0 284-47,-1 12-234 0,1 5-118 0,-4 8-59 0,2 9-5 0,-5 5-89 0,0 8 0 0,-1 8 0 0,-2 6 0 0,-1 10 0 0,-4 11 0 0,2-5 0 15,-4 3 0-15,1 1 0 0,0-1 0 0,0-6 0 47,-1 3 0-47,2-21 0 0,6-5 0 0,-1-7 0 0,-1-4 0 0,4-5 0 0,0 2 0 0,4-14 0 16,1-6 0-16,3-4 0 0,1-2 0 0,1-5 0 31,0-1 0-31,0-5 0 0,0 0 0 0,0 0 0 0,0 0 0 31,0 0 0-31,0 0 0 0,0 0 0 47,0-1-39-47</inkml:trace>
  <inkml:trace contextRef="#ctx0" brushRef="#br0" timeOffset="114045.06">6817 11589 3711 0,'0'0'-105'0,"0"-4"-394"0,0 3 222 0,0 1 126 0,0-5 58 0,0 3-238 0,0-6 148 0,1 2 65 0,1 0 46 0</inkml:trace>
  <inkml:trace contextRef="#ctx0" brushRef="#br0" timeOffset="114108.68">7238 11344 2764 0,'-7'3'0'0,"0"0"0"0,0-3 0 0,4 0 0 0,-4 2 0 0,4-2 514 0,0 0-231 0,1 0-129 0,0 0 62 0,1 0-216 0,1 0 0 0,0 0 0 0,0 0 0 0,0 0 0 0,0 2 0 0,0-2 0 0,1 0 0 0,1 0 0 0,1 1 0 0,0-1-1091 0,-1 2 494 0</inkml:trace>
  <inkml:trace contextRef="#ctx0" brushRef="#br0" timeOffset="116988.16">7989 9619 545 0,'-2'0'0'0,"-3"0"0"0,-2 0 0 0,-1 0 0 0,4-1 0 0,0-1 268 0,1 1-115 16,0 1-58-16,1 0-29 0,2 0 193 0,-1-3-101 16,1 3-65-16,0 0 76 0,0 0-65 15,0 0-34-15,0 0 113 0,1 0-63 0,3 0-46 16,3 0 0-16,1 0 21 0,2 0-29 0,-1 3 1 15,5-2-21-15,-3 1 93 16,1-1-51-16,4 2-26 0,-1-3 1 0,-1 0 35 0,4 2-21 0,-1 0-9 16,1 0 7-16,0 2 0 0,2-3-38 0,1 0 26 15,3 4-16-15,-1-5-10 0,-1 3 0 0,3-1-7 32,2 0 7-32,-2-2 0 0,7 0 10 0,-5 0-56 0,1 0 47 0,0 0-1 0,0 0 0 15,0-2-31 1,3-3-6-16,-4 2 0 0,-4 0 0 0,1-3 0 47,-3 3 0-47,2 1 0 0,1-1 0 0,-6 2 0 0,1-1 0 0,-3 1 0 0,2 1 0 0,-2 0 0 0,5 0 0 0,-5 0 0 31,0 0 0-31,3 0 0 0,-1 0 0 0,3-3 0 0,4 3 0 0,-4-1 0 0,1 0 0 0,0-1 0 0,3 1 0 0,4-1 0 31,-7 0 0-15,3 0 0-16,-1-1 0 0,0 2 0 0,0-2 0 0,4 2 0 0,-6 0 0 0,-1-1 0 0,2 2 0 0,0-2 0 15,-3 2 0-15,9 0 0 0,-7 0 0 0,-1 0 0 16,2 0 0-16,-1 0 0 0,1 0 0 0,5 0 0 47,-3 0 0-31,-1-2 0-16,-1 2 0 0,0 0 0 0,1 0 0 0,2 0 0 15,-5 0 0-15,2 0 0 0,-1 0 0 0,-1 0 0 0,-2 0 0 0,8 0 0 16,-7 0 0-16,1-1 0 0,1 1 0 0,0-2 0 0,-1 0 0 0,2 2 0 0,-1 0 0 0,-2-3 0 0,1 3 0 0</inkml:trace>
  <inkml:trace contextRef="#ctx0" brushRef="#br0" timeOffset="117832.08">9930 9578 3931 0,'23'-2'0'0,"2"2"0"0,-5 0 0 0,1 0 0 0,2 0 0 0,1 0 0 0,-1 0 0 15,5 0 0-15,-3 0 0 0,0 0 0 0,3 0 0 0,1 0 0 0,-2 0 0 0,7 0 0 0,-4-1 0 0,1 0 0 0,2 1 0 0,-2-3 0 0,2 3 0 0,6-2 0 0,-6 2 0 0,2 0 0 0,1 0 0 0,-1 0 0 0,0 0 0 0,10 0 0 0,-12 0 0 0,1 0 0 0,328-1 0 0,-318 0 0 0,-1-2 0 0,3 3 0 0,-4-3 0 0,3 3 0 0,6-2 0 0,-12 0 0 0,2 1 0 0,3 1 0 0,424-6 0 0,-423 5 0 0,1-1 0 0,3-1 0 0,0 3 0 0,9-4 0 0,-12 3 0 0,0-1 0 0,-2 0 0 0,2-1 0 0,-1 1 0 0,5 1 0 0,-8-1 0 0,-1 2 0 0,3-1 0 0,2 1 0 0,0-3 0 0,6 3 0 0,-9 0 0 0,-2-1 0 0,1 1 0 0,0 0 0 0,0-2 0 0,7 1 0 0,-10 0 0 0,1-2 0 0,2 3 0 0,3-4 0 0,-1 2 0 16,7-3 0-16,-11 2 0 0,-2 0 0 0,1-1 0 0,-2 1 0 0,-2 1 0 0,6 1 0 0,-12-1 0 0,2 1 0 0,-1-2 0 0,1 2 0 0,7-1 0 0,-7 2 0 0,0 0 0 0,2-1 0 16,-1-1 0-16,0 0 0 0,5 0 0 31,-8 2 0-31,-3-1 0 0,0-1 0 0,0 1 0 0,-1 1 0 0,3-1 0 16,-8 1 0-16,-1 0 0 0,1 0 0 0,-4 0 0 0,1 0 0 0,3 0 0 0,-5 0 0 15,-2 0 0-15,-2 0 0 0,2 0 0 0,0 0 0 16,-1 0 0-16,-3 0 0 0,2 0 0 15,0 1 0-15,0-1 0 0,-2 1 0 0,3-1 0 63,-2 2 0-47,0-2 0-16,-3 0 0 0,1 1 0 0,1-1 0 0,1 0 0 0,-2 0 0 0,-1 2 0 0,-1-2 0 0,1 0 0 0,-1 2 0 0,0-2 0 0,0 0 0 0,-1 0 0 0,0 2 0 0,-2-2 0 0,2 1 0 15,-1-1 0-15,0 0 0 0,0 2 0 0,-1-2 0 0,0 0 0 0,0 1 0 16,2-1 0-16,-2 3 0 15,0-3 0-15,1 1 0 0,0-1 0 0,0 0 0 79,1 2 0-79,1-2 0 0,-4 1 0 0,3-1 0 0,-2 0 0 0,2 0 0 0,1 0 0 0,-2 2 0 0,0-2 0 0,-1 0 0 0,3 0 0 0,-4 0 0 0,1 0 0 0,0 0 0 0,1 0 0 0,-1 0 0 0,2 0 0 0,-3 0 0 0,1 0 0 15,-1 0 0-15,1 0 0 16,-2 0 0-16,1 0 0 0,1 0 0 0,0 0 0 0,-3 0 0 15,3 0 0-15,-2 0 0 0,1 2 0 32,0-2 0-32,-1 0 0 0,1 0 0 0,-2 0 0 47,1 0 0-47,-1 0 0 0,0 0 0 0,0 0 0 0,0 0 0 0,0 0 0 0,0 0 0 0,0 0 0 0,0 0 0 0,0 0 0 0,0 0 0 0,0 0 0 0,0 0 0 0</inkml:trace>
  <inkml:trace contextRef="#ctx0" brushRef="#br0" timeOffset="117964.54">14567 9493 3931 0,'0'0'0'0,"0"0"0"0,0 0 0 0,0 0 0 0,0 0 0 0,0 0 0 0,0 0 0 0,0 0 0 0,0 0 0 0,0 0 0 0,0 0 0 0,0 0 0 0,0 0 0 0,0 0 0 0,0 0 0 0,0 0 0 0,0 0 0 0,0 0 0 0,0 0 0 0,0 0 0 0,0 0 0 0,0 0 0 0,0 0 0 0,0 0 0 0,0 0 0 0,0 0 0 0,0 0 0 0,0 0 0 0,0 0 0 47,0 0 0-47,0 0 0 0,0 0 0 0,0 0 0 0,0 0 0 0,0 0 0 0,0 0 0 0,0 0 0 0,0 0 0 0,0 0 0 15,0 0 0-15,0 0 0 0,0 0 0 0,0 0 0 0,0 0 0 0,0 0 0 0,0 0 0 0,0 0 0 0,0 0 0 0,0 0 0 0,0 0 0 16,0 0 0-16,0 0 0 0,0 0 0 0,0 0 0 0,0 0 0 0,0 0 0 16,0 0 0-16,0 0 0 0,0 0 0 0,0 0 0 0,0 0-713 0,0 0 263 15</inkml:trace>
  <inkml:trace contextRef="#ctx0" brushRef="#br0" timeOffset="119170.69">7529 10490 1195 0,'0'-2'0'31,"0"-1"0"-31,0 1 0 16,-3 0 0-16,1 1 0 0,0-1 624 0,2 0-298 0,0 2-146 0,0 0-71 0,0 0 495 0,1 2-288 0,8 5-131 0,8 1 207 0,2-3-392 0,9 0 0 0,0-1 0 31,4 0 0-31,6-1 0 0,-1-3 0 0,-1 0 0 0,0 0 0 0,0 0 0 0,-3 0 0 62,2-1 0-62,-12-2 0 0,-5 0 0 0,-4 3 0 0,-6-2-841 0,-5 2 302 0,-1 0 220 0,-2 0-629 0</inkml:trace>
  <inkml:trace contextRef="#ctx0" brushRef="#br0" timeOffset="119342.42">7617 10829 2559 0,'-16'7'0'0,"2"1"0"0,4 1 0 0,-2-2 0 0,5 0 0 0,6-2 0 0,1-2 653 0,0 2-309 0,5-2-154 0,13 1-76 0,1 0-43 16,8-2-71-1,3-2 0-15,2 0 0 0,3 0 0 0,3 0 0 0,-5 0 0 0,1 0 0 0,-6 0 0 0,2 0 0 0,-4 0 0 0,5-2 0 16,-14-1 0-16,-2 2 0 16,-6-3 0-16,-2 1 0 15,-4 0 0-15,-1-1 0 0,-2-1-743 0,0 2 349 0,-12-1 179 0</inkml:trace>
  <inkml:trace contextRef="#ctx0" brushRef="#br0" timeOffset="126146.34">18872 9353 948 0,'6'-4'0'0,"2"1"0"0,-1 0 0 15,-2-1 0-15,2 1 0 0,1-1 0 0,0-4 213 32,-1 3-93-32,1-4 136 0,-2 1-110 0,2-4-54 0,0 1-27 0,1-5 84 0,-3-3-60 0,1 2-26 0,-2 0 0 0,0-4 26 31,-1-1-25-31,-1-2 8 0,-3 2-35 0,0 0 92 0,0 3-46 0,-2-1 0 16,-8 2 120-16,-2-2-74 0,-2 6-51 0,-2 3 163 0,1 1-102 0,-3 4-51 15,-1 1-25-15,2 2 155 0,0 1-207 0,2 2-11 16,0 0 0-16,4 3 0 0,-1 4 0 0,1 4 0 15,4 2 0-15,4 7 0 0,0 4 0 0,3 5 0 16,0 4 0-16,0 6 0 0,0 2 0 0,2 7 0 16,1 3 0-16,0 7 0 15,-1 5 0-15,2 17 0 0,-2-7 0 0,0 2 0 0,-2 1 0 0,0-5 0 0,0-3 0 16,0 5 0-16,0-19 0 0,-5-4 0 0,-3-6 0 16,1-4 0-16,-3-8 0 62,0 2 0-62,1-16 0 0,-2-7 0 0,0-4 0 0,0-2 0 0,-3-5 0 0,0 0 0 0,0 0 0 0,2 0 0 0,-4-8 0 0,4-7-660 0,0-3 242 0,-1-5 182 16,5-6 103-16,-1-4-353 0,1-6 224 0</inkml:trace>
  <inkml:trace contextRef="#ctx0" brushRef="#br0" timeOffset="126539.2">18412 9567 1436 0,'-17'-8'0'0,"3"-1"0"0,1 3 0 0,8 2 0 0,0 3 0 0,2-3 0 0,3 4 456 0,3 0-210 0,20 0 635 0,6 0-423 0,11 0-210 47,5 0-96-47,1 4-98 0,2 1-54 0,0 0 0 0,0-1 0 0,-1 2 0 0,9-1 0 0,-12-1 0 0,-2 2 0 0,-3-4 0 0,-3 3 0 0,-5-5 0 0,2 4 0 0,-15-3 0 16,-5-1 0-1,-4 2-777-15,-8-2 251 0,-1 2 245 188,0 0 113-173</inkml:trace>
  <inkml:trace contextRef="#ctx0" brushRef="#br0" timeOffset="127164.56">21390 8721 1414 0,'2'-14'0'31,"-2"3"0"-31,0 1 0 0,0 2 0 0,0 2 0 0,0 0 0 0,0 1 260 0,0 5-116 0,0 0-54 0,0 4 428 0,0 10-240 0,0 9-111 94,0 4-70-94,0 5 188 0,0 6-124 0,0 2-62 0,-2 2 267 0,0 5-314 0,1-6-52 0,-2 0 0 0,3 0 0 0,-1-1 0 0,-1 0 0 0,-1 1 0 0,3-10 0 0,-1-4 0 0,1-5 0 0,0-6 0 0,0-3 0 0,0-1 0 15,0-10 0-15,0-2 0 0,0 0 0 0,0 0-25 0,0-2-58 0,0-5-249 0,0 2 110 0,0-1-556 0,0-1 371 0,0 4 185 0,0 2 92 0</inkml:trace>
  <inkml:trace contextRef="#ctx0" brushRef="#br0" timeOffset="127680.81">21186 9989 1234 0,'-18'-11'0'0,"8"-2"0"0,-1 4 0 0,2-3 0 0,6 2 0 0,3 0 0 0,0-2 465 0,5 3-214 0,11-1-108 0,4-4 157 0,4 6-136 78,2-1-64-62,4 3-32-16,1 2 9 0,1 4 1 0,2 0-33 0,-6 0-46 0,0 2 0 0,-3 9 38 0,-3 6-1 0,-3 5-154 0,0 3 87 0,-10 0 28 0,-6 7 1 0,-3 1-149 0,0 0 92 0,-10 1-10 0,-6 7-70 0,-4-9 44 0,-4-1 41 0,-3-2-11 0,-5 0 120 0,0-7-48 0,-4 2-7 47,3-11 113-47,0-3-67 0,2-3-30 0,0-6 1 0,2-1 416 0,-1 0-204 0,10 0-77 0,4-1-62 0,6-5 406 0,3 2-429 0,6-1-67 0,-1 0 0 0,2 1 0 109,5 3 0-109,18-1 0 0,3-1 0 0,9 3 0 0,2 0 0 0,7 0 0 0,-2 0 0 0,3 0 0 0,2 0 0 0,6 0 0 0,-8 3 0 0,1 0 0 0,0 1 0 0,2-2-217 0,-2-1-188 0,7-1 137 0</inkml:trace>
  <inkml:trace contextRef="#ctx0" brushRef="#br0" timeOffset="128208.68">23382 8891 1661 0,'3'-5'0'0,"0"-7"0"0,-1 9 0 0,3-4 0 0,0 4 0 0,3-1 0 0,2 0 0 0,2 1 246 0,4 3-109 15,2 0-51-15,2 0 157 0,1 11-103 16,4 2-52 0,1 2-17-16,-4 0-62 0,-3 6 27 0,-2 0 0 0,-5 2 0 0,-1 1-126 15,-3 2 73-15,-7-2 21 0,-1 0-22 0,-4-1 28 16,-13-2-1-16,-5 0 27 15,-5 2 62-15,-5-9-35 0,0-3-65 0,-3-2 145 0,-1-4-68 0,0-1-24 16,-2 1-1-16,6-5-60 47,4 0-1-47,-1 0 42 0,5-5 26 0,-1-2-373 0,12 0 165 0,3 0 86 0,7-1-213 0,3-1 139 0,1-1 48 0,15-1-514 0,13-3 289 0,5-2 140 0,7-2 70 0,2 0-336 16,0-4 203-1</inkml:trace>
  <inkml:trace contextRef="#ctx0" brushRef="#br0" timeOffset="128373.47">23831 8857 423 0,'24'-17'0'0,"-5"5"0"0,-5 2 0 0,0 1 0 0,-12 9 180 0,0-3-72 16,-2 3-36-16,0 0 495 0,-5 0-266 0,-8 8-122 15,-1 4-77-15,-3 1 518 0,-3 5-291 0,-5 4-147 0,5 0-73 0,-2 4 404 32,3-3-267-32,4 0-246 0,3-3 0 0,2 2 0 0,3 2 0 0,2 0 0 0,5-4 0 15,0 1 0-15,14-2 0 0,12-2 0 16,3 0 0-16,9 0 0 0,2-5 0 0,1-5-486 15,2 0 94-15,1-1 104 0,-5-4 135 0</inkml:trace>
  <inkml:trace contextRef="#ctx0" brushRef="#br0" timeOffset="128742.41">23527 9859 3169 0,'-13'0'0'0,"1"0"0"0,4 0 0 0,0 0 0 0,3 0 0 0,2 0 0 0,0 0 0 0,3 0 0 0,0 0 430 0,8 3-197 109,7 6-134-109,4-1-99 0,2 3 0 0,2 2 0 0,-1-1 0 0,5 2 0 0,-2 2 0 0,0-1 0 0,4 5 0 0,-6-4 0 0,-1 2-53 0,-2 1-21 0,-3-1-740 0,0 0 417 0,-1 0 77 0,-8-2-561 0,1-2 423 0</inkml:trace>
  <inkml:trace contextRef="#ctx0" brushRef="#br0" timeOffset="129000.57">23983 9769 2329 0,'0'-5'0'0,"0"-2"0"0,0 5 0 0,0-4 0 0,0 2 0 0,0 2 0 0,-2-1 0 0,1 3 542 15,-1 0-254-15,-1 12-125 31,0 3 418-31,-4 11-553 0,0 3-28 0,-2 8 0 0,1 8 0 0,-7 5 0 0,2 8 0 0,-6 12 0 0,-1-1 0 16,-3 5 0 0,-2 2 0-16,-2 4 0 0,1-4 0 0,-1 4 0 0,8-18 0 0,1-10 0 0,3-8 0 15,3-6 0 1,4-7 0-16,0-1 0 0,3-17 0 0,5-6 0 0,0-7 0 0,0 0 0 16,0 0 0-16,0 0 0 0,0-6 0 0,0 0 0 46,0-3 0-46,0-3-879 0,0-1 409 0,0-6 209 0</inkml:trace>
  <inkml:trace contextRef="#ctx0" brushRef="#br0" timeOffset="129713.8">19547 9814 960 0,'-20'1'0'0,"2"1"0"0,-3 3 0 16,4-2 0-16,1 2 0 0,1 0 0 0,2-5 453 0,2 3-209 0,-2-1-96 0,9-2 386 0,1 0-249 16,3 0-125-16,0 0 199 0,0 0-160 0,8-5-71 15,13-10-50-15,9-4 68 0,7-6-54 16,9-2-29-16,7-6 0 0,12-8-44 0,-3 2-19 16,5-3 0-16,2 0 0 0,-1-2 0 15,5-3 0-15,9-3 0 0,-14 10 0 0,-4 1 0 16,-7 4 0-16,-6 6 0 0,-2 0 0 0,-21 12 0 15,-4 5 0-15,-8 2 0 0,-3 1 0 0,-3 4-18 16,-1-4-11-16,-4 6 32 0,-3-2-23 0,-1 3 11 16,2 1-16-16,-3-1 123 15,0-2-98-15,0 2 0 0,0 0 0 0,0 1 0 0,0-2 0 16,0 1-153-16,0 2-26 31,0 0 87-31,0 0 40 0,0 0-1046 0,0 0 531 0</inkml:trace>
  <inkml:trace contextRef="#ctx0" brushRef="#br0" timeOffset="130461.79">21778 9281 1777 0,'0'-13'0'0,"-3"-1"0"0,0 4 0 0,0 4 0 0,3 0 0 0,0 1 0 0,0 3 0 0,0-3 0 0,1 3 261 0,8 2-113 0,9 0-55 0,2 3 236 0,5 8-146 0,6 1-65 78,2 5 66-78,4 3-74 0,6 6-37 0,8 3 0 0,6 3 96 0,13 11-57 0,-2-2-43 0,6 5 1 0,0 0 41 0,5 7-60 0,-1 1-51 0,10 10 0 0,-13-12 0 0,-3 1 0 0,1-2 0 0,-5-1-37 0,-1-3-24 0,4 4 58 0,-19-16-128 47,2-3 82-47,-5-5 1 0,1-5 33 0,-1-1-240 0,0-1 115 0,-13-8 26 0,-4 0 43 47,-10-2 63-47,-4-2-29 0,-6 0 1 0,-3 0 71 0,-8-7-32 0,-1 0 1 0,0-1-40 0,-7 3-205 0,-8-3 102 0,-5 0 40 0,0 0-628 0,-7 0 346 15,-2 0 172-15</inkml:trace>
  <inkml:trace contextRef="#ctx0" brushRef="#br0" timeOffset="131226.75">19726 9786 946 0,'0'-7'0'0,"0"-3"0"16,0 1 0-16,0 4 0 0,0 2 0 0,0-2 191 0,0 3-77 0,0 0 121 0,0-1-90 0,0 3-58 16,0 0-25-16,3 0 163 0,7 5-94 0,5 7-38 15,6 0-32-15,5 8 205 0,7-1-115 0,7 5-57 16,7 2-28 0,14 5 147-16,1 1-93 0,6 1-41 46,3 2 3-46,2 2-45 0,3-1 1 0,8 3 8 0,-14-7-48 0,-3-1 0 0,-3-2 39 0,-1-5-189 0,-4-2 95 0,3-2 56 0,-17-5 15 0,-6-1-279 16,-7-5 139 0,-3 1 30-16,-6-3 48 0,-4 0-186 15,-11-4 105-15,-3-3 33 0,-4 0-228 0,-1 0 143 0,0 0 72 0,-6 0-174 16,-3 0 128 31</inkml:trace>
  <inkml:trace contextRef="#ctx0" brushRef="#br0" timeOffset="131824.09">21968 10241 1224 0,'-20'-1'0'0,"-2"-4"0"16,5 2 0-16,0 0 0 0,1 3 0 0,1-4 0 0,2 1 0 0,-4 3 467 0,11-3-219 0,0 2-106 0,4 1-53 0,2 0 272 16,0 0-162-16,6 0-73 15,16 0-49-15,9-1 61 0,11-1-51 0,10-3-25 16,7 1 249-16,17 1-129 0,1 0-76 0,4 2 6 0,5-1-112 16,4 2 0-16,8 0 0 0,17 0 0 15,-14 0 0-15,-1 9 0 0,-5 0 0 0,-6 1 0 16,-11 1 0-16,2 3 0 0,-28-3 0 0,-8-2 0 15,-5 3 0-15,-6-5 0 0,-8-2-147 0,3 2 39 16,-15-4 16-16,-4-1 48 0,-6-2-25 0,-3 0 42 16,0 0-35-1,0 0 136-15,-5 0-52 0,-6-5-26 0,-4-2 2 0,2-2-419 0,-2 1 192 0,-3 1 87 0,1 2 58 32</inkml:trace>
  <inkml:trace contextRef="#ctx0" brushRef="#br0" timeOffset="134876.16">8654 10461 537 0,'5'-1'0'0,"-2"0"0"0,4-3 0 0,-3 1 0 0,-1 0 0 0,-2-2 262 0,3 0-112 0,-3 1-57 0,2-6 224 15,2 3-145-15,-4-1-68 16,0-4-33-16,0 0 68 0,1-2-51 0,1-3-17 0,-2 2-9 16,1-3 7-16,-2 2-32 0,0-5 0 15,0 4 32-15,0-4 9 16,0 3-41-16,0-1 24 15,-6 2 0-15,2 0-25 0,-5 5 1 0,1-5 69 0,-1 5-39 0,0 0 0 0,-1 6-30 0,1-1 45 16,-3 3-45-16,2-3 9 0,-2 7-10 0,2 0 99 16,-1 0-49-16,3 0-25 15,-2 0 35-15,3 9-20 0,0 1-10 0,3 3 30 16,0 3-29-16,3 4 0 0,1 1-30 0,0 6 41 16,0 0-78-16,0 5 0 0,1 3 0 15,5 4 0-15,1 6 0 16,-3 8 0-16,2 1 0 0,2 5 0 15,-3 6 0-15,-1 0 0 0,3 0 0 0,-1 10 0 0,-1-17 0 0,-2-2 0 16,1-4 0-16,0-5 0 16,-2 4 0-16,0-17 0 47,-2-5 0-47,0-5 0 0,0-2 0 0,0-5 0 0,-4 1 0 0,-4-11 0 0,2-1 0 0,-2-1 0 0,-2-2 0 0,1 0 0 0,-2 1 0 0,2-2 0 0,-2-1 0 0,2-1 0 0,-1 0 0 0,-2 0-41 15,2 0-26-15,-1 0-258 0,2-3 145 0,-2-4 71 16,3-1 37-16,-4-2-515 0,4-2 266 0,-1-2 147 15,1-3 69-15,2-2-570 0,1-5 319 0</inkml:trace>
  <inkml:trace contextRef="#ctx0" brushRef="#br0" timeOffset="135078.79">8313 10689 2441 0,'-7'-10'0'0,"-1"2"0"0,1-1 0 0,3 2 0 0,1 5 0 0,3 0 0 0,0 1 0 0,0-2 414 0,3 3-189 0,14 0-84 15,4-3 232-15,4 2-168 16,8 0-85-16,2-3-108 0,4 1-12 0,2-2 0 0,-2 3 0 0,-1 0 0 0,2 0 0 16,-2 1 0 15,0-2 0-31,1 1 0 0,-9 1 0 0,-5-2 0 0,-5 3-424 0,-3 0 98 0,-2 0 131 16,-8 0 102-16,-3 0-452 0,-2 0 255 0,0 0 126 0,-2 6 64 0</inkml:trace>
  <inkml:trace contextRef="#ctx0" brushRef="#br0" timeOffset="135565.68">8968 10918 1229 0,'-2'0'0'0,"0"0"0"0,-2 0 0 0,3 0 0 0,-2 0 768 16,0 0-365-16,0 0-184 0,2 0-92 0,1 1 259 31,0 6-179 0,0 5-86-31,0 0-43 0,0 7 315 0,0 4-393 0,1 3 0 0,5 0 0 0,-2 6 0 0,0 2 0 0,0-1 0 0,1 4 0 0,0-3 0 0,-4-5 0 0,0 0 0 0,0-1 0 0,1-7 0 32,-2 2 0-32,0-8 0 0,0-6 0 0,0-2 0 0,0-6 0 0,0-1 0 31,0 3 0-31,0-3 0 0,-2-3-503 0,1-5 214 0,1-6 127 0</inkml:trace>
  <inkml:trace contextRef="#ctx0" brushRef="#br0" timeOffset="135630.07">8980 11339 2018 0,'0'-20'-506'0</inkml:trace>
  <inkml:trace contextRef="#ctx0" brushRef="#br0" timeOffset="135834.11">9089 10011 1752 0,'0'-5'0'0,"0"0"0"0,0 0 0 0,0 2 0 0,0-1 0 0,0 1 0 0,0 2 402 0,0-2-183 0,0 3-91 0,0 0 288 15,0 0-190-15,0 7-85 16,0 5-56-16,0 3 262 0,0 3-155 0,0 4-169 16,-3 3-23-16,0 2 0 0,-4 2 0 0,2 4 0 0,-4-1-136 0,1 2-63 31,-1 0 118-31,-1 6-334 31,0-5 221-31,2 0 82 0,0-4 68 0,2-2-1003 0</inkml:trace>
  <inkml:trace contextRef="#ctx0" brushRef="#br0" timeOffset="136681.51">9408 10597 1138 0,'-4'0'0'0,"0"-3"0"0,2 3 0 0,-3 0 0 0,3 0 0 0,1 0 557 0,1 0-260 0,0 0-130 15,0 9-66-15,1-1 367 16,8 1-206-16,-1 0-118 0,3 2 150 0,0-4-129 0,2 4-64 0,-1-4-24 15,0 2 10-15,0 0-51 0,-2-3 1 16,1 0-84-16,0 0 42 0,-3-1-1 31,0-1 52-15,-1 1-243-16,-2-2 117 0,0 0 58 0,-1-2 30 0,0 1-559 0,-2-2 273 0,-1 0 74 0,-1 0-642 0,0 0 405 0</inkml:trace>
  <inkml:trace contextRef="#ctx0" brushRef="#br0" timeOffset="139922.78">9851 10611 1379 0,'-13'-12'0'0,"1"0"0"0,-2 1 0 0,5 3 0 0,1-2 0 0,0-1 0 0,4 3 254 0,3 0-110 0,1-1-45 0,0 4 242 0,1-5-153 0,15 5-76 16,4-4 143-1,4 3-109-15,10-3-47 0,-2 4-35 0</inkml:trace>
  <inkml:trace contextRef="#ctx0" brushRef="#br0" timeOffset="140186.47">9944 10472 3166 0,'36'0'61'0,"-2"0"0"0,-2 0-25 0,2 9-34 0,-8 8-8 0,-5 3 42 0,-3 6-139 0,-7 5 69 0,-6 5 35 0,-4 4 10 0,-1 2-86 0,-13 1 54 0,-7 4-7 0,-7-1 76 0,-7 0-54 0,-8 5 14 0,-1-12-41 0,-2-3 195 0,2-7-85 0,0-5-37 0,0-7 8 0,1-2 418 0,12-13-452 0,7-2-14 0,6 0 0 0,9-2 0 0,6-6 0 0,2 2 0 0,0 2 0 0,7-2 0 0,14 3 0 63,10-3 0-63,6 0 0 0,7 1 0 0,0-1 0 0,6 0 0 0</inkml:trace>
  <inkml:trace contextRef="#ctx0" brushRef="#br0" timeOffset="140394.93">9973 11029 3931 0,'51'-5'0'0,"12"2"0"16,-9 0 0-16,0 3 0 0,1-4 0 0,-2-2 0 0,-3 1 0 16,6 1 0-1,-19-3-430-15,-3-2 39 0,-3 3 178 0,-9-2 88 63,-3-1-846-63</inkml:trace>
  <inkml:trace contextRef="#ctx0" brushRef="#br0" timeOffset="145070.34">10705 10634 891 0,'0'0'0'0,"-8"0"0"0,3-4 0 0,1 3 0 0,0 0 0 0,-2-1 367 0,5 0-169 0,-1 2-80 0,2 0-41 0,0 0 304 0,0 0-173 0,3 0-75 0,8 0-53 0,6 0 338 31,1 0-190-31,3 2-95 0,4 2 79 0,5 1-78 0,1 0-52 0,0-2 121 31,3 1-135-31,4 2-68 0,-1-1 0 0,10-1 0 0,-6-1 0 0,-1 3 0 0,-3-1 0 0,-1-2-126 31,-3 1-10 1,1-1 96-32,-14-3 34 0,-4 3-637 0,-7-3 314 0,-4 0 92 0,-3 0-180 0,-1 0 180 0,-1 0 104 0,-5 0-459 0</inkml:trace>
  <inkml:trace contextRef="#ctx0" brushRef="#br0" timeOffset="145370.85">11047 10268 1760 0,'-9'-7'0'0,"0"-1"0"0,7 5 0 0,-4 0 0 0,4 3 0 0,-1 0 0 0,2 1 0 0,1 16 563 0,0 3-269 0,0 9-128 0,0 5 79 15,0 7-104-15,0 7-52 0,1 8-18 0,4 0 202 0,-2 6-118 0,2 3-60 16,-2 0-29-16,1-4-53 0,0 5-13 15,-1-13 0-15,-2-5 0 0,2-5-20 16,-3-4 22-16,1-7 1 0,-1 3-120 0,0-17 72 16,0-6 41-1,0-2-96-15,0-5 60 0,0-5-1 0,0 0 25 16,0 0-59-16,0 0 32 0,0-5-12 0,0-5-1 16,0-1-69-16,0 1 33 0,0-4 34 31,0 3-577-16,0-2 299-15,0 0 150 0</inkml:trace>
  <inkml:trace contextRef="#ctx0" brushRef="#br0" timeOffset="146481.69">11785 10472 1673 0,'0'-8'0'0,"0"1"0"0,0 1 0 0,0-3 0 0,0 2 0 0,-4-8 0 0,4 5 0 0,-1-6 0 0,1 2 170 0,0-6-67 0,0-4-24 0,0 3-63 16,0-4 21-16,0 0 0 16,1 1 1-16,1 0-27 0,0-3 10 0,-1 6 16 0,1 1 0 0,-2 2-28 31,0 4 0-31,0 0 28 0,0 0 104 0,-7 9-57 0,2 2-23 0,-4 0 132 16,-1 3-77-16,0 0-40 0,2 3 9 0,-4 9 93 15,4 5-70 32,-3 6-36-31,2 3 0-16,3 5 51 0,1 8-34 0,2 2-9 0,1 4-43 0,2 6 65 0,0 3-102 0,0 4 0 0,0 8 0 0,0-1 0 31,0 2 0-31,2 1 0 0,1 4 0 0,-1 0 0 0,-1 7 0 16,-1-16 0-16,0 0 0 0,0-8 0 0,-5-7 0 0,0-6 0 0,-5 2 0 0,2-20 0 0,0-4 0 0,-1-7-4 0,0-5-127 0,1-5 58 0,-2-3-335 0,1 0 189 15,3 0 92-15,-2-15-446 0,2-5 268 0,0-3 134 0,0-5 58 16,2-6-560-16,4-7 317 0</inkml:trace>
  <inkml:trace contextRef="#ctx0" brushRef="#br0" timeOffset="146641.03">11537 10600 1210 0,'-5'-12'0'16,"2"4"0"-16,1 0 0 0,0 1 0 0,2 1 0 0,0-2 603 0,0 1-287 0,7 2-140 15,7 1-69-15,6 0 194 0,2-1-132 0,3 1-57 16,0 1 199-16,2 2-137 0,1 0-68 0,0 1-371 15,1 0 151-15,4 0 85 0,-7 0 28 0,-1 5-731 16,-1 4 384-16,-4 3 192 0,-1 0 97 0</inkml:trace>
  <inkml:trace contextRef="#ctx0" brushRef="#br0" timeOffset="146967.01">11834 10810 1613 0,'-2'0'0'0,"-8"2"0"0,4-2 0 0,1 0 0 0,0 2 0 0,5 0 0 0,0-1 184 0,0 1-73 0,5 1 416 0,10 0-244 16,1 3-114-16,3-1-71 0,1 1 34 0,2 1-47 0,-2 2-25 15,-1 1 1-15,1 2-220 16,-4 1 93-16,-5 1 52 0,-3 2 25 0,-5 0-109 16,1 5 77-16,-4-1 25 0,-3 1 28 0,-9-4-17 15,-7 1 17-15,0 0 185 0,-3-1-95 0,-2-5-80 16,2-1 0-16,3-4 407 0,0-3-449 0,6 1 0 15,-2-3 0-15,7-2 0 16,5 0 0-16,3 0 0 0,0 0 0 0,5 0 0 0,14-2 0 16,4-1 0-16,5 0 0 0,4 1 0 15,4 1 0-15,-3-2 0 0,6 3 0 0,-4 0 0 0,-1 0 0 16,0 0 0-16,1 0-69 0,-5 4-124 16,3-1 76-16,-12 2-507 15,-4-2 293-15,-4 2 147 0,-5-4 74 0,-3 1-569 0,1-1 311 0</inkml:trace>
  <inkml:trace contextRef="#ctx0" brushRef="#br0" timeOffset="147194.71">12263 10060 1771 0,'0'-16'0'0,"0"3"0"0,0-2 0 0,0 10 0 0,0 0 0 0,0 3 0 0,-2 1 0 0,2 1 790 15,0 0-381-15,0 1-186 0,0 11 2 0,0 6-93 16,0 5-48-16,-1 4-232 0,-2 2 87 0,-2 5 50 31,-4 5 24-31,2 0-290 0,-2 1 157 0,-1 6 88 16,0-2 30 0,1 1-777-16,-4 4 241 0</inkml:trace>
  <inkml:trace contextRef="#ctx0" brushRef="#br0" timeOffset="147430.98">12509 10767 2344 0,'0'1'0'16,"-3"0"0"-16,1 1 0 0,-2 0 0 0,0 0 0 0,3-1 0 0,-1 1 0 0,1 0 852 0,-2 1-412 0,3-2-202 0,0 4-181 0,0-1-57 15,0-1 0 48,0 2 0-63,3-1 0 0,0 3 0 0,2 0 0 0,1-1-451 0,0 1 22 0,2 0 242 0,3-2 106 0</inkml:trace>
  <inkml:trace contextRef="#ctx0" brushRef="#br0" timeOffset="151472.81">13171 10695 872 0,'-16'-1'0'0,"-1"-4"0"0,2-1 0 0,1-1 0 0,-3-1 0 0,5 1 149 0,2-1-57 0,0-1-27 0,3 1 260 16,2-2-144-16,2-2-63 0,3 1-45 0,0-2 152 16,5-1-93-16,9-1-48 0,4 0-24 0,6 0 125 15,2 3-78-15,2 4-36 0,1 2 34 16,0 4-34-16,1 2 0 0,1 0-25 15,-6 2 3-15,-2 10-12 0,-3 5-1 0,-6 2-61 0,0 5 30 16,-1 10 10-16,-11-1 22 0,-2 6-95 16,0 0 48-1,-8 3 23-15,-8-1 0 0,-2 5-17 0,-6-7-12 0,-4-3 1 0,-2-2 11 0,-2-4 17 16,-1-5-28-16,-3 0 86 0,7-14 52 0,0-6-54 31,3-2-24-31,5-3 235 0,3 0-114 0,1-6-92 0,11-5-74 0,2-1 0 0,4 3 0 0,0 2 0 16,0-2 0-16,2 1 0 0,9 1 0 0,6 0 0 15,4 1 0-15,2 1 0 0,4 2 0 16,3-1 0-16,0 3 0 0,1 1 0 16,2 0 0-16,-2 0 0 0,7 0 0 0,-7 1 0 15,0 6 0-15,-1 0 0 0,-2 1 0 32,-2 0 0-32,4 2 0 0,-9-3-120 0,-1-1-167 0,-4 0 125 0,-5-1-437 0,1-4 281 15,-2 1 132-15,-5-2 79 0,-2 0-231 0,1 0 150 0,-2-3 76 0,1-8-472 16</inkml:trace>
  <inkml:trace contextRef="#ctx0" brushRef="#br0" timeOffset="151706.58">13781 10396 1739 0,'-12'-7'0'0,"-4"4"0"0,4 1 0 0,-3 2 0 0,0 0 0 0,1 14 0 0,-1 3 707 0,2 5-336 0,0 6-167 0,3 2 73 16,0 4-112-16,8 0-68 0,2 2-31 0,0 0 126 0,1 1-79 16,8 3-113-16,6 2 0 0,2-7 0 0,2-5-3 31,4 2 0-31,-1-3-476 0,0-4 258 0,5 2 137 0,-7-9-650 16,0-1 364-16,-3-4 120 0,0-3 107 0,0 1-228 0,-3-11 172 0,-3 0 82 0</inkml:trace>
  <inkml:trace contextRef="#ctx0" brushRef="#br0" timeOffset="151979.71">13922 10565 1878 0,'0'-11'0'0,"0"1"0"0,0 1 0 0,0 3 0 0,1 3 0 0,8 1 0 0,2 2 0 0,7 0 0 0,2 0 284 0,-1 11-128 0,5 1-60 15,0 5 55-15,1 1-58 16,-1 6-28 15,3 4-150-31,-7-2 56 0,-6 3 32 0,0-3 1 0,-6 6-98 0,-5-3 65 0,-3 5 42 0,0-4-9 0,-12-2-156 0,-11 1 59 0,-3-5 59 0,-4-2-112 16,-5-3 61 62,2-7-6-78,0-6-22 0,0-3 33 0,2-3 1 0,1 0 43 0,1-1-193 0,9-12 101 0,7-7 46 0,7-6 23 0,6-4-133 0,1-5 78 0,14-6 30 0</inkml:trace>
  <inkml:trace contextRef="#ctx0" brushRef="#br0" timeOffset="152227.77">14257 10495 1256 0,'8'-2'0'0,"0"-1"0"16,-2 3 0-16,-1 0 0 0,-1 0 0 0,-4 13 0 0,0 6 0 0,-4 5 398 0,-7 5-181 0,0 2-90 0,-3 6 485 0,2 2-293 0,0-3-141 0,3 4 232 0,6-2-187 0,3-2-93 0,0 3-69 0,7-13-83 0,10-2 14 0,6-5-1 0,6-4 45 0,1-5-635 0,6 1 327 0,-3-11 149 0,0 0 80 0,-1-2-359 0,-2-10 135 0,-2-1 137 0</inkml:trace>
  <inkml:trace contextRef="#ctx0" brushRef="#br0" timeOffset="152324.51">14518 10709 1935 0,'-16'0'0'16,"1"-3"0"-16,-1-2 0 0,5 4 0 0,5-4 0 0,1 4 0 0,2 0 384 0,3-3-175 0,0 4-77 0,1 0 247 0,14 0-172 0,6 0-85 0,4 0-43 0,3 0-88 47,0 0 10-47,1 4 35 0,-2-2 0 0,1 4-602 0,-2-4 302 0,3 4 158 0,-4-3-310 0,-3 0 221 0,-2 0 110 0,-4 1-658 0,-1-1 353 0</inkml:trace>
  <inkml:trace contextRef="#ctx0" brushRef="#br0" timeOffset="152463.73">14651 10513 1346 0,'-10'0'0'0,"0"0"0"0,2 0 0 0,4 0 0 0,-1 6 0 0,3 4 0 0,0 7 0 0,2 2 665 0,0 4-319 16,0 7-155-16,0 3-77 15,0 5 168 32,2 0-123-47,0 6-52 0,1-7-314 0,-1 3 122 0,-1-6 60 0,1-2-263 0,-1-3 163 0,1 4 89 0,0-14 32 0,-1-3-694 0,2-6 357 0</inkml:trace>
  <inkml:trace contextRef="#ctx0" brushRef="#br0" timeOffset="152746.9">14797 10638 1075 0,'13'-9'0'0,"1"4"0"0,2-2 0 0,4 1 0 0,-2 6 0 0,2 0 0 0,-1 0 0 0,3 0 461 0,1 9-203 0,-3 5-116 0,-4-1 21 16,-1 5-64-16,-4 3-31 0,-1 2-82 0,-4 3 34 15,-4-3-8-15,-2 2 24 0,-2-1-187 0,-11 1 93 16,-5-2 47-16,-5 0 33 0,0-4-13 15,-2-5 28 1,-4-1-1-16,1-2 0 0,3-3 266 0,0-1-126 0,6-2-110 0,4-5 379 16,4 2-204-16,3-2-103 0,1 0 116 0,2 0-185 15,5 0-69-15,1 0 0 0,14 0 0 0,8 0 0 16,3 0 0-16,6 0 0 0,-4-2 0 0,3 2 0 16,2-2 0-1,2 2 0-15,-3-3-33 0,4 3-160 16,-5 0 111-1,-4 0-762-15,-1 0 403 0,-4 0 203 0,-3-1-512 0,5-1 348 0</inkml:trace>
  <inkml:trace contextRef="#ctx0" brushRef="#br0" timeOffset="152889.4">15203 10651 937 0,'-6'0'0'31,"-3"0"0"-31,2 0 0 0,4 0 0 0,0 0 510 0,3 0-236 0,0 0-110 0,0 0-69 0,0 2 265 0,8 6-161 0,3 2-82 0,0 1-40 0,1 1 50 0,2 0-49 0,-3 3 0 15,3-1-540-15,-3-2 250 16,2 5 124-16,0-5-750 0,-3 1 415 0,1-5 207 0</inkml:trace>
  <inkml:trace contextRef="#ctx0" brushRef="#br0" timeOffset="153088.26">15440 10535 1265 0,'0'-9'0'0,"0"1"0"0,0 0 0 0,0 5 0 0,0-1 0 0,0 4 0 0,0 2 271 0,0 15-117 0,0 12-59 0,-2 5-29 16,-8 10 588-16,2 4-313 16,-3 5-153-16,-3 6 284 15,1 1-218-15,-5 5-109 0,-5 15-119 0,2-12-26 0,-4 1 0 0,2 1 0 0,0-6-154 0,2-2-21 16,-2 4 115-16,5-15 43 0,1-5-710 0,2-3 348 31,2-7 199-31,4-8-19 0,-2-4-320 0</inkml:trace>
  <inkml:trace contextRef="#ctx0" brushRef="#br0" timeOffset="153406.52">15650 10386 1538 0,'14'-12'0'0,"3"7"0"0,4 2 0 0,-3 3 0 0,2 0 0 0,1 14 507 0,0 2-236 0,-1 6-118 0,3 6-49 15,-4 2 358-15,-4 7-212 0,-1 4-108 0,-6 4 28 0,-5 3-67 0,-1 6-25 16,-2-6-71-16,-10 3-1 0,-11-3 30 0,-4-2 0 16,-3 3-251-16,-8 2 134 0,5-15 54 15,-4-5 31 1,3-6-421 0,-1-7 226-16,3-7 23 0,-1-1 85 0,11-10-598 0,4 0 322 0,2-15 163 0</inkml:trace>
  <inkml:trace contextRef="#ctx0" brushRef="#br0" timeOffset="153647.09">16116 10689 2667 0,'2'0'0'0,"-1"0"0"0,1 0 0 0,0 0 0 0,-1 0 0 0,2 0 0 0,-3 4 0 0,2-3 0 0,1 0 735 0,1 4-350 0,-1-4-241 0,1 4-220 16,0-2 19 31,1 0 46-47,1 3 23 0,2-3-889 0,-2 1 466 0,4 1 218 0,-1-5-393 0</inkml:trace>
  <inkml:trace contextRef="#ctx0" brushRef="#br0" timeOffset="153880.05">16440 10559 2493 0,'0'0'0'0,"0"-5"0"0,0 0 0 0,-1-1 0 16,1 0 0-16,0 0 0 0,0-3 0 0,0 0 0 0,7-1 0 0,8 0 351 0,5-2-163 0,3 3 56 0,3 1-104 0,6 1-53 0,2 2-26 0,5 2-1 0,-1 3-25 0,-1 0 0 0,0 2 0 0,-3 8-52 0,-2 5 26 0,-1 5 8 0,-14 3-83 0,-3 2 50 0,-9 6 26 0,-5 0 0 0,0 5-93 0,-8-2 52 0,-17 0-8 0,-5 3-16 0,-6-1 31 15,-3-3-1-15,-4 1-6 16,4-9 53-16,0-6-40 0,0-2 9 0,3-4-10 125,4-5 239-125,-4 3-100 0,12-11-57 0,4 0 101 0,6 0-164 0,6 0 0 0,2-3 0 0,5 1 0 0,1-1 0 0,0 0 0 0,6 2 0 0,8 1 0 0,7 0 0 0,4 1 0 0,3 6 0 0,3 0 0 0,2 2 0 0,3-4 0 0,3 2 0 0,5-2 0 0,-7 0 0 0,4-2 0 0,0-1 0 0,0-1 0 0,2-1 0 0,3 0 0 0,-8 0 0 0,-5 0 0 15,0 0-245-15,-5 0-101 0,-3 0 155 0,3-1 70 0,-14-1-723 0,2-1 404 16,-7 0 203-16</inkml:trace>
  <inkml:trace contextRef="#ctx0" brushRef="#br0" timeOffset="154038.54">17469 10943 3238 0,'0'0'0'0,"0"0"0"0,0 0 0 0,0 0 0 0,0 0 0 0,0 0 0 0,0 0 0 0,0 0 0 0,0 0 533 0,0 0-373 31,0 0-160-31,0 0 0 0,0 0 0 0,0-3 0 0,0 2 0 0</inkml:trace>
  <inkml:trace contextRef="#ctx0" brushRef="#br0" timeOffset="168944.44">22048 4130 1854 0,'-28'-6'0'0,"7"3"0"0,0 0 0 0,2 2 0 0,2 1 0 0,-2-1 0 0,2 1 0 0,5-2 0 0,5 2 276 0,4 0-121 0,3 0-58 0,0 0 222 0,0 0-132 0,6 0-80 16,13 0-35-16,6 3 313 15,6 3-175 1,8-2-86-16,7 3-35 0,6-2-33 0,9-1-56 0,6 1 0 0,11-3 0 0,7-1 0 0,17-1 0 0,7 0 0 16,19-1 0-16,21-10 0 15,15-7 0-15,14-5 0 0,22-1 0 0,-36 5 0 0,-5 5 0 0,-9 5 0 16,-12 7 0-16,-16 2 0 16,-3 0 0-16,-35 0 0 0,-3 6 0 0,-11 5 0 15,-4 1 0-15,-9-3 0 0,1-1 0 0,-18-3 0 16,-6-1 0-16,-3-1 0 0,-4-3 0 0,-7 0 0 0,0 0 0 0,-9 0 0 15,0 0 0-15,-5 0 0 0,-2 0 0 16,-1 0 0-16,0 0 0 0,-2 0 0 0,-1-3 0 16,0 3 0-16,0 0 0 0,0-1 0 15,0 0 0-15,0-1 0 0,-3 0 0 0,-3 0 0 16,-2 1 0-16,-6 1-750 0,3 0 135 0,-4 0 289 16,4 5 145-16</inkml:trace>
  <inkml:trace contextRef="#ctx0" brushRef="#br0" timeOffset="197812.66">6092 12033 884 0,'0'-7'0'0,"-1"-2"0"0,1 5 0 0,-2-1 0 0,2 2 0 0,0 1 0 0,0-2 134 0,0 2-34 0,0 1-11 16,0-2-45-16,5 3 184 0,2 0-92 0,0 0-46 16,5 0 120-16,-4 0-88 15,3 0-40-15,2 0 122 0,-2 0-80 0,5 3-40 16,0-3 10-16,0 1 89 0,0 1-70 15,0-2-34-15,4 0-1 0,0 0 81 0,3 0-47 0,-4 0-40 0,4 0 25 0,-3-3 0 16,0-2-53-16,0-1-1 0,3 2 101 0,-4-1-59 16,1 1-85-16,-2 0 0 15,0 0 0-15,2 2 0 0,3 0 0 0,-2 0 0 16,-1 1 0-16,1-1 0 0,0 2 0 0,3 0 0 16,2 0 0-16,-3 0 0 15,0-3 0-15,0 3 0 0,1-1 0 0,3 0 0 16,3-2 0-16,-6-1 0 0,-1 1 0 15,2 0 0-15,-1-1 0 0,-1 3 0 0,6-1 0 0,-7 0 0 16,-2 0 0-16,1 2 0 0,1 0 0 0,-2 0 0 0,7 0 0 16,-5 0 0-16,0 0 0 0,-2 0 0 15,3 4 0-15,8-1 0 0,-8-1 0 0,2 0 0 16,2-2 0-16,1 3 0 0,-1 0 0 0,8 1 0 16,-6-1 0-16,0-1 0 15,-1 4 0-15,0-2 0 0,3 0 0 0,4 2 0 0,-9-3 0 16,5 1 0-16,-1 1 0 0,2-1 0 0,1-1 0 0,7-1 0 15,-5 2 0-15,1-2 0 0,4 0 0 16,2 0 0-16,1 0 0 0,6-2 0 31,-6 3 0-31,1-3 0 0,2 0 0 0,2 0 0 0,2 0 0 0,5 0 0 16,-8 0 0 0,2 0 0-16,1 0 0 0,4 0 0 109,-1 0 0-109,11 0 0 0,-10 0 0 0,-2 0 0 0,4 0 0 0,2 0 0 0,1 0 0 0,13 0 0 94,-13 0 0-94,5 0 0 0,0 0 0 0,-2 0 0 0,3 0 0 0,10 2 0 0,-11 1 0 0,0 0 0 0,5 0 0 0,1 0 0 0,-2 1 0 0,15 1 0 0,-17-1 0 0,2 0 0 0,3 0 0 0,5 0 0 0,1-1 0 0,10 2 0 0,-15-2 0 0,0 0 0 0,4 1 0 15,1-1 0-15,4 2 0 0,7 1 0 0,-16-3 0 0,1 0 0 0,-1 2 0 0,3-3 0 0,9 3 0 0,-13-1 0 0,3 1 0 0,0 1 0 0,-5-4 0 0,3 5 0 0,10-2 0 0,-14 0 0 0,6-3 0 0,1 4 0 0,-5-2 0 0,5 3 0 0,8 0 0 0,-18-2 0 0,5 1 0 0,2-1 0 0,4 1 0 0,-2-1 0 0,8 0 0 0,-15-3 0 0,0 2 0 0,6-1 0 0,1 2 0 16,3-4 0-16,8 1 0 16,-17 1 0-16,4-1 0 0,1 0 0 0,-1 1 0 15,3 0 0 1,12 0 0-16,-14 1 0 0,-1 0 0 0,1 1 0 0,-2-2 0 15,3-1 0-15,12 4 0 0,-12-2 0 0,3-2 0 0,-1 2 0 16,0-1 0-16,0 0 0 0,10 1 0 0,-16-3 0 0,-3 1 0 31,-7-1 0-31,0 1 0 0,11-1 0 0,25 4 0 0,2-4 0 0,0 1 0 0,-26 1 0 0,-12 0 0 16,2 1 0-16,39-2 0 16,13 2 0-16,9-1 0 0,-27 1 0 0,-16-3 0 0,14-1 0 15,36 5 0-15,-24-2 0 0,-19-1 0 16,-21 0 0-16,3-1 0 0,35 1 0 0,11-2 0 0,1 2 0 15,-27-2 0-15,-12 4 0 0,1-1 0 0,26 2 0 16,-4-4 0-16,-6 3 0 0,-15-2 0 16,-7 2 0-16,7-2 0 0,14 4 0 0,-10-3 0 31,-2 0 0-31,-10 2 0 0,-10 0 0 0,0-1 0 0,12-1 0 0,-1 1 0 0,1-1 0 0,-10-1 0 16,-5 0 0-16,-9 2 0 15,0-1 0-15,-20 0 0 0,1 0 0 16,2-3 0-16,4 2 0 0,-1-2 0 0,0 2 0 0,-14-2 0 0,-4 0 0 0,-3 0 0 15,-4 1 0-15,-3-1 0 16,-1 0 0-16,-4 0 0 0,-1 0 0 0,-1 0 0 16,0 0 0-16,0 0 0 0,0 0 0 15,0 0 0-15,-6 0 0 0,-4-1 0 0,-5-1 0 0,-6 2 0 16,-9 0-285-16,-3 14-476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57" units="1/cm"/>
          <inkml:channelProperty channel="Y" name="resolution" value="1820.3889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12-21T01:02:43.69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13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2-12-21T01:03:49.509"/>
    </inkml:context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13913 1542 710 0,'0'-5'0'0,"0"0"0"0,0-1 0 0,0 3 0 0,0-2 0 0,0-1-1 0,0 0 223 0,0-1-97 0,0 2 122 16,0-1-106-16,0-1-51 0,0-1-17 0,0 2 60 16,0-3-48-16,0 0 1 0,0 0-48 0,0 0-5 15,0-3 15-15,0 1-10 0,0 2 0 0,0-2-5 16,0-1 6-16,0 0-1 0,0-1 38 0,0 3-9 16,-1-1-29-16,-1 1 39 0,-1 0 0 0,0 1-39 15,-1-3 10-15,0 4 36 0,-1 1 0 0,-1 0-46 16,0 2 0-16,-1 0 32 15,1 0 10-15,-2 4-41 0,-1-1-1 0,0 1 45 16,1 1-44-16,-1 0-1 0,-1 0 25 0,2 3-24 16,-1 3-1-16,2 4 28 15,0 2 1-15,1 2-29 0,0 6 10 0,1-2 83 0,4 6-47 16,1 3 1-16,0 3-81 0,0 2-4 0,0 6 0 0,6 1 0 16,1 2 0-16,1 5 0 0,3 5 0 0,2 4 0 15,-1 7 0-15,-1-6 0 0,0 0 0 0,-3 2 0 16,1-2 0-16,-3-4 0 0,-1 7 0 0,-2-17 0 15,-1-1 0-15,-2-4 0 16,0-2 0-16,0-5 0 0,-4 1 0 0,-2-9 0 16,-2-7 0-16,-2 1 0 15,2-4 0-15,-3 0 0 0,-2-5 0 0,5-4 0 0,-7-1 0 0,4-2 0 16,-2 0 0-16,-5 0 0 0,4 0 0 0,-2 0 0 16,2-4-141-16,-3-3 3 0,0 0 51 0,1-4-457 31,1 2 257-31,2-3 125 15,1 3 61-15,0-5-502 0,3 0 283 0,-4-6 131 0</inkml:trace>
  <inkml:trace contextRef="#ctx0" brushRef="#br0" timeOffset="218.75">13531 1937 1543 0,'-3'-7'0'0,"-3"0"0"0,4-1 0 0,2 3 0 0,0 2 399 0,0-1-171 15,2 2-99-15,14 0 330 0,5 1-210 0,7-1-105 16,5 0-53-16,6 1 539 0,2-1-571 15,4 0-59-15,2 2 0 0,2 0 0 0,1 0 0 0,2 0 0 16,-11 0 0-16,-3 0 0 0,-3 0 0 16,-6 0 0-16,-6 4 0 0,1-3 0 15,-15 1 0-15,-4 0-184 0,-4-1 103 0,-1-1-59 16,0 0 70-16,-3 0-431 16,-6 0 236-16,-5 0 113 0,3 0 58 0,-3 0-412 0,3-1 225 15,2-1 126-15</inkml:trace>
  <inkml:trace contextRef="#ctx0" brushRef="#br0" timeOffset="734.77">14427 1751 1898 0,'-6'0'0'0,"-2"0"0"15,2-2 0-15,1 1 0 0,1-1 0 0,4 2 0 0,0 0 0 0,4 0 640 0,12 0-302 0,4-2-140 16,5 1-84-16,10-1 233 0,0-1-154 0,7-1-78 16,0-2-38-16,5-1-66 0,0 0-11 0,-2 1 0 15,3 0-5-15,-7 5-40 0,-2-3 41 0,1 2-529 16,-16 0 281-16,-6 2 145 0,-7 0 72 0,-6 0-785 16,-5 0 391-16,0 0 186 0,-11 4 107 0,-6 0-295 15,-3-3 196-15,-5-1 98 0,2 0 50 0,-5 0-153 16</inkml:trace>
  <inkml:trace contextRef="#ctx0" brushRef="#br0" timeOffset="943.09">14670 1501 900 0,'-8'-10'0'0,"1"0"0"16,3 4 0-16,-5-2 0 0,5 4 0 0,-1-1 0 0,4 3 570 0,1 2-267 0,0 0-132 0,0 8 513 0,0 9-323 16,1 4-152-16,7 7 182 0,2 5-177 0,-3 5-88 15,2 6-124-15,-1 3-2 0,1 7 0 0,-3-1 0 16,1 0 0-16,-2 8 0 0,-2-1 0 0,1 1 0 15,-1 7 0-15,-3-15 0 0,0 1 0 16,0-7 0-16,0-2-369 0,-6-5-21 31,0-1 205-31,0-17-352 0,-1-6 250 0,3-13 124 0,-1-3 63 0,1 0-479 16,0-8 261-16</inkml:trace>
  <inkml:trace contextRef="#ctx0" brushRef="#br0" timeOffset="1090.06">14720 1792 2183 0,'-15'0'0'0,"5"0"0"0,-1 0 0 0,-1 5 0 0,-2 7 0 0,-2 5 0 0,-3 4 0 0,1 1 397 15,-2 8-179-15,-1 1-90 0,-2 5 93 0,1 0-91 0,1 6-37 0,3-9-361 16,4-4 152-16,2-4 78 0,4-4 37 0,0-1-308 16,8-11 169-16,0-5 88 0,0-4 45 15,5 0-860-15</inkml:trace>
  <inkml:trace contextRef="#ctx0" brushRef="#br0" timeOffset="1260.2">14681 1852 2233 0,'6'-9'0'0,"1"4"0"0,1 1 0 0,1 0 0 0,0 2 0 0,4 2 0 0,-1 0 0 0,-1 4 487 0,4 7-225 0,-1 1-112 0,2 4 341 0,1 1-217 16,-1-2-240-16,0 0-34 0,-1 2-39 0,1 0 37 15,-1-1 1-15,-1 1-612 16,-2-2 320-16,0-2 165 0,-6-2 83 0,0-1-360 15,-4 0 197-15,-1 1 126 0</inkml:trace>
  <inkml:trace contextRef="#ctx0" brushRef="#br0" timeOffset="1439.97">14462 2131 2565 0,'-13'0'0'0,"2"-2"0"0,4 1 0 0,0 1 0 0,7 0 0 0,0 0 0 0,2 0 480 0,12 0-221 0,6 0-101 15,5 0 311-15,6 0-469 0,0 0 0 0,5 0 0 16,3 0 0-16,1 0 0 0,-2 0 0 16,2 0-359-1,1 0 173-15,-2-2 112 0,1 2 56 16,2 0-846-16,-10-3 446 0</inkml:trace>
  <inkml:trace contextRef="#ctx0" brushRef="#br0" timeOffset="1629.53">15152 1710 3095 0,'-2'-3'0'0,"2"-6"0"0,0 3 0 0,0 1 0 0,0-1 0 0,0 1 0 0,5 2 0 0,10-1 0 0,4 1 343 0,6 0-152 0,6 0-78 0,4-1-10 0,2 4-38 16,3-2-44-16,2 1-284 0,-1-1 128 0,-2 2 85 15,2-2 53-15,-9 0-667 16,-8 2 349-16,-4 0 177 0,-4 0 87 0,-7 0-844 0</inkml:trace>
  <inkml:trace contextRef="#ctx0" brushRef="#br0" timeOffset="1777.05">15253 1760 2400 0,'-19'6'0'0,"6"1"0"0,1 0 0 0,6 0 0 0,0 0 0 16,3 1 0-16,0 0 0 0,3 1 333 0,0-1-148 0,4 0-74 0,6 2-103 0,1-3 29 0,2 5 9 0,3-3-10 15,-2-1-507-15,4-1 254 0,0-1 127 16,-1-1 63-16,5-1-730 0</inkml:trace>
  <inkml:trace contextRef="#ctx0" brushRef="#br0" timeOffset="2045.38">15594 1755 1121 0,'-3'0'0'0,"-6"1"0"0,1-1 0 0,-1 4 0 0,-4-1 0 0,-1 7 0 0,-6-1 235 0,-3 3-99 0,-8 4 106 15,-2 2-107-15,-3 2-49 16,-3-1-25-16,-5 3 122 0,4-2-74 0,-6 1-26 0,8-5-10 0,5-6-1 16,5 0 1-16,9-3-37 0,7-4 1 0,1-1 134 0,11-2-71 15,0 0-32-15,1 0 58 0,10 0-45 16,8 0 10-16,3-4-54 16,4 1-37-16,5-3 37 0,2 0 0 0,4 2 0 15,6-1 9-15,-5 1-10 0,0-1 1 0,-1-1 0 0,-2 1 0 16,-1-1 0-16,6-1 8 0,-10 3-8 15,-3-2 0-15,-1 2 0 0,-4-1-52 0,-2 1 0 16,-3-1 25-16,-8 2-8 0,-6 1 90 0,-3 1-1887 31</inkml:trace>
  <inkml:trace contextRef="#ctx0" brushRef="#br0" timeOffset="2245.71">15389 1430 1137 0,'-8'0'0'0,"-1"0"0"0,1 0 0 0,1 6 0 0,-1 7 0 0,5 5 233 0,-1 9-98 0,4 8-49 0,0 7 589 0,0 9-319 15,0 11-150-15,4-3-89 0,3 2 218 0,1-1-149 0,-1 3-74 0,1-7-222 16,0 7 83-16,-5-14 28 0,0-5-1 16,-1 1-499-1,-2-4 268-15,0 5 143 16,0-14 58-16,-3-1-289 0,-4-5 105 0,-3-2 113 0,2-6-594 0,-2-1 320 0,4-15 173 15</inkml:trace>
  <inkml:trace contextRef="#ctx0" brushRef="#br0" timeOffset="2459.23">15400 1932 1406 0,'-10'3'0'15,"0"3"0"-15,-2 1 0 0,1 1 0 0,-4 2 0 0,2 2 0 0,-2 0 644 0,-1 4-304 0,-1 2-151 32,1 4 18-32,-10 2-77 0,4 1-51 0,0 3-42 0,-1 0-1 0,-2 2 1 0,0-2 0 0,-3 2-332 0,9-7 161 0,1-4 86 15,5-2 42-15,3-4-491 0,2-5 266 0,3 0 54 16,5-8 89-16,0 0-601 16</inkml:trace>
  <inkml:trace contextRef="#ctx0" brushRef="#br0" timeOffset="2620.01">15362 2000 2382 0,'5'0'0'0,"1"0"0"0,2 0 0 0,0 0 0 0,2 2 0 0,0 5 0 0,4 3 0 0,3 5 639 0,3 4-301 0,7 1-141 16,1 4 178-16,5 5-375 0,1 2 0 0,3 0 0 0,-1 1 0 0,3 4 0 47,-8-11 0-47,0-1 0 0,-3-2-156 0,-1-4-212 0,-2-6 202 0,-2-1-1074 0</inkml:trace>
  <inkml:trace contextRef="#ctx0" brushRef="#br0" timeOffset="3576.38">15962 1400 1208 0,'0'-19'0'0,"0"1"0"0,0 3 0 0,0 8 0 0,0 5 0 0,0 2 0 0,1 0 449 31,3 0-206-16,3 7-94-15,-2 8-60 0,3 4 237 0,-4 1-144 0,1 7-73 0,-2 2-36 0,-1 6 92 0,-2 0-69 0,0 2-30 16,0 2-169-16,-8 1 69 0,-1 2 36 0,-5 2-141 0,1-5 82 0,-4 0 48 16,-3-4 23-16,1-1-449 0,-3-6 228 0,1-1 34 15,3-11 84-15,3-12-446 0,4-4 249 0,5-2 124 16,2-19 63-16,4-7-304 16</inkml:trace>
  <inkml:trace contextRef="#ctx0" brushRef="#br0" timeOffset="3689.83">15914 1634 637 0,'15'-21'0'0,"-1"4"0"32,3 2 0-32,-1 3 0 0,6-4 0 0,-2 6 0 0,1 4 627 0,3-1-294 0,3 3-148 0,-1 1-74 0,5 1 479 0,-4 0-281 0,-2 2-136 0,-3 0-36 0,1 0-50 0,4 0-16 0,-7 0-569 31,-3 7 268-31,0 2 134 0,-4-1 66 0,-3 4-357 0,0 3 221 0,-9-1 98 0</inkml:trace>
  <inkml:trace contextRef="#ctx0" brushRef="#br0" timeOffset="3902.71">16071 1726 880 0,'-11'3'0'0,"0"2"0"0,2-3 0 0,1 3 0 0,2 2 0 0,-1 0 0 0,6 1 690 0,-1 4-327 0,2-1-163 0,0 2 229 0,2-1-196 16,1 5-89-16,5 0-206 0,2 0 49 0,-2-2 25 16,2 2 0-16,0-1-497 15,0 4 270-15,0-8 121 0,-4 0 66 0,0-3-294 0,0-1 173 16,-1-3 88 15,-2 1-530-31,-1-6 282 16,-2 0 135-16,0 0 69 0,0-6-91 0,-5-7 98 0</inkml:trace>
  <inkml:trace contextRef="#ctx0" brushRef="#br0" timeOffset="4098.27">16052 1792 195 0,'-6'-19'0'16,"-1"-3"0"-16,2 7 0 0,2 4 0 0,-1 3 445 0,1 1-204 0,2 2-93 0,1 2-60 0,0 3 163 0,0 0-107 0,4 0-53 0,9 0 227 0,6 0-131 15,1 3-80-15,2 0 59 0,4 1-65 0,-1-2-31 47,2 3-1-47,2 1-169 0,-2-2 64 0,-3 3 37 0,0 1-1 0,-4 3-81 0,0-3 59 0,-1 6 39 0,-6 0-10 0,-4 3-3 0,-4-2 7 0,-4 2 21 16,1 2 81-16,-2 3-42 0,0-2-56 0,0-3 75 15,-6 4-38-15,-1-4-1 16,1 1-12-16,-3 3-238 0,3-7 115 0,-1-1 53 0,3 1 26 0,-1-4-557 31,0-3 267-31,-1 2 137 0,3-4-267 0</inkml:trace>
  <inkml:trace contextRef="#ctx0" brushRef="#br0" timeOffset="4622.74">16090 1899 1362 0,'-13'0'0'0,"1"-1"0"0,4-1 0 0,2 2 0 0,1 0 0 0,5 0 0 0,0 0 0 0,5 0 191 0,9-2-77 0,4 2-38 0,0 0-120 15,4 0 36-15,-1 0 0 0,-2 0 46 0,1 0-334 31,1 0 171-15,-7 5 74-16,-1-1 41 0,-2 6-248 0,-4-2 126 0,-2 1 63 0,0 2 32 0,-2 0-35 0,-3 0 0 0,0 2 332 0,-13 1-146 0,0 1-84 31,-4-1-43-31,3-2 449 0,-3-2-215 0,1 0-68 0,2-1-67 0,3-4 160 0,2 2-96 0,0-2-60 16,3-2-90-16,2 1 0 0,3-1 37 16,1-1 0-16,0 4 10 0,0-4-10 0,0 2 0 0,3 0-99 31,5 0 50-31,-1-2 24 0,1 3 10 0,0 0-44 15,0 0 27-15,-1 0-60 0,1 1 37 0,-1 0-57 0,-1 2 39 16,0 1 8-16,2-2 43 0,-3 2-13 0,1-1-1 0,-1 2 10 16,1 1-52-16,0 1 3 15,-3-1 41-15,2 0-42 0,-1 2-1 0,-3-1 41 16,0 4 0-16,-1-5-44 0,0 1 0 0,0 2 27 16,-2-2 9-16,-9 0 27 62,-2 0-1-62,-1-2-43 0,-5-3 46 0,1-2-2 0,-3-3-29 0,-1-2 3 0,-3 0-9 0,5 0 14 0,-2 0-5 0,0-11-22 0,3-2 24 0,1 1 5 0,-1-4-4 0,8 3 53 0,2 3-26 0,5 1-2 16,-1 0-23-16,3 1 267 15,2 3-121-15,3 2-65 0,13 2 152 0,2-2-97 0,4 3-50 0,6 0-14 0,2 0 83 0,3 0-59 16,1 7-29-16,5 3-115 0,-2 0 43 0,5 1 9 16,-3 1 35-16,2 1-229 31,-1 1 115-31,5 0 56 0,-7-1 29 15,6 3-729-15,-11-6 304 0,-1 0 194 0</inkml:trace>
  <inkml:trace contextRef="#ctx0" brushRef="#br0" timeOffset="4849.46">16967 1296 1377 0,'0'2'0'0,"0"-2"0"0,0 3 0 0,0 6 0 0,-6 3 189 0,-3 5-81 0,-2 7-36 0,-4 9 617 0,-5 10-327 16,-3 7-162-16,-3 9-73 0,-2-2 33 0,2-1-61 0,0 2-32 0,-1-4-300 31,1 3 144-31,4-12 58 0,2-5 34 0,2-1-700 0,-1-5 363 0,3-3 182 31,-3-2 98-31</inkml:trace>
  <inkml:trace contextRef="#ctx0" brushRef="#br0" timeOffset="5095.99">16775 1722 1910 0,'11'0'0'0,"2"3"0"0,5 1 0 0,-2 1 0 0,0 4 0 0,2 0 0 0,1 5 0 0,4 0 485 0,5 5-216 0,-1-2-121 15,0 1-55-15,1-2-144 0,-1 1 43 0,4 0 1 0,0 0 52 0,-9-3-524 0,0-2 258 16,-4-2 129-16,-3-1-336 0,-6-3 213 15,2 1 106 1</inkml:trace>
  <inkml:trace contextRef="#ctx0" brushRef="#br0" timeOffset="5160.68">16775 1959 1401 0,'-10'0'0'15,"2"0"0"-15,-2 0 0 0,5 0 0 0,3 0 0 0,2 0 0 0,0 0 502 0,12 3-233 0,5-2-107 0,10-1-68 0,1 0 81 16,2 2-69-16,4-2-35 0,0 0-515 0,1 1 249 0,-7 1 111 0,-1 1-334 16,-4 0 227-16</inkml:trace>
  <inkml:trace contextRef="#ctx0" brushRef="#br0" timeOffset="5429.35">16817 2187 1320 0,'-8'1'0'0,"5"-1"0"0,-2 3 0 0,3-2 0 0,-1-1 0 0,3 2 0 0,0 0 0 0,0 0 0 0,5-2 337 0,7 4-151 0,0-4-75 0,4 1-140 0,0 1 41 31,-1 1-9-31,1-2 34 0,1 0-261 0,-3 2 130 0,0-1 66 0,-2 1-24 16,0 0 39-16,-4 1 25 0,0-1 0 0,-3 2-35 15,-1 1 31-15,1-1-47 0,-5-2 3 16,0 3 285-16,0 0-125 15,-5-3-66-15,-4 3 212 0,-2-1-125 0,-4-1-36 0,-1 0-136 0,-1 0 33 0,0-1-1 16,-3 0 40-16,3-1-460 0,2-2 222 0,3 0 113 16,1 0 57-16,3-5-328 15,2-6 130-15</inkml:trace>
  <inkml:trace contextRef="#ctx0" brushRef="#br0" timeOffset="5578.27">17236 1610 2131 0,'13'-15'0'0,"-3"4"0"0,-2 5 0 0,-1 2 0 0,-3 3 0 0,-1-1 0 0,2 2 0 0,-1 0 327 0,0 0-146 0,0 6-144 47,1 1 0-47,1 4-1 0,2 2 9 0,1-2-654 0,2 4 323 0,3-2 161 0,2 0 80 0</inkml:trace>
  <inkml:trace contextRef="#ctx0" brushRef="#br0" timeOffset="5801.14">17630 1613 1373 0,'-5'0'0'0,"-5"0"0"16,0 0 0-16,-2 0 0 0,-8 0 0 0,-2 8 0 0,-4 1 0 0,-7 3 292 0,-6 6-128 15,-9 2-55-15,-1 2 21 0,-2 5-46 0,-5 0-24 0,1-3-74 0,7 0 26 0,1-2 8 32,19-10 17-32,11-3 84 0,9-4-42 0,8-5 0 0,0 0-43 0,0 0 90 31,12 0-49 0,12 0-1-31,4 0-39 0,8-2 93 0,1-1-47 0,10-3-15 0,-5 0 118 0,3-2-75 0,5 0-37 0,3-1-12 0,1-2-25 0,7-1 8 0,-12 1-9 0,0-2-238 0,-4 1 119 31,2 0 60-31,-8 1 29 0,5-3-783 0,-19 8 358 0,-7 0 205 0,-8 6 44 0</inkml:trace>
  <inkml:trace contextRef="#ctx0" brushRef="#br0" timeOffset="5988.75">17276 1980 1778 0,'-1'5'0'16,"0"5"0"-16,1 0 0 0,0 4 0 0,0 3 0 0,0 7 0 0,0 0 0 0,0 3 714 0,2 2-339 0,3 5-170 0,3-3-85 0,-2 6-54 0,-1-8-9 0,0 1-21 0,-2-4-1 15,-2-2-575-15,1 2 297 0,0-9 135 0,-2-7-657 0,0-4 374 0,0-3 188 0,-4-3-172 16,0 0 161-16</inkml:trace>
  <inkml:trace contextRef="#ctx0" brushRef="#br0" timeOffset="6193.38">17276 2000 1043 0,'5'-12'0'0,"3"0"0"0,-2 2 0 0,4 0 0 0,-2 4 0 0,2 2 0 0,3 0 434 31,2 4-199-31,-1 0-100 0,7 0-41 0,-4 8 282 0,0 5-170 0,3 6-86 0,-4 1-42 0,2 8 167 0,0 2-97 47,-5-1-60-47,-1 2-50 0,-4 0-3 0,4 2 1 0,-6 0-261 0,4 3 139 0,-6-8 56 0,-1 0 33 0,1-2-196 0,-2-2 114 0,-2-3 57 0,0 0 38 16,0-9-632-16,-3-4 293 15,-7 1 131 1,-3-6 79-16,-2-2-339 0,0 0 200 0,0-1 113 0,-1 0-183 0</inkml:trace>
  <inkml:trace contextRef="#ctx0" brushRef="#br0" timeOffset="6484.59">17345 2172 1241 0,'0'-8'0'0,"0"1"0"0,0 0 0 0,0 1 0 0,0 1 0 0,0 4 0 0,2 0 224 0,4-1-94 0,0 2-13 15,2 0-45-15,0 0-1 0,3 5-35 0,-4 6-181 0,1 0 91 0,3 1 53 0,-6 1 14 0,-1 2-164 16,-2 0 90 46,0 0 45-30,-2-1 23-32,0 2-289 0,0-2 139 0,-7-2 69 0,1-2-101 0,-1-3 70 0,0-1 35 0,0-1 62 0,3-4-27 0,1-1 0 0,3 0-1 0,0-5-69 47,0-6 34-16,2-5-8-31,9-1 44 0</inkml:trace>
  <inkml:trace contextRef="#ctx0" brushRef="#br0" timeOffset="6531.28">17644 2095 525 0,'13'0'0'0,"-5"1"0"0,-1-1 0 0,-1 5 0 0,1-1 588 0,-4 2-276 0,0 1-130 0,-1 1-77 0,-2 3 216 0,0-2-143 0,0 2-71 0,0-1-36 0,-5 4 25 0,0-3-35 0,-1 0 0 0,3-1-526 0,0 0 251 0,0-1 124 0,1-2-729 0</inkml:trace>
  <inkml:trace contextRef="#ctx0" brushRef="#br0" timeOffset="6711.8">17819 1962 1675 0,'1'-3'0'15,"-1"3"0"-15,0 0 0 0,2-3 0 0,0 3 0 0,-1 0 0 0,1 0 0 0,-1 9 853 0,2 8-408 0,3 7-205 0,1 9-94 0,-1 6 168 0,0 9-139 16,3 3-92-16,-1 5-83 0,0-1 0 16,-1 5 0-16,-1-14 0 0,-2-2 0 0,-2-5 0 0,-2-6 0 0,0-9 0 0,-2 1 0 31,-8-16 0-31,-2-6 0 0,-3-3-414 0,-1 0 134 0,-4-2 145 0,0-3-42 16,-2-7-550-16,-3-1 346 0</inkml:trace>
  <inkml:trace contextRef="#ctx0" brushRef="#br0" timeOffset="8913.73">23515 1131 2464 0,'2'-11'0'16,"1"2"0"-16,0 3 0 0,1 1 0 0,3 0 0 0,3 4 0 0,0 1 0 0,1 0 0 0,3 4 0 0,-3 10 342 0,2 5-154 0,-1 5 134 0,-2 7-134 0,-5 4-80 16,-4 3-35-1,-1 4 8-15,0 1-43 0,0 3-1 0,-10 8 10 16,-4-7-117-16,-4 0 54 0,-1 1 26 0,0-4 0 0,-2-1-424 0,-2-2 236 0,8-12 102 47,0-6-801-47,4-9 419 0,1-8 210 0,3-6-450 0</inkml:trace>
  <inkml:trace contextRef="#ctx0" brushRef="#br0" timeOffset="9049.29">23621 1460 2055 0,'5'-9'0'0,"3"2"0"0,0-1 0 0,3 2 0 0,2-1 0 0,1 3 0 0,4-1 0 0,4 1 715 0,3 1-339 0,1 1-170 0,5-1-75 0,-2 1-33 62,1 2-30-62,-1 0-1 0,0 0-30 0,-3 0-465 0,2 0 242 0,-8 2 107 0,-5 4-818 0,-4 3 467 0</inkml:trace>
  <inkml:trace contextRef="#ctx0" brushRef="#br0" timeOffset="9199.36">23680 1598 988 0,'-10'3'0'0,"0"-3"0"0,4 4 0 0,2 1 0 0,0 0 655 0,3 5-308 0,1 2-146 0,0 0-86 0,0 5 237 16,1-2-157-16,6 5-79 0,-2-2-39 0,5 6-101 15,-2-7 26-15,0 3 0 0,0 0-498 0,-2-3 267 16,2-2 133-16,-2 1-711 0,-1-6 397 0</inkml:trace>
  <inkml:trace contextRef="#ctx0" brushRef="#br0" timeOffset="9418.77">23710 1615 797 0,'-3'-9'0'0,"0"-2"0"0,1 4 0 0,2 0 0 16,0 0 0-16,0 3 565 0,7 1-264 0,5-1-122 0,4 3-76 0,7-1 278 31,-2 2-172-31,3 0-85 0,2 0-44 0,3 4 78 0,-3 5-65 0,-3 2-28 16,0 1-73-1,-3 4 45-15,-4-1 1 0,0 5 9 0,-6 0-72 0,-4 3 31 0,-5 1 0 0,1 1-12 31,-2-1-1-31,0 9 54 0,-5-6-10 0,-6-2-205 0,2 0 96 0,-4 0 16 0,3 0 37 0,0-7-497 16,0-4 246-16,1-3 97 0,4-3-462 0,-2-2 298 31,1-3 141-31</inkml:trace>
  <inkml:trace contextRef="#ctx0" brushRef="#br0" timeOffset="9893.76">23745 1819 1396 0,'-18'-3'0'0,"1"1"0"0,4-1 0 0,2 2 0 0,1 0 0 0,7 0 0 0,3 1 165 0,0 0-64 0,1 0-32 0,11 0 47 16,4 0-29-16,2 0-10 0,4 0-40 0,-2 2-155 16,0 2 78-16,0 1 38 0,0-1 10 0,-4 1-281 15,-3 1 152-15,-1 0 75 0,-5 1-81 0,1-2 67 0,-1 5 33 16,-4-3 59-16,-3 0 0 0,0 1-105 0,0 1 1 0,-5 1 411 16,-6 0-179-1,0-2-72 16,-1 1-48-31,-3-4 261 0,5 2-136 0,-3-1-40 0,6 1-35 0,-2-3-55 0,5 0 2 0,1 1 0 16,0-2-84-16,3 2 42 0,0 2 10 0,0-5 6 0,0 3 0 0,0 1 26 0,1 0 0 0,5 1 38 47,0 1-29-31,-2 1-18-16,1-1-45 0,0 4 224 0,2-1-86 0,-2 4-36 0,0-2-18 0,-2 3 51 0,3-3-40 0,-1 2-1 15,1 2-104-15,-2-1 41 0,1-1-9 0,-2-4-190 31,1 2 111-31,-1-4 56 0,-2-2 28 0,0 1-147 0,-1-3 49 0,0-2 50 0,0-3-24 16,-7 0-106-16,-6 0 41 0,-3 0 41 0,1 0-1 0,-5-1 82 0,0-6-33 0,-3 0 0 0,2-1 175 0,-2 0-97 47,3 0-29-47,2 1 333 0,2 1-162 0,6 1-92 0,0-1-14 0,0 3 308 0,7 0-178 0,3 1-108 16,0 2-98-16,1 0 0 0,12 0 0 0,6 5 0 0,9 5 0 0,2 0 0 15,5 1 0 1,5 1 0-16,1 1 0 0,7 3 0 0,-6-3 0 0,1-1 0 15,3 4-88-15,-2-3-13 0,0-1 45 0,4 4-927 0,-10-6 478 16,-3-5 233-16,-3 1 118 0</inkml:trace>
  <inkml:trace contextRef="#ctx0" brushRef="#br0" timeOffset="10095.49">24668 1216 2719 0,'0'0'0'15,"-1"0"0"-15,-8 0 0 0,5 0 0 0,-2 0 0 0,0 10 0 0,-5 6 0 0,-1 9 0 0,-1 6 712 0,-5 12-329 0,-4 4-266 0,-4 11-117 16,2 2 0-16,-7 5 0 0,2 0 0 16,-2 4 0-16,5-14 0 15,1 1 0-15,1-5-919 0,2-3 456 0</inkml:trace>
  <inkml:trace contextRef="#ctx0" brushRef="#br0" timeOffset="10275.9">24443 1656 2448 0,'6'0'0'0,"3"0"0"0,1 0 0 0,1 0 0 0,2 0 0 0,3 5 0 0,3 3 0 0,2 0 0 0,2 3 568 31,3 2-266-31,0 0-132 0,5 2-88 0,-2 0-9 0,-3 1-36 0,-1-3-483 0,1 0 241 0,-2 0 130 0,-7-3 51 0,-4-2-815 16,-3-2 432 0</inkml:trace>
  <inkml:trace contextRef="#ctx0" brushRef="#br0" timeOffset="10403.98">24474 1883 1710 0,'-5'0'0'0,"-1"0"0"0,1 0 0 0,0 0 0 0,3 0 0 0,2 0 0 0,0 1 0 0,2-1 416 0,8 2-190 0,7-2-94 0,2 2-252 0,2-2 78 0,-1 1 49 0,0 3-9 0,0-1-648 16</inkml:trace>
  <inkml:trace contextRef="#ctx0" brushRef="#br0" timeOffset="10600.22">24532 2039 1340 0,'-9'0'0'0,"3"0"0"0,0 0-1 0,-1 0 0 0,4 0 0 0,2 0 0 0,1 2 0 0,0 1 363 0,0 1-163 0,7-1-72 16,5 1-127-16,-1 1 0 15,1 0 37-15,2 0-331 16,-1 2 175-16,0 0 73 0,-3-2 41 0,-3 2-160 0,2 0 92 0,-5-1 46 0,0 3 27 0,-4-1-233 16,0-5 46-16,0 3 76 15,0-3-45-15,-7-1 59 0,-5 1 21 0,-1-3 10 0</inkml:trace>
  <inkml:trace contextRef="#ctx0" brushRef="#br0" timeOffset="10894.62">25134 1399 858 0,'17'-14'0'0,"-1"3"0"0,-7 5 0 0,4 1 0 0,-12 3 291 31,0 2-127-31,-1 0-64 0,0 0 402 0,-4 0-233 0,-10 7-106 0,-2 3-69 0,-2 0-28 0,-4 7-1 16,1-3-28-16,-1 3-163 0,-5 5 90 0,6-3 32 0,-1-2-1 0,2 0-89 31,5 1 65-15,0-1 32-16,-1 1 10 0,4-1-22 0,5 3 14 0,4-2 25 0,3 2 3 0,0 4-23 0,0 0-49 0,2 3 0 16,6-2 213-16,1 5-83 15,-2 3-30-15,-4 5-2 16,-2-5-8-16,-1 1 0 0,0 1 22 0,0-1-364 0,-7-3 159 0,-6 5 82 0,5-12 28 0,-5-2-214 15,4-6 97-15,-1-5 67 0,0-4-463 16,1-2 240-16,5-5 134 0,1-2-307 0</inkml:trace>
  <inkml:trace contextRef="#ctx0" brushRef="#br0" timeOffset="11064.4">24890 1834 1033 0,'5'-18'0'0,"-1"1"0"0,0 0 0 0,6 2 0 0,-2 3 0 0,5-2 212 31,-1 4-92-31,4 1-42 0,4 4 563 0,6-2-302 0,-1 2-152 15,6 1 223-15,-3 1-191 0,-2 3-92 32,3 0-45-32,-2 0-156 0,1 0 55 0,-1 4 37 31,-6 2-9-31,-3 0-655 0,0 2 341 0,-7 4 170 0,-2-3-793 0</inkml:trace>
  <inkml:trace contextRef="#ctx0" brushRef="#br0" timeOffset="11341.58">25114 1884 560 0,'0'9'0'0,"-1"1"0"0,-2 1 0 0,-1 2 0 0,1 1 0 0,-1 0 394 16,1 2-179-16,1-2-89 16,-1 3-46-16,-2 0 109 0,2 1-67 0,-1-2-48 0,1-4 0 15,1 0-70-15,-1-2 0 0,-1-5 32 0,3 5-17 16,-1-10-10-16,1 0 27 0,1 0-24 16,0-10 0-16,0-2 24 15,0-5 10-15,6 2 13 0,1-3 0 0,5-2-41 0,2 6 14 0,-1 0 100 16,6-2-40-16,-2 6-29 0,-1 2 1 0,1 2 44 15,1 5-36-15,-2-1 0 0,2 2 64 0,-2 0-55 47,-2 7 0-47,-1 3-4 0,-5 7 0 0,-1 0-40 0,-3 7 8 0,-4-2-24 0,0 2 16 0,-10-3-1 0,-6 1 0 0,-3-4-27 0,-2 0 9 16,-1-7 18-16,-1-6 1 0,0 0-314 0,0-5 154 16,4 0 54-16,-4 0-745 0,10-10 394 15</inkml:trace>
  <inkml:trace contextRef="#ctx0" brushRef="#br0" timeOffset="12719.99">9814 4054 677 0,'-14'0'0'0,"0"0"0"0,1 0 0 0,3-2 0 0,-3 0 0 0,0-1 0 0,4-1 152 16,1 2-56-16,3-4-29 0,1 3 232 0,0-2-129 15,2 2-57-15,1-1 231 16,1 1-152-16,0 2-77 0,0-2-38 0,1 0 196 0,6-1-107 0,9 2-69 15,7-3-29-15,8-1 269 32,6-2-149-32,9 0-74 0,11 1-28 0,3-2 93 0,4 1-70 0,3 1-97 0,7 2-12 0,12-1 0 0,-1 2 0 15,5 1 0-15,9 1 0 0,1 0 0 16,0-1 0-16,12 2 0 16,-23-1 0-16,1 0 0 15,3-2 0-15,1 1 0 0,0-2 0 0,10-4 0 0,-19 1 0 0,0-1 0 0,4-2 0 16,-5 0 0-16,-8 1 0 0,3 2 0 0,-24 1 0 0,-5 0 0 31,-5 3 0-31,-4 1 0 0,-4-1 0 0,1 0 0 16,-13 0 0-16,-5 2 0 0,-4-1 0 0,-6 0 0 0,-5-1 0 0,-2 2 0 15,-3-1 0-15,0 0 0 16,0-2 0-16,-6-1 0 16,-6-3 0-16,0 0 0 0,-2 0 0 0,-3 1 0 0,-1 1 0 0,0 5 0 0,0-3 0 0,-1 3-782 15,6 2 181-15</inkml:trace>
  <inkml:trace contextRef="#ctx0" brushRef="#br0" timeOffset="14052.69">25753 1390 1742 0,'-9'-9'0'0,"-1"-3"0"0,4 7 0 0,2 2 0 0,2 1 0 0,2 1 0 0,0 1 0 0,0 0 277 0,3 0-124 0,11 10-59 0,2 2 367 0,2-2-212 15,2 5-107-15,1-1 175 0,1 1-145 16,-2 0-68-16,-1 3-33 0,1 0-75 0,0 2 49 47,-4-2-8-47,1 1 0 0,-6 2-382 0,4 0 191 0,-4 1 95 0,0 2-583 0,-6-3 330 0,1-5 81 0,-3-2 113 15,-1-2-519-15,-1-4 300 0,1-4 141 0,-2-4-220 0</inkml:trace>
  <inkml:trace contextRef="#ctx0" brushRef="#br0" timeOffset="14266.38">26080 1281 1029 0,'0'-14'0'0,"0"2"0"0,0-1 0 0,0 6 0 0,0 2 0 0,0 2 620 0,0 3-292 0,0 0-145 0,0 7-74 0,-1 14 418 0,-2 5-235 0,0 8-133 16,-1 10-61-16,-2 9 175 0,-4 6-118 0,3 5-59 15,-4 11-34-15,0-8-62 16,0 7 0-16,-1 1 0 0,-1 0 0 0,2-3 0 0,-1 8 0 0,4-22 0 16,0-5 0-16,1-7 0 0,2-6 0 15,2-13-130-15,0 1-98 0,1-17 124 0,2-8-23 0,0-3-272 47,0 0 162-47,0-10 100 0,0-8-512 0,7-9 310 0,5-4 152 0</inkml:trace>
  <inkml:trace contextRef="#ctx0" brushRef="#br0" timeOffset="14393.31">26144 1634 1780 0,'2'-8'0'0,"1"0"0"0,-1 2 0 0,5-1 0 0,1 3 0 0,3-6 0 0,6 7 0 0,-1-1 581 16,9 1-272-16,-1 0-136 0,3 2-69 0,6-3-84 0,-6 2-9 0,3 2 25 15,-3 0 1-15,1 0-647 0,-6 0 323 16,0 3 172-16,-7 7-468 0</inkml:trace>
  <inkml:trace contextRef="#ctx0" brushRef="#br0" timeOffset="14569.74">26207 1811 1750 0,'-17'0'0'0,"2"0"0"15,6 0 0-15,1 0 0 0,0 0 0 0,8 0 0 0,0 3 715 0,1-3-340 0,16 0-169 16,3 0-84-16,2 0 11 0,6 0-53 16,-2 0 0 15,4-3-43-31,-2-2-636 0,1-1 317 0,0 2 169 0,-3-1-795 0,-1 0 443 0,-5-1 222 0</inkml:trace>
  <inkml:trace contextRef="#ctx0" brushRef="#br0" timeOffset="14785.74">26518 1598 666 0,'3'-4'0'0,"-1"-2"0"0,1 2 0 0,0 0 0 0,2 2 0 0,4 1 542 31,2-2-253-31,5 3-126 0,2 0-54 0,2 0 194 0,0 10-133 0,3 1-67 0,1 2-33 0,0 1-50 0,-2 6 26 16,-5-3-9-16,-3 2-158 0,-5 4 78 16,-7-3 40-16,-2 3-84 0,0 3 71 31,-8-2 22-16,-11-2 0-15,-7-4-20 0,-1-2 23 0,-2-2-53 0,-4-2 31 0,2-5-151 0,0-4 76 0,3-3 15 0,1 0 27 0,3 0-216 0,3-2 101 16,12-7 67-16,7-8-277 0,2-6 167 16,3-1 84-16</inkml:trace>
  <inkml:trace contextRef="#ctx0" brushRef="#br0" timeOffset="14999.33">26849 1552 2089 0,'0'0'0'15,"0"0"0"-15,0 1 0 0,-2 2 0 0,-2 4 0 0,-1 3 0 0,-3 3 0 0,-2 6 805 0,-2 3-385 0,-1 7-182 0,0 2-106 0,6 1 115 16,2 0-247 0,3 1 0-16,2-1 0 0,2 0 0 0,10-7 0 15,8-4 0-15,2-5 0 0,5-2-207 0,-1-4 104 0,5-2-726 16,-5-8 420-16,2 0 221 0,-1 0-34 0,-3-3-574 16,-1-6 380 15</inkml:trace>
  <inkml:trace contextRef="#ctx0" brushRef="#br0" timeOffset="15250.67">26993 1315 1601 0,'-4'-6'0'0,"-1"0"0"0,2 1 0 0,3 3 0 0,0-1 0 0,3 2 0 0,9 1 304 0,5 0-134 0,1 0 23 0,0 0-83 0,3 9-38 0,-4-1 1 0,0 1-274 0,-1 3 119 0,-2 2 67 0,-7 1 22 0,-2 2-212 0,-4 0 117 0,-1 2 57 0,-1 0 8 0,-11-1-4 0,-7 0 44 16,0-3 0 0,-5-2 180-16,1-2-97 0,-1 2-92 0,5-6 445 0,2-1-214 0,3-3-110 15,3-1-16-15,2-1 142 0,7 1-100 16,2-2-64-16,1 0-28 0,18 0 11 16,5 0-38-16,7 0 0 0,6 0 9 15,-3 0-59-15,2 0 25 0,2 0 0 0,-3 0-373 0,-1 0 200 0,5 0 107 0,-9 0-816 0,-3 0 417 16,-3 0 210-1</inkml:trace>
  <inkml:trace contextRef="#ctx0" brushRef="#br0" timeOffset="15803.41">25552 2442 1976 0,'-6'-11'0'0,"-5"-1"0"0,6 6 0 0,4-1 0 0,1 2 0 0,0 0 0 0,8 0 0 0,18 0 318 0,7 2-146 0,15 2 479 32,9 1-308-32,11 0-153 0,22 0-68 0,8 0 37 0,17 0-159 15,10 0 0-15,6 0 0 0,8 0 0 0,12 0 0 0,-28 0 0 0,-6 0 0 0,-8-2 0 0,-8-1 0 16,-14 1 0-16,-1 2 0 0,-30 0-17 31,-8 0-59-31,-5 0-426 0,-9 0 195 0,-6 0 138 0,-6 0 44 0,-14 0-32 0,-8-1 60 16,0-1 31-16,-8 0-1 0,-10-2 39 0,-3 1-18 15,-4-3 10-15,-3 0-560 0</inkml:trace>
  <inkml:trace contextRef="#ctx0" brushRef="#br0" timeOffset="22237.03">18139 1498 1211 0,'0'-7'0'16,"0"3"0"-16,0-1 0 0,0 3 0 0,0-1 0 0,-2 1 144 0,0-2-44 0,2 3-36 0,0 1 348 0,0 0-187 15,0 0-94-15,0 0 44 0,0 0-59 16,2 0-45-16,4 1 1 0,0 5-61 16,0-2 0-16,2 2 26 15,1-2 9-15,-2 3-279 0,1-3 136 0,0 3 66 0,1-1-242 0,-2 0 154 16,1 2 54-16,-1-2-741 0</inkml:trace>
  <inkml:trace contextRef="#ctx0" brushRef="#br0" timeOffset="22545.87">18448 1348 1285 0,'0'0'0'0,"0"0"0"0,0 0 0 0,0 0 0 0,0 0 0 0,0 0 0 0,0 1 0 0,0 5 411 0,0 2-187 0,-2 3-94 0,-2 3-121 0,-5 6 9 0,-1 2 19 16,-1 3-110-16,-6 1 54 0,0 4 29 0,-3-1-1 0,-5 2-117 16,0-4 68-16,-4-4 39 15,-1-2-1-15,0-7 45 0,1 0-15 0,-4-3-43 0,10-5-4 16,4-6 283-16,2 0-126 0,6 0-71 0,3 0 360 0,0 0-185 16,8-3-108-16,0-1 60 15,0 1-79-15,8-1-38 0,8 4-1 0,5-4-1 16,4 2-38-16,3-2 0 0,5 1 0 15,0-1-28-15,1 2 28 0,5-3 1 0,-8 1-38 16,2 1-164 0,-3 0 78-16,1 0 62 0,-3 1-655 0,1 0 301 0,-7 0 183 0,-4 2-651 15,-3 0 405-15,-4 0 201 0</inkml:trace>
  <inkml:trace contextRef="#ctx0" brushRef="#br0" timeOffset="22734.61">18132 1821 1319 0,'-16'6'0'0,"3"1"0"0,3-1 0 0,2 1 0 0,3 1 0 0,5-1 0 0,0-2 0 0,12 1 517 0,8 1-240 0,3-4-120 15,5 0 171-15,2-1-151 0,3-2-70 16,1 0-225-16,-3 0 77 0,0 0 39 0,2 0 9 0,-7 0-548 16,-2 0 289-16,-3-2 145 15,-2 0 71-15,-5 1-291 16,2-2 86-16,-12 0 118 0,-2 1-64 0</inkml:trace>
  <inkml:trace contextRef="#ctx0" brushRef="#br0" timeOffset="22894.12">18288 1714 1207 0,'-8'0'0'0,"3"0"0"0,1 0 0 0,-1 3 0 0,3 2 0 0,1 4 0 0,-1 3 0 0,2 3 216 0,0 4-89 0,0 4 210 15,0 4-149-15,0 4-76 0,-1 7-29 0,-7-2-59 16,0 0 13-16,-1 1 0 0,-5-3 0 0,0 4-326 15,2-12 159-15,-1-3 83 16,2-6 43-16,0-5-247 0,3-6 144 0,0-3 81 0</inkml:trace>
  <inkml:trace contextRef="#ctx0" brushRef="#br0" timeOffset="23043.93">18252 1896 2229 0,'1'0'0'0,"1"0"0"0,0 0 0 0,2 0 0 0,1 0 0 0,1 5 0 0,1 4 0 0,1 4 0 0,4 1 395 0,0 3-169 0,4 2-100 0,0 3 101 0,0-1-95 16,3 0-48-16,0 2-23 0,4-2-460 16,-5-1 214-16,0-8 110 0,1 1 57 0,-2-8-775 0,0-1 408 0,-1-4 208 15</inkml:trace>
  <inkml:trace contextRef="#ctx0" brushRef="#br0" timeOffset="23236.19">18539 1626 1685 0,'2'0'0'0,"0"0"0"0,3-1 0 0,3-3 0 0,1 1 0 0,4 0 0 0,4 1 0 0,2 1 0 0,4-3 336 0,5 1-141 0,1-1-85 16,3 1-140-16,-1 1 32 0,2 1 1 0,-2 0-399 15,2-2 225-15,-9 1 99 0,0 2 54 16</inkml:trace>
  <inkml:trace contextRef="#ctx0" brushRef="#br0" timeOffset="23397.36">18556 1814 1282 0,'-16'5'0'0,"1"2"0"0,2-1 0 0,8 0 0 0,4-1 0 0,1-1 0 0,1 1 0 0,12-2 480 0,7 1-213 0,5 1-120 0,2-5-20 0,1 0-46 0,2 0-23 0,-1 0-155 0,2 0 76 0,-4 0 23 15,-2 0 1-15,-2 0-544 0,-2 0 285 0,-3 0 143 16,2 0 79-16</inkml:trace>
  <inkml:trace contextRef="#ctx0" brushRef="#br0" timeOffset="23663.62">18704 1702 1789 0,'-6'0'0'0,"1"0"0"0,-1 0 0 0,-2 3 0 0,2 6 0 0,3 2 0 0,1 5 0 0,2 6 0 0,0 6 298 0,0 7-132 0,6 3 88 16,5 1-114-16,-2 4-51 0,1-4-27 0,-2 3-64 16,1-4 1-16,-3 3 46 31,-4-10-9-31,-1-6-243 0,-1-2 121 0,0-5 62 0,-3-4 29 0,-8-1-237 0,-3-10 108 0,0-3 77 16,-4 0-409-16,-1-5 211 31,2-8 98-16,-2-4-210 17,5-4 166-32,0-4 77 0,5-1 39 0</inkml:trace>
  <inkml:trace contextRef="#ctx0" brushRef="#br0" timeOffset="23778.62">18870 1734 525 0,'33'-6'0'0,"-5"4"0"0,-1 2 0 0,-4 0 0 0,1 0 382 0,-3 8-173 0,3 4-77 0,-12 2-53 0,-1 1 163 0,-2-1-103 0,-4 5-52 0,-3-1-25 0,-2 3 174 15,-2-1-104-15,-15 2-49 0,0-1-48 0,-5 3 1 0,-3-3 9 16,0-5-162-1,3-2 76-15,-3-4 39 0,2-3 0 0,1-2-364 0,1 1 209 0,7-6 91 0,1 0-16 16,1 0-232 0,10-6 84-16,1-6 98 0</inkml:trace>
  <inkml:trace contextRef="#ctx0" brushRef="#br0" timeOffset="23973.41">19192 1591 2016 0,'0'0'0'0,"0"0"0"0,0 3 0 0,0-2 0 0,0 5 0 0,0-1 0 0,-5 7 0 0,-3 4 453 0,-3 6-200 0,0 6 359 16,0 5-288-16,0 5-144 16,2-1-87-16,4 5-93 0,1 0 0 0,4-5 0 0,0-3 0 15,12-3 0-15,4-3-16 0,3-3-49 0,1-2 60 16,1-9-362 0,-2-4 201-16,3-3 102 15,-3-5 49-15</inkml:trace>
  <inkml:trace contextRef="#ctx0" brushRef="#br0" timeOffset="24161.12">19441 1946 2166 0,'0'0'0'0,"0"0"0"0,0 0 0 0,0 1 0 0,0 0 0 0,0 1 0 0,0 2 0 0,0 1 268 0,0 1-121 0,0 2 120 0,0 1-116 0,0 2-58 15,0 2-29-15,-5 2-273 0,-1 0 118 0,-1 2 63 16,0-2 31-16,-5 2-574 16,4-1 296-16,-5-3 152 0,1-1 69 0,1-3-642 0</inkml:trace>
  <inkml:trace contextRef="#ctx0" brushRef="#br0" timeOffset="24342.56">19508 1669 1310 0,'-3'0'0'0,"-3"0"0"16,6 0 0-16,-2 0 0 0,2 0 0 0,0 0 778 15,0 0-376-15,0 1-183 0,5 2-91 0,5 4 403 16,2 0-248-16,2 1-115 0,3 2-70 0,0 2-280 0,0-1 108 0,2 2 55 16,-1 1-780-16,-2-2 412 0,1 1 212 0,-4 1-448 15,-1 0 307-15</inkml:trace>
  <inkml:trace contextRef="#ctx0" brushRef="#br0" timeOffset="24503.64">19779 1529 3235 0,'0'-3'0'16,"0"0"0"-16,0 1 0 0,0 2 0 0,0 0 0 0,0 2 0 0,0 18 0 0,0 14 0 0,0 14 0 0,-8 14 453 0,-3 14-210 0,-4 23-243 0,-4 13 0 0,-1-5 0 0,-3 4 0 0,-1-1-101 0,-3 1-172 15,-1-3 155-15,-1 9 85 0</inkml:trace>
  <inkml:trace contextRef="#ctx0" brushRef="#br0" timeOffset="24986.54">20105 1697 1751 0,'-6'0'0'0,"0"0"0"0,4 0 0 0,-3 0 0 0,3 0 0 0,1 1 108 15,1 2-31-15,0-2 543 0,1 2-291 0,12 0-147 0,3 1-73 16,3-2-5-16,5 3-25 0,1-3-10 0,0 2-32 16,0-1-392-16,2 0 195 0,-4 0 99 15,3 1 57-15,-6-1-830 16,-1 0 413-16,-3 2 207 0</inkml:trace>
  <inkml:trace contextRef="#ctx0" brushRef="#br0" timeOffset="25153.46">20113 1983 2192 0,'-20'2'0'0,"4"6"0"15,2-1 0-15,0-1 0 0,2 1 0 0,10-4 0 0,2 2 290 0,0-2-128 0,0 3-62 0,11-2 499 0,7 1-272 0,4 0-151 0,4-1-91 0,1-1-85 16,1 0 0-1,3 0 0-15,2 0 0 0,-3-1 0 0,-1 1 0 0,-1 0 0 0,-2 1-724 0,0-1 322 16,2 0 227-16,-7-1 102 16,-1-1-921-16,0-1 479 0</inkml:trace>
  <inkml:trace contextRef="#ctx0" brushRef="#br0" timeOffset="25371.2">20563 1622 2954 0,'-3'0'0'0,"0"0"0"0,3 0 0 0,0 0 0 0,0 0 0 0,0 0 0 0,12 0 0 0,7 0 0 0,7 0 347 0,9 0-156 16,2-1-77-16,6-1-30 0,1-2-9 0,4 2-39 16,-1-1-1-16,2-1-169 15,-1 0 84-15,-1 3 52 0,-11 1-9 0,-5-3-527 0,-5 3 284 0,-4 0 143 16,-8 0-829-16,0 0 442 0,-13 4 233 15</inkml:trace>
  <inkml:trace contextRef="#ctx0" brushRef="#br0" timeOffset="25542.58">20639 1834 1126 0,'-25'4'0'0,"4"1"0"0,8 2 0 0,2-2 0 0,7-1 523 15,4 1-243-15,0-2-122 0,12-1-62 0,9 0 248 16,5-2-145-16,3 0-87 15,4 0-38-15,2 0 212 0,0 0-126 0,-1-2-62 0,4 0-306 0,-7-1 117 32,-3 1 64-32,-2-1-622 0,-2 2 342 0,-1-2 172 0,2 3 93 0,-9 0-712 0,-7 0 341 15</inkml:trace>
  <inkml:trace contextRef="#ctx0" brushRef="#br0" timeOffset="25696.91">20792 1880 702 0,'-8'1'0'0,"-1"2"0"0,-2 4 0 0,4 1 0 0,-4 2 366 0,2 5-157 0,-1 3-91 16,3 2-41-16,-5 3 134 0,5 2-88 0,-1 2-44 16,-2 3-56-16,4-5 13 0,1-3 0 0,1 1-384 15,4-5 192-15,0-6 96 16,0 2 57-16,1-8-617 0</inkml:trace>
  <inkml:trace contextRef="#ctx0" brushRef="#br0" timeOffset="25869.02">20898 1907 943 0,'0'2'0'16,"0"3"0"-16,-3 4 0 0,0 3 0 0,-2 7 0 0,-1 7 669 15,2 4-322-15,3 6-155 0,1 2-79 0,0-1 286 0,0 2-182 0,1-3-82 0,7-5-66 16,3-6 1-16,6-4-35 0,-1-6-308 16,3-3 154-16,2-5 87 0,-2-7 29 0,5 0-529 15,-4-9 284-15,6-9 142 0,-4-3 71 0,3-5-607 16,-5 1 308-16,0-6 149 0,-2-2 75 0</inkml:trace>
  <inkml:trace contextRef="#ctx0" brushRef="#br0" timeOffset="26410.7">21296 1618 933 0,'6'-22'0'0,"1"4"0"0,1-1 0 0,3 6 0 0,-2 2 0 0,2 2 0 0,0 6 240 16,3-1-101-16,3 3-44 0,-3 1 136 0,2 0-98 15,-2 3-49-15,1 5 66 0,-1 3-57 0,2 2-20 16,-7 4-9-16,-3 2 122 15,-4 4-75-15,0 2-38 0,-2 4 0 0,0 6 151 16,-10-7-98-16,1 3-46 0,-3 3-22 16,1-2 156-16,4-3-89 0,-3 4-36 0,3-6-22 0,2-1-32 0,2-4 1 15,0 0-55-15,3 0 36 0,0-7-9 16,0-3 28-16,0-2-206 0,2-3 102 0,2-4 53 16,3 3 33-16,-2-6-385 0,-1 0 186 0,1 0 42 15,-2 0 64-15,-2-5-207 16,-1 1 114-16,0-3 80 0,-1-1-58 0,-10 2 55 15,-2-3 28-15,0-2 41 0,-5 3-22 0,0-4 8 0,4 4 1 16,-3-3 47-16,2 3-23 0,0 0-1 0,-1 0-32 16,4 2 271-16,4-1-131 0,0 3-44 0,2 1-41 15,1-3 320-15,4 0-157 0,1 1-42 0,0 1-90 16,11-1 4-16,3 0-11 0,6 0-193 0,3-2 105 16,1 3 40-16,6-1 24 0,-1-1-73 15,1 1 47-15,-2 0 4 0,1 1-20 0,-5 4-89 16,-3-3 27-16,-3 3 40 0,-3 0 0 0,-3 0 51 0,1 0-52 15,-10 7 25-15,-1 1 171 0,-2 2-80 16,0 1-32-16,-8 0 174 16,-4 0-89-16,0 2-55 0,-1-4-5 0,1 0 48 0,2-3-28 31,-1 1 0-31,1-2-18 0,3-1-36 0,3-1 15 0,-1-1 0 0,3 1-1 0,2-3-141 16,0 0 66-16,0 0 38 0,2 0-210 0,5 0 113 15,2 0 36-15,-1 0-249 0,0 0 133 0,1 0 77 16,-3-3 9-16,1 3-352 15,-2-2 205 1,-2 2 93-16,-1 0 61 0,-2 0-212 0</inkml:trace>
  <inkml:trace contextRef="#ctx0" brushRef="#br0" timeOffset="26678.86">21164 1899 1332 0,'-8'0'0'0,"1"2"0"0,-1 4 0 0,5 2 0 0,0 4 0 0,1 0 0 0,2 4 372 0,0 2-168 0,0 5-76 0,0-2-51 16,0 3-52-16,2-2 10 0,-1 0 0 0,1-1 0 15,0 2-33-15,-2-6 33 0,0-2 0 0,0-6-65 16,0 0 32 0,0-3 0-16,0 0 89 0,0-5-33 0,0-1 1 0,1 0-24 0,5 0 76 0,3-1-38 15,3-3 9-15,6-2-60 0,1-1 104 16,4 0-46-16,4 4-22 15,4-1 8-15,0 1-65 0,2 1 0 0,1-1 34 0,3 3-99 0,-2 0 50 16,3 0 33-16,-5 0-426 0,-1 3 212 16,-4 2 79-1,-2-1 62-15,-3 2-571 0,2 0 286 0,-9-1 156 0,-1-5 74 0,-5 3-382 0</inkml:trace>
  <inkml:trace contextRef="#ctx0" brushRef="#br0" timeOffset="26865.2">21739 1811 1832 0,'2'-3'0'16,"-2"-3"0"-16,0 1 0 0,2 2 0 0,1 0 0 0,-2 1 0 0,1 2 0 0,0 0 188 0,3 10-68 0,-2 8 492 0,0 5-288 0,1 6-145 0,-1 3-72 0,0 4 197 0,0 1-126 0,-1-1-91 0,-1 2-87 0,0-2-155 0,2 0 53 31,-3-4 69-31,0 3 43 0,0-10-615 0,0-4 320 0,0-2 160 0,0-9-791 0,0-2 430 0</inkml:trace>
  <inkml:trace contextRef="#ctx0" brushRef="#br0" timeOffset="27032.92">21976 1511 2335 0,'0'0'0'16,"0"0"0"-16,0 0 0 0,-3 0 0 0,2 0 0 0,0 0 0 0,0 0 0 0,1 0 0 0,0 0 306 0,0 4-135 0,0 4-68 0,0-2-428 16,0 3 189-16,1 3 81 0,6 0-703 0,1-1 393 0,4 0 196 0</inkml:trace>
  <inkml:trace contextRef="#ctx0" brushRef="#br0" timeOffset="27294.24">22213 1562 947 0,'-5'1'0'0,"-2"0"0"0,3 4 0 0,-3-3 0 0,-1 4 0 0,-6 1 125 0,1 3-49 15,-4-2 0-15,-2 8-41 0,-2-2 139 0,-4 7-69 0,-6-1-27 0,3 2-95 16,-4 0 27-16,1-3-1 0,-4 0 26 16,1-5-73-16,-3 3 46 15,7-9-9-15,4-3 75 0,6-4 1 16,6-1-40-16,-2 0 1 0,13 0 158 0,3-4-79 0,0-3-40 0,2-2-12 16,13 2 80-16,4-3-45 0,7 5-36 0,6-2 0 15,4 2 124-15,5 0-75 16,2 2-38-16,5-1-49 0,-6 4 11 31,3-3 0-31,-5 1-124 0,3 2 61 0,-1 0 32 16,3 0 9-16,-11 0-368 0,-2 0 174 0,-4 0 103 0,-7 0 10 0,-2 0-291 0,-2 0 112 0,-12 0 111 0,-4 0-428 15,-1-1 264-15</inkml:trace>
  <inkml:trace contextRef="#ctx0" brushRef="#br0" timeOffset="27491.74">22169 1331 839 0,'-1'0'0'0,"1"0"0"0,-3 0 0 0,3 0 0 0,0 3 490 0,0 7-227 15,0 5-115-15,0 7-56 16,0 5 559-16,0 11-299 0,0 3-163 0,3 7 15 0,-3 1-84 16,0 4-43-16,0-2 0 0,0 5-261 0,0-13 104 15,0-2 58-15,0-5-582 0,-4-2 320 0,0 0 168 0,-1-12 71 16,0-5-656-16,-1-5 281 0</inkml:trace>
  <inkml:trace contextRef="#ctx0" brushRef="#br0" timeOffset="27662.09">22143 1780 1796 0,'-5'0'0'0,"-1"0"0"0,-1 0 0 0,1 0 0 0,-5 0 0 0,2 0 0 0,-3 4 0 0,-1 4 0 0,-3 2 247 0,0 4-106 0,-5 0-44 0,6 3-102 0,-4-2 40 15,3 0-1-15,3 2-385 0,0-4 193 16,2 3 105-16,5-9 40 16</inkml:trace>
  <inkml:trace contextRef="#ctx0" brushRef="#br0" timeOffset="27766.7">22160 1806 1077 0,'5'0'0'16,"7"0"0"-16,-5 0 0 0,2 0 0 0,-1 2 0 0,5 0 0 0,-2 2 0 0,3 1 364 0,-3 2-169 0,2-1-80 0,-1 0-216 0,1 3 68 15,1-1 42-15,-5 1-8 16,-2 0-551-16,-1-1 276 0</inkml:trace>
  <inkml:trace contextRef="#ctx0" brushRef="#br0" timeOffset="28375.79">22173 1930 413 0,'-5'0'0'0,"0"2"0"0,0 0 0 0,2 1 0 0,2 2 0 0,-3 0 350 0,3 2-157 15,1 1-79-15,0 3-31 0,0 1 280 0,0 3-164 0,0 1-82 0,0 0 18 16,0 0-51-16,0 4-15 0,0-3-9 16,0-1-143-16,0-3 60 0,0 1 28 15,0-3-115-15,0 2 81 0,0-4 28 0,0-3-1 16,0-1-272-16,0-1 149 0,0-3 30 16,0 3 55-16,0-4-233 0,0 0 119 0,0 0 59 0,1 0 77 15,1-2-17-15,0-1-8 16,-1-6 8-16,2 3 43 0,-1-3 0 0,1 0-42 0,-2-3 26 0,3-1-9 15,-1 0-18-15,3-3 11 0,0-3-1 16,2-3-6-16,2 0 33 0,3-6-2 16,0-2 6-16,6-4-22 0,2-4-3 0,5-6 76 15,6-8-40-15,1 3 6 0,3-4-38 0,1 0 210 16,-1 3-97-16,0 2-40 0,-2 0 187 0,-11 16-104 16,-4 5-57-16,-8 6-8 15,-5 10 16-15,-1 5-28 0,-4 1 8 0,-1 5-37 63,0 0 95-63,-7 2-48 0,-3 6-23 0,-2 4 122 0,-2 3-64 0,2 4-45 0,1 3-1 0,0 2 140 0,3 3-88 0,-1 3-44 0,2 5 119 0,4-4-86 0,2 1-38 0,1 1-1 31,0-1-5-31,0 0 0 0,1 6-24 0,7-4-9 0,6-2-45 0,0 1 23 0,5-3-1 0,-1 4-147 0,-2 2 93 16,3-10 34-16,-4 1 0 0,-1-1-222 0,-6-4 123 0,-2 0 22 15,-3 4-174-15,-3-11 97 0,0 0 67 0,-14-3 17 16,-3-3-82-16,-2-1 62 31,-4-1 23-31,0-5 9 0,-1-2 30 0,0 0 1 0,5 0 0 0,-3-9 49 0,-1-6-33 16,8 1 9-16,-1-7-25 0,8 1 185 0,-1-1-92 0,5 3-47 15,1-1 429-15,3 5-199 0,0 3-117 0,0 2-20 16,3 1 232-16,6 3-151 0,6 0-66 0,1 3-47 16,4 2-5-16,3 0 0 0,2 0-32 15,3 8-148 16,0 2 69-31,1 2 40 0,1 1-1 0,-2 0-671 0,5 1 354 0,1-1 131 0</inkml:trace>
  <inkml:trace contextRef="#ctx0" brushRef="#br0" timeOffset="28501.39">23151 2164 2776 0,'0'0'0'0,"-2"0"0"0,2 3 0 0,0 0 0 0,0 3 0 0,0 2 0 0,0 4 0 0,0 7 750 16,-8 5-376-16,-1 4-343 0,-8 7-473 15,-6 4 141-15,-9 3 149 0</inkml:trace>
  <inkml:trace contextRef="#ctx0" brushRef="#br0" timeOffset="32711.9">27839 1327 1396 0,'7'-9'0'0,"-1"4"0"15,-1-1 0-15,2 4 0 0,0 0 0 0,0 2 0 0,-1 0 0 0,-2 12 328 0,-3 6-145 0,1 5-73 0,-2 6 150 16,0 3-117-16,-7 4-52 0,-8 5-27 0,-1 2-20 16,-4 1-6-16,-5 9 9 0,-2-6-10 0,0 3-37 0,-5-1-1 15,0-2 39-15,-1-3-205 0,-4 2 111 16,6-11 43-16,4-9-456 16,2-6 210-16,8-9 132 0,1-7-1 0,6-4-435 0,10-3 267 0</inkml:trace>
  <inkml:trace contextRef="#ctx0" brushRef="#br0" timeOffset="32986.83">27778 1734 1346 0,'6'2'0'0,"2"3"0"0,-1 3 0 0,-1 3 0 0,-3 5 0 0,-1 2 0 0,0 7 607 16,-2 1-285-16,0 6-132 0,0 1-82 0,-2-1 103 16,-3 2-87-16,1-1-43 0,1-3-190 15,1 1 82-15,2-9 28 0,0-5-519 0,0-6 277 0,0-5 140 0,0-4 69 16,0-2 44-16,0 0-9 0,0-7-7 15,0-9 36-15,0-2-802 0,-4-2 366 0,-1-1 174 16,2-1 100-16,1 3 305 0,1-1-106 0,1 0-54 16,0 2 194-16,1-2-132 0,9 2-53 0,5 2 454 15,3-1-240-15,3 0-34 0,7-2-79 0,3 5 110 16,8-1-99-16,3 3-50 0,2 0-23 0,5 5-107 0,3-4 50 16,-12 8-9-16,-1 0 40 15,-7 3-577-15,-3 0 289 0,-7 0 144 0,-2 0-283 16,-15 10 127-16</inkml:trace>
  <inkml:trace contextRef="#ctx0" brushRef="#br0" timeOffset="33180.81">28124 1645 1118 0,'-4'-1'0'0,"-1"-1"0"0,0 2 0 0,0 0 0 0,3 0 0 0,-2 7 0 0,3 11 548 0,1 8-255 15,0 9-128-15,0 4-64 0,0 10 520 0,6 4-283 16,4 2-154-16,0-3-74 0,3 2 136 0,1-7-105 15,1-4-75-15,0 1-343 0,2-14 141 0,-5-7 87 16,1-7-289-16,1-5 188 0,0-9 94 0,-3-1 56 16,0-1-774-16,-2-8 387 15,-1-10 79-15,-4-1 135 0,-1-4-284 0,-2-6 201 0,-1-3 114 0</inkml:trace>
  <inkml:trace contextRef="#ctx0" brushRef="#br0" timeOffset="33314.87">28255 1659 1952 0,'0'-17'0'0,"0"2"0"0,0 3 0 0,0 3 0 0,-1 4 0 0,1-1 0 0,0 5 0 0,0 1 0 0,1 0 0 0,5 4 452 16,4 8-208-16,1 0-93 0,1 5-147 0,0 3 0 0,0-1 34 0,0 5-743 15,2-1 371-15,-1 4 195 16,1-3 84-16,-2-1-415 0,0-1 240 0</inkml:trace>
  <inkml:trace contextRef="#ctx0" brushRef="#br0" timeOffset="33459.74">28674 1823 1594 0,'0'0'0'0,"0"0"0"0,0 3 0 0,0-1 0 0,0 5 0 0,0 5 487 0,-1 3-230 0,-9 4-109 15,1 6 445-15,-6 6-277 0,-2 3-140 0,-3 5-59 0,0-1-243 0,-1-2 83 0,-1-4 40 16,3-2-746-16,1-6 394 0,-2 0 205 0,5-10 89 16,1-10-944-16</inkml:trace>
  <inkml:trace contextRef="#ctx0" brushRef="#br0" timeOffset="33634.97">28545 1511 3527 0,'0'-5'0'0,"0"4"0"0,0-2 0 0,4 3 0 0,6 0 0 0,3 12 0 0,3 12 0 0,3 11 0 0,7 10 404 15,1 10-404-15,5 8 0 0,2 17 0 0,0-3 0 0,1 4 0 31,3-1 0-31,0-6 0 0,-2-6 0 0,6 0 0 0,-8-20-602 0,-3-3-38 0,1-6 335 0</inkml:trace>
  <inkml:trace contextRef="#ctx0" brushRef="#br0" timeOffset="37456.24">29723 1460 1171 0,'0'0'0'0,"0"0"0"0,0-2 0 0,0-1 0 0,0 1 0 0,0 0 0 0,0 2 0 0,0 0 501 0,0 0-232 0,0 2-107 0,2 5-58 0,4 4-33 0,1 0 0 0,2 5-33 0,-2-2-128 0,1 4 73 0,1-1 23 0,1 0-517 0,-2-1 262 0,0 0 131 0,2-2 65 0,-1-2-559 0</inkml:trace>
  <inkml:trace contextRef="#ctx0" brushRef="#br0" timeOffset="37624.87">30021 1407 705 0,'2'-8'0'0,"0"-1"0"0,-1 7 0 0,2-1 0 0,-2 0 0 0,1 3 382 0,0 0-173 0,-1 6-75 0,-1 6 198 0,0 7-147 0,-3 2-74 0,-8 6-36 0,-4 4-31 0,-2 3 3 0,1-3-9 0,-3 1-148 0,-1 0 74 0,-5 1 37 0,3 0 0 15,-8 2-46-15,3-8 37 0,0-5 0 0,-2-5 46 0,3-5 76 0,0-2-29 16,8-9-85-16,3-1 320 0,6 0-151 0,5-1-68 16,3-5-28-16,-2 0 246 0,3-1-145 0,4-3-68 15,12 3-39-15,6-4 0 0,2 2-29 16,6 0 9-16,-1 1 15 0,1 1-25 16,3 0 1-16,-3 3-19 0,3-2-81 0,1 1 50 15,-7 3 20-15,0 0-471 0,-3 0 226 0,-1 1 131 16,-3 1 10-16,1 0-758 0,-7 0 412 0,-6 1 202 15</inkml:trace>
  <inkml:trace contextRef="#ctx0" brushRef="#br0" timeOffset="37809.64">29686 1934 1185 0,'-15'0'0'0,"1"0"0"0,8 0 0 0,2 0 0 0,4 0 0 0,0 0 0 0,0 0 598 0,11 0-270 0,11 0-150 0,7 0 285 15,4 0-212-15,3 0-107 0,2 0-53 0,6 0-199 16,-6-2 68 0,-5 0 39-16,0 2-625 0,-3-3 331 0,2 3 176 0,-8-3 74 15,-3 3-385-15,-8 0 217 0,-3 0 108 0,-5 0-88 16</inkml:trace>
  <inkml:trace contextRef="#ctx0" brushRef="#br0" timeOffset="37964.89">29928 1806 675 0,'-13'-7'0'0,"4"4"0"0,1-1 0 0,2 3 0 0,1 1 0 0,2 0 0 0,-2 0 411 0,4 6-191 0,-1 6-91 0,-1 5 313 0,0 0-202 16,0 7-101-16,-5 2-42 0,-2 2 133 15,0 1-96-15,-6 4-49 0,0 3-220 0,-2-1 87 0,-3 3 52 16,3-4-10-16,1-5-413 0,3-5 228 0,4-2 114 0,0-8 58 16,5-1-318-16,5-11 93 0</inkml:trace>
  <inkml:trace contextRef="#ctx0" brushRef="#br0" timeOffset="38117.06">29857 2014 1893 0,'0'0'0'0,"0"0"0"0,0 0 0 0,0 2 0 0,2 3 0 0,1 4 0 0,3 0 0 0,2 5 0 0,3 1 671 0,1 6-317 0,3 1-158 31,1 2-79-31,4 2-30 0,-1-3-9 0,1-2-40 0,0 1-534 0,1-5 267 16,-1-2 134-16,4-3 75 0,-5-7-772 0,1-4 415 0</inkml:trace>
  <inkml:trace contextRef="#ctx0" brushRef="#br0" timeOffset="38360.64">30196 1710 1375 0,'6'-5'0'0,"0"-2"0"0,1-1 0 0,4 3 0 0,0 1 0 0,3 1 588 0,2 1-275 15,1-1-138-15,4 0-59 110,-1 2 96-110,1 1-87 0,-1 0-44 0,3 0-126 0,-1 0 41 0,4 0 10 0,-9 1 32 0,0 5-673 0,-4-1 331 0,0 2 165 0,-7 0-737 0,0 0 410 0</inkml:trace>
  <inkml:trace contextRef="#ctx0" brushRef="#br0" timeOffset="38738.36">30166 1876 888 0,'-16'0'0'0,"2"0"0"0,5 0 0 0,3 1 0 0,5 2 0 0,1-2 371 0,0 2-166 0,13 1-74 0,6-1-52 0,5-1 340 0,5-1-190 0,3 1-96 0,1 0-186 0,2-2 55 0,-4 0-10 0,-3 1-184 0,-1-1 114 0,-3 2 58 0,-1 0 29 0,0-2-611 0,-8 3 305 0,-5-2 155 0,-3 1 77 0</inkml:trace>
  <inkml:trace contextRef="#ctx0" brushRef="#br0" timeOffset="38783.73">30343 1791 1341 0,'-7'-5'0'0,"-4"-1"0"0,4 3 0 0,2 2 0 0,0 1 0 16,2 0 0-16,3 4 0 0,0 10 0 0,0 6 0 0,0 1 568 0,1 8-265 0,4 3-132 0,2 2 339 0,0 7-227 0,-2-5-127 0,-2 5-59 0,1-2 79 0,-2 0-70 0,-2-4-33 0,0 2-63 0,0-7 28 0,-3-5 0 0,-7-5-1 0,1-5-198 0,-3-3 99 0,-2-3 59 0,1-9 16 0,1 0-429 0,-1 0 172 0,2-9 130 0,1-7-571 0,1-1 314 0,2-6 171 0,6-4 82 0,1-5-455 0</inkml:trace>
  <inkml:trace contextRef="#ctx0" brushRef="#br0" timeOffset="38871.23">30496 1780 1297 0,'28'-5'0'0,"-4"-1"0"0,1 4 0 0,-2 2 0 0,1 0 0 0,-1 3 0 0,3 7 0 0,-6 2 486 0,-3 2-225 0,-2 3-111 0,-5 0-56 0,0 2 106 0,-2 6-71 0,-8-2-51 0,0 4 0 0,-13 1 24 0,-7-1-32 0,-4 3-1 0,-5-1-103 0,0-4 31 0,-1-6-1 0,-1 0-189 0,-2-4 115 0,2-3 58 16,-7 0 38-16,7-7-542 0,-1-5 225 0,3 0 147 0,3 0 7 15,5 0-190-15,2-9 139 16</inkml:trace>
  <inkml:trace contextRef="#ctx0" brushRef="#br0" timeOffset="39042.99">30816 1692 1915 0,'0'3'0'0,"-6"0"0"0,1 4 0 0,-7 2 0 0,3 2 0 0,-3 2 0 0,1 4 0 0,-1 3 0 0,-1 2 777 15,4 7-360-15,4-3-194 0,4 5 219 0,1 0-285 16,1 2-157-16,16-2 0 0,5 4 0 0,7-9 0 15,5-3 0-15,6-4-295 0,-1-3 160 0,9-4 86 16,1-1 53-16,-3-8-668 0,-1-3 250 16,1 0 207-16,-1 0 104 0,-3-2-722 15</inkml:trace>
  <inkml:trace contextRef="#ctx0" brushRef="#br0" timeOffset="39370.23">31228 1827 2266 0,'-3'0'0'0,"-3"-1"0"0,2-2 0 0,1 1 0 0,0-2 0 0,2 3 0 0,1-1 0 0,0-1 271 0,0 3-116 0,0-1-59 0,6 1 478 16,7 0-273-16,1 0-132 0,3 0-191 0,-1 0 30 16,3 0 0-16,3 0 39 0,-2 0-639 15,-2 1 314-15,1 4 158 16,1-2-956 46,0-1 521-62</inkml:trace>
  <inkml:trace contextRef="#ctx0" brushRef="#br0" timeOffset="39679.24">31657 1588 2839 0,'9'-10'0'0,"-2"2"0"0,8 2 0 0,1 2 0 0,4-3 0 0,0 4 0 0,1 1 0 0,3 1 0 0,1-3 0 0,2 3 313 0,2-1-129 0,-2 0-78 0,-3 1-133 0,-2 1 31 0,2 0 1 0,-1 0-608 0,1 0 330 0,-9 0 150 0,1 1 80 0,-6 4-409 0,0 2 236 0</inkml:trace>
  <inkml:trace contextRef="#ctx0" brushRef="#br0" timeOffset="39737.1">31618 1744 1321 0,'-4'0'0'16,"1"0"0"-16,3 0 0 0,0 0 0 0,0 0 0 0,0 0 0 0,12 0 0 0,2 0 631 0,11 0-297 0,2 0-149 0,6 0 72 0,0 0-115 0,5 0-52 0,2 0-27 0,-1 0-361 0,-2-1 168 0,4 1 93 0,-15 0 32 0,-3 0-247 0,-5 0 145 0,-6 0 72 0,-8 0-654 0,-2 1 341 0,-2 4 82 0,-16-2 116 0,-6 1-216 0</inkml:trace>
  <inkml:trace contextRef="#ctx0" brushRef="#br0" timeOffset="39826.94">31845 1756 1228 0,'-9'0'0'0,"-5"0"0"0,6 0 0 0,-1 0 0 0,1 0 0 0,0 0 0 0,2 7 0 0,-4 5 193 0,2 0-83 0,0 5-36 0,-3 2 352 16,3-1-195-16,-4 5-97 0,-2 4 110 0,1-1-109 0,0 3-48 0,-3-2-26 15,2 2-308-15,-5 1 151 0,9-5 61 16,-3-2 37-16,8-6-289 16,-2 0 163-16,7-5 80 0</inkml:trace>
  <inkml:trace contextRef="#ctx0" brushRef="#br0" timeOffset="40041.24">31861 1873 2000 0,'0'0'0'0,"0"0"0"0,0 2 0 0,0 3 0 0,-4 1 0 0,-1 2 0 0,1 5 0 0,-1 4 346 0,3 1-154 0,-3 3-78 16,2 4 259-16,0 1-160 15,3-3-92-15,0 0-42 0,0-2-169 0,3 0 63 0,5-5 32 0,4 1-151 16,5-9 87-16,5-3 48 0,0-5 24 0,5 0-386 15,2 0 205-15,1-5 112 0,-1-9-632 0,-3-2 326 16,3-5 162-16,-4-3 82 16,-1-3-311-16,2-7 187 0</inkml:trace>
  <inkml:trace contextRef="#ctx0" brushRef="#br0" timeOffset="40610.98">32365 1480 1126 0,'4'-13'0'15,"-1"1"0"-15,3 3 0 0,0 2 0 0,2 2 0 0,-1 5 0 0,5 0 0 0,-5 0 17 0,3 6 0 0,0 5-29 0,-1 5 566 79,-3 5-183-79,-4 0-166 0,0 5-85 0,-2 1-35 0,0 5-15 0,0-5-9 0,-2 3-79 0,-3 0 27 0,-2 1 1 0,0 0 27 0,3 3-68 0,2-5 29 0,2-1 0 0,0-4 39 0,0 1-211 0,6-2 102 0,5 1 15 0,-1-7-206 0,3-5 106 0,-4 0 72 15,1-5 3-15,-4-2-141 31,2 0 83-31,-7-5 56 0,-1 0-33 0,0 0 39 0,-12 0 1 0,-7 0 40 0,-4-3-96 0,-3-6 52 0,0 1 1 0,0-1 43 16,0-4 34-16,1-1 0 0,0-3-43 16,6 3 97-16,3-1-44 0,2 0 0 0,7-1-44 0,2 4 337 15,-1-3-152-15,6 4-81 16,0 0 117-16,11 2-91 0,6-1-7 0,2 3-36 16,6-3 33-16,4 3-47 15,4 4 5-15,3-2-3 0,5-1-176 0,-1 1 88 0,4 0 52 31,-6 4-99-31,-5-1 60 0,0 0 10 0,-6 2 0 0,-6 0 91 0,-2 0-30 16,-13 0-68-16,-4 0 107 0,-2 5-44 31,-8 4-1-31,-12 1-18 0,-9-1 222 0,-3 4-85 0,-1-2-61 0,-3 0 9 0,2 1 47 0,-2 0-43 47,8-4-35-47,2-1 40 0,4 0-33 0,7-3-1 0,2 2-33 0,1-2 47 0,10-2-10 0,2 1-37 16,0-3-41-16,5 2 0 0,13 0 41 0,3 0 10 0,6-2-43 0,0 0 0 15,4 0 33-15,-2 0 0 0,0 0-286 0,1 0 123 0,-4 0 69 16,-5 0-498-16,0 0 263 0,-4 0 104 31,-6 0 75 32,4 0-444-63,-13 0 264 0</inkml:trace>
  <inkml:trace contextRef="#ctx0" brushRef="#br0" timeOffset="40754.51">32195 1784 1176 0,'-13'7'0'0,"4"-1"0"0,2 5 0 0,0 2 0 0,-2 0 0 0,4 3 178 0,-4 3-60 16,2 0-46-16,3-1 408 0,-1 3-221 0,1-6-111 0,0 6-46 0,4-4 30 0,0-2-47 0,0-3-24 16,2 0-107-16,10-1 42 0,2-2 9 0,2-4 32 0,9-1-146 0,-1-4 73 15,6 0 36-15,0 0 1 0,8 0-98 0,-5 0 63 16,2 0 35-16,-2 0-522 0,3 0 251 0,-3 0 71 15,3 0 71-15,-7-2-326 0,-2 0 208 0</inkml:trace>
  <inkml:trace contextRef="#ctx0" brushRef="#br0" timeOffset="40918.08">32726 1848 1461 0,'-5'-10'0'0,"-1"0"0"0,2 5 0 0,-1-1 0 0,5 3 0 0,-1-2 0 0,1 5 0 0,0 0 507 0,0 0-234 0,0 7-118 0,0 7-59 0,1 3 380 15,2 3-224 1,0 1-107 0,1 1-72-16,0 3 1 0,-1 2-37 0,-1-1 10 0,-1-4-534 0,1 0 262 0,0 0 132 0,-1-3-730 0,2 0 418 15</inkml:trace>
  <inkml:trace contextRef="#ctx0" brushRef="#br0" timeOffset="41105.17">32863 1518 2146 0,'5'-9'0'0,"1"1"0"0,1 5 0 0,6 0 0 15,-3 3 0-15,1 0 0 0,-3 0 0 0,2 0 21 0,-6 0-9 0,3 6 25 0,-4 2-334 0,3 1 148 0,-4-1 73 0,3 3 37 0,1-1-570 0,-1-4 285 0,-2 0 144 0</inkml:trace>
  <inkml:trace contextRef="#ctx0" brushRef="#br0" timeOffset="41353.62">33176 1482 978 0,'0'-2'0'0,"0"-1"0"0,0-3 0 0,0 5 0 0,0-2 0 0,0 3 0 0,0-3 0 0,-6 3 5 0,-6 0 1 0,-9 7-1 0,-6 7 39 16,-6 2 0-16,-7 4-30 0,-3 2-67 0,-5 2 32 15,3-3-1 1,1-3 31-16,5-2-111 0,4-2 49 0,4-3 25 0,13-4 0 0,7-5 178 0,8-2-75 15,3 0-38-15,0 0 165 16,0 0-85-16,14 0-53 0,9-3-23 0,6-5 271 16,4 0-137-16,5 1-70 0,4 2 4 0,-3-2-41 15,1 1 0-15,1 0-31 0,1 1-4 0,-3 0 4 16,6 3 9-16,-11-3-9 0,-4 4-217 0,-1-1 109 16,-6 0 53-16,-5 2-523 0,1 0 276 0,-14 0 89 15,-3 0 84-15,-2 0-385 16</inkml:trace>
  <inkml:trace contextRef="#ctx0" brushRef="#br0" timeOffset="41597.76">33090 1242 2670 0,'0'2'0'0,"0"3"0"0,0 6 0 0,0 10 0 0,0 11 0 0,0 11 0 0,0 9 0 0,-2 11 0 0,-7 3 0 0,-9 7 404 0,0-13-188 0,-3-4-90 0,-3-2 57 0,2-8-73 0,3-8-37 15,-4 5-523 1,4-13 239-16,3-5 124 0,1-2 61 16,5-6-712-16,-2 2 396 15,7-14 185-15,5-5 13 0,0 0-358 0</inkml:trace>
  <inkml:trace contextRef="#ctx0" brushRef="#br0" timeOffset="41748.33">32952 1680 1569 0,'-17'0'0'0,"5"0"0"0,-1 0 0 0,4 0 0 0,2 0 0 0,-8 5 0 0,4 3-185 32,-5 1 74-17,0 3 28-15,2-1 89 0,4 0-1 16,-1 2-27-1,5-2 0-15,2 2-445 0,3-2 206 0</inkml:trace>
  <inkml:trace contextRef="#ctx0" brushRef="#br0" timeOffset="41803.76">33054 1789 1380 0,'0'0'0'0,"0"2"0"0,0-2 0 0,0 3 0 15,3-1 0-15,3 2 80 0,0 0-33 0,2 1-1 0,1 0-180 0,-2-2 63 0,0 3 30 0,0-1-343 0,-3 1 173 0</inkml:trace>
  <inkml:trace contextRef="#ctx0" brushRef="#br0" timeOffset="42375.22">32957 1941 1445 0,'-3'0'0'16,"1"0"0"-16,-3 1 0 0,4 4 0 0,1 0 0 0,0 2-97 0,0 2 37 0,0 1-1 0,0 0 29 15,1 2 423-15,5-3-178 0,-4 4-78 0,3-3-206 16,-1 1 54-16,-1-1 27 0,1-3 0 0,-2 0-186 16,-1-1 102-16,3-1 43 0,-3-2-215 0,4 0 118 15,0-3 60-15,-1 0 29 0,1 0-153 0,2-3 86 16,1-6 13-16,1-3 28 0,-1-2-19 0,0-2 23 15,6-5-9 1,-2-3 86-16,3-2-26 0,3-3-1 0,2-2-26 0,3-4 37 0,4-6-46 0,2-2 9 31,3-3 76-31,5 0-38 0,1 2-6 0,3 1-1 0,5-2 218 0,-10 12-110 16,-8 8-35-16,0 5 311 16,-8 6-163-16,-7 6-93 0,-3 1-15 0,-8 7 128 0,-2 0-98 0,0 0-51 15,0 2-24-15,-5 2 112 16,-4 1-74-16,-2-1-31 0,-5 5-75 0,0 0 43 0,-1 4 0 0,-4 4 9 15,4 1 13-15,-1 2-22 0,3 3 0 0,1 2 61 16,2 2-31-16,-2 4 10 0,7-3-40 0,2 0 33 16,0 1-34-16,3 3 1 15,2 1 0-15,0 2-61 16,0-1 26-16,9-3 0 0,1 0-47 0,3-2 42 0,-2-2-1 0,-2 2 41 16,2-8-282-16,-4-4 108 15,-3-2 72-15,-3-3-1 0,1-4-160 0,-2 0 67 0,0-5 67 0,-10-3-11 16,-6 0 33-16,-3 0 1 15,-2-1 32-15,-3-7-12 0,1 0 12 0,0-4 1 0,0-2 53 0,3-1-27 16,2-2 0-16,-3-4-36 31,8 4 145-31,3 0-49 0,1 0-41 0,4 5 343 0,2 2-176 0,0 0-60 0,3 4-55 0,0 2 393 16,0 2-208-16,0 2-105 0,3 0 74 0,5 0-80 16,4 9-53-16,5 2-1 0,3 6-148 0,-1-1 51 15,5 1 27-15,4 3 9 0,-2-4-225 0,-1 2 122 16,4 0 59-16,0-2-777 0,0 0 403 0,1 1 123 15</inkml:trace>
  <inkml:trace contextRef="#ctx0" brushRef="#br0" timeOffset="42646.8">33634 2209 0 0,'0'-1'0'0,"-4"-5"0"0,4 2 0 0,0 2 0 0</inkml:trace>
  <inkml:trace contextRef="#ctx0" brushRef="#br0" timeOffset="48921.27">21348 4076 948 0,'-3'-2'0'0,"-3"-4"0"0,4 3 0 0,-1 0 0 0,0 0 0 0,1 1 131 0,1 0-49 16,1 1-1-16,0 1 153 0,0 0-96 0,0 0-48 0,0 0 10 0,3 0 89 16,5 0-75-1,3 0-35-15,-2 0 27 0,5 0-33 0,1 0 12 0,-2 0-44 0,1 0-7 0,0 1 8 16,0 3-1-16,2-1 4 0,-2 0 7 0,0 0-11 16,-2 3 1-16,3-4-25 15,0 1 25-15,0-1-1 0,4 1 11 0,0-3 48 0,2 0-29 0,2 0 0 31,3 0-7-31,2-1-22 0,3-6 10 0,-1-1-10 0,-2-1 1 0,1 2-1 16,-1-2 0-16,4 1 25 0,-4 3-25 0,0-5-1 16,0 6 1-16,0-3 30 0,0 2-31 0,3 0 11 15,-2 2-10-15,-1 0-19 0,-1 3-23 16,3-2 0-16,1 2 0 0,9 0 0 0,-7 0 0 0,0 0 0 16,3-2 0-16,2 2 0 0,1-1 0 15,5-2 0-15,-10 2 0 16,3-1 0-16,0 1 0 0,-3-1 0 0,2 2 0 15,5-2 0-15,-7 1 0 0,1-1 0 0,0 0 0 0,1 2 0 0,1 0 0 16,4-1 0-16,-6 1 0 0,-4 0 0 16,0 0 0-16,1 0 0 0,-1 0 0 0,5 0 0 15,-8 0 0-15,0 0 0 0,1 0 0 0,3 0 0 16,-2 0 0-16,9 0 0 0,-5 0 0 16,0 0 0-16,3 0 0 0,1 1 0 0,-1 1 0 15,8-2 0-15,-9 2 0 0,1-2 0 0,1 1 0 16,1-1 0-16,3 2 0 0,6-2 0 15,-4 0 0-15,0 0 0 0,4 0 0 0,1 0 0 0,2 0 0 16,8 0 0-16,-8 0 0 0,-1 0 0 0,3 0 0 16,3-2 0-16,8 1 0 15,-8-1 0-15,3 0 0 0,4 0 0 0,-3-1 0 16,1 0 0-16,8 2 0 0,-13-1 0 0,0 0 0 16,2 1 0-16,4 0 0 0,-3-3 0 0,8 4 0 15,-14 0 0-15,-4 0 0 0,3 0 0 0,-2 0 0 16,-3 0 0-16,11 0 0 0,-12 0 0 15,4 0 0-15,3 0 0 0,3-1 0 0,0-1 0 0,5-3 0 16,-15 1 0-16,2 0 0 16,-6 1 0-16,-2-1 0 0,-1 0 0 0,2 2 0 0,-7-2 0 15,-3 2 0-15,0 1 0 0,3 0 0 16,-1-2 0-16,6 3 0 0,-6 0 0 0,0 0 0 0,5-1 0 16,5 1 0-16,-1 0 0 0,10 0 0 31,-3 0 0-31,3 0 0 0,5-2 0 0,4 2 0 31,0 0 0-31,7 0 0 0,-12 0 0 0,-1 0 0 0,1 0 0 0,0 0 0 0,1 0 0 0,7 0 0 47,-14 0 0-47,-1 2 0 0,-1-1 0 0,-5 2 0 0,2-1 0 0,5 0 0 0,-9-1 0 16,0 3 0-16,-1-3 0 0,-1 1 0 0,5 0 0 0,3-1 0 0,-11 2 0 0,-2-2 0 0,-2-1 0 0,-2 2 0 0,5-1 0 0,-8 2 0 15,-2-3 0-15,-3 0 0 0,2 2 0 0,0-2 0 16,4 2 0-16,-9-2 0 0,1 0 0 0,-1 0 0 15,0 0 0-15,-1 0 0 0,4 0 0 0,-6 0 0 16,-1 0 0-16,0 0 0 16,-3 0 0-16,2 0 0 0,0 0 0 0,-6 0 0 31,-3 0 0-31,1 1 0 0,-3-1 0 0,0 2 0 0,-1-2 0 0,-1 0 0 0,-1 2 0 0,0-2 0 16,0 0 0-16,0 0 0 15,0 0 0-15,0 0 0 0,0 0 0 0,0 0 0 0,0 0 0 0,-1 0 0 16,1 0 0-16,-2 0 0 0,2 0 0 15,0 0 0-15,-1 0 0 0,1 0 0 0,0 0 0 0,-2 0 0 16,0 0 0-16,-3 0 0 31,0 0 0-31,-4-2 0 0,-4-1-810 0,-5-1 296 0,-7 1 236 0</inkml:trace>
  <inkml:trace contextRef="#ctx0" brushRef="#br0" timeOffset="51502.21">2618 6167 965 0,'-18'0'-1'0,"-3"-6"0"0,6 2 1 0,4 1 0 0,2 3 0 0,4-2 0 0,2 0 0 0,-4 1 0 0,7 1 117 15,0 0-35-15,0 0 90 0,0 0-62 16,0 0-32-16,3 0 12 0,1 0 13 16,0 0 0-16,2 0-56 0,3-3 0 0,0 0 121 15,4 0-49-15,-3-4-41 0,3 4-1 0,1-2 83 0,1 2-56 16,-1 1-1-16,3-2 27 0,-3 4-48 15,4-3 1-15,-2 3 49 0,1-2-42 0,-3 2 0 16,7-2-32-16,-4 2 43 16,0 0-54-16,3 0 0 0,-3 0 0 0,4 0 29 15,2 0 12-15,-4 0-41 0,2 2 26 0,-1 0-54 16,1 1-19-16,3-3 0 0,-3 3 0 0,2-2 0 0,-2 1 0 16,5-2 0-16,-3 0 0 0,6 0 0 15,-5 0 0-15,0 0 0 16,-1 0 0-16,2 0 0 0,1 0 0 0,3 0 0 0,-3 0 0 0,-4 0 0 15,2-2 0-15,-1 1 0 0,4-2 0 0,2 3 0 16,-6-3 0-16,2 3 0 0,-2-2 0 16,1-1 0-16,1 0 0 0,6-1 0 0,-6 2 0 0,1-1 0 15,1-1 0-15,4 1 0 0,-3 1 0 0,9-1 0 16,-6 1 0-16,-3 1 0 16,5 1 0-16,-3 0 0 0,3 0 0 15,6 0 0-15,-6 0 0 0,2 0 0 16,-1 0 0-16,0 0 0 15,4 0 0-15,4 0 0 0,-4 0 0 0,3 0 0 0,-2-2 0 0,2 1 0 0,0-5 0 0,7 2 0 16,-5-3 0-16,-1 3 0 16,-2-3 0-16,3 0 0 0,1 0 0 0,7 1 0 0,-8 0 0 0,1 3 0 15,-2-2 0-15,1 1 0 0,-1 1 0 0,8-2 0 32,-11 5 0-32,3-4 0 0,1 1 0 0,4 1 0 0,7-1 0 0,-9 0 0 15,5 0 0 1,1-2 0-16,0 3 0 0,3 1 0 0,5-2 0 0,-12-2 0 0,3 3 0 0,0-3 0 15,3 3 0-15,2-2 0 0,9 0 0 0,-11 0 0 16,1 0 0-16,2-2 0 0,0 1 0 0,0 0 0 16,7 1 0-16,-14-1 0 0,3 1 0 0,4 2 0 15,2-4 0-15,-1 3 0 0,12 1 0 0,-17-4 0 16,2 2 0-16,-2-1 0 0,2 3 0 0,1-4 0 16,8 2 0-16,-10 0 0 15,0 1 0-15,0 0 0 0,0-1 0 0,-1 1 0 16,5 1 0-16,-13 1 0 0,1-1 0 0,4 0 0 15,3 0 0-15,-1 1 0 0,10-1 0 16,-9 0 0-16,1 2 0 0,1-3 0 0,2 0 0 0,-4-2 0 16,12-1 0-1,-10 2 0-15,4-3 0 0,1 1 0 0,1-1 0 0,-1 2 0 0,8-4 0 16,-14 3 0-16,0-2 0 0,-1 4 0 0,0-1 0 0,1 0 0 16,9 2 0-16,-9-1 0 0,-3 2 0 46,2 1 0-14,-1-1 0 61,0 1 0-93,7 0 0 0,-10 1 0 0,1-3 0 0,6 1 0 0,0 2 0 16,9-1 0-16,-10 0 0 0,2-2 0 0,-2 3 0 0,1-2 0 0,-1 0 0 0,7 0 0 0,-10 1 0 0,2-2 0 0,3 2 0 0,0 1 0 0,-1 0 0 0,7 0 0 0,-12 0 0 0,0 0 0 0,4 0 0 0,-2 0 0 0,4 0 0 0,9-2 0 0,-8 2 0 0,2-1 0 0,1-2 0 0,1 3 0 0,0-4 0 0,8 1 0 0,-12-1 0 0,2 3 0 0,4-1 0 0,-1 2 0 0,0-3 0 16,6 1 0-16,-16 2 0 0,1 0 0 0,-4 0 0 0,1 0 0 0,-1 0 0 0,6 0 0 0,-7 5 0 0,-2-3 0 0,3 1 0 47,1 1 0-16,-3-3 0-31,9 3 0 0,-9-4 0 0,-1 4 0 0,3-2 0 0,4-2 0 0,-1 4 0 0,10-3 0 0,-8 1 0 15,-4 0 0-15,-2 0 0 0,2 1 0 0,-3-1 0 0,8 3 0 0,-14-1 0 0,0-1 0 0,3 2 0 0,2-2 0 0,-2 1 0 0,9 2 0 0,-10-3 0 0,1 3 0 0,2-4 0 16,-5 4 0-16,5-3 0 16,5 3 0-16,-9-4 0 0,3 1 0 0,1 1 0 47,2-1 0-47,5 2 0 0,-13-1 0 0,-2-1 0 0,0-1 0 0,-3 1 0 0,-2 1 0 0,4 2 0 0,-12-2 0 0,-2-1 0 15,1 2 0-15,0-1 0 0,-2-1 0 0,3 2 0 0,-6 0 0 0,1-1 0 16,-1-1 0-16,0 2 0 0,-2-2 0 0,3 1 0 15,-7-2 0-15,-2 1 0 16,-1 1 0-16,-2-1 0 16,0 2 0-16,-2-3 0 0,0-1 0 0,-3 3 0 0,2-2 0 0,-5 1 0 15,2-2 0-15,-1 0 0 16,1 2 0-16,-2-2 0 0,0 0 0 0,0-1 0 0,0 3 0 0,0-3 0 16,0 0 0-16,0 0 0 0,0 0 0 0,0 0 0 0,0 0 0 15,0 0 0-15,0 0 0 0,0 0 0 16,0 0 0-16,-5 0-177 0,-4 0-215 15,-2-3 163-15,-5 3-1028 0</inkml:trace>
  <inkml:trace contextRef="#ctx0" brushRef="#br0" timeOffset="57089.71">2940 6146 1993 0,'-28'0'0'0,"2"0"0"0,4 0 0 0,-2 0 0 0,10 0 0 0,4 0 0 0,5 0 0 0,3 0 0 0,2 0 0 0,0 0 267 0,0-1-120 15,3-2-54-15,10 1 230 0,3-6-143 0,2 1-71 0,4-2 198 0,1 4-139 0,1-2-65 16,5 2-33-16,3 2 92 16,5-2-153-16,6 1-9 0,2 1 0 0,3 1 0 0,6 1 0 0,4-1 0 31,10 1 0-31,15-2 0 0,5 3 0 0,11-3 0 0,16 2 0 0,5-3 0 0,11-3 0 0,20-5 0 15,-20 0 0-15,-2 0 0 16,-1 1 0-16,-1 2 0 0,-1 0 0 0,16 0 0 16,-28 1 0-16,2-4 0 0,10-1 0 0,3-2 0 15,0-2 0-15,12-1 0 16,-23 1 0-16,6-2 0 0,-1 1 0 0,-3 0 0 0,-1 1 0 0,8 2 0 0,-29 0 0 16,-4 4 0-1,-6 0 0-15,-8 2 0 0,-7 1 0 0,3 1 0 0,-29 0 0 16,-3 3 0-16,-7-2 0 0,-7 4 0 0,-5 0 0 0,-5-1 0 0,-8 1 0 15,-5 0 0-15,-2 1 0 0,-1 1 0 0,-4-2 0 16,2 2 0-16,-2 0 0 16,0 0 0-16,1 0 0 0,-1-3 0 0,0 1 0 15,0 1 0-15,0-1 0 0,0-2 0 0,0-1 0 16,0-2 0-16,0-3 0 0,0 3 0 0,-3-3 0 16,-1 0 0-16,-5 3-215 0,3 0-226 0</inkml:trace>
  <inkml:trace contextRef="#ctx1" brushRef="#br1">18541 10914 0,'0'0'0,"0"0"16,0 0-16,0 0 0,0 0 15,0 0-15</inkml:trace>
  <inkml:trace contextRef="#ctx0" brushRef="#br1" timeOffset="66353.3">9188 6493 1242 0,'0'-9'0'0,"0"-1"0"0,-2 2 0 0,0-1 0 0,2 0 0 0,0-2 203 0,0-4-83 15,0-3-31-15,0 3 139 0,0-4-95 16,0-1-47-16,0-4 49 0,0 2-49 0,0-7-14 0,0 4-10 15,0 2 8 1,0-1 1-16,0 5-33 0,-3-2 0 0,-3 1 121 16,0 7-65-16,-1 3-28 0,-2 3 0 0,-2 7 150 15,1 0-88 1,-3 0-46-16,3 0 47 0,-3 15-45 0,1 7-1 0,4 2 68 0,0 5-151 0,2 3 0 16,4 6 0-16,2-2 0 0,0 8 0 0,0 0 0 15,4 7 0-15,3-3 0 31,0 1 0-15,4 5 0-16,-2 4 0 0,3 3 0 16,-3 9 0-16,-2-9 0 0,-1 1 0 0,-4-6 0 0,0 0 0 0,-2-5 0 0,0 6 0 0,0-18 0 0,-10-2 0 0,-2-6 0 0,-2-6 0 0,-2-6 0 0,-1-1 0 0,-2-11 0 15,5-6-204-15,-5-1 80 0,1-1 26 0,1-13-557 16,-3-7 300-16,7-5 162 16,-2-4-252-16,1-11 204 15,-2-6 101-15,2-7-516 0</inkml:trace>
  <inkml:trace contextRef="#ctx0" brushRef="#br1" timeOffset="66492.05">8786 6745 2244 0,'-9'-16'0'0,"3"2"0"0,1 1 0 0,0 3 0 0,1-3 0 0,4 8 0 0,0-2 0 0,4 2 416 0,11-2-189 0,5 1 200 0,6-3-185 0,0 5-107 0,7-1-48 0,0 0 66 31,3 1-153-31,5 3 0 0,5 0 0 0,-3-2 0 0,0 3 0 0,0 0 0 0,-2 3 0 0,0 3-883 16,1 3 459-16,-10-3 226 0,-3 2-869 0</inkml:trace>
  <inkml:trace contextRef="#ctx0" brushRef="#br1" timeOffset="66754.13">9436 6438 2137 0,'-13'0'0'0,"1"0"0"16,1 0 0-16,-1 3 0 0,4 1 0 0,-1 5 0 0,0 6 587 0,5 2-275 0,-2 8-128 0,5 1-77 0,1 7 445 0,0 1-500 0,0 3-52 0,7 1 0 0,4 6 0 0,1-10 0 0,0-1 0 0,3-3-360 15,0-1 15-15,-1-8 191 16,0 4-743-16</inkml:trace>
  <inkml:trace contextRef="#ctx0" brushRef="#br1" timeOffset="66858.85">9463 6907 1740 0</inkml:trace>
  <inkml:trace contextRef="#ctx0" brushRef="#br1" timeOffset="66891.28">9473 6914 1431 0,'9'2'-163'0,"0"-2"-293"0</inkml:trace>
  <inkml:trace contextRef="#ctx0" brushRef="#br1" timeOffset="66943.14">9502 6546 982 0,'0'-8'0'0,"0"2"0"0,0 2 0 0,0-2 0 0,0 4 360 0,1-1-161 0,8 3-72 0,2 0-49 0,2 3 401 0,3 6-221 0,-1 3-110 0,2 2-55 0,1 2 5 0,-3 3-36 0,-2 2 1 0,-1 1-310 0,1 3 142 0,-1 8 80 0,-9-6-177 0,-2 0 119 0,-1 2 60 0,-2-1 31 0,-14-3-137 0,-6 0 31 0,-2-7 46 0,-4-7-49 0,0-2-13 0,-1-4 37 0,2-5 0 0,-2 0 30 0,9 0-195 0,7-18 103 0,4-2 50 0,9-8-351 0</inkml:trace>
  <inkml:trace contextRef="#ctx0" brushRef="#br1" timeOffset="67016.8">9753 6449 2742 0,'11'0'0'0,"-5"-1"0"0,0 1 0 0,-2 0 0 0,-2 1 0 0,-2 11 0 0,0 3 0 0,0 6 0 0,-11 4 490 0,3 2-226 0,-5 6-114 0,3 5 135 16,4 3-285-16,3-6 0 0,3 3 0 0,0-3 0 0,3-2 0 0,11-3 0 0,5 1 0 0,1-12 0 0,3-4 0 0,6-3 0 15,-2-4-432-15,4-5 11 0,1-1 239 0,-4-2-915 16,-3-5 530-16</inkml:trace>
  <inkml:trace contextRef="#ctx0" brushRef="#br1" timeOffset="67188">10087 6713 3112 0,'-9'0'0'32,"2"0"0"-32,0 0 0 0,0 2 0 0,0 4 0 0,-1 2 0 0,5 3 0 0,0 3 0 0,1 2 525 0,0 0-245 0,0 7-266 0,2-4-14 0,0 2 0 0,-3 0 0 0,3 1 0 0,-1 0-51 0,-3-2-125 0,3-6 101 0,-2 0-694 15,-1-6 404-15,2-1 200 0,-2-2 101 0,2-5-853 16</inkml:trace>
  <inkml:trace contextRef="#ctx0" brushRef="#br1" timeOffset="67322.72">10150 6559 1128 0,'11'-4'0'15,"0"1"0"-15,-1 0 0 0,2 3 0 0,-1 0 0 0,2 0 969 0,2 0-466 0,2 6-224 0,-2 3-125 0,2 2 216 0,-1 1-166 0,-1-2-84 0,1 4-172 0,1 1 53 0,-4-1-9 16,-1-1-690-16,-2 1 367 0,-4-2 185 0,0-3 91 0</inkml:trace>
  <inkml:trace contextRef="#ctx0" brushRef="#br1" timeOffset="67510.42">10396 6440 2126 0,'0'0'0'0,"0"0"0"0,0 0 0 0,0 0 0 0,0 0 0 0,0 5 0 0,0 7 0 0,0 6 0 0,3 7 690 0,-3 7-327 0,0 7-163 0,0 10 28 0,0 1-101 16,0 3-45-16,-9 2-156 15,1 1 55-15,1-6 28 31,-6 4 9-31,4-15-571 16,-3-2 294-16,-3-6 149 0,2-7 73 0,0-7-908 0</inkml:trace>
  <inkml:trace contextRef="#ctx0" brushRef="#br1" timeOffset="67686.64">10577 6416 2788 0,'28'-15'-3'0,"-3"7"1"0,5 4-1 0,6 1 1 0,-7 3 1 0,1 0-1 0,1 7 1 0,0 11 441 0,-6 2-202 15,3 8-93 1,-11-1 161-16,-4 4-278 0,-6 7-28 0,-5 2 0 0,-2 6 0 0,-3-2 0 0,-18 0 0 0,-5-2 0 16,-4-1 0-16,0-4 0 15,-7 2 0-15,2-10-400 0,-1-6 55 0,-2-4 188 16,1-1-1110-16</inkml:trace>
  <inkml:trace contextRef="#ctx0" brushRef="#br1" timeOffset="68849.12">12057 6295 1582 0,'0'-21'0'15,"0"8"0"-15,2 4 0 0,2 3 0 0,4 6 0 0,0 0 0 0,3 0 0 0,1 8 271 0,-4 11-118 0,1 3-57 0,-5 5 292 0,-1 4-175 16,-3 8-79-16,0-3 152 0,-5 6-125 0,-9 2-62 15,-3 3-30-15,-4 3-47 0,-4 7 25 0,-2-5-10 16,-3-2 0-16,0 2-91 0,-1-4 45 16,-2 2 10-16,7-14-311 0,1-6 174 0,2-7 87 15,4-8 43 17,4-8-649-32,2-3 309 0,8-4 128 0,5-17-341 0,0-9 261 15,8-7 130-15,6-6 65 0</inkml:trace>
  <inkml:trace contextRef="#ctx0" brushRef="#br1" timeOffset="69086.95">12020 6653 1663 0,'20'-13'0'0,"-3"4"0"0,0 4 0 0,-2 3 0 0,-1 2 0 0,-10 7 0 0,1 12 0 0,-4 6 308 0,-1 3-135 0,0 5-68 0,0 2 214 16,-1-1-146 46,-4-2-68-62,0 1-33 0,-2-3-61 0,1-1 27 0,2 1 8 0,1-7-341 0,0-6 165 0,0-5 84 0,1 0 42 0,1-7-517 0,-3-1 289 0,3-4 66 0,-3-1-333 0,4-12 224 0,-1-2 119 0,1-6 60 0,0 1 69 16,0-4-11-16,1 3 1 0,6-1 0 0,1 2 325 15,3-2-162-15,3 1-92 0,1 4 203 16,1 1-137 0,3 1-69-16,1 0 521 0,5 3-215 0,3-5-135 0,-1 6-88 0,0 3 193 15,0 2-135-15,0 2-68 0,-1 3-33 0,2 0-358 16,-8 1 158-16,-3 0 83 0,-3 0 41 0,-4 7-633 0,-4 0 337 16,3 0 134-16,-8 1-495 0,-1-4 312 0</inkml:trace>
  <inkml:trace contextRef="#ctx0" brushRef="#br1" timeOffset="69266.95">12328 6511 1423 0,'-1'-11'0'0,"-4"-3"0"0,0 10 0 0,2 2 0 0,-3 2 0 0,5 0 0 0,1 6 0 0,0 12 393 0,0 7-182 16,0 4-87-16,7 6 490 0,1 3-288 0,3 5-144 16,3 3-63-16,-3-4 140 0,4 3-110 0,2 1-56 15,2-2-55-15,0-3-267 0,1 3 129 0,-1-15 64 16,-2-5-558-16,-1-6 315 0,-1-8 159 0,-1-8 78 15,0-2-335-15,-6-2 71 0,0-16 140 16,-2-6-433-16,-3-3 281 0</inkml:trace>
  <inkml:trace contextRef="#ctx0" brushRef="#br1" timeOffset="69411.2">12520 6496 1206 0,'-5'-10'0'0,"1"4"0"16,1 0 0-16,1 2 0 0,1 3 0 0,1-2 0 0,0 3 676 0,0 0-319 0,1 4-160 0,4 7-79 0,4 4 137 15,3 0-113-15,1 3-52 0,1 2-468 0,-2-1 208 16,4 3 104-16,0-1-657 0,1-1 375 16,-3-4 193-16,3 2 96 0</inkml:trace>
  <inkml:trace contextRef="#ctx0" brushRef="#br1" timeOffset="69576.08">12992 6631 1202 0,'5'2'0'0,"-1"1"0"0,-2-1 0 0,1 5 0 0,0 0 0 0,-1 3 376 0,-2 5-169 16,0 2-85-16,-2 4-42 0,-9 9 455 16,-1-1-253-16,-4 6-123 0,1-1-50 0,-4 1-36 0,2-2 0 0,-3 4-421 15,3-10 189-15,-1-5 98 16,0-4 49-16,1-2-646 0,-1-8 347 0,-1 0 184 16,4-8-16-16</inkml:trace>
  <inkml:trace contextRef="#ctx0" brushRef="#br1" timeOffset="69755.56">12882 6363 1063 0,'6'-6'0'0,"0"2"0"0,2 4 0 0,1 0 0 0,2 0 372 0,2 13-167 0,2 8-84 0,1 8 832 16,2 7-458-16,1 8-220 0,0 1 172 0,1 7-447 16,0 5 0-16,2 3 0 0,1-2 0 15,4 1 0-15,-3-13 0 0,0-8 0 0,3-6-127 16,-2-5-190-16,-2-8 177 0,-1-2 98 0,-5-14-421 15,-3-3 218-15,-2 0 136 0</inkml:trace>
  <inkml:trace contextRef="#ctx0" brushRef="#br1" timeOffset="69934.1">13411 6517 2784 0,'-5'-6'0'0,"-2"0"0"0,5 4 0 0,2-1 0 0,0 3 0 0,0 0 0 0,9 0 0 0,3 7 112 0,3 3-37 0,1 2-1 16,4 4 546-16,-3-2-354 0,3 2-266 16,0 2 0-16,-1-2 0 0,1 1 0 0,4 1 0 15,-7-1 0 1,0-1-1021-16,-1-1 381 0,0-3 312 0</inkml:trace>
  <inkml:trace contextRef="#ctx0" brushRef="#br1" timeOffset="70118.05">13751 6375 2143 0,'0'-12'0'0,"0"5"0"0,0 1 0 0,0 6 0 0,-1 0 0 0,0 3 0 0,-2 18 0 0,0 9 0 0,-2 11 794 0,-2 11-379 0,-1 7-189 0,-2 7 127 16,-2 11-353-16,0 1 0 0,-1 4 0 0,-4 0 0 16,0 1 0-16,0-7 0 0,-2 10 0 15,5-26 0-15,0-6 0 0,6-9 0 0,3-11-358 0,2-10-34 16,3-7 224-16,0-17 98 0</inkml:trace>
  <inkml:trace contextRef="#ctx0" brushRef="#br1" timeOffset="70277.92">13866 6573 1635 0,'10'0'0'16,"1"-2"0"-16,2-3 0 0,2 2 0 0,3-2 433 0,4 2-198 0,6-3-90 0,0 1 185 0,5-1-147 0,1 2-73 15,3-1-38-15,-2-1-136 0,5 0 58 0,-10 6 17 0,-2-2 0 16,-5 2-709 0,-6 0 367-16</inkml:trace>
  <inkml:trace contextRef="#ctx0" brushRef="#br1" timeOffset="70429.27">14016 6709 2416 0,'-16'0'0'0,"4"0"0"0,1 0 0 0,5 0 0 0,-2 0 0 0,8 0 0 0,0 0 0 0,3 0 0 0,12 0 359 0,4 0-162 0,1 0-71 0,2 0 44 0,2 0-68 0,2 0-32 0,1 0-1 0,-2 0-455 0,3 0 220 0,-5 1 96 0,-4 0 53 0,3 1-860 0</inkml:trace>
  <inkml:trace contextRef="#ctx0" brushRef="#br1" timeOffset="70628.03">14454 6534 2087 0,'9'-11'0'0,"7"2"0"16,-2 2 0-16,1 4 0 0,1 2 0 0,3 1 0 0,2 0 420 0,2 2-183 0,-5 13-105 15,0 3 258-15,-3 3-178 0,-2 7-87 0,-8 1-45 0,-2 7 48 16,-3-2-50-16,-3 3-36 0,-14 1-42 16,-5 0 0-16,-4-3 0 0,-7 4 0 0,2-12-121 0,-5-3 59 15,0-8 49-15,2-3-439 0,1-7 225 0,-1-1 132 0,11-5-31 16,4-6-500-16,8-14 295 0,8-7 147 0,3-7 75 15,1-7-502-15</inkml:trace>
  <inkml:trace contextRef="#ctx0" brushRef="#br1" timeOffset="70798.49">14717 6461 1232 0,'10'0'0'0,"-3"0"0"0,1 0 0 0,-5 2 0 0,-1 7 0 0,-2 5 881 0,0 3-427 0,-4 3-209 0,-9 6-104 0,0 0 394 0,1 6-250 0,1 2-127 0,4-1-158 0,3-3 0 0,4 0 0 31,0 2 0-31,3-5 0 0,13 5 0 0,4-11 0 0,6-3 0 0,4-5 0 0,2-5 0 0,3-5 0 0,1-3-384 0,-5 0-45 16,-3-3 233-16,-3-7-50 15,-5-4-406-15</inkml:trace>
  <inkml:trace contextRef="#ctx0" brushRef="#br1" timeOffset="71045.96">14958 6227 2688 0,'8'-14'0'0,"3"3"0"0,5 0 0 0,1 5 0 0,5-1 0 0,-1 5 0 0,-1 2 0 0,0 0 0 0,-1 8 0 0,-4 4 0 0,2 3 0 0,-8 3 156 0,-4 3-60 0,-3 2-30 0,-2 1-117 16,-2 1 44-16,-9 3 8 15,-6-5 35-15,1-3-33 0,-2-2-1 0,2-1 34 0,-3-7 159 0,5 4-70 0,1-9-49 16,3-1-1-16,2-2 164 0,2-2-101 0,6 0-81 0,0 0-57 15,0 0 0 1,14 0 0-16,4 0 0 0,3-4 0 0,5 2 0 16,2-3 0-16,2 5 0 0,1-3-580 0,0 3 179 0,1 0 208 15,-1 0-547-15</inkml:trace>
  <inkml:trace contextRef="#ctx0" brushRef="#br1" timeOffset="73539.92">17040 6449 722 0,'3'-18'0'0,"0"3"0"0,3-4 0 0,-3-3 0 0,0 4 0 0,1-3 0 0,-1-1 375 0,-3-1-169 0,3-2-85 15,-1-4 175-15,-2 5-134 0,0-1-63 0,0 1 73 16,-5 3-67-16,-3 0-35 0,-3-2 10 0,-1 6 45 15,-3 6-44-15,-2 1 0 16,0 3-44-16,-4 1 141 0,2 6-75 0,2 0-33 16,0 2 0-16,3 16 45 15,3 1-39-15,3 10 9 0,7 4 86 0,1 9-67 0,1 2-34 0,9 9 87 16,5 4-157-16,-1 9 0 0,2-7 0 0,-4 5 0 16,0 1 0-16,0 6 0 15,-3 4 0-15,0 14 0 0,-5-14 0 0,-2-2 0 0,-2 1 0 16,0-8 0-16,-11-5-11 0,-2 4-41 0,-3-26-298 0,-1-8 170 15,-3-7 35-15,2-13-240 16,0-7 173-16,-2-4 79 0,5-5 52 0,3-16-447 0,-2-6 246 16,4-7 122-16,0-5 62 0,0-6-489 0</inkml:trace>
  <inkml:trace contextRef="#ctx0" brushRef="#br1" timeOffset="73686.92">16602 6603 2346 0,'-12'-13'0'0,"3"4"0"0,4 3 0 0,5 6 0 0,0-4 0 0,2 3 0 0,16-1 0 0,10 0 0 0,3 2 597 0,5-2-280 0,3 2-131 0,0 0 3 0,1 0-75 15,4 0-39-15,3 0-505 0,0 0 234 0,7 0 126 0,-12 4 48 0,1 3-852 16,-8-3 451-16,-2 2 224 0</inkml:trace>
  <inkml:trace contextRef="#ctx0" brushRef="#br1" timeOffset="73872.98">17297 6454 1618 0,'-7'-6'0'0,"0"0"0"0,0 4 0 0,0-1 0 0,0 3 0 0,-2 0 0 0,2 5 0 0,0 10 0 0,-2 8 762 0,0 2-354 0,4 4-189 15,-1 3 288-15,2 2-235 0,1 4-127 0,3 1-145 78,0 4 0-78,0-6 0 0,0-2 0 0,7-4-352 0,4-1 90 0,1-8 150 0,2 0 84 0,0-12-846 0,0-8 453 0</inkml:trace>
  <inkml:trace contextRef="#ctx0" brushRef="#br1" timeOffset="74073.77">17418 6544 1509 0,'0'-15'0'0,"3"8"0"0,4 0 0 0,-1 3 0 0,5 1 0 0,0 3 352 16,4 0-149 0,-1 4-87-16,3 7 327 0,-1 7-204 46,1-1-100-46,-1 4 63 0,-4 3-87 0,-2 2-39 0,-4 0 0 0,-4 4-106 0,-2 0 33 0,0 2 10 32,-4-2 24-32,-13-2-156 0,-2-1 77 0,-4-2 40 0,-5-7-1 0,-3 2-111 0,1-8 62 0,2-8 44 0,2-1-428 0,2-3 209 15,4 0 58-15,2-5-320 16,10-14 231-16,8-6 110 0,0-4 56 16,8-4-192-16,10-2 123 0,7-4 53 0</inkml:trace>
  <inkml:trace contextRef="#ctx0" brushRef="#br1" timeOffset="74350.12">17640 6482 1294 0,'13'-8'0'0,"-3"4"0"0,-2-2 0 0,-5 6 0 0,-1 0 0 0,-2 6 0 0,0 10 832 47,-5 3-397-47,-5 4-190 0,0-2-109 0,2 5 288 0,0-1-193 0,2 2-97 0,1 1 66 0,1 2-200 0,4-2 0 0,0-1 0 0,0-3 0 0,5 0 0 16,8 0 0-16,4-2 0 0,0-7-256 0,7-3 127 0,1-3 83 16,1-4-932-16,2-5 410 62,2 0 262 16</inkml:trace>
  <inkml:trace contextRef="#ctx0" brushRef="#br1" timeOffset="74404.53">18048 6688 1963 0,'-6'0'0'0,"1"0"0"0,0 0 0 0,-1 0 0 0,0 4 0 0,-3 3 0 0,2 5 449 0,-1 4-207 0,0 2-102 0,0 3 400 0,-2 1-252 0,-1 5-116 0,-1-1-152 0,5-2 16 0,-1 1 1 0,-1-4 0 0,3 0-598 16,-3-3 307-16,5-4 142 0,1-8 74 0,0-1-894 0,1-5 467 0</inkml:trace>
  <inkml:trace contextRef="#ctx0" brushRef="#br1" timeOffset="74575.39">18176 6475 2277 0,'12'0'0'0,"2"0"0"0,-1 0 0 0,5 0 0 0,-4 0 0 0,5 11 0 0,-5 0 0 0,1 4 332 0,-2 2-148 0,-3 6-74 0,-1 0 73 0,-3 5-65 16,-4 0-45-16,-2 2 0 0,-7 1-90 0,-10 0 26 0,-2 3 10 0,-6-5-207 0,-1-2 112 0,-4-3 57 0,1-2-182 0,-4-4 119 0,0 0 68 0,5-11 21 0,5-3-652 0,0-4 305 0,10 0 149 0,4-11 77 0,3-9-467 16</inkml:trace>
  <inkml:trace contextRef="#ctx0" brushRef="#br1" timeOffset="74748.64">18344 6490 1397 0,'0'3'0'0,"-1"0"0"0,-4 1 0 0,0 3 0 0,0 3 0 0,-1 2 0 0,-3 8 783 0,3 6-372 0,-1 3-179 0,4 5 341 0,1-1-268 0,2 5-134 0,0-2-112 16,7-3-59-16,9 2 0 0,2-8 0 0,4-6-193 0,4-5 109 0,0-5 60 15,0-4 30-15,4-3-713 16,-4-4 367-16,-3-2 189 0,1-10 93 0,-5-3-920 15</inkml:trace>
  <inkml:trace contextRef="#ctx0" brushRef="#br1" timeOffset="74990.02">18592 6302 1660 0,'6'-11'0'0,"0"0"0"0,0 5 0 0,4-1 0 0,-1 3 0 0,4 2 300 0,-4 2-136 0,3 0-63 0,-2 7 48 16,-2 8-56-16,-2 2-28 0,-2 4 8 15,-4-1-66-15,0 5-1 0,0-1 30 0,-10 2 1 16,-3-2-121-16,-2 2 69 0,-1-6 22 0,-1-1 64 16,1-1-1-16,-1-3-33 0,3-1-1 15,-3-2 216-15,7-5-112 0,1-3-52 0,2 0 83 16,5-2-68-16,2-2-33 0,0 0 10 16,7 0-39-1,11-3-4-15,2-5 0 0,5-3-1 0,-3 1-336 0,6-1 178 16,-2 2 74-16,1-3-802 0,-1 6 420 0,-1-2 151 0,-3 1 124 0</inkml:trace>
  <inkml:trace contextRef="#ctx0" brushRef="#br1" timeOffset="75172.24">18922 6363 1786 0,'0'0'-1'0,"0"0"0"0,0 0 0 0,0 0-1 0,0 0 1 15,0 7 0-15,0-2 366 0,2 7-165 0,4 2-73 0,2 7 340 0,-2 5-215 16,3 6-109-16,0 2-53 0,-1 8 59 0,-3-1-62 0,-3 3-25 15,-2 3-91-15,-2 1 32 0,-11 0 0 0,-8 4 41 16,-3-11-339-16,-2-2 165 16,0-7 82-16,-4-3-545 0,3-11 272 15,-4-2 171-15,6-12-37 0,5-4-580 0</inkml:trace>
  <inkml:trace contextRef="#ctx0" brushRef="#br1" timeOffset="75305.45">19036 6581 2277 0,'26'-8'0'0,"2"3"0"0,7 0 0 0,-6 0 0 0,-1 3 0 0,0-1 0 0,0 2-3 0,-1-2 2 0,4 0-1 0,-9 2 79 0,0 1-42 0,-2 0 1 0,-4 0-900 0</inkml:trace>
  <inkml:trace contextRef="#ctx0" brushRef="#br1" timeOffset="75481.37">19171 6766 1860 0,'-3'2'0'0,"2"-2"0"0,-1 1 0 0,1 0 0 0,1 0-2 0,0 2 0 0,0-2 0 0,3-1 1 0,11 0 312 0,0 0-138 0,3 0-69 0,8 0-217 47,-3 0 74-47,6-4 46 16,-2-1-293-16</inkml:trace>
  <inkml:trace contextRef="#ctx0" brushRef="#br1" timeOffset="75683.03">19533 6496 1796 0,'9'-8'0'0,"2"1"0"0,1 2 0 0,0 4 0 0,5 1 0 0,0 0 0 0,0 0 0 0,0 9 0 0,0 3 570 0,-4 4-267 0,-1 4-133 0,-4 3 52 16,-3 3-93-16,-2 5-37 0,-3-2-33 15,0 5-33-15,-12-3 10 0,-7 3 0 0,-3-3-116 0,-2 5 67 16,1-11 20-16,-4-3 0 0,4-1-165 15,0-8 98-15,4-2 47 0,-1-3 34 16,7-8-486-16,4 0 227 0,6-8 58 0,3-13-423 16,0 0 283-16,0-4 133 15,6-2-393-15,5-1 274 0,-3 2 152 0</inkml:trace>
  <inkml:trace contextRef="#ctx0" brushRef="#br1" timeOffset="75831.16">19737 6493 1498 0,'11'7'0'15,"-5"-2"0"-15,-1 5 0 0,-4 3 0 0,1 0 0 0,-2 2 0 0,0 4 0 0,-5 6 902 0,-2 1-433 0,2-2-217 0,2 3 211 0,3-5-218 16,0 2-143-16,0-2-102 0,3-3 0 0,11-1 0 16,2 2 0-16,0-7 0 0,6-5 0 0,2 1 0 15,2-7 0-15,2 1-493 0,8 9 90 0,-5-9 215 16,-1-2 112-16,-2-1-1003 0,-7 0 521 0,-7-4 261 16,-4-8-144-16</inkml:trace>
  <inkml:trace contextRef="#ctx0" brushRef="#br1" timeOffset="76156.91">20016 6232 2040 0,'1'-12'0'0,"7"3"0"0,2 1 0 0,4 1 0 0,0 2 0 0,0 5 0 0,2 0 1 0,-1 0 1 0,2 0-1 0,0 5 257 15,-7 6-114-15,0-1-76 0,-3 5-1 0,-1-3-29 0,-5 3 9 16,-1-1-106-16,0-2 49 0,0 3 24 0,-7-1-1 15,4-2-9-15,-1 3 42 0,1-3-9 16,0-2-1-16,2-3 98 0,-2 0-49 0,3 0-25 0,0 1 113 16,0 1-74-16,0 1-32 0,7 1 50 15,3-2-41-15,2 0 0 0,1 0-32 0,-1-1-32 16,-1 1-1-16,-1-1 24 16,0 2 1-16,-4-1 37 0,-2 3 8 0,-1 0-76 0,-3 0-5 0,0 0 0 0,-5-1 0 15,-5 1 0-15,-2 3 0 16,1-4 0-16,-1-1 0 0,-1 1 0 0,2-1 0 0,1-4 0 15,-1 3 0-15,1-5-304 16,-2 1-23-16,6 0 163 0,-4-2 53 0,1 2-836 16,0-1 446-16</inkml:trace>
  <inkml:trace contextRef="#ctx0" brushRef="#br1" timeOffset="76306.59">20662 6953 3466 0,'0'3'0'0,"2"-3"0"0,-1 2 0 0,2-1 0 0,1 2 0 0,-3-1 153 0,3-2-71 0,-3 1-35 0,1-1 0 0,-1 2-482 0,-1-2 209 0,0 0 100 0</inkml:trace>
  <inkml:trace contextRef="#ctx0" brushRef="#br1" timeOffset="77529.7">9287 7718 943 0,'0'-6'0'0,"0"0"0"0,0-1 0 16,0-2 0-16,0 1 0 0,0 3 0 0,0-5 0 0,0 3 163 0,0-1-63 0,0-4-22 0,0 3 65 0,0 0-54 0,0-2-26 16,0-1 1-16,0-2 1 15,0-1 9-15,0 2-36 0,0-1-1 0,0 1-45 16,0-1 45-16,-2 0 0 0,0 1 10 15,-4 2 16-15,0-1 0 0,1 4-26 0,-2 3 29 0,-1 1-1 16,-3 0-18-16,2 4 67 0,-1 0-38 0,1 9-1 16,4 10-38-16,-2 3 147 0,5 5-78 0,2 8-34 15,0 4-1-15,0 5 131 0,7 4-83 0,3 4-32 16,2-2 63-16,-2 8-56 0,2 1-29 16,-1 3 0-1,-1 4-132-15,-1 7 62 0,-3-9 16 0,-6-3-127 16,0 2 77-1,0-5 38-15,0-5 0 0,0-1-253 0,-12-19 136 0,4-11 30 0,-5-8 48 0,1-6-362 16,0-6 184-16,-4-2 75 0,5 0-386 0,0-12 246 16,1-4 123-16,-1-4 61 0</inkml:trace>
  <inkml:trace contextRef="#ctx0" brushRef="#br1" timeOffset="77689.31">8981 7978 1212 0,'-13'-11'0'0,"4"2"0"0,0 3 0 0,8 3 0 0,1-1 460 15,1 2-211-15,12-1-106 0,8 0-53 0,8-2 638 16,-2 4-351-16,1-5-169 0,4 6-86 0,0-5 207 16,0 4-316-16,5 0-13 0,-4-1-129 0,0 2-62 15,0 0 114-15,-2 0-843 0,1 4 475 0,5 7 245 0,-14-4 110 16</inkml:trace>
  <inkml:trace contextRef="#ctx0" brushRef="#br1" timeOffset="79021.7">9704 8192 1699 0,'-6'0'0'0,"-2"0"0"0,-1 0 0 0,4 4 0 0,-1 3 0 0,3 1 258 32,-2 0-110-17,5 6-56-15,-1 3 727 0,1 0-396 0,0 2-193 0,1 3 32 0,6 2-262 0,-1 1 0 0,3 6 0 0,-3-1 0 0,2 1 0 0,1-1 0 0,-4-1 0 0,0-2-56 16,2 3-167-16,-3-11 126 15,0-2 66-15,-1-8-725 0,-1 1 307 0,0-10 215 16,-2 0-256-16,0 0 232 0,0-7 111 0</inkml:trace>
  <inkml:trace contextRef="#ctx0" brushRef="#br1" timeOffset="79223.41">9774 7420 2321 0,'-6'-11'0'0,"1"2"0"0,-2 4 0 0,4 5 0 0,0-4 0 0,1 4 0 0,2 0 309 15,0 9-135-15,0 4 287 16,0 3-212-16,0 7-97 0,0 3-62 0,0 0-165 16,0 3 52-16,0 3 29 0,0 2 1 0,2 5-683 15,2-6 352-15,3 3 181 0,-4 2 90 0</inkml:trace>
  <inkml:trace contextRef="#ctx0" brushRef="#br1" timeOffset="79697.27">10121 7770 1460 0,'1'-6'0'0,"-1"-2"0"0,0 7 0 0,0-1 0 0,-5 2 0 0,-5 2 0 0,-6 13 348 16,0 5-148-16,-2 9-86 0,0 4 557 0,0 5-317 15,3 8-160-15,3-3 377 0,1 10-552 0,11-4-19 16,0-4 0-16,5 0 0 16,12-2 0-16,5-5 0 0,5 3 0 0,1-14 0 15,0-4 0-15,0-5 0 0,1-5-399 0,-6-3 66 16,5-4 192-16,-6-6 85 0,-2-2-974 0,-1-12 497 0</inkml:trace>
  <inkml:trace contextRef="#ctx0" brushRef="#br1" timeOffset="79971.41">10279 7943 888 0,'0'-12'0'0,"0"4"0"15,0 1 0-15,0 5 0 0,0-1 612 0,0 2-288 0,6 1-135 0,8 0-81 0,2 8 319 16,0 5-196-16,1-1-97 0,0 3 48 16,2 5-64-16,-2-2-45 0,-4 3-1 0,-3 3-38 0,1 0 1 15,-6 1 1-15</inkml:trace>
  <inkml:trace contextRef="#ctx0" brushRef="#br1" timeOffset="80023.78">10441 8120 3339 0,'0'24'-48'0,"0"3"41"0,-11 1 1 0,-5-3-139 0,-8-1 91 0,-2 2 53 0,0-7 14 0,-7-4-287 0,0-5 132 0,1-3 68 0,-2-7-152 0,0 0 82 0,8 0 59 0,6-7 25 0,3-13-288 0,6-6 156 0,10-1 78 0,1-5-423 0,6-3 256 0</inkml:trace>
  <inkml:trace contextRef="#ctx0" brushRef="#br1" timeOffset="80093.06">10544 7824 1752 0,'13'-6'0'0,"-3"1"0"0,-3 4 0 0,0 1 0 0,-5 0 0 0,-2 3 0 0,0 11 0 0,-6 5 0 0,-4 1 799 0,-5 7-372 0,1 3-201 0,1-1-94 0,0 3 450 0,3 5-569 0,4-2-13 0,3 6 0 0,3-10 0 0,0 0 0 32,9-1 0-32,10-2 0 0,3-4 0 0,4 0 0 0,4-6-386 0,1-5-38 0,1-3 230 0,-2-5 114 0</inkml:trace>
  <inkml:trace contextRef="#ctx0" brushRef="#br1" timeOffset="80281.05">10950 8108 1843 0,'-11'4'0'15,"2"3"0"-15,-3 0 0 0,3 3 0 0,1 1 0 0,1 3 0 0,-2 3 683 0,0 2-324 0,-2 3-154 0,3 2-97 16,-1 0-37-16,1-1 1 0,0 1-37 0,0-1-298 0,1 1 158 15,-1-11 66-15,0-1 37 0,2-2-639 0,0-4 329 16,-2-3 169-16,4-3-624 16</inkml:trace>
  <inkml:trace contextRef="#ctx0" brushRef="#br1" timeOffset="80438.64">10967 7916 2800 0,'4'-9'0'0,"-2"4"0"0,5-1 0 0,-2 3 0 0,3-1 0 0,0 4 0 0,3 0 0 0,1 0 546 0,2 10-255 0,2 1-129 16,2 2-30-16,0 2-132 0,-1 1 0 0,0 4 0 16,1-3 0-16,-2 1 0 15,1 5 0-15,-3-8-243 0,-1 2-75 0,-4 0 176 0,2-3 89 16,-5-1-1118-16</inkml:trace>
  <inkml:trace contextRef="#ctx0" brushRef="#br1" timeOffset="80615.87">11340 7865 2047 0,'2'-5'0'0,"-2"-1"0"0,0 4 0 0,0 0 0 0,0 2 0 15,0 0 0-15,0 15 0 0,-7 9 1048 0,-1 3-511 0,0 7-251 0,-2 6-273 0,-2 2-13 0,1 10 0 16,-3 0 0-16,1 7 0 16,-2 0 0-16,-1 1 0 0,-1 0 0 0,1 5 0 15,4-15-122-15,1-6 53 0,3-5-963 0,-4-5 503 16,4-7 275-16</inkml:trace>
  <inkml:trace contextRef="#ctx0" brushRef="#br1" timeOffset="80796.82">11361 7724 2203 0,'13'-16'0'0,"6"7"0"0,0 7 0 0,4 2 0 0,0 0 0 0,1 16 0 0,3 11 0 0,1 8 869 0,-5 5-421 15,-4 7-206-15,-2 5-73 0,-4 3-169 0,-6 4 0 0,-5 8 0 16,-2-9 0-16,-11 0 0 16,-6-4 0-16,-5-4 0 15,0-4-624-15,-3 0 251 0,3-20 200 0</inkml:trace>
  <inkml:trace contextRef="#ctx0" brushRef="#br1" timeOffset="86747.35">12470 7732 1754 0,'-2'-3'0'0,"0"-1"0"0,1 3 0 0,1-1 0 0,0 0 0 0,0 2 81 0,0 0 10 0,0 5-55 0,0 10 320 15,0 6-160-15,0 8-80 0,0 5-40 0,0 4 37 16,-7 2-42-16,-1 7-1 0,-2 4-155 0,-2-1 61 0,-4 3 30 16,-2 5-284-16,0-12 153 0,0-5 81 15,-2-3 40-15,1-6-232 0,-1-6 128 0,-2 0 15 16,8-17 48-16,-1-4-537 0,3-5 272 0,5-5 138 15</inkml:trace>
  <inkml:trace contextRef="#ctx0" brushRef="#br1" timeOffset="86892.63">12419 8103 562 0,'20'-1'0'0,"-3"-2"0"0,5 1 0 0,-8 2 0 0,-1 0 235 0,-4 0-100 0,1 10-48 16,-2 5-26-16,1 4 529 0,-7 1-282 0,0 5-135 15,-2 3 154-15,0 1-145 0,0 0-73 0,-6 7-330 16,-1-8 124-16,3-3 67 0,0-2 33 0,-3-5-618 0,2-2 334 15,2-9 155-15,2-6 81 0,-1-1-340 0,1-5 106 16</inkml:trace>
  <inkml:trace contextRef="#ctx0" brushRef="#br1" timeOffset="87032.67">12515 8199 818 0,'4'-22'0'16,"1"5"0"-16,2 1 0 0,3 2 0 0,3 3 0 0,1-1 434 0,8 0-189 0,0 2-109 0,5 3-50 0,2 0 153 15,2 1-101-15,1 2-51 0,3 1-16 0,-9 1 196 0,-2 2-116 16,-2 0-57-16,-2 0-392 0,-6 2 167 15,3 4 93-15,-9 1-660 16,-3 0 368-16,-1-3 182 16</inkml:trace>
  <inkml:trace contextRef="#ctx0" brushRef="#br1" timeOffset="87196.12">12740 7842 1335 0,'-13'-6'0'0,"4"1"0"0,3 5 0 0,-1 0 0 0,5 0 0 0,2 8 0 0,0 12 587 0,5 6-275 0,6 3-138 15,5 9-60-15,-4-1 135 16,4 6-107-16,0 3-52 0,2 2 45 0,0 7-40 0,-2-7-34 0,-1-5-399 16,0 0 187-16,-2-4 94 15,2-7 47-15,-1 3-597 0,-6-17 318 0,1-6 162 0,-2-7-3 16,-3-5-497-16,0-3 295 0</inkml:trace>
  <inkml:trace contextRef="#ctx0" brushRef="#br1" timeOffset="87348.09">12931 7954 1078 0,'-4'-11'0'0,"0"0"0"0,1 4 0 16,2 1 0-16,-1 5 0 0,2-1 789 0,0 2-376 0,0 0-188 0,3 9 24 0,5 2-97 15,2 3-62-15,0 5-178 16,1-2 63-16,0 5 31 0,3-2-1 0,0 2-783 31,2-1 396-31,-2-4 200 0</inkml:trace>
  <inkml:trace contextRef="#ctx0" brushRef="#br1" timeOffset="87485.79">13309 8056 1551 0,'0'2'0'0,"0"-2"0"0,0 0 0 0,0 3 0 0,0 1 0 0,-1 4 0 0,-5 0 0 0,0 3 653 0,-4 5-308 0,-2 5-154 0,-4 3-59 0,1 1-52 16,-1 3 0-16,-1-1-235 0,2 1 96 0,-1-1 48 0,0-1 33 15,3-8-657-15,3-4 335 16,2-6 167-16,1-5 84 0</inkml:trace>
  <inkml:trace contextRef="#ctx0" brushRef="#br1" timeOffset="87636.92">13138 7872 1524 0,'4'-19'0'0,"0"5"0"0,3-1 0 0,2 9 0 0,4 1 0 0,1 4 0 0,4 1 0 0,4 17 0 0,2 6 719 0,-1 8-341 0,2 5-171 0,3 6 270 15,-5 3-225-15,-1 2-108 0,-2 2-319 16,0-1 106-16,-1-1 52 0,3 6 36 0,-5-13-350 15,0-3 184-15,-1-3 91 16,-1-5 47-16,-2-8-915 0</inkml:trace>
  <inkml:trace contextRef="#ctx0" brushRef="#br1" timeOffset="87793.65">13623 8020 2805 0,'-3'0'0'0,"0"-2"0"0,2 1 0 0,-4-1 0 0,5 0 0 0,0 2 0 0,0 0 0 0,2 2 0 0,5 9 258 0,2 0-101 0,3 5-65 0,2 0-468 0,-2 3 206 16,3-4 103-16,1 4 52 0,1-1-401 0,-2-4 221 15</inkml:trace>
  <inkml:trace contextRef="#ctx0" brushRef="#br1" timeOffset="87977.54">13896 7831 2655 0,'0'-4'0'0,"0"1"0"0,0-1 0 0,-2 4 0 0,-1 0 0 0,1 16 0 0,0 11 0 0,0 12 494 0,0 9-219 0,-4 10-124 15,0 9 205-15,-2 11-356 0,-6 8 0 0,0 7 0 16,-5 7 0-16,2-17 0 0,-1-4 0 0,-1-8 0 16,6-7 0-16,1-8 0 0,-2 2 0 0,8-22-618 15,0-6 180-15,-1-11 234 0</inkml:trace>
  <inkml:trace contextRef="#ctx0" brushRef="#br1" timeOffset="88127.19">14012 8085 1851 0,'13'-12'0'0,"0"0"0"0,5 1 0 0,-2 4 0 0,3-1 0 0,5-1 0 0,-3 3 781 0,-1 6-372 0,5-2-187 0,-2 2-93 0,3 0-30 0,0 0-22 0,-6 0-10 0,2 5-545 0,-4 4 257 0,-3 3 128 0</inkml:trace>
  <inkml:trace contextRef="#ctx0" brushRef="#br1" timeOffset="88268.07">14084 8307 1923 0,'-11'0'0'0,"-1"0"0"0,4 0 0 0,2 0 0 0,3 1 0 0,3-1 0 0,0 0 0 0,1 0 0 0,12 0 450 0,7 0-207 0,3-1-104 0,3-3-52 15,0-3-530-15,5 1 249 16,-1-1 109-16</inkml:trace>
  <inkml:trace contextRef="#ctx0" brushRef="#br1" timeOffset="88472.41">14452 8064 1164 0,'7'-8'0'0,"1"-1"0"0,3 3 0 0,1 0 0 0,1 3 137 0,2 3-50 0,3 0-27 0,1 0 593 0,-2 11-309 15,5 2-146 1,-6 5-85-16,-1 3 256 0,-4 3-166 0,-5 4-84 0,-4-1-42 16,0 7-1-16,-2-3-40 0,-10 1-1 0,-9 0-117 15,-4 0 59-15,-5-1 29 0,-5 0-90 0,2-7 55 16,-4-4 32-16,0-5 0 0,2-3-407 0,4-7 212 31,-2-2 31-31,13-3 79 0,4-8-588 0,12-12 317 0</inkml:trace>
  <inkml:trace contextRef="#ctx0" brushRef="#br1" timeOffset="88647.46">14745 8032 1512 0,'-11'11'0'0,"0"0"0"0,-1 8 0 0,-1-2 0 0,1 4 0 0,-2 4 1142 0,3 0-553 0,3 3-277 0,1 7 64 0,7-5-376 0,0 1 0 0,5-2 0 0,8 0 0 0,6 1 0 0,3-7 0 0,3-5 0 0,4-3 0 0,2-5 0 0,-1-4 0 0,4-2-370 0,-6-4-20 0,-3 0 213 0,-2-8 106 0,-1-6-1039 0</inkml:trace>
  <inkml:trace contextRef="#ctx0" brushRef="#br1" timeOffset="88882.09">14968 7807 1336 0,'5'-7'0'16,"1"2"0"-16,5 0 0 0,0 1 0 0,3 1 641 0,1 3-294 0,4 0-160 0,-3 3-76 0,2 11 72 0,-2-1-74 0,-1 7-37 0,-4 4-45 0,-3-2 8 0,-7 6 1 0,-1-1-1 0,-1-1-163 0,-11 0 81 0,-4 5 51 0,-3-9 116 0,1 0-42 0,-1-5 0 0,2 0-43 0,3-9 324 0,0 4-153 0,6-7-99 0,5-3-107 0,3-2 0 0,0 0 0 0,8 0 0 0,10 0 0 0,7-5 0 0,5-6 0 0,2 0 0 0,6-3 0 0,3 0-43 15,-5 3-17-15,-1 2-1229 0</inkml:trace>
  <inkml:trace contextRef="#ctx0" brushRef="#br1" timeOffset="89602.14">9203 8768 1351 0,'-22'-7'1'0,"1"2"0"0,3 2 0 0,-1-3 0 0,6 5 0 0,3-2 0 0,4 0 0 0,2 2 0 0,3 0 510 0,-2-1-228 0,3 2-127 0,8 0 205 0,15 0-162 47,13 0-80-47,11 0 300 0,18 0-182 0,6 0-106 0,16 0-47 0,9 0-12 16,7 0-72-16,10 0 0 0,25 0 0 0,0 0 0 0,4 0 0 0,6 0 0 0,0 0 0 0,-1 0 0 16,5 0 0-16,-41 0 0 0,-14 0 0 0,-6 0 0 0,-11 0 0 62,4 2 0-62,-26-1 0 0,-11 0 0 0,-9 2 0 0,-8-2-38 0,-8 1-10 0,-6-1-22 0,-15-1 29 0,-1 2 134 0,0-2-59 0,0 0-30 0,-5 1-34 0,-1-1 126 0,-2 3-96 78,-2-2 0-78,0 1 0 0,1-1 0 0,0 0 0 0,1 2 0 0,2-3 0 0,-1 0 0 0,1 4 0 0,-2-1-1156 0</inkml:trace>
  <inkml:trace contextRef="#ctx0" brushRef="#br1" timeOffset="95601.88">17046 8020 631 0,'3'0'0'0,"-2"0"0"0,-1 0 0 0,0-3 0 0,2 1 0 0,-2-2 186 0,0 2-75 0,2-1-36 0,-2 0-1 0,1-2 52 0,1 3-49 0,-1-3-1 0,1 0 9 0,0 1-25 16,-1-3 1-16,1-1-15 0,-2 1-29 0,3-1 20 15,-1-1 0-15,-1-2-35 0,1 2 35 0,-2-4 9 16,0 2-9-16,0-3 34 0,0 1-34 0,0 1 0 16,0 0 0-16,-2-5 55 0,-4 6-55 15,1 2 0-15,-1-1 77 0,-2 2-39 0,0 1 0 0,-1 0 46 16,1 5-46-16,-3 0-1 0,3 2-36 16,-1 0 34-16,1 4 0 0,-3 10-26 15,6 5-9-15,1 8 0 0,3 4 0 0,1 6 0 16,0 10 88-16,0 1 5 0,3 4-47 0,4 2 0 15,1 8-83-15,3 1 37 0,-2 11 10 0,-1-11-10 16,0 0-97-16,-4-1 49 0,0-4 24 0,-2-8-121 16,-2 8 70-16,0-21 15 15,-4-6 24-15,-5-4-145 0,-4-5 74 0,-1-9 38 0,-2 1-13 0,-3-13-230 16,2-1 123-16,-3-1 42 0,1-10-126 0,0-3 100 16,-1-5 40-16,7-4-435 0,-2-5 247 0,4-4 123 15,0-9 62-15,-1-5-374 0</inkml:trace>
  <inkml:trace contextRef="#ctx0" brushRef="#br1" timeOffset="95746.56">16716 8224 1749 0,'-11'-18'0'0,"3"3"0"0,2 3 0 0,1 5 0 0,1 0 0 0,4 6 0 0,0 1 236 0,0-3-99 0,8 3-51 0,9-1 490 0,8-1-260 0,3 0-145 0,3 0-66 0,3 1 314 0,2 1-283 0,1 0-136 16,6 0 0-16,-6 0 0 0,0 5 0 0,0 5-5 31,-3 0-818-16,-1 3 430-15,3 0 224 0,-11 2-452 0,0-1 315 0</inkml:trace>
  <inkml:trace contextRef="#ctx0" brushRef="#br1" timeOffset="95964.59">17350 8364 1376 0,'-8'2'0'0,"2"-2"0"0,1 4 0 0,0 4 0 0,2-2 0 0,2 0 884 0,1 7-425 0,0 2-211 0,0-1 240 15,0 7-218-15,0-1-121 0,0 1-304 16,1 1 95-16,2 2 48 31,1-2 24-31,-1 2-270 0,0-4 142 0,-2-4 76 0,3-2 37 0,-3-5-758 16,1 0 386-16,-1-2 196 0,-1-4 94 0,0-3-618 16</inkml:trace>
  <inkml:trace contextRef="#ctx0" brushRef="#br1" timeOffset="96106.49">17485 7755 2102 0,'0'-19'0'0,"0"8"0"0,0 4 0 0,0 1 0 0,0 2 0 0,0 3 0 0,0 1 669 0,0 0-317 16,0 1-158-16,0 13-79 0,0 2 1 0,0 4-30 16,0 5-10-16,-1 3-41 0,-2 3-243 0,-2 2 122 15,2 2 61-15,-1 2-781 16,2-5 413-16,2 2 208 0</inkml:trace>
  <inkml:trace contextRef="#ctx0" brushRef="#br1" timeOffset="96300.76">17717 8028 1743 0,'0'4'0'0,"-7"-1"0"0,-1 1 0 0,2 4 0 0,-2 3 0 0,0 0 0 0,2 5 0 0,0 2 807 0,1 5-385 0,3 4-192 15,2 2 180-15,0 2-191 0,0-1-119 0,4-1-362 16,7 2 136-16,2-2 82 0,2 0 49 0,2-6-792 16,-3-4 411-16,3-4 207 0,-1-6 103 0,0-3-755 15,2-1 347-15</inkml:trace>
  <inkml:trace contextRef="#ctx0" brushRef="#br1" timeOffset="96519.91">17865 8119 1154 0,'-4'-13'0'0,"3"2"0"0,-1-2 0 0,2 5 0 0,0 3 0 0,0 0 0 0,2 2 299 0,5 3-131 0,2 0-56 16,3 0 405-16,1 3-240 0,0 6-120 0,1 2 128 15,0 2-124-15,0 2-53 0,-4 2-40 0,-1 1 1 16,-3 0-33-16,-4 5 1 0,-2-3 0 0,0 8-63 0,0-7 27 31,-8 0 0-31,-5-3 36 0,-2 0-133 0,0 0 66 0,-3-4 43 0,-2-3-141 0,1-4 81 16,-3-2-10-16,0-4-411 0,4-1 196 0,-2 0 90 15,7-1 78-15,1-13-348 0,5-3 207 0,7-3 104 16,0-5 53-16,3-5-436 0</inkml:trace>
  <inkml:trace contextRef="#ctx0" brushRef="#br1" timeOffset="96676.91">18060 8006 1048 0,'13'-4'0'0,"1"0"0"0,-8 2 0 0,-3 2 0 0,-1 0 0 0,-2 6 0 0,0 7 0 0,-3 1 784 0,-7 4-378 0,0 2-185 0,0 3-92 16,1 0 541-16,1 3-317 0,-1 0-149 15,4-2-88-15,3 0-116 0,2-4 0 0,0 1 0 16,0 2 0-16,5-5 0 16,6-3 0-16,0-3-488 15,3 1 181-15,1-5 172 0,1 1 95 0,1-6-983 0,-1-1 493 0</inkml:trace>
  <inkml:trace contextRef="#ctx0" brushRef="#br1" timeOffset="96840.27">18386 8274 2446 0,'0'0'0'0,"0"0"0"16,0 3 0-16,0-1 0 0,0 2 0 0,0 1 0 0,0 2 0 0,0 2 0 0,0 5 390 0,-2 0-177 0,-7 3 45 0,1 4-102 0,-3-1-64 15,-2 4-28-15,-2-2-56 0,0-1 28 16,-1 1 1-16,-2-1 8 0,2-5-587 0,0-1 290 16,4-3 144-16,-2-4 72 0,4-2-842 0,1-6 440 15</inkml:trace>
  <inkml:trace contextRef="#ctx0" brushRef="#br1" timeOffset="97093.18">18428 8069 1783 0,'8'-4'0'0,"1"-3"0"0,2 5 0 0,0-4 0 0,5 3 0 0,1 3 385 0,1 0-174 0,4 0-88 0,0 0 248 0,3 0-168 0,2 11-73 0,-4 0-52 0,-4 4 199 0,-1 1-120 0,-2 3-61 0,-5 1-104 16,-2 2 9-16,-7-1 35 0,-2 3 1 15,-2-1-241-15,-14 0 121 0,-5-1 59 0,-4 2-303 16,-6-7 178-16,1 0 92 0,-4-5-31 0,-1-4-514 16,0-3 283-16,3-1 132 0,7-4 80 0,6 0-230 0,7-9 150 62</inkml:trace>
  <inkml:trace contextRef="#ctx0" brushRef="#br1" timeOffset="97224.84">18757 7943 2769 0,'5'0'0'16,"1"-3"0"-16,-1 3 0 0,0 0 0 0,-3 0 0 0,-2 9 0 0,0 6 0 0,-2 4 0 0,-8 6 0 0,-3 4 479 15,4 5-221-15,-4 3 167 0,7-2-425 0,1 1 0 0,5-1 0 0,0-2 0 0,5-3 0 0,10 1 0 16,6-9 0-16,6-8 0 0,2-4 0 16,2-7 0-16,5-3-319 0,-5 0 3 0,1-10 176 15,-4-5 89-15,-4-3-946 0,0 0 481 0</inkml:trace>
  <inkml:trace contextRef="#ctx0" brushRef="#br1" timeOffset="97492.87">18953 7819 1222 0,'-6'-15'0'16,"1"6"0"-16,5 0 0 0,0 5 0 0,0-1 0 0,2 0 460 0,12 4-203 0,-2 1-115 0,3 0-53 15,1 0 202-15,0 8-128 0,0 3-63 0,-2 2-18 16,-4-1-8-1,-2 4-38-15,-3 2 0 0,-3-2-64 0,-2 4 33 0,0 2 8 0,-2-6 121 16,-7-1-50-16,-2 1-23 0,-3-1-1 16,3-5 231-16,-3 4-119 0,3-5-73 0,3-5-31 0,-2 1-48 0,3-1-20 15,2-1 0-15,4-1 0 16,1 1 0-16,0-3 0 0,4 0 0 0,12 0 0 0,1 0 0 16,3 0 0-16,1-3 0 15,2-2 0 1,2-1-27-16,0 3 14 0,1-3-981 0,-5 2 483 0,-1-1 238 0,0 0 118 0</inkml:trace>
  <inkml:trace contextRef="#ctx0" brushRef="#br1" timeOffset="97650.88">19369 7845 1666 0,'11'0'0'0,"2"0"0"0,-4 0 0 0,5 0 0 0,-2 3 0 0,2 8 0 0,4 5 0 0,-3 5 0 0,-2 8 958 0,-2 7-461 15,-1 9-230-15,-5 5 215 0,-3 7-421 0,-2-5-61 16,-7 2 0-16,-11 1 0 0,-7-2 0 0,-1-2 0 15,-6 0 0-15,4-12 0 0,1-7 0 0,1-1 0 16,0-5-892-16,1-6 375 0</inkml:trace>
  <inkml:trace contextRef="#ctx0" brushRef="#br1" timeOffset="98073.73">19698 8085 2265 0,'8'4'0'0,"1"-3"0"0,4 4 0 0,1-3 0 0,4 0 0 0,4-1 0 0,-1-1 0 0,0 0 0 0,2 0 334 0,1 2-149 0,0-2-75 15,3 4-138-15,-5-3 27 16,0 3 0-16,-3-2-529 0,-1 4 283 0,2-1 151 0,-7 4 61 0</inkml:trace>
  <inkml:trace contextRef="#ctx0" brushRef="#br1" timeOffset="98230.59">19871 8330 1211 0,'-9'-3'0'15,"2"-2"0"-15,1 3 0 0,4-4 0 0,-1 3 267 0,3 0-120 0,1-2-55 0,11 0 582 0,6 0-318 32,6 0-160-32,-1-2-71 0,4 3-58 0,1-1-31 0,0 0 0 0,2 5-694 15,1-4 347-15,3 2 182 16,-3 1 79-16</inkml:trace>
  <inkml:trace contextRef="#ctx0" brushRef="#br1" timeOffset="98494.44">20373 8088 2265 0,'1'-3'0'0,"-1"-7"0"0,2 4 0 0,1 1 0 0,6-1 0 0,1 4 0 0,2 0 0 0,7 2 353 0,2 0-164 0,2 2-76 15,0 9 129-15,5 6-103 16,-3 1-52-16,0 4-16 0,-7-2-139 0,-2 6 52 16,-7-1 26-16,-7-1-208 0,-2 5 116 0,0 6 68 0,-17-5 21 15,-11 1-82-15,-2-2 55 0,-6 1 28 16,-6-6-296-16,-3 5 142 0,4-12-6 0,1-5 61 16,2-3-274-16,3-6 165 0,7-3 83 0,1-2 31 15,15-20-357-15,12-6 204 16,0-7 102-1</inkml:trace>
  <inkml:trace contextRef="#ctx0" brushRef="#br1" timeOffset="98644.78">20632 8056 1843 0,'7'2'0'0,"-1"-2"0"16,1 3 0-16,-4 0 0 0,1 2 0 0,-2 1 0 0,-2 7 417 0,0-1-181 0,0 5-105 0,-3 2 340 0,-6 3-217 0,5 2-110 0,1 2 291 31,3 5-435-31,0-5 0 0,0 2 0 0,7-1 0 0,11-1 0 0,3-3 0 0,7-2 0 15,-2-4-105-15,5-7-178 0,-2-3 160 0,3-7-784 0,1 0 380 0,-5 0 259 16,-2-10 55-16</inkml:trace>
  <inkml:trace contextRef="#ctx0" brushRef="#br1" timeOffset="98927.48">20871 7786 1721 0,'0'-21'0'0,"0"0"0"0,0 6 0 0,5 6 0 0,4 1 0 0,4 3 0 0,1 2 0 0,3 2 0 0,2 1 0 0,1 0 488 0,-3 9-227 0,0 4-112 16,-1 4-29-16,-2 1-33 0,-6 1-10 0,-5 3-41 15,-3 1-74-15,0 2 37 16,-3-2-1-16,-10 1 137 0,-1-4-55 0,-3-4-22 0,1 1 0 16,1-5 88-16,-1 2-55 0,0 0-19 0,2-7-8 15,4-3 153-15,0 2-105 0,3-6-112 0,2 0 0 16,2 3 0-16,3-3 0 15,0 0 0-15,8 0 0 0,9 0 0 0,2 0 0 0,5-3 0 16,0-1 0-16,4 0 0 0,-2-1 0 16,2 2-323-16,0 2 110 0,0-2 108 15,-4 3-20-15,-4 0-799 0,-2 3 445 0</inkml:trace>
  <inkml:trace contextRef="#ctx0" brushRef="#br1" timeOffset="99082.31">21038 8218 2128 0,'-11'1'0'0,"2"-1"0"16,-1 0 0-16,4 4 0 0,3-1 0 0,0-1 0 0,3 1 353 0,0 2-159 0,11-1-70 0,7-1 432 0,5 1-260 15,3-3-131-15,5-1-64 0,0 0-278 0,5 0 115 0,-5 0 45 0,-1 0 26 16,-1 0-406-16,0-1 216 16,-1-1 108-16,1 0-912 0</inkml:trace>
  <inkml:trace contextRef="#ctx0" brushRef="#br1" timeOffset="99376.81">21337 8025 1249 0,'8'-5'0'0,"-2"2"0"0,2-3 0 0,1 1 0 0,1 1 0 0,5 0 0 0,1 2 0 0,2 2 680 0,3 0-323 0,1 0-160 16,0 10-81-16,4 2 228 0,-4 5-159 0,-3 4-75 15,-3 1-37-15,-3 3 4 0,-5 4-42 0,-2 4 1 0,-6-2-115 16,-3 2 58-16,-16 1 28 0,-6 2-104 15,-3-3 67-15,-5 4 41 16,2-13-8-16,-1-3 18 0,-1-3 15 0,3-6 0 0,1-3-52 16,2-1 206-16,6-7-105 0,6-1-34 0,2 0-16 0,8-1 205 15,2-7-240-15,1 3 0 0,2-4 0 16,2 2 0 0,15-1 0-16,3 1 0 0,7 0 0 0,2 4 0 0,1-1 0 0,3 3 0 0,-1 1 0 15,-1 0 0-15,3 0 0 0,1 0 0 0,-8 0-89 16,2 5-33-16,-5-1 64 0,-1 3-892 0,0 0 457 15,0 0 220-15</inkml:trace>
  <inkml:trace contextRef="#ctx0" brushRef="#br1" timeOffset="99745.26">21787 8058 1387 0,'2'0'0'0,"1"0"0"0,2-4 0 0,-1 0 0 0,5 3 0 0,3-1 0 0,0 2 493 0,5 0-220 0,2 0-124 0,1 2 303 16,4 10-208-16,-4 1-105 0,-1 2 2 15,1 3-44-15,-3 1-35 0,-5 3-1 16,-5 0-63-16,-5 0 0 0,-2 4 37 0,0 1 9 0,-10-1-133 16,-12-1 62-16,-4-1 31 0,-2 0 0 0,-5-2-109 0,-5-2 79 15,3-4 24-15,0-4-303 16,0-5 120-16,2-2 88 0,1-5-331 0,3 0 189 31,10-1 106-15,6-13 49-16,8-4-189 0,5-5 120 0,1-4 58 15,18-5 22-15</inkml:trace>
  <inkml:trace contextRef="#ctx0" brushRef="#br1" timeOffset="99893.97">22101 7996 1791 0,'5'0'0'0,"1"0"0"0,0 0 0 0,-2 0 0 0,-2 0 0 0,-2 6 0 0,0 5 0 0,-11 5 0 0,-1 5 0 0,-2 4 797 0,0 3-385 31,1 5-189-31,1-4 337 0,6 5-412 0,2 0-148 0,3 4 0 0,1-10 0 16,3 3 0-16,12-6 0 0,4-2-189 0,8-6-89 0,4-1 166 0,0-10 69 15,2-5-392-15,1-1 235 0,-1-1 118 0,-2-9-130 16</inkml:trace>
  <inkml:trace contextRef="#ctx0" brushRef="#br1" timeOffset="100189.77">22432 7788 1367 0,'1'-5'0'0,"2"1"0"0,-2 3 0 0,1 0 0 0,0-1 0 0,-1 2 321 0,1 0-144 0,-2 4-62 0,0 7-45 16,0 3 211-16,-3 6-123 0,-7-2-62 15,-4 3-21-15,0 1 10 0,-3-3-51 0,3 0 1 0,-4-2-30 16,5-3 0-16,-3 1 29 0,2-2 104 16,2-5-57-16,4-2-23 0,3-2 1 0,-1-1 103 0,5 0-54 15,1-3-42-15,6 0 1 0,11 0 97 0,5 0-65 16,4 0-32-16,5 0-63 15,-1 0-4-15,3 0 0 0,-2 0 0 0,2 0-16 16,0 0-47-16,2 0 57 0,-7 0-603 16,-4 0 289-16,-1 0 164 0,-3 0 36 0,-4 0-663 15,-2 0 366-15,-7 0 195 0,-5 0 94 0,-2 0-435 16,0-6 282-16,0-8 140 0</inkml:trace>
  <inkml:trace contextRef="#ctx0" brushRef="#br1" timeOffset="100302.89">22645 7797 626 0,'-4'-4'0'0,"1"1"0"0,0-4 0 0,0 7 0 0,3 0 0 0,-3 0 396 0,2 10-180 16,1 7-91-16,0 4-37 0,-3 8 414 0,1 1-234 16,0 11-117-16,-3-3-25 0,-1 6-47 15,-2 8-13-15,1-2-555 0,-2 0 262 0</inkml:trace>
  <inkml:trace contextRef="#ctx0" brushRef="#br1" timeOffset="100451.68">22937 8861 3718 0,'0'0'0'0,"0"0"0"0,0 1 0 0,0 1 0 0,0-2 0 0,0 1 0 0,0 2 0 0,0-3 0 0,0 1 114 0,0-1-44 0,0 0-763 16</inkml:trace>
  <inkml:trace contextRef="#ctx0" brushRef="#br1" timeOffset="102530.38">9397 9298 169 0,'-4'0'0'16,"-1"0"0"-16,2 0 0 0,1 0 0 0,0 0 0 0,1 0 504 0,-1 0-233 15,1 0-109-15,1 0 224 0,0-5-174 0,0-2-89 0,0-5 37 16,0-1-62-16,1-4-22 0,3 0-9 0,-1-4 22 16,0-1-26-16,-1-2 0 0,-1 2-26 0,1-2 15 15,-2 1-16-15,0 1 1 0,0 4-1 0,-6 2 66 16,-1 0-24-16,-4 5-9 0,0 5 92 0,-1 2-63 140,-2 3-31-140,3 1 110 0,-5 5-62 0,1 12-43 0,4 6-1 0,0 7 47 0,3 4-41 0,5 7 0 0,2 6-69 0,1 1-8 0,0 3 0 0,3 5 0 0,5 6 0 0,2 5 0 0,1 8 0 0,-1-10 0 0,0-1 0 0,-2-1 0 0,-2-8 0 0,-4-3 0 0,0 6 0 0,-2-20 0 0,0-1 0 0,0-8-35 0,-10-6-92 0,-1-4 60 0,-2-3-50 0,0-13-221 0,-3-3 151 0,0 0 75 0,-3-3 38 0,2-9-434 16,1-5 227-16,2-3 127 0,3-6-426 0,0-3 272 0,0-5 135 16,-3-5-280-16</inkml:trace>
  <inkml:trace contextRef="#ctx0" brushRef="#br1" timeOffset="102663.66">9056 9622 1955 0,'-8'-14'0'0,"2"4"0"0,3 2 0 0,0 3 0 0,2-4 0 0,1 7 0 0,1-4 0 0,10 2 384 0,7-3-174 0,6 0 407 16,3-1-282-16,1 1-153 15,1 1-73-15,1-1 30 0,1 3-139 0,1-2 0 0,2 2 0 16,-5 2 0-16,2 0 0 0,-4 2 0 0,2 0 0 0,-1 0-733 16,-5 7 337-16,-1 1 217 0</inkml:trace>
  <inkml:trace contextRef="#ctx0" brushRef="#br1" timeOffset="102973.98">9508 9651 1741 0,'-6'0'0'0,"0"0"0"0,1 2 0 0,-1-2 0 0,3 3 0 0,3-3 0 0,0 1 0 0,3-1 612 0,11 2-288 16,2 2-135-16,4 1-81 0,1 1 79 15,1 2-75-15,-1 2-38 0,-1 2 0 16,1 2-136-16,-5-1 44 0,-1 3 28 16,-5 1-256-16,-2 0 141 0,-5 1 71 0,-1 3-21 0,-2-3 42 0,-7 0 24 15,-9-1-11-15,-4-4 218 0,-2-2-139 0,-5 2-54 16,4-4-31-16,2-4 510 0,1-2-302 0,4 0-202 15,5-3 0-15,-3 2 0 0,10-2 0 0,2 0 0 16,2 0 0-16,0 0 0 16,12-2 0-16,8 1 0 0,3-4 0 0,3 3 0 15,1 1 0-15,2-1 0 0,-2 2-165 0,3 0 12 0,-4 0 82 16,-2 0-818-16,2 0 426 0,-3 0 214 16,2 0 97-16,-7 0-264 15</inkml:trace>
  <inkml:trace contextRef="#ctx0" brushRef="#br1" timeOffset="103153.67">9771 9045 1743 0,'-1'-6'0'0,"-4"1"0"0,3-1 0 0,-3 3 0 0,3 2 0 0,2 1 0 15,0 0 716-15,0 8-339 0,0 6-170 0,-2 5-77 0,2 3 14 16,-3 5-54-16,2 3-27 0,-4 3-138 15,3 1 56-15,-4 6 37 0,3-5-689 0,-3 6 354 0,2-4 177 32,-3 3 88-32</inkml:trace>
  <inkml:trace contextRef="#ctx0" brushRef="#br1" timeOffset="103731.36">10198 9244 1644 0,'-8'-9'0'0,"-4"4"0"0,4 2 0 0,0 1 0 0,-4 2 0 0,1 0 0 0,-2 7 0 0,-4 8 714 0,-1 11-344 16,2 3-167-16,1 5 320 0,3 5-243 0,2 0-123 15,3 4-117-15,7-4-40 16,0 0 0-16,13-3 0 0,7 0 0 0,5-4 0 0,3 1 0 0,2-12 0 16,0 0 0-16,1-7-174 0,-2-2 77 0,1-5 66 15,3 1-965 1,-8-8 491-16,-1 0 194 0</inkml:trace>
  <inkml:trace contextRef="#ctx0" brushRef="#br1" timeOffset="103959.34">10341 9404 1461 0,'-7'-8'0'0,"-1"-1"0"15,3 4 0-15,4 3 0 0,1 0 0 0,0-1 0 0,1 3 0 0,11 0 441 0,4 0-207 0,3 5-99 16,0 3 173-16,1 3-136 0,2 1-68 0,-2 5-24 0,-1-5-84 15,-5 5 41-15,1-2-1 16,-5 4-274 0,-2-1 138-16,-2 3 76 0,-5-2 26 0,-1-1-124 0,-6 0 79 0,-9 0 11 0,-6-3 28 15,-3 0-133-15,-3-9 62 0,-1 1-13 0,-2-5-25 0,2-2 31 16,3 0 23-16,-1-2-273 0,7-12 153 0,8-6 71 0,5-4 36 16,6-3-415-16</inkml:trace>
  <inkml:trace contextRef="#ctx0" brushRef="#br1" timeOffset="104123.08">10608 9235 1360 0,'3'0'0'0,"-1"3"0"0,-1-2 0 0,1 2 0 0,-2 4 0 0,0 1 0 0,0 6 0 0,-5 1 829 0,-6 9-397 0,2 0-198 0,-1 6-98 0,0 5 458 0,5-5-283 0,-1 4-276 0,6-3-35 0,0 1 0 0,0 1 0 0,9-9 0 15,9 0 0-15,0-5 0 0,4-3 0 0,4-5-683 0,5 1 295 16,-6-9 207-16,3-3 109 0</inkml:trace>
  <inkml:trace contextRef="#ctx0" brushRef="#br1" timeOffset="104284.46">10933 9511 3514 0,'-10'0'-1'0,"1"0"-1"0,-1 0 1 0,2 1 1 0,-3 5-1 0,4-1 0 0,2 7 1 0,-3-3-1 0,2 8 1 0,2 0 410 0,-6 6-396 0,4 0-14 0,2 2 0 0,-3 0 0 0,2 0 0 15,0 1 0-15,-1-2 0 16,3-4 0-16,0-6 0 0,1 0-357 0,-1-5-32 16,2-7 213-16</inkml:trace>
  <inkml:trace contextRef="#ctx0" brushRef="#br1" timeOffset="104445.38">11018 9361 2571 0,'0'0'0'0,"1"-1"0"0,1-2 0 0,0 2 0 0,3 1 0 0,-1 0 0 0,5 0 465 0,1 0-215 0,3 7-107 16,0 1-80-16,1 2-27 0,3 3-1 0,-1 0 1 15,-2 2-331-15,2 0 166 0,-1 1 91 0,-2-2 33 16</inkml:trace>
  <inkml:trace contextRef="#ctx0" brushRef="#br1" timeOffset="104611.78">11253 9256 1427 0,'0'-7'0'0,"0"0"0"0,0 3 0 0,0-1 0 0,0 4 0 0,0 1 0 0,0 1 765 0,0 17-364 0,0 4-183 0,0 7 309 0,-2 5-250 0,-3 5-120 0,-2 6-61 0,-1-1-94 0,-1 4 0 16,-5 7 43-16,1-6-31 0,-2 0-204 0,-1 1 102 15,-1-7 62-15,1 0-720 16,0 3 400-16,5-17 186 0</inkml:trace>
  <inkml:trace contextRef="#ctx0" brushRef="#br1" timeOffset="104818.49">11328 9189 1745 0,'19'-10'0'0,"1"3"0"0,11 2 0 0,-3 4 0 0,4 1 0 0,1 0 368 0,1 11-167 0,-1 9-83 0,3 4 703 0,-8 4-397 0,-6 4-195 16,-4 3-204-16,-9 5-25 0,-5 3 0 0,-4 4 0 16,-6-4 0-16,-13-3 0 0,-5-1 0 0,-3-4 0 15,-1-2 0-15,-5-1 0 0,4-8 0 0,-2-5 0 16,4-4-894-16,-1-2 302 0</inkml:trace>
  <inkml:trace contextRef="#ctx0" brushRef="#br1" timeOffset="105590.22">12687 9019 1081 0,'0'-15'0'0,"0"4"0"0,0-1 0 0,0 5 0 0,0 1 0 0,3 2 161 0,3 3-63 0,3 1-30 0,0 1 0 0,-2 11 281 0,1 5-147 0,-2 2-88 15,-5 8 92-15,1 2-84 0,-2 4-43 16,0 5-4-16,-12-3-38 0,0 1-1 16,-6-2 1-16,2 3-69 15,-4-2 34-15,-5 6 9 0,2-6 26 0,-4-4-255 0,-1 1 127 16,2-5 64-16,-1-3 9 16,1 0-277-16,7-12 106 0,8-7 92 0,3-3-471 0,7-2 266 0,1-2 132 15,1-10-237-15</inkml:trace>
  <inkml:trace contextRef="#ctx0" brushRef="#br1" timeOffset="105852.36">12673 9334 1585 0,'14'-7'0'0,"2"2"0"0,-5 5 0 0,-2 0 0 0,-3 5 0 0,-2 11 0 0,-1 4 0 0,-1 4 0 0,-2 4 258 0,0 0-111 0,0 3-55 0,-5 1 11 16,-2-3-33-16,4 3 9 31,-1-7-43-31,1-6-324 0,3-3 163 0,0-4 80 0,0-2 41 0,0-2-233 0,0-8 131 0,-2 0 72 16,0 0-498-16,0-4 195 0,-1-7 149 0,1-3 55 15,0-2 53-15,2 2-1 0,0-3 44 0,0 0 239 32,0 0-119-32,2-1-70 0,5 4-20 0,4-3 414 0,2 1-222 0,4 2-52 0,3-1-74 0,4-1 460 15,-2 2-245-15,5 2-119 0,1 0 48 0,0 5-83 16,3-3-33-16,-6 8-84 0,1 0 34 0,-7 2-1 16,0 0 1-16,-5 0-478 0,1 3 248 0,-6 4 110 15,-5 1 60-15,-2-2-684 0,-2 1 347 0</inkml:trace>
  <inkml:trace contextRef="#ctx0" brushRef="#br1" timeOffset="106067.54">12933 9191 1796 0,'-10'0'0'0,"1"-1"0"0,1 0 0 0,-1 1 0 0,3 0 0 0,2 0 0 0,-1 14 0 0,3 3 358 0,2 5-151 0,0 4 128 15,0 4-150-15,7 4-74 0,3 2-37 0,4 3 226 16,3 6-122-16,1-9-76 0,2-2-32 15,1 0-211-15,-2-7 89 0,1-2 44 16,4 1-362-16,-7-11 198 0,0-5 105 0,-3-6 51 0,0-2-456 16,-4-2 187-16,2 0 139 0,-8-12-180 15,0-5 145-15,-1-3 72 0,-2-2 36 0,-1-3-341 16,0-4 179-16,0 1 103 0</inkml:trace>
  <inkml:trace contextRef="#ctx0" brushRef="#br1" timeOffset="106202.26">13101 9078 1162 0,'-3'-13'0'0,"-3"1"0"0,3 2 0 0,0 3 0 0,3 5 0 0,0 0 0 0,0 2 0 0,0 0 505 0,0 11-234 0,1 2-108 0,4 3-68 0,1 3 58 15,3 1-58-15,2 1-29 16,-1 2-475-16,4 1 232 16,-1-3 103-16,0 0-670 0,1-1 373 0</inkml:trace>
  <inkml:trace contextRef="#ctx0" brushRef="#br1" timeOffset="106364.95">13488 9271 749 0,'0'0'0'0,"0"2"0"0,0-1 0 0,0 0 0 0,0 3 285 0,0 2-128 0,0-1-60 0,-5 5-30 0,0 3 538 0,-1 3-284 0,-2 6-133 0,-4 2 103 0,1 5-126 0,-3 2-65 0,0 1-31 0,-2-1-214 0,-1 1 100 0,3-5 36 0,-3-3-562 0,0-5 304 0,1-3 152 0,-1-5 76 0,-3 1-657 0,4-12 293 16</inkml:trace>
  <inkml:trace contextRef="#ctx0" brushRef="#br1" timeOffset="106545.69">13299 9007 1742 0,'3'-3'0'16,"3"0"0"-16,0 0 0 0,1 3 0 0,2 0 0 0,3 10 0 0,4 9 0 0,4 10 844 0,-1 6-408 0,5 8-200 15,2 9 238-15,1 6-275 0,0 8-199 0,2 4 0 0,-6-10 0 0,2-2 0 16,2-7 0-16,-1-8 0 0,0-9-632 16,2 0 312-16,-4-18 173 0,-2-5-350 0,0-6 267 15,-2-5 21-15</inkml:trace>
  <inkml:trace contextRef="#ctx0" brushRef="#br1" timeOffset="106879.23">13971 9210 1958 0,'-13'0'0'0,"3"-2"0"0,0 0 0 0,5-1 0 0,0 3 0 0,4 0 0 0,-1 0 0 0,2 0 0 0,3 3 738 0,11 6-352 0,5 3-175 0,-3 2-87 0,7 2 186 16,-3-2-142-16,4 1-132 0,-4 1-182 0,2-2 58 15,-2 4 62-15,2-3 40 0,-5 0-309 16,0 1 166-1,-4-4 82-15,-1 1-771 0,-1-2 417 0,0 2 85 0</inkml:trace>
  <inkml:trace contextRef="#ctx0" brushRef="#br1" timeOffset="107093.77">14293 9010 2200 0,'0'-2'0'0,"0"1"0"0,-1 1 0 0,-1 0 0 0,-3 0 0 0,1 8 0 0,1 12 416 0,-2 10-181 0,0 9-105 0,-1 14 557 0,0 15-424 0,-2 12-263 0,-3 9 0 0,-2 11 0 0,1-13 0 0,1-5 0 16,-3-5 0-16,0-3 0 0,0-7 0 0,-1 3 0 47,4-20 0-47,-2-6 0 0,5-3 0 0,0-10-189 0,3-8-95 0,1-2 78 0,1-18 105 0,3-3-809 0,0 0 437 15,0-12 219-15</inkml:trace>
  <inkml:trace contextRef="#ctx0" brushRef="#br1" timeOffset="107256.54">14466 9293 2632 0,'1'-7'0'15,"1"2"0"-15,0 2 0 0,2-1 0 0,3 1 0 0,2 0 0 0,3 3 465 0,4-3-206 0,1 3-116 0,5 0 45 16,-2 0-76-16,4 0-38 0,5 0-593 0,-7 0 277 15,0 0 139-15,0 3 70 0,-4 4-560 0</inkml:trace>
  <inkml:trace contextRef="#ctx0" brushRef="#br1" timeOffset="107411.12">14522 9529 2192 0,'-11'0'0'15,"0"1"0"-15,4 1 0 0,1 1 0 0,1-3 0 0,2 0 0 0,3 0 0 0,0 0 400 0,1 0-186 0,10 0-90 0,6 0 84 0,3 0-87 16,1 0-42-16,5-8-639 0,-4 3 293 16,1 1 152-16,1-3 75 0,2 0-954 0</inkml:trace>
  <inkml:trace contextRef="#ctx0" brushRef="#br1" timeOffset="107632.19">14878 9264 1390 0,'3'-1'0'0,"2"-3"0"0,3 1 0 0,2 1 0 0,3 0 0 0,2 1 150 0,2 1-61 0,4 0-27 0,-1 3 454 0,0 8-240 0,2 5-111 0,-5 1-89 0,-3 4-41 15,-3 3 1-15,-7 1-1 0,-2 6-249 0,-2 1 133 16,-5 1 54-16,-15 1 31 16,-5-2-72-16,-3-1 51 0,-4-2 27 0,-4-3-116 0,2-8-5 15,0-6 58-15,2-5-123 0,3-3 19 0,3-4 56 16,1 0 24-1,14-11-197-15,8-13 119 0,3-6 59 0,7-6 31 0,13-5-387 0</inkml:trace>
  <inkml:trace contextRef="#ctx0" brushRef="#br1" timeOffset="107796.8">15142 9215 1096 0,'13'-5'0'0,"2"1"0"0,-5 1 0 0,-3 3 0 0,-3 0 0 0,-1 5 0 16,-3 9 683-16,0 6-314 0,-6 3-172 0,-5 5-80 0,1 1 582 0,-2 5-332 0,4 4-165 0,0 5-1 0,3-6-201 0,4 1 0 15,1-3 0-15,0-1 0 0,9-7 0 0,7 4 0 16,4-17 0-16,5 1 0 0,1-8 0 0,4-6 0 16,-2-1-351-16,5 0-9 0,-7-7 163 0,-2-5 111 15,-1-3-989-15</inkml:trace>
  <inkml:trace contextRef="#ctx0" brushRef="#br1" timeOffset="108059.91">15334 9093 707 0,'-3'-10'0'0,"1"0"0"0,2 0 0 0,0 0 0 0,2 0 0 0,11 1 0 0,4 3 0 0,4 2 1099 0,1 2-532 0,2 2-266 0,0 0-133 16,3 0 140-16,-5 9-141 0,-3 3-66 0,-4 3-33 0,-4 3-114 0,-5 5 40 16,-4-3 9-16,-2 1-160 0,-2-1 96 15,-12 0 48-15,-3-2 28 0,0-1 20 0,-2 0 9 16,2-8-9-16,0-1 82 0,4-1-40 15,-1-2-93-15,5-2-1 0,3 1 324 0,4-4-179 32,2 0-128-32,3 0 0 15,15 0 0-15,5-3 0 0,5-1 0 0,3-5 0 0,3 1 0 0,2-1-41 0,3 4-1079 0,0-3 553 16,2 1 239-16</inkml:trace>
  <inkml:trace contextRef="#ctx0" brushRef="#br1" timeOffset="110587.27">17442 9189 1030 0,'0'1'0'0,"0"-1"0"15,0 0 0-15,0 0 0 0,0 0 0 0,0 0 0 0,0 0 0 0,0 0 319 0,0-6-141 0,1-6-71 0,4-3 137 16,0 1-109-16,1-6-49 0,-1-1-25 0,0-1 42 0,-3 0-34 0,0-2 9 16,-2 2-42-16,0 2 37 0,-4 1-1 0,-8 2-36 15,-3 0 34-15,-4 10-34 0,-3 2 0 0,2 3 84 16,-3 2-43-16,-2 0 1 0,5 10-33 16,5 6 145-16,3 7-78 0,4 4-37 0,6 4-1 0,2 5 104 15,0 7-62 1,5-2-44-16,9 4-47 0,0 2-25 0,3 2 0 0,-1 4 0 15,1 10 0-15,-6-9 0 0,-3 1 0 0,-4 1 0 16,-2-3 0-16,-2 1 0 0,0 4 0 16,-6-16 0-16,-7-3 0 0,1-5 0 15,-5-2 0 1,3-8 0-16,-5 2 0 0,6-17 0 16,-1-6 0-16,4-3-623 0,-1 0 262 0,5-1 163 0,-2-10-651 0,3-8 411 0,3-5 201 0,-1-5-220 0</inkml:trace>
  <inkml:trace contextRef="#ctx0" brushRef="#br1" timeOffset="110722.09">17077 9486 2464 0,'-22'-14'0'0,"2"3"0"0,6 5 0 0,-3-2 0 0,11 6 0 0,2 0 0 15,4 2 0-15,0-3 385 0,13 3-175 16,12-5-78-16,6-1 84 0,5 0-89 16,6-2-46-16,2 0-23 0,5 0-85 0,-5 1 26 0,3 0 1 0,-3 2 36 0,2 0-896 0,-4 2 448 15,6 2 233-15</inkml:trace>
  <inkml:trace contextRef="#ctx0" brushRef="#br1" timeOffset="110993.14">17571 9544 1505 0,'0'0'0'0,"0"3"0"0,0-3 0 0,0 0 0 0,0 0 0 0,0 0 284 0,2 0-115 0,4 0-71 16,3 0 144-16,4 0-103 0,-1 2-52 0,2 1-25 0,-1 1 91 15,2 1-64-15,-2 1-26 16,-4 2 0-16,-1 3-112 0,-4 1 42 0,-2 2 9 0,-2 1 18 15,0 2 15 1,-11 2 1-16,-4-1 231 0,-4 0-115 0,0 1-50 0,1-4-37 0,-1-3 289 16,3 0-354-16,2-2 0 0,5-3 0 0,-1 1 0 31,7-4 0-31,3-1 0 0,0-2 0 0,11-1 0 0,8 0 0 0,3 0 0 0,4 0 0 0,2-4 0 16,4-1 0-16,-3-2-674 15,1 0 215-15,3 0 216 0,-8 3 65 0,1 0-562 16,-3-1 352-16,-2 3 176 0</inkml:trace>
  <inkml:trace contextRef="#ctx0" brushRef="#br1" timeOffset="111172.69">18029 8915 1870 0,'-3'-6'0'0,"-2"-2"0"0,2 2 0 0,-1 2 0 0,2 4 0 0,-1 0 419 0,0 0-192 0,0 7-96 16,0 7-39-16,-2 4-184 0,0 6 64 0,-2 3 32 16,-1 7-1-16,1 2-176 0,-1 0 112 0,1 2 44 0,-1-1-683 15</inkml:trace>
  <inkml:trace contextRef="#ctx0" brushRef="#br1" timeOffset="111620.19">18344 9172 2726 0,'-14'0'0'0,"-1"0"0"0,2 2 0 0,-1 4 0 0,-2 7 0 0,4 5 0 0,-1 4 0 0,5 10 0 0,4 3 397 0,2 8-172 16,2-1 20-16,2 1-105 0,10-2-52 0,5-1-27 0,2-2-69 16,6 1 8-16,-3-13 36 0,4-2-15 15,1-7-564-15,-3-2 282 16,5-8 148-1,2 0-818-15,-3-7 392 0</inkml:trace>
  <inkml:trace contextRef="#ctx0" brushRef="#br1" timeOffset="111829.19">18643 9286 2010 0,'-6'-5'0'0,"-1"-2"0"0,3 1 0 0,2 6 0 0,0-4 0 0,2 4 0 0,0 0 324 0,12 0-145 0,2 4-72 0,3 7 53 0,-1 0-54 16,2 3-39-16,-1 1-1 0,-1 0-61 0,-1-1 30 15,-4 2 0-15,1 2-256 0,-4-1 123 16,-4 3 67-16,-4-2 33 0,0 2-227 0,-4 1 131 0,-11 4 58 16,-5-8-110-16,-5 0 35 0,-5-2 47 0,-2-6-27 31,2-1-34-31,-4-2 37 0,9-6 30 0,1 0 1 0,6-11-318 0,8-6 170 0,6-8 76 16</inkml:trace>
  <inkml:trace contextRef="#ctx0" brushRef="#br1" timeOffset="111976.73">18858 9162 1758 0,'-1'2'0'0,"-2"1"0"0,-4 4 0 0,1 3 0 0,-3 0 0 0,-1 6 0 0,1 1 0 0,0 5 926 0,-1 3-436 16,4 1-233-16,3 1 90 0,3-1-194 0,0 1-153 0,0-2 0 16,5 3-218-16,9-6 9 0,3-3 123 0,1-2 60 15,3-5-427-15,2-3 244 0,4 1 131 0</inkml:trace>
  <inkml:trace contextRef="#ctx0" brushRef="#br1" timeOffset="112134.13">19155 9429 1444 0,'0'0'0'0,"-1"0"0"0,-4 0 0 0,1 0 0 0,-1 2 0 0,-2 4 0 0,0 0 749 0,-2 4-349 0,2 4-186 0,-3 0 365 0,0 6-272 15,-3-1-136-15,3 5-104 0,-3 3-123 0,1-1 23 16,1-4 34-16,0 1 0 0,0-2-821 15,2-2 437-15,3-8 204 0,1-3 108 0</inkml:trace>
  <inkml:trace contextRef="#ctx0" brushRef="#br1" timeOffset="112341.69">19235 9233 1645 0,'10'0'0'0,"2"0"0"0,1 0 0 0,2 2 0 0,1 7 0 0,3 1 0 0,-4 4 499 0,1 4-232 0,1 3-116 16,-2 4-58-16,-2 0-80 0,-2 6 30 0,-6 0-9 0,-3-4-255 16,-2 1 128-16,-4 1 64 0,-10-3 31 0,-10 2-128 15,-2-10 76-15,-4-1 43 0,1-6-311 0,-1-3 164 32,2-3 8-32,1 1 62 0,7-6-294 0,5 0 172 0,7-10 86 0,4-4 42 15</inkml:trace>
  <inkml:trace contextRef="#ctx0" brushRef="#br1" timeOffset="112771.17">19494 9242 2997 0,'5'-7'0'0,"1"4"0"0,-3 1 0 0,-2-1 0 0,1 3 0 0,-2 0 0 0,0 0 0 0,-3 12 0 0,-8 5 0 0,2 5 413 0,1 2-190 0,-1 3-85 0,6 1 22 0,1 1-160 0,2-1 0 0,0-2 0 0,5 2 0 0,10-2 0 0,5-5 0 0,6-7-176 0,3-4-67 0,4-7 139 0,2-3 69 0,3 0-992 0,-7-12 512 0</inkml:trace>
  <inkml:trace contextRef="#ctx0" brushRef="#br1" timeOffset="112842.12">19662 9076 2177 0,'2'-11'0'0,"-1"2"0"0,6-2 0 0,0 0 0 0,5 5 0 16,3 2 0-16,2 2 0 0,0 2 0 0,3 0 207 0,0 2-78 0,-2 9-52 0,-3 5 87 0,-3 0-65 0,-3 2-32 0,-3 1 0 0,-5 3-51 0,-1-3 18 0,-1 2 1 0,-10-3 61 0,0-2-31 0,-2-2 0 0,4-1-22 0,0-2 213 0,-2-5-111 0,2 1-55 0,4-4 9 0,0 2-99 0,0-3 0 0,5-2 0 0,0 0 0 0,0 0 0 0,7 0 0 0,4 0 0 0,4-2-416 0,3-5 144 0,0 2 149 0,1-1-899 0,1-2 493 0</inkml:trace>
  <inkml:trace contextRef="#ctx0" brushRef="#br1" timeOffset="112913.2">20089 9075 1200 0,'0'-7'0'0,"0"2"0"0,3 0 0 0,2-2 0 0,0 5 0 0,3-1 813 0,1 3-390 0,3 0-194 0,4 12 611 0,-1 6-416 0,4 7-422 0,-2 6-2 0,2 4 0 0,-5 4 0 16,-2-1 0-16,-2 8 0 0,-7-2 0 0,-3 3 0 15,0 0 0-15,-16 3 0 0,-9-1 0 16,-7 5 0-16,-6-13 0 0,-5-3-326 0,-6-1 7 0,-2-8 84 16,-2-3-1012-16</inkml:trace>
  <inkml:trace contextRef="#ctx0" brushRef="#br1" timeOffset="113333.97">20649 9172 2238 0,'0'0'0'0,"0"0"0"0,-4-3 0 0,3 3 0 0,-1 0 140 0,2-2-53 16,0 2-17-16,0 0 532 15,2 0-284-15,12 0-141 0,1 0-71 0,7 2 10 16,4 6-39-16,-1-1-77 0,4 0 0 0,-2 2-395 16,2 1 156-16,0 0 136 0,3 2-1148 0</inkml:trace>
  <inkml:trace contextRef="#ctx0" brushRef="#br1" timeOffset="113475.98">20692 9428 1912 0,'-24'1'0'0,"0"1"0"0,10 2 0 0,5-2 0 0,5 1 0 0,4-3 148 0,2 0-56 0,18 0-20 0,10 0 527 16,8 0-282-16,8 0-141 0,-1 0-70 16,5-9-217-16,1 1 82 0,-5 1 28 0,-3 0 0 15,1 0-871-15,0-1 453 0</inkml:trace>
  <inkml:trace contextRef="#ctx0" brushRef="#br1" timeOffset="113690.2">21209 9060 1767 0,'5'-25'0'0,"5"-3"0"0,5 8 0 0,5 2 0 0,7 3 0 0,2 5 0 0,6 6 336 0,5 3-141 0,-3 1-85 15,1 13 147 1,0 9-111 62,-3 5-55-78,-6 4-29 0,-3 9 338 0,-12-4-187 0,-8 3-88 0,-6 4-46 0,0-1 30 0,-6-1-68 0,-6 2-41 0,-3-8-459 0,2-4 191 0,0-2 152 0,2-5-881 0,-1-2 452 0,5-1 263 0</inkml:trace>
  <inkml:trace contextRef="#ctx0" brushRef="#br1" timeOffset="113763.01">21426 9711 3228 0,'-14'28'0'16,"6"-7"0"-16,7 5 0 0,1-6 0 0,0 1 0 0,0-2 472 0,4-3-241 0,4-2-231 0,1-4 0 0,-2-3 0 0,1-3 0 0,-2-1 0 15,1 1 0-15,0-4 0 0,-1 0 0 0</inkml:trace>
  <inkml:trace contextRef="#ctx1" brushRef="#br1" timeOffset="55746.62">25225 15825 0,'0'0'15,"0"0"-15,0 0 16,0 0-1,0 0-15,0 0 16,0 0-16,0 0 31,0 0-31</inkml:trace>
  <inkml:trace contextRef="#ctx0" brushRef="#br1" timeOffset="122156.84">16722 7398 499 0,'-9'-3'0'0,"0"-3"0"0,1 0 0 0,-2 0 1 0,6 0-1 0,-1 5 0 0,2-1 0 0,2 0 366 16,-3 1-153-16,4 0-92 16,0 1-40-16,0 0 84 0,0 0-63 0,0 0-31 0,5 0 11 0,6 0-42 15,1 0 0-15,7 0 111 0,3 0-55 0,6 0-28 16,7 0 10-16,5 0 18 31,5 0-29-31,10 0 1 0,2 2-28 0,10 2 69 0,17 1-25 0,0-3-10 0,9 4-34 0,10 0 40 0,9-4 0 16,8-1-40-16,19-1 61 0,-11 0-35 0,12-3-1 15,7-9-25-15,1-5 45 0,6 0-46 16,17-2 11-16,-33 3-43 0,-3 4 33 0,1 3 0 0,-5 4-1 16,-10 2-56-16,1 1 38 15,-28 1-10 1,-3 1 29-16,-7 0-123 0,-6 0 45 0,-9 0 34 0,2 0-72 0,-18 0 44 0,0 1 8 16,-3-1 0-16,-2 0 1 0,-4 0 25 15,-5 0-13-15,-17 0 58 0,-5 0-2 0,-6 0-44 16,-8 0-2-16,-2 0 8 0,1 0 2 0,-2 0-6 15,0 0 18-15,-2 0-117 0,-8-1 49 0,-1-5 1 0,-8 1-622 16,-1 3 321-16,-4 2 144 0</inkml:trace>
  <inkml:trace contextRef="#ctx0" brushRef="#br1" timeOffset="123189.25">17037 8944 757 0,'-8'-8'0'0,"-2"2"0"0,0-1 0 0,0-1 0 0,2 6 0 0,4-2 0 0,-2-1 0 0,1 2 0 0,2 3 184 16,-1-6-60-16,4 4-47 0,0 0 118 0,0-3-76 0,0 0-39 15,5 1 32-15,8 1-40 0,-1-6 0 16,4 5-30-16,-1-3 76 0,1 3-38 0,3-2 10 16,2 2-48-16,-5 2 31 0,4-3-1 0,0 4-30 15,0 0 0-15,3-1 26 16,-2 1-26-16,3 1 0 0,2 0-1 0,7 0 1 0,1 0 0 0,12 0-6 16,2 0 5-16,6-2 1 0,4 2 0 0,9-5-34 15,3 0 0-15,14-2 41 16,-10 3-7-16,5-4-45 31,3 2 1-15,4 0 29-16,0 3 7 0,10-1-12 0,-19-1 9 15,5 4-6-15,1-3-25 0,3 4 27 16,1-3 1-16,10 2-22 16,-18-2-7-16,1 3 25 0,9 0 1 0,1 0-13 0,5 0 12 0,12 0 4 0,-13 0-4 0,4 0 7 0,13 0-8 0,2 0-4 0,3 0 3 0,14 0 38 0,-19-3-6 15,9 2-31 1,2 1 75-16,-1 0-34 0,3 0 1 0,16 0 68 0,-24 0-63 0,0 0-70 0,-4 0 0 0,3 0 0 15,-1 4 0-15,9 3 0 0,-28-3 0 0,2 4 0 16,4 0 0-16,0 1 0 16,-2 5 0-16,5-2 0 0,-23-2 0 0,3 4 0 0,0-1 0 0,2 1 0 15,2-2 0-15,-20-3 0 0,2 0 0 0,-4 2 0 0,3-3 0 16,-4 1 0-16,8-2 0 16,-16-2 0-16,-1-3 0 0,-1 2 0 0,-8-2 0 0,2 2 0 0,-3 0 0 15,-12-3 0-15,-2 1 0 16,-5-1 0-16,-2-1 0 0,-5 2 0 15,-5 0 0-15,-5-1 0 0,-7-1 0 0,-1 0 0 0,-2 0 0 16,0 0-31-16,0 0-23 0,0 0 34 0,-2 0 7 16,-3 0-42-16,-3 0 40 15,1-1-3 1,-7-3-2-16,-5 3-496 0,-4 1 236 0,-6 0-837 0</inkml:trace>
  <inkml:trace contextRef="#ctx1" brushRef="#br0" timeOffset="83241.73">25697 15887 0,'0'0'16,"0"0"-1</inkml:trace>
  <inkml:trace contextRef="#ctx0" brushRef="#br0" timeOffset="149552.19">17010 7285 525 0,'-16'-9'0'0,"1"1"0"0,1-1 0 0,-2 2 0 0,6 0 0 0,0 0 287 0,3 4-124 0,1-3-62 0,3 5 172 0,-2-3-108 16,5 4-68-16,0 0 89 0,0 0-77 0,0 0-34 16,0 0 1-16,1 0 104 15,7 4-74-15,4 4-32 0,4 2-1 0,8-2 208 0,8 1-119 0,9 0-50 16,8-4-41-16,9 0 232 0,6-2-131 0,8-1-66 15,7-2 102-15,16 0-182 47,0 0-26-47,9 0 0 0,2-2 0 0,5-4 0 0,-2 3 0 0,11-1 0 0,-25 2 0 0,-9 2 0 0,-5 0 0 0,-8 0 0 16,5 0 0-16,-25 6 0 0,-8 0 0 0,-4 1 0 0,-6 0 0 16,-7 1 0-16,3-1 0 0,-15-2 0 15,-4-1 0-15,-2 0 0 0,-4-4 0 0,-2 3 0 0,-3-3 0 0,1 0 0 16,-2 0 0-16,0 0 0 15,0 0 0-15,0 0 0 0,0 0 0 0,-3-3 0 0,1-3 0 0,-1-1 0 16,0-4 0-16,-2 4 0 16,0-1-62-16,-1 0-306 0,0 3 163 0,1 3-853 15,-3 2 510-15,-4 0 254 0</inkml:trace>
  <inkml:trace contextRef="#ctx0" brushRef="#br0" timeOffset="150240.92">16891 8895 1540 0,'-10'-9'0'0,"2"2"0"0,0-1 0 0,1 1 0 0,3 3 0 0,2 1 0 0,2-4 0 0,0 2 0 0,0 0 238 0,0-2-92 16,6 3-58-16,8-2 218 0,3 1-134 0,7-2-67 0,5 2-24 0,2 1 198 16,6 1-120-16,7 1-61 31,4 2 146-31,7 0-103 0,12 0-42 0,3 0-36 0,9 0 40 0,9 0-34 0,8 0-69 0,8 0 0 16,15 0 0-16,-13 0 0 0,8 0 0 15,2 0 0-15,6 0 0 0,1-3 0 0,14-6 0 16,-21 6 0 15,-3-1 0-31,-1-4 0 0,-7 2 0 0,2 0 0 0,7 1 0 0,-28 1 0 0,-1-1 0 0,-5-1 0 0,-5 2 0 16,-3-1 0-16,5-2 0 0,-22 4 0 0,-8 0 0 0,-9 1 0 0,-6 2-44 15,-10 0-7-15,1 0-7 0,-16 0 163 0,0 0-63 0,-7 0-36 0,0 0-6 16,0 0 0-16,0 0 0 0,0 0 0 16,-4 0 0-16,0 0 0 15,-2-1 0-15,0-2 0 0,-4 0 0 0,0-1 0 0,-3 3 0 0,0-2-537 16,-1 3 52-16,-1 0 206 0</inkml:trace>
  <inkml:trace contextRef="#ctx0" brushRef="#br0" timeOffset="151094.54">17377 10241 773 0,'-18'-12'0'0,"-2"0"0"0,7 3 0 0,4 4 0 0,3 1 56 16,4-1 1-16,1 4-42 0,1-4 402 0,1 3-188 0,13-3-96 0,5 2 153 15,9 0-124-15,7-3-51 16,6 1-41-16,6 2 173 0,9-2-102 0,10 1-51 16,7 1-25-16,17-2 155 0,7 4-96 0,18-2-41 31,14 3-1-31,16 0 23 0,11 0-32 0,23 0 9 0,-24 3-23 0,2 1-19 0,2-2 0 0,-3 1-57 16,-3 3 28-16,6 0 10 0,-33-6 19 15,-3 0-107-15,-8 0 53 0,-7 0 27 0,-6 0-1 0,4 0-115 16,-29 0 59-16,-6-5 11 15,-7 4-1-15,-6-3 29 0,-12 1 9 16,3 1-26-16,-20 0 233 0,-5 2-106 0,-8-3-53 16,-6 2-22-16,-7 1-15 0,-1 0-15 0,-2 0 0 0,0 0 0 0,0 0 0 15,0 0 0-15,-3 0 0 0,1 0 0 0,-2 0 0 16,-2-3 0-16,-2 3 0 16,-2 0 0-16,0 0 0 0,-3 0 0 0,0 0-588 15,0 0-16-15,-2 7 286 0</inkml:trace>
  <inkml:trace contextRef="#ctx0" brushRef="#br0" timeOffset="-213774.65">9205 11071 297 0,'7'-9'0'0,"5"1"0"0,-4 1 0 0,4-4 0 0,-2-1 0 0,2 0 85 0,-2-3-10 0,-1 0 103 15,1-3-70-15,0 0-35 16,0-5 9 0,-2 1 117-16,-2-2-81 0,1-2-40 0,-2 0 0 0,-3 1 56 0,1-6-39 0,-1 5-33 15,-2 4-1-15,0-1 31 0,0 2-28 0,0 2 1 0,-6 1 29 16,-4 6-10-16,2 4-46 0,-1 2 45 0,-1 3-1 15,0 3-44-15,-2 0 10 0,0 0 68 16,4 7-39-16,-4 5 1 0,1 9-40 16,2 2 98-16,-1 6-39 0,4 3-34 15,2 4-1-15,2 3 179 0,2 4-102 0,0 5-50 0,0 8 144 0,0-2-103 0,2-1-109 16,5 5-21-16,2 3 0 16,0 4 0-16,2 2 0 0,-2-9 0 0,0-1 0 15,-3-2 0-15,0-4 0 0,0-3 0 16,-4 1 0-16,-2-14 0 0,0-3 0 31,0-5 0 16,-2-3 0-47,-8-3 0 0,3 0 0 0,-5-10-57 16,2-1-5-16,-6-5-138 0,-1-3 90 0,1-1 18 0,-4-1 25 0,2 0-472 0,-2-4 251 0,0-11 124 0,1-5 64 0,-3-4-610 0</inkml:trace>
  <inkml:trace contextRef="#ctx0" brushRef="#br0" timeOffset="-213525.33">8837 11289 2822 0,'-8'-11'0'0,"1"0"0"0,4 4 0 0,3 2 0 0,0-2 0 0,3-1 0 0,8 2 0 0,9-3 0 0,5 1 0 0,2 2 442 0,7-1-202 0,-1 3 23 0,3 0-113 15,4 1-136-15,-2 0-14 16,2 2 0-16,0 1 0 0,-1 0 0 0,1 0 0 0,0 7-497 0,-9-1 234 16,-1 3 151-16,-2-1 75 15,-2-1-800-15,-3-2 319 16,5 1 231-16</inkml:trace>
  <inkml:trace contextRef="#ctx0" brushRef="#br0" timeOffset="-213425.59">9617 10914 1062 0,'-2'-9'0'16,"-3"1"0"-16,-3 1 0 0,3 4 0 0,0 1 771 0,3 2-366 0,-2 0-184 0,2 0-91 0,1 5 241 0,1 10-171 0,0 1-81 0,0 6-41 0,0 2 328 15,0 4-238-15,1 0-168 0,7 2 0 0,-5 0 0 16,4 0 0-16,2 2 0 0,0 2 0 0,0-6-43 0,2 1 38 16,-1-4-497-1,-1-1 270-15,3-5 135 16,1 4-12-16,-5-7-602 0,4-5 337 0,-5-4 167 0,5-1 85 0,-3-6-210 0,3 0 138 0</inkml:trace>
  <inkml:trace contextRef="#ctx0" brushRef="#br0" timeOffset="-213175.87">9829 11029 2238 0,'0'-6'0'0,"0"1"0"0,1-1 0 16,1 2 0-16,0 1 0 0,3-1 0 0,1 4 0 0,4 0 0 0,1 0 500 0,2 2-231 0,5 9-115 16,2-1-49-16,-1 6 87 0,1 0-77 0,1 2-39 0,-2 2 1 0,-1-1-78 15,0 4 10-15,-6-1 29 16,-4-1-166-16,-3 1 83 0,-5-1 42 0,0 0-73 15,-3 3 67-15,-13-6 18 16,-6-3 1-16,-2-4-68 0,-5-1 37 0,1-5-20 0,-5-1 0 0,5-4-206 16,2 0 114-16,4 0 46 0,3-3 32 0,-1-6-458 15,11-6 243-15,5-2 115 0,4-1-229 0,0-2 173 16,12-3 86-16</inkml:trace>
  <inkml:trace contextRef="#ctx0" brushRef="#br0" timeOffset="-212980.57">10153 10923 2198 0,'3'-2'0'0,"-1"0"0"0,-2 1 0 0,0 1 0 0,0 0 0 0,0 0 0 0,0 3 0 0,-8 8 0 0,0 6 878 0,-3 3-421 0,-1 5-200 15,3 2-116-15,-1 2-141 0,4 4 0 0,1-1 0 16,3 1 0-16,2 4 0 0,0-5 0 0,4-5 0 31,11-2 0-31,0 2-65 0,3-9-45 0,2 3-316 0,-1-9 227 0,1-4 97 16,3-2 66-16,-4-6-892 15,3 0 445 1,0 0 213-16</inkml:trace>
  <inkml:trace contextRef="#ctx0" brushRef="#br0" timeOffset="-212816.09">10466 11172 2540 0,'0'0'0'15,"0"0"0"-15,0 0 0 0,0 0 0 0,0 0 0 0,2 0 0 0,0 0 0 0,0 0 0 0,0 5 436 0,1 3-199 0,2 1-100 16,-2 4 144-16,4 0-121 0,-5 4-52 0,0 1-224 15,-1 2 77-15,-1 1 38 0,0-3 0 0,0 3-133 16,-4 3 95-16,-7-7 33 0,-1 3 1 0,-2-6-422 16,-2-1 212-16,0-5 123 15,-1 0-650-15,3-5 357 0,2-3 174 0,0-3 86 0</inkml:trace>
  <inkml:trace contextRef="#ctx0" brushRef="#br0" timeOffset="-212595.3">10600 10969 2887 0,'11'-7'0'0,"0"0"0"0,2 5 0 0,1-4 0 0,1 5 0 0,3-2 0 0,-3 3 0 15,2 0 510-15,2 3-237 0,-4 6-117 0,2 1-51 0,2 4-105 0,-4-1 0 0,-3 1 0 0,0 1 0 0,-4 4 0 0,-2 0 0 0,-3 3 0 0,-3-2 0 0,0 1 0 0,-5 2 0 47,-13-3 0-47,-4 4 0 0,-5 1 0 0,-4-5-207 0,-4-2-64 0,-3-2 130 0,0 0-15 0,-1-3-338 0,9-4 233 0,4-6 111 0,4-3 56 0,6 0-221 0,8-1 138 0,5-18 61 0,5-5-482 0</inkml:trace>
  <inkml:trace contextRef="#ctx0" brushRef="#br0" timeOffset="-212427.2">10885 10894 3931 0,'8'-3'0'0,"-5"2"0"0,2-1 0 0,-3 2 0 0,-1 0 0 0,-1 3 0 0,0 11 0 0,-3 4 0 0,-5 5 0 0,-7 3 0 0,2 7 0 0,3 0 0 0,-1 1 0 0,4 4 0 0,7-3 0 0,0 0 0 0,0 4 0 0,8-10 0 0,11-2 0 0,4-5 0 0,4-1 0 0,3-9 0 0,6 1 0 0,-3-12-9 0,1-1-124 0,-1 0 73 0,-2-9 46 0,0-8-974 16,-1-1 467-16,-8-3 245 0,-6-3-517 0</inkml:trace>
  <inkml:trace contextRef="#ctx0" brushRef="#br0" timeOffset="-212146.59">11131 10751 1113 0,'0'-8'0'0,"-1"1"0"0,-1 1 0 0,2 1 0 0,0 1 0 0,0 1 598 31,2 0-280-31,6 3-140 0,3 0-71 0,4 0 182 0,-2 3-116 0,2 6-73 0,-2 1-164 0,-1 4 50 16,-1 3 26-16,-2-1-107 0,-4 5 74 0,-3 1 25 0,-2 0 0 0,0 2-55 31,-5 0 44-31,-7-3 0 0,-4 4 54 0,2-6 187 0,-3-2-98 0,-4-2-101 47,4-4-20-32,2-1 399-15,-2-1-179 0,7-4-104 0,1-4-84 0,5-1-47 0,4 0 0 0,0 0 0 0,10-1 0 0,9-10 0 0,4-1 0 0,4 1 0 0,2-1 0 0,-1 1 0 0,6-1 0 16,-5 5 0 0,1-3-214-16,-3 3 74 0,0 2 84 0,-3 2-925 0,0-2 463 0,-5 3 245 15,-3 0-546-15</inkml:trace>
  <inkml:trace contextRef="#ctx0" brushRef="#br0" timeOffset="-211963.39">11481 10781 2011 0,'1'0'0'0,"4"0"0"0,3 0 0 0,-2 0 0 0,3 0-2 0,6 8 518 0,-2 8-242 0,7 4-111 0,0 8 676 0,0 9-709 32,1 5-130-32,-3 8 0 0,-3 3 0 0,-4 8 0 0,-8-10 0 0,-3-2 0 15,-3-2 0-15,-14-4 0 0,-6-5 0 0,-6 2 0 31,-1-15 0 1,-5-4 0-32,-3-5-426 0,0-6-30 0,5-4 245 0,-1-5-52 0</inkml:trace>
  <inkml:trace contextRef="#ctx0" brushRef="#br0" timeOffset="-211783.12">12109 10994 3616 0,'-16'0'0'0,"8"0"0"0,2-2 0 0,1 0 0 0,4 2 0 0,1 0 0 0,0 0 0 0,0 0 315 0,10 0-315 0,9 0 0 0,0 0 0 0,8 0 0 0,3 0 0 0,-3 0 0 16,4 0 0-16,1 0 0 16,-3 0 0-16,-1 0 0 0,2 0-646 0,-9 0 159 0,-3 0 246 0</inkml:trace>
  <inkml:trace contextRef="#ctx0" brushRef="#br0" timeOffset="-211635.64">12166 11206 2836 0,'-25'8'0'0,"8"-5"0"0,5 5 0 0,3-4 0 0,1 1 0 0,6-1 0 0,1 6 0 0,1-3 0 0,10 2 808 0,7-1-521 0,5 2-287 0,6-3 0 0,4 4 0 16,-3-3 0-16,4-2 0 0,0 1 0 0,2-2-165 31,-2-1 86-31,6 3 67 0</inkml:trace>
  <inkml:trace contextRef="#ctx0" brushRef="#br0" timeOffset="-211129.83">13217 11072 1647 0,'1'-10'0'0,"-1"2"0"0,3 1 0 0,3 2 0 0,2-5 0 0,2 8 0 0,2 2 0 0,2 0 0 0,4 0 509 0,1 5-236 0,3 7-110 0,0 5-68 0,0 2 150 0,-3 8-105 0,-2-3-52 0,-2 2-25 0,-2 4 9 15,-10 0-36-15,-3 0-24 0,0 2 1 0,-11-1 23 16,-9 0 0-16,-8 4-25 0,-7-7-9 0,-8-5 34 16,-3-2 0-16,-3-4-88 15,-7 0 53-15,9-12 8 16,0-5 0-16,3 0-329 0,7-3 162 0,7-13 56 0,4-7-465 0,17-3 271 47,9-7 129-47,7-4-453 0,18-2 292 0,9-2 146 0,8-3 64 0</inkml:trace>
  <inkml:trace contextRef="#ctx0" brushRef="#br0" timeOffset="-210965.62">13498 11014 1894 0,'24'-11'0'0,"-2"9"0"0,-2 0 0 0,-12 2 0 0,-7 0 0 0,-1 4 0 0,0 7 454 0,-4 2-208 0,-9 2-97 0,-3 3 368 0,-3 0-240 0,0 1-121 0,-1 5-60 0,2-2 46 0,1 4-142 0,6-2 0 16,2 2 0-16,7-1 0 0,2 3 0 0,4 0 0 0,13 2 0 15,6-6 0-15,9-2 0 0,5 0 0 16,5-4 0-16,6-4 0 0,6-1 0 0,-5-8-58 47,-3-5-146-47,-2 0-7 0,-2 0 99 0,-6-5-911 0</inkml:trace>
  <inkml:trace contextRef="#ctx0" brushRef="#br0" timeOffset="-210597.01">13746 10628 2326 0,'-9'-14'0'0,"3"3"0"0,5 5 0 0,1-1 0 0,0 2 0 0,7 2 0 0,10 3 0 0,5 0 320 0,3 0-141 0,3 0-71 0,1 0-44 0,-3 5-27 0,2 2 0 0,-2 2 0 0,-1 2-147 0,-4 1 73 0,2 4 47 0,-11-3-199 0,-4 3 113 0,-7 2 57 16,-1-1 79-16,-1-1-23 0,-12 3 9 15,-5-6-66-15,-2 2 375 0,-3-1-188 0,2-3-75 16,-1 0-48-16,3 1 419 31,4-5-463-31,5 0 0 0,0-4 0 0,5 2 0 16,5-1 0-16,0 3 0 0,1-2 0 0,16 0 0 0,3 2 0 0,3-1 0 0,3 3 0 0,5 3 0 0,-3 1 0 0,0 1 0 31,-1 3 0-31,-3 0 0 0,-8 2 0 0,1 4 0 0,-11-2 0 16,-6 1 0-16,0-1 0 0,-14-1 0 0,-9-3 0 0,-3 4 0 0,-6-11 0 15,-2-3 0-15,1-1 0 16,2-6 0-16,-2 0 0 0,0 0 0 0,10 0 0 15,5-13 0-15,7-4 0 16,8-1 0-16,3-4 0 0,0 3-699 0</inkml:trace>
  <inkml:trace contextRef="#ctx0" brushRef="#br0" timeOffset="-201172.08">15594 10703 1145 0,'-20'0'0'0,"6"0"0"0,3 0 0 0,3 0 0 0,5 0 0 0,2 0 252 0,1 0-99 0,0 0-62 0,11 0-28 0,12-2 366 15,6 1-197-15,6-5-97 0,6 1-40 16,-1-2 263-16,2 1-160 15,2-1-81 17,-2 3 15-32,-2-3-48 0,8 2-14 0,-9 2-201 0,-1-3 84 0,-1 4 43 0,-4 0-1 0,-4-2-122 0,2 3 91 0,-13 0 32 0,-3-3 0 0,-5 3-491 15,-7 1 253-15,-2 0 47 0,-1 0-491 0,0 0 329 32,-9 0 161-32</inkml:trace>
  <inkml:trace contextRef="#ctx0" brushRef="#br0" timeOffset="-200990.14">15687 10843 1692 0,'-10'10'0'0,"2"4"0"0,0 6 0 0,5-2 0 0,0 3 0 0,0 2 0 0,3 2 353 0,0 2-158 0,0 4-70 0,0-1-49 0,0 2 121 0,1-1-85 0,4-3-38 15,1-1-346-15,1 7 163 0,-2-14 68 16,2 1-597-16,-2-7 317 0,-1 2 159 15,1-5 78-15,-2-4-489 0</inkml:trace>
  <inkml:trace contextRef="#ctx0" brushRef="#br0" timeOffset="-200670.74">15663 10931 829 0,'-8'-10'0'0,"3"3"0"0,2 2 0 0,3 3 0 0,0-4 470 0,0 2-217 0,8 1-99 0,9 2 227 0,8-2-171 31,5 1-88-31,6 1-42 0,5-1 155 0,3 0-90 16,3 1-58-16,0 1-89 0,2 0 1 0,-1 0 37 0,4 0 10 16,-13 0-184-16,0 0 88 0,-6 1 42 0,-7 4 1 0,-4 0-43 31,2 1 52-31,-15 0-3 0,-3 0 1 0,-3 0-21 0,-1 1 0 0,-2 1 26 0,0 3 258 16,0-1-130-16,0 1-62 0,0 2 229 0,-2 2-132 0,1 1-66 15,1 5-24-15,0-3-76 16,0 0 1-16,0 3 33 0,0-2-17 0,0 1-230 31,1 3 124-31,1-6 57 0,-1 3-348 0,1-4 178 0,1 0 104 0,-3-3 7 0,0 1-169 0,0-3 93 16,-6-1 64-16,-5-3-304 31,0-3 184-31,-2-1 92 0,-3 2 38 16,-3-5-382-16,0 0 219 0</inkml:trace>
  <inkml:trace contextRef="#ctx0" brushRef="#br0" timeOffset="-200512.02">15848 10683 1729 0,'-4'0'0'15,"0"-4"0"-15,1 2 0 0,0 1 0 0,3 1 0 0,0 0 0 0,0 10 280 0,0 5-121 0,0 6-52 0,3 4 153 0,2 3-112 16,0 2-56-16,-2 1-80 0,-2 8 24 0,1 4 10 0,-2-4-10 0,0 3-329 16,0-3 164-16,-3-3 83 15,-5-3 41-15,-2-3-445 16,-2-9 239-16,0-7 54 0,-2-6-453 0,2-3 286 0</inkml:trace>
  <inkml:trace contextRef="#ctx0" brushRef="#br0" timeOffset="-200364.72">15806 10955 1640 0,'3'-2'0'0,"0"-1"0"0,1 2 0 0,0 1 0 0,-1 0 0 0,4 0 0 0,-1 0 0 0,0 6 266 0,0 3-115 0,2 3-57 0,1 1-16 15,-1-1-41-15,2 5 9 0,-1-5-10 0,-1 2-334 16,1 2 167-16,-1-4 83 15,1-1 43-15,0 2-630 0</inkml:trace>
  <inkml:trace contextRef="#ctx0" brushRef="#br0" timeOffset="-200201.15">16046 10735 1935 0,'0'7'0'0,"0"0"0"15,0 5 0-15,0 2 0 0,0 0 0 0,0 5 0 0,-2 7 0 0,0 1 0 0,-3 9 232 0,2-1-102 0,-2 4-47 0,-1-2-73 0,-2 2 26 0,-1 0 0 16,1 0 10-16,-2-10-251 16,0-4 120-16,0-3 61 0,1-6-492 0,-3-3 274 15,0-5 145-15</inkml:trace>
  <inkml:trace contextRef="#ctx0" brushRef="#br0" timeOffset="-200074.59">15978 11014 1211 0,'3'-2'0'0,"0"-2"0"0,1 2 0 0,-1 1 0 0,2-1 0 0,0 2 292 0,0 0-128 0,1 0-63 0,1 2 176 47,3 5-111-47,0 2-70 0,2-1-29 0,0 1-404 0,2 0 187 0,2 0 93 0,4-1 56 0,-1-2-319 0</inkml:trace>
  <inkml:trace contextRef="#ctx0" brushRef="#br0" timeOffset="-199878.76">16632 10514 2043 0,'0'-1'0'0,"0"-1"0"0,0 2 0 0,2 0 0 0,-1 0 0 0,1 3 0 0,-1 11 0 0,1 5 0 0,1 10 395 0,0 4-178 0,-1 8-81 16,-1 3-55-16,2 3-155 0,-1 1 56 31,-2-1 27-31,0 0-165 0,0 1 106 0,0-10 39 0,0-6 24 0,-6-3-530 0,-1 0 270 0,1-10 135 16,-3 0-23-16,0-12 67 0,-1-7-137 0</inkml:trace>
  <inkml:trace contextRef="#ctx0" brushRef="#br0" timeOffset="-199715.63">16538 10831 1140 0,'4'-21'0'0,"0"4"0"0,3 2 0 0,3 1 0 0,3 3 0 0,2 5 0 0,1 6 0 0,4 0 0 0,2 0 342 0,3 0-153 0,3 11-66 0,-3 2-48 0,-2 2 75 0,1-1-57 0,-4 2-28 0,0 0-118 0,-1 2 54 16,-8 0-9-16,-3 1 45 15,-6-1-175-15,1 1 88 16,-3 0 43-16,-3 3-419 0,-7-4 221 0,-7-2 56 16,1-4 76-16,-6-2-396 0</inkml:trace>
  <inkml:trace contextRef="#ctx0" brushRef="#br0" timeOffset="-199289.6">16446 10636 1236 0,'0'0'0'16,"0"0"0"-16,0 0 0 0,0 0 0 0,0 0 0 0,0 0 182 0,0 2-72 0,0 4 29 16,2 5-52-16,4 5-24 0,-1 2 8 0,2-1-99 15,-3 2 32 1,0 3 0-16,-2 2 33 0,0 1-146 0,-2 3 83 0,0-3 26 0,-2-1 1 0,-7 0-76 0,0-3 50 16,1-1 26-16,-2-1 81 0,1-5-29 0,3-3-39 0,1-3 79 31,3 1-40-31,1-3-7 0,1 3-35 31,0-2 67-31,1-1-30 0,7-1 7 0,2 3 1 0,2-1-37 0,-1 6 29 0,1-3-11 0,-2 1-1 0,-2 2-204 0,-2 0 99 0,0 2 45 0,-3 5-166 16,-3-8 96-16,0 6 28 0,0-5 85 15,-10 3 0-15,-3-3-49 16,-2 2-18-16,-3-7 270 0,1-2-118 0,1-1-56 0,-4-3-29 0,4 3 158 16,3-5-68-1,2 0-49-15,4 0 18 0,1 0 296 0,3 0-169 0,2-3-75 31,1-1 0-31,3 4-47 0,14-5-22 0,4 5-1 0,5-5 76 0,5 4-40 0,0 1-34 0,4 0-109 16,3 0 42-16,0 0 0 0,2 0 42 0,7 1-191 16,-8 5 91-16,3 2 50 47,-3-2 25-47,1 1-769 0,-1 0 314 0,5-3 196 0,-10-2-553 0</inkml:trace>
  <inkml:trace contextRef="#ctx0" brushRef="#br0" timeOffset="-198994.74">17021 10887 1318 0,'5'-20'0'0,"1"3"0"0,4 3 0 0,2 5 0 0,4-1 0 0,0 9 0 0,4 1 370 0,4 0-167 31,3 13-83-15,-1 1-42-16,5 7 91 0,-6 0-70 0,-5 2-32 0,-3 4 0 0,-3 0-20 0,-6 3-10 0,-3 7 8 0,-5-5-101 0,-5 3 46 0,-12 0 0 15,-5-3-96-15,-7 5 80 0,-3-11 26 0,-4-4 0 16,-4-3-243-16,4-7 101 0,-4-2 74 0,-2-7-4 31,10-3-401-31,4 0 217 0,5-17 109 0,5-6 56 0,6-7-130 0,2-3 83 0,10-3 56 0,0 2-105 31,10 3 75-31,4 2 38 0,2 5 248 0,2 1-114 0,0 10-44 0,1 4-26 0,4 6 597 0,2 3-313 32,1 0-154-32,4 5-48 0,-4 11 625 0,1 5-330 15,2 1-165-15,-2 5-83 0,1 0 42 0,4 4-52 0,-7-2-42 0,-1-1-230 0,0-2 100 31,-2-2 49-31,-1-3-715 0,3 0 392 0,-8-10 182 0</inkml:trace>
  <inkml:trace contextRef="#ctx0" brushRef="#br0" timeOffset="-198839.83">17381 10960 1103 0,'0'-17'0'0,"0"5"0"0,6-1 0 0,7 3 0 0,5-4 0 0,6 8 412 0,3 0-188 16,6 2-94-16,3 3-47 0,3-1 0 0,4 0-14 15,-5 2-10-15,-2 0-613 16,-3 0 280 0,0 0 140-16,-2 0-316 0</inkml:trace>
  <inkml:trace contextRef="#ctx0" brushRef="#br0" timeOffset="-198575.54">17571 10549 1703 0,'0'9'0'0,"0"5"0"0,0 8 0 0,0 8 0 0,5 11 0 0,6 12 0 0,4 9 0 0,1 9 696 0,1-3-335 0,-1 0-163 0,1-1-73 16,-5-3-44-16,1-7-1 0,-4-1-186 0,-4-15 67 15,-5-7 37 1,0-5 0-16,0-7-343 0,-13-4 190 16,-3-1 104-1,-1-13 40-15,-4-4-313 0,-1 0 169 0,0-7-6 0,0-10 73 0,-3-5-35 0,5-4 48 0,4-2 0 0,4-4 145 0,1-1-53 16,5 4-26-16,1-1 223 0,5 11-121 15,0 2-64-15,0 6-33 16,9-1 151-16,5 4-79 0,4 0 7 0,2 7 18 31,0 1-310-31,4 0 116 0,-1 0 80 0</inkml:trace>
  <inkml:trace contextRef="#ctx0" brushRef="#br0" timeOffset="-198155.96">18155 10851 1084 0,'0'-2'0'15,"0"-3"0"-15,3 4 0 0,6 0 0 0,6 1 0 0,3 0 30 0,6 6 7 0,4 4 1 0,2 7 103 0,1 1-43 47,-5 6-35-47,-2-2-97 0,-6 4 36 0,-7 4 0 0,-6 4 35 0,-5 1-79 0,-2-2 35 0,-19 1 0 0,-9 0 44 16,-6-3-21-16,-3-1 18 0,-7-1 9 0,5-12-22 0,-4 0 1 47,3-3-19-47,1-6 15 0,1-5-126 15,2-3 61-15,19 0 27 0,7-13-337 0,12-10 169 0,2-5 88 0,21-5 36 0</inkml:trace>
  <inkml:trace contextRef="#ctx0" brushRef="#br0" timeOffset="-197992.65">18383 10932 2023 0,'-6'11'0'16,"0"6"0"-16,-2 2 0 0,-2 3 0 0,-2 7 0 0,1 2 0 0,3 1 0 0,-1 0 0 0,4 1 767 0,5-1-365 0,0 4-173 0,2-10-100 0,11-2 7 16,7-4-50-16,4-1-23 0,6-4-180 0,4-1 87 15,-1-4 29-15,1-7-610 0,3-3 324 0,-2 0 162 31,-1-2 82-31,2-6-862 0,-10-7 444 0</inkml:trace>
  <inkml:trace contextRef="#ctx0" brushRef="#br0" timeOffset="-197844.89">18635 10980 1770 0,'-9'-6'0'15,"-2"-1"0"-15,5 2 0 0,1 0 0 0,5 3 0 0,0 2 0 0,8-2 216 16,10 2-89-16,7 0-45 0,5-3 124 0,3 3-89 15,1 0-40-15,2 0-218 0,0 0 89 0,1 0 45 0,5 0 9 0,-6 0-526 16,-3 0 281 0,-2 0 140-16,-5 0 71 0</inkml:trace>
  <inkml:trace contextRef="#ctx0" brushRef="#br0" timeOffset="-197309.61">18827 10712 1104 0,'-17'0'0'0,"6"0"0"16,0 0 0-16,3 0 0 0,2 3 0 0,2 9 0 0,4 4 406 0,0 5-189 0,0 11-90 0,13 6 206 16,2 8-147-16,1 10-66 0,2 0-46 0,-2 3 8 0,-1 0-45 15,0-1 0-15,-4-1 0 0,2 2-145 16,-7-16 68-16,-3-3 39 16,0-2-1-16,-1-4-263 0,-2-5 151 15,0 0 85-15,-2-12-382 0,-7-8 203 0,2-3 27 0,-5-6-123 0,3 0 134 0,-5-3 57 16,1-16 43-16,1-3-81 0,-4-6 57 0,0-2 28 15,0-4 1-15,-4-5-125 0,7 0 83 0,-2 2 36 16,2 2 71-16,0 1 0 16,3 5 0-16,-3 0 0 0,7 12 0 0,-3 4 0 0,4 2 0 0,2 8 308 15,-1 3-176-15,1 0-88 16,3 6 6-16,0 12 250 0,0-1-113 0,0 4-79 0,0-1-19 16,0 0 21-1,0-1-41-15,0-4 0 0,0-3-67 0,0 0 1 0,0-3 34 0,0 0 9 16,2-5-245-16,7-4 117 0,7 0 60 0,1-4-242 15,8-12 118-15,3 2 82 0,0-5-7 0,3-3-128 32,0 1 62-32,2-3 51 0,0 3 21 15,4-2 62-15,-9 3-35 0,-3 4 1 0,-3 3 207 16,-8 2-104 0,-3 6-52-16,-3-1-34 0,-8 5 471 0,0 1-228 15,-16 0-76 1,-3 6 280-16,-2 3-186 0,-4 1-106 0,3 5-49 0,-3-3 153 0,5 2-101 0,0-2-51 0,2 0-15 15,6-1 50-15,4 0-42 0,3-1-1 0,2 0-58 0,3-1 16 0,0 1 9 0,7-3-9 0,13-1-135 63,2-3 68-63,6-1 33 0,6-2-373 0,0 0 190 0,-3 0 100 0,0-2 8 0,0-1-525 0,-1-8 272 0,-4 2 144 0,1-3 63 0</inkml:trace>
  <inkml:trace contextRef="#ctx0" brushRef="#br0" timeOffset="-197154.86">19140 10614 1879 0,'0'0'0'0,"-3"0"0"16,0 0 0-16,2 0 0 0,-3 0 0 0,3 0 0 0,1 4 0 0,0 2 0 0,0 0 178 16,1 6-71-16,5-3-35 0,5 5 8 0,0-2-617 0,5 0 281 0,0 2 140 15</inkml:trace>
  <inkml:trace contextRef="#ctx0" brushRef="#br0" timeOffset="-196864.59">19614 10576 1420 0,'1'-1'0'0,"1"-2"0"0,3 1 0 0,1 1 0 0,0 0 0 0,2-2 0 0,1 3 217 0,2 0-91 0,-1 0-45 0,5 0-14 0,-4 5 9 62,1 4-32-46,-2 0-9-16,-2 3-255 0,-6 2 127 0,0 1 65 0,-2 3-128 0,-2 3 84 0,-8 0 39 0,-7-4 0 0,-2 2 196 0,-1-2-78 0,-2-1-38 0,-1 1 141 0,4-6-91 0,2-1-70 0,2-1 0 0,3-6-25 0,3 1-2 15,-1 1 52-15,9-5-3 0,1 0 84 0,0 0-52 0,8 0 12 0,9 0-29 16,5-5 10-16,3-2-39 0,1 2 0 16,0-2 1-16,2 0 149 0,-1-1-75 15,3 1-324-15,-4 0 121 0,-1 3 48 0,-3-3 38 16,-3 1-764-16,-2 3 368 0,-2 0 174 0,-7-3 102 15,-6 1-338-15,-2-1 215 0</inkml:trace>
  <inkml:trace contextRef="#ctx0" brushRef="#br0" timeOffset="-196724.03">19739 10679 614 0,'-19'0'0'0,"-3"0"0"0,-8 0 0 0,4 0 0 0,-4 10 0 0,-1 1 0 0,0 2 0 0,3 4 314 0,0 2-130 0,14 0-79 0,5 2-35 0,7-2 322 16,2 4-179-16,3-3-88 0,13 4 195 0,4-8-146 15,2 1-70-15,4-2-34 0,4-2 19 16,-1-2-27-16,6 2 10 15,-6-9-441-15,-1 1 202 0,-1-2 102 0,-1-1 50 0,-2 0-308 16,-2 1 188-16,-3 0 80 0</inkml:trace>
  <inkml:trace contextRef="#ctx0" brushRef="#br0" timeOffset="-196556.55">19477 11101 2136 0,'-16'0'0'0,"7"0"0"0,4 0 0 16,5 0 0-16,0 0 0 0,2 0 0 0,13 0 0 0,10 1 0 0,8-1 298 0,5 0-132 0,6 0-57 0,-1 0-194 0,0 0 60 0,-1-1 30 16,-3-2 0-16,2 1-534 0,-2 0 290 0,-10 1 133 0,-7 1 70 15,-3 0-331-15,-9 0 188 16</inkml:trace>
  <inkml:trace contextRef="#ctx0" brushRef="#br0" timeOffset="-196257.15">19701 11011 1430 0,'0'-3'0'0,"0"1"0"0,-1 2 0 0,-1 0 0 16,2 0 0-16,0 2 0 0,0 11 0 0,2 6 0 0,7 3 229 0,2 9-89 0,1 3-56 15,-1 4 17-15,3 6-33 16,-4 2-1-16,-1-1-32 0,0 5-157 0,-7-11 74 0,-2-3 41 0,0-1 1 0,0-6-30 16,-12-4 35-16,-3 1 9 0,-3-12-48 15,0-8 37-15,-3-1-9 0,-1-5 121 0,3 0-71 16,-4-5 2-16,7-9-63 0,4-2 214 0,2 0-87 15,3-2-45-15,5 0-2 0,2-3 57 0,0 6-42 16,2-2 1-16,13 2-38 78,4 2-90-62,0-2 45-16,2 0 31 0,2 5-159 0,0 0 87 0,0 2 42 0,2-1-728 0</inkml:trace>
  <inkml:trace contextRef="#ctx0" brushRef="#br0" timeOffset="-196189.34">20342 11446 3931 0,'-18'-16'0'0,"8"5"0"0,5 5 0 0,5 1 0 0,0-1 0 0,6 0-922 0,-1-4 355 0</inkml:trace>
  <inkml:trace contextRef="#ctx0" brushRef="#br0" timeOffset="-192134.91">23168 10577 971 0,'-6'-8'0'0,"4"0"0"0,-3-2 0 0,4 1 0 0,-1-4 0 0,1-3 0 0,1-2 0 0,0-1 265 0,0-2-115 0,0 1-57 15,0-2 49-15,0-2-43 0,0 7-37 16,0 2 62 0,0 0-45-16,0 1 1 0,-6 4-44 0,0-1 74 0,-1 5-42 0,-2 4 0 15,1 0-32-15,0 2 105 0,-1 0-52 0,-4 0-17 0,6 9-10 16,-4 2 71-16,4 7-49 0,-2 2-24 0,3 5 143 16,-2 6-74-1,3 2-51-15,1 4 190 0,-1 6-115 0,4 3-77 0,-1 4-76 0,1 9 0 16,1-8 0-16,0 8 0 0,0 2 0 0,1 3 0 15,6 9 0-15,0-13 0 0,-1 0 0 16,0-2 0-16,-1-3 0 0,1-6 0 16,-4 6 0-16,-1-18 0 0,-1-2 0 0,0-6 0 0,-7-3 0 15,-4-5 0-15,-4 5 0 0,-1-12-113 16,-3-4-35-16,0-3 60 0,-3-6 5 0,0-1-137 16,-3 0 82-16,4-1 56 0,-1-13-453 15,0-4 249 1,1-5 125-16,3-7 63 0,-4-9-561 0</inkml:trace>
  <inkml:trace contextRef="#ctx0" brushRef="#br0" timeOffset="-191869.8">22715 10831 2393 0,'-7'-9'0'0,"3"3"0"0,0 0 0 0,3 1 0 0,1 2 0 0,0 2 0 0,9 1 0 0,10 0 450 0,7 0-207 31,9 0-94-31,4 0 511 0,3 4-624 0,5-2-36 0,6 3 0 0,1 0 0 0,8 0 0 0,-10-2 0 16,-2 3 0-16,-5-3 0 0,-5 2 0 0,-5-4 0 15,-1 2 0-15,-14-2 0 0,-10-1 0 0,-4 0 0 16,-6 0 0-16,0 0 0 0,0 0 0 0,-8 0-104 109,-4-1-105-109,-2-6 88 0,2 2 33 0,-1-2-652 0,5 2 357 0,1 0 173 0</inkml:trace>
  <inkml:trace contextRef="#ctx0" brushRef="#br0" timeOffset="-190980.58">25945 10193 871 0,'0'-5'0'0,"0"-2"0"0,0 4 0 0,0 0 0 15,1-3 0-15,5 4 176 0,1 1-70 0,8-1-33 0,-1 2 245 0,6 0-139 31,1 0-62-31,2 9-44 16,0 1 55-16,1 4-45 0,-4 0 0 0,4 7 40 0,-7-3-48 0,-4 2 1 0,0 0-4 16,-5 1-34-16,-3 3-1 0,-4 4 10 0,-1-5 37 15,-1 2-1-15,-14-1-45 0,-3 0-1 0,-5-3 107 0,-6 2-44 16,2-7-35-16,-4 0-1 0,3-5-1 0,-3-3 1 16,1-3-26-16,-1 1-107 0,7-6 49 15,1 0 28-15,2 0-348 16,7-1 176-16,2-5 94 0,3-3 35 0,7-3-476 0,2 1 219 15,2-4 130-15,11 0 46 0,7-3-387 0,6 0 224 16,0 0 125-16</inkml:trace>
  <inkml:trace contextRef="#ctx0" brushRef="#br0" timeOffset="-190693.25">26438 10123 735 0,'-4'-4'0'16,"-1"0"0"-16,-2 0 0 0,3 1 0 0,-2 1 0 0,0 2 554 0,-2-3-249 0,-1 3-138 0,-1 0-65 15,1 0 323-15,-3 8-193 0,-4 4-88 16,5 2 179-16,-3 5-142 0,-1 1-72 0,4 6 72 16,0 1-72-16,-4 3-26 0,9 0-10 0,2-1 135 15,4 2-208-15,0 3 0 0,1-3 0 0,11 6 0 16,8-10 0-16,6 0 0 0,2-4 0 15,6-4 0-15,4-1 0 0,5-1 0 0,-5-7 0 0,3-2-136 16,-4-2 30-16,4-6-510 0,-5 0 302 31,3 0 71-31</inkml:trace>
  <inkml:trace contextRef="#ctx0" brushRef="#br0" timeOffset="-189257.84">24668 11841 1044 0,'-5'-3'0'16,"-1"1"0"-16,2-1 0 0,1 1 0 0,1 2 0 0,1 0 0 0,1 0 398 0,0 0-181 16,1 10-90-16,4 0-44 0,5 1 172 0,1 4-100 0,2-2-64 15,1 2-38-15,-1 1-16 0,4 0 0 0,-3-1-238 16,3 5 129-16,-3-2 50 0,0-3 29 0,2 5-453 16,-3-2 241-16,-2-3 121 0,2 3 19 15,-2-4-557 1</inkml:trace>
  <inkml:trace contextRef="#ctx0" brushRef="#br0" timeOffset="-189000.06">25016 11700 1443 0,'0'-3'0'0,"0"2"0"0,0-2 0 0,0 0 0 0,0 3 0 0,0 0 0 0,-1 6 319 0,-4 9-145 0,-3 10-69 0,0 7 415 0,-2 11-241 0,-2 7-121 16,-3 12-51-16,-3 8 208 15,-3 9-139-15,-2 6-69 0,-1 3-36 16,-2 4 38-16,7-20-61 0,1-6-48 16,5-8-33-16,1-10-10 0,4-4 40 0,0-3 10 0,4-19-40 0,3-4 36 15,1-2-1-15,-2-9-134 0,2-2 84 0,0-1-6 16,0-4 33 31,-1 0-298-47,1-1 149 0,-5-5 36 0,3-2 49 0,0-1-446 0,2-1 251 0,0-2 122 0,0-2-662 15</inkml:trace>
  <inkml:trace contextRef="#ctx0" brushRef="#br0" timeOffset="-185438.84">23561 11296 739 0,'-11'0'0'0,"0"0"0"0,3 0 0 0,-1 0 0 0,1 0 0 0,-2 0 0 0,1 0 0 15,3 1 109-15,3 2-35 0,-2 0-1 0,2-2 91 16,2 1-63-16,-2 1-21 0,3-1 19 16,0 0-31-16,0 0 1 0,0 1-31 0,0 0 105 0,1 0-42 0,7-1-37 31,-2 2 1-31,5-4 89 0,3 2-57 0,-1-2-30 0,5 0 10 0,2 0 31 0,5 0-35 0,2-6-1 16,4-5 67-16,3-3-40 15,1-1-36-15,5-3 0 0,4-2-2 0,5-3-23 16,5-6 0-16,12-4-6 0,-3 1 7 0,2-3-1 15,4-1 0-15,4 0-51 0,3 1 25 0,14-5 10 16,-11 9 16-16,3 0-86 31,4-1 41-31,3 2 5 0,4 2-5 0,17-5 8 16,-17 11-6-16,3-2-29 0,-2 0 0 0,-4 1 33 0,-5 3 11 0,6-2-40 0,-29 7-2 0,-5 1 30 0,-10 1 6 0,-6 2 13 16,-3-1-15-16,-2 1-3 0,-13 2 2 15,-1 2 81-15,-5-1-38 0,-1 1 2 0,-7 3 116 16,1-1-66-16,-7 2-40 0,-2 0-10 15,-1 1 72 1,0 0-31-16,0-1-67 0,0-1-20 0,0 1 0 0,0 0 0 16,0-2 0-16,0 1 0 0,0 1 0 0,0 1 0 15,0-2 0-15,0 2-204 0,-1 1-59 0,-4 1 116 0,-2 0-973 0,-2 7 532 16</inkml:trace>
  <inkml:trace contextRef="#ctx0" brushRef="#br0" timeOffset="-184969.45">23461 11335 868 0,'-12'-3'0'15,"4"-3"0"-15,0 1 0 0,0 2 0 0,1-2 0 0,3 3 0 0,2 0 0 0,2 2 282 0,0 0-121 0,0 0-61 16,2 5 201-16,11 7-136 0,1 1-64 0,4 2 250 15,1 3-156-15,3 2-78 0,3 4-30 0,4-1 225 16,0 1-137-16,5 2-68 0,3 0-34 0,7 7 82 16,4 0-63-16,7 4-27 15,5 4 0-15,4 2-38 0,0 2 11 0,8 5 10 0,-13-4-122 0,-4-3 56 16,-6-3 29-16,-5 0-154 0,-5-5 90 16,0 3 56-16,-15-12-10 0,-5-6-27 0,-2-1 5 0,-3-6 1 15,-4-4-20-15,-4-2 130 16,-4-7-65-16,-2 0 1 0,0 0-53 0,0 0 196 15,0-1-71-15,-5-2-39 0,-1-5-109 0,1-1 34 16,-1-2 30-16,2 1-1019 0,1 1 481 0,3-2 237 0</inkml:trace>
  <inkml:trace contextRef="#ctx0" brushRef="#br0" timeOffset="-184392.24">25172 12100 633 0,'-17'4'0'0,"3"1"0"0,-2 0 0 0,6-2 0 0,3 1 0 0,4-2 297 0,0 1-131 0,-1-3-64 0,2 3-24 0,2-3 260 0,0 0-151 16,0 0-76-16,0 0-37 0,0 0 167 0,2-3-93 15,5-2-61-15,1-7 28 0,1-5-39 16,2 0 0-16,0-3 113 0,4-6-67 0,-1 2-48 16,3-2 1-16,-1-5 137 0,3-1-87 0,1-5-45 31,3-8 9-31,0 1 58 0,4-4-58 0,5-10-89 0,0-5 0 0,6-9 0 0,6-12 0 16,-1 8 0-16,2-7 0 0,1-3 0 0,0 2 0 0,0-1 0 15,8-6 0-15,-14 24 0 16,1 6 0-16,-3 7 0 0,-1 6 0 0,1 0 0 15,-11 13 0-15,-4 8-131 0,-4 4 42 0,-3 2-9 0,-4 4 41 16,-1 0 140 15,-6 6-46-31,-1 2-23 0,-1 4 210 0,-1-1-207 0,1 5-17 0,-2-2 0 0,-1 3 0 0,0 0 0 0,0 0 0 0,0 0 0 16,0 0 0-16,0 0 0 0,0 0 0 0,0 0 0 16,0 0 0-16,0 0 0 0,0 0 0 0,0 0-514 15,0 6 124-15,0 0 176 0,0 3-761 16</inkml:trace>
  <inkml:trace contextRef="#ctx0" brushRef="#br0" timeOffset="-181772.81">8816 11964 984 0,'-13'-12'0'0,"-5"4"0"0,4 4 0 0,4 1 0 0,0 1 0 0,3 0 0 0,0 1 0 0,0-1 374 15,5 2-173-15,0 0-83 0,2 0-40 0,0 0 194 16,0 0-118-16,0 0-49 0,4 0 7 0,6 3-37 15,6-1-1-15,5 0 194 16,8-2-116-16,6 0-48 0,2 0-38 0,9 0 115 16,9 0-71-16,6-5-37 0,11-5 0 0,12-2 27 0,8-1-36 0,20-2 0 15,11-4-27-15,13 4 55 0,8-3-92 0,16-1 0 16,-23 10 0-16,-1 0 0 0,-4 2 0 16,-8 4 0-16,9-3 0 0,-34 1 0 15,-3-2 0-15,0-2 0 0,0 0 0 0,2-2 0 16,13-4 0-16,-26 2 0 0,2 1 0 0,-7 0 0 15,-7 4 0-15,-3 0 0 0,0 2 0 0,-19 3 0 16,-10 0 0-16,-4 2 0 0,-11 1 0 0,-8 0 0 16,-4 0 0-16,-9 0 0 0,-3 0 0 15,-1 0 0-15,-1 0 0 0,0 0 0 0,0 0 0 0,0 0 0 16,-1 0 0-16,-2 0 0 0,-2 0 0 16,-2 0 0-16,-2-2 0 0,0 1 0 0,-1-1-496 0,1 2-30 15,-3 0 244-15</inkml:trace>
  <inkml:trace contextRef="#ctx0" brushRef="#br0" timeOffset="-176843.33">8760 12605 1168 0,'0'-4'0'0,"0"0"0"0,0 0 0 0,0 2 0 0,0-3 0 0,0 0 0 0,0 3 0 0,-3-2 410 0,3 0-186 0,0 0-93 0,0-3-39 0,0 3 166 16,0-2-111-16,0-1-55 0,0-3 34 0,0 3-45 15,0-4 9-15,3 0-53 0,-2-1-45 0,2 0 45 16,-3 0-1-16,0-1-26 0,0-3 9 0,0 3 18 15,0-1 0-15,0 2-32 0,-4-1 1 0,-3-1 30 16,0 4 10-16,-2 0 20 31,0 2 0-31,-6 2-59 0,4-1 100 0,-1 3-38 0,-4 1 11 0,4 0 45 0,2 3-45 0,-2 0 1 0,2 0-44 16,0 6 59 0,3 5-96-16,1 0 0 0,0 3 0 0,2 5 0 0,1 3 0 0,0 3 0 15,3 3 0-15,0 5 0 0,0 2 0 0,0 4 0 0,0 4 0 16,0 7 0-16,0 1 0 0,0 3 0 15,2 1 0-15,0 2 0 16,4 1 0-16,0 4 0 0,0-11 0 0,-4-4 0 16,3 1 0-16,-2-5 0 0,-1-2 0 0,-1 5 0 15,2-15 0-15,-3-2 0 0,0-2 0 0,0-1 0 16,-9-6 0-16,0 5 0 0,-2-11 0 0,0-3 0 16,-4-3 0-16,-1-1 0 0,-1-4 0 0,-4 1 0 15,1-4 0-15,-1 0 0 0,1 0 0 0,-5-1 0 31,2-5-264-31,-2-4 97 0,5-2 66 0,1-1-248 0,1-5 157 0,3-2 77 16,2-4-560-16,2-7 310 0,5-1 168 0,2-2-438 0,1-7 299 0</inkml:trace>
  <inkml:trace contextRef="#ctx0" brushRef="#br0" timeOffset="-176672.96">8288 12918 1146 0,'0'-13'0'0,"0"6"0"16,-1-2 0-16,1 0 0 0,0 7 0 0,0-1 0 0,0 2 691 0,1-2-327 0,7 2-155 0,7-1 609 0,3 2-391 0,5 0-196 15,3 0-186-15,6 0-45 0,2 0 0 0,1 0 0 16,2 0 0-16,-2 0 0 0,1 0 0 16,0 0 0-16,0 0 0 0,-7-2 0 0,-4 2 0 0,-1-2 0 15,-7 2-188-15,-3 0 76 16,3 0 83-16,-11 0-987 0,-3 0 486 0,0 0 246 0</inkml:trace>
  <inkml:trace contextRef="#ctx0" brushRef="#br0" timeOffset="-176367.37">8908 13141 1806 0,'-6'0'0'0,"2"0"0"16,-1 0 0-16,0 0 0 0,2 0 0 0,1 0 0 0,1 0 0 0,1 0 767 0,0 0-356 0,0 0-193 0,0 6-90 15,3 3 311-15,1 0-277 0,3 5-162 0,-2 3 0 0,1 0 0 16,-2 4 0 0,2 1 0-16,-3 2 0 0,-1 8 0 0,0-5 0 0,-1 1 0 15,1 0 0-15,-1-2 0 0,1 0 0 0,0-1 0 16,-1-6 0-16,2-5 0 0,-2-1 0 0,1-5 0 16,0 0 0-16,-1-2 0 0,-1-6 0 0,0 0 0 15,0 0 0-15,0 0 0 0,0-3 0 0,0-5 0 16,0 1 0-16,0-4-50 15,0 0-253-15,0 2 124 0,-1-5 72 0</inkml:trace>
  <inkml:trace contextRef="#ctx0" brushRef="#br0" timeOffset="-174980.01">9170 12233 1705 0,'3'-20'0'16,"0"-2"0"-1,2 4 0-15,0 5 0 0,-1 0 0 0,-1 4 0 0,2 2 0 0,-2-1 354 0,-1 6-163 0,0 2 479 0,0 0-316 0,-1 0-159 0,-1 2-69 0,0 13 210 0,0 2-336 0,-1 7 0 16,-11 1 0-16,-2 9 0 0,-3 6 0 0,-3-1 0 0,-1 3 0 0,-1 4 0 15,-1 4 0-15,1 3 0 0,0 10-95 0,3-7-261 16</inkml:trace>
  <inkml:trace contextRef="#ctx0" brushRef="#br0" timeOffset="-173167.09">9590 12604 1796 0,'-7'-8'0'0,"-1"0"0"0,5 6 0 0,-3-3 0 0,1 3 0 0,0-2 0 0,0 3 0 0,-3 1 0 0,0 0 0 0,0 2 252 0,-3 13-109 16,0 7 272-16,-5 10-180 0,0 2-104 0,0 7-47 15,-3 4 306-15,4 6-176 0,0-3-89 16,5 7-35-16,5-11-34 0,5 0-56 0,0-5 0 16,15-8 0-16,9-4 0 0,4 2 0 0,3-12 0 15,3-5-139-15,0-3-45 0,1-4 111 16,-1 0-650-16,-1 2 317 0,-7-7 197 0,-2 0 36 0,-4 0-515 16,-5 0 326-16</inkml:trace>
  <inkml:trace contextRef="#ctx0" brushRef="#br0" timeOffset="-172876.38">9731 12812 1969 0,'0'-6'0'0,"0"1"0"0,0 3 0 0,0 0 0 0,0 0 0 0,3 1 0 0,8 1 323 0,5 0-143 15,-1 5-72-15,4 5 148 0,-2 2-110 0,5 2-46 16,-4 4-36-16,0 3-85 15,-1-1 29-15,-3 4 0 0,-2 0 28 0,-3 2-160 0,-4-1 75 0,-5 0 43 16,0 3-16-16,-3-7 30 16,-12 2-1-16,-3 1 16 0,-2-8 8 0,-3-5-60 15,-1-1 0-15,0-5-27 0,-3-2 13 0,0 0 10 16,6-3 1-16,1 0-271 0,2-4 141 0,2-7 71 0,6-3 35 16,0-3-399-16,9 0 213 0,1-3 103 31,1-1-169-16,13-3 136-15</inkml:trace>
  <inkml:trace contextRef="#ctx0" brushRef="#br0" timeOffset="-172709.48">10054 12729 1138 0,'0'0'0'0,"0"0"0"0,0 0 0 0,0 0 0 0,0 4 182 0,-2 1-72 0,-6 4-37 0,-5 8 760 16,-2 5-398-16,-5 5-190 15,2 5-109-15,2 3 508 0,1 3-509 0,5 1-135 0,6-3 0 0,4 5 0 16,0-9 0-16,13-5 0 0,7 1 0 15,8-6 0-15,2-1 0 0,0-6-88 0,1-6-82 0,0-4 103 16,-1-1 52-16,-3-4-905 0,4 0 441 16,-10 0 194-16,-3 0 124 0</inkml:trace>
  <inkml:trace contextRef="#ctx0" brushRef="#br0" timeOffset="-172440.94">10341 12998 2296 0,'0'-1'0'0,"0"-3"0"0,0 3 0 0,0-4 0 0,0 4 0 0,0 0 0 0,0 1 0 0,2 0 0 0,1 0 0 0,0 2 310 16,1 8-128-16,1 1 128 0,-2 3-137 15,-2-1-69-15,1 7-33 0,-1 0-11 0,-1 3-14 0,0-3-10 0,-1 2 1 16,-6 0-83-16,-4 0 41 16,3-1 1-16,-5-1 49 15,0-5-278-15,0-1 135 0,1-5 67 0,-2-3-559 16,5-3 246-16,-2-3 95 0,4 0-457 0,4-6 334 62,2-12 168-62</inkml:trace>
  <inkml:trace contextRef="#ctx0" brushRef="#br0" timeOffset="-172288.32">10505 12833 1844 0,'11'-4'0'0,"4"0"0"0,-3 2 0 0,8 0 0 0,-3 2 0 0,0 0 0 0,5 0 0 0,0 0 373 0,-1 12-167 0,5-1-76 0,-5-1 205 16,-2 6-148-16,0 0-76 0,-4 3-37 0,-4 3-3 0,0 2 10 15,-9 0-45-15,-2 2-70 0,0 1 35 16,-14 0 0-16,-5 2 36 0,-1 1-56 16,-7-7 23-16,-1-1 1 0,-3-5 31 0,0 0-69 0,1-3 30 15,-6 0 9-15,7-8-31 0,1-4-411 0,3-2 178 16,3 0 120-16,9 0-483 0,-3-11 283 16,16-10 156-16,0-5-453 0</inkml:trace>
  <inkml:trace contextRef="#ctx0" brushRef="#br0" timeOffset="-172097.83">10818 12768 1647 0,'6'-5'0'0,"2"0"0"0,-3 1 0 0,0 3 0 0,-2-1 0 0,-1 2 0 0,-2 0 0 0,0 8 799 0,0 5-386 0,-2 6-188 0,-6 2-95 16,0 2 459-16,-1 6-461 0,6-4-128 0,-2 2 0 16,5-1 0-16,0 3 0 0,0-3 0 0,8 3 0 15,9-4 0-15,1-4 0 0,5-3 0 0,5-4-23 16,1-3-57-16,5 0 68 0,-5-9-678 15,1-2 274-15,-3 0 204 0,0-2 15 16,-2-8-521-16,-1-2 331 0,-8 1 180 0</inkml:trace>
  <inkml:trace contextRef="#ctx0" brushRef="#br0" timeOffset="-171825.07">11082 12697 1544 0,'-10'-18'0'0,"0"-3"0"0,7 9 0 0,-1 0 0 0,4 0 0 0,0 5 0 0,2 0 0 0,10 0 333 15,3 5-153-15,1 1-72 0,2 1 205 16,0 0-138-16,0 3-70 0,2 5-25 16,-5 3 11-1,-2 2-27-15,-2 0 0 0,-1 4-28 0,-3-1-75 0,-2 2 47 0,-5-1-9 0,0 0 37 0,0-2 114 0,-8 0-56 16,-5-1-30-16,1 0 136 0,-3-2-86 16,0-4-39-16,1-1 62 0,0-2-137 0,3 1 0 15,-3 0 0-15,5-4 0 0,2-1 0 16,0-1 0-16,2 2 0 0,2-2 0 0,3 0 0 15,0 0 0-15,5 0 0 0,8 0 0 0,0 0 0 16,4 0 0-16,-1 0-87 0,1 0-306 0,1 0 190 16,-2 0-366-16,2 0 266 0,-2 0 124 15,-2 0 76-15</inkml:trace>
  <inkml:trace contextRef="#ctx0" brushRef="#br0" timeOffset="-171592.02">11412 12596 2314 0,'0'-5'0'0,"0"2"0"0,0 1 0 0,3 2 0 0,2 0 0 0,5 0 0 0,-3 0 0 0,7 11 437 0,0 5-201 0,3 5-90 0,3 6 313 15,1 2-212-15,-4 4-155 0,1 5-92 0,-3 2 0 16,0 6 0-16,-9-2 0 0,-4 2 0 16,-2-3 0-16,-2 3 0 0,-14-3 0 15,-5 3 0-15,-2-11 0 0,-3-4 0 0,-3-5 0 16,1-4 0-16,-1-4 0 0,0-2 0 15,6-11-239-15,1-5-43 0,4 0 82 0,4-2-464 0,1-6 312 16,2-3 147-16,10-2 89 0,1 0-264 0,0-3 171 16</inkml:trace>
  <inkml:trace contextRef="#ctx0" brushRef="#br0" timeOffset="-171131.37">11966 12893 2288 0,'0'0'0'0,"0"0"0"0,0 0 0 0,0 1 0 0,0-1 0 0,0 2 0 0,0 0 0 0,2 1 1081 0,-1 1-541 15,3-1-518-15,2 1-22 0,1 2 0 16,-3-2 0-16,4 0 0 0,1 0 0 0,-3 0 0 16,2 1 0-16,0-2 0 0,0 0 0 15,-1-1 0-15,-3 0 0 0,2 0-68 16,-3-2-173-16,3 3 147 0,-5-3 60 0,0 0-1215 0</inkml:trace>
  <inkml:trace contextRef="#ctx0" brushRef="#br0" timeOffset="-170313.94">12517 12494 1398 0,'-5'-8'0'0,"1"2"0"0,0 1 0 0,-2 0 0 0,3 2 0 0,0-1 0 0,-2 4 0 0,4 0 485 16,0 9-225-16,1 10-112 0,0 11-56 0,0 9 349 16,0 8-207-16,0 4-99 0,0 8-50 0,0 6 143 15,0 12-87-15,0-9-57 0,0 3 116 16,0 0-200 0,1-3 0-16,2-6 0 0,3 4 0 0,-3-19 0 0,0-8 0 0,1-6-51 0,-1-4-5 15,-2-7 46-15,-1 2 32 0,0-16-72 16,0 0 25-16,0-7 26 0,0-1-47 0,-1 0 45 15,-2 0-44-15,2 0 3 0,-2-1 128 0,2-4-49 16,1 1-24-16,-2-1-58 0,0-1 11 0,2 2 31 16,0 0 33-16,0-6-550 15,0 3 247-15,0 2 125 16,0-4 44-16,0 3-791 0</inkml:trace>
  <inkml:trace contextRef="#ctx0" brushRef="#br0" timeOffset="-166219.12">12914 12880 1645 0,'-6'0'0'0,"0"-2"0"0,1 0 0 0,0 0 0 0,2-1 0 0,2 2 0 0,0-1 274 0,1 2-118 0,0 0-59 0,1 0 278 0,8 0-173 15,7 0-82-15,6 0 163 16,2 2-123-16,6 2-61 16,6-2-22-16,0 0 205 0,1 0-122 0,5 1-159 0,2-3-1 0,2 1 0 15,7-1 0-15,-8 0 0 0,-2 0 0 0,-1 0 0 16,-3 0 0-16,-5 0 0 0,5 0-2 0,-17-1-179 15,-4-2 109-15,-5 3-334 0,-10 0 206 0,-1 0 28 16,1 0 74-16,-3 0-739 16,-5 0 400-16</inkml:trace>
  <inkml:trace contextRef="#ctx0" brushRef="#br0" timeOffset="-166011.64">13258 12562 1680 0,'-5'-2'0'0,"-5"1"0"0,5-1 0 0,1 2 0 0,0 0 0 0,3 0 0 0,1 8 363 16,0 7-163-16,1 9 538 0,7 3-351 0,2 8-165 15,4 5-97-15,-2 11 91 0,3 3-216 0,-5 5 0 0,0 1 0 16,0 10 0-16,-2-12 0 0,-6 0 0 16,1-1 0-16,-2-7 0 15,-1-4 0-15,0 4 0 0,0-17-567 0,0-8 255 0,-3-6 110 0,-3-5-695 16,1-6 430-16,0-4 205 0</inkml:trace>
  <inkml:trace contextRef="#ctx0" brushRef="#br0" timeOffset="-164863.39">14359 12679 1250 0,'1'-7'0'0,"2"3"0"0,-2-3 0 0,0 2 0 0,2 0 0 0,0 0 0 0,3-2 200 0,-3 1-82 0,2-2-32 0,0-1 118 0,0 0-84 16,2-2-42-16,-1-4 1 0,-1 2-11 0,2-4 9 16,-1 1-41-16,-1 2 0 0,0-6 29 15,0 2 0-15,-2 0-28 0,0-4-3 0,-1 5 2 16,-2-1 1-16,0-3-17 0,0 3 17 0,0 0-1 15,-2-1 10-15,-4 4 13 16,-3 0-23-16,0 2 1 0,-1 2-1 0,-1 0 21 0,-3 1-12 0,3 4-8 16,-1 2-2-16,-1 3 56 15,1 0-28-15,1 1 0 0,0 0-17 0,0 0-9 0,2 7-1 16,1 5 58-16,2 3 34 0,-2 3-46 16,2 3 9-16,4 4 2 0,-1 3-93 0,3 3 0 15,0 5 0-15,0 1 0 0,0 9 0 0,0-3 0 0,0 2 0 16,0 9 0-16,0 3 0 0,0 10 0 15,0-7 0-15,-3 2 0 0,1-3 0 0,1 1 0 16,-1-6 0-16,-1 7 0 16,0-15 0-16,2-5 0 0,-1-3 0 15,-1-4 0-15,1-5 0 0,-1 3 0 0,0-14 0 0,-2-4 0 0,2-3 0 16,-6-3 0-16,3-3 0 0,-4 2 0 16,1-7 0-16,-2 0 0 0,0 0 0 0,0 0 0 15,-1 0-364-15,-2-1 148 0,2-6 95 0,-1-1-354 16,1-3 220-16,1-4 109 0,0 2 55 0,-2-10-502 15,5 3 283-15,0-6 137 0,-1-4 68 0</inkml:trace>
  <inkml:trace contextRef="#ctx0" brushRef="#br0" timeOffset="-164662.17">13972 12754 1793 0,'-4'-13'0'0,"-3"3"0"0,2 5 0 0,2-4 0 0,2 6 0 0,-3 1 0 0,4-1 0 0,0 3 342 16,5 0-153-16,11 0-76 0,6 0 528 0,3 0-293 15,3 0-160-15,4 0 129 0,0 0-317 0,4 0 0 16,1 0 0-16,8 0 0 0,-6 0 0 0,-1 0 0 16,-2 0 0-16,-1 0-42 15,-1 0-143-15,-13 0 106 0,-3 0-197 0,-6 0 134 0,-5 0 85 0,-6 0-554 16,1 0 267-16,-2 0 158 16,0 3 75-16,-12-1-344 0,1 1 210 0,-3 3 104 0</inkml:trace>
  <inkml:trace contextRef="#ctx0" brushRef="#br0" timeOffset="-163960.52">14580 13115 1830 0,'-11'-5'0'16,"-3"-1"0"-16,5 2 0 0,1-2 0 0,0 4 0 0,0-3 0 0,5 2 0 0,0-2 0 0,3 1 264 0,0-2-114 0,0 0-57 0,6 1 149 0,10 2-104 16,1-3-41-16,3 3-36 15,0 3 29-15,2-3-27 16,-1 3 0 0,2 0-27-16,0 0-35 0,-5 8 35 0,0 1-1 0,-4 3-89 0,0 3 45 0,-4-2 22 0,-1 8-91 15,-6-1 52-15,-3 4 31 0,0 4 2 0,-12-3-54 0,-4 5 21 16,-4-3-4-16,-5-2-1 15,0-5 107-15,-3-1-49 0,1-4 0 0,-1 0-43 0,3-9 318 16,4-3-130-16,0-1-76 0,6-2 228 16,2 0-324-16,2 0 0 0,7-2 0 15,3-4 0-15,1 1 0 16,0-2 0-16,5 2 0 0,10-2 0 0,4 5 0 0,2-1 0 16,4 1 0-16,1 0 0 0,2 2 0 0,3 0 0 0,-1 0 0 0,1 0 0 15,2 4 0-15,-1 0 0 0,3 1 0 16,2 1 0-16,-5-3 0 0,-4 1 0 0,-2-2 0 15,0 0 0-15,-7 0-484 16,2-2 158-16,-10 0 150 0,-4 0 70 0,-2 0-553 0,-5 0 312 0,0-2 155 16,0-4 70-16</inkml:trace>
  <inkml:trace contextRef="#ctx0" brushRef="#br0" timeOffset="-163697.33">14942 12213 2329 0,'0'-18'0'0,"0"5"0"0,0 2 0 0,0 3 0 0,-2 5 0 0,2 3 0 0,0 0 0 0,0 0 0 0,0 0 626 0,0 3-299 0,0 13-145 0,0 3-72 0,0 8 137 0,-2 4-137 15,-9 9-110-15,-1-1 0 16,-2 3-161-16,-1 5 1 0,0-1 99 0,-2 5-384 16,0 2 250-1,0-2 112-15</inkml:trace>
  <inkml:trace contextRef="#ctx0" brushRef="#br0" timeOffset="-162754.04">15468 12605 1023 0,'-9'-12'0'0,"1"2"0"0,-2 3 0 0,-2 6 0 0,3 1 0 0,-7 0 0 0,4 8 430 16,0 14-196-16,-4 10-98 0,1 3 175 0,2 7-137 0,-1 8-58 0,4-5-45 15,4 0 382-15,5 2-208 16,1-1-104-16,1-3 100 0,11 1-93 16,6-9-60-16,3-6-25 0,4-4-226 0,2-2 100 0,2-7 51 15,-2 4 33-15,-2-9-563 0,0-5 290 0,-3 0 144 16,-1-6-793-16,-2 0 422 0,4 0 211 0</inkml:trace>
  <inkml:trace contextRef="#ctx0" brushRef="#br0" timeOffset="-162500.81">15579 12777 1484 0,'0'-13'0'16,"0"2"0"-16,0 4 0 0,0-1 0 0,0 1 0 0,1 5 0 0,12-1 0 0,-1 3 0 0,5 0 500 0,1 3-232 0,2 6-105 0,-3 4-68 0,2 1 204 0,1 7-131 0,-4-2-65 0,0 3 3 0,-1 1-25 0,-6 1-10 0,-5-4-33 0,-2 4-61 0,-2-3 30 16,0 3 0-16,-3-1 15 15,-11-5-11-15,-2 0 27 0,-4-5-1 0,-6 1-163 16,1-5 82-16,-5-1 45 16,5-5-9-16,-1-2-376 31,1-1 190-31,1 0 56 0,4-1-350 0,1-8 216 0,8-5 122 0,4-3 56 15,5-4-395-15,2-4 226 0,2-1 113 0</inkml:trace>
  <inkml:trace contextRef="#ctx0" brushRef="#br0" timeOffset="-162341.95">15820 12645 1934 0,'8'-6'0'0,"0"0"0"0,-4 4 0 0,-2 2 0 0,0 0 0 0,-2 2 0 0,0 10 0 0,0 6 398 0,-4 3-180 16,-4 4-90-16,-1 0 228 15,6 5-149-15,-3-2-90 0,1-2-40 0,5 3 286 0,0-2-230 16,0-1-133-16,2 2 0 0,9-5 0 15,4-3 0-15,3-1 0 0,3-5-668 0,3 0 348 0,2-3 187 0,-2-7-933 32,0-4 487-32</inkml:trace>
  <inkml:trace contextRef="#ctx0" brushRef="#br0" timeOffset="-162168.14">16172 12894 2394 0,'0'0'0'0,"0"0"0"16,0 0 0-16,0 2 0 0,0-2 0 16,0 5 0-16,0-1 0 0,0 6 0 0,2 0 0 0,1 2 323 0,-1 5-142 0,-2 0 14 0,0 5-78 0,0 0-40 15,0 4 9-15,-5-4-274 0,-6 2 112 0,0-5 57 0,-3 1 28 0,-1-3-457 16,0-1 252-16,-3-6 111 0,2-3 62 0,1-7-301 16,0 0 72-16,3 0 118 0</inkml:trace>
  <inkml:trace contextRef="#ctx0" brushRef="#br0" timeOffset="-161678.21">16417 12695 1121 0,'-2'-3'0'0,"-4"-2"0"0,3 2 0 0,0-1 0 0,0 3 0 0,3-3 0 0,0 3 461 15,0-1-213-15,0 1-105 0,9-2-45 16,4-1 201-16,4 3-132 0,-2-1-65 0,5 2-34 0,1 0 104 16,2 0-59-16,-3 0-44 0,-1 7 12 0,0 5-1 15,-1 3-44-15,-3 2-1 0,0 4 22 0,-7 3-21 16,-3 1 0-16,-4 2-40 0,-1 0 0 15,-1 3 40-15,-12 2 9 0,-5-4-42 32,-6-3 0-32,-2-1 33 0,-4-4 0 0,-1-6-246 0,-2 3 121 0,3-10 34 15,3-5-458-15,0-2 231 0,2 0 128 0,6 0-203 16,2-10 152-16,10-7 89 0,7-6 40 0,0-3-480 0</inkml:trace>
  <inkml:trace contextRef="#ctx0" brushRef="#br0" timeOffset="-161483.86">16753 12581 2282 0,'2'-2'0'0,"0"-1"0"0,-2 2 0 0,0 0 0 0,0 1 0 0,0 0 0 0,-4 12 0 0,-5 3 0 0,-3 6 0 0,-1 8 769 0,-1-1-357 0,3 2-193 16,-1 7 30-16,4-2-249 0,5 2 0 0,1 2 0 0,2-7 0 16,4-2 0-16,13-4 0 15,2-3 0-15,4-5 0 0,5 0 0 0,0-11 0 16,1-3 0-16,3-4-191 0,-1 0 96 0,-2-6 65 0,3-5-825 0,-11-1 414 15,-4 0 203-15,0-2-459 16,-4-1 330-16</inkml:trace>
  <inkml:trace contextRef="#ctx0" brushRef="#br0" timeOffset="-161181.06">16945 12486 1129 0,'-1'-16'0'0,"-1"4"0"0,2 4 0 0,0-1 0 0,9 3 446 0,5 3-206 0,2-3-92 0,4 6-61 15,0 0 206-15,1 0-128 0,0 7-65 0,-1 4-32 16,-1 3 98-16,-3 4-69 16,-7 0-31-16,-3 6-109 0,-4-2 39 0,-2 2 0 15,0 0 14-15,-6-3-9 0,-7-3 35 0,-2 0 0 16,0-5 159-16,-1 1-80 0,1 0-30 0,3-8-10 16,1-1 65-16,3-4-52 15,2 1-26-15,3-2 0 0,-2 0 10 0,5 0-72 16,2 0 0-16,8 0 0 0,5-5 0 0,3-2 0 0,1 3-2 0,3-2-150 15,0 0 94-15,1 2 47 0,-1-1-723 16,1 0 322-16,-3 4 196 0,-1 0 66 47,-2-1-622-47,-3 2 368 0</inkml:trace>
  <inkml:trace contextRef="#ctx0" brushRef="#br0" timeOffset="-161006.64">17426 12460 1426 0,'8'-2'0'16,"4"-1"0"-16,-1 3 0 0,3 0 0 0,3 0 0 0,-1 8 0 0,3 8 344 0,4 2-145 0,-1 8 432 0,-2 5-297 16,1 6-150-16,-3 3-73 0,-5 4 268 0,0 10-162 15,-8-8-111-15,-5 2-106 0,0 0 0 0,-15-1 0 16,-8-2 0-16,-1 1 0 0,-6-9 0 0,-3-6 0 16,-2-2 0-16,-1-3 0 0,2-7-116 15,-4 3 83-15,10-14-697 0,2-1 361 16,3-6 181-16,5-1 1 0,1 0-682 0</inkml:trace>
  <inkml:trace contextRef="#ctx0" brushRef="#br0" timeOffset="-160838.78">17920 12868 2726 0,'8'0'0'0,"1"2"0"0,1-1 0 0,5 3 0 0,-1-3 0 0,0 1 0 0,-3-1 551 0,-1 0-258 0,0 2-129 16,0-2 33 0,-4 1-197-16,-3 1 0 0,-1 2 0 0</inkml:trace>
  <inkml:trace contextRef="#ctx0" brushRef="#br0" timeOffset="-158414.49">18266 12847 1215 0,'-6'-11'0'0,"-2"-2"0"0,0 3 0 0,2 1 0 0,0-1 0 0,-2 2 0 0,2-3 0 15,-2 0 201-15,3 1-87 0,2 2-38 0,1-1 125 16,2 1-82-16,0-5-32 0,0 6-9 0,2 0 149 0,7-2-95 0,6 3-47 16,3 1-24-16,2 1 113 15,3 1-73-15,0 3-31 0,0 0-23 0,2 0-10 0,-2 9 0 0,2 2-92 16,-5 3 42-16,0 6 24 15,-4 1 1-15,-2 4-113 0,-7 1 69 0,0 6 44 0,-5-1-16 16,-2-1-46-16,-5 3 6 0,-7-1 27 16,-7-1-26-16,-4 5 66 0,-4-7-55 0,-1-3 24 15,-3-6 194-15,-1 0-92 0,0-7-42 16,-2 3 231 0,6-10-122-16,2-4-66 0,5-2-10 0,1 0 137 0,3 0-190 0,4 0-32 0,7-4 0 15,4 0 0-15,2 0 0 0,0-1 0 0,2 2 0 16,7 2 0-16,8-2 0 0,2 2 0 0,6 1 0 0,2-1 0 15,1-1 0-15,1 2 0 16,-1-2 0-16,0 2 0 0,0-2 0 0,-1 2 0 0,0 0 0 16,5-1 0-16,-7 1 0 15,0 0 0-15,-2 0 0 0,-1 0 0 0,-1 0 0 0,2-2-278 16,-8 1 57-16,-1 0 92 0,0-2-605 0,-4 1 349 16,-1 0 173-16,4-6-551 0</inkml:trace>
  <inkml:trace contextRef="#ctx0" brushRef="#br0" timeOffset="-158081.83">18685 12757 2126 0,'0'-7'0'0,"0"0"0"15,0 2 0-15,0 0 0 0,0 1 0 0,0-3 0 0,0 1 0 0,3 4 346 0,4-3-154 0,4 5-77 0,2-3 250 0,3 2-154 0,1 1-92 16,1 0-41-16,2 0 91 0,0 4-66 16,2 4-33-16,3 4-33 0,-4 5-37 0,-3-4 0 0,2 5 0 15,-3 0 0-15,-3 3 0 0,1 1 0 0,-8-1-68 16,-3 3 19-16,-2-2 43 0,-2 3 1 0,-5 1-152 16,-12 3 86-16,-2-6 1 15,-5 0 32-15,-6-2-3 0,-3-3-1 16,-1-1-3-16,-2-3 15 0,1-5 45 0,2-4 0 15,-2-4-38-15,3-1-62 0,-4 0 29 0,11 0 6 0,3-5-284 16,6-5 148-16,7-2 75 0,6-2 36 0,3-3-423 16,3-1 235-16,14-3 113 0,10 0 56 0</inkml:trace>
  <inkml:trace contextRef="#ctx0" brushRef="#br0" timeOffset="-157836.04">19134 12647 2757 0,'0'-7'0'0,"0"0"0"0,0 1 0 0,-3 1 0 0,-5 1 0 0,-2 4 0 0,-2 0 0 0,-2 0 0 0,-6 12 441 16,3 5-207-16,-2 4 176 0,-1 8-321 0,4 3-89 15,1 2 0 1,2 4 0-16,8-3 0 0,4 4 0 0,1 1 0 0,5-1 0 16,11 0 0-16,10 3 0 0,2-8 0 0,6-4 0 15,2-4 0-15,4-4 0 0,1-7 0 0,3 4 0 0,-5-12 0 0,-2-6 0 16,0-1 0-16,-4 0 0 0,-6-5 0 15,4-5 0-15,-14 0-43 0,-7 0-74 16,-4 2 44-16,-5-1-490 16,-1 0 262-16,0 2 123 0,-1-3 75 0,-11 3-497 0</inkml:trace>
  <inkml:trace contextRef="#ctx0" brushRef="#br0" timeOffset="-157210.91">25267 12068 1830 0,'-14'-7'0'0,"3"2"0"0,1 3 0 16,4-1 0-16,2 2 0 0,2-1 0 0,0 2 351 0,2 0-149 0,0 0-88 0,7 0 393 0,7 0-236 0,6 0-118 0,0 0-59 0,1 0 82 15,-1 0-75-15,2 0-33 0,-1 0-381 0,-2 0 175 16,1 0 96-16,-2 0 34 0,-3 0-382 16,-2 0 214-16,-1 0 105 0</inkml:trace>
  <inkml:trace contextRef="#ctx0" brushRef="#br0" timeOffset="-157044.18">25172 12305 2439 0,'-18'0'0'0,"-1"0"0"0,11 0 0 0,-2 0 0 0,7 5 0 0,3-4 0 0,0 1 0 0,3 2 0 0,15-3 725 16,8-1-344-16,2 0-173 0,5 0-30 0,-2 0-178 0,10-1 0 0,-10-5 0 15,5 0-360-15,-1-1 44 0,-2 2 176 0,-2-1-358 16,5-2 275-16,-8 1 126 0,-3 1 65 0,-3-1-895 16</inkml:trace>
  <inkml:trace contextRef="#ctx0" brushRef="#br0" timeOffset="-156823.86">25602 12073 1888 0,'-4'-17'0'0,"1"1"0"0,3 5 0 0,0-1 0 0,0 3 0 0,1 4 0 0,11-2 0 0,-1 4 0 0,2 3 693 15,5 0-328-15,1 0-165 0,0 10-83 0,2 1 235 16,-2 4-163-16,0 3-76 0,-2 3-99 0,-1 1-14 16,-4 0 0-16,-1 4 0 0,-9-2 0 0,-2 3 0 0,0-1 0 15,-5 2 0-15,-12-2 0 16,-2 2 0-16,-4-5 0 0,-8-2-16 0,1-3-30 15,-3-1-20-15,-1-2-316 0,2-2 147 16,4-8 77-16,5-2 61 0,5-3-403 0,4 0 232 0,10-12 116 16,4-8-519-16,2-5 321 0,14-5 158 15,7-2 78-15</inkml:trace>
  <inkml:trace contextRef="#ctx0" brushRef="#br0" timeOffset="-156655.98">25842 12029 661 0,'11'-12'0'0,"-3"3"0"0,-3 2 0 0,-1 2 0 0,-1 2 633 0,-1 3-304 0,-2 0-146 0,0 10-74 0,-5 6 355 15,-3 8-214-15,-1 1-99 0,-1 3-62 16,4-1 622-16,3 4-360 0,0 0-351 0,3 0 0 16,0 4 0-16,0-6 0 0,8 1 0 15,9-3 0-15,0-3 0 0,8-2 0 0,5 0 0 0,-2-10-132 16,3-5 51-16,-1-5 59 0,1-2-880 0,0 0 375 16,-8-8 251-16,-6-6 119 0,-2-3-317 0</inkml:trace>
  <inkml:trace contextRef="#ctx0" brushRef="#br0" timeOffset="-156388.52">26071 11833 1760 0,'0'-15'0'16,"0"4"0"-16,0-2 0 0,0 8 0 0,8-1 0 0,3 6 0 0,4-3 480 0,4 3-222 0,0 0-103 0,-1 0 120 0,0 9-120 0,2 2-60 15,-3 3-30-15,-4 0-119 16,2 4 54-16,-10-2 13 0,-2 4 0 0,-3-1-90 15,0 1 56-15,-8-1 28 0,-7 3 76 0,0-8-47 0,-2 1 0 16,-1-1-1-16,2-3 208 0,-1-1-104 0,2 1-45 16,3-5 47-16,3-5-141 0,3 5 0 0,2-2 0 15,4-3 0-15,0 5 0 0,2-6 0 0,10 0 0 16,6 0 0-16,6 0 0 0,3 0 0 0,-1 0 0 16,4 0 0-16,-3 0 0 15,4-3-389-15,-4 1-49 0,4 2 142 0,-7 0 135 16</inkml:trace>
  <inkml:trace contextRef="#ctx0" brushRef="#br0" timeOffset="-154933.86">26336 9080 2062 0,'-6'0'0'0,"2"0"0"0,0 0 0 0,2 3 0 0,1 7 0 0,-1 1 0 0,2 8 0 0,0 3 0 0,0 7 321 0,0 3-147 0,0 3 100 0,0 5-118 16,0 1-59-16,0 5-31 0,0 2-22 15,0-7-7-15,0 1 0 0,2-2 0 16,1-5-152-1,1-4 76 1,1 3 47-16,1-14-9 0,-3-5-127 0,-1-6 82 0,0-2 42 0,0-5-12 0,0-1 5 0,-2-1-20 16,0 0 366-16,0-3-167 0,0-5-78 0,-4 0-39 0,0-3 33 0,0 4-14 0,-2-1 0 15,2-1 8-15,0 2-468 0,4-3 240 0,-2 6 88 0</inkml:trace>
  <inkml:trace contextRef="#ctx0" brushRef="#br0" timeOffset="-154122.2">24743 12726 1200 0,'-10'-6'0'0,"3"0"0"0,-3-2 0 0,6 4 0 0,-1-3 0 0,1 0 0 0,4 5 515 0,0-5-239 16,0 2-120-16,10-1 189 0,9 1-154 0,1-1-68 15,6 3-49-15,2 0 76 16,0 3-57-16,0 0-28 0,-3 3-37 0,3 7 17 0,-8 4-9 16,-1 0 0-16,-4 6-117 0,-5 2 59 0,-8 5 29 0,-1 6 9 15,-1-2-80-15,-7 3 50 16,-13 0 25-16,-1-1 0 0,-8 0-22 0,-2 0 3 15,2-9-27-15,-1-5 262 0,2 1-111 16,1-8-51-16,4-2 133 0,-1 0-78 0,12-8-58 16,3-2-62-16,4 0 0 0,5 0 0 15,0 0 0-15,0-2 0 0,10-1 0 0,9 0 0 16,5-1 0-16,4 2 0 0,2-3 0 0,2 4 0 0,0-1 0 16,-1 1 0-16,1-2 0 15,1 3 0-15,-1 0 0 16,4 0 0-16,-8 0-56 0,0 0 11 0,-2 0-531 0,-3 0 269 0,1 0 136 15</inkml:trace>
  <inkml:trace contextRef="#ctx0" brushRef="#br0" timeOffset="-146928.83">19707 12672 1562 0,'0'0'0'0,"0"0"0"0,0 0 0 0,-1 0 0 0,1 0 0 0,0 0 0 0,0 0 521 0,5 0-248 0,8 0-118 16,3 0 222-16,4 0-170 0,2 2-86 0,0 2-7 15,0-2-44-15,4 2 1 32,-1 0-35-32,0-2-240 0,3 1 120 0,0-1 70 0,-3-2 20 15,-1 0-632-15,-3 0 331 0,-2 0 165 16,-2 0 83-16</inkml:trace>
  <inkml:trace contextRef="#ctx0" brushRef="#br0" timeOffset="-146784.86">19816 12880 2651 0,'-11'0'0'0,"2"0"0"0,3 0 0 0,1 0 0 0,4 0 0 0,1 0 0 0,0 0 0 0,11 0 298 0,9 0-131 0,5-1-66 0,-1 0 334 15,7-1-191-15,-4 1-209 0,0 1-35 16,1 0 0-16,-2 0-64 0,-1 0 47 0,5 0 35 0,-7 0-775 16,1 0 396-16,-1 1 199 0,-1-1-903 0</inkml:trace>
  <inkml:trace contextRef="#ctx0" brushRef="#br0" timeOffset="-146416.21">20262 12579 1267 0,'8'-11'0'0,"1"2"0"0,4 1 0 0,5 2 0 0,1 1 0 0,2 3 0 0,2 2 705 0,3 0-334 0,2 0-168 15,2 12-74-15,-2 2 192 0,-3 2-142 16,-2 3-72-16,-3 4-226 0,1 2 86 0,-9 0 30 31,-6 3-293-31,-5 1 166 0,-1-1 83 0,-2-1 41 0,-15 5-85 0,-4-10 55 0,-5-1 32 0,-5-2-66 31,3-6 127-15,-2-4-123-16,1-1 29 0,6-8-37 0,5 0 500 0,5 0-214 0,2 0-112 0,7-3 415 16,2-4-230-16,2-2-219 0,10 0-66 0,10 3 0 0,5-2 0 0,3 4 0 0,8 1 0 15,-2 3 0-15,0 0 0 0,4 3 0 0,-3 9 0 16,-3 2-34-16,2 3 44 0,-13 3-9 0,-5 0-178 15,-9 3 39-15,-4 2 67 32,-3 0 25-32,-8 3 16 0,-14-7-51 0,-6-1 268 0,-1-6-106 0,-6 0-52 0,3-6-19 0,-4-1-87 15,5-7 45-15,0 0 0 16,4 0 67-16,1-4-625 0,1-8 281 0,6-3 133 0,7-5 67 0,4-4-279 16,8-5 177-16,0-4 87 0</inkml:trace>
  <inkml:trace contextRef="#ctx0" brushRef="#br0" timeOffset="-146226.4">20742 12702 1498 0,'33'-9'0'0,"7"2"0"0,-6 5 0 0,2 0 0 0,2 2 0 0,-1 0 0 0,5 5 0 0,-12 6 348 0,-1 5-155 0,-2 1 185 0,-7 5-170 0,-4 2-87 0,-2 5-33 16,-12 0 57-16,-2 0-54 0,-7 5-28 0,-14-4 0 31,-6 5 7-31,-7-1-25 0,-3-9-9 0,-1-1 0 0,-3-3 28 16,-2-1-28-16,-1-3 0 0,-6 0-205 0,9-8 97 0,5-2 54 15,3-6-588-15,7-1 301 0,8 0 150 0,2-6 21 16,16-15-539-16,2-6 319 0</inkml:trace>
  <inkml:trace contextRef="#ctx0" brushRef="#br0" timeOffset="-146038.83">21222 12625 1020 0,'8'-3'0'0,"-5"1"0"0,1 2 0 0,-2 0 0 0,-2 0 0 0,0 7 906 15,-13 11-427-15,-2 3-226 0,-4 3-108 0,-1 6 691 0,3 3-544 0,0 5-292 0,4 4 0 0,7-4 0 16,4 2 0-16,2 0 0 0,7-5 0 0,13 1 0 16,4 0 0-16,7-12 0 0,3-5 0 15,5-4 0-15,-2-6 0 0,1-6-273 16,-1-1-78-16,-7-2 76 0,-5-4 137 0,-2-8-814 0,-5-4 458 16</inkml:trace>
  <inkml:trace contextRef="#ctx0" brushRef="#br0" timeOffset="-145714.73">21376 12497 1560 0,'0'-17'0'0,"0"5"0"0,0 2 0 0,0-2 0 0,7 5 191 0,6-2-68 0,3 5-49 0,4 4 522 0,2 0-280 0,4 0-141 0,-2 6-69 0,2 5 81 0,-5 6-80 0,-1 2-36 0,-4-1 0 15,-4 6-284-15,-8-2 125 0,0 2 70 0,-4 0-126 16,-5-5 90-16,-10 2 45 0,-2-1 94 0,-3-5-25 15,0 1 9-15,2-6-33 16,2-2 260-16,0-3-133 0,4-1-114 0,4-4 0 16,0 5 24-16,8-5-73 0,0 0 0 0,2 0 0 15,15 0 0-15,4 0 0 0,6 0 0 0,4 0 0 16,4 0 0-16,1 0 0 0,4 0 0 16,-4 0 0-16,3 0 0 0,-8 0 0 46,-3 0-211-46,-4 0-53 32,-6 0 65-32</inkml:trace>
  <inkml:trace contextRef="#ctx0" brushRef="#br0" timeOffset="-140349.86">8502 13982 1466 0,'-12'-7'0'0,"2"2"0"16,0-3 0-16,1 4 0 0,5 0 0 0,-1 1 496 0,3-1-227 0,2 3-114 0,0-1 34 0,0-1-79 0,9 3-34 0,4 0 218 125,7-3-127-125,4 3-62 0,4 0-22 0,3 0 181 0,9 0-112 0,-1 0-55 0,6 0-89 0,5 3-8 0,10-3 0 15,2 3 0-15,12-1 0 0,9-2 0 0,15 0 0 0,8 0 0 0,22-5 0 0,-11-1 0 0,6 0 0 0,3-3 0 0,2 3 0 0,-5 4 0 0,13-1 0 0,-32 3 0 0,-1 0 0 0,-6 5 0 0,-2 2 0 0,-5 1 0 0,12 1 0 0,-27-6 0 0,1 2 0 0,-3-4 0 0,-3-1 0 0,-4 0 0 0,6 0 0 0,-21 0 0 0,-7 0 0 32,-3-1 0-32,-10-1 0 0,-4-1 0 0,-5 3 0 0,-13 0 0 0,-4 0 0 15,-4-3 0-15,-1 3 0 0,0-2 0 16,0 1 0-16,0-1 0 0,-3-5 0 0,-3-2 0 0,2 1 0 15,-5-1 0-15,0-1 0 0,1 3 0 0,2 3 0 16,0 1-514-16,1 3 128 0</inkml:trace>
  <inkml:trace contextRef="#ctx0" brushRef="#br0" timeOffset="-139699.89">14483 13796 1074 0,'-23'-3'0'0,"-1"1"0"16,8 2 0-16,3 0 0 0,2 5 0 0,5 4 0 0,3-3 327 0,3 3-134 0,0-4-82 0,6 4 313 0,14-2-193 0,10-1-96 15,7 1 335-15,10-3-205 16,3-1-118-16,7-2-54 0,7 1 252 0,5-2-229 0,7 2-116 0,8-2 0 15,2 0 0-15,9 0 0 16,10 0 0-16,13-2 0 0,7-4 0 0,23-6 0 0,-19-3 0 0,8 1 0 16,2-3 0-16,3 0 0 0,-6 1 0 15,16 3 0-15,-34 1 0 16,1 3 0-16,-6 1 0 0,-4 4 0 0,-5 1 0 0,5 1 0 0,-32 0 0 16,-9 2 0-16,-7 0 0 15,-8 0 0-15,-6 0 0 0,-3 2 0 0,-17 4 0 0,-6-3 0 0,-5 2 0 16,-6-2 0-16,-4-1 0 15,-1-2 0-15,-3 0 0 0,-2 0 0 0,0 0 0 0,0-2 0 16,0-6 0-16,-5-1 0 16,-1-6 0-16,-6 5 0 0,4 0 0 0,-3 1-339 0,-2 2-38 15</inkml:trace>
  <inkml:trace contextRef="#ctx0" brushRef="#br0" timeOffset="-134876.58">11655 14708 1306 0,'-6'-6'0'0,"1"-1"0"0,-2-2 0 15,2-2 0-15,2-2 0 0,1 3 397 0,2-4-179 0,0 0-91 0,0-2 65 0,8-5-67 16,6 6-49-16,2-2 123 0,2 1-80 0,4 2-41 16,-2 5 0-16,7-3 101 0,-3 8-75 0,-3 4-33 15,3 0-1-15,-3 0 2 0,2 12-1 0,2 8-24 16,-12 3-9-16,1 6-69 0,-6 3 34 15,-3 4 0-15,-4 3-30 0,-1 0 41 0,0-1-9 16,-6-5-38-16,-8 3 35 0,-4-1-7 0,-3-6 1 0,-7 6 33 16,1-10-12-16,-4-7-24 0,-2-1 18 15,1-5 29-15,-1-2 0 0,-6-3-26 0,6-7-3 16,1 0-116-16,0 0 57 0,3-5 33 0,4-7-264 16,1-1 131-1,12 0 71-15,4-3-157 0,8-2 104 0,0 0 28 0,9 1 33 0,10-6-449 16,9 5 245-16,4-1 118 0,4 0 59 0</inkml:trace>
  <inkml:trace contextRef="#ctx0" brushRef="#br0" timeOffset="-134656.18">12071 14572 1148 0,'0'-17'0'15,"0"6"0"-15,0 3 0 0,0-3 0 0,0 6 0 0,-8 4 0 0,-1-1 578 0,0 2-270 0,-5 8-136 0,-2 8 330 0,2 6-237 16,0 4-113-16,-1 5 210 0,5 6-163 0,2-1-80 0,3 5-32 15,5-7-48-15,0 3-39 0,5-5 0 16,11 3 0-16,7-6 0 0,5 3 0 0,4-10 0 0,2-4 0 16,2-3 0-16,0-3 0 15,-2-4-46-15,3-4-577 0,-9-4 313 16,0 0 157-16,-6-4-581 0,2-9 349 0,-5-3 173 16,1-5 78-16,-10-1-203 15,-1-3 150-15</inkml:trace>
  <inkml:trace contextRef="#ctx0" brushRef="#br0" timeOffset="-134372.84">12286 14362 910 0,'-10'-24'0'15,"0"4"0"-15,7 7 0 0,3 2 0 0,0 0 0 0,0 1 0 0,8 0 617 0,7 5-294 0,1 2-143 0,2 2-72 16,3 0 299-16,-1 1-186 0,2 0-82 0,-4 1-76 16,0 8 0-16,-1 3-25 0,-3 3-246 15,-2 3 122-15,-2 2 72 0,-7-1 21 0,-3 3-146 0,0-1 88 16,-2 1 44-16,-12-3-2 0,1 1 29 0,-5-3-64 15,1-5 24-15,-3 1-79 16,2-2 359-16,0-3-152 0,-2 5-61 0,5-9 464 0,2 1-241 16,2-2-98-16,3-1-28 15,1 0-144-15,2-2 0 0,5 0 0 0,0 0 0 16,10 0 0-16,6 0 0 0,7 0 0 0,3 0 0 16,1-2 0-16,2-1 0 0,0 1 0 0,1-2 0 31,-1 3 0-31,4-1 0 15,-5 0-195-15,-3 2-183 0,0 0 109 0,-2 0-619 0,-3 0 425 0,2 2 204 0</inkml:trace>
  <inkml:trace contextRef="#ctx0" brushRef="#br0" timeOffset="-134170.52">12543 14702 1855 0,'-17'0'0'0,"-3"1"0"0,6 3 0 0,3-3 0 0,5 2 0 0,3-1 0 0,1 1 0 0,2-1 760 0,5 0-361 0,12 0-181 0,3 1 143 0,5-3-161 16,5 1-72 31,-1-1-118-47,1 0-10 0,2 0 0 0,-2 1 0 0,1-1-146 16,3 0-66-16,-7 0 119 0,-2 0 66 0,1 3-748 0,-5-3 407 0,2 0 202 0,2 0-24 0,-6 0-666 0</inkml:trace>
  <inkml:trace contextRef="#ctx0" brushRef="#br0" timeOffset="-133861.42">12967 14507 1928 0,'-2'-7'0'15,"1"2"0"-15,-2-1 0 0,3 3 0 0,0 0 0 0,0 0 0 0,8 3 449 0,7 0-206 0,-1 0-103 0,7 3 215 0,2 7-150 0,-3 1-89 0,5 2-39 0,0 4-123 0,1 1 41 0,-4 2 1 16,2 3 51-16,-6 0-330 16,-5 0 160-16,-4 1 80 0,-4 2-194 0,-5-1 136 0,0 5 79 31,-11-8-60-31,-8 0 18 0,-5-3-61 0,-3-2 45 0,-3 0 2 0,-2-9 10 0,2-1 31 15,2-2 0-15,1-4 268 16,1 2-134-16,1-2-59 0,5-1-32 0,4 0 942 0,8 0-462 0,1 0-486 0,3-1 0 16,3-2 0-16,1 2 0 15,1-1 0-15,11 2 0 0,4 0 0 16,6 0 0-16,2 0 0 0,1 2 0 0,2 5 0 16,0-2 0-16,4 0 0 0,-3 2 0 0,3-4 0 0,-1 3 0 15,-2-3 0-15,2-1 0 0,-2-2 0 0,-3 3-73 16,6-3-646-16,-8 0 345 15,1 0 169-15,-4 0-524 16,-1-5 346-16,-1-2 172 0,2-1-200 0</inkml:trace>
  <inkml:trace contextRef="#ctx0" brushRef="#br0" timeOffset="-133553.7">13457 14525 1460 0,'0'-3'0'0,"0"-3"0"0,0-2 0 0,1 4 0 0,7 0 0 0,1 4 714 16,5-3-339-16,3 1-160 0,3 2 239 0,4 0-209 15,4 5-104-15,2 3-52 0,1 4 5 0,3 5-19 16,-9-2-10-16,2 5-61 16,-7-1-41-16,-3 4 21 0,-5 1 26 0,-4 5-159 0,-6-5 89 0,-2 5 48 15,-11-3 24-15,-11 2-84 0,-6-2 55 0,-2 3-29 16,-6-10-13-16,0-3 4 0,1-2 23 0,-2-2-14 15,2-5-51-15,-2 1 21 16,9-8 28-16,4 0 1 0,5 0-244 0,6-4 128 16,6-10 62-16,7-3-434 0,0-7 253 15,11-3 123-15,13-3 61 16,2-2-460-16</inkml:trace>
  <inkml:trace contextRef="#ctx0" brushRef="#br0" timeOffset="-133395.27">13846 14466 687 0,'10'-8'0'0,"0"4"0"0,-5 1 0 0,-2 1 0 0,-1 2 0 0,-2 2 619 15,0 13-291-15,-7-1-137 0,-4 6 653 0,-2 2-404 16,1 0-202-16,2 6-100 16,0 0 308-16,5 5-446 0,1-4 0 0,4 4 0 31,0-1 0-31,0 2 0 0,11 2 0 0,7-8 0 0,3-2 0 0,8-5 0 0,1-3 0 16,5-4 0-16,3-2 0 0,-4-8 0 0,-1-4-903 0,-2 0 361 15,0-1 256-15,-6-7 106 0,6-4-610 0</inkml:trace>
  <inkml:trace contextRef="#ctx0" brushRef="#br0" timeOffset="-133065.65">14243 14226 1871 0,'-3'-7'0'0,"0"2"0"0,0 3 0 0,1-1 0 0,0 3 0 0,-2 0 0 0,-2 5 0 0,1 7 0 0,-1 5 0 0,-2 2 202 0,-1 2-84 15,-3 3-41-15,-1-1-65 0,-1 0-9 0,1-3 32 0,0-3 0 16,1 0 74-16,0-2-37 0,-2 0 9 0,6-7 172 16,3-2-109-16,-2 0-54 15,4-5-27-15,3 0 117 0,0-1-64 0,0 0-44 16,11 0 153-16,4 0-94 0,9-1-89 0,0-3-42 31,4-1 0-31,2 3 0 0,1 0 0 0,-3-1 0 0,3 0 0 0,1 1 0 16,-4 2 0-1,-2 0-388 32,-2-1 137-47,-1 1 137 0,-3 0 17 0,2-2-331 0,-7-1 171 0,-6 2 111 0,-2-1-498 0,-2-1 304 0,-4-4 153 0,-1-1 67 0</inkml:trace>
  <inkml:trace contextRef="#ctx0" brushRef="#br0" timeOffset="-132953.23">14368 14159 809 0,'-1'-5'0'0,"-3"1"0"0,0 3 0 0,0 1 0 0,1 0 0 0,2 0 568 0,1 12-267 16,0 9-132-1,0 5-67-15,0 5 589 0,0 7-320 0,0 0-171 0,0 4 78 0,0 5-121 0,0-2-61 16,0 1-31-16,-3 2-641 0,1-8 302 16,1-5 154-1,-4-3-464-15</inkml:trace>
  <inkml:trace contextRef="#ctx0" brushRef="#br0" timeOffset="-131851.14">14940 14668 1697 0,'0'3'0'0,"-2"0"0"0,-1-2 0 0,3 3 0 0,0-1 0 0,0-2 0 0,4 2 0 0,11 2 0 0,4-5 210 0,9 2-87 0,3-2 101 16,3 0-93-16,5 0-47 0,3 0 9 0,-2 0-36 15,0 0-20-15,-2 0 1 0,-3 2-1 0,-2-1-150 16,1 3 85-16,-11-2 27 0,-4 0 1 0,-5 2-337 15,-5-3 187-15,-3 1 76 0,1-2-594 16,-7 0 320-16,0 0 155 0</inkml:trace>
  <inkml:trace contextRef="#ctx0" brushRef="#br0" timeOffset="-131653.64">15237 14398 1343 0,'-8'0'0'0,"-4"0"0"0,6 0 0 0,2 3 0 0,-2 8 0 0,5 2 0 0,-1 4 318 16,2 7-130-16,0 3-81 0,0 5-34 0,5 4 412 16,5 3-223-16,-2 5-103 0,2-2-28 0,0 2-46 0,1-1-24 15,-2-4-356-15,0 3 167 0,-1 1 92 0,-1-10 32 16,-3-1-463-16,-1-3 252 0,-2-5 127 0,-1-2 15 16,0 2-241-16,0-14 66 0,0-1 105 0,-1-6 53 15,-1-3-276-15</inkml:trace>
  <inkml:trace contextRef="#ctx0" brushRef="#br0" timeOffset="-131113.72">15812 14691 1876 0,'-18'-15'0'0,"6"7"0"0,2 1 0 0,-1-4 0 0,3-1 0 0,0 0 0 0,5-1 0 0,1 0 0 0,2-3 191 15,0 2-76-15,4-2 234 0,7-2-146 0,3 2-89 16,5 4-38-16,1 1 89 0,2 3-65 0,1 2-31 15,3 1 8-15,-4 5-102 0,3 0 31 0,-4 0 0 16,0 11 30-16,1 2-208 0,0 5 113 0,-7 3 44 16,-3 3-123-16,-2 2 70 0,-4 6 48 15,-4 0-323-15,-2 6 158 0,0-4 39 16,-6 3 56-16,-8-1 1 0,-4 1 26 0,-2-2 1 16,-5 1 16-16,-4-7 137 15,0-4-64-15,-3-8-31 0,-1 0-1 0,2-5 272 0,-1-2-156 0,5-8-38 16,2-2 169-16,6 0-82 15,2-2-74-15,6-4 351 0,3 2-191 0,7-2-109 0,1 0-51 0,0 1 29 16,12 2-115-16,10-1 0 16,4-1 0-16,6 5 0 0,0-3 0 0,4 2 0 0,2-1 0 0,0 2 0 15,3 0 0-15,-5 0 0 0,-2 0 0 16,1 0 0-16,-1 2 0 0,-3 2-80 16,5-1-65-16,-11-1 17 0,-2 1 62 15,-1-2-619 1,-5-1 325-16,4 0 152 0,-10 0 91 0,-2 0-503 0,-3-1 292 15,-1-10 146-15</inkml:trace>
  <inkml:trace contextRef="#ctx0" brushRef="#br0" timeOffset="-130901.02">16247 14609 1302 0,'0'-14'0'0,"0"1"0"0,0 1 0 0,3 0 0 0,10 2 0 0,1-1 268 0,4 6-120 0,6 2-56 15,-1 3 358-15,7 0-207 0,0 0-103 0,2 10 132 16,-4 5-122-16,-1-1-57 0,-2 5-28 0,-5 2 12 0,-4 1-1 0,-1 5-30 15,-10-2-10-15,-4 2-59 0,-1 1 30 16,-5 1 0-16,-10-2-55 0,-2 5 52 0,-8-8-10 0,0-1 42 16,-6-3-70-16,-2-1 35 0,-1-5-1 0,-4-1-243 15,3-8 108-15,2-3 68 16,2-2 10-16,3 0-152 0,6 0 95 0,-2-8 16 0,15-9 15 16,5-2-361-16,4-7 204 0,1-1 102 0,18-5-462 15</inkml:trace>
  <inkml:trace contextRef="#ctx0" brushRef="#br0" timeOffset="-130730.33">16688 14461 1029 0,'2'-4'0'0,"1"-4"0"0,-2 6 0 0,-1 0 0 0,0 2 0 0,-1 0 808 0,-10 3-386 0,-3 8-184 0,-2 7 609 0,-2 0-406 0,1 7-295 0,1 3-146 0,0-1 0 0,4 6 0 15,5-4 0-15,6 5 0 0,1-2 0 16,1 2 0-16,12-3 0 0,10-1 0 15,4-6 0-15,8-6 0 0,0-1 0 0,6-7-217 0,2-5-157 0,7 1 168 16</inkml:trace>
  <inkml:trace contextRef="#ctx0" brushRef="#br0" timeOffset="-130084.04">17406 14387 802 0,'-3'-11'0'0,"-2"0"0"0,2 0 0 0,-1-1 0 0,2 0 0 0,0-2 0 0,-1 2 84 16,1-3-24-16,-2-1 0 0,1 0 30 0,1-2-18 0,-4 2-9 15,1-3 11-15,1 3-1 16,-3-1-36-16,0 0 8 0,-1 5 27 0,0 2 0 0,-3 3-36 0,2-1 1 15,-1 4 100-15,-2 3-42 0,2 1-33 0,0 4 95 16,-1 10-60 0,3 10-30-16,0 5 0 0,2 7 125 0,3 3-82 15,3 8-36-15,0 4 60 16,0 3-48-16,1 4-25 0,7 6 10 0,-3-5 16 0,3 4-25 0,2 3 0 16,-3 3-25-16,-1-1-151 0,-1 4 84 0,-4-14 29 15,-1-8-170-15,0-1 104 0,0-8 52 0,-11 0-129 16,-3-2 82-16,-1-14 12 0,-2-6 27 0,-2-8-109 15,-1-5 57-15,-2-6-6 0,0 0 19 0,3 0-256 16,0-13 141-16,6-8 70 16,-3-3 35-16,5-4-390 0,-3-9 203 0</inkml:trace>
  <inkml:trace contextRef="#ctx0" brushRef="#br0" timeOffset="-129932.83">16926 14702 2076 0,'-10'-13'0'0,"5"3"0"15,0 5 0-15,4-1 0 0,1 0 0 0,0 5 0 0,11-1 0 0,10-2 315 0,7-1-139 0,8-1 295 16,3-1-222-16,7 3-106 0,0-3-53 0,7 1-381 0,1 4 164 0,7-3 91 16,-8 3 32-16,-5 2-375 31,1 0 208-31,-7 0 104 0</inkml:trace>
  <inkml:trace contextRef="#ctx0" brushRef="#br0" timeOffset="-129634.71">17489 14822 1520 0,'-8'0'0'0,"0"0"0"0,2 0 0 0,3 0 0 0,1 0 0 0,2 0 271 0,0 0-117 15,5 0-59-15,9 0 210 0,2 3-134 0,0 1-58 16,3 1-43-16,-2 2-207 0,0 1 86 0,-2 1 44 16,-3 3 0-16,-1-1-107 15,-5 0 71-15,-4 2 39 0,-2 2-117 0,0 2 77 0,-5-2 40 0,-9 3 148 16,-6-1-95-16,-4-4-1 0,0-1-95 15,-3 1 434 64,3-4-195-79,1 0-85 0,5-5-33 0,3-2 260 0,5-1-148 0,5-1-75 0,5 0-38 0,0 0 5 0,11 0-50 0,9-3-28 0,7-6 0 0,4 3 0 0,2-1 0 0,-2 2-220 15,1 0 118-15,-2 1 69 0,1 1 35 0,-2-1-527 0,3 3 227 0,-9 0 146 0,-1 1 1 0,-5 0-367 0,0 0 240 0,-6 0 121 16,2 0 51-16,-9 0-343 0,-1 1 206 0,-3-1 103 0</inkml:trace>
  <inkml:trace contextRef="#ctx0" brushRef="#br0" timeOffset="-129460.35">17891 14077 1331 0,'-2'-6'0'0,"1"1"0"0,-3 0 0 0,3 5 0 0,1 0 0 0,-2 3 297 0,1 12-130 0,-4 6-65 15,0 4-24-15,0 4 199 16,-2 7-121-16,-1 3-59 0,0 2-446 0,-1 4 193 16,0 5 105-16,1-5-323 0,0-1 189 0,0-3 96 0</inkml:trace>
  <inkml:trace contextRef="#ctx0" brushRef="#br0" timeOffset="-129259.98">18095 14401 1600 0,'-10'11'0'15,"0"4"0"-15,2 6 0 0,0 3 0 0,1 4 0 0,0 8 303 0,4-4-137 0,3 2-65 0,0 2 235 16,10 0-149-16,3-2-76 0,7 2-38 0,-1-7-36 16,3-5 0-16,3-2 0 15,-2-4-484-15,2-4 242 0,0 2 130 0,-2-13 51 0,-1-3-696 0,0 0 354 16</inkml:trace>
  <inkml:trace contextRef="#ctx0" brushRef="#br0" timeOffset="-129050.25">18349 14466 1474 0,'-3'0'0'0,"1"-3"0"0,2 1 0 0,0 0 0 0,0 2 0 0,2 0 0 0,7 0 265 0,0 9-119 16,4 1-54-16,2 2-28 0,-1 5 29 0,3-2-18 0,-4 4-10 0,-1 1-28 15,-2 1-171-15,-6-1 85 0,0 5 43 0,-4 3-165 16,0-1 94-16,-11-1 51 16,-10-1 25-16,-1-1-61 0,-6-6 37 0,-3 4-21 15,0-10-120-15,1-5 53 0,-1-2 44 0,5-5 2 16,1 0-88-16,5-9 50 0,10-11 39 0</inkml:trace>
  <inkml:trace contextRef="#ctx0" brushRef="#br0" timeOffset="-128868.08">18579 14391 2749 0,'-3'7'0'16,"-5"5"0"-16,-2 3 0 0,-2-1 0 0,0 10 0 0,-2-1 0 0,1 5 0 0,1 2 0 0,3 4 434 0,4-1-199 0,2 3-89 0,3-7 121 0,1-1-167 16,10-2-100-16,6-2 0 0,2-4 0 0,5 1 0 15,0-9 0-15,1-4 0 0,2-2-450 0,-3-5 177 16,0-1 154-16,3 0-842 0,-7 0 478 15,-4 0 143-15</inkml:trace>
  <inkml:trace contextRef="#ctx0" brushRef="#br0" timeOffset="-128701.21">18850 14630 1625 0,'0'0'0'0,"0"-1"0"0,0-1 0 0,-2 2 0 0,2 0 0 0,0 0 0 0,0 2 0 0,0 7 481 0,0 3-227 15,0 0-108-15,0 5-55 0,-1 0 29 0,-2 3-42 32,-2 1 10-32,-1 1-263 0,-1 1 106 0,-1-1 53 0,-4-3-442 0,0 1 247 0,0-2 133 0,0-4 52 15,-1-6-638-15</inkml:trace>
  <inkml:trace contextRef="#ctx0" brushRef="#br0" timeOffset="-128473.95">19020 14427 1942 0,'9'0'0'0,"1"-2"0"0,4 2 0 0,-2-3 0 0,5 3 0 0,1 0 0 0,-1 3 0 0,0 8 176 0,3 1-70 0,-1 3 297 0,0 2-174 32,-1 3-101-32,-5 2-46 0,-1 0-86 0,-7 6 1 0,-4-3 39 0,-1 8 10 0,0-4-213 0,-17 1 102 15,-5-1 50-15,-4 1 26 31,-7-4-162-31,-5 4 103 0,0-9 26 0,-3-1-115 0,-4-4 11 0,3-5 61 0,3 0-370 0,-4-4 190 0,13-7 109 16,9 0 50-16,8-15-396 0</inkml:trace>
  <inkml:trace contextRef="#ctx0" brushRef="#br0" timeOffset="-128273.91">19343 14364 1958 0,'0'1'0'0,"0"1"0"0,0 2 0 0,0 1 0 0,-3 5 0 0,-7 5 0 0,-5 6 341 0,-3 5-143 0,1 4-86 0,3 4 521 16,4 4-299-16,4-1-149 0,6 2-15 15,0 0-170-15,9-8 0 0,12-2 0 0,4-4 0 0,5-7 0 16,3-4 0-16,2 1 0 0,-5-12-400 0,1-3 190 0,-3 0 124 0,-3-2-635 16,-4-4 302-16,1-3 201 15,-9 0 31-15,-5-1-416 0,-1 0 284 0</inkml:trace>
  <inkml:trace contextRef="#ctx0" brushRef="#br0" timeOffset="-128004.41">19553 14260 1397 0,'0'-14'0'16,"-1"-3"0"-16,1 7 0 0,1 3 0 0,11 3 0 0,-1 3 108 0,2-2-36 0,1 3 9 0,-2 0-45 0,2 10 275 0,-4 2-137 15,-1 8-70 1,-1 0-33-16,-5 1-14 0,-2 0-20 0,-1 1-1 0,-3 1-64 0,-7-2 33 15,-3-1-1-15,-1-1 146 0,0-2-61 16,2-5-27-16,1 0 1 0,0-3 151 0,2-1-89 16,1 1-35-16,3-9-9 0,3 3 3 15,2-3-24-15,0 0 0 0,8 0 77 0,9 0-41 0,1-3-34 16,3 0-1-16,3-3-194 0,0 1 85 16,-1 0 42-16,3 2-489 0,-3-1 243 15,-1 1 140-15,-3 1 29 0,-1 1-742 0,-3 0 395 16,3-1 188-16,-8-1 107 0,-1 0-228 0</inkml:trace>
  <inkml:trace contextRef="#ctx0" brushRef="#br0" timeOffset="-127847.59">19867 14238 1326 0,'5'-12'0'0,"0"1"0"0,5 3 0 0,3 2 0 0,2 5 0 0,3 1 207 0,3 0-86 0,0 4-42 0,3 11 560 16,-1 7-306-16,-4 4-148 0,1 5-75 0,-7 1 366 15,0 5-220-15,-3 6-101 0,-8-5-111 0,-2 2-44 16,-6 2 0-16,-13 3 0 0,-8-2 0 0,-3 7-67 15,1-10 4-15,-4 0 50 16,-1-2-789-16,-2-2 419 0,-4-1 210 0</inkml:trace>
  <inkml:trace contextRef="#ctx0" brushRef="#br0" timeOffset="-127312.87">20649 14373 1023 0,'-13'-2'0'0,"1"-2"0"0,2 1 0 0,4 1 0 0,6 2 0 0,0 0 0 0,1 0 478 0,14 0-220 0,8 0-111 15,3 0 414-15,6 0-267 0,0 0-129 0,4 2 41 0,-1-1-85 16,-1-1-41-16,4 4 9 0,-6-2-210 16,-3 0 79-16,1-1 40 0,-2 1 0 0,-5 2-608 15,3-1 333-15,-11 4 153 0,-7 0-852 16</inkml:trace>
  <inkml:trace contextRef="#ctx0" brushRef="#br0" timeOffset="-127147.91">20729 14675 1753 0,'-12'0'0'0,"2"0"0"0,1 1 0 0,0 2 0 0,8-3 0 0,1 4 0 0,0-2 696 0,4-1-330 0,11 2-164 15,7-3-73-15,5 0 187 0,1 0-138 16,6 0-71-16,-3 0-35 0,0 0 0 0,2-3-32 0,-5 0-40 16,-3-1-641-16,-1 4 318 0,-2-4 179 0,-2 3-772 15,-1-1 457-15,-6 2 229 0</inkml:trace>
  <inkml:trace contextRef="#ctx0" brushRef="#br0" timeOffset="-126233.58">21371 14345 1337 0,'0'-15'0'0,"0"3"0"0,0 1 0 0,0 2 0 0,0 5 0 0,4 0 0 0,4 1 438 16,4 0-199-16,0 2-92 15,2 1-59-15,0 0 273 0,3 0-161 0,-1 8-81 16,1 1-45-16,2 3 11 0,-2 0-47 0,-3 3-216 0,0 3 109 0,-3 0 53 16,-1 1 27-16,-1 2-128 0,-6-2 73 0,-3-2 41 15,0 1-1-15,-3-1-157 0,-11-3 90 0,-2 2-34 16,-4-5 51-16,-5-2 173 0,0-4-70 0,-3-2-50 16,0 1 469-16,0-2-226 15,6-2-97-15,2 0 278 0,6 0-252 16,3 0-171-16,2 0 0 0,4 0 0 0,5 0 0 0,0 0 0 0,14 0 0 15,3 4 0-15,8 3 0 0,0 2 0 16,1 0 0-16,1 5 0 0,-4 2 0 0,2 1 0 16,-5 1-76-16,2 0-48 0,-10 3 11 0,-3-1 54 15,-6-1 7-15,-3 0 22 0,0-1-36 0,-12 1 332 16,-8-4-144-16,-6-1-74 0,-4-5-29 16,-2-2 46-16,-1 0-65 0,-5-3 0 15,6-4 0-15,2 0 0 0,2 0-39 0,3-2 27 16,8-8-585-16,-3-5 288 0,13-3 135 0,7-3-586 15,0-6 360-15,5-1 182 0,11-3 80 0,6 1-419 16,1 2 260-16</inkml:trace>
  <inkml:trace contextRef="#ctx0" brushRef="#br0" timeOffset="-126039.33">21621 14442 1019 0,'36'-17'0'0,"9"2"0"0,-11 9 0 0,2 0 0 0,-2 3 0 0,-3 3 252 15,1 0-109-15,2 0-44 0,-12 9 328 0,1 4-197 0,-3 4-97 0,-2-2-49 0,-3 5-25 16,-1 4 11-16,-5-5-34 0,-6 5 110 0,-1-2 93 0,-2 3-101 15,-3 0-51-15,-12 3-17 0,-6-7-8 16,-3 1-25-16,-6-1 25 16,-2-3 0-16,-5 1-25 0,-5-2 10 0,3-5-68 0,-4 0 29 0,3-4 1 15,0-4 28-15,0 1-422 16,-3-2 191-16,13-3 104 0,6 0 20 0,4-1-297 0,10-9 137 0,10-9 101 16,0-3-528-16,18-6 314 0</inkml:trace>
  <inkml:trace contextRef="#ctx0" brushRef="#br0" timeOffset="-125847.1">22112 14357 1757 0,'10'-7'0'0,"0"2"0"0,-7 5 0 0,-1 0 0 0,-2 0 0 0,0 5 0 0,-11 10 412 0,-3 7-179 0,-5 3-102 0,-1 2 680 16,1 3-387-16,0 3-261 0,2 2-163 0,3 4 0 0,6-2 0 16,3-3 0-16,5-2 0 15,1 2 0-15,16-6 0 0,5 4 0 0,9-15 0 16,3-2 0-16,5-8 0 15,6-4-263-15,-2-3-100 0,6 0 151 0,-12-10 110 0,-2-3-813 0,-5-4 438 16,-1 1 220-16</inkml:trace>
  <inkml:trace contextRef="#ctx0" brushRef="#br0" timeOffset="-125545.45">22344 14110 1808 0,'-8'-19'0'0,"0"3"0"0,5 5 0 0,3 4 0 0,0-3 0 0,8 10 0 0,6 0 115 0,3 0-39 0,0 0 296 0,2 12-167 0,2 0-75 16,-5 6-51-16,-1 1-6 0,-2 5-36 0,-3 0-1 0,-3 3 1 15,0 2-86-15,-7-2 39 16,0-3 22-16,0-3 1 0,-5 2 106 0,-4-2-32 0,-2-7-10 0,-1-3 223 16,-1-2-132-1,0-6-66-15,0 1 42 0,3-2-144 0,1-2 0 0,4 0 0 16,-1 0 0-16,4 0 0 0,2-4 0 15,0-1 0-15,8 0 0 0,6 1 0 0,4-2 0 0,5 4 0 16,0-1 0-16,5 0 0 0,-2 2 0 0,0-2 0 16,1 3 0-16,0 0 0 0,-5 0 0 0,6 0 0 15,-7 0 0-15,-3 0 0 0,-3 0-65 0,-2 0-343 16,-3 0 185-16,1 0 84 16</inkml:trace>
  <inkml:trace contextRef="#ctx0" brushRef="#br0" timeOffset="-123448.02">17138 15853 1106 0,'0'-20'0'15,"0"2"0"-15,0 0 0 0,0 0 0 0,0 1 0 0,-3-4 159 0,3-4-51 0,0 4-40 16,-2 0 1-16,-1-1 150 0,2 3-90 0,-2-3-36 0,-1 2-9 0,1 3-37 16,-2 0-9-16,-1 3 1 0,-1 1 45 0,0 2 11 15,-1 3-57 1,0 5-39-16,0 2 40 0,-2 1-1 0,0 0 1 0,-2 0-13 15,3 4 12-15,1 7 1 0,-1 5-1 0,3 0-10 0,-1 4 10 16,2 4 10-16,5 3-10 0,0 2 53 16,0 4-26-16,0 4 0 0,2 2 45 0,6 9-25 15,-2-6-11-15,3 4-49 0,-2 0 13 0,1 2 1 16,-2 3-1-16,0 5-30 16,2-6-10-16,-7 1 40 0,1 0 1 0,-2-1-120 15,0 0 55-15,0 2 41 0,-7-11-14 0,-5-7-69 16,2-5 26-16,-3-4 29 0,-3-4-11 0,-1-3 3 15,4-9 4-15,-3-7-129 0,2-2 66 0,0 0 36 16,-2 0-7-16,-1-7-454 0,6-4 234 0,0-5 117 16,1-2 57-16,2-2-220 0,1-5 139 0,-1-8 60 15,5 1 45-15</inkml:trace>
  <inkml:trace contextRef="#ctx0" brushRef="#br0" timeOffset="-123289.56">16742 16051 2172 0,'-10'-5'0'15,"2"0"0"-15,0-2 0 0,2 5 0 0,5-1 0 0,1 3 0 0,0-2 0 0,0-1 0 0,9 2 0 0,6 1 340 0,5-1-152 0,4-1 259 0,4-1-204 0,1 2-103 0,4-3-41 0,0 0-198 0,0-1 69 0,1 0 34 0,1-1 0 16,3 1-604-16,2-1 329 16,-7 4 150-16,0-2 80 0,-5 2-344 0,-1 2 126 0</inkml:trace>
  <inkml:trace contextRef="#ctx0" brushRef="#br0" timeOffset="-122865.34">17217 16266 1605 0,'-7'-3'0'0,"-1"0"0"0,0-1 0 0,7 2 0 0,1 2 0 0,0-2 0 0,1 0 0 0,10 1 82 0,5-2-8 0,2 2-38 15,2 1 411-15,1 0-138 0,1 0-136 0,1 1-59 16,-4 7-87-16,-1 1 10 0,-2 2 0 0,-1 2-203 16,-3 4 101-16,-2 1 61 15,-5 4 15-15,-4-1-135 0,-1 1 80 0,0 3 23 16,-13-1 26-16,-2 0 4 15,-3-4-7-15,-1-3-42 0,-4-3-1 0,3-5 309 0,1-1-132 0,-1-1-60 0,2-4 155 16,6-3-80-16,2 0-62 0,4 0 272 16,0 0-205-16,5 0-156 0,1-1 0 0,0-5 0 15,13-1 0-15,5 1 0 0,4-1 0 0,4 2 0 16,0 2 0 0,4-1 0-16,0 2 0 0,1 0 0 15,2 1 0-15,1 1 0 0,-5 0-394 0,-1 0 70 16,-1 0 155-16,-2 0-256 0,-5 0 194 0,4 3 88 0,-10-1 58 0,-2-1-544 15,-3-1 296-15,-4 0 148 0</inkml:trace>
  <inkml:trace contextRef="#ctx0" brushRef="#br0" timeOffset="-122672.36">17574 15504 2112 0,'0'-24'0'0,"0"-1"0"0,0 11 0 0,0 5 0 0,0 3 0 0,0 6 0 0,0 0 0 0,0 0 195 0,0 6-84 0,2 7-37 0,-1 7 235 16,3 3-136-16,-3 5-68 0,1 6-24 0,-1-2-267 0,-1 4 112 15,0 2 56 1,0 0-485-16,0 1 270 0,0 4 145 0,0-7 58 0,0 0-593 0,-3 2 220 16</inkml:trace>
  <inkml:trace contextRef="#ctx0" brushRef="#br0" timeOffset="-122492.54">17889 15766 1351 0,'-5'0'0'0,"-1"0"0"0,0 0 0 0,-1 4 0 0,-2 12 0 0,0 5 0 0,-1 8 770 0,1 7-366 0,1 7-183 0,1 5-92 16,7 4 384-16,0 3-228 0,0-6-129 0,7-3-193 15,9-5 36 1,1-4 1-16,5 1-553 15,-1-15 291-15,2-2 149 0,0-9 76 0,0-4-743 0,0-4 387 0,1-4 190 0,-4 0 14 0</inkml:trace>
  <inkml:trace contextRef="#ctx0" brushRef="#br0" timeOffset="-122276.95">18087 15951 1610 0,'-2'-11'0'0,"2"4"0"0,0-1 0 15,0 3 0-15,0 2 0 0,7 2 0 0,4 1 0 0,2 0 0 0,3 4 315 0,3 7-138 0,-1 2-70 0,3 5-31 0,-3 1-38 0,-2 5-1 0,-5 2 1 16,0 1-46-16,-6-2-1 0,-4 8 56 0,-1-6-9 16,-3 0-20-16,-11-3 20 15,-8 0-1-15,-3-2 1 0,-5-5 49 0,1-5-50 16,-2-4 1-16,1-4-238 16,1-4 112-16,4 0 39 0,1-3-426 0,7-14 222 0,8-4 117 15,7-7 39-15,2-7-471 0</inkml:trace>
  <inkml:trace contextRef="#ctx0" brushRef="#br0" timeOffset="-122121.64">18338 15756 1576 0,'0'3'0'0,"0"4"0"0,0 3 0 0,0 4 0 0,0 2 0 0,0 5 0 0,-3 8 747 0,-4 3-354 16,-2 5-178-16,1 7-80 0,4-5 207 0,0-1-153 0,4-1-75 0,0-1 73 15,0-7-154-15,7 3-33 0,5-11-292 16,2-3 83-16,5-5 123 0,-2-5 61 0,5-3-842 15,3 0 462-15,-5-5 132 0</inkml:trace>
  <inkml:trace contextRef="#ctx0" brushRef="#br0" timeOffset="-121946.39">18682 16094 1950 0,'0'1'0'0,"0"-1"0"0,3 0 0 0,-3 2 0 0,0 1 0 0,0 2 0 0,0 2 0 0,0 3 293 0,0 4-130 16,0 3-64-16,-4 5 71 0,-4 1-67 0,-2 8-24 15,0-3-33-15,-3 2-10 0,0-2 0 0,-2-2 1 16,1-4-1-16,-3-1 10 0,3-8-10 16,-2-6 1-16,4-3-907 0,-2-4 447 0,1 0 152 0,7-4-476 15</inkml:trace>
  <inkml:trace contextRef="#ctx0" brushRef="#br0" timeOffset="-121749.46">18738 15961 1258 0,'22'-12'0'0,"-5"5"0"0,0 5 0 0,3-1 0 0,-2 3 0 0,2 0 445 0,2 0-194 0,-8 5-112 16,3 7 139-16,-3 0-121 0,0 5-59 0,-5 0-31 0,1 5 139 15,-7-3-89-15,0 4-40 0,-3 1 0 0,-8 1-74 16,-8 1 35-16,-5 5 8 16,-4-7-141-16,-5-3 67 0,0 1 32 0,-2-5 0 15,-1-2-354-15,-3 2 202 0,10-10 89 16,0-2-342-16,10-5 196 0,0 0 28 0,7-3 72 0,2-8-467 0</inkml:trace>
  <inkml:trace contextRef="#ctx0" brushRef="#br0" timeOffset="-121579.89">18980 15859 1461 0,'5'-8'0'15,"-4"5"0"-15,3 0 0 0,-2 0 0 0,-2 3 0 0,0 6 0 0,-3 11 0 0,-8 4 645 0,2 6-294 0,-1 0-162 0,3 5 474 0,2 1-314 16,1-2-155-16,4 3-115 15,0 5-79-15,0-7 0 0,9-2 0 0,8-3 0 0,3 0-169 16,2-9 91-16,6 0 67 16,0-10-336-16,0-8 192 0,0 0 96 0,-2 0 48 0,1-15-967 0,-1-2 448 0</inkml:trace>
  <inkml:trace contextRef="#ctx0" brushRef="#br0" timeOffset="-121321.46">19209 15738 1735 0,'3'-9'0'0,"3"2"0"0,2 1 0 0,3 1 0 0,-2 3-2 0,1 0-1 0,2 2 0 0,-1 0 187 0,-1 5-75 0,5 3-27 15,-7 4-21-15,-2 2 1 0,0 2-27 0,-6 1 1 16,0 4-44-16,0-1 10 0,-12 0 35 0,-3-1-27 16,0 1 0-16,-2-4 27 0,0-2-1 0,-2 2 192 15,5-4-100-15,1-4-45 0,1-1 193 0,3-1-120 31,1 1-50-31,3-6-39 0,4 2 47 0,1-3-39 0,1 0 1 0,13 0-40 0,2 0 19 0,4-3-19 16,3 0 1-16,1-3-359 0,-1 0 180 16,2-1 89-16,2 0 54 0,-6 3-872 0,1-1 427 15,-5 2 152-15</inkml:trace>
  <inkml:trace contextRef="#ctx0" brushRef="#br0" timeOffset="-121137.77">19494 15759 1387 0,'5'-7'0'0,"5"-1"0"0,-2 5 0 0,2-2 0 0,5 2 0 0,-2 3 0 0,2 0 779 0,1 11-371 0,2 10-186 0,1 4-93 0,2 8 537 0,-5 3-326 78,-4 4-340-78,-1 5 0 0,-6 4 0 0,-3 2 0 0,-2 10 0 0,-12-9 0 0,-10 0 0 0,-6 0 0 0,-8-1-90 0,-3 0-200 0,-9 4 172 0,1-11 72 0</inkml:trace>
  <inkml:trace contextRef="#ctx0" brushRef="#br0" timeOffset="-114726.6">20055 16136 1396 0,'0'0'0'0,"-4"0"0"0,2 0 0 0,2 0 0 0,0 0 0 0,0 0 495 0,0 0-229 0,6 0-104 0,3 0-68 0,4 0 193 0,2 0-124 0,3 0-64 0,3 0 44 15,0 0-58 1,3 0-24-16,-2 0-249 0,3 0 112 0,-1 0 57 0,7 0 38 0,-7-3-626 15,-1-1 317-15,0-2 159 16,-5 2 79-16</inkml:trace>
  <inkml:trace contextRef="#ctx0" brushRef="#br0" timeOffset="-114560.52">20178 16293 1459 0,'-9'0'0'0,"1"0"0"0,3 0 0 0,1 1 0 0,2-1 0 0,2 4 170 0,0 0-66 0,0-1 468 0,2 2-267 0,8-3-134 0,3 2-57 0,1-1 26 31,1 0-51-31,1 0-26 0,1-2 0 0,2-1-462 0,1 0 228 0,0 0 99 0,-1 0 55 0,3 0-788 16,-1 0 402-16</inkml:trace>
  <inkml:trace contextRef="#ctx0" brushRef="#br0" timeOffset="-114253.61">20729 15961 1577 0,'2'-10'0'0,"0"-1"0"0,2 4 0 0,3-3 0 0,3 3 0 0,0 4 0 0,4-1 0 0,3 3 360 0,1 1-161 0,5 0-72 15,-2 0-46-15,2 9-1 0,2 2-42 0,-1 5-83 0,-1 2 42 16,1 1 9-16,-4 0 31 0,-4 4-39 0,-4 0 0 15,-4 1 40-15,-2 3-1 16,-3 3-10-16,-3-7 10 0,0 6 1 0,-11-2-1 16,-6 0 32-16,-3 0-40 0,-5 3-38 15,-2-9 67-15,-2 0-32 0,-2-2-1 0,3-5-199 16,-3-1 97-16,-1 1 56 0,6-7-3 0,1-6-140 16,3-1 78-16,3 0 46 0,4-3-1 15,0-10-400-15,11-4 200 0,4-5 101 16,0-1 51-16,3-5-335 0,10 0 193 0</inkml:trace>
  <inkml:trace contextRef="#ctx0" brushRef="#br0" timeOffset="-114051.08">21145 15859 1789 0,'0'0'0'0,"0"-2"0"0,0 1 0 0,0 1 0 0,0 0 0 0,-4 0 0 0,-4 3 344 0,-5 10-159 0,-2 5-73 0,-2 7 498 0,-2 2-286 0,-2 6-144 0,0 7-62 16,4-2 151-16,2 3-269 0,7-2 0 0,5 0 0 0,3-2 0 0,0 0 0 0,12-9 0 0,7-2 0 0,7-7 0 16,2-2 0-16,3-7 0 0,2 2-54 0,-2-9-40 15,-1-3 66-15,0 0-717 0,-1-3 308 0,-2-6 199 0,4-3 92 16,-8 0-248-16,0-3 179 0,-4-1 89 0</inkml:trace>
  <inkml:trace contextRef="#ctx0" brushRef="#br0" timeOffset="-113862.84">21420 15998 2832 0,'-14'-3'0'0,"3"-2"0"0,0 1 0 0,10 1 0 0,1 1 0 0,0 2 0 0,1 0 0 0,13 0 0 0,5 0 370 0,3 0-170 0,4 0-82 0,1 0 11 16,4 0-46-16,1 0 10 15,-2 0-56-15,0 0-354 0,-1 0 177 0,-1 0 98 0,2 0 35 16,1 2-265-16,-6 1 150 0,-5-2 80 0,-1 0-766 15,-2 1 348-15,-8 1 211 0,1-1-356 0</inkml:trace>
  <inkml:trace contextRef="#ctx0" brushRef="#br0" timeOffset="-113684.84">21623 15759 1614 0,'-12'-6'0'0,"4"3"0"0,0 1 0 0,2 0 0 0,5 2 0 0,0 0 0 0,1 13 0 0,0 4 0 0,0 8 529 0,0 5-246 0,3 4-123 0,3 4-62 0,0 8 127 0,-3-2-98 16,1 7-45-16,-2-1-76 0,2 1 31 0,-3-2 0 16,1 6-409-1,-2-14 200-15,0-2 104 0,0-5 53 0,0-4-652 0,1-5 340 0,3 0 82 16</inkml:trace>
  <inkml:trace contextRef="#ctx0" brushRef="#br0" timeOffset="-113418">21918 15840 1962 0,'4'-11'0'0,"0"1"0"0,4 3 0 0,3 1 0 0,2 4 0 0,0 2 98 0,2 0-31 16,1 0 0-16,2 11 205 0,4 1-108 0,-4 6-69 0,1-1-29 0,0 7-188 15,-4-1 79-15,1 5 40 0,-2 0-172 0,-3 0 101 16,-7 1 55-1,-2-2-39-15,-2 4 47 0,0 0 24 0,-10 1 9 0,-7-4 4 16,-4-4-20-16,-4 0-36 0,-2-3-1 16,-4-7 225-16,0 1-98 0,3-7-49 0,1-7-24 0,0-1 31 0,5 0 0 15,1-4-2-15,1-7 8 0,5-6-457 16,10 0 205-16,2-4 106 0,3-3-623 0,0 2 330 0,1-7 163 16</inkml:trace>
  <inkml:trace contextRef="#ctx0" brushRef="#br0" timeOffset="-113177.14">22338 15868 2523 0,'0'-6'0'0,"0"-3"0"0,0 4 0 0,-4 2 0 0,-2 3 0 0,-4-3 0 0,0 3 0 0,-4 0 0 0,-2 8 0 0,-3 8 394 0,0 6-178 0,-2 6-90 15,1 5 370-15,1 5-320 0,4-2-176 0,8 2 0 0,4 1 0 16,3-1 0-16,2 1 0 15,10-1 0-15,10-8 0 0,5-4 0 0,2-4 0 16,2-4 0-16,0-4 0 0,4 0 0 0,-6-9-308 16,-2-3 21-16,-2-2 52 0,-5 0 111 15,0 0-568-15,4-1 319 0,-12-7 172 0,2-2-437 16,-3-1 301-16</inkml:trace>
  <inkml:trace contextRef="#ctx0" brushRef="#br0" timeOffset="-112797.43">22596 15519 1892 0,'-15'-17'0'0,"0"3"0"0,5 3 0 16,5 4 0-16,2 4 0 0,3-1 0 0,0 3 0 0,3 0 336 0,8 1-155 0,6 0-72 0,5 0-23 0,-2 4-25 0,2 6-1 31,4 3-15-16,-7-2-242 1,1 3 116-16,-3 1 59 0,-3 0 28 0,-2-2-74 0,0 3 61 0,-7-1 17 0,-4 0-37 0,-1-1 28 0,0 2-43 0,-10-2 26 31,-1 1 247-31,-5-3-111 0,-1-1-87 0,-1-2 382 16,1-2-182-16,3 0-99 16,-1 2-39-16,4-7 56 0,3 4-57 0,1-3-30 0,5 2-30 0,2-1-34 0,0 4 0 0,0 0 0 0,10-2 0 15,2 2 0-15,3 2 0 0,2 1 0 0,0 6-59 0,-4-3-29 0,-2 1 61 31,-2 2-155-31,-4 3 70 0,-4 0 56 0,-1 3-23 0,0-3 217 0,-14-2-92 0,-4 0-34 0,-3-1-32 16,-3-3 288-16,-3 1-134 16,2-7-109-16,2-2-25 0,-2-6 0 0,1 0 0 15,5 0 0-15,-1-6 0 0,11-7 0 0,1-5 0 0,8-1-549 16,0-2 214-16,2 0 166 0,9-1 51 16,6 6-793-16</inkml:trace>
  <inkml:trace contextRef="#ctx0" brushRef="#br0" timeOffset="-112602.25">23093 16157 3931 0,'-14'0'0'0,"2"0"0"0,5 0 0 0,3 0 0 0,-2 0 0 0,3 0 0 0,3 0 0 0,-1 0 0 16,1 0 0-16,0-4 0 31,0-2-355-31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57" units="1/cm"/>
          <inkml:channelProperty channel="Y" name="resolution" value="1820.3889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12-21T01:08:54.92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55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2-12-21T01:14:41.183"/>
    </inkml:context>
  </inkml:definitions>
  <inkml:trace contextRef="#ctx0" brushRef="#br0">17646 6947 1436 0,'0'0'0'0,"0"0"0"0,0 0 0 16,0-2 0-16,0 0 0 0,0 0 0 0,0 1 212 0,0-3-79 16,0 4 220-16,0-2-158 0,0 0-79 0,0 2-40 0,2-3 178 0,1 3-100 0,3 0-63 15,2 0-27-15,1 0 56 0,3 0-42 16,1 0 0-16,2 0-31 0,-1 0 108 16,5 0-59-16,0 0-29 0,1 3 76 0,2-1-80 15,1 0-63-15,-1 0 0 0,1 1 0 0,1-1 0 16,-1 2 0-16,1-3 0 0,4 4 0 0,-3-5 0 0,-2 3 0 15,2-3 0-15,-2 0 0 0,4 2 0 16,2-2 0-16,-4 0 0 0,2 0 0 0,-1 0 0 0,2 0 0 16,0 0 0-16,6 0 0 15,-4-2 0-15,0 2 0 0,2-3 0 0,1-2 0 16,2 2 0-16,5-1 0 0,-5 1 0 0,3 1 0 16,0 2 0-16,1-2 0 0,3 0 0 0,3-1 0 15,-4 2 0-15,0-3 0 0,3 0 0 16,1 0 0-16,1-1 0 0,8 1 0 0,-7-1 0 0,0 2 0 15,1-1 0 1,-3 4 0-16,2-3 0 16,4 1 0-16,-7 0 0 0,-2 2 0 0,1 0 0 0,0 0 0 0,11 0 0 0,-11 0 0 109,8 0 0-109,0 0 0 0,-1 0 0 0,3 0 0 0,6 0 0 0,-9 0 0 0,0 0 0 0,1 0 0 0,4 0 0 0,2 0 0 0,11 0 0 0,-10 0 0 0,2 0 0 0,0-3 0 0,1 2 0 0,2-1 0 0,8 1 0 0,-10-2 0 0,6 2 0 0,3-1 0 0,2 2 0 0,0-2 0 0,12-1 0 0,-15 1 0 0,2-2 0 0,6 1 0 47,7 0 0-47,-2-2 0 0,10 1 0 0,-19 4 0 0,5-4 0 0,0 2 0 0,6 0 0 0,2 1 0 0,9-2 0 0,-19 2 0 0,1 1 0 0,2 0 0 16,7 0 0-16,0 0 0 0,11 0 0 15,-17 0 0-15,1 0 0 0,3 0 0 0,3 0 0 0,7 0 0 16,7 0 0-16,-17 0 0 0,2 0 0 0,0 0 0 15,5 1 0 1,5-1 0-16,10 3 0 0,-21-3 0 0,1 3 0 0,0-1 0 0,6 2 0 16,0-1 0-16,9 2 0 15,-21-1 0-15,1 0 0 0,1 1 0 0,6 0 0 0,5 2 0 16,4-1 0-16,-15 1 0 16,-1-3 0-16,4 1 0 0,8-2 0 0,10 1 0 0,-15 1 0 0,-4-3 0 15,2 2 0-15,-1-2 0 16,6 3 0-16,8-2 0 0,-17 1 0 0,-3 0 0 0,0-1 0 0,1 2 0 15,5 0 0 1,10-2 0-16,-17-1 0 16,3 2 0-16,-6-1 0 0,0-1 0 0,1 1 0 0,11 0 0 0,-16 1 0 0,-3-2 0 0,-2 1 0 0,-2-1 0 15,-3 2 0-15,5 0 0 32,-13-1 0-32,3 2 0 0,2-1 0 0,-1 1 0 0,-4 0 0 0,3-2 0 0,-13 3 0 15,-1-4 0-15,-1 2 0 0,1-1 0 0,-3 0 0 0,5-3 0 16,-10 2 0-16,0 0 0 0,0-1 0 15,-1 1 0-15,-3-2 0 0,0 0 0 0,-7 0 0 0,-5 0 0 16,-1 0 0-16,0 0 0 16,-4 0 0-16,-1 0 0 0,-2 0 0 0,-5 0 0 15,4-2 0-15,-4-3 0 0,-2-1 0 0,1-2 0 16,-1-4 0-16,-3 0 0 31,0 1 0-31,-10-2 0 0,-11 4 0 0</inkml:trace>
  <inkml:trace contextRef="#ctx0" brushRef="#br0" timeOffset="3021.77">14116 1518 1528 0,'0'-23'0'0,"-1"8"0"0,1-1 0 0,0 0 0 0,0-3 0 0,0-3 0 0,0-4 0 0,0 1 165 0,0 0-64 0,0 1-32 0,0-2 1 0,0 2 142 16,0-2-78-16,-3 3-52 0,0 4 85 16,-2 0-65-16,0 4-32 0,-3 2-1 15,-2 0 59-15,1 8-50 32,-5 3 0-32,1 2 35 0,-2 0-38 0,-1 12 0 0,-1 6-28 0,1 7 105 0,3 6-57 0,0 9-29 0,2 4 0 0,9 8 64 15,-2 9-71-15,4-3-59 0,3 5 0 0,6 5 0 31,4 1 0-31,1 12 0 0,3-8 0 0,0 4 0 0,0 0 0 16,-1 0 0-16,-3-4 0 0,-4 9 0 0,-3-21 0 0,-5-3 0 16,-1-5 0-16,0-7 0 0,-9-5 0 0,-3 2 0 31,-3-18 0-15,0-6 0-16,-3-7 0 0,-2-5-202 0,0-7-34 0,-1 0 90 0,2-6-416 15,-1-12 263-15,0-5 130 0,2-9-559 31,-5-8 345-31</inkml:trace>
  <inkml:trace contextRef="#ctx0" brushRef="#br0" timeOffset="3145.63">13618 1804 1279 0,'-7'-8'0'0,"4"1"0"0,3 0 0 0,0 5 0 0,3-2 916 0,17 3-439 16,6-1-220-16,6-1-109 0,9 0 681 0,-1 2-804 0,5-2-25 0,6 0 0 16,-1 3 0-16,5-2 0 15,4 0 0-15,-11 2 0 0,-2 0 0 0,-2 0 0 31,-2 0-572-31,-4 0 126 0,2 0 251 0,-13 0 112 0,-3 0-980 0</inkml:trace>
  <inkml:trace contextRef="#ctx0" brushRef="#br0" timeOffset="3378.66">14549 1221 2512 0,'1'-8'0'0,"1"3"0"0,1 3 0 0,-3 2 0 0,3 0 0 0,-2 10 0 0,-1 12 336 0,0 6-150 0,0 4 519 0,0 7-513 0,-4 0-192 0,-2 2 0 0,0 0 0 0,1 2 0 0,0 2 0 0,-1 3 0 0,1-10-203 16,2-1-144-16,2-4 192 0,0-6-968 0,1-5 557 0</inkml:trace>
  <inkml:trace contextRef="#ctx0" brushRef="#br0" timeOffset="3472.56">14558 1427 1939 0,'0'-8'0'0,"1"-1"0"0,1 1 0 0,1 2 0 0,4 2 440 0,0 0-201 0,6 1-101 0,1 3 186 0,4-4-133 0,1 3-82 15,5-1-36-15,0 2-79 0,3 0-1 0,-1 0 44 16,4 0 10-16,-6 0-746 0,-1 7 369 0,-3-2 183 0</inkml:trace>
  <inkml:trace contextRef="#ctx0" brushRef="#br0" timeOffset="4218">14659 1659 2276 0,'-6'7'0'0,"-1"0"0"0,0 1 0 0,1 1 0 0,1-1 0 0,0 4 0 0,2-3 392 0,2 3-177 0,-1-2-90 0,2 0-68 47,0 2-20-47,0 0 10 0,0-3-10 0,0 1-414 0,2-2 206 0,-1-1 105 0,2 0-611 0,1 0 344 0,-3-7 170 0,2 0 84 0,-2 0-430 0,0 0 236 15,-1 0 117-15,0-6-28 32,0-5 78-32,0-4 42 0,0-1 36 0,0-1 33 0,0-2-10 0,0 1 5 0,-1 2 0 0,1 1 263 0,0 1-169 15,0-1-65-15,0 5 492 0,1-4-269 16,4 4-48-16,5 2-93 0,1 1 292 0,2 1-183 16,5 1-92-16,-2 2 105 0,5 1-103 0,-3 2-46 15,2 0-1-15,0 5-81 16,1 2 9-16,-4 4 26 0,-3 4 0 0,-3 2-191 0,-3 1 95 0,-1 1 49 15,-5 3-239-15,-2-1 138 32,0 0 37-32,-2 0 48 0,-11-2-55 0,0-1 42 0,-4 0-95 0,1-5-91 0,-3-2 93 0,1-4 48 31,1-2 23-31,0-2 24 0,1-3-10 0,4 0 10 0,2 0-1 0,5 0 38 16,-2-5 1-1,3-5-39-15,0 5 27 0,4-2 10 0,0 1 14 0,0 0-44 0,0 1 196 0,4 3-89 16,3-2-22-16,-3 3 239 15,3-1-128-15,-2 2-73 0,-1 0-17 0,2 0 28 0,-3 0-16 0,0 5-10 0,-1 2-40 0,0-1 9 16,-2 2-9-16,0 2 1 16,0-1 34-16,0 1-10 0,0 2-25 0,-5-2 1 47,0 2 57-47,-1-2-29 0,2 1 9 0,0-3-51 0,3 1 14 0,-1-2-1 0,2 0 0 0,0 0-82 0,0 2 51 0,2-7-10 0,3 3 41 0,5 0-98 15,0-3 42-15,1 3 25 0,1 3-55 0,-1-1 32 31,-1-2 2-31,0 4-1 0,-1-1-88 0,-2 4 53 0,-2 2 5 0,-3-2 18 16,-2 3 16-16,0 0 1 0,0 1-12 0,-10 4 71 16,-5-5-27-16,0 0 1 31,-2-2-32-31,-3-3 5 0,0-2 1 0,-1 1 5 0,1-9-30 0,0 0 9 0,-1 0 17 0,3-5 15 0,-1-7-47 0,2-5-2 16,3 0 33-16,3-2 48 15,6 1-24-15,0 1-8 0,4 2-18 0,1-1 296 31,0 6-140-31,0 1-62 0,8 2-37 0,4 2 273 0,4 3-143 0,1 1-63 0,5 1-67 0,1 0-51 0,2 3 0 16,3 7 0-16,0 3 0 0,5 0 0 16,-4 1 0-16,4-2 0 15,-3 5 0-15,2-2-56 0,2 1 40 0,4 1-711 0,-10-4 360 0,0-2 112 16,0-2 112-16,-3-5-554 0,1-4 330 0</inkml:trace>
  <inkml:trace contextRef="#ctx0" brushRef="#br0" timeOffset="4408.76">15429 1289 1845 0,'0'-5'0'0,"0"2"0"0,0 1 0 0,0 2 0 0,0 0 0 0,-5 13 0 0,-1 8 0 0,-9 7 743 0,-1 9-354 0,-6 4-176 0,-2 7-88 16,-3 4 179-16,-4 7-124 0,1-7-76 0,5-1-325 0,-2-4 130 0,6-6 63 0,2-6-679 0,3-4 381 0,7-11 176 15,3-6 94-15,3-7-405 0,0-7 234 0,3 0 4 16</inkml:trace>
  <inkml:trace contextRef="#ctx0" brushRef="#br0" timeOffset="4566.21">15160 1673 780 0,'7'-7'0'0,"-1"0"0"0,1 4 0 0,0 0 0 0,0 1 307 0,2 2-135 31,1 0-68-31,4 0-24 0,0 0 578 0,2 8-311 0,2 0-155 0,4 1-78 0,1-1 336 0,3 1-198 15,-2-1-112-15,2-2-206 0,1 1 52 0,-1-2 25 0,0-3-601 16,1 2 322-16,-8-1 148 16,0-2 79-16,-7-1-770 0,1 2 351 0,-7 1 218 15</inkml:trace>
  <inkml:trace contextRef="#ctx0" brushRef="#br0" timeOffset="4720.8">15177 1884 2282 0,'-5'0'0'0,"-1"0"0"0,1 2 0 0,2-2 0 0,3 2 0 0,0-2 0 0,0 0 0 0,11 0 0 0,5 0 0 0,6 0 316 0,2-2-140 0,2-3-198 15,0 0 25-15,0 0-1 0,1 1 35 0,-3 1-680 0,-2 1 340 16,0-1 179-16,-5 3 76 0</inkml:trace>
  <inkml:trace contextRef="#ctx0" brushRef="#br0" timeOffset="4954.97">15275 2051 845 0,'-8'2'0'0,"2"0"0"0,1 0 0 0,1 1 0 0,1-3 234 0,3 2-103 0,0-2-47 0,4 0 407 0,8 0-227 16,4 0-114-16,3 0 2 0,-1 0-63 16,0 0-26-16,2 0 0 0,-3 0-182 0,-1 0 78 15,-1 0 48 1,-1 1-10-16,-8 3-150 0,1-1 95 0,-4 4 47 0,1 0 23 0,-4 1-33 0,-4 2-11 0,-7-1 28 0,-8 0-176 15,0 0 84 1,-4 0-8-16,0-4-52 0,1 0 59 0,-2-5 31 0,1 0-1 16,3 0-177-16,3-4 94 0,3-9 62 15,6-7 25-15,5-6-300 0</inkml:trace>
  <inkml:trace contextRef="#ctx0" brushRef="#br0" timeOffset="5090.2">15629 1423 1510 0,'12'-9'0'0,"3"3"0"0,-2 5 0 0,-1-1 0 0,-1 2 0 0,-1 0 0 0,-4 3 582 0,2 8-272 0,-4 1-138 0,1 3-58 16,-2-3-40-16,2 5 10 15,-2-1-437 1,-1-1 195-16,4 0 97 0,-2-1 49 0,1-3-858 0</inkml:trace>
  <inkml:trace contextRef="#ctx0" brushRef="#br0" timeOffset="5355.44">15999 1412 1561 0,'0'0'0'0,"2"0"0"0,-2 2 0 0,0 1 0 0,0 2 0 0,0 3 0 0,-11 3 0 0,-4 4 0 0,-5 6 190 0,-7 3-78 15,-8 1-37-15,-3 5-85 0,-8 3 55 16,1-3-9-16,-2-4-39 0,-1 2 0 0,3-8 39 16,5-3 1-16,2-5-31 0,21-6-9 0,4-6 40 15,11 0-1-15,2 0 132 0,0-2-65 0,7-3-27 16,12-2-8-16,7 0 120 31,4-2-76-31,3 1-38 0,5-1 131 0,7 1-75 0,-2-2-51 0,5 3 63 0,2-4-53 0,1 2-26 0,1-1 0 16,7-3 54-16,-12 5-45 0,1-2-42 0,-6-1-30 47,-3 5-293-47,-6-1 126 0,2 3 110 0,-17 1 42 0,-6 3-875 0,-7 0 434 0,-5 0 169 0,0 9-506 0</inkml:trace>
  <inkml:trace contextRef="#ctx0" brushRef="#br0" timeOffset="5538.38">15728 1794 1667 0,'-9'15'0'0,"4"-1"0"0,2 6 0 0,0 1 0 0,2 6 0 0,1 3 0 0,0 8 539 0,0-4-255 0,4 3-124 0,2-2-62 0,2 1 362 0,-1 1-203 0,-1-8-115 0,3-5-316 0,-3-2 105 0,-1-2 53 0,1-7 26 0,-1 2-609 0,-2-8 313 31,0-5 161-31,-2-2-633 0,-1 0 366 0,0-6 184 0,0-5 50 0,0-7-232 0,0-2 177 16,-1-4 89-16</inkml:trace>
  <inkml:trace contextRef="#ctx0" brushRef="#br0" timeOffset="5781.83">15747 1864 992 0,'3'-14'0'0,"2"-1"0"0,1 3 0 0,0 0 0 0,5 1 0 0,0 2 0 0,2 4 421 0,-1 1-193 0,2 2-95 0,3 2-49 15,2 0 122-15,-2 9-75 16,0 2-53-16,-1 6 1 0,1 1 245 0,-3 5-144 0,0 3-72 15,-2 4 138-15,-5-2-109 0,0 6-51 32,-4-1-36-32,0 1-14 0,1-4-3 0,-1 6 10 0,-2-7-263 0,1-3 127 47,-2-2 63-32,0-3 32-15,0-5-399 0,0 1 184 0,0-12 112 0,0-2-6 0,0-3-195 0,-5 0 109 0,0-3 78 0,-2 0-305 0,-2-9 197 0,1-2 93 0,-2-2-243 0,-2-2 168 31,-1-4 85-31</inkml:trace>
  <inkml:trace contextRef="#ctx0" brushRef="#br0" timeOffset="5892.53">15808 1959 1445 0,'-9'-5'0'0,"2"1"0"0,-1 0 0 0,6 0 0 0,-2 3 0 0,4-1 0 0,0 2 0 0,0 0 219 0,0 0-83 0,0 3-54 0,2 5 75 0,2 1-61 0,1 0-30 0,0 1 0 0,0 1-282 0,0 0 122 16,-1-1 64-16,-3 1-189 0,2-1 127 31,-1-2 63-31,0 1 42 0,2-3-537 0,-4-3 193 0,3 0 151 0</inkml:trace>
  <inkml:trace contextRef="#ctx0" brushRef="#br0" timeOffset="6029.33">16074 1828 1651 0,'11'-1'0'0,"-1"0"0"0,-3 1 0 0,2 0 0 0,-1 0 0 0,0 0 0 0,1 1 0 0,-4 6 0 0,0 0 439 0,-4 2-201 31,3 0-102-31,-3 1-50 0,1 2-161 0,-2-2 51 0,0-2 30 0,0 0-1 0,0-1-510 0,0-3 270 15,0 1 144-15,0-5-287 0</inkml:trace>
  <inkml:trace contextRef="#ctx0" brushRef="#br0" timeOffset="6221.83">16233 1707 1789 0,'0'0'0'0,"0"0"0"0,0 1 0 0,0 1 0 0,0 2 0 0,0 1 0 0,2 2 283 0,1 6-129 16,2 6-58-16,2 5 658 0,2 10-359 0,3 2-180 0,-1 13-80 15,1-3-25-15,-1 5-110 0,1-1 0 0,-2-2 0 0,-3-1 0 32,0 1 0-32,-2-14 0 0,-3-3 0 0,-2-7 0 0,0-4 0 0,0-8-73 0,-9 0-20 15,-3-9 60-15,-5-3 35 16,-2 0-769-16,-5 0 366 0,-1-6 183 0,-10-4 82 16</inkml:trace>
  <inkml:trace contextRef="#ctx0" brushRef="#br0" timeOffset="6978.86">16844 1693 1819 0,'-7'0'0'0,"-1"0"0"0,1 0 0 0,2 0 0 0,1 0 0 0,2 0 0 0,2 0 307 0,0 0-135 16,6 2 127-16,11-2-130 15,2 0-57-15,6 0-42 0,3 0 37 16,2 0-34-16,1 0-1 0,0 0-34 0,1 2-346 0,-4-1 168 0,0 3 89 0,-1 1 44 0,-2 0-733 16,-5 2 389-16</inkml:trace>
  <inkml:trace contextRef="#ctx0" brushRef="#br0" timeOffset="7166.28">16796 2080 1693 0,'-16'1'0'0,"-1"3"0"0,4 0 0 0,1-1 0 0,7 0 0 0,4-2 477 16,1 0-221-16,6-1-109 0,14 0-55 0,7 0 466 0,5 0-265 0,1-1-128 15,5-3-64 32,2 1-108-47,1-2 0 0,2-1 53 0,-5 3-676 0,0 1 334 0,0-1 166 0,-1 1-841 0,2 1 481 0</inkml:trace>
  <inkml:trace contextRef="#ctx0" brushRef="#br0" timeOffset="7393.98">17461 1619 2510 0,'-16'0'0'16,"-1"0"0"-16,7-1 0 0,0-2 0 0,8 1 0 0,2 2 0 0,4-1 460 0,19-1-212 0,6-3 407 16,11-4-597-16,2-1-58 15,4 1 0-15,2-4 0 16,2 2 0-16,-2 1 0 0,7-1 0 0,-7 2 0 0,-3-2 0 0,-1 5 0 0,-4 1 0 0,-4 2 0 16,-1 0 0-1,-15 3 0-15,-8 0-369 0,-4 6-62 16,-7 5 89-1,-1 6-722-15,0 0 504 0</inkml:trace>
  <inkml:trace contextRef="#ctx0" brushRef="#br0" timeOffset="7560.3">17473 1883 1505 0,'-25'1'0'0,"2"3"0"0,3-1 0 0,5 0 0 0,0 1 0 0,10-3 0 0,5-1 779 16,0 0-371-16,12 0-186 0,11 0-92 0,6 0 104 0,8-5-103 0,2-5-47 0,2 2 73 0,1-1-60 15,-3 4-30-15,3-5-538 0,-8 8 249 0,-1-1 129 16,-5-1 66-16,0 2-737 16,-5 2 400-16,2 0 207 0,-14 0-30 0,-2 4-542 0</inkml:trace>
  <inkml:trace contextRef="#ctx0" brushRef="#br0" timeOffset="7724.86">17704 1871 718 0,'-8'-4'0'0,"0"1"0"0,0 3 0 0,0-2 0 0,4 2 0 0,-1 0 483 15,3 0-223-15,-2 9-112 0,2 4-55 0,-4 4 147 0,3 3-107 0,0 1-47 0,-2 8 100 16,2-4-74 0,-2 5-38-16,0 4-267 0,0-7 110 0,3-1 60 0,0 0 30 0,1-4-510 15,1-6 267-15,0 1 143 16,1-10 58 0</inkml:trace>
  <inkml:trace contextRef="#ctx0" brushRef="#br0" timeOffset="7903.99">17780 1952 810 0,'0'-4'0'16,"0"3"0"-16,0 0 0 0,0 1 0 0,0 0 0 0,0 1 625 0,0 14-294 0,0 5-147 0,0 5-65 0,1 4 360 0,9 2-220 0,1 3-112 0,6 0 75 0,3-2-93 15,4 3-37-15,2-10-84 0,2-5 29 0,2-6 0 32,-1-5 0-32,-2-9-211 0,2 0 115 0,-9-2 44 0,-4-14 25 0,-3-6-246 15,-6-3 136-15,-2-1 47 0,-2-3 48 0,-3 2-445 0,0-4 208 16,0 1 82-16,-1-2-311 0,-2-2 217 0,1-7 99 15</inkml:trace>
  <inkml:trace contextRef="#ctx0" brushRef="#br0" timeOffset="8099.44">18456 1470 2047 0,'-11'3'0'0,"2"1"0"0,3 0 0 0,-1 2 0 0,3-2 0 0,0 0 0 0,1 3 0 0,3 0 806 0,0-1-385 0,0 2-193 0,7-1-261 16,2 0 35-16,5 3 8 0,-1-4-659 0,1 1 342 16,3-3 172-16,-3 2 85 0,4 1-449 47,-2-6 249-47,-2 1 124 0</inkml:trace>
  <inkml:trace contextRef="#ctx0" brushRef="#br0" timeOffset="8324.81">18749 1467 709 0,'1'0'0'0,"3"0"0"0,-1 0 0 0,-2 0 0 0,-1 0 0 0,0 0 0 0,0 6 531 0,-11 6-248 0,-6 4-114 0,-4 4-71 16,-7 5 88-16,-3 2-74 0,-4 1-39 0,-2 3-70 0,-7 4 9 31,4-9 24-31,1-2 20 0,6-7-21 0,5-3 1 0,6-6 0 0,3-1 207 0,12-7-108 16,5 0-49-16,2 0-26 0,2-3 153 15,11-1-89-15,9-4-35 0,4-1-10 0,10 1 183 31,0-2-114-31,3 3-56 0,2-2-67 16,4 1-25-16,-6 1 0 0,-3 1 0 0,3-1 0 0,-3 3 0 0,-4-2 0 0,4 0-209 0,-10 4-33 0,-4-1 139 16,-4 3 63-16,-6 0-489 0,-7 0 189 15,1 0 149-15,-6 11 58 0</inkml:trace>
  <inkml:trace contextRef="#ctx0" brushRef="#br0" timeOffset="8488.65">18392 1934 2084 0,'-17'0'0'0,"6"0"0"0,5 0 0 0,1 0 0 0,5 0 0 0,0 0 0 0,5 0 0 0,14 0 331 0,9 0-147 0,5 0 280 47,4-4-214-47,2-2-108 16,1-1-44-16,-2 0-237 0,-3 0 87 0,-2 3 44 0,0-1 0 0,-5 2-656 0,3 0 359 0,-13 1 166 0,-2 0 87 0,-8 2-311 0,-3 0 93 0,-5 0 135 0,0 0-532 15</inkml:trace>
  <inkml:trace contextRef="#ctx0" brushRef="#br0" timeOffset="8669.89">18663 1808 1165 0,'0'-4'0'0,"-1"-3"0"0,-2 4 0 0,0 1 0 0,0 1 0 0,0 1 0 0,-1 0 0 0,0 8 592 0,-1 9-282 0,-2 5-137 0,-1 7 381 0,-2 5-260 0,0 4-129 0,-3 3-55 16,0-2-41-16,-1 2-33 46,2-4-1-30,-1 4 1-16,-2-7-488 0,4 3 253 0,3-13 112 0,0-5 62 0,7-7-725 0,-1-8 384 0,2-4 82 0,0-1-192 0</inkml:trace>
  <inkml:trace contextRef="#ctx0" brushRef="#br0" timeOffset="8778.61">18606 2043 783 0,'4'-6'0'0,"3"0"0"0,-2 1 0 0,2 3 0 0,-1 0 0 0,1 2 712 0,1 0-338 0,2 0-160 0,0 5 237 0,2 7-207 0,0 0-104 0,1 2 425 0,2 2-264 15,1 0-154-15,0 1-147 0,0 0 0 0,0-2 0 0,0 0 0 0,3-2 0 16,1 0-567-16,-4-4 265 15,2-7 169-15,-2 1-803 0,4-3 408 0</inkml:trace>
  <inkml:trace contextRef="#ctx0" brushRef="#br0" timeOffset="8965.36">19028 1647 2068 0,'-5'0'0'0,"-1"-2"0"0,3-1 0 0,2-3 0 0,1 0 0 0,0 2 0 0,1-1 0 0,10-1 0 0,4 3 772 0,6-3-372 0,3 2-183 0,3 3-90 0,1-4-81 0,5 3-2 16,-4-1-9-16,1 1-692 0,1 2 346 31,-5 0 174-31,1 0-827 0,1 2 495 0</inkml:trace>
  <inkml:trace contextRef="#ctx0" brushRef="#br0" timeOffset="9106.86">19062 1809 1324 0,'-25'0'0'0,"11"1"0"0,4-1 0 0,2 0 0 0,6 0 0 0,2 0 0 0,0 0 0 0,10 0 478 0,11 0-221 0,4-1-111 47,5-4-46-47,-2 0-32 0,6-2 9 0,-4 4-42 0,-1-2-386 0,-1 1 193 0,-3 4 97 0,-3-3-662 0,5 2 353 0</inkml:trace>
  <inkml:trace contextRef="#ctx0" brushRef="#br0" timeOffset="9343.17">19217 1687 596 0,'0'-9'0'0,"-5"1"0"0,-2 1 0 0,4 4 0 0,-3-1 482 0,2 4-223 31,-1 0-103-15,5 0-64-16,0 7 239 0,0 10-148 0,0 5-73 0,2 5 364 0,1 4-211 0,7 3-118 0,-2-1-55 0,0 2 41 15,-2-1-48-15,2 2-23 0,1 3-263 0,-4-8 115 0,-2 1 62 31,-2-3 30-31,-1-3-308 0,0-4 169 0,-4 2 94 0,-10-13 34 0,-3-2-159 0,-3-9 2 16,-4 0 77-16,-1 0-203 16,-6-11 118-16,6-5 73 0,-1-7 32 0,2-4-214 0,5-3 123 31,4-8 61-31</inkml:trace>
  <inkml:trace contextRef="#ctx0" brushRef="#br0" timeOffset="9522.71">19499 1619 1087 0,'29'0'0'0,"8"0"0"0,-11 6 0 0,0-1 0 0,-1 4 0 0,-3 1 564 0,-7 2-264 0,4 7-124 0,-11-2-74 16,-3 3 252-16,-2 1-158 15,-3 4-81-15,0 1-11 0,-13 6-26 0,-7-5-8 16,-4 0-35-16,-5-1-140 0,-5 0 70 0,1-5 35 0,-6 4-239 16,8-10 132-1,0-3 72-15,4-5 35 0,6-4-467 0,-2 0 199 31,11-3 47-31,6-4 94 0,4-12-397 0,2-4 245 0</inkml:trace>
  <inkml:trace contextRef="#ctx0" brushRef="#br0" timeOffset="9670.03">19770 1526 2166 0,'1'0'0'0,"1"0"0"0,0 4 0 0,-2 1 0 0,0 3 0 0,0 4 0 0,-8 4 433 0,1 7-198 0,-1 2 226 0,-1 7-213 31,5 2-106-31,0 6-45 0,4-5 52 0,0 2-149 0,7-2 0 0,11-3 0 0,2-3 0 0,5-1 0 15,4-10 0-15,1-7 0 0,1-2-634 0,0-5 210 16,-2-1 229-16,4-1-974 0</inkml:trace>
  <inkml:trace contextRef="#ctx0" brushRef="#br0" timeOffset="9864.85">20179 1832 1701 0,'0'2'0'0,"0"-1"0"0,0 2 0 0,0 0 0 0,-3 1 0 0,-1-1 0 0,-1 4 806 0,0 0-386 0,-1 2-183 15,0 3-46 17,-1 1-77-32,-3 0-40 0,5 2 0 31,-3 2-383 0,1-3 168-31,2-1 88 0,2-1 44 0,0-3-898 0,3-2 464 0</inkml:trace>
  <inkml:trace contextRef="#ctx0" brushRef="#br0" timeOffset="9964.77">20256 1649 1841 0,'3'0'0'0,"3"0"0"0,-1 2 0 0,1 0 0 0,0 1 0 0,4 1 0 16,2 3 0-16,-1 3 0 0,4 0 179 0,-3 4-71 0,6-1-36 0,-2-1-124 0,-2 1 40 0,0 0 23 0,0-2 1 0</inkml:trace>
  <inkml:trace contextRef="#ctx0" brushRef="#br0" timeOffset="10111.1">20574 1485 1640 0,'3'-10'0'0,"0"-1"0"0,0 7 0 0,-1 0 0 0,1 3 0 0,-2 1 0 0,1 12 906 0,-2 15-427 0,0 14-226 0,-6 10 344 16,-9 16-541-16,-3 2-56 0,-4 17 0 16,2-1 0-16,-2 7 0 0,-3 12 0 0,0 3 0 0,3-2-110 0</inkml:trace>
  <inkml:trace contextRef="#ctx0" brushRef="#br0" timeOffset="10663.27">22035 1088 1428 0,'3'-17'0'0,"2"5"0"16,0 0 0-16,1 10 0 0,2 2 0 0,-3 0 0 0,4 10 356 31,0 11-159-31,-1 5-71 0,-2 6-48 0,-3 6 247 0,-1 1-144 0,-2 5-71 0,0-1-36 0,0 7-78 0,-3-5 17 15,-9 2-1-15,0 1-461 0,0-1 244 0,-5 7 130 0,6-13-645 16,-2-2 372-16,-1-6 104 0</inkml:trace>
  <inkml:trace contextRef="#ctx0" brushRef="#br0" timeOffset="10823.36">22165 1330 2283 0,'9'-12'0'0,"-1"4"0"0,3-1 0 0,-1 1 0 0,5 5 0 0,-1-2 0 0,3 4 0 0,1-2 0 0,3 3 0 0,-3 0 541 16,0 0-252-16,2 0-125 0,0 0-410 0,-1 0 142 31,3 8 80-31,-6 1-819 0,-1 2 435 0,-4 0 218 0</inkml:trace>
  <inkml:trace contextRef="#ctx0" brushRef="#br0" timeOffset="11000.11">22194 1595 1327 0,'-9'7'-2'0,"6"3"0"0,-1-1 0 0,3 4 0 0,1 0 0 0,0 3 0 0,0 1 0 0,1 1 503 0,5 1-234 15,3-2-116-15,-1 4-231 0,2-1 67 16,-2-3 20-16,-4 0-451 16,2-3 240-16,-3 1 121 0,-2-3 60 0,1 2-529 15,-2-11 265-15,0 3 129 0,0-6 64 0</inkml:trace>
  <inkml:trace contextRef="#ctx0" brushRef="#br0" timeOffset="11623.01">22275 1552 763 0,'13'-15'0'0,"2"-1"0"0,0 4 0 0,3 4 0 0,-1 1 0 0,3 2 366 15,0 3-165-15,3 0-72 0,-3 2-51 0,-3 0 118 0,0 6-80 16,-2 5-39-16,0 2 108 16,-2 1-65-1,-3 3-46-15,-6-1-93 0,-3 3 28 0,1 1-1 0,-2 1 29 0,0 4-174 16,-5-3 83-16,-5-1 45 0,-1 1 0 0,0-3-186 15,0-1 93-15,-1 2 71 47,1-7-37-47,1-1-107 0,0-4 31 0,2-2 60 0,2-4-242 0,-2-1 136 0,3-1 81 0,2 0-174 0,0-3 124 0,0-8 61 0,0 0 30 0,-1 0-4 0,1-1 45 0,-1 0 27 16,-4 2 0-16,1 0 35 16,-2 1-46-16,0 4-13 0,0-2 24 0,0 4 124 0,1-2-98 0,-1 1-32 15,1 1 461-15,1 1-176 16,3 1-133-16,0-1 103 0,4 0-106 15,0 1-54 17,0 1-16-32,1 0-99 0,9 0 32 0,3 0-1 0,1 0 32 0,3 0-300 0,0 0 159 0,-2 0 66 0,-4 5 37 0,1 1-322 0,-4 1 162 0,-3 2 27 31,-1 2 38-31,-3-2 12 0,-1 3 24 0,0-2-1 0,-5 3 24 0,-5-2 0 16,0 3-9-16,-1-2 627 0,-3-1-299 0,3-1-122 0,0-2-83 15,4 2 279-15,-2 0-151 0,5-1-88 16,3-4-41-16,1 2 45 0,0 0-42 0,0-1-1 15,1 3-45-15,7-4 3 63,2 2 1-63,2 0-75 0,-3 3 37 0,3-2 0 0,-1 4 47 0,-2 0-136 0,-3 0 63 0,0 2 30 0,-2 1 0 0,-2 1-124 0,-2 4 70 0,0-3 5 0,-3 0-18 0,-8 2 19 16,-2-3 1-16,-2 0 12 0,-2 1-32 0,-2-5 21 0,-1-5-1 0,0 0-26 78,-2-4 23-78,-2-3-12 0,4 0 36 0,0 0-49 0,0-12 0 0,3-3 35 0,-1-2 6 0,3-3 73 0,4-2-33 0,3 4-7 0,4 1-33 0,4 1 316 0,0 0-149 0,0 4-66 0,3 3 364 0,8 1-189 0,6 5-107 0,6 1 110 0,3 2-105 0,6 0-45 15,0 0-35-15,6 5 142 0,-1 5-84 0,3 2-43 16,0 2 1-16,5 2-288 0,-2 1 119 0,-2 1 63 16,0-1 31-16,-1 3-562 15,-1-3 297-15,2 1 109 0,-10-7-756 0</inkml:trace>
  <inkml:trace contextRef="#ctx0" brushRef="#br0" timeOffset="11817.32">23266 1146 1843 0,'-3'0'0'0,"0"2"0"0,-1 5 0 0,-1 6 0 0,-3 5 0 0,-8 9 0 0,-1 11 0 0,-6 7 701 0,-5 8-333 16,-2 5-165-16,-1 2-250 0,-3 3 51 0,7-13-9 0,1-5 41 0,1-10-270 0,6-2 136 16,0-7 67-16,1-1 42 15,7-11-905-15</inkml:trace>
  <inkml:trace contextRef="#ctx0" brushRef="#br0" timeOffset="11970.16">22986 1543 2413 0,'6'-3'0'0,"2"1"0"0,-2 1 0 0,3-1 0 0,4 2 0 0,1 0 0 0,6 0 0 0,-1 5 0 0,5 3 0 0,3 4 301 16,2-2-132-16,3 4-223 0,2-3 54 15,-3 0-9-15,1 1 46 0,-4 0-603 0,0-3 301 16,-5-1 151-16,1 1 84 0,-11 1-377 0</inkml:trace>
  <inkml:trace contextRef="#ctx0" brushRef="#br0" timeOffset="12113.94">23076 1751 926 0,'-5'0'0'0,"0"0"0"0,1 0 0 0,2 0 0 0,1 0 0 0,1 0 0 0,0 0 490 0,3 0-227 0,10 0-113 0,2 1 161 0,2-1-142 0,5 0-67 0,0 3-32 16,-2-2-390-16,2-1 179 0,0 4 97 0,-5-4 36 15,-2 3-814-15</inkml:trace>
  <inkml:trace contextRef="#ctx0" brushRef="#br0" timeOffset="12331.06">23123 1948 1241 0,'-1'0'0'0,"0"0"0"0,1 0 0 0,0 0 0 0,0 0 0 0,0 0 0 0,0 0 0 0,0 0 165 31,2 0-65-16,7 2-31-15,-1 2-67 0,1 1 34 0,-1-1 9 0,-3 4-8 0,3 1-100 0,-3-1 49 0,-1 2 26 0,-4 1-99 0,2 2 71 16,-2-1 21-16,0 0 0 0,-2-1-31 0,-4 0-8 16,-5-2 27-16,3 1-229 0,-5-8 116 15,3 1 24-15,-1-3 39 0,-4 0-230 0,6 0 126 16,-4-12 53-16</inkml:trace>
  <inkml:trace contextRef="#ctx0" brushRef="#br0" timeOffset="12571.73">23734 1264 1638 0,'14'-4'0'16,"-2"3"0"-16,-2-1 0 0,-4 2 0 0,-3 0 0 0,-3 7 0 0,-8 8 0 0,-9 2 0 0,-7 3 259 0,-4 3-103 0,0 1 11 0,0 1-66 0,-1 3-33 0,-1 0 1 0,4-2 120 0,-2 5-67 31,10-6-48-31,3 4 1 0,3 0 10 0,7 0-25 0,0 5 1 0,4 6-68 0,1-8 17 0,0 4 0 0,0 0 26 0,1-1-309 15,4-2 154-15,-4 9 87 0,-1-11-273 0,0-1 160 47,-1-3 36-47,-8 0 54 0,-1-2-595 0,-5-3 298 0,4-8 162 0</inkml:trace>
  <inkml:trace contextRef="#ctx0" brushRef="#br0" timeOffset="12706.38">23436 1756 2379 0,'6'-17'0'0,"5"-1"0"0,-2 4 0 0,6 0 0 0,3 2 0 0,1 4 0 0,5-5 0 0,1 9 0 0,4-1 387 0,0 1-176 0,3 2-89 0,-1 1 165 0,5-1-117 0,-8 2-73 0,-1 0-516 0,0 0 227 0,-2 0 113 0,-3 3 57 15,-2 5-406-15,-6-1 227 0,-9 2 118 0</inkml:trace>
  <inkml:trace contextRef="#ctx0" brushRef="#br0" timeOffset="12980.29">23700 1893 941 0,'-2'5'0'0,"0"0"0"0,0 2 0 0,-2-2 0 0,3 3 0 0,-1-4 0 0,1 1 360 0,-1 2-154 16,0-4-89-16,0 2-40 0,2-2-1 0,-2 1-40 0,2-3 0 0,0 3 475 0,0-4-241 15,0 0-118-15,2 0-57 0,5 0 94 0,4-3-76 0,3 1-30 0,1-4 83 16,3 0-65-16,2 1-33 15,0 2 1-15,-1 1-65 0,4 2 41 0,-4 0-9 0,-2 0-32 0,0 10 1 16,-4 2 31-16,-4 2 0 0,-1 3-16 0,-5 0-10 16,-3 0 24-16,-3 1 0 0,-10 0-33 0,-2-1-1 47,-6-5 0-47,-2-4 0 0,0 1 0 0,-1-5 0 0,-1-4-1 0,-1 0-578 0,3 0 285 0,6-2 120 0,1-9-816 0</inkml:trace>
  <inkml:trace contextRef="#ctx0" brushRef="#br0" timeOffset="13519.77">24451 1480 2285 0,'0'0'0'0,"-6"-2"0"0,2 1 0 0,-1-1 0 0,2 0 0 0,3 2 0 0,0 0 0 0,0 5 363 0,7 6-163 0,6 6 314 0,2 3-243 16,2 0-118-1,2 3-57-15,1 2-47 0,3 0-49 0,-1 5 0 0,-2-2 0 0,0 0-95 0,-2 1-40 16,-1-3 87-16,-4 0 42 0,4 4-693 0,-8-8 364 62,-3-1 186-62,-3-3-824 0,-2-4 468 0</inkml:trace>
  <inkml:trace contextRef="#ctx0" brushRef="#br0" timeOffset="13696.39">24857 1325 1459 0,'0'-3'0'0,"0"1"0"0,-2 2 0 0,-3 0 0 0,0 13 0 0,-3 13 762 0,-3 14-353 0,-5 14-191 0,-2 16-91 16,-4 20 238 15,0 11-164-31,0 1-82 0,-1 9-33 0,3-21 99 0,4-4-185 0,0-8 0 0,4-13 0 0,4-9 0 0,4-1 0 0,2-23-292 15,2-7-51-15,0-4 189 0,0-7 95 0,0-8-939 0,0-1 430 47</inkml:trace>
  <inkml:trace contextRef="#ctx0" brushRef="#br0" timeOffset="13828.62">24885 1749 1857 0,'0'0'0'16,"0"-1"0"-16,0-3 0 0,2-1 0 0,4 2 0 0,3-2 0 0,4 0 443 0,2 1-208 0,7 1-100 15,3-2 280-15,2 1-190 0,5-1-94 0,3 1-395 0,-4 0 146 0,0 0 77 0,-2 3 38 0,-2 1-910 16,-6 0 461-16</inkml:trace>
  <inkml:trace contextRef="#ctx0" brushRef="#br0" timeOffset="13988.45">25083 1941 1897 0,'-17'6'0'0,"0"1"0"0,4-2 0 0,1 1 0 0,3 0 0 0,4-3 0 0,5-1 375 0,0-2-169 16,0 0-85-16,9 0 530 0,8 0-298 0,2 0-163 15,5-3-219-15,3-7 32 0,0 1 0 0,2-3 33 16,2 0-885 0,-2 3 437-1,-3-3 224-15,2 1 112 0</inkml:trace>
  <inkml:trace contextRef="#ctx0" brushRef="#br0" timeOffset="14245.45">25464 1690 1693 0,'4'0'0'0,"-1"-2"0"0,2-2 0 0,0-2 0 0,4 4 0 0,-2-1 0 0,5 0 0 0,0 2 0 0,2-1 204 32,1 2-84-32,1 0 9 0,-1 6-47 0,-1 2-23 0,0 6 9 0,-7 1-66 0,-1 1 0 15,-4 4 34-15,-2 0 0 16,-2 1-15-16,-7 2 24 0,-9-1-10 0,0-2 1 0,-3 1 131 0,0-1-66 15,-1-4-32-15,2 2 148 0,3-4-95 16,3-5-43 0,6 0 34-16,-2-3-38 0,6 0-1 0,4 1-29 0,0-3 71 15,8-4-41-15,10 0 1 0,6 0-42 0,2 0-129 16,5-4 74 0,-1-3 24-16,4-5-1 0,2 0-608 0,0-3 313 0,2 1 114 0,2-1-739 0,-8 0 446 0,-1 0 218 15</inkml:trace>
  <inkml:trace contextRef="#ctx0" brushRef="#br0" timeOffset="14442.57">25862 1697 1736 0,'-8'0'0'0,"-2"-2"0"0,8-3 0 0,0 2 0 0,2 1 0 0,0 1 307 16,6-2-135-16,10 2-60 0,4 1 160 0,1 0-120 47,4 1-59-47,-2 8-30 0,2 3 107 0,-4 0-60 0,-1 3-42 0,-4 2 0 0,-3 0-82 0,-7 7 25 0,-2 0 8 0,-4 3-131 0,-4 2 73 0,-15 0 37 31,-6 2-184-31,-6-4 110 0,-6 4 65 0,3-10-27 0,0-1-185 0,-1-7 62 0,3-4 73 0,7-4 36 0,-2-5-444 0,15 0 235 31,7-14 113-31,5-9-401 0,5-8 256 0</inkml:trace>
  <inkml:trace contextRef="#ctx0" brushRef="#br0" timeOffset="14612.76">26130 1605 2876 0,'4'-4'0'0,"3"-2"0"0,-4 5 0 16,0-2 0-16,-1 3 0 0,-2 0 0 0,0 10 0 0,-2 4 0 0,-5 8 0 0,-3 4 512 0,2 4-238 0,0 2-5 0,4 1-269 0,2 5 0 0,2-4 0 16,0 0 0-16,7-4 0 47,12 0 0-47,5-6 0 0,8 2-429 0,4-10 200 15,9-4 132-15</inkml:trace>
  <inkml:trace contextRef="#ctx0" brushRef="#br0" timeOffset="14955.91">26713 1349 1399 0,'16'-1'0'15,"1"1"0"-15,0 0 0 0,-5 3 0 0,-2 10 0 0,-1 5 0 0,-6 5 0 0,-3 8 0 0,0 4 325 0,-15 8-144 0,-9 5-73 0,-4 2-35 0,-3 1-7 0,-5 5-20 0,2-9-10 0,3-4-57 16,0-4 29 0,3-3 0-16,0-3-294 0,0 2 171 0,10-16 71 0,3-5 40 15,6-9-533-15,6-5 263 0,3 0 66 16,0-12 92-16</inkml:trace>
  <inkml:trace contextRef="#ctx0" brushRef="#br0" timeOffset="15200.36">26654 1756 1101 0,'11'-1'0'0,"-2"-2"0"0,-3 3 0 16,-1 0 0-16,-3 8 0 0,0 7 0 0,-1 4 0 0,-1 4 0 0,0 3 346 0,0 4-155 0,-7 0-77 0,1 6 9 16,-4-2-33-16,6-5-10 0,-2 0-44 0,3-6 0 15,0-2 1-15,2-4-1 0,-1 0-384 0,2-8 187 0,0-4 99 0,0-2 49 0,0-3-430 16,0 0 222-16,0 0 48 0,2-6 79 16,2-8-67-16,2 0 62 31,0 0 32-31,3-1-1 0,1-2 174 0,1-2-67 0,3 1-38 0,1-2 340 0,4 2-188 0,0-1-95 0,3-3 202 15,1 5-133-15,2 0-8 0,-2 2-54 0,0 1 111 0,3-1-70 47,3 3-25-47,-6 2-10 0,1 3-283 0,-3 3 125 0,-2 1 61 0,-4 1 32 0,-1-1-487 0,-7 3 249 0,-5 0-261 0</inkml:trace>
  <inkml:trace contextRef="#ctx0" brushRef="#br0" timeOffset="15383.34">26921 1690 678 0,'-6'-9'0'0,"-1"1"0"0,1 2 0 0,3 0 0 0,1 4 0 0,0-1 439 0,2 3-202 32,0 0-91-32,0 0 367 0,2 17-238 0,3 5-119 0,5 5-60 0,-3 6 114 0,4 4-77 62,-6 1-53-62,5 1 0 0,-2 2 62 0,0 1-53 0,0-1-26 0,1 3 9 0,2-9-269 0,0-4 116 0,1-3 59 0,1-7-467 0,0-6 263 0,1 2 134 0,-1-16-550 0,-1-1 286 0,-2-1 159 16,1-16 81-16,-3 1-154 0</inkml:trace>
  <inkml:trace contextRef="#ctx0" brushRef="#br0" timeOffset="15545.94">27066 1523 1857 0,'0'-11'0'0,"-5"-2"0"0,1 5 0 0,0 4 0 0,3-2 0 0,-1 5 0 0,2 1 0 0,0 0 0 0,0 0 237 0,2 14-101 16,3-2-49-16,4 8-167 0,1 2 68 31,-2 1 19-31,0 2-706 0,6 0 350 0</inkml:trace>
  <inkml:trace contextRef="#ctx0" brushRef="#br0" timeOffset="15748.46">27475 1766 1680 0,'0'3'0'0,"-1"3"0"0,1 1 0 0,-4 2 0 0,-1 4 0 0,-2 6 415 0,-3 1-190 0,-2 6-85 0,-2 6 546 0,-3 1-326 0,-2 4-161 0,0-2-81 0,-1 0-151 0,0 2 43 0,4-9-8 0,1-5-598 0,0-2 316 0,2-9 159 0,0-2 78 16,-2-3-880-16,3-7 465 62</inkml:trace>
  <inkml:trace contextRef="#ctx0" brushRef="#br0" timeOffset="15842.8">27360 1373 2006 0,'4'-2'0'0,"2"2"0"0,1 0 0 0,4 3 0 0,1 13 0 0,3 11 0 0,5 11 0 0,7 13 930 0,0 10-451 15,4 9-222-15,2 7 2 0,5 1-259 16,-1-1 0-16,9 6 0 0,-8-22-428 0,1-4 63 0,4-4 200 0</inkml:trace>
  <inkml:trace contextRef="#ctx0" brushRef="#br0" timeOffset="16399.9">28532 1303 1525 0,'2'-5'0'0,"3"0"0"0,0 2 0 0,4 2 0 0,0-3 0 15,3 4 0-15,-1 0 0 0,2 0 0 0,1 0 0 0,-2 7 0 0,3-1 0 0,-1 5 0 0,-4-4 0 0,3 4 0 0,-2 3 0 0,-1 0 0 0,2 0 0 0,-4-1 0 0,0 2 0 0,1-2 0 0,-2 0-294 0,3 0 146 0</inkml:trace>
  <inkml:trace contextRef="#ctx0" brushRef="#br0" timeOffset="16666.39">28875 1274 720 0,'0'-2'0'0,"1"-1"0"0,-1 0 0 0,0-1 0 0,3 2 0 0,-3 1 223 0,0 1-93 15,0 0-46-15,0 0 246 0,0 3-137 0,-4 12-82 0,-6 6-37 16,-7 3-95-16,-1 5 29 31,-3 5 0-31,-7 3 39 0,3-1-85 0,-5 0 38 0,-3-1 0 0,0-2-32 16,-2-6 35-16,-1 2 9 0,8-13 26 0,3-6 123 0,5-3-62 0,6-5-29 0,5-2 296 15,1 0-156-15,8 0-90 0,0 0-42 16,1-2 137-16,15 0-88 0,5-2-45 0,9 1 9 16,3 0 31-16,5 0-43 15,2-1 1-15,3 2-85 0,-2-3 43 16,5 1 8-16,-8 1-360 0,-2 0 176 0,-2 1 87 0,-2 2 45 0,-1-1-777 15,-2 1 343-15,-9 0 213 0,-7 0 45 16,-1 1-565-16,-9 5 355 0</inkml:trace>
  <inkml:trace contextRef="#ctx0" brushRef="#br0" timeOffset="16835.24">28678 1826 1063 0,'-27'2'0'16,"3"2"0"-16,5-1 0 0,5 2 0 0,6-4 0 0,7 1 595 0,1 0-278 0,0 0-140 0,12-1 133 0,6 1-127 0,6-2-77 15,6 0 159-15,0 0-114 0,5 0-57 0,-3 0-28 16,2 0-331-16,-7 0 146 16,-3 0 79-16,-3 0 38 0,-1 2-701 0,-3-2 367 15,3 3 191-15,-6 1 85 0,-6 1-710 0,-2-2 366 16,-5-1 184-16</inkml:trace>
  <inkml:trace contextRef="#ctx0" brushRef="#br0" timeOffset="16988.41">28810 1791 1831 0,'-10'-9'0'0,"0"4"0"0,-2 1 0 0,7 1 0 0,-2 2 0 0,1 1 0 0,2 0 0 0,1 8 0 0,-2 6 284 0,-1 4-128 0,3 1 110 0,-2 5-114 16,-3 5-57-16,-1 0-29 0,-3 3 52 15,0 0-45 1,0 0 0-16,0-1-36 0,-1 0-365 16,-1 2 191-16,5-11 82 0,-2-2 45 0,4-3-638 0,-1-5 339 0,5-5 82 0</inkml:trace>
  <inkml:trace contextRef="#ctx0" brushRef="#br0" timeOffset="17141.59">28734 2007 3127 0,'1'2'0'0,"1"-2"0"0,-2 4 0 16,2 0 0-16,0 3 0 0,2 3 0 0,0 4 0 0,3 3 0 0,2 5 393 0,-1 0-178 0,3 6-79 0,-1-3-76 0,3 1-60 16,-3-1 0-16,5 1 0 0,-1-6-201 0,3-2 29 15,-4-7 100-15,6-4 55 0,-2-4-808 0,3-3 431 16,5-3 216-16,1-11-881 0</inkml:trace>
  <inkml:trace contextRef="#ctx0" brushRef="#br0" timeOffset="17326.02">29173 1574 1703 0,'6'-5'0'0,"1"-1"0"0,4 2 0 0,6-3 0 0,4 2 0 0,8-2 334 0,0 2-154 0,6-4-71 0,1 6-37 0,-1-5 494 16,-2 5-265-16,3-3-123 0,-10 6-239 0,-5-1 48 0,-3 1 25 16,-3 0-306-16,-1 0-244 0,-2 7 296 0,-9 4 135 15,-1 1-869-15,-2 1 472 0</inkml:trace>
  <inkml:trace contextRef="#ctx0" brushRef="#br0" timeOffset="17689.09">29209 1840 1037 0,'-17'0'0'0,"1"0"0"0,3 0 0 0,3 0 0 0,1 0 238 0,8 0-106 0,1 0-47 0,0 0-25 16,16 0 609-16,7 0-316 0,9-2-149 0,1-1 96 15,4 0-132-15,-1-1-66 0,-1 3-482 16,-1 0 208-16,3-2 113 0,-9 3 43 16,-2-2-639-16,-2 2 343 0,-2 0 171 0,-5 0 85 15,2 0-577-15,-9 0 303 0,-5 0 146 0,-3 0-20 16,-2 0 83-16,0 0 60 0,-7-7 37 0,-5-3 24 0,-3-3 0 0,-1-3 0 15,0-4 0-15,0-4 0 16,-1 5 0-16,2-3 0 0,0 5 218 0,3 0-145 0,0 3-55 16,0 2-36-16,5 4 516 0,-1 7-199 15,3 1-136-15,2 4-37 0,1 13 83 0,1 11-77 16,1 7-53-16,0 6 311 16,0 5-177-16,0 2-88 0,0 1 61 0,0 4-66 15,0-10-46-15,0 3 0 0,0-5-102 0,0-4 32 0,0-3 0 0,-4 0 41 16,-7-15-137-16,-2-3 64 15,-1-8 32-15,-3-7 0 0,-2-1-209 0,-4 0 116 0,1-1 4 0,2-14-170 32,1 1 79-32,1-7 78 0,2 1-408 0,0-4 226 0,8-6 126 0</inkml:trace>
  <inkml:trace contextRef="#ctx0" brushRef="#br0" timeOffset="17895.41">29752 1654 1143 0,'32'2'0'0,"-2"2"0"0,1 5 0 16,-4 3 0-16,3 5 0 0,-13-1 455 0,-6 4-209 0,-3 4-105 0,-3-2 342 0,-3 6-215 16,-2-4-120-16,0 2-56 0,-10-1 83 15,-10 2-69-15,-3-2-35 0,-4 5-35 0,-2-10 0 16,0 0 1-16,-1-4-1 0,1-1-233 0,-3-3 117 16,-2 2 67-16,5-8 21 0,3-2-582 0,1-3 303 46,6-1 64-46,5 0 105 0,5 0-619 0,9-13 347 0,1-8 168 0</inkml:trace>
  <inkml:trace contextRef="#ctx0" brushRef="#br0" timeOffset="18068.83">29993 1605 2311 0,'-7'1'0'0,"1"3"0"0,-4 1 0 0,2 5 0 0,-4 2 0 0,-3 7 0 0,-1 3 0 0,3 8 313 15,2 3-139-15,0 6-69 0,8 0 612 16,3 1-406-16,0 7-311 0,6-7 0 0,13-4 0 0,9-2 0 15,2-2 0-15,7-7 0 0,5 4-22 0,-3-15-55 16,2-2 57-16,3-5-704 0,-3-5 379 0,-2-2 192 16,3 0-855-16,-8 0 491 0,-8-2 240 0,-3-10 120 15</inkml:trace>
  <inkml:trace contextRef="#ctx0" brushRef="#br0" timeOffset="18253.78">30392 1817 1691 0,'3'0'0'0,"-1"0"0"0,-1-3 0 0,3-1 0 0,0 3 0 0,5-2 0 0,1-1 656 0,6 1-310 0,4 0-144 0,0-1 49 0,5 3-106 16,2-1-54-16,0 0-27 0,2 1-500 0,0-1 246 16,-4 2 109-16,0 0 59 0,-4 0-374 0,2 0 217 15,-4 2 108-15,5-2-840 16,-5 0 452-16</inkml:trace>
  <inkml:trace contextRef="#ctx0" brushRef="#br0" timeOffset="18408.83">31048 1584 1471 0,'4'0'-2'0,"2"-4"0"0,3 1 0 0,3-1 0 0,2 2 0 0,5 1 1 0,3 0 409 0,7 1-178 0,-2 0-101 0,7 0-47 15,0 0-113-15,-1 0 34 0,3 0 8 0,-4 2-479 0,-3 4 244 0,-3-2 123 16</inkml:trace>
  <inkml:trace contextRef="#ctx0" brushRef="#br0" timeOffset="18579.59">30954 1832 1849 0,'-2'0'0'0,"1"0"0"0,-3-2 0 0,4 2 0 0,0-2 0 0,0 2 0 0,14 0 0 0,5-1 0 0,4 0 357 0,8-2-161 0,3 3-70 0,2-6-115 0,-1 3 1 0,2-1 24 16,-1 2 1-1,-2 0-541-15,0 0 279 0,-12 0 126 0,-5 2-697 0</inkml:trace>
  <inkml:trace contextRef="#ctx0" brushRef="#br0" timeOffset="18741.38">31153 1848 939 0,'-6'4'0'0,"2"-1"0"0,-2 1 0 0,2 4 0 0,-3 2 0 0,-2 4 0 0,4 2 522 0,-6 4-242 16,0 5-122-16,-3 1-61 0,-3 2 235 0,0 5-139 15,-2-5-83-15,3-3-215 0,2 3 71 0,0-5 35 16,-1-4 0-16,5 3-206 0,3-10 116 0,4-6 63 16,3-3-588-16,0-3 322 0,13 0 92 0,6-9 105 15</inkml:trace>
  <inkml:trace contextRef="#ctx0" brushRef="#br0" timeOffset="18922.59">31193 1971 1102 0,'3'-5'0'0,"1"2"0"0,-2 2 0 0,-1-2 0 0,-1 3 0 0,0 0 0 0,0 12 0 0,0 6 0 0,-4 3 582 0,-2 5-272 0,2 3-137 0,3 1-68 16,1 1 397-16,0 4-224 0,0-5-125 0,1-4 122 16,6 1-119-16,6-7-60 0,2-3-30 0,2 0-35 15,3-12 6-15,2-5-1 0,0 0-60 16,2-1 30-16,2-13 0 0,1-3 35 0,-7-4-341 0,2-4 166 31,-4-2 85-31,-2-4 43 0,1 1-806 0,-2-6 366 0,-3-2 209 0,0 1-569 0</inkml:trace>
  <inkml:trace contextRef="#ctx0" brushRef="#br0" timeOffset="19468.18">31686 1526 1939 0,'9'-11'0'0,"2"2"0"0,2 1 0 0,-1-2 0 0,3 3 0 0,-1 1 0 0,1 2 0 0,0 0 0 0,0 4 226 16,3 0-85-16,-3 0-57 0,-5 3 11 16,3 8-28-16,-8 3-1 0,1 6-30 0,-4 5 12 0,-2 4-11 15,-2 4-1-15,-9 4 82 0,-4 2-42 0,3 2 1 16,0 0-31-16,3-1 77 0,-1-2-44 0,3-1 1 16,1-3-99-16,5-1 29 0,-1 3 8 0,2-12 18 15,0-2-38-15,2-7 0 0,3-3 39 0,3-6 0 16,-3 0-199-16,1-6 80 15,-3 0 56-15,0 0-4 32,-1-3 25-32,-2-3-47 0,0 0 32 0,-12-3-779 0,-4 2 381 0,-2-3 191 0,-4 2 0 0,0-1 96 0,-1-6 37 0,1 5 34 15,1-4 42-15,1 3-19 16,-1-2 1-16,3 1-1 0,0-3 110 0,3 6-50 0,7-1-30 0,1 2 308 16,2 0-168-16,3 1-57 15,2-2-58-15,0 4 231 0,5 1-116 0,12-1-2 0,5 2-218 16,7-1 76-16,3 1 20 0,4 1-1 0,3-1-125 0,3 3 75 15,1-3 38-15,2-1 11 0,-8 3-42 0,-2 0-5 16,-5-2 25-16,-3 3 70 0,-8-2-28 0,0 0-44 16,-14 2 7-16,-3 0 236 15,-2 0-111-15,-9 0-39 0,-17 2 126 0,-1 4-60 16,-6 1-58-16,1 0-22 0,-2 4 104 0,2-4-65 16,4 1-33-16,-1 1 10 0,9-2-67 0,6-1-1 15,4-1 26-15,0 0 10 0,7-1-9 16,3 3 9-16,0-2-10 0,16 1 24 0,5-3-23 0,7 0-1 15,2 2-144-15,4-2 81 0,-4 1 21 16,0-1 0-16,-4 1-462 0,0-2 232 0,-3 2 116 16,-1 0 27-1,-10 2-309-15,-3-3 183 0,-6 0 91 0,-3 2-493 16,0-2 293-16,-10-1 136 0,-9-2 83 0</inkml:trace>
  <inkml:trace contextRef="#ctx0" brushRef="#br0" timeOffset="19717.84">31571 1817 748 0,'-13'9'0'0,"1"0"0"0,0 3 0 0,-5 5 0 0,7 0 0 0,-2 3 0 0,-3 2 0 0,1 2 447 0,1 2-205 32,-1 6-94-32,2-7-60 0,6 0 261 0,0-2-157 0,5 0-77 0,1-6 130 0,0 3-95 0,6-8-61 31,11-5-27-31,4 0 54 0,8-4-40 0,5 0 1 0,10-1 74 0,-2-2-61 0,1 0-27 0,2 0 0 0,2 0-94 0,-2-2 34 15,7-1 9-15,-11 3 25 16,-3 0-294-16,0 0 147 0,-4 0 74 0,-4 0-679 16,5 0 316-16,-12 3 190 15,-5-1 57-15,-3 0-185 0,-3-2 150 0,-5 0 75 0,3 0-300 0,-5 0 192 16,-2-7 91-16,-1-5 47 0</inkml:trace>
  <inkml:trace contextRef="#ctx0" brushRef="#br0" timeOffset="19857.78">32163 1946 1419 0,'0'-11'0'0,"0"3"0"0,0-2 0 0,0 3 0 0,0 0 0 0,0 5 0 0,0 0 0 0,0 2 0 0,0 0 559 0,0 10-262 16,2 4-120-16,1 4-76 0,-1 3 301 0,0 2-182 31,-1 1-93-31,3 1-247 0,-2 1 73 0,0-5 42 16,-1 1 0-16,1 1-621 0,-1-5 332 0,0 2 174 0,1-3-366 0</inkml:trace>
  <inkml:trace contextRef="#ctx0" brushRef="#br0" timeOffset="20018.98">32333 1589 2397 0,'2'0'0'0,"-1"-1"0"0,1-1 0 0,3 0 0 0,2-1 0 0,0 2 0 0,-2 1-115 0,0 0 75 0,5 0 48 0,-7 0-426 0,5 4 227 16,-4 6 114-16,1-2 56 15</inkml:trace>
  <inkml:trace contextRef="#ctx0" brushRef="#br0" timeOffset="20285.68">32767 1573 1169 0,'-5'0'0'0,"0"0"0"0,-2 0 0 0,0 0 0 0,-6 0 0 0,-2 4 0 0,-11 5 0 0,-4 3 0 0,-5 3 0 0,-6 2 135 0,-7 2-50 15,-3 1-24-15,-3-1-88 0,-7 1 40 0,13-6-8 0,3-2-21 0,9-3 26 16,8-4 0-16,11-2 26 0,3-3 49 0,14 0-8 0,0 0-41 16,1 0-10-16,10-2 75 0,11-4-33 15,7-1 9-15,7 0 135 0,7 4-87 16,6-1-45-16,3 1 0 0,3 3 73 16,2-2-49-16,-7 2-39 15,-3 0-74-15,-1 0 22 0,-4 0 0 0,-3 0 24 0,4 0-252 0,-14 4 121 16,-7 1 65-16,-5 3 33 0,-7-6-272 0,-4 1 109 15,-3 1 91-15,-3-4-556 0,-3 0 294 0,-10-2 147 0,-4-8 73 0</inkml:trace>
  <inkml:trace contextRef="#ctx0" brushRef="#br0" timeOffset="20461.03">32624 1381 1803 0,'-3'-1'0'0,"-2"-1"0"0,2 2 0 0,1 0 0 0,-1 10 0 0,3 7 0 0,-4 9 0 0,1 10 0 0,-3 6 620 0,2 4-296 0,-1 5-144 0,-1 2-106 0,1 0 0 0,1 4-29 32,1-12-9-32,-1-4-204 0,2-5 101 0,-2-4 52 0,1-7 26 0,0 1-538 31,2-11 277-31,0-4 144 0,-1-5-686 0,2-5 377 0,-3-1 190 0</inkml:trace>
  <inkml:trace contextRef="#ctx0" brushRef="#br0" timeOffset="20727.75">32486 1830 427 0,'-11'-7'0'0,"6"1"0"0,-1 0 0 0,1 3 0 0,3 1 0 0,2 0 0 0,0 2 0 0,0 0 0 0,0 0 109 0,0 0-69 0,0 0-28 0,0 0-244 0,0 0 98 0,2 0 49 16,-1 0 24-16,6 0-15 0,-2 0 76 0,0 0 0 16,4 0 0-16,-2 0 0 0,3 0 0 0,-2 0 0 15,-3 0 137-15,3 2-105 0,-1 1-34 0,0-1 0 16,0 3 452-16,2 0-223 15,-1 0-78-15,0 1 147 0,-1 0-130 0,4 1-65 0,-4 0-74 0,4 5 19 32,-4-5-10-32,3 3 1 0,-3 0-330 15,0 0 164 17,1 2 92-32,-3-2 33 0,0-1-502 0</inkml:trace>
  <inkml:trace contextRef="#ctx0" brushRef="#br0" timeOffset="21208">32512 1995 817 0,'-15'3'0'0,"4"1"0"0,0 3 0 0,5 3 0 0,-3 1 0 0,4-2 0 0,-3 5 42 0,4-4-2 0,-1 4-29 0,3-2 347 16,-1 1-161-16,2-2-80 0,-1 2-31 0,0-4-59 15,2-4 10-15,0 1-1 0,0-2-23 0,0-2-1 16,0 1 33-16,0-3-8 0,0 0-37 0,0 0-1 16,5-4 38-16,3-4-156 0,6-2 87 0,1-3 17 15,1-1 24-15,4 0-260 0,3-5 126 0,0 1 34 16,8-5 37-16,-6 1-52 0,6-3 40 0,-3-1 4 15,3-3 59-15,2-3-22 0,6-11-20 0,-3 2 8 16,-2-7 165-16,0 1-81 0,-7 1-38 16,-5 3-7-16,-1-1 218 0,-12 20-90 15,-8 8-64-15,0 5 191 0,-1 11-114 0,0 0-34 16,-3 0 9-16,-7 2-45 16,-1 16 0-16,-2 7-37 0,2 5 193 0,-6 7-87 31,2 1-58-31,-2 5-23 0,2 4 96 0,-2 1-60 0,4-2-30 0,-2 8 189 0,3-9-114 0,5 1-53 0,0 0-27 0,2-3-117 15,4-2 46-15,1 3 31 0,0-11-246 0,0-4 131 16,0-6 64-16,1-5 33 16,2-7-305-16,-1 3 139 0,0-13 86 0,-2-1-15 15,0 0-102-15,0 0 42 0,-12-8 57 0,0-1-27 16,-3-7 47-16,0-1-1 0,-4-4 39 16,2 0-49-16,-1-2 25 0,-1-3-10 0,7 2 34 0,3 3 75 15,-1 3-38-15,4 1 0 0,2 5 346 0,-2-4-182 16,3 10-93-16,3 1-15 0,0 3 385 0,0 1-182 15,3 1-112-15,7 0 62 16,6 11-91-16,1 5-42 0,5 0 1 0,2 5 29 16,3-1-35-16,2-1-13 0,0 1-59 0,-2-1-237 15,4-3 108-15,-1 0 82 0,2 0-875 0,5 1 428 16,-5-4 172-16</inkml:trace>
  <inkml:trace contextRef="#ctx0" brushRef="#br0" timeOffset="21331.79">33240 2324 2589 0,'-6'0'0'0,"-2"0"0"0,4 0 0 0,4 0 0 0,0 1 0 0,0-1 0 0,0 0-17 0,0 2 26 15,0-2 0-15,2 0 243 0,0 0-99 0,-2 0-63 16</inkml:trace>
  <inkml:trace contextRef="#ctx0" brushRef="#br0" timeOffset="46536.98">27636 5070 1020 0,'0'-4'0'47,"-2"-1"0"-47,-4-1 0 0,5 5 0 0,-1-1 0 0,2 2 0 0,0 0 0 0,0 0 359 0,0 0-151 0,0 6-90 0,2 3 110 0,1 2-95 0,3-1-47 0,-1 4-17 0,-2 2 9 31,0 1-40-31,0-2 0 0,-1 5-53 0,0-1 27 0,0 5 9 0,-2-5 17 0,0 3-260 0,0-2 130 0,0 2 65 0,0-2-478 0,0 0 224 0,0-5 139 16,-2 0 6-16,0-6-344 0</inkml:trace>
  <inkml:trace contextRef="#ctx0" brushRef="#br0" timeOffset="46916.47">27634 4967 1081 0,'0'-18'0'0,"0"6"0"0,3 3 0 0,7 0 0 0,5 1 195 0,3-1-78 15,9-1-30-15,6 4-10 16,4 1 375-16,4 1-207 0,7-1-103 0,-1 4 52 16,6 1-69-16,-8 0-48 0,0 0 0 0,0 1-67 15,-6 8-1-15,-3 1 29 0,3 1-62 0,-13 0 25 16,-5 1 1-16,-1 0 36 0,-5 1-42 0,-1-2 0 16,-4 5 51-16,-5-7-9 0,-4 3-103 0,-1-2 15 15,0 2 34-15,0 2 0 0,-7 1-13 0,-2-3 6 16,-6 5 0-16,-2-3-52 0,0 3 37 0,-3-2-1 15,-2 2-334-15,1-3 170 16,0 1 89-16,-4 2 30 0,-2-1-201 0,-3 6 114 16,1-5 71-16,2 0 31 0</inkml:trace>
  <inkml:trace contextRef="#ctx0" brushRef="#br0" timeOffset="47310.61">27740 5221 1228 0,'0'0'0'0,"0"3"0"0,0 0 0 0,0 0 0 0,0 2 0 0,0 1 0 0,0 1 573 0,2 4-267 0,-1-1-125 0,1 4 89 0,1 1-116 0,-2 1-58 0,2 2-29 0,-1 1-242 0,-1 3 115 0,3-3 45 0,-4-2 26 0,4 0-220 0,-2 0 124 0,2-5 61 0,-2 0-518 0,1-2 281 0,-1-3 53 0,-1-5 102 0,-1-2-393 0,0 0 230 0</inkml:trace>
  <inkml:trace contextRef="#ctx0" brushRef="#br0" timeOffset="47366.46">27710 5200 783 0,'0'-11'0'0,"0"-4"0"0,0 7 0 0,2 0 0 0,4 0 0 0,2 0 0 0,6 1 195 0,5 1-83 0,1 3 228 0,9 2-151 0,0 1-76 0,5 0-37 0,2 0 69 0,-4 7-59 0,-2 2-24 0,0 4 0 0,-6 0-122 0,-2 4 49 0,-1 0 34 0,-9 2-94 0,-5 2 55 0,-6-3 26 0,1 4 1 0,-2-3-217 0,-2 3 132 0,-6-4 2 0,-7-2-216 0,-1 0 107 0,-4-3 81 0,1-3-10 0,-5 2-74 0,3-8 77 0,-3-1 35 0,3-2-1 0,-2 3-20 0,2-4 27 0,-4 0-9 0,6 0 45 0,1-4-8 0,2-2 0 0,1 0 0 0,5-2 114 0,-4 0-66 0,9-1-19 0,2 3 334 0,3 0-175 0,0-1-86 0,0-1-14 0,8 3 328 0,7-2-178 0,1 2-60 0,4 2-51 0,2-3 100 0,1 3-75 0,-2 1-29 0,0-2-144 0,0 2 48 0,-2 1 25 0,0 1-1 0,-3 0-138 0,3 0 91 0,-6 0 32 0,-1 0-1 15,-1 1 41-15,-6 5 0 0,1-1 0 0</inkml:trace>
  <inkml:trace contextRef="#ctx0" brushRef="#br0" timeOffset="47472.44">27787 5444 542 0,'-16'2'0'0,"0"2"0"0,4-1 0 0,4-2 0 0,-2 2 0 0,7-3 380 0,3 1-171 0,0-1-86 0,1 0-42 0,12 0 123 0,3 0-74 0,4 0-50 0,2 0 28 0,-1 0-36 16,1-1 1-16,1-2-35 15,1-1-211-15,-5 4 100 0,0-3 56 0,-4 2-160 0,-1-1 108 0,-1 1 53 16,3 1 37-16,-6 0-570 0,-1 0 268 16</inkml:trace>
  <inkml:trace contextRef="#ctx0" brushRef="#br0" timeOffset="47716.54">27654 5603 889 0,'-24'4'0'0,"1"-1"0"0,1 2 0 0,8-2 0 0,7-1 0 0,2-2 211 0,3 0-86 16,2 0-44-16,0 0 287 0,8 0-169 16,11 0-81-16,5-2 171 0,8-1-125 0,2-2-63 0,5-2-22 15,-1 2 0-15,-1-2 1 0,2 2-42 0,-2-2 0 16,-3 2-45-16,5 0 9 15,-7 2 36-15,-4-1-255 0,0 3 128 0,-6-1 63 0,7 0 42 0,-15 2-464 16,0 0 226-16,-6 0 63 0,-3 0-300 16,-3 0 210-16,-1 0 96 0,-1 0 63 15,0 0-85-15,-10 2 69 0,1-2 34 0,-4 0 0 16,1 0-123-16,-1 0 88 0,0-2 38 0</inkml:trace>
  <inkml:trace contextRef="#ctx0" brushRef="#br0" timeOffset="47856.17">27983 5486 665 0,'-9'-7'0'15,"2"0"0"-15,1 2 0 0,-3-1 0 0,2 0 0 0,-1 5 0 0,2 1 157 0,-1 0-59 16,-6 1-30-16,1 11 0 0,-3 0 220 0,-1 7-130 0,-6 4-60 0,-4 3 107 0,0 4-84 16,-5 3-41-16,-3 3 9 0,1-2-130 15,1 0 40-15,2 1-1 0,0-5-228 0,5 0 133 16,-4 2 78-16,12-12 23 0,7-5-448 0,4-5 198 16,4-3 123-16,2-5 5 0,0-2-174 0</inkml:trace>
  <inkml:trace contextRef="#ctx0" brushRef="#br0" timeOffset="48028.81">27752 5748 815 0,'11'-7'0'0,"3"2"0"0,1 0 0 0,1 1 0 0,1 1 0 0,4 0 146 0,-1 3-59 0,-2 0-25 0,3 0 321 0,-1 0-173 0,5 0-76 0,-6 0-53 0,2 0 41 0,-1 0-42 16,-1 0 0-16,-1 0-300 0,4 4 139 0,-7-2 54 0,-1-1 33 15,-4 2-426-15,-1-2 229 16,-3 1 115-16,2 0 11 0,-7 0-392 0,-1 1 185 15,0-2 117-15</inkml:trace>
  <inkml:trace contextRef="#ctx0" brushRef="#br0" timeOffset="48416.08">27849 5801 624 0,'-26'10'0'0,"0"0"0"0,-3 3 0 0,6-2 0 0,1 1 0 0,3 0 0 0,5-1 0 0,1 0 143 0,0-2-44 0,11-1-35 0,0-1 120 15,2-2-74-15,0 0-35 0,3-3 61 0,10 3-40 16,1-3-34-16,3 0 1 0,8-2 52 0,-2 0-39 15,3 0 1-15,6-4-30 0,-6-1-43 16,1-1-1-16,-2 0 35 0,-3 1-38 0,-1 1-1 16,4 1 48-16,-6 0-9 15,-6 1-136-15,4 1 59 0,-6 1 36 0,-3 0-187 0,2 0 103 16,-8 0 24 0,-2 3 32-16,0 5-101 0,-3 0 58 0,-8 3 2 0,-3-2 7 0,0 0-118 0,0-1 72 15,-2-2 37-15,3 1-168 0,0-3 92 0,2-4 61 16,1 0-43-16,1 0 47 0,3-2 0 15,-1-9 48-15,1-4-21 0,2-2 58 0,-1-3 0 0,-2-2 0 16,5 0 79-16,-1 0-77 16,-2-1-10-16,3 6-30 0,-2 0 589 0,1 2-284 15,2 7-97-15,-3 1 412 0,-1 4-263 0,1 3-145 16,0 4 61-16,0 16-99 0,1 8-48 16,-1 5-26-16,1 5 138 0,1 2-86 0,2-1-38 15,0 2-1-15,0 0-197 0,0-3 79 0,0 4 50 0,0-9-9 16,2-1-386-16,1-7 213 15,1-1 106-15,0-5-546 0,-1 1 245 0,1-13 172 0,0-5-284 16,2-2 222-16</inkml:trace>
  <inkml:trace contextRef="#ctx0" brushRef="#br0" timeOffset="48612.45">28198 5532 1319 0,'7'-7'0'0,"2"0"0"0,0 0 0 0,3 2 0 0,4 1 0 0,-2 0 0 0,2 2 0 0,0 1 416 0,2 1-189 0,1 0-95 0,4 0-60 16,-3 0-10-16,0 0-24 0,-2 1-320 0,-1 5 155 0,-2-2 83 15,2 3 50-15,-8 0-489 0,-2-2 241 32,-2 2 120-32,-4-3 60 0,0 2-191 0,-1-1 68 0,0-2 78 0</inkml:trace>
  <inkml:trace contextRef="#ctx0" brushRef="#br0" timeOffset="48946.55">28344 5306 1521 0,'-10'-8'0'0,"3"-1"0"0,-2 3 0 0,6 2 0 0,-4 4 0 0,3 0 0 0,0 2 0 0,2 13 0 0,2 6 0 0,0 6 225 16,0 4-94-16,0 9 151 0,2 6-123 0,4 2-60 16,-1 7-21-16,1 1-1 0,1 4 0 0,-2-2-39 0,-2 3 0 15,-1-1-39-15,-2 3 10 0,0-15 29 0,0-2-1 16,0-5-177-16,-4-7 89 15,-5-5 44-15,1 1-169 0,-4-13 98 0,4-10 3 0,-3-3-76 0,2-4 48 16,-5 0 39-16,6-4-7 16,-5-13 31-1,4-3-7-15,-1-4 12 0,1-3-13 0,-1-5 1 16,5 5 9-16,0-2 1 0,1 4-1 16,-1-1 115-16,5 6-42 0,-2-2-37 0,2 8 296 0,0 2-149 15,0 0-60-15,4 2 194 0,8 0-115 16,-2 1-61-16,4 3-17 0,1 5-48 0,3-2-1 0,0 3 0 0,0 0 0 15,2 0-326-15,-1 0 158 16,0 4 85-16,-3-1 42 0,2 3-274 0,-1-2 123 0,5-4 87 0,-6 0-528 16,2 0 279-1,0 0 140-15,-1-4-259 0</inkml:trace>
  <inkml:trace contextRef="#ctx0" brushRef="#br0" timeOffset="49227.4">28625 5230 1401 0,'-5'-9'0'0,"-3"4"0"0,-2-2 0 0,5 7 0 0,0 0 0 0,-2 4 0 0,0 12 0 0,3 4 0 0,-4 7 511 0,7 3-242 16,1 3-115-16,0 1-59 0,0 2 73 0,1-2-66 15,8 2-23-15,4-2-88 0,1-5 47 0,6-3-1 47,-2-3 1-47,3-2-227 0,-2-8 109 0,0-6 58 0,-1-4-331 0,-1-3 195 47,-2 0 40-47,1-3 72 0,-7-8-278 16,-3-5 143-16,-1-3 72 0,-3-3 36 0,0 0 69 0,-2-4-9 0,0 1-25 0,-2 1 40 0,-5 4 0 0,0-1-39 0,-5 4 171 0,2 0-95 0,0 6-33 0,-3 3 0 0,0 3 184 0,-3 3-99 0,2 2-13 0,-5 0-35 15,4 9-74-15,-2 6 0 0,3 4 74 0,-2 3-22 32,1 2-424-32,3 5 199 0,1-4 89 0,6-1-361 0,-2 2 219 0</inkml:trace>
  <inkml:trace contextRef="#ctx0" brushRef="#br0" timeOffset="49588.42">28578 5727 1378 0,'-1'11'0'0,"-2"0"0"0,-2 2 0 0,4 1 0 0,-2 6-2 0,0-3 1 0,0 1 0 0,-2 3 212 0,0 1-87 31,2 1 29-15,1 1-50-16,-1 0-38 0,1-1 0 0,2-2-145 0,0-1 58 0,0 1 28 0,0-1 11 0,0-6-358 0,0-3 189 16,0-4 94-16,3-3 47 0,1-4-428 0,-1 0 216 15,4-2 38-15,-4-12 38 0,0-6 55 0,-1-2 28 16,0-4 142-16,0-1-53 0,-1-2-31 15,-1-1 0-15,0 0 42 0,3 3-37 0,-3-4-9 16,2 11-27-16,-1-1 273 0,1 4-129 0,2 0-13 16,-1 5-51-16,1-5 261 0,2 9-123 15,0 2-73-15,1 5 33 0,4-1-52 16,-2 2-26-16,4 0 59 0,0 0-46 0,-3 9-1 0,3-1-38 16,-2 2 44-16,-1-1 1 0,2 3-36 0,-4 0-9 15,0 0 122-15,-2 5-60 0,0-4-32 0,-1 3 1 16,2 4 76-16,-3-3-58 0,-1 3-24 0,1-2-104 15,1 3 40-15,-2-1 0 0,3 5-259 0,-4-5 145 16,3-2 76-16,-1 0 30 0,1 1-497 16,-1-3 227-16,-1-1 125 0,0-3 22 15,-1-4-150-15,-2-1 124 0,0-2 60 0,0-1 31 16</inkml:trace>
  <inkml:trace contextRef="#ctx0" brushRef="#br0" timeOffset="49808.54">28636 5931 1379 0,'-11'-4'0'0,"1"-2"0"0,3 1 0 0,3 4 0 0,2 0 0 0,2-1 0 0,0 0 0 0,0 2 0 0,0 0 87 15,2 0-25-15,9 0 0 0,-4 0-298 16,4 4 146-16,-2 2 59 31,0 1 34-31,-1 0-266 0,-3 4 136 0,4-2 68 0,-6 5 37 0,0-3-299 0,-2 0 146 0,-1 1 73 0,0 2 135 0,0-3-35 16,0 1-9-1,0-1 336-15,-2-1-182 0,-3-2-89 0,1-1-46 0,-2 2 366 0,3-2-155 16,2-2-104-16,0-2 16 0,1 0-178 0,0-3 42 16,0 0 0-16,3 0-184 0,9 0 108 0</inkml:trace>
  <inkml:trace contextRef="#ctx0" brushRef="#br0" timeOffset="50389.35">29080 5313 889 0,'0'-15'0'0,"1"0"0"0,3 5 0 0,5-1 0 0,-1 8 0 0,2 1 0 0,-1 2 218 0,6 0-91 0,-3 4-35 0,1 8 73 0,1 4-63 0,0 3-33 0,-4 5 0 0,0 0 1 0,0 7 10 0,-4-4-43 0,-2 3 58 0,-2 0-29 15,1-1 0-15,-2 1-29 0,2 5 62 0,-2-5-36 16,4-3 0-16,-2 1-26 0,4-1-89 0,1-3 45 15,2 6 9-15,0-11 35 16,0 1-246-16,-1-2 121 0,0-2 39 0,-2-3-150 16,0 1 79-1,-3-6 60-15,-3-3-253 0,-1 0 139 0,0-1 64 0,-5-3 36 0,-7 1 32 0,-3-2 5 16,0 0 0-16,-3 0-1 16,-2-5 85-16,1-4-42 0,-3-4-10 0,5 2 123 0,1-1-78 0,1 2-38 15,3-3-4-15,3 3 102 16,-2 0-29-16,7-1-40 0,4 1 118 0,0 1-67 0,0-2-8 15,8 2-26-15,4 0-104 0,5-3 37 0,3 5 11 0,1-1 35 16,2 1-167-16,1 0 76 16,0-1 33-16,-4 4-46 0,0 1 28 0,-2 1 1 15,-4-1 8-15,-3 3 58 0,2 0-20 0,-9 0-15 16,-2 0 55-16,-2 5-28 0,0 4 2 0,-8-1-30 16,-6 4 208-16,-3-2-95 15,-2 1-30-15,0-2-29 0,-1 0 186 0,1 0-90 0,3 1-33 0,4-6 8 16,0 3-35-1,4-4 0 1,1 0-35-16,1 2-47 0,6-2 20 0,0 0-1 0,2-2-17 0,11-1 44 0,5 0 1 0,3 0 9 16,4 0-198-16,2 0 92 0,2 0 27 0,-1 0 29 78,3 0-405-78,0 0 165 0,-5 0 114 0,-2 0-332 0,-3 0 213 0,-3 0 106 0</inkml:trace>
  <inkml:trace contextRef="#ctx0" brushRef="#br0" timeOffset="50657.82">29069 5649 1062 0,'0'2'0'0,"0"1"0"0,0 3 0 0,0 0 0 0,0 5 0 0,0 2 0 0,3 4 0 0,0 7 107 0,-1 1-36 15,-1 5 0-15,-1 4 43 0,0-2-44 0,-1-1 0 16,-8 1-47-16,-1-2 13 0,0 0 8 0,-1-13-8 15,0 0 41-15,2-5-1 16,2-5-40-16,3-2 0 16,-2-2 36-16,5-3-9 0,1 0-27 0,0-2 39 0,11-2-40 0,5-5 1 15,7 1 9-15,3-1-13 0,3 2 4 0,6 0 0 16,1 0-71-16,4 3 35 0,7 0 9 0,-5-1 27 16,2 3-272-16,-4 2 120 0,0 0 67 0,-1 0 15 15,1 0-195-15,-8 0 87 0,-2 5 64 0,-4-3-377 16,-2 2 210-16,-5-3 105 15,5-1 42-15,-11 0-211 16</inkml:trace>
  <inkml:trace contextRef="#ctx0" brushRef="#br0" timeOffset="50816.4">29624 5649 1440 0,'-5'-7'0'0,"0"0"0"0,1 4 0 0,2 0 0 0,2 2 0 0,0 1 0 0,0 0 352 0,0 11-158 0,2 3-79 0,2 4-40 0,-1 3 98 0,-1-1-73 15,1 4-32-15,2-1-50 0,-4 0 17 0,1-1 1 16,1 2 9-16,-1-3-426 0,-1-1 209 16,0-3 103-16,0 0-602 0,1 1 334 15</inkml:trace>
  <inkml:trace contextRef="#ctx0" brushRef="#br0" timeOffset="50982.75">29836 5340 1443 0,'4'0'0'0,"-2"-4"0"16,1-3 0-16,1 3 0 0,4-1 0 0,-3 5 0 0,1-3 94 0,-2 3-61 0,0 0-31 0,1 0 85 0,1 0-44 0,-4 7 0 0,4 3-44 16,-2 0-490-16,3 1 227 0,1 0 114 0</inkml:trace>
  <inkml:trace contextRef="#ctx0" brushRef="#br0" timeOffset="51297.76">30218 5331 906 0,'0'0'0'0,"0"0"0"0,0 0 0 0,0 0 0 0,-2 3 0 0,-6 2 18 0,-6 4-21 0,-8 2 1 0,-6 5 128 0,-10 5-44 0,-3 4-31 31,-3 1 0-31,-4 1-105 0,-2 1 37 0,-3-3 0 0,-1-2 42 0,13-9-35 0,8-4 0 0,7-10 26 0,8 0 90 0,11 0-45 31,0 0 6-31,7-3-49 0,2-7 84 0,13-1-38 0,6-1-6 0,5 2 109 0,4 0-55 16,3 3-42-16,4 1 0 0,2 0 20 0,2 3-26 16,0 1-1-16,8-1-41 0,-9-2-10 15,1 4 24-15,-2 0 1 0,0-1-30 0,-1-1 29 16,4 3 10-16,-13 0-10 0,-7 0-348 0,-3 0 171 16,-4 3 67-16,-7 1-486 15,1 1 239-15,-9 0 128 47,0-2 79-47</inkml:trace>
  <inkml:trace contextRef="#ctx0" brushRef="#br0" timeOffset="51434.55">30034 5141 1167 0,'-2'0'0'16,"0"0"0"-16,1 0 0 0,1 7 0 0,0 7 0 0,0 9 0 0,0 8 483 0,0 7-224 0,0 4-112 0,0 8 283 0,0 6-188 0,0-4-108 0,-3 0-49 0,-2-1-148 0,0-3 49 0,-5 5 33 0,2-12-438 0,-3 1 228 0,1-4 113 0,-3-4 57 16,0-5-301-16,4 1 181 0,1-16 81 0</inkml:trace>
  <inkml:trace contextRef="#ctx0" brushRef="#br0" timeOffset="51623.85">29986 5562 1303 0,'-12'0'0'0,"1"0"0"0,-2 0 0 0,5 0 0 0,0 0 0 0,-3 9 0 0,-4 0 184 16,2 2-73-16,-6 5-29 0,5-3-38 0,-2 2-9 31,3-1-8-31,2 3 9 0,0-5-456 0,4 2 236 0,4-5 106 0,0-3 57 16</inkml:trace>
  <inkml:trace contextRef="#ctx0" brushRef="#br0" timeOffset="51718.6">30040 5612 1478 0,'3'0'0'0,"3"0"0"0,0 0 0 0,0 0 0 0,4 3 0 0,-2 0 0 0,3 4 0 0,-2-3 181 0,2 6-73 0,-3-4-36 16,5 3-22-16,-3 3-6 0,1-1-8 0,-3-2-457 0,2 2 229 0,-3 1 113 0</inkml:trace>
  <inkml:trace contextRef="#ctx0" brushRef="#br0" timeOffset="52097.79">29994 5814 1028 0,'-8'6'0'0,"2"-2"0"0,-1 6 0 0,-1 3 0 0,6 2 0 0,-1-1 53 0,0 5 0 0,0-2-38 0,0 0 325 16,0 3-143-16,0-3-85 0,2-3-62 0,1 1-14 46,0-3 0-46,0-3-1 0,0 2-262 0,0-8 127 0,0 1 67 0,1-4 34 47,5 0-267-47,0-1 134 0,1-8 67 0,-1-2-179 0,3 0 87 0,-5-4 62 0,2 3 25 0,-1-4 4 0,0 2-8 0,-3 1 38 0,-2 2 94 0,2 2-47 0,0 0-23 0,-2 1-1 0,0-1 121 0,0 2-67 16,0 0-33-16,0 2 0 0,-4 0 138 16,2-1-80-16,-1 0-10 0,-2 3 2 0,1 1-11 15,0-2 1-15,1 1 1 0,0-3-66 0,-1 2 56 0,1 1-15 16,2 2-34-16,-1 0-1 0,2-1 24 0,0-2 11 15,0 3-65-15,0 1 27 0,0 0-14 16,0 0 38-16,0 0-111 0,0 0 52 16,2 0 17-16,2 4-75 0,0-1 43 0,-2-1 27 15,1 1-59-15,-1-3 32 0,0 4 18 0,1-2-1 32,-1-2-46-32</inkml:trace>
  <inkml:trace contextRef="#ctx0" brushRef="#br0" timeOffset="52915.66">29987 5862 1190 0,'-7'0'0'0,"0"0"0"16,1 0 0-16,-1 0 0 0,2 0 0 0,-2 5 0 0,1 2 0 0,-1 5 139 0,0 0-51 0,2 5 178 0,1-1-119 0,0 4-56 16,4-1-28-16,0 3-65 15,0-2-1-15,0 2 48 0,0-6-9 0,8 2-75 0,-1-5 37 16,3 0 1-16,0-5 36 0,3 3-249 0,-2-8 120 16,2-3 65-16,-1 0-408 0,2 0 215 0,-4 0 47 15,5-5-155-15,-4-5 152 0,-2-2 71 0,-2 1 35 16,3-4-43-16,-4 2 35 0,3-3 80 15,-6 3 0-15,0 1 0 0,-2 1 0 16,1 3 0-16,-2 1 0 0,0 2 154 0,0 2-113 16,0 3-38-16,-6 0 297 0,-5 0-158 0,3 6-26 15,-7 5-56-15,1 4 205 0,-5 0-115 0,2 4-57 16,-5 0 8-16,-1 0-33 0,-1 1 9 0,-1-3-42 16,-1 0 46-16,-1-1-46 0,-1-4 1 0,4-2 0 15,-2-3 5-15,9-6-5 0,1-1 0 16,4 0-1-16,6-9 0 0,4-7 1 15,2-6-64-15,2-2 27 0,16-5 0 0,5 0 36 16,7-5-196-16,6-7 90 0,3 4 43 0,7-4 11 16,6-6-231-16,5 0 110 0,2-3 63 0,14-8 6 15,-9 12-53-15,0-3 49 0,-1 3 10 0,-5 8 63 16,-9 6 0-16,-1 2-45 0,-22 14 137 0,-7 9-64 16,-12 2-32-16,-3 5 0 0,-4 0 229 0,0 0-124 15,0 0-31-15,-9 5-37 16,-2 2 263-16,-5 5-134 0,-3 1-44 0,-1 3 47 0,1 3-69 15,2-1-30-15,4 4 0 0,4 1 125 16,-1 2-78-16,6 4-30 0,4-1 51 0,0 0-50 16,0 2-23-16,2 1-1 15,3 0 8-15,7 7-24 0,-1-7-8 0,2-1 0 0,0 3-62 0,0-3 31 16,-3-1 0-16,0 3 40 16,-7-9-142-16,-1 1 66 0,-2-7 25 0,-2 3-74 15,-12-4 30-15,-4 2 36 0,-6-9-151 0,1-2 80 0,-6 1 18 16,2-8 28-16,-4 0-75 0,1 0 37 15,2 0 13-15,1-9 0 0,3-8 60 0,2-3 1 0,5-1-34 0,1-2-7 32,9 6 202-32,5-2-92 0,2 6-38 0,0 2 174 0,3-1-92 0,14 7-57 15,4 3 236-15,8 2-132 16,3 0-37-16,5 0-43 0,6 9 79 0,-1 3-65 31,1 3-28-31,-1-1-17 0,4 7-182 0,-1-1 76 0,8 5 57 0,-9 1-439 47,0 1 224-47,1 2 121 0,0 2 20 0,-4-2-605 0,8 6 314 0,-13-7 171 0,-1 1-207 0</inkml:trace>
  <inkml:trace contextRef="#ctx0" brushRef="#br0" timeOffset="53014.31">31582 6549 0 0,'-7'0'0'0,"2"0"0"0,2 0 0 0,3 10 0 0,0 2 0 0</inkml:trace>
  <inkml:trace contextRef="#ctx0" brushRef="#br0" timeOffset="-116534.55">9860 7475 2489 0,'0'0'0'16,"0"0"0"-16,0 3 0 0,0-3 0 0,0 4 0 0,2 0 0 0,-1 2 0 0,1 6 0 0,-1 3 264 47,3 2-119-47,0 3 365 0,1 2-236 0,3 5-119 0,-2-1-61 0,0 3-99 0,1-6 10 0,3 1-5 0,-7-2 0 0,4-2-380 0,-3-1 182 0,1-1 127 0,-3-7 49 0,-1-1-595 15,-1-5 322-15,0 1 30 0,0-5-425 0,-1-1 317 16,-3 0 173-16</inkml:trace>
  <inkml:trace contextRef="#ctx0" brushRef="#br0" timeOffset="-116052.39">9681 6840 1059 0,'-10'-12'0'16,"4"6"0"-16,-1 1 0 0,4 3 0 0,1 2 0 0,-1 0 557 0,3 8-264 16,0 14-128-16,0 6 307 0,3 5-217 0,3 4-109 0,4 8-45 0,-3-1 127 15,2 2-95-15,-2 5-47 0,5 6-25 0,-5 6-96 16,0-4 31-16,0 1 1 0,-4-1-113 0,3 0 77 15,-5-3 38-15,1 6 10 0,-2-17-395 0,0-4 212 16,0-4 59-16,0-6-401 0,-3-6 216 16,-3-1 122-16,3-13 75 0,2-9-255 0,0-2 160 0,1 0 81 15,0-2 39-15</inkml:trace>
  <inkml:trace contextRef="#ctx0" brushRef="#br0" timeOffset="-115836.45">9958 7285 2039 0,'-3'-10'0'16,"-3"3"0"-16,3 0 0 0,0 4 0 0,-2-1 0 0,3 2 0 0,1-2 0 0,-1 2 0 0,2 2 496 31,0 0-229-31,0 0-115 0,0 0-58 0,0 2 51 0,0 3-59 15,0 1-24-15,0 0-283 0,2 1 130 0,0 0 63 0,1-1-204 0,1 2 129 0,-1-1 61 0,-1 0 45 16,-1-1-665-16,2 1 330 0,-3 1 59 0</inkml:trace>
  <inkml:trace contextRef="#ctx0" brushRef="#br0" timeOffset="-115367.56">10169 7501 1066 0,'0'6'0'0,"0"1"0"0,-2 1 0 0,-3 2 0 0,1-1 0 0,-2 0 0 0,3 1 391 0,-1 3-177 15,0 1-89-15,1 1-36 0,-1-1-44 0,3 1-8 0,-1 2-1 16,2-2-127-16,0-1 64 0,0-1 41 16,0-3-134-16,0-3 73 0,0-2 38 0,0-2-1 15,0-3 74-15,5 0-41 0,4-4-4 16,-2-11-43-16,6-4 81 0,-3-1-57 0,5-1-1 15,0-1-13-15,1-2 134 16,-3 4-46-16,4-1-30 0,-1 3 114 0,-1-1-64 0,3 2-3 0,-5 6-29 16,-1 2 0-16,1 2-26 0,-5 4 1 15,1 2 37-15,0 1-29 0,-5 1-8 16,-3 15-1-16,1 1 35 0,-2 4-1 0,0 2-25 16,0-1-8-16,-6-1-4 0,2-1 4 0,0-2-1 15,-2-3-40-15,3-1 50 0,-2-5-10 0,3-3 1 16,2-3-66-16,0-3 33 15,0 0-6-15,0-3-4 0,7-8 10 0,2-2 0 0,-1-2 6 0,5-2 26 16,-1 2-22-16,2 1 10 16,-2 2-15-16,1-1 45 0,-2 5-5 0,-2 1-31 0,3 1 40 0,0 2-31 15,-5 3 2-15,3 1-6 0,-4 0-82 16,0 2 40-16,-1 8 5 0,0 3-333 0,-4 1 167 16,1-1 89-16,-1 3 31 0,2 1-574 0,-3 0 299 15,0 2 140-15,0-4 84 16,0 1-239-16</inkml:trace>
  <inkml:trace contextRef="#ctx0" brushRef="#br0" timeOffset="-115083.41">9743 7961 1715 0,'-8'-4'0'0,"1"-1"0"0,3 2 0 0,3 1 0 0,1 0 0 0,0 2 0 0,1 0 0 0,12 0 452 0,1 7-208 0,3 2-104 16,1 5-29-16,0 1-42 0,0 1 0 0,-5 3-106 16,0-1 37-16,-1 3 0 0,-6 4 45 0,-1-3-108 31,-5 3 50-31,0 4 25 0,-6-2-1 0,-13 4 120 0,-3 0-38 0,-7-8-33 16,-2-2 0-16,-5-6 28 0,-2-3-28 0,1-7-12 0,-4-3-159 15,8-2 67-15,6-7 37 0,3-10-186 16,10-5 107-16,5-3 62 0,7-3 30 0,2 1-627 15,13-2 298-15,9-1 114 0,6 2 86 0,1-1-452 16,6 0 261-16,-3 5 144 0</inkml:trace>
  <inkml:trace contextRef="#ctx0" brushRef="#br0" timeOffset="-114889.47">9860 7978 861 0,'11'-6'0'0,"1"4"0"0,-2 1 0 0,-2 1 0 0,-2 0 0 0,-4 0 354 0,-1 9-158 16,-1 4-81-16,0 2-39 0,-1 4 686 0,-4 0-354 15,0 1-190-15,1 0-92 0,0-1 556 0,3 2-549 16,1-1-133-16,0 1 0 0,1-4 0 31,9 0 0-31,6-2 0 0,2-3 0 0,5-1 0 0,2-5 0 0,3-4-132 0,-1-2-17 16,-1 0 92-16,0-2 47 31,1-4-970-15,-6-3 456-16,-6-1 243 0,-1-2 123 0</inkml:trace>
  <inkml:trace contextRef="#ctx0" brushRef="#br0" timeOffset="-114628.95">10018 8092 2840 0,'-24'3'0'0,"5"-1"0"0,0 3 0 0,0-1 0 0,11-3 0 0,3 3 0 0,5-3 0 0,0 0 0 0,3-1 285 0,13 0-116 16,4 0-71-16,8 0-109 0</inkml:trace>
  <inkml:trace contextRef="#ctx0" brushRef="#br0" timeOffset="-114573.1">10018 8113 3394 0,'28'-1'13'16,"1"-3"22"-16,5 2-636 0,-9-2 314 0,0 1 161 0,1 1 81 0,-6 0-354 0,1-1 217 0,3 0 117 0</inkml:trace>
  <inkml:trace contextRef="#ctx0" brushRef="#br0" timeOffset="-114512.41">10192 7986 2058 0,'-12'-3'0'0,"2"-2"0"0,2 2 0 0,-1 2 0 0,8-1 0 0,1 0 0 0,0 2 0 0,1 0 0 0,13 0 259 0,4 0-116 0,2 0-54 0,1 4 137 0,3 4-95 0,-1 0-47 0,3 0-16 0,-5 2-70 0,-1 2 0 0,-2-3 38 0,-1 5 0 0,-5-1-40 0,2 4 9 0,-8 0 30 0,-4 4-59 0,-2 0 29 0,0 1 1 0,-13 3-30 0,-4 2 27 0,-4-5-17 0,-4-3 0 0,-1-1-246 0,1-5 129 0,3-3 64 0,-1 0 13 16,10-9-452-16,2-1 235 0,4 0 118 0,7-13 58 0,0-6-513 0</inkml:trace>
  <inkml:trace contextRef="#ctx0" brushRef="#br0" timeOffset="-114324.29">10494 8115 750 0,'10'7'0'0,"-3"-3"0"0,-2 6 0 0,1-2 0 0,0 2 0 0,-3 4 783 0,1 3-365 16,-1-3-195-16,0 2 371 0,0 0-278 16,3 0-140-16,1-3-29 0,2 1-46 0,-1-3-38 0,5-6 1 0,0 0-172 15,3-5 72-15,0 0 35 16,4-5 10-16,-6-7-292 0,2-6 159 0,-6-5 80 0,0 0 40 16,-3-2-166-16,-5 1 98 0,-2 2-62 0,0-1 236 15,-6 3-98-15,-7 2 0 0,-1 0 139 0,-2 7-83 16,-3 1-49-16,-2 4-1 0,-1 6 267 15,3-2-134-15,-2 2-17 0,4 0-54 0,5 2-243 0,0 8 104 16,4-1 51-16,1 6 26 0</inkml:trace>
  <inkml:trace contextRef="#ctx0" brushRef="#br0" timeOffset="-113481.86">11334 7014 711 0,'-9'-17'0'0,"1"-1"0"94,6 6 0-63,-2-2 0-31,2-1-24 0,2-1 0 0,0 0 1 0,0-2 328 0,0 0-138 0,0 6-64 0,0-3-34 0,0 4 5 0,-3 1 0 0,0-2-27 0,0 7 54 0,0 0-32 0,-3 4 1 0,1 1-33 0,-2 0 83 0,-1 6-32 0,1 12-9 0,2 5 30 0,-3 6-35 0,1 10-1 0,2 5-35 0,-3 9 218 0,4 5-114 0,0 2-52 0,3 6-26 0,0 4 157 0,0 5-92 0,-2 12-36 0,3-7-10 0,0 2-91 16,-3 0 46-16,3-4-1 0,-3-7-176 0,0 5 98 0,0-23 34 0,-2-9-165 0,-3-5 104 0,-1-10 49 0,0 0-4 16,-1-16-121-16,0-5 34 0,0-8 52 0,-1 0 26 0,0 0-373 0,-3-11 175 31,3-5 100-31,1-7 47 0,0-1-413 0,1-7 229 0,-4-6 115 0</inkml:trace>
  <inkml:trace contextRef="#ctx0" brushRef="#br0" timeOffset="-113331.54">10894 7429 1675 0,'-9'-9'0'0,"0"4"0"0,6 1 0 0,-3 0 0 0,6 3 0 0,0-2 0 0,1 3 321 0,15 0-142 0,7 0 404 0,9 0-273 0,2 0-136 15,9 0-59-15,-2 4-23 16,5 0-27-16,-2 0-1 0,6-2-26 0,-1 1-242 0,5 1 131 0,-11-1 50 31,-2-1-686-31,-7 4 374 0,-1-5 186 0,-6 2 93 0,3-3-796 0</inkml:trace>
  <inkml:trace contextRef="#ctx0" brushRef="#br0" timeOffset="-113138.5">11502 7300 1574 0,'-11'0'0'0,"1"0"0"0,-2 0 0 0,-1 0 0 0,3 6 0 0,1 5 0 0,2 3 363 0,-5 5-153 94,8 2-91-94,2 8 393 0,0 0-236 0,2 7-121 0,0-2-60 0,0 6 1 0,2-6-34 0,8-2 0 0,2-2-25 0,0-4-208 0,4-1 104 0,-2 0 61 0,1-11-617 0,1-3 330 0,-2-5 165 0,0-6-722 0,3 0 366 0</inkml:trace>
  <inkml:trace contextRef="#ctx0" brushRef="#br0" timeOffset="-112942.41">11662 7386 2017 0,'1'-4'0'0,"1"-1"0"0,-1-1 0 0,1 3 0 0,4 1 0 15,1 1 0-15,0 1 0 0,3 0 0 0,3 1 373 0,0 10-173 0,2 1-81 0,-2 2 0 0,1 6-40 32,-3-1-1-17,0 4-32-15,-3 1-65 0,-6-1 27 0,0 1 1 0,-2 3-63 0,0-1 46 0,-12 1 9 0,-6-3 36 0,-2-3-33 0,-5 0 0 16,-1-4 34-16,-4-4-1 0,3 2-238 15,-1-7 105-15,4-5 24 0,2-3-330 0,5 0 175 0,1-2 99 0,6-14 25 0,10-7 39 16,0-7 3-16,3-2 0 16,15-4-644-16</inkml:trace>
  <inkml:trace contextRef="#ctx0" brushRef="#br0" timeOffset="-112778.53">11845 7291 2053 0,'14'-9'0'0,"-2"2"0"0,-2 2 0 0,-1 5 0 0,-7 0 0 0,-1 5 0 0,1 11 0 0,-2 4 444 0,0 5-194 31,0 3-111-31,-8-1-51 0,1 2 594 0,0 0-407 0,4 0-275 0,-3 4 0 0,4-8 0 16,1 3 0-16,1-3 0 16,0-3 0-16,1-2 0 0,7 2 0 0,2-11-799 0,3-1 375 15,3-5 231-15,1-5 115 16,1 0-902-16,4 0 462 0</inkml:trace>
  <inkml:trace contextRef="#ctx0" brushRef="#br0" timeOffset="-112596.54">12221 7499 1058 0,'1'2'0'0,"-1"-1"0"0,0 4 0 0,0-2 0 0,0-1 389 0,0 7-176 0,0 1-88 0,0 2-35 0,0 3 578 0,-1 4-316 16,-7 3-158-16,-1 1 138 0,-2 3-138 0,-3-2-83 0,1 0-38 0,-2-2-165 0,1-2 65 16,-2-5 32-16,-2 2-496 0,4-10 259 15,1-2 135-15,0-5 67 0,4 0-725 0,1-3 313 31,6-8 200-31,2-11 82 0</inkml:trace>
  <inkml:trace contextRef="#ctx0" brushRef="#br0" timeOffset="-112328.71">12345 7302 1992 0,'11'-6'0'0,"4"-1"0"0,-3 3 0 0,1 4 0 0,2 0 0 0,-2 0 0 0,2 0 0 0,1 9 438 31,-3 1-206-31,3 4 23 0,-5 1-110 0,0 4-53 0,0 0-28 0,0 2-248 0,-5 2 106 0,-3-3 58 0,-1 2 28 15,-2-1-267-15,-2 0 147 0,-9 4 84 0,-7-7 28 0,-4 0-12 0,-2-3 0 16,-2 0 33-16,-1-1 84 16,1-4-98-1,4-1-33-15,5-3-35 0,1-2 655 0,5-1-290 32,1-1-114-32,3 0 86 0,7-2-276 0,0 0 0 0,4 0 0 0,12 0 0 0,6-2 0 0,5-3 0 0,0-3 0 0,3 1 0 31,-1 0 0-31,3-2 0 0,5 1 0 0,-7 1-157 0,0 1 55 0,-5-2 4 0,0 5-332 0,-1-2 151 15,0 0 112-15,-8 2-525 0,-2 2 327 0,-5-2 164 16,-4-1 82-16,-2-3-454 0</inkml:trace>
  <inkml:trace contextRef="#ctx0" brushRef="#br0" timeOffset="-112115.02">12685 7371 881 0,'2'-6'0'0,"2"-5"0"0,3 4 0 0,0 2-1 0,2-2 1 0,0 3 0 0,4 0 375 0,5 1-161 16,1 3-94-16,0 0-42 0,0 0 0 0,3 7-42 0,-3 2-1 0,1 4 491 15,-4 2-251-15,-5 0-120 0,-4 5-59 32,-6 1-11-32,-1 0-25 0,0 5 9 0,-13-2-40 0,-6 0 7 0,-4-4-1 0,-5 1 1 0,0 1-49 0,-9 0 34 31,4-8-10-31,0-3 25 0,3-2-318 0,5-2 159 0,3-6 37 0,2 1-442 16,12-2 225-16,7-8 136 15,1-9-389-15,12-4 260 0,10-6 130 16,6 0 56-16,2 0-145 0</inkml:trace>
  <inkml:trace contextRef="#ctx0" brushRef="#br0" timeOffset="-111937.45">12935 7364 1219 0,'20'-12'0'0,"-5"2"0"0,4 1 0 0,-11 8 0 0,-2 0 0 0,-6 1 0 0,0 0 0 0,0 9 730 0,-2 5-338 0,-10 3-182 0,-3 3 525 0,-1 0-349 78,0 4-175-46,4-5-163-32,-4 8-48 0,9-9 0 0,-1 2 0 0,4 0 0 0,4-1 0 0,0 0 0 0,0 3 0 0,5-10 0 0,12 2 0 0,1-4 0 0,5-5-423 0,3-2 80 0,4-1 199 0,-2-2 0 0,1-2-755 0,-2-6 431 0,1-4 215 0</inkml:trace>
  <inkml:trace contextRef="#ctx0" brushRef="#br0" timeOffset="-111766.11">13224 7217 2238 0,'0'-13'0'0,"0"2"0"0,0 1 0 0,0 2 0 0,3 5 0 0,4 1 0 0,4 2 0 0,2 0 475 0,2 11-215 15,3 3-102-15,1 4 353 0,1 5-237 0,0 6-259 0,-2 0-15 0,0 1 0 32,-3 7 0-32,-5-3 0 0,-3 0 0 0,-6-2 0 0,-1 5 0 0,0 4 0 0,-16-7 0 0,-7 4 0 31,-5-6-6-31,-6 2-5 0,-5-4-309 0,-3 7 86 0,6-13 120 0,3-2-825 16,5-5 451-16</inkml:trace>
  <inkml:trace contextRef="#ctx0" brushRef="#br0" timeOffset="-111624.98">13639 7770 3019 0,'2'0'0'0,"1"0"0"0,1 0 0 0,-1 0 0 0,0 0 0 0,-2 0 0 0,0 0 0 0,0 0 0 0,-1 0 264 0,0 0-107 0,0 0-65 0,0 0-1130 0</inkml:trace>
  <inkml:trace contextRef="#ctx0" brushRef="#br0" timeOffset="-108816.55">8723 4065 1356 0,'-28'-8'4'0,"7"-2"0"0,1 6 0 16,8 2 0-16,-1-3-1 0,9 4 0 0,4-1 0 0,0 2 193 0,0 0-78 0,0 0-38 0,1-1 189 0,10-1-119 0,4 2-56 0,7-5-28 0,8-2 102 16,10 2-65-16,9-2-24 15,4 1 233-15,9 2-137 0,11 1-69 0,4 3 183 16,9 0-126-1,17 0-53-15,1 0-41 0,18 0-66 0,12 3-3 0,13 1 0 0,15 0 0 0,19-2 0 16,-27-2 0-16,-3 0 0 0,0 0 0 0,-2 0 0 16,-12 3 0-16,8-2 0 0,-32-1 0 0,-3 0 0 15,-8 0 0-15,-7-1 0 0,-1-9 0 0,-26 2 0 16,-4-1 0-16,-6 3 0 0,-7-3 0 0,-13 5 0 16,-1-1 0-16,-21 4 0 15,-7-3 0-15,-4 4 0 0,-4-1 0 0,-1 1 0 16,0 0 0-16,0 0 0 0,0 0 0 0,-1-2 0 15,-2 0 0-15,-2 0 0 0,-1-3 0 0,-2-1 0 0,2 1 0 16,-2 0-60 0,2 4-292-16,0-2 161 0,-2 3 89 0</inkml:trace>
  <inkml:trace contextRef="#ctx0" brushRef="#br0" timeOffset="-106504.85">4107 7152 1807 0,'-26'0'0'0,"6"0"0"0,-2 0 0 0,13 4 0 0,2 1 0 0,4-3 0 0,3 4 205 0,0-1-83 0,5 2-34 0,12-5 349 0,9 1-200 0,4-3-100 16,6 0-50-16,6 0 247 31,4-4-140-31,-4-3-82 0,1 0-38 0,-2-4-85 0,0 3 24 0,1 0 0 0,1-2-327 0,-7 1 171 47,-4 2 90-47,-2 2 45 0,-7-1-259 0,-3 5 152 0,-1-2 86 0,-12 3-821 0,-5 0 407 0,-2 6 203 0,-6 8 101 0</inkml:trace>
  <inkml:trace contextRef="#ctx0" brushRef="#br0" timeOffset="-106247.27">4248 7398 1518 0,'0'5'0'0,"-4"-1"0"0,-1 4 0 0,-2-5 0 0,4 4 0 0,3-3 0 0,0 3 0 0,0-2 70 15,0-1 0-15,0 3-23 0,0-2 350 16,3-2-179-1,6 2-91-15,-5 1-45 0,2-2-66 0,0-1-10 0,-2 1 31 16,1-2 0-16,-2 4-125 16,0-4 63-16,-1 1 40 0,1 1-32 0,-3-1 27 0,0 2-12 0,0-5-17 15,0 4 0-15,-5-3 3 0,-1-1-4 0,-2 0-70 0,-1 0 40 0,1 0 26 16,-5 0-3-16,1 0-111 16,2-1 64-16,-3-3 33 0,3-4-4 0,-1-1-426 15,4 1 216-15</inkml:trace>
  <inkml:trace contextRef="#ctx0" brushRef="#br0" timeOffset="-105994.89">4486 7197 1931 0,'-2'0'0'0,"-2"0"0"0,-1 0 0 0,3 0 0 0,-1 0 0 0,1 0 0 0,0 7 560 0,2 6-267 0,0 6-127 0,0 4-65 0,0 7 82 0,6 5-73 0,3 6-28 0,2 1-77 0,-1 3 32 0,1 2 0 0,-1 2-172 16,2-2 87-16,-1 4 51 31,-6-9-9-31,0-5-90 0,-3-1 66 0,-2-2 33 0,0 2 10 0,0-14-92 0,-7-5 7 0,-5-4 39 16,-1-6-33-16,-1-1-169 0,-4 0 81 0,5-6 65 16,-2-3-200-16,5-7 126 0,-3-7 64 0,6-10-512 15,-1-8 278-15</inkml:trace>
  <inkml:trace contextRef="#ctx0" brushRef="#br0" timeOffset="-105836">4762 7050 1131 0,'0'3'0'0,"0"0"0"0,0 0 0 0,0 3 0 0,0 3 0 0,0 0 510 0,0 5-237 0,-4 2-117 16,-6 5-60-16,0 6-63 15,-2 2 13-15,1-1-8 0,1 2-377 0,-2-2 185 0,3-4 93 16,0 0-322 15,1-1 184-31,5-12 96 0,2-4 47 0</inkml:trace>
  <inkml:trace contextRef="#ctx0" brushRef="#br0" timeOffset="-105680.83">4879 7187 1106 0,'3'6'0'0,"-2"3"0"0,1 0 0 0,-1 4 0 0,-1 4 0 0,0 1 0 0,0 5 444 0,-6 2-203 0,-6 4-102 0,0 3-51 0,-6 6 7 0,3-2-33 0,-6 0-1 0,2 0-202 15,-3 3 89 1,-1-3 44-16,-6 0-351 0,6-7 193 0,4-4 102 16,3-7 50-1,8-8-306-15,4-6 166 0</inkml:trace>
  <inkml:trace contextRef="#ctx0" brushRef="#br0" timeOffset="-105487.08">4858 7442 855 0,'5'-3'0'0,"0"-1"0"0,3 1 0 0,-4 0 0 0,2 3 0 0,0 0 0 0,-2 0 790 63,-1 13-377-47,3 3-188-16,-3 7-94 0,1 0 433 0,-2 5-269 0,-1 4-128 0,0 0-168 0,-1 3 39 0,0 4-1 0,0 3-470 0,0-5 231 0,0 0 120 0,0-4 59 0,-4-2-630 15,-1-2 340 1,-3 2 176-16,4-14-37 0,-3-1-242 0,1-9 190 0</inkml:trace>
  <inkml:trace contextRef="#ctx0" brushRef="#br0" timeOffset="-105097.45">5235 7086 2089 0,'6'-3'0'0,"-2"0"0"0,1 0 0 0,-2 0 0 0,-1 3 0 0,0 0 0 0,-2 8 0 0,0 3 387 15,0 3-167-15,0 6-95 0,-6-1-44 0,0 3-232 0,0 0 95 0,-4 1 46 0,4 4 33 0,-1-6-265 0,0 3 140 31,-1-5 70-31,-1 0-625 0,3-4 341 32,-5 1 177-32,5-5-443 0,0-5 273 0,-3-6 135 0,3 0 78 0,0 0 37 0,-5 0 59 0,6-3 0 0,-4-7 0 0,0-1 158 47,4 4-117-47,-4-1-39 0,-1 3-9 0,1 2 448 0,2 2-239 0,-2 1-120 0,0 0 233 0,4 5-152 0,-4 5 14 0,4 2 81 0,3 2-111 0,2-1-55 31,0 1-27-31,0-2-149 15,2 3 69-15,6-6 22 0,5 0 0 0,5-9-276 0,2 0 153 0,3 0 76 0,4-1 49 0,-3-14-353 16,1-2 172-16,2 3 21 0,-4-7 6 0,3 0 36 16,-6 5 40-16,1-4 174 0,-4 5-72 0,-2 4-34 15,-1 1-1-15,-1 0 298 0,-6 4-161 0,-4 5-57 16,-1 0-51-16,0 1 393 0,-2 1-197 0,0 9-56 16,0 4-69-16,-4 0-30 15,-3 1-31-15,1 2 1 0,-1 0-382 0,0 2 200 16,0-6 86-16,2 2-231 0,-2 0 161 0,-2-2 43 15,-1 2 53-15</inkml:trace>
  <inkml:trace contextRef="#ctx0" brushRef="#br0" timeOffset="-104951.47">5087 7583 641 0,'-13'4'0'16,"4"-1"0"-16,0 2 0 0,2-4 0 0,0 2 0 0,3 0 599 0,4-3-286 0,0 0-138 0,1 0-69 0,10-3 237 31,7-4-153-31,2-3-67 0,2 0-47 0,1-2 83 15,3 2-60-15,-2-1-32 0,0 3-383 0,0-2 185 0,-4 1 80 0,0 4-555 16,-4 0 321-16,1 2 159 0,-3 2 81 0,-2-2-402 0</inkml:trace>
  <inkml:trace contextRef="#ctx0" brushRef="#br0" timeOffset="-104315.17">5173 7704 1058 0,'-4'2'0'0,"1"-1"0"0,-1 0 0 0,1 2 0 0,-2-2 0 0,4 2 0 0,-1 0 0 0,2-1 0 0,0 3 303 16,0-1-133-1,0 2-66-15,0 3-11 0,0-1-33 0,0 1 1 0,0 2-89 0,0 0 32 0,-1 3 1 0,-3 1 41 0,1-3-55 16,0 3 1-16,-3-4 45 0,3-1 0 0,-2-2-33 0,3 1 42 0,-1-4-9 16,0-2-78-16,2-3 31 31,1 0 0-16,0 0 1-15,0-2-32 0,4-6 25 0,3-5-1 0,4 0-77 0,0-3 47 0,1 2 26 0,1-2-7 0,1 1-151 16,-1-1 78-16,1 2 43 16,-2 0 8-16,3-1-105 0,0-3 37 0,1 3 46 0,-1-2 6 0,2-2-143 0,0-3 87 0,1-2 42 15,4-7-69-15,-4 1 61 0,2-4 25 0,-3-4 63 16,3-7-37-16,-3-5 0 0,4-5-10 0,-6 6 155 0,0 2-72 31,-4 2-37-31,1 7 0 0,0 1 356 0,-8 19-162 0,-3 7-103 16,1 5-10-16,-2 6 213 0,0 0-88 0,0 0-76 0,0 8 220 15,-5 8-157-15,-2 7-77 0,1 2 129 32,2 4-104-32,-3 6-42 0,4 1-35 0,-2 1 168 0,2 2-96 0,1-1-49 0,2 2-25 0,0 3 113 15,0-9-73-15,0-1-32 0,3-1-23 0,7-3-9 16,0-1 0-16,2 3 9 156,-1-10-216-156,-1-1 104 0,0-1 51 0,-1-3-299 0,-4 1 171 0,-3 3 49 0,-2-5 52 0,0-1-310 0,-2 1 161 0,-11-1 65 0,-2-1 44 0,-2 3-84 0,-3-7 68 0,0-2 31 0,-1-2 55 0,-2-5 0 0,-1 0-26 0,-1 0-9 0,1-15 33 16,5-3-24-16,-1-6 1 0,4-1 63 0,1 2-32 0,0-2-9 0,6 5-22 0,4 3 460 0,2 4-217 0,3 3-76 0,0 0-64 0,0 2 437 0,3 5-238 0,11 2-115 0,1-1-56 0,4 2 225 0,2 0-154 0,2 5-165 0,1 7 0 0,3 0 0 0,0 4 0 0,-1 2 0 0,2-2 0 0,4 4 0 0,-5-1 0 15,-1-1-235-15,3 3-31 0,-2-6 152 0,6 3 84 16,-8-8-864-16,2-1 428 16,-4-8 214-16</inkml:trace>
  <inkml:trace contextRef="#ctx0" brushRef="#br0" timeOffset="-104150.52">5871 7395 2156 0,'0'0'0'0,"-6"-3"0"0,3 0 0 0,0 3 0 0,1-6 0 0,2 6 348 0,0-1-161 16,8-2-75-16,9 1 20 0,4 2-47 0,6-2-25 15,2 2 9 1,2 0-56-16,1-4-1 0,0 4 24 0,3 0-641 0,-1 0 319 16,0 0 168-16,-7 0 71 0</inkml:trace>
  <inkml:trace contextRef="#ctx0" brushRef="#br0" timeOffset="-103987.3">5893 7567 1923 0,'-22'8'0'0,"1"0"0"0,1 3 0 0,4-6 0 0,0 4 0 0,11-6 359 15,2 0-161-15,3-3-81 0,3 0 129 0,12 0-105 0,9 0-44 0,3 0-35 16,5 0 31-16,0 0-29 0,4 0 0 0,-2-6-426 16,6 2 207-1,-8-1 92-15,-3 0-718 0,0 0 393 16,-4 1 197-16,-2 0 97 0</inkml:trace>
  <inkml:trace contextRef="#ctx0" brushRef="#br0" timeOffset="-103727.43">6089 7163 1130 0,'-5'-4'0'0,"1"1"0"0,1-1 0 0,3 1 0 0,0 3 0 0,3 0 266 16,9 3-114-16,7 8-59 0,7 4 255 0,3 2-148 0,3 4-86 0,2-1-39 0,5 2 86 15,0 2-62-15,3-2-32 0,2 5-56 0,-6-6-8 16,-4-2 32-16,-7 1 1 0,-4-2-67 31,-11 0 34-31,2 4 8 0,-14-3 25 0,-7 3 63 0,-14 2-32 0,-9 4 1 0,-8 5-10 0,-3 6-24 16,-3-5 0-16,-2 1-32 16,1 6-68-16,-2-1 46 0,-2 6 29 0,8-8-732 0,2 3 355 46</inkml:trace>
  <inkml:trace contextRef="#ctx0" brushRef="#br0" timeOffset="-103350.27">6771 7175 2181 0,'-21'-5'0'0,"6"4"0"0,5 0 0 0,4 1 0 0,5 0 0 16,1 0 0-16,1 0 0 0,21 0 0 0,8-3 220 0,5 1-92 0,8 2-46 0,-2-4 67 62,9 1-47-62,-7 1-38 0,-3 0-374 0,0 2 173 0,-1-3 86 0,-1 3 44 0,3 0-258 0,-14 0 144 0,-1 0 75 0,-7 3 38 0,-8 1-702 0,-2-1 334 0</inkml:trace>
  <inkml:trace contextRef="#ctx0" brushRef="#br0" timeOffset="-103069.27">7045 6967 831 0,'0'0'0'0,"0"0"0"0,0 0 0 0,-2 0 0 0,1 0 0 0,1 6 177 0,-1 5-62 0,1 5-44 16,-3 5 67-16,-2 5-51 0,1 5-25 0,-4 6-1 15,-4 5-28 1,-4-2 3-16,0 1 1 0,-4-2-1 0,1-5 32 0,-5 2 10 16,3-12-42-16,3-6 153 0,4-7-76 0,2-5-38 0,4-5 213 0,1 1-116 15,7-2-73-15,0 0-31 0,0-2 27 0,8-2-30 16,9-1 1 0,5-1-21-16,1 3 32 0,1-3 1 0,2 6-42 0,2-1 0 31,-3-2-46-31,3 1 31 0,-2 2-8 0,-5 0-314 0,1 0 169 0,-1 0 81 0,-3 0-569 47,0 0 261-47,-5 2 147 0,-6 2 89 0,0-4-371 0,-6 3 230 0,2 0 113 0,-3-3 49 0,0 0-207 0</inkml:trace>
  <inkml:trace contextRef="#ctx0" brushRef="#br0" timeOffset="-102920.39">7081 7210 571 0,'0'-3'0'0,"-3"0"0"0,-1 3 0 0,3 0 0 0,-3 0 0 0,4 0 416 16,0 7-189-16,0 6-96 62,0 4-48-62,0 5 204 0,0 6-116 0,0 4-72 0,2 2-167 0,0 4 53 0,-1-1 25 0,2 2-200 0,-2 2 121 0,-1-7 49 0,0-3 28 0,0-4-574 0,0-6 285 0</inkml:trace>
  <inkml:trace contextRef="#ctx0" brushRef="#br0" timeOffset="-102770.4">6956 7539 1498 0,'-12'-6'0'0,"1"3"0"0,2 1 0 0,-1-2 0 0,4 2 0 0,-2 1 0 0,6-1 0 0,2 2 0 0,0 0 0 0,10 0 0 0,6 0 0 0,4 0 826 0,2 0-399 0,4 0-195 16,1 0-310-16,0 0 57 0,1 0 29 0,2 0-665 15,-5 0 343-15,-1 0 174 32,-5 0 89-32,-2 0-361 0,-1 0 212 0</inkml:trace>
  <inkml:trace contextRef="#ctx0" brushRef="#br0" timeOffset="-102326.77">6679 7023 1625 0,'-21'0'0'0,"2"0"0"0,1 0 0 0,2 1 0 0,8 3 0 0,1 0 0 0,3 4 0 0,4 4 292 15,0 2-119-15,0 3-73 0,2 3-32 0,7 4 27 16,2-2-29-16,1 4 0 0,0 3-21 0,2-4-38 15,-1 3 0-15,0-3 29 0,-2-1-103 0,2-3 52 16,-1 4 34-16,-3-6-57 0,-4-1 36 0,4-1 1 16,-5 0 15-16,-1-1-26 15,0 3 14-15,-2-2 12 0,-1-2-21 0,0 2 43 16,0-2-42-16,0 2 14 0,0 2-4 0,0-5 39 0,0 1 8 16,0-3-39-16,0 0-22 0,0-3 1 0,0 2 36 15,0-7-63-15,0-1 23 0,0-3 1 16,-1 0 17-16,-6 0 169 0,-5 0-76 0,0 0-43 15,-2-3 0-15,-4-7 217 0,-1 3-114 16,-1 0-60-16,-6 0-22 0,3-1 104 0,-1 4-72 0,5 1-38 16,1-1-70-16,2 2 0 31,1 1 0-31,7 1 0 0,4 0 0 0,2 0 0 0,2 0 0 0,2 7 0 0,8 3 0 0,10 2 0 0,5 2 0 16,2 1 0-16,5 2 0 0,4 0 0 0,0-1 0 15,-3 1 0 1,1-2 0-16,1 1 0 0,0-1-34 0,-3-2-251 0,5 3 84 0,-8-5-388 0,-7-1 276 15,3-3 139-15,-2-4 68 0,3 3-468 0,-8-6 273 16,0 0 132-16,0-1 67 0</inkml:trace>
  <inkml:trace contextRef="#ctx0" brushRef="#br0" timeOffset="-102022.36">7429 6982 1610 0,'0'-15'0'0,"0"6"0"0,0 1 0 0,0 3 0 0,0 1 0 0,0 3 0 0,-1 1 163 0,-3 0-67 16,-4 13 235-16,0 4-147 0,0 5-74 16,-4 3-37-16,0 3 134 0,2 1-90 0,-3-3-40 15,2 3 0-15,2-2-96 0,-2-1 28 16,2 2 9-16,1-9 18 0,2 0-35 0,3-2-1 0,1-5 36 16,2-2-38-16,0 2 10 15,0-7 28-15,3-2-43 0,9-3-1 16,-1 0 8-16,3 0 26 0,1 0-30 0,1 0 21 0,-6-1-10 15,2-1 7-15,-1 0-26 0,-2 0 27 0,-2 2 8 16,0 0-7-16,-2 0-101 16,-3 0 47-16,-1 8 19 0,-1 2-189 15,0 3 94-15,0-2 55 0,0 1-408 0,0 2 215 0,-3 1 109 0,1 2 43 16,-5-4-218 0,6 3 141-16,-3-2 70 0</inkml:trace>
  <inkml:trace contextRef="#ctx0" brushRef="#br0" timeOffset="-101907.75">7311 7672 928 0,'-12'10'0'0,"0"2"0"0,3-3 0 0,4-4 0 0,3 0 0 0,2 0 0 0,0-5 461 0,2 0-204 0,8 0-114 0,7-3-54 0,8-8 92 0,0-5-72 0,5-5-37 0,2 0-400 0,1-2 177 0,-2-1 94 16,-1-2-785-16</inkml:trace>
  <inkml:trace contextRef="#ctx0" brushRef="#br0" timeOffset="-101683.29">7542 7152 1269 0,'-5'-5'0'0,"0"-1"0"0,4 1 0 0,1 0 0 0,0-2 0 0,3 0 0 0,15 1 0 0,1-1 419 0,7 0-192 16,1-2-87-16,1 1-41 15,-3 2-31-15,3-2 0 0,0 1-441 16,-3 4 205 15,4-3 111-15,-8 3 41-16,-4 1-568 0,-4 2 288 0,-3 0 145 0</inkml:trace>
  <inkml:trace contextRef="#ctx0" brushRef="#br0" timeOffset="-101105.66">7809 6950 978 0,'-10'3'0'0,"0"2"0"0,-2 2 0 0,-2 1 0 0,2 1 0 0,-1 3 0 0,-2 5 0 0,1 1 141 0,-3 3-53 0,0 6-17 0,1-4 166 0,3 1-101 0,4-1-50 0,1-1 37 0,6-4-44 0,2-1 9 0,0-4-53 0,11-6-60 15,6-2 31-15,5-3-1 0,3-2 31 0,6 0-36 0,-3 0-9 0,3-4 45 0,-1-5-89 16,0 1 44 0,-4 2 22-16,1-1-8 0,-5 2-77 0,-4 2 24 0,-4 0 30 0,-3 0-213 0,-5 3 111 0,-2 0 38 0,-4 0 36 0,-4 12-324 0,-10 0 167 15,-5 1 84-15,-4 2 42 0,-2 2-180 0,-1-4 116 16,1-2 52-16,-3 0 27 0,2-2-22 15,-6 3 36-15,7-3 48 0,1-2 0 0,0 0 0 16,5-3 0 0,1-1 248-16,2 2-168 0,7-3-53 0,4-2-32 0,4 0 406 0,1 2-200 62,0-2-42-62,1 5-63 0,5-3 67 0,7 4-63 0,-2-1-32 0,0 1-61 0,-1 0 29 0,1 3 9 0,-3 0-10 0,1-1-182 0,-2 0 91 0,-4 1 45 0,1 0-85 16,-3 1 74-16,0-2 0 0,-1-1 25 0,0 0-246 0,0 0 117 0,0-2 24 0,-1 3 36 31,-2-7-18-31,-1 1 25 0,1 0-1 0,1-2 24 0,1 3 106 0,-1-3-61 0,2 0-18 0,0 0 126 31,0 0-64-31,0 0-39 0,0 1 21 0,0-1-28 0,2 2 14 0,-1 1-1 0,-1 3-43 0,0 0 0 16,0 1 48-16,0 3-19 16,-3-2-28-16,-6 2 0 0,-2 1 22 0,-3 0 105 0,-1-2-52 31,-6 5-22-31,4-5-13 0,-3 1 192 0,0-2-93 0,4 0-50 0,2-2 200 15,0 1-106-15,7-4-67 0,0-1-30 0,6-2 8 16,1 0-1-16,1 0-35 0,16 0 8 16,5 0 10-16,7 0-18 15,5-5 0-15,4-5-113 0,2 3 65 0,1 0 20 0,-4 0-1 0,1-1-181 16,-1 2 103-16,-4 1 52 0,3 1-378 0,-10 1 174 16,-7 2 102-16,-3-1 16 0,-5 0-118 0,-6 2 94 15,0 0 38-15,-5 0 32 16,-4 0-214-16,-8 0 119 0,-4 0 59 0</inkml:trace>
  <inkml:trace contextRef="#ctx0" brushRef="#br0" timeOffset="-100978">7844 7398 448 0,'-5'-3'0'0,"2"3"0"0,0-3 0 0,1 2 0 0,1 1 214 0,0 0-90 0,-2 0-44 0,2 12 225 0,-4 2-126 0,1 5-76 0,-1 6-34 16,2 4 162-16,-5 2-98 15,2 1-49-15,-5 7-99 0,3-6 20 0,3 2 1 0,-4-5 30 16,3 0-575-16,3-4 287 0</inkml:trace>
  <inkml:trace contextRef="#ctx0" brushRef="#br0" timeOffset="-100849.54">7941 7749 2014 0,'0'0'0'0,"0"0"0"0,2 0 0 0,-1 3 0 0,0-2 0 0,4 2 0 0,0 1 451 0,2 1-209 0,1 0-104 0,2 2 248 16,-1-1-176-16,3 1-80 0,1 3-671 0,-2-3 287 15,3-2 153-15</inkml:trace>
  <inkml:trace contextRef="#ctx0" brushRef="#br0" timeOffset="-100186.96">13832 7439 2231 0,'0'0'0'0,"-3"0"0"0,-2-3 0 0,4 3 0 0,1-1 0 0,0-5 0 0,0 4 0 0,10 0 663 15,8-3-313-15,5 2-157 0,3-1-78 0,6-2 8 0,4-1-35 0,-4 2-8 16,6-1-317-16,2 0 136 0,1 2 69 0,-2 2-827 16,4 0 456-16,-12 2 216 0</inkml:trace>
  <inkml:trace contextRef="#ctx0" brushRef="#br0" timeOffset="-100025.67">13974 7648 2159 0,'-22'0'0'0,"8"0"0"0,6 0 0 0,5 0 0 31,1 0 0-31,2 0 0 0,3 0 0 0,19 0 602 0,5-3-283 0,8-2-141 0,1 0-71 0,2-1 44 0,4 2-48 0,-3 1-38 0,0 1-286 0,3 0 129 0,-2 0 65 0,3 0-702 0,-7 2 375 0,-1 0 188 0,-6 0 96 0</inkml:trace>
  <inkml:trace contextRef="#ctx1" brushRef="#br0">24742 12564 0,'0'0'16</inkml:trace>
  <inkml:trace contextRef="#ctx0" brushRef="#br0" timeOffset="-82716.82">15172 7199 1058 0,'-5'-7'0'0,"2"-2"0"78,-3 4 0-78,1-4 0 0,4 1 0 0,-1-1 0 0,2-4 339 0,-3-2-150 0,3-2-75 0,0-4-28 15,0 1 56-15,0-1-51 16,0-6-27-16,0 4 1 0,0 1 81 0,0-4-44 0,0 8-37 0,0 0 84 0,0 6-54 0,0 1-29 0,0 4 73 0,0 1-41 0,-5 4-34 0,-1 2 0 0,-3 8-23 0,-1 13-3 0,-1 13 1 0,-2 7 10 0,2 7 121 0,2 9-66 0,-1 6-32 0,2 2 0 0,3 10 48 0,4-7-45 0,1 2-60 63,0 2-15-63,0 3 0 0,1-5 0 0,4 10 0 0,0-18 0 0,0-4 0 0,-2-2 0 0,-2-3-76 15,-1-6 0 1,0 4 63-16,-4-20-1 0,-6-3-300 0,-3-8 133 0,-3-2 85 0,-1-6-1 0,-4-3-149 0,1-9 109 0,1 0 49 0,0-1-374 0,-1-15 212 0,1-6 106 0,-1-7-427 15,2-7 271-15,0-10 131 0</inkml:trace>
  <inkml:trace contextRef="#ctx0" brushRef="#br0" timeOffset="-82563.55">14697 7481 2041 0,'-10'-15'0'0,"4"3"0"0,3 5 0 0,3 1 0 0,0-6 0 0,5 6 0 0,15-2 0 0,8-1 0 0,7 1 654 0,4-1-308 0,6-1-144 0,-2 2-86 0,4 7 55 0,3-1-66 0,2 0-33 63,-1 2 0-63,6 0-487 0,-12 5 222 0,-3 7 116 0,-4 0-312 0,-2 2 214 0,-5 0 107 0,4-1-860 0,-16-2 451 0</inkml:trace>
  <inkml:trace contextRef="#ctx0" brushRef="#br0" timeOffset="-82380.09">15451 7272 1774 0,'-3'-4'0'0,"-5"-3"0"0,0 4 0 0,2 2 0 0,0 1 0 0,-2 0 0 0,-1 4 0 0,2 17 0 0,1 4 748 16,1 8-355-16,1 6-177 0,-1 6-78 0,1 2 364 0,2 1-342 0,2 3-160 16,0 1 0-16,0-3 0 0,6 4 0 31,5-13-94-15,1-7-9-1,2-6 70-15,1-6 36 0,2-7-728 0,0-8 391 0,0-6 144 0,0-11 108 0,2-12-759 0,1-5 401 0,-3-9 200 0</inkml:trace>
  <inkml:trace contextRef="#ctx0" brushRef="#br0" timeOffset="-82130.02">15632 7445 896 0,'-3'-6'0'0,"-1"2"0"0,0 1 0 0,-2 0 0 0,0 3 0 0,-1 0 0 0,2 14 738 0,1 4-349 0,0 2-175 0,2 1-78 0,2 1 333 0,0 0-215 0,0-1-108 0,9-1 28 0,0-1-68 0,5 0-24 0,0-4-185 0,3-6 72 0,1-1 34 0,1-5 1 0,-1-3-62 0,2 0 58 0,-1-6-10 0,-3-8 49 0,-1-4-154 0,-4-5 76 0,0 1 16 0,-5-2-74 0,-3-1 8 0,-3-2 2 0,0 1 33 0,0 1 98 0,-9-5-25 0,-2 10-46 0,-2-3 89 47,-4 6-32-32,1 4 0-15,-2 4-18 0,-2 2 34 0,2 7-36 0,2 0-7 0,0 5 19 0,2 11-106 0,1 3 49 0,1 5 1 0,8-1 43 0,2 4-414 0,2-1 177 0,0 1 102 0,2-3-554 0,5 7 311 0</inkml:trace>
  <inkml:trace contextRef="#ctx0" brushRef="#br0" timeOffset="-81929.91">15996 7648 1384 0,'2'0'0'0,"1"1"0"0,-1 2 0 0,-1-2 0 0,1 0 0 0,-1 1 0 0,1 2 782 32,-2 0-377-32,0 3-182 15,0 1-93-15,0 2 217 0,-5 4-154 0,-3 1-68 0,-1-1-47 0,-2 3-83 0,0-2 44 0,1-1 0 0,-2-2-470 63,1 2 245-48,3-5 108-15,0 2-699 0,1-8 408 0,2 1 204 0,1-4-11 0</inkml:trace>
  <inkml:trace contextRef="#ctx0" brushRef="#br0" timeOffset="-81721.54">16101 7536 1745 0,'0'6'0'0,"0"1"0"0,0 1 0 0,0 2 0 0,0 1 0 0,0 3 0 0,0 2 0 0,0 1 768 0,0 3-355 0,1-2-192 0,5 0-91 16,2-2 58-16,3-2-75 0,3-3-37 0,3-1-77 15,4-7 15-15,0-3 0 0,0 0-254 16,4-10 140-16,-2-7 69 0,0-3 44 0,-5-4-245 16,-5 0 135-1,-3-2 59-15,-4 1 36 0,-4 0-174 0,-2-3 72 16,0 6-7-16,-7-2 36 0,-5 5 177 0,-5 0-71 0,-3 3-34 0,-1 3 127 16,0 5-62-16,-1 4-42 0,3 2-3 15,0 2 0-15,3 0 24 0,0 2-39 0,6 5-326 16,4 4 158-16,1 1 84 0,5-1 37 0,0 1-621 0,2-3 304 15,12 0 167-15</inkml:trace>
  <inkml:trace contextRef="#ctx0" brushRef="#br0" timeOffset="-81542.21">16423 7358 824 0,'2'0'0'0,"-1"0"0"0,1 0 0 0,0 3 0 0,0 1 0 0,5 2 729 0,-1 2-346 0,2 5-162 0,0 6 396 0,4 2-289 0,1 7-144 16,2 2 42-16,-2 5-94 0,3 7-37 15,-8-3-10-15,-1 3-164 16,-6 0 59-16,-1 0 29 0,0 3 0 16,-4 2-469-16,-13-11 244 0,-1-3 127 0,-2-7-525 0,-3-5 254 0,1-7 182 15,-3 2-47-15,3-11-340 0,5-5 263 0</inkml:trace>
  <inkml:trace contextRef="#ctx0" brushRef="#br0" timeOffset="-81398.86">16601 7581 2001 0,'14'-9'0'16,"5"4"0"-16,1 1 0 0,0-2 0 0,8 2 0 0,-6 0 0 0,4 1 701 0,1 0-331 0,2 1-166 0,2-3-83 15,2 2-74-15,-5 1-9 0,-1 1 0 0,-3-1-623 16,-1-1 312-16,-5 3 156 16,-4 0 87-16</inkml:trace>
  <inkml:trace contextRef="#ctx0" brushRef="#br0" timeOffset="-81258.08">16699 7813 2109 0,'-3'0'0'0,"1"0"-1"0,1 0-1 0,1 0 0 0,0 0 1 0,0 0-1 0,4 0 1 0,12 0 368 0,1 0-166 16,6 0-82-16,7-1-32 0,-2-4-406 0,5-1 178 16,1 0 89-16,4-3-298 0,-1 1 194 0,4-2 107 15</inkml:trace>
  <inkml:trace contextRef="#ctx0" brushRef="#br0" timeOffset="-80943.54">17326 7575 2588 0,'-9'2'0'0,"0"2"0"0,-1 0 0 0,2 3 0 0,-2 3 0 0,2 2 0 0,2 2 0 0,2 3 0 0,1 2 445 0,3 3-208 0,0-1-100 16,5 1 196-16,7-2-148 15,7-4-179-15,2 1-6 0,4-9 0 0,1-5 0 0,4-3 0 0,1-3-3 16,3-8-53-16,-6-4 42 0,0-7 25 15,-3-2-106-15,-5 0 66 0,-4-3 33 0,-1-2-254 0,-10 2 127 16,-5-2-7-16,0 3 55 16,-9-2 1-16,-8 2 37 0,-8 2-11 0,-6 6 11 15,-5 7 247-15,-3 5-122 0,0 5-55 16,5 1 171-16,-2 0-94 0,11 3-56 47,3 9 3-47,6 4-70 0,7 1 50 0,3 3-14 47,4 2-660-47,2-1 317 0,3 1 154 0</inkml:trace>
  <inkml:trace contextRef="#ctx0" brushRef="#br0" timeOffset="-77656.41">4746 8997 1596 0,'-15'-10'0'0,"-2"2"0"0,7 3 0 0,2 4 0 0,3-1 0 0,3 2 0 0,0 0 550 0,2 0-247 0,0 0-138 16,0 0-64-16,9 0 353 0,9 0-208 15,8 0-105-15,4 0 234 0,4-2-375 0,5-3 0 0,4 1 0 16,5-4 0-16,-4 2 0 0,9-1 0 0,-7 0 0 15,3 0 0-15,-5 2 0 0,2 0 0 0,-7 2 0 16,0 1 0-16,-15 2 0 16,-5 0 0-16,-10 0-52 0,-5 0-244 0,-4 3 72 0,0 5-611 15,-4-1 404-15,-12 4 197 0,-5-4 99 16,-3 3-522-16,-1-2 301 0</inkml:trace>
  <inkml:trace contextRef="#ctx0" brushRef="#br0" timeOffset="-77446.32">4794 8930 1274 0,'-24'5'0'0,"6"4"0"0,4 1 0 0,0 4 0 0,8 2 0 0,3 4 630 16,3 7-297-16,0 3-148 0,9 8-74 0,1 7 255 15,2-3-169-15,3 4-81 0,-5 3-39 0,-1 9 379 16,-2-1-270-16,-4 10-186 0,-2-11 0 0,-1-1 0 16,0-3 0-16,-1-4 0 0,-6-4 0 0,-1 2 0 15,-2-13 0-15,1-5-435 0,-4-4 226 0,1-2 123 31,-1-7 15-31,0-2-536 0,3-12 287 0,0-1 141 0,1 0 72 0,3-10-141 16,2-11 106-16,1-10 43 0,3-7-166 0,0-10-100 16</inkml:trace>
  <inkml:trace contextRef="#ctx0" brushRef="#br0" timeOffset="-76906.21">5194 9008 1112 0,'0'0'0'0,"0"0"0"0,0 0 0 0,0 2 0 0,0 3 24 0,-2 5 1 0,-7 7-25 16,-7 9 0-16,-3 8 698 16,-5 7-331-16,1 5-165 0,-1-2-82 0,5 4 547 31,0-2-306-31,11-10-167 0,-1-5-33 0,9-5-161 0,0-6 0 0,0-3 0 16,4 2 0-16,3-10 0 0,1-3 0 0,1-3-183 0,-1-1 31 0,-1-2 95 0,-3 0 55 0,-3 0-568 0,1 0 273 15,0 0 136 1,-2 0 29-16,0-2-172 0,0 1 124 0,-2-4 77 0,-5-4-136 0,-2-1 100 15,1-4 52-15,-2-4-213 32,3-4 123-32,-3 1 75 0,5-1 32 0,0-1-17 0,3 1 25 0,2 2 1 31,0-1 15-31,0 3 236 0,0 1-113 0,4 1-57 0,11 2-28 0,-2 3 365 0,9-2-206 0,2 6-39 0,0 3 301 0,7 0-166 16,-3 2-106-16,4 2 29 0,4 0-58 0,-9 6-42 15,2 8 0-15,-5 1 82 0,-2 3-58 16,-6 5-28-16,2 0 8 0,-13 0-7 15,-2 2 0-15,-3 1-31 0,0-1 1 0,-3 4-108 0,-10-7 49 0,-5 1 29 16,0-4-349 0,-3-2 178-16,-1-2 98 0,-3-3-306 0,4-5 184 0,-1-3 45 15,1-3 60-15,-2-1-425 0,4 0 236 0,-4-1 108 16,4-10 69-16,3-3-145 0,1-1 102 0,0-2 51 16,3 3 25-16,-2-1 146 0,6 3-55 0,5 3-33 15,1 1 533-15,2 2-283 0,0 3-141 0,0 0 482 16,0-2-292-16,9 3-86 15,5 2-88-15,4-5 117 16,2 4-101-16,4-3-41 0,2 3-34 0,0 0 139 0,2-1-82 0,0-1-42 16,0 3 1-16,1-3-223 0,-6 2 86 0,-4 1 48 15,1 0-663-15,-5 0 355 0,-3 1 178 0,-3 7-663 16,-7 0 388-16,-2 3 189 0</inkml:trace>
  <inkml:trace contextRef="#ctx0" brushRef="#br0" timeOffset="-76476.15">5133 9486 750 0,'-19'7'0'0,"2"-2"0"0,4 1 0 0,1-1 0 0,3 1 0 0,5-3 540 0,4-1-251 0,0 1-127 0,6 1 112 0,7-2-119 16,4-1-50-16,5 1-38 0,0-2-38 15,1 0 7-15,-1 0 1 0,3 0 8 0,-6 0-371 16,-1 0 182-16,-2 0 89 0,-1 3-564 0,-5-3 309 16,2 4 157-16,-5-3-261 15,-4 3 189-15,-2-1 94 0,-1 0 57 0,0-1 46 16,-3 2 18-16,-5-3 10 15,-7 1 0-15,1 0 65 0,-1 1-69 0,2-3 0 0,-3 3-42 0,6-2 474 16,-1 2-246-16,4 1-108 0,-2 2 539 0,4-2-289 16,1 4-134-16,3 0 114 0,-3 2-134 0,4 3-67 15,0 2-33-15,0 3 106 0,4 1-60 16,0 2-45-16,0-2 1 0,1 5-78 16,1-4 0-16,-3 2 42 0,-2 2 10 15,0-7-78-15,-1 0 34 0,0-3 0 0,0 0-157 0,-1-6 97 0,-7 4 56 0,0-7-321 16,-5-5 139-16,4 0 91 0,-4 0 0 0,1-7-135 31,-3-5 86-31,1-4 58 0,-1-4 24 0,3-3 58 0,-3 1-34 0,2-2-1 63,-3 2-8-63,6 3 78 0,-1 6-35 0,2 2 0 0,-1 0 385 0,0 5-207 0,-1 0-76 0,5 5 344 0,-4 1-179 0,3 0-115 0,0 10-51 15,-2 4-3-15,4 5-35 0,-1 3 0 0,0 0-24 0,3 0-306 0,0 0 152 0,2 2 87 0,1-5 28 0,0 0-634 16,1-3 323-16,9-5 101 0,5-1-278 0</inkml:trace>
  <inkml:trace contextRef="#ctx0" brushRef="#br0" timeOffset="-76315.51">5382 9743 1819 0,'3'2'0'0,"6"-2"0"0,-7 4 0 0,3-1 0 0,-2 2 0 0,3 2 0 0,-3-2 0 0,-1 5 675 0,0 0-324 0,-1 0-157 31,2 2-79-31,-2-1-107 0,1-1 0 0,-1 0 37 0,2 0-8 0,-3-1-657 16,0-2 328-16,0-2 164 16,0-2-755-16,0 0 414 0</inkml:trace>
  <inkml:trace contextRef="#ctx0" brushRef="#br0" timeOffset="-76178.29">5548 9392 1492 0,'10'-7'0'0,"4"3"0"0,2-2 0 0,0 2 0 0,0 1 0 0,4-2 0 0,-1 3 0 0,1-2 487 16,4 1-216-16,-4 2-122 0,1-1-56 0,0 2-222 0,-1 0 83 0,-2 0 41 15,2 2-755-15,-7 6 378 0</inkml:trace>
  <inkml:trace contextRef="#ctx0" brushRef="#br0" timeOffset="-75778.01">5575 9726 946 0,'-10'7'0'0,"3"0"0"0,2-2 0 0,2 2 0 0,3-2 271 0,0 1-118 0,2-2-58 0,7-2-30 0,3 3 206 0,3-3-109 0,1 1-68 0,0 0-28 0,-3-2-140 0,-1 2 55 16,0 4 27-16,-2-3-281 0,-4 0 145 16,0 1 77-16,-4 3-85 0,-1-4 69 0,0 1 33 15,-1 2 1-15,0-5 13 16,0 1-29-16,0-3 26 0,-1 0-36 0,-2-8-1 15,3-11-8-15,0-3 32 0,0-8 0 0,0-8-169 0,0-6 85 16,0-8 42 0,2-14-191-16,1-1 121 0,2-8 58 0,2-7 46 0,-2 1 33 0,2-6 11 15,-4 22 0-15,1 8 444 16,-2 12-257-16,-1 12-112 0,-1 18-55 0,0 1 368 0,0 14-155 0,0 1-117 16,-1 14 32-16,-1 10 464 0,-1 13-289 0,3 11-134 15,0 7 269-15,0 7-211 16,8 6-106-16,6 2 209 0,-3 6-350 0,5 6 0 15,0-13 0-15,1 0 0 0,3-2 0 0,-1-6 0 0,3-6 0 0,-1 1 0 16,-4-19-112-16,1-11 37 16,-6-6-189-16,-3-10 150 15,-1-8 61-15,-1-3 50 0,-5 0-715 0,-1-3 340 0,0-12 172 0,0-5-313 0,-1-4 242 16,0-10 111-16,0 0 70 0</inkml:trace>
  <inkml:trace contextRef="#ctx0" brushRef="#br0" timeOffset="-75637.12">5893 9073 2454 0,'0'-20'0'15,"0"3"0"-15,0 3 0 0,-2 7 0 0,0 6 0 0,2-1 0 0,0 2 0 0,0 0 0 0,2 3 520 0,5 7-247 0,6 4-119 0,-1 3-27 0,3 0-45 0,1 1-23 16,2 5 8-16,0-2-418 0,0 1 194 16,2 0 96-16,-1-1-1095 0</inkml:trace>
  <inkml:trace contextRef="#ctx0" brushRef="#br0" timeOffset="-75495.77">6412 9244 1441 0,'2'0'0'0,"-1"0"0"16,-1 0 0-16,2 0 0 0,-1 0 0 0,2 0 863 0,3 0-414 0,-1 0-208 0,3 0-57 0,4 0-75 0,4 0-29 15,2 0-8-15,2 0-794 0,1 0 378 0,3 5 190 0</inkml:trace>
  <inkml:trace contextRef="#ctx0" brushRef="#br0" timeOffset="-75327.49">6393 9603 1548 0,'-21'8'0'0,"2"0"0"0,1 0 0 0,8-1 0 0,5-2 0 0,5-5 893 0,0 3-428 0,2-1-216 0,15 0-98 0,7-2 397 15,6 0-471-15,4 0-77 16,-1 0 0-16,3-2 0 0,-3 0 0 0,-1-1 0 0,-3 0 0 15,-2 0-124 1,-3-2 60-16,4 3-1086 0,-11-2 581 0,-1 4 292 0</inkml:trace>
  <inkml:trace contextRef="#ctx0" brushRef="#br0" timeOffset="-74509.61">7125 8627 2484 0,'11'34'0'0,"-2"1"0"0,0 8 0 0,0 3 0 0,0 16 0 0,-4-5 0 0,-1 8 273 0,0 2-117 0,-3 6 57 0,-1 2-88 0,0 6-34 16,0-14-10 0,-1-3-86-16,-3-3 1 0,0-3 41 0,2-2 0 0,-1 7-307 0,3-16 149 15,-3-3 79-15,3-5 40 0,0-9-653 16,0-6 337 62,0-7 68-47,0-17-493-31</inkml:trace>
  <inkml:trace contextRef="#ctx0" brushRef="#br0" timeOffset="-74426.83">7348 9339 1688 0,'2'-15'0'16,"0"10"0"-16,1-2 0 0,-2 2 0 0,1 3 0 0,0 2 335 0,4 0-139 0,-4 5-85 0,0 9 288 0,1 5-181 0,0 3-91 0,1 5-36 0,0 0-24 0,-1 0 0 0,-1 1-30 0,2-1 0 0,0-2-364 0,1 1 191 0,-2-7 82 0,0 0 45 0,0-4 1 31,-2-4 45-31,1-5-661 0,0 0-339 0,-2-6 468 0</inkml:trace>
  <inkml:trace contextRef="#ctx0" brushRef="#br0" timeOffset="-74042.53">7501 8998 1029 0,'0'3'0'0,"0"0"0"0,1 1 0 0,-1 7 0 0,1 1 552 0,0 8-257 0,1 5-129 0,3 8-64 0,-1 7 126 0,2 8-87 0,-3-1-56 15,2 2 62-15,0-2-56 0,1 0-26 0,-2-5-188 0,0 1 89 0,-1-11 31 94,-2-7-1-94,1-10-134 0,-2-3 87 0,0-9 44 16,0-1 9-16,0-2-9 0,0-4-2 0,0-14 0 0,4-3-39 0,2-4 20 0,5-1-32 0,-1-1 3 0,4 6 82 0,3 1 0 0,-1 1-39 0,1 2 120 0,3 2-48 0,-4 7-30 0,-1 7 5 0,0 1 82 0,-1 0-42 0,0 7-24 0,-5 10-4 0,0 6 95 15,-3 2-50 1,-3 4-29-16,-2 2 14 0,0 2-3 0,-1-2-9 0,0-7-27 0,0-2-57 0,0-3 28 0,0-8 0 0,0 0-165 0,0-7 91 16,0-4 40-16,0 0 28 0,8-8-117 0,3-9 53 15,4-3 16-15,-1 0 23 0,2 3 47 0,3-4-34 16,-2 6-30-16,2 1 24 15,1 1 197-15,-6 4-93 0,2 5-43 0,-4 3 54 0,1 1-32 16,-3 0-29-16,1 1 31 0,-4 12-45 0,-1 4 38 16,-5 0-30-16,1 5-418 0,-2 2 200 0,0 1 98 15,0-1 48-15,-7-2-848 0,-2-3 427 16</inkml:trace>
  <inkml:trace contextRef="#ctx0" brushRef="#br0" timeOffset="-73755.3">7057 9854 1601 0,'-11'0'0'0,"6"0"0"0,2 2 0 0,3 0 0 0,0 2 0 0,8-1 0 0,14 3 422 0,4-1-193 0,2 1-97 0,6 5-38 15,-7-4-28-15,2 3 1 0,-6 2-31 16,-1 2-87-16,-4 1 44 0,-3 5 8 0,-11 3 2 0,-4 2-1 15,-4 1 34 17,-15 1 0-32,-10 0 39 0,-1 1 9 0,-7-8-47 0,0-3-1 0,0-5-60 0,1 0 28 0,3-6-16 0,-1 2 6 0,9-8-278 31,6 0 145-31,9-8 66 0,3-8-462 0,7-1 240 0,0-9 117 0,12 1-417 31,9-3 279-31</inkml:trace>
  <inkml:trace contextRef="#ctx0" brushRef="#br0" timeOffset="-73585.07">7322 9835 1617 0,'0'0'0'0,"0"0"0"0,0 0 0 0,0 0 0 0,0 3 0 0,0 6 0 0,0 3 699 0,0 5-322 0,0 10-176 0,0 0-81 0,0 6 223 0,3 1-154 0,2 3-76 0,4 3-29 0,2-8 104 0,5-1-188 15,-1-2 0-15,4-7 0 0,5 4 0 0,-3-14 0 0,1-3-428 0,3-5 178 0,-1-4 143 16,0 0 72-16,1-10-765 31,-6-5 337-31,-2-2 214 0,-1-2 106 0</inkml:trace>
  <inkml:trace contextRef="#ctx0" brushRef="#br0" timeOffset="-73407.91">7551 9915 2404 0,'0'0'0'15,"0"0"0"-15,-2 0 0 0,1 2 0 0,1 0 0 0,0 0 0 0,1 1 0 0,10 2 0 0,6 2 249 0,2-2-106 0,3 2-54 0,4 1-234 0,2 1 86 0,-3-3 48 0,2 3 23 0,0-3-633 0,-3 1 329 0,1-1 174 16,-6 1 71-16,-7-2-369 0</inkml:trace>
  <inkml:trace contextRef="#ctx0" brushRef="#br0" timeOffset="-73225.83">7777 9801 1497 0,'0'0'0'0,"-2"2"0"0,2 1 0 0,0-3 0 0,0 2 0 0,2 4 0 0,8-3 0 0,3 3 0 0,6 1 172 0,1 1-69 0,8 1-33 15,-3 3 0-15,4 0-119 32,-2 5 52-32,-4-2-10 0,-5 1 43 0,-3 1-109 0,-8 5 55 0,-6 0 27 0,-1 4-14 0,-5-1 16 15,-16-2 0-15,-3-1-77 0,-7 1 42 0,1-4-17 0,-4 3 23 0,5-11-250 16,2-1 127-16,5-4 54 0,0-4 34 15,5-2-391-15</inkml:trace>
  <inkml:trace contextRef="#ctx0" brushRef="#br0" timeOffset="-72970.03">8068 10004 2116 0,'0'12'0'16,"2"8"0"-16,-1 0 0 0,2 0-1 0,-1 3 0 0,3 5 1 0,1-8 332 0,5 2-148 0,1-3-14 0,4-4-67 15,0-3-33-15,5-1 8 0,-1-8-118 0,1-3 37 32,-1 0 1-32,0-11 38 0,2-7-314 0,-10-6 152 0,0 0 82 0,-6 0 39 0,-4-3-129 0,-2 1 85 15,0-2-23-15,-10 5 174 0,-7 2-74 16,-4-1-42-16,-1 4 168 0,-4 3-83 0,0-1-46 16,5 6 3-16,-2 5 9 0,-2 1 1 15,5 4-1 16,3 0-1-31,-2 0-165 0,10 0 98 0,3 11 31 0,5 1 0 0,1 0-617 0,0 2 303 0,8-5 115 0</inkml:trace>
  <inkml:trace contextRef="#ctx0" brushRef="#br0" timeOffset="-72582.35">8756 9672 2274 0,'-7'2'0'0,"2"0"0"0,-1 4 0 0,1-1 0 0,2 2 0 0,3 3 0 0,0 4 0 0,0 1 0 0,16-1 501 0,5 3-233 0,8-2-117 0,5-1 5 15,7-6-60-15,8 2-22 16,-6-6-9-16,7-4-181 0,-1 0 76 0,-1-4 38 0,2-10 8 16,-14-2-84-16,-3-2 57 31,-6-2 28-16,-6 0 0-15,-8 1-200 0,-1-2 52 0,-9 3 76 0,-3-1-92 0,-5-1 66 0,-10-1 5 0,-7-3 110 0,-4-4-42 0,-2 4 8 0,-5-1-25 32,1-1 38-32,-3 3 8 0,-1 1-42 0,-3 4 21 0,4 10 153 0,0 6-67 15,3 2-43-15,0 15 174 0,-2 12-101 0,0 11-29 0,9 6-34 0,5 8 356 16,9 3-182-16,4 2-136 16,7 5-81-16,0 5 0 0,8-8 0 0,14 1 0 0,6 0 0 15,3-5 0-15,5-5 0 0,6 3 0 0,0-19 0 0,0-5-3 0,5-7-44 16,2-5 41 15,3-8-535-31</inkml:trace>
  <inkml:trace contextRef="#ctx0" brushRef="#br0" timeOffset="-72024.08">9720 9239 2351 0,'0'0'0'0,"0"0"0"0,0 0 0 0,8 0 0 0,10 0 0 0,16 0 0 0,15 0 0 0,23 0 496 16,21 0-229-16,16 0-116 0,22-1 278 0,-6 1-201 0,8 0-219 0,3 0-9 0,1 0 0 16,-1 0 0-1,14 0 0-15,-27 0 0 0,-1 0 0 0,-1 0 0 16,-4 0 0-16,-2 0 0 0,6 0 0 0,-30-3 0 0,-3 1 0 15,-9 1 0-15,-5 1 0 0,-10-5-58 0,2 5-405 16,-25-5 215-16,-9 3 103 0,-9 0 52 0,-9-1 40 16,-11 2 14-16,-1-2-10 15,-2 2-107-15,-16-1 58 0,-8-3 31 0,-6 2-1 0,-4 0-529 0,-7-1 271 16,5 2 150 0</inkml:trace>
  <inkml:trace contextRef="#ctx0" brushRef="#br0" timeOffset="-71713.75">10563 9515 1465 0,'0'-9'0'31,"0"1"0"-31,4 3 0 47,5-3 0-47,8 2 0 0,6 3 145 16,8 1-55-16,6 2-27 0,9 0 420 0,7 0-215 0,-4 8-120 0,-3 6 57 0,-1 1-85 0,-6 3-43 0,-6 2 1 0,0 2-146 0,-14 0 48 0,-11-3 27 0,-3 3 0 0,-5 1-100 0,-5 0 63 0,-12-2 42 0,-9-3-15 0,-6-2-1 0,-4 1 40 0,-2-6-67 0,-1-5 6 0,-5 6-7 0,4-10-1 0,2 4-166 0,-1-5 93 0,2 2 39 0,1-3 25 0,-1 0-422 0,12 0 219 15,6 0 105 1,7 0 52-16,12-7-408 0,0-5 231 0</inkml:trace>
  <inkml:trace contextRef="#ctx0" brushRef="#br0" timeOffset="-71530.57">11264 9457 1842 0,'5'-4'0'0,"-2"1"0"0,0-1 0 0,-3 3 0 0,0 1 0 0,-4 0 0 0,-8 0 261 0,-7 12-116 0,-4 3-56 0,0 4 413 0,-2 1-234 0,3 1-116 0,2 3-50 0,4-2 330 16,9 1-294-16,3 2-138 0,4 0 0 0,11-2 0 0,16 2 0 0,9-8 0 0,10-5 0 15,5 0 0 1,3-3 0-16,4-3 0 0,5-3-590 0,-7-3 174 0,-3 0 224 0</inkml:trace>
  <inkml:trace contextRef="#ctx0" brushRef="#br0" timeOffset="-70075.46">9388 8568 1620 0,'-5'0'0'0,"2"0"0"0,-3 0 0 0,4 0 0 0,-1 0 0 0,2 0 0 0,1 8 0 0,0 8 0 0,0 10 438 16,0 3-205-1,0 9-98-15,0 6-49 0,1 9 85 0,1 5-67 0,-1 11-25 0,1-9-35 0,1-2-8 0,-2-2 1 0,1-5-279 16,-1-8 139-16,0 1 80 0,2-18 24 0,-1-5-473 15,1-8 249-15,0-8 55 0,2-5 85 0,-1 0-528 16,1-5 291-16</inkml:trace>
  <inkml:trace contextRef="#ctx0" brushRef="#br0" timeOffset="-69771.01">9544 8790 1679 0,'0'-2'0'0,"0"-1"0"0,0 3 0 0,0 0 0 0,0 0 0 0,0 0 0 0,2 12 0 0,-2 2 290 0,2 6-127 0,1 3 45 0,-2 4-86 0,1 5-33 16,-1-1-10-16,0 1-9 0,1-3-1 0,-1-2-32 16,3-3 0-16,-1-4-116 0,1-6 53 0,-2-5 31 15,4-7 1-15,-1-2-84 0,4-2 66 0,-1-14 20 16,3-9 14-16,1-5-19 0,-1-1 24 16,5 0 30-16,-1 0-54 0,-2 2 6 15,-1 8-1-15,3-2 62 16,-5 8-29-16,0 0 17 0,2 4 0 0,-3 8 90 0,-2 3-44 0,1 0-34 15,-2 8 1-15,-2 9 53 0,-1 4-34 0,-1 4-9 0,0 1-68 16,0-1 0-16,-2 3 23 0,0-3-307 16,2 1 162-16,-2-3 69 15,0-5 32-15,1 0-285 0,0-3 127 0,1-2 84 0,1-2-7 16,4-5-600-16,1-4 327 0,3-2 162 0</inkml:trace>
  <inkml:trace contextRef="#ctx0" brushRef="#br0" timeOffset="-69580.67">10039 8594 1683 0,'-8'0'0'0,"1"0"0"0,-1 0 0 0,0 0 0 0,-1 0 0 0,2 9 337 0,0 6-155 0,0 6-73 0,4 5 301 0,3 7-187 16,0 3-93-16,0 9-37 15,0-3 79-15,8 2-68 16,7 1-34-16,5-5 1 0,1 3-110 0,0-14 34 0,2-2-1 0,0-8-430 15,-2-2 237-15,-2-5 117 0,2-1-522 0,-6-10 258 16,-2-1 171-16,-3 0-14 0,-1-7-420 0</inkml:trace>
  <inkml:trace contextRef="#ctx0" brushRef="#br0" timeOffset="-69361.8">10229 8584 1201 0,'0'-1'0'0,"0"-3"0"0,0 1 0 0,0 1 0 0,0 2 0 0,0 0 0 0,4 15 701 0,3 4-332 31,-1 9-167 16,1 7 262-47,-3 1-219 0,3 4-104 0,-2 4-52 0,-2 4 32 0,4-1-42 0,-4 6 9 0,-3-11-51 16,2-1-382-16,-2-5 191 0,0-8 95 0,0-3-278 0,0-4 197 0,0-13 83 0,0-4 47 0,0-4-886 0,0-1 430 0</inkml:trace>
  <inkml:trace contextRef="#ctx0" brushRef="#br0" timeOffset="-69222.25">10341 8837 1709 0,'0'-6'0'0,"0"1"0"0,0-1 0 16,2 1 0-16,0-1 0 0,4 3 0 0,4 2 374 0,2-2-169 0,4 3-84 16,2-3 208-16,5 3-137 0,0 0-82 0,1 0-37 15,3 0-280-15,1 3 122 0,-3 4 61 0,4-2-646 0,-9-1 346 16,-1 1 176-16,-3 0 87 15</inkml:trace>
  <inkml:trace contextRef="#ctx0" brushRef="#br0" timeOffset="-69050.62">10528 8562 1679 0,'-7'0'0'0,"1"0"0"0,2 0 0 0,-2 3 0 0,3 0 0 0,2 5 0 0,1 5 0 0,0 1 0 0,0 11 668 0,1 8-315 0,8 4-159 0,-1 9 266 15,1 1-216 1,-2 5-104-16,-1 0-52 0,0-3-235 0,-3 0 91 0,0 1 56 0,-1-11-310 16,0-7 173-16,-2-3 87 0,0-5 43 0,0-1-790 15,0-10 307-15</inkml:trace>
  <inkml:trace contextRef="#ctx0" brushRef="#br0" timeOffset="-67620.34">11194 8579 506 0,'0'0'0'0,"0"-2"0"0,0 1 0 0,0-1 0 0,0 0 235 0,0-4-100 0,0 2-49 0,1-1-15 16,1-1 50-16,1-2-42 0,-2 0-1 0,0-2-1 16,0-1-32-16,1-3-8 0,0-1-39 0,-1 0 39 15,1 1-1-15,-2-3 1 0,0-1-4 0,0 0 3 16,0 1 1-16,0 1-1 0,-3 0 14 0,-2-1-14 15,-2 0 10-15,-1 4-10 16,2 1 39-16,-3 0 0 0,1 1-39 0,-2 4 40 16,2-1 9-16,0 3-48 0,0 1 72 0,0 3-36 0,-1-1-1 15,3 2-35-15,-2 0 55 0,2 0-32 16,1 5-1-16,1 8-22 0,0 5 32 0,1 4 0 16,1 5-24-16,2 1-8 15,0 7 136-15,0 4-68 0,0-1-35 0,0 7 39 0,0 5-27 16,2-2-9-16,0 3 29 0,-1 4-33 0,3-1 0 0,-2 2-33 15,-1 8-62-15,-1-11 27 0,0-2 0 0,0-3 35 16,0-2-167-16,0-5 83 16,-5 4 52-16,0-16-9 0,-3-3-282 0,-1-6 148 0,1-7 39 15,0-5-326-15,-1-2 181 16,1-6 109-16,-1 0-105 0,1-6 102 0,-3-8 51 16,3-3 26-16,-1-3-411 0,0 1 223 0,1-5 107 15,0-3 53-15,1-4-286 0,-8-5 160 16</inkml:trace>
  <inkml:trace contextRef="#ctx0" brushRef="#br0" timeOffset="-67467.39">10828 8764 1049 0,'-9'-15'0'0,"2"2"0"0,3-1 0 0,2 6 0 0,0 1 0 0,2 2 0 16,0-1 0-16,5 3 432 0,9-2-188 0,2 3-108 0,4 1-50 0,0 1 311 0,2 0-180 0,3 0-90 16,1 0 135-16,-5 3-118 0,2 4-54 0,0 1-373 0,2 2 159 15,0-1 81-15,2 3 48 0,-7 0-284 16,0-1 158-16,-2 0 78 0,0 0 41 0,1-2-742 15,0 0 307-15</inkml:trace>
  <inkml:trace contextRef="#ctx0" brushRef="#br0" timeOffset="-67058.55">11354 8614 1825 0,'-7'0'0'0,"-1"0"0"0,0 0 0 0,0 0 0 0,1 4 0 0,-4 5 0 0,2 4 0 0,-1 4 352 0,3 4-158 0,-1 0 328 0,3 6-243 0,2 1-121 0,-1 3-52 0,4 0-39 0,0-3 0 0,0 2-31 0,7-3 1 0,3 0 105 0,1-5-57 125,1-4-24-125,1-5-61 0,-2-1-595 0,1-3 285 0,1-3 182 0,-3-6-700 0,-1 0 403 0,0 0 161 0,-1-7-286 0,1-7 256 0,-4 0 120 0,1-3 74 0,-4-3-50 0,-1-3 75 0,2 1 37 0,-1-1 38 0,-2-5 0 0,0 8 0 0,0-3 0 0,0 8 0 0,0-2 132 0,0 5-103 16,0-5-42-16,0 7 432 0,2 3-228 0,1 1-29 0,2 0 338 0,5 4-231 0,0 0-106 0,2 2-69 0,4 0 185 0,1 2-122 62,-2 7-60-62,4 3-30 0,0 1 77 0,-2 4-59 0,-3-1-24 0,-1 2 0 0,-4 1 0 0,-3 1-24 0,-1 4 8 0,-3-3-38 0,-2-2 30 0,0 1-1 0,-7-1-39 0,-6-2-1 0,0 2 49 0,-3-8-8 0,-3 0-104 0,-1-4 52 16,1 0 26-16,-2-4-12 15,-3 0-279-15,5-3 128 0,1 0 77 0,-1 0 19 0,4-5-150 16,2-5 69 0,-1-4 50-16,8 1-359 0,4-5 204 0,2-4 103 0,0-2-375 0</inkml:trace>
  <inkml:trace contextRef="#ctx0" brushRef="#br0" timeOffset="-66866.76">11624 8636 1626 0,'3'0'0'0,"-1"0"0"0,-1 0 0 0,1 0 0 0,0 0 0 0,-2 0 0 0,0 1 0 0,0 11 0 0,-5 0 641 0,-1 6-302 0,-3 2-152 0,2 5-66 0,2-2 363 0,1 3-224 0,2 3-111 0,2-2-57 0,0 4-60 0,2 0-32 0,6-7 0 0,4 0 0 0,4-2 0 0,0-4 0 0,0-4-414 0,6 0 184 0,-4-7 129 0,-2-6 69 16,1-1-725-16,-3 0 364 0,0-1 162 0,-1-5 87 15,-5-1-356-15,1-4 232 0,-4-1 115 0,-1-2-219 16</inkml:trace>
  <inkml:trace contextRef="#ctx0" brushRef="#br0" timeOffset="-66712.22">11834 8857 882 0,'2'-4'0'0,"-1"1"0"0,1 0 0 0,0 0 0 0,-1 2 0 0,1-2 0 0,-1 3 377 0,1 0-171 0,0 0-85 0,0 0 240 16,-2 7-163-16,0 3-72 0,0 4-49 16,0 1 128-16,0 2-85 0,0 3-43 0,-6 1-67 0,0-1 26 15,-1-3-1-15,-3 4 0 0,2-4-228 0,-3 0 114 16,-1 0 67-16,2-5 18 15,1-4-461-15,-2-1 243 0,2-4 48 0,3-3-487 16,-1 0 298-16</inkml:trace>
  <inkml:trace contextRef="#ctx0" brushRef="#br0" timeOffset="-66358.39">11913 8673 1967 0,'10'-6'0'0,"-2"4"0"0,2 1 0 0,2-2 0 0,-1 3 0 0,3 0 0 0,1 0 0 0,1 0 243 0,1 3-104 0,-2 5-51 15,0 1-13-15,0 3 1 16,-1 2-31-16,-4-1-9 0,-1 1-233 0,-3 2 117 16,-4 2 58-16,-2-1-212 0,0 4 144 0,-5-1 58 15,-10-3 33-15,-3 1 34 0,-2-2-16 16,-3 0-69-16,-1 1 396 16,3-6-191-16,1 0-77 0,3-4-45 0,1 0 403 0,6-2-199 0,-2 0-92 15,6-4-59-15,4 2 32 0,2-3-41 16,0 0 0-16,2 0-74 0,11 0 42 0,3 0-9 0,4 0 0 15,2 0-182-15,0-3 90 0,4-2 56 110,-5 3-485-110,2-4 240 0,-2 1 135 0,0 1 6 0,-1-1-581 0,1 0 316 0,-4 0 171 0,-5 0 81 0,2-1-255 0</inkml:trace>
  <inkml:trace contextRef="#ctx0" brushRef="#br0" timeOffset="-66212.2">12225 8711 1071 0,'2'-1'0'0,"0"-2"0"0,1 1 0 0,1-1 0 0,0-1 0 0,0 2 95 0,4 2-30 0,0 0 1 0,0 0 296 15,1 0-163-15,2 9-72 0,-3 0 103 0,0 6-97 0,0 0-48 0,-6 2-24 0,0 4 22 0,-2 2-15 16,0 0-8-16,0-1-24 0,-11 2-25 0,-1 0 25 16,-4-2 0-16,0 2-78 0,-2-7 34 15,0-2 1-15,0-5 43 0,0-3-292 0,0-2 143 16,1-2 41-16,4-3-480 0,5-3 235 0,4-11 143 0,4-7 59 15</inkml:trace>
  <inkml:trace contextRef="#ctx0" brushRef="#br0" timeOffset="-66041.81">12394 8678 1542 0,'0'0'0'0,"0"0"0"0,0 0 0 0,0 1 0 0,0 3 0 0,0 3 0 0,0 2 0 0,-3 5 731 0,-2 5-348 0,-1 6-165 16,-1 3 246-16,5 2-214 0,0 2-107 0,2 1-53 15,0 0-24-15,0 4-22 0,4-11-44 16,7-1-271-16,2-7 119 0,2-1 94 0,1-7 47 0,3 0-633 0,-1-10 335 16,-5 0 152-16,2 0 93 15,-2-10-754-15,-2-2 391 16</inkml:trace>
  <inkml:trace contextRef="#ctx0" brushRef="#br0" timeOffset="-65847.21">12559 8690 2057 0,'-2'-7'0'0,"1"2"0"0,-1-2 0 0,2 1 0 0,0 5 0 0,0-2 0 0,0 3 0 0,2 0 555 0,3 3-251 0,1 6-138 0,2 6 95 0,-2 2-113 15,1 2-56-15,-2 1-28 0,-2 4 77 16,1-2-57-16,-3 2-25 0,-1-1-59 0,0 0-109 0,0 3 52 16,0-3 41-16,-6 0-426 0,-2-3 239 15,-3 2 119-15,2-3 60 0,-2-2-702 0,-2-3 324 16,2-6 183-16,-1-4-152 0,3-4 168 0,2 0 83 0</inkml:trace>
  <inkml:trace contextRef="#ctx0" brushRef="#br0" timeOffset="-65680.15">12660 8569 995 0,'10'-1'0'0,"0"-2"0"0,3 0 0 0,2 3 0 0,-2 0 318 0,2 4-141 0,2 9-70 0,2 6-36 0,-3 3 761 0,4 8-389 0,-5-1-208 0,-2 5 357 16,-1 3-431-16,-6 4-161 15,-2 1 0-15,-3 6 0 0,-1-6 0 0,-7-1 0 0,-7-3 0 0,-6-4-24 16,-2-2-38-16,-5 1 56 0,-1-11-383 0,-1-5 211 16,-4-1 107-16,0-3 38 15</inkml:trace>
  <inkml:trace contextRef="#ctx0" brushRef="#br0" timeOffset="-62651.77">8129 9752 1598 0,'-2'0'0'0,"2"0"0"0,-1 0 0 0,-2 0 0 0,1 0 0 0,-1 0 0 0,2 0 0 0,-1 0 98 0,0 0-35 15,-2-7 0-15,2-4 48 0,1-1-37 0,1-6 0 16,-2-3-27-16,2-5 27 15,0-5 0-15,2-5-36 0,7-10-1 0,5-5 44 16,9-11 9-16,1 3-52 0,7-1 54 0,2-8-28 0,5 3 1 16,5 0 18-1,6-6-35-15,-6 18-10 0,1 3 0 0,-3 11 11 0,-5 9-11 0,-3 9 0 0,1 0 9 16,-9 18-56-16,-1 0 23 0,-1 3 0 16,2 0 24-16,0 5-38 0,6 5 10 0,-4-1 20 15,-1 4-31-15,2-2 24 16,2-1 6-16,3 4-10 0,-7-3 29 0,-1 1-27 0,-2 0 3 0,-4-3 4 31,1 3-4-31,-3 1 8 0,-5-1-8 0,-4-2-54 0,-1-3 27 0,-2 2 3 0,-3-3 24 16,1 0-226-16,-3-3 105 0,0-1 43 0,0-2-373 15,0 3 188-15,-3-3 106 0,-4 2-434 16,0-2 270-16,-1 1 129 0,-2-1 65 0,0 2-230 16</inkml:trace>
  <inkml:trace contextRef="#ctx0" brushRef="#br0" timeOffset="-62431.13">8756 9083 1119 0,'-16'0'0'0,"-3"0"0"0,8 0 0 0,0 0 0 0,3 0 0 0,2 0 0 0,3 0 0 0,2 0 658 16,1-1-315-16,3 1-152 0,12-2 263 0,6-2-209 16,6 1-103-16,2-1 233 0,2 2-174 0,3-2-81 15,-3 2-41-15,2 1-133 0,-1-1 46 0,3 2 9 0,-8 0 37 16,-2 0-168-16,-1 0 84 31,-1 0 42-31,-4 0-1 0,1 0-429 0,-10 3 204 0,0-1 130 0,-6 0-658 0,-1 0 360 16,-1-2 170-16,-2 0-355 15,0 0 273-15</inkml:trace>
  <inkml:trace contextRef="#ctx0" brushRef="#br0" timeOffset="-62236.29">8999 8673 1607 0,'-2'0'0'0,"0"0"0"0,-1 0 0 0,2 0 0 0,1 0 0 0,0 5 0 0,0 3 432 0,0 5-198 0,1 7-98 0,7 0 432 0,3 9-265 0,-2 2-123 0,5 7 100 0,-6-1-121 0,4 1-127 0,-2 0-32 31,0-4-246-15,0 4 84-16,0-11 95 0,-4-3 53 0,0-4-898 0,0-4 475 0</inkml:trace>
  <inkml:trace contextRef="#ctx0" brushRef="#br0" timeOffset="-61258.85">13441 9605 1452 0,'-11'-4'0'0,"4"1"0"0,0 2 0 0,4-2 0 0,0 2 0 0,3 1 0 0,0 0 0 0,1 0 460 0,13 0-211 0,4 0-105 15,5 4-53-15,2-1 228 0,1-2-144 0,2 3-69 0,2-2-33 0,-2-2-49 32,0 1 14-32,3-1 11 0,-3 0-143 0,0 0 66 0,-1 0 34 0,-3 0-468 31,0 0 260-31,-5 0 116 0,-3 0 62 0,-6 2-791 16,-3 0 389-1</inkml:trace>
  <inkml:trace contextRef="#ctx0" brushRef="#br0" timeOffset="-61095.01">13513 9897 2653 0,'-12'3'0'0,"-1"1"0"0,6 2 0 0,1-1 0 0,5 2 0 0,1 1 0 0,0-2 0 0,9 2 0 0,13-1 366 16,6-5-164-16,6 1 109 0,7-3-126 0,2 0-78 0,-1 0-34 0,2 0-39 16,-2-2-34-16,-1-1 0 0,5-3 0 15,-12 0-152-15,-2-1-24 0,-6 2 107 0,-3 0 54 0,-8 0-553 16,-3 1 313-16,-8 3 49 0,-4-1-601 0,0 2 384 15,-4 0 192-15</inkml:trace>
  <inkml:trace contextRef="#ctx0" brushRef="#br0" timeOffset="-59206.91">14655 9776 856 0,'-11'0'0'15,"5"0"0"-15,-1 0 0 0,1 3 0 0,0 0 0 0,1 1 0 0,1-1 0 0,4 2 332 32,0 4-148-17,0-1-73-15,10 4 236 0,6 0-155 0,6 0-68 0,4-1 54 0,5 0-70 0,4-4-36 0,1 3 1 0,1-3 71 16,3-3-44-16,-7-2-36 0,0-1 0 0,0-1-34 0,-4 0 8 0,-1-1 0 0,3-8 8 15,-8-2-76 1,-7-4 34-16,0 0 0 0,-5 1-99 0,-2-4 67 0,0-2 42 0,-7 2-137 0,-2-3 71 0,0 3 17 47,0 0-1-47,-11-5-6 0,-1-1-1 0,-4 2 5 0,1 2 30 0,-6-3-10 0,0-2 4 0,-1 1-14 31,-5-2 6-31,2 6 45 0,-1 3-40 0,-2 1 1 0,0 8 56 16,-3 5-23-16,-5 3-3 0,4 0 72 0,-3 22-45 0,0 8-17 0,-1 8 0 0,5 11 68 15,-4 4-32-15,15 3-27 0,2 1 21 0,9 5 198 0,6-1-111 0,3-2-37 16,8 4-18 0,16-20 113-16,12-4-81 0,3-5-73 15,9-5-45-15,7-7 0 0,6-2 0 0,-6-13 0 0,-1-4 0 0,1-3 0 16,0 0 0 0,3 0-437 15,-17-8 150 0,-2-3 152-31,-2 0 35 0,-4-1-410 0,-2 3 223 0,5 0 116 0</inkml:trace>
  <inkml:trace contextRef="#ctx0" brushRef="#br0" timeOffset="-58653.28">15725 8550 1167 0,'-9'-14'0'15,"1"3"0"-15,2 2 0 0,3 7 0 0,1-1 0 0,2 3 0 0,0 0 0 0,0 5 377 0,0 14-161 0,0 6-94 0,2 6-42 0,4 3 303 0,0 7-173 0,-1 4-87 0,1 5 176 16,-1 0-136-16,0 1-63 0,-2 5-21 47,0 4 0-47,-1-2-42 0,0 8 9 0,0-11-218 0,-2-4 104 0,0-2 53 0,1-6 25 0,-1-3-386 0,2 2 216 0,-2-13 84 31,1-9 55-31,1-5-627 0,0-4 305 16,-1-4 144-16,2-7-322 0,2 0 242 0,3-11 121 31</inkml:trace>
  <inkml:trace contextRef="#ctx0" brushRef="#br0" timeOffset="-58528.29">15950 9063 1312 0,'1'-12'0'0,"4"6"0"0,-4 0 0 0,2 2 0 0,-1 1 0 0,-1 2 280 0,3-2-112 0,-1 3-70 0,1 0 168 0,-2 8-114 0,1 5-57 0,-1 1-30 15,1 3 222-15,-2 2-129 0,1-1-61 16,-1 3-30-16,-1-2-185 0,0 1 77 0,0 1 49 0,0-5-457 0,0-3 244 16,0 1 120-16,0-3-552 0,0-2 323 15,0 1 93-15,0-6 58 16,0-1-90-16,0-3 108 0</inkml:trace>
  <inkml:trace contextRef="#ctx0" brushRef="#br0" timeOffset="-58168.83">16074 8915 1420 0,'1'0'0'0,"3"0"0"15,-1 0 0-15,0 0 0 0,1 5 0 0,0 5 0 0,-1 6 0 0,0 4 0 0,-1 7 0 0,-1 4 315 0,2 5-130 0,0-2-78 0,-3 3 5 0,0-4-37 16,0-3-1 0,0-2-98-16,0-1 39 0,0-11-9 0,0-3 31 0,0-6-127 15,0-6 64-15,0-1 31 0,3 0 9 0,5-8-3 16,3-11-8-16,3-2 33 0,-1-2-61 0,4 2 10 15,0-1-8-15,0 5-2 0,2 0 88 0,-2 2-27 16,2 3-3-16,-4 3 92 0,7 1-46 0,-5 5-34 16,-3 3 20-16,1 0 64 0,-2 0-39 0,-2 11-28 0,3 2 17 15,-8 4-2-15,1 1-1 0,-4 1-39 0,0 2 0 16,-1-1-4-16,-1 2 13 0,-1-10-9 16,0 1-102-16,0-2 50 0,0-5 27 0,0-1-204 15,3-3 107-15,0-2 52 31,3 0 7-31,1 0-65 0,2-7 33 0,0-2 28 0,2 1-16 0,-3 2 33 0,3-1-21 0,-2 4 14 16,1 1-26 0,0 2-2-16,2 0-18 0,-4 0 39 0,0 5-219 0,-3 8 104 0,0 1 53 0,0 0-397 0,0 1 216 15,-4 1 121-15</inkml:trace>
  <inkml:trace contextRef="#ctx0" brushRef="#br0" timeOffset="-57766.49">15482 9527 1797 0,'-9'-5'0'0,"0"2"0"0,4-1 0 0,-2 1 0 0,7 2 0 0,0 1 0 0,0 0 0 0,5 0 248 15,9 1-106-15,0 7 25 0,3 2-70 0,1 2-30 31,-1-1 0-31,-2 3-45 0,2 2 25 0,-2-2-10 0,-3 0 0 0,-3 1-139 0,-1-2 69 0,0 4 35 16,-5-1-94 0,-2-1 60-1,-1-1 35-15,-1 0-1 0,-11-1 35 16,-3-2-60-16,-3-3 6 0,-1 0-288 0,-1-6 145 0,0-2 42 0,1 0 47 0,0 0-281 0,2-1 149 0,8-15 96 0,4-1 31 16,5-5-297-16,0-4 168 0</inkml:trace>
  <inkml:trace contextRef="#ctx0" brushRef="#br0" timeOffset="-57611.94">15727 9422 2148 0,'8'0'0'0,"-1"0"0"0,1 0 0 0,-2 1 0 0,-2 7 0 0,-1 6 0 0,-2 4 0 0,1 4 0 0,-1 4 0 0,1 0 355 0,1 1-159 0,-2 2-80 0,6 0 232 0,1-3-155 0,6 1-69 0,-2-8-265 0,4 1 89 0,4-6 45 0,2-2-1 0,-1-5-228 15,3 1 145-15,-4-8 60 16,0 0 33-16,-2 0-686 0,-3-8 253 0,-2 0 214 0</inkml:trace>
  <inkml:trace contextRef="#ctx0" brushRef="#br0" timeOffset="-57446.88">15935 9542 1757 0,'-9'0'0'0,"0"0"0"0,4 0 0 0,0 0 0 0,1 0 0 0,4 0 0 0,0 0 0 0,0 0 261 0,4 0-112 0,9 0-56 16,2 2-135-16,-2-2 35 0,4 0 0 15,2 3 44-15,-2-3-233 0,0 0 117 0,2 0 67 16,-2 0-664-16,-2 0 333 0,-1 0 166 16</inkml:trace>
  <inkml:trace contextRef="#ctx0" brushRef="#br0" timeOffset="-57261.31">16119 9440 730 0,'0'0'0'0,"0"-7"0"0,0 3 0 0,0 3 0 0,0-4 0 0,2 4 0 0,1-1 218 0,3 2-81 0,3 0-55 0,-1 0 41 15,3 2-43-15,2 5 0 0,-1 4-43 0,2-1-27 16,-1 3 27-16,-2 0 0 0,1 0 0 0,-3 2-36 0,-4 1 0 31,0 1 45 1,-3-1-96-32,-2-1 44 0,0 0-1 0,0 0 44 0,-8-2-177 0,0 0 57 0,-2-3 46 0,0-2-226 0,2-2 112 0,0-3 70 0,0-3 7 0,5 0-270 0,3-2 154 0</inkml:trace>
  <inkml:trace contextRef="#ctx0" brushRef="#br0" timeOffset="-57033.29">16334 9496 480 0,'7'7'0'0,"0"-1"0"0,0 0 0 0,-1 5 0 0,3-2 0 0,-1 3 470 15,0 2-217-15,1-1-108 0,1 1-54 0,2-1 224 0,2 4-131 0,0-7-79 0,2 1 8 16,2-1-39-16,0-6 1 16,0 0-82-1,4-4 11-15,-3 0 32 0,-2-1 0 0,0-9-173 0,-3-4 88 0,-3-6 42 0,1 2 10 16,-9-1-110-16,-1 1 73 0,-2-2-16 15,0 2 35-15,-11 2-29 0,-3-2 0 0,-2 4-12 0,-2 3 125 16,-4 3-46 0,1 2 0-16,0 3-37 0,-2 0-23 0,3 3 36 0,5 0-4 0,3 0-100 31,1 5 50-31,5 3 18 0,1 0 34 0,5 0-480 0,0 2 225 0</inkml:trace>
  <inkml:trace contextRef="#ctx0" brushRef="#br0" timeOffset="-56716.43">16991 9157 1572 0,'-10'-1'0'0,"1"-5"0"0,4 5 0 0,3-3 0 0,2 3 0 0,0 1 0 0,8 0 0 0,10 0 406 0,9 0-190 16,9 0-89-16,6 5 165 0,11-2-127 15,6 0-65-15,14-2-22 0,8-1 178 0,13 0-109 0,9 0-56 16,7 0-42-16,4 0-13 16,11-4 10-16,-15-1-9 0,-4-2-55 0,-3-1 28 0,0 1-1 15,-5-3 28-15,13 1-158 0,-28 4 74 0,-4-2 41 16,-10 4-247-16,-4 2 139 0,-11 1 22 0,0 0 48 16,-20 0-97-16,-5 0 58 0,-7 1-2 15,-10 5-75-15,-5-4 61 0,-3 1 23 16,-4 1 7-16,-11-1-209 0,-8 2 120 0,-7-4 60 0,-2 5 31 15,-6-1-250-15,-1 0 144 0</inkml:trace>
  <inkml:trace contextRef="#ctx0" brushRef="#br0" timeOffset="-56420.08">17848 9375 1420 0,'-4'0'0'0,"-1"0"0"0,5 0 0 0,0 0 0 0,0 0 0 0,12 6 0 0,7-1 0 0,5 3 350 0,4 2-157 16,6 0-80-16,0 2-30 0,-3-1 17 0,2 2-33 16,0 1 0-16,-5 3-92 15,-6-2 30-15,-1 4 9 0,-12-4-94 0,-7 2 58 0,-2 0 28 16,-14 4 0-16,-10-3-1 0,-9 1 8 0,-3-2 22 16,-6-5-11-16,-3 2-33 0,-2-3 1 15,0-2 24-15,-4 0-32 47,10-4-198-47,4 0 99 0,6-5 56 0,6 0-118 0,9 0 82 0,5-11 29 0,11-1-356 0,9-6 194 0,18-6 97 31,6 4 48-31,9-2-274 0,3-6 152 0,5 3 90 0</inkml:trace>
  <inkml:trace contextRef="#ctx0" brushRef="#br0" timeOffset="-56301.25">18238 9399 771 0,'35'-17'0'0,"-1"3"0"0,-11 7 0 0,2 0 0 0,-19 6 0 0,-4 1 0 0,-2 0 232 0,0 3-98 0,-14 6-50 0,1 8 421 0,-7 3-240 0,-2 1-114 16,-3 3-59-16,2 3 351 0,1 0-204 0,2 4-93 0,6-4-60 15,4-3 148-15,6 3-99 0,4-3-50 0,0-1-184 16,3 2 75-16,17-8 26 0,7-1-213 16,7-8 124-16,5-3 60 0,3-5 31 0,8 0-725 0,-7-2 366 15,2-13 91-15</inkml:trace>
  <inkml:trace contextRef="#ctx0" brushRef="#br0" timeOffset="-55667.81">16702 8290 661 0,'0'-2'0'0,"0"0"0"0,0-1 0 0,-3 1 0 0,3 0 0 0,-2 0 0 0,2-1 154 0,-1 1-59 0,1 2 207 16,-2-1-133-16,2 1-65 0,0 0-24 0,0 0 155 15,0 6-98-15,0 7-50 16,0 7-24-16,0 5 96 0,0 6-65 0,0 5-28 0,0 5 0 0,0 1-63 0,0 4 35 16,0 7 10-16,0-5-221 0,0-1 106 15,0-2 53-15,-1-4-380 0,1-4 186 0,0 5 121 16,0-12 4 15,0-9-428 47,0-1 231-62,0-7 121-16,0-6 60 0</inkml:trace>
  <inkml:trace contextRef="#ctx0" brushRef="#br0" timeOffset="-55440.15">16865 8615 1272 0,'0'5'0'0,"0"-3"0"0,0 1 0 0,0 4 0 0,0 1 0 0,0 2 0 0,0 1 0 0,0 3 151 0,0 1-57 0,0 2 179 0,0 0-117 0,0 3-50 0,2-3-39 0,0 0-65 0,-1-5 36 0,1 0 0 16,-1 0 0-16,-1 0-69 0,2-7 30 0,-2-3-1 15,0 3 40-15,0-5 29 0,2 0-29 0,-1 0 9 16,1-7-43-16,4-4-12 16,0 0 43-16,5-4 3 0,0 3-12 0,4-2-7 0,0 3 4 0,0 3 49 15,0 2-1-15,1 1-31 0,1 1-1 0,0 2 25 16,-4 2 1-16,2 0-21 0,-4 12-6 0,-1 1 12 16,3 4-3-16,-9 3-9 15,-1 2-74-15,-2 1 37 0,-1 0 1 0,0 0-63 16,0-2 53-16,0-4 10 0,-4-4 1 0,-3 0-310 15,1-6 155 1,0 0 59-16,0-1 44 0,1-4-426 0,0-2 218 0,2 0 110 0,1 0 54 0,1-3-359 16,1-8 197-16</inkml:trace>
  <inkml:trace contextRef="#ctx0" brushRef="#br0" timeOffset="-54968.48">17387 8388 1234 0,'-9'-4'0'15,"1"-1"0"-15,2 4 0 0,-5-3 0 0,2 4 0 0,-4 0 0 0,2 4 0 0,-1 11 0 0,-1 6 401 0,1 3-183 0,3 6-90 0,-1 5 197 0,5 0-148 0,5 3-71 16,0 4-34-16,0 1 82 16,5-2-59-16,9 4-19 0,3-7-10 0,4-3-101 0,4-5 36 0,-1-1 1 15,2-7-337-15,4 5 196 16,-5-11 83-16,-2-6 46 0,0-3-614 0,0-4 308 15,0-1 71-15,-4-2-294 0,-3-5 251 0</inkml:trace>
  <inkml:trace contextRef="#ctx0" brushRef="#br0" timeOffset="-54682.02">17620 8457 1700 0,'0'2'0'0,"0"-2"0"0,0 3 0 0,0 0 0 0,0 0 0 0,0 5 0 0,0 1 0 0,0 6 387 0,0 3-175 0,0 6-78 0,4 0 202 16,-3 6-150-16,1-1-74 0,0 5-37 0,-1-3-92 0,1 8 37 0,-2-10-10 0,0 1 27 16,0-2-449-16,0-1 225 0,0-1 121 0,0-9-599 0,0-2 285 0,0-6 190 0,0-4-11 0,0-2-163 15</inkml:trace>
  <inkml:trace contextRef="#ctx0" brushRef="#br0" timeOffset="-54533.98">17710 8672 1433 0,'6'-7'0'0,"-1"-1"0"0,1 2 0 0,2 0 0 0,4 0 0 0,-1 0 0 0,3 4 0 0,5-1 172 16,2 2-67-16,4-1-34 0,5 1 223 0,-1 1-133 0,1 0-61 0,0 0-32 16,-1 0-167-16,0 3 68 0,2 1 44 0,-9 1-452 15,-2-1 238 1,-7 1 118-16,0-1-591 0,-7-2 327 0</inkml:trace>
  <inkml:trace contextRef="#ctx0" brushRef="#br0" timeOffset="-54357.11">17965 8438 776 0,'-3'0'0'0,"0"0"0"0,0 0 0 15,-1 0 0-15,-1 3 250 0,5 5-111 0,0 4-51 0,0 4-25 16,0 6 456-16,0 5-231 0,0 4-131 0,0 1 16 16,0 6-68-16,0 0-33 0,0 2-1 0,0 2-355 15,0-4 156-15,0-5 83 0,0 2-586 0,0-3 324 16,0-4 162-16,0 3 86 0</inkml:trace>
  <inkml:trace contextRef="#ctx0" brushRef="#br0" timeOffset="-54102.3">18464 8307 1927 0,'-6'-17'0'0,"-1"5"0"0,-1 1 0 0,-1 5 0 0,1 5 0 0,1 1 0 0,-5 0 312 0,5 3-138 0,-1 8-59 16,2 10 200-16,1 4-140 0,1 7-68 0,2 6-35 16,1 5 89-16,-1 9-53 15,2-4-40-15,0 2 36 0,0 0-34 16,0 2 0-16,0 1-193 0,0 3 89 0,0-7 31 0,0-6 0 16,-1 1-352-16,-6-5 196 15,-1 6 107-15,-1-16 6 0,-2-4-607 0,2-7 287 0,-2-5 165 16,0-6 81-16,-2-2-461 0,3-5 277 0,-3-2 133 15</inkml:trace>
  <inkml:trace contextRef="#ctx0" brushRef="#br0" timeOffset="-53964.03">18123 8650 1324 0,'0'-10'0'0,"0"-2"0"0,1 4 0 0,1-2 0 0,3 3 0 0,3-2 0 0,2 4 239 0,3 5-101 0,4 0-51 0,3 0-26 16,4 0 0-16,2 2-16 0,0 6-9 0,1 1 45 15,-1 3 0-15,1 0-45 0,-4 0 1 0,5 1-756 16</inkml:trace>
  <inkml:trace contextRef="#ctx0" brushRef="#br0" timeOffset="-53788.85">18604 8560 1459 0,'0'0'0'0,"-3"0"0"0,-3 0 0 0,0 1 0 0,1 4 0 0,0 1 0 0,-1 6 697 0,1 2-322 0,-1 2-174 0,2 3-82 16,-1 3 112-16,2 2-97 0,-1 4-49 0,1 1-16 16,3-4-393-16,0-1 179 0,0-3 91 0,0-1-665 15,0-6 378-15,0 3 197 0,2-9-669 16</inkml:trace>
  <inkml:trace contextRef="#ctx0" brushRef="#br0" timeOffset="-53586.17">18737 8650 872 0,'9'-1'0'16,"0"-1"0"-16,1 2 0 0,3 0 0 0,-1 0 213 0,4 0-80 0,-3 2-52 0,0 6-1 15,1 1 265-15,-2 3-155 0,-2 0-77 0,2 3-29 16,-7 0-3-16,-2-1-45 0,-3 2 0 0,0 2-118 0,-3-1 58 16,-10 0 40-16,-4-4-156 15,-3 0 87-15,-2-3 45 0,-5-3 0 0,3 1-275 16,-6-4 123-16,5-4 80 0,5 0-12 0,-1 0-108 15,5 0 85-15,3-7 25 16,2-5 17-16,7-5-261 0</inkml:trace>
  <inkml:trace contextRef="#ctx0" brushRef="#br0" timeOffset="-53441.81">18898 8569 1779 0,'0'3'0'0,"0"-3"0"0,0 2 0 0,0 1 0 0,0 3 0 0,0 0 0 0,0 4 0 0,0 4 359 0,-2 1-166 0,-1 4 189 0,-1 1-173 0,3 3-86 0,-1 0-44 15,2 3-274-15,0-4 111 0,2 2 61 16,4-7 29-16,5 1-300 0,3-5 165 0,3 1 92 0,0-7 32 16</inkml:trace>
  <inkml:trace contextRef="#ctx0" brushRef="#br0" timeOffset="-53272.14">19110 8726 1162 0,'2'0'0'0,"-1"0"0"0,1 0 0 0,-1 0 0 0,0 0 0 0,2 0 0 0,-2 0 333 0,3 5-153 0,-3-2 337 16,1 3-240-16,-1 1-121 16,-1 2-60-16,0 3 54 15,0-1-61-15,0 1-27 0,0 3 0 0,-8 0-331 0,2 1 153 0,-4-3 85 0,0 1 29 16,2-4-254-16,-2 1 146 0,0-5 73 0,2 1-719 0,0-4 368 16</inkml:trace>
  <inkml:trace contextRef="#ctx0" brushRef="#br0" timeOffset="-53009.09">19165 8627 708 0,'6'0'0'0,"-1"0"0"0,1 0 0 0,2 0 0 0,3 0 0 0,0 0 431 16,0 0-197-16,3 0-99 0,-2 0-49 0,4 4 176 0,-2 2-104 16,0 2-65-16,-5 4-29 0,-1-2-17 15,-3 4-11-15,-4 3 0 0,-1 1-20 0,0 0-10 16,-9 2 30-16,-5-1 54 15,-3-1-27-15,-2 0 0 0,3 1-18 0,1-7 129 0,1 1-69 16,6-4-34-16,-1-2-1 0,3-2 1 0,2 2 8 0,4-2-43 0,0-5 0 16,2 0-126-16,7 0 63 0,7 0 32 0,0 0-419 15,4-5 207-15,1-2 114 0,-1-3-281 16,4 3 181-16,-2-5 45 0,1 4 52 16,-5-3-471-16,-1 3 266 15</inkml:trace>
  <inkml:trace contextRef="#ctx0" brushRef="#br0" timeOffset="-52826.93">19404 8736 838 0,'-2'-2'0'0,"-1"0"0"0,1-1 0 16,1 0 0-16,-1-1 0 0,2 3 0 0,0 0 356 0,0 0-161 0,0-2-79 0,3 3-40 0,4 0 266 0,5 0-158 15,-3 0-74-15,2 4-37 16,0 2 117-16,-2 6-76 0,1-3-31 16,-4 2-19-16,0 3-1 0,-4-1-27 0,-2 4-81 0,0 1 40 15,-3 1 9-15,-10-1 32 0,-1-1-101 0,-4 0 51 16,-2-4 25-16,-1 3 0 0,-2-4-391 0,1-5 194 15,4-2 51-15,3-5 66 0,4 0-448 0,5 0 241 16,4-9 111-16,2-8-328 0</inkml:trace>
  <inkml:trace contextRef="#ctx0" brushRef="#br0" timeOffset="-52664.75">19588 8675 2274 0,'0'0'0'0,"0"0"0"0,0 0 0 0,-2 0 0 0,-1 3 0 0,-3-3 0 0,2 3 0 0,-2 2 0 0,0 2 380 0,0 2-163 0,3-1-94 15,-1 3 198-15,3 2-142 0,1 2-72 0,0 0-35 32,1 1-34-32,7 1-2 0,6-3 0 0,0 1 0 0,5-2-396 0,-2 1 208 15,2-6 89-15,-1-1-702 0,-3-1 401 0,1-6 102 0,-4 3-606 16</inkml:trace>
  <inkml:trace contextRef="#ctx0" brushRef="#br0" timeOffset="-52473.12">19762 8644 1433 0,'5'0'0'0,"3"-2"0"0,-1 0 0 15,1 1 0-15,1 1 0 0,4 0 0 0,-4 0 511 0,2 3-237 0,0 5-120 0,-2 3-58 16,-1 3 69-16,1 1-55 0,-6 2-42 16,-1 2-3-16,-2 1 0 0,0 2-29 0,-5-2-218 15,-7 3 119-15,-2-2 45 0,-4-3 26 16,-1 0-428-16,3-5 228 0,-3-1 114 0,0-1 19 0,4-5-583 0,1-4 295 15,0-2 156-15</inkml:trace>
  <inkml:trace contextRef="#ctx0" brushRef="#br0" timeOffset="-52242.04">19995 8444 1702 0,'15'1'0'16,"3"3"0"-16,7 4 0 0,-4 3 0 0,5 6 0 0,1 2 0 0,-3 8 798 0,1 4-381 0,2 8-182 0,-12-1-103 0,1 4 267 0,-8 1-182 94,-5 3-186-94,-3-1-31 0,0 5 0 0,-22-6 0 0,-9-3 0 0,-5 1-229 0,-6-3 104 0,-3-3 80 0</inkml:trace>
  <inkml:trace contextRef="#ctx0" brushRef="#br0" timeOffset="-47469.11">20658 9561 1316 0,'-11'0'0'0,"3"-4"0"0,-1 0 0 0,7 3 0 0,2 1 0 0,0 0 0 0,0 0 439 15,2 0-201-15,9 0-91 0,3 0-60 0,4 0 145 16,4 0-98-16,0 0-48 0,3 0 171 16,0 0-114-16,-2 0-53 0,2 0-93 0,1 0 0 0,-3-2 40 15,5 1 9-15,-3-1-464 0,-5-1 227 16,-1 3 115-16,0-2 56 0,-4 2-771 0,2 0 337 15</inkml:trace>
  <inkml:trace contextRef="#ctx0" brushRef="#br0" timeOffset="-47302.75">20713 9835 2130 0,'-21'7'0'16,"-2"3"0"-16,13-1 0 0,3-2 0 0,4-2 0 0,3-2 0 0,0-3 0 0,0 6 0 0,9-3 216 0,8-2-90 0,8 1 279 0,2-2-184 0,7 0-92 0,2 0-37 15,-2 0 54-15,0 0-54 0,0 0-28 0,0 0 1 0,-1 0-444 16,3 0 218-16,-6 0 94 16,1-2 52-16,-4 2-674 0,3-1 358 0,-3-2 91 15,4 3-287-15,-9-1 250 0</inkml:trace>
  <inkml:trace contextRef="#ctx0" brushRef="#br0" timeOffset="-46814.15">21655 9682 2279 0,'-11'5'0'0,"0"0"0"0,-1 4 0 0,7 1 0 0,4 1 0 0,1-2 0 0,0 3 0 15,9-3 229-15,10 3-87 0,4-4-58 0,6-1 267 0,4-4-157 0,1 1-79 16,2-4-40-16,3 0-44 0,-1 0 5 15,-3-3 0-15,3-8 0 0,-2-3-156 0,-2-1 78 16,3-3 48 0,-11 1-189-16,-6 1 109 0,-5-1 55 0,-5 1-130 0,-4 1 84 0,-1-5-6 15,-5 4 33-15,0 0-27 0,-12-5-1 0,-5 0-12 16,-2-2 44-16,-4-6 53 0,-1 3-24 0,-4 4 0 16,0 0-29-16,-5 5 90 15,3 5-40 110,-7 5-11-125,4 7 172 0,-2 0-90 31,-1 17-31-31,-3 11 193 0,3 7-115 0,-6 12-41 0,13 2-22 0,8 2 61 0,8 2-48 0,10 0-24 0,3-3 1 0,9 10 4 0,21-16-65 32,9-1 0-32,8-5 0 0,4-4 0 0,10 0 0 0,-3-15 0 0,1-6 0 0,5-4 0 0,0-9 0 0,4 0-792 0,4-4 322 0,-13-10 227 0,-1-3 71 0</inkml:trace>
  <inkml:trace contextRef="#ctx0" brushRef="#br0" timeOffset="-46240.82">22693 8583 915 0,'-8'-18'0'0,"0"0"0"0,3 9 0 0,2 4 0 0,2 3 0 0,1 2 443 0,0 0-193 16,0 0-112-16,0 7-51 0,0 12 223 15,6 3-137-15,1 6-68 0,2 7 204 0,0 1-141 0,-3 5-66 16,1-2-33-16,-1 5 46 0,0-1-40 16,-2 7 10-16,-2-6-91 0,1 3 42 0,-1-1 1 0,-2 0-1 15,0-1-162-15,0 4 89 32,0-13 33-32,0-2 0 15,0-3-391 1,0-6 208-16,-2-4 57 0,1-1-528 0,1-13 316 0,0-4 152 0,0-3 77 0,1 0-385 0,9-10 230 0</inkml:trace>
  <inkml:trace contextRef="#ctx0" brushRef="#br0" timeOffset="-46071">22945 9008 1573 0,'3'-7'0'0,"0"1"0"0,-1 3 0 16,0-2 0-16,-1 4 0 0,1 1 0 0,-1 0 0 0,1 0 623 0,0 4-293 0,0 7-147 0,-2 3-73 0,2 3 95 0,-2 2-76 0,0 2-50 0,0 1 0 0,0-1-105 0,0 2 32 0,0-3-1 0,0 2-531 0,0-5 277 0,0 0 143 0,1-4 71 0,0-5-712 0,1 4 370 0,0-7 96 0,0-5-225 0</inkml:trace>
  <inkml:trace contextRef="#ctx0" brushRef="#br0" timeOffset="-45670.8">23056 8826 1272 0,'1'0'0'16,"1"0"0"-16,-1 0 0 0,3 0 0 0,-2 2 0 0,-1 3 0 0,5 5 0 0,-3 4 265 0,2 0-114 0,-1 6-48 0,3 4 236 0,-4 5-151 0,-2 1-75 16,1 3-39-16,-2 2 97 0,0 1-58 0,0-3-42 0,0-5-11 0,-5 0-23 0,0-6-1 47,0-5 1-47,1-1-90 0,1-6 40 0,2-9 25 0,1 1 0 0,0-2-41 0,0-2 33 0,1-6 9 0,11-11-85 0,1-1 48 15,4-2-8-15,-1-2 23 0,1 3-82 0,3 1 45 31,-3 3 2-31,1 2 108 0,-1 4-39 0,-4 1 0 0,2 3-35 0,-1 3 158 0,-4 3-67 0,0 1-38 0,-4 0-5 47,-2 9 139-47,3 4-65 0,-4 3-35 0,-3-1 13 0,0 4-27 16,0 0 1-16,0-1-110 0,0-1 50 0,0-3-8 0,0-2 40 0,-2-4-223 0,2 1 106 0,0-6 56 0,0 2 21 31,0-5-171-31,0 0 88 0,5 0 17 0,2-5 30 0,2-4-2 0,1 1-7 0,2-1-11 0,-4 3 63 0,5-1-20 16,-2 4-17-16,1-1-1 0,1 2 31 31,-4 1-15-15,2 1-8-16,-1 0-125 0,-4 1 61 0,1 7 39 0,-4 0-8 0,3 4-392 0,-5 0 208 0,-1 1 104 0,0 1 51 0,0 0-457 0</inkml:trace>
  <inkml:trace contextRef="#ctx0" brushRef="#br0" timeOffset="-45289.01">22635 9381 1164 0,'-6'-1'0'0,"-2"-4"0"0,5 2 0 0,0 2 0 0,1 1 0 0,2 0 176 0,0 0-71 0,2 0-25 0,6 7-10 0,4 3 274 0,1 6-155 0,1 0-77 16,1 4-38-16,1 0 75 0,-4 1-61 16,-2 1-26-16,-1 1-26 0,-5 1-1 15,-2 0 1-15,-2 3 34 0,0-4-35 0,-3 1 1 16,-12-3-1-16,-1 0-31 16,-3-4-1-16,-2-1 42 0,0-6-10 0,1-4-225 0,0-5 111 0,2-1 26 0,3 0 38 0,1-7-535 31,11-8 238 47,3-9 140-78,0-2-430 0,8-3 283 0</inkml:trace>
  <inkml:trace contextRef="#ctx0" brushRef="#br0" timeOffset="-45161.39">22893 9349 1525 0,'3'0'0'0,"-2"2"0"0,1 3 0 0,-2 2 0 0,0 1 0 16,0 6 0-16,0 3 0 0,0 3 747 0,0 3-356 0,-3 0-178 0,0 3 242 0,3 0-209 0,0 3-97 0,0-7-61 0,0 1-29 0,6-2-1 0,6-3-58 0,1 0 0 0,2-6-246 0,1-1 100 0,0-5 91 0,3-4-616 0,-1-2 354 0,5 0 173 0,-8 0 84 0,1-2-785 0,-3-9 405 0</inkml:trace>
  <inkml:trace contextRef="#ctx0" brushRef="#br0" timeOffset="-44990.55">23004 9422 978 0,'-10'0'0'0,"2"0"0"0,2 0 0 0,-3-2 0 0,6 2 304 0,2 0-135 0,1 0-66 0,0 0 462 16,2 0-265-16,13 0-123 15,2 2 133-15,4 4-138 0,2-3-67 0,-1 3-35 0,3 0-184 0,1-2 84 16,-4 4 29-16,-2-3-1 16,-1 2-391-16,0-3 215 0,-2 1 106 0,0 1 63 15,-5 0-244-15,-2-3 81 0,-2 2 93 0,-4 0-568 0,-1 0 306 0</inkml:trace>
  <inkml:trace contextRef="#ctx0" brushRef="#br0" timeOffset="-44787.07">23263 9392 873 0,'3'0'0'0,"0"0"0"0,-1 0 0 0,1 0 0 0,-1 0 0 0,4 0 0 0,-1 0 360 0,-1 0-167 15,4 0-79-15,-2 4-39 0,0 2 158 0,1 3-98 0,1 0-41 16,-3 2-34-16,-1 1 85 0,-1 2-55 15,-2 1-27-15,-1 2 27 0,0 3-18 0,-1-2-9 16,-10-1 7-16,-3 3-34 0,-4-3-1 0,1 0 1 16,-3 0-206-16,0-5 99 0,0 0 53 0,0-5 26 15,3-2-565-15,1 0 278 16,-1-4 94-16,6-1 87 0,3 0-471 0</inkml:trace>
  <inkml:trace contextRef="#ctx0" brushRef="#br0" timeOffset="-44044.51">23558 9407 1379 0,'-13'0'0'0,"6"2"0"0,-1 4 0 0,0 5 0 0,1 0 0 0,-1 4 266 15,3 4-106 48,1 3-67-63,3 0 319 0,1 2-188 94,0 1-94-94,1-4-48 0,5 4 51 0,8-8-54 0,-1-2 1 0,4-4-45 0,0-1-25 0,1-4 0 0,2 0 35 0,-2-6-145 0,0 0 69 15,1-6 32-15,-1-4-181 0,-2-5 108 0,1-2 62 0,-9-2 6 0,2-1-133 0,-3-1 39 0,-6-2 45 0,-1 1-17 0,0-2 121 0,-1 4-46 0,-12-1 0 0,-1 4-51 0,-4-1 146 0,-1 3-59 0,-5 0-35 0,-1 9 211 0,-1 2-106 0,1 3-28 0,3 1-54 0,-2 0 19 0,7 0-22 0,7 11 43 0,2-1-470 0,7 3 208 0,1 3 104 0,0 0 46 0,12 0-667 0,8-1 337 0</inkml:trace>
  <inkml:trace contextRef="#ctx0" brushRef="#br0" timeOffset="-43653.87">24050 9015 1718 0,'-9'0'0'16,"-3"0"0"-16,-1 0 0 0,5 0 0 0,1 0 0 0,0 0 251 0,6 0-108 15,1 0 276-15,0 0-183 0,10 0-105 0,18 2-48 32,10 0 342-32,10 1-195 0,16-1-97 0,12-2-40 0,5 0-24 0,6 0-69 0,9 0 0 0,10 0 0 0,12 0 0 0,-15 0 0 15,-2-2 0-15,-8 2 0 16,-7 0 0-16,-9 0 0 0,4 0 0 0,-25 0 0 0,-6 2 0 0,-2-1 0 16,-3-1 0-16,-10 2 0 15,2-1 0-15,-15 2 0 0,-7-2 0 0,-3-1 0 16,-7 0 0-16,-3 0 0 0,-2 0-305 0,0 0 27 15,-11 0 122-15,-6 0-526 0,-5 0 323 0,-4 0 161 47,-4 3-532-31,0 1 351-16,-5 2 172 0</inkml:trace>
  <inkml:trace contextRef="#ctx0" brushRef="#br0" timeOffset="-43444.31">24684 9218 1492 0,'-16'0'0'15,"2"0"0"-15,5 0 0 0,2 0 0 0,5 0 0 0,2 0 0 0,0 0 0 0,0 4 513 0,17 4-238 0,3 0-120 0,4 1 297 0,7 3-199 0,-5 0-113 0,3-2-52 0,-1 6 29 0,1-3-41 0,-3 4 0 0,4 1-146 0,-8-3 49 0,-5 3 28 16,-1 0 0-16,-9 2-94 31,-4 4 62-31,-3-1 39 0,-1 0-9 0,-20 0-12 0,-7-2 19 0,-3 1 0 0,-7-3-55 0,2-5-8 47,-2-5-4-31,-1 0 25-16,1-4-143 0,-2-3 78 0,-2-2 27 0,11 0-311 0,5 0 172 0,4-9 85 0,9-4 44 0,6-1-412 0,4-4 219 0,3-3 122 0,14-2 57 0,13-3-230 0</inkml:trace>
  <inkml:trace contextRef="#ctx0" brushRef="#br0" timeOffset="-43275.39">25098 9244 774 0,'10'-5'0'16,"4"-1"0"-16,-9 5 0 0,-1 1 0 0,-2 0 556 0,-2 0-260 0,0 0-131 0,-6 9 343 0,-10 4-240 0,-3 1-117 15,-1 7-57-15,-2 0 537 0,5 1-297 16,0 2-180-16,3 0-154 0,6 0 0 0,4 1 0 0,2 1 0 16,2 0 0-16,3 2 0 0,16-5 0 0,7-3 0 15,7-4 0-15,6-3-217 0,7-6 125 0,5-1-401 16,-3-6 260-16,3 0 17 16</inkml:trace>
  <inkml:trace contextRef="#ctx0" brushRef="#br0" timeOffset="-42517.44">24221 8432 744 0,'0'-22'0'0,"0"2"0"0,0 3 0 0,0-4 0 0,2-4 0 0,-1 6 208 0,3-3-86 16,-1 1-42-16,-1 1-1 0,0-1 75 16,-1-2-50-16,3 4-38 0,-4 2-5 0,0 0-25 15,0 2 0-15,-5 2 45 16,-2-1 9-16,-1 5-53 0,-4 4-1 0,-1 1 123 0,2 1-62 0,-3 2-21 16,2 1-9-16,1 1 96 15,1 11-64-15,1 4-31 0,0 7 0 0,2 9 11 0,4 1-8 16,2 9-35-16,1 1 54 0,0 7-27 15,0 0 0-15,0 9-18 0,0-7-98 0,0-1 45 16,0-1-1-16,0 1-185 0,0-2 115 0,0 6 67 16,0-14-2-16,0-4-322 0,-3-3 146 0,-3-1 90 15,0-10 7-15,-4 5-131 0,4-17 98 0,-4-3 45 16,-2-5-286-16,0-3 166 0,0 0 82 0,-3-3-281 16,0-13 187-16</inkml:trace>
  <inkml:trace contextRef="#ctx0" brushRef="#br0" timeOffset="-42370.93">23802 8586 1352 0,'-11'-14'0'0,"1"2"0"0,4 2 0 0,2 2 0 0,4 1 0 0,0 3 0 0,11-1 0 0,11 0 371 0,4 0-167 0,7 0-75 0,0 2-51 0,3 2 157 16,0-2-99-16,1 3-50 0,-1 0-25 0,9 0-50 16,-9 0-9-16,0 6 34 0,-1 2-493 15,-2 0 247-15,0 2 123 0,0-1-695 0</inkml:trace>
  <inkml:trace contextRef="#ctx0" brushRef="#br0" timeOffset="-42154.47">24449 8400 1488 0,'-9'0'0'15,"-4"-3"0"-15,2 3 0 0,-1 0 0 0,-5 6 0 0,7 5 0 0,-1 7 0 0,-1 1 683 0,2 3-324 0,3 5-161 0,-2 4-72 0,7-5 236 0,2 6-163 0,0-6-81 16,0 3-312-16,6-6 116 15,6 6 66-15,1-9-285 16,4-4 167 31,-4-2 83-47,5-4 42 0,-1-5-710 0,1 2 376 0,-3-7 77 0</inkml:trace>
  <inkml:trace contextRef="#ctx0" brushRef="#br0" timeOffset="-41977.67">24521 8485 1055 0,'2'-15'0'0,"2"7"0"0,1-1 0 0,1 5 0 0,3 0 0 0,0 3 0 0,2 1 0 0,2 0 418 0,1 5-191 0,1 8-95 0,-1 2 131 0,1 3-104 0,-3 2-66 0,-5 1-31 0,1 3 1 0,-6 0-27 15,-1-1 0-15,-1 6-29 0,-1-8-9 0,-13 1 38 0,-1-2 0 0,-4 1-61 16,-3-3 30-16,-3-2 9 0,3-5 23 0,-4-3-186 16,3-3 93-16,1-3 2 0,4-2-325 0,-2 0 159 15,9 0 103-15,6-12 16 16,5-6-348-16,0-6 206 0,5 0 104 15</inkml:trace>
  <inkml:trace contextRef="#ctx0" brushRef="#br0" timeOffset="-41822.94">24732 8411 1307 0,'5'-4'0'0,"-2"2"0"0,-1 0 0 0,-1 2 0 0,1 0 0 0,-2 0 0 16,0 8 660-16,0 6-316 0,-5 2-154 0,-2 5-77 0,2 2 197 0,-1 0-137 15,0 4-59-15,3-2-44 0,3 4 172 0,0-4-103 0,0 1-52 16,0-1-329-16,9 0 148 0,2-4 61 15,3-6-604-15,2 2 336 0,0-7 169 16,4-2 84-16,0-4-790 0,0-4 396 0,-2 0 203 0</inkml:trace>
  <inkml:trace contextRef="#ctx0" brushRef="#br0" timeOffset="-41638.44">24988 8606 1019 0,'0'-5'0'0,"0"2"0"0,0-1 0 0,0 2 0 0,0 1 0 0,0 1 456 0,0 0-201 0,2 0-113 0,-2 0-54 15,0 10 121-15,1 2-87 16,-1 0-42-16,0 5 152 0,0 2-102 16,0-2-47-16,-5 3-24 0,-1-2-107 0,-2 2 43 0,-3-2 8 0,1-2-283 0,0-1 159 15,-2-3 78-15,-1-3 40 0,0-1-592 0,3-2 255 16,-1-5 167-16,2-1-3 16</inkml:trace>
  <inkml:trace contextRef="#ctx0" brushRef="#br0" timeOffset="-41323.03">25057 8459 1417 0,'17'-11'0'16,"-3"1"0"-16,4 4 0 0,4-2 0 0,-4 4 0 0,2 2 0 0,0 1 0 0,-1 1 240 0,-2 0-101 0,3 8-43 0,-9 3 132 0,0 2-95 0,-3 3-49 0,-4 4-24 16,-2-2-19-16,-2 5 4 15,0 2-9-15,-12-2 1 0,-5 2-51 0,-2 0 26 16,-1 2 8-16,-1-5 35 0,-4-2-19 15,2-2 1-15,-3-3 28 0,5-2 0 16,-2 1-20-16,4-9-9 0,5-2 96 0,0 0-48 16,6-3-24-16,2 0 0 0,-3 0 103 0,8 0-67 0,1 0-31 15,0 0 1-15,1-3-11 0,13-2-18 16,2-1 8-16,3 3 95 0,3 2-125 0,1-2-15 0,0 0 0 0,5 2 0 16,-1 1 0-16,-2 0 0 15,0 0 0-15,1 0 0 0,-1 0 0 0,-1 0 0 16,3 0-625-16,-7-1 252 0,2-1 139 0,-3 0 106 47,0 0-714-47,-2-1 403 0</inkml:trace>
  <inkml:trace contextRef="#ctx0" brushRef="#br0" timeOffset="-41115.77">25403 8503 1566 0,'-2'-8'0'0,"0"2"0"0,2 2 0 0,0-2 0 0,0 4 0 0,2 1 298 16,10-2-122-16,1 3-74 15,5 0 148-15,-1 3-106 0,0 6-55 0,3 1-17 0,-1 3 106 0,-3 4-72 16,0 0-36-16,-6 1-1 0,-1-1-66 0,-4 7 9 16,-5-5 22-16,0 3-60 0,-5-3 31 15,-10 1-1-15,-3 1-81 16,-5-2 65-16,-1-6 20 0,-3-1 0 0,1-4-148 0,0-4 84 0,0-1-7 0,4-3-2 16,6 0-407-16,5 0 221 15,2-14 93-15,9-2 61 0,0-5-409 0,6-6 226 16,13 1 127-16</inkml:trace>
  <inkml:trace contextRef="#ctx0" brushRef="#br0" timeOffset="-40940.85">25625 8465 2275 0,'7'-3'0'0,"0"2"0"0,-4-1 0 0,-1 2 0 0,-1 0 0 0,-1 0 0 0,0 9 0 0,-3 3 0 0,-7 3 0 0,-1 1 415 0,-1 4-190 0,1-1 366 0,4 3-269 0,1-2-219 0,2 2-103 0,2 0 0 0,2-3 0 0,0 1 0 16,2 1 0-16,8-6 0 0,3 0 0 15,4-5 0-15,3-2 0 0,0-3-312 0,4-1 53 0,-3-4 142 0,-2 0-836 16,1-3 458 0,-3-4 230-16,-1-4-462 0</inkml:trace>
  <inkml:trace contextRef="#ctx0" brushRef="#br0" timeOffset="-40760.15">25803 8374 939 0,'0'-8'0'0,"0"-1"0"0,0 4 0 0,0 2 0 0,0 1 667 0,8 2-315 16,2 0-150-16,2 7-87 0,1 8 459 0,3 4-269 0,1 7-134 0,-3 1-68 16,3 8 118-16,-7-3-97 0,-2 5-43 0,-5 1-4 15,-3-1-77-15,0 4 0 0,-9 5-72 16,-10-6-26-16,-2-2 67 0,-5 3 34 0,-3-6-548 0,-1-3 290 16,-3 5 155-16,5-15 11 0,1-1-866 0,3-7 459 15</inkml:trace>
  <inkml:trace contextRef="#ctx0" brushRef="#br0" timeOffset="-40568.68">26173 9090 3065 0,'2'0'0'0,"0"0"0"0,1 0 0 0,1 0 0 0,-2 0 0 0,0 0 0 0,0 0 0 0,-1 0 0 0,2 0 512 0,-1-3-239 32,-1 2-192-32,-1 0-314 0,0-1 98 0</inkml:trace>
  <inkml:trace contextRef="#ctx0" brushRef="#br0" timeOffset="-29833.38">9103 11514 2330 0,'-17'-7'0'0,"2"1"0"0,6 3 0 16,2 2 0-16,5 1 0 0,2 0 0 0,0 0 0 0,0 0 0 0,1 0 0 0,13 0 314 0,7 7-138 0,2-2 294 0,2 0-217 0,7 0-99 16,-3-2-62-16,1-2 50 0,1 2-142 15,-2 0 0-15,1-3 0 0,3 1 0 16,-6-1 0-16,-1 0 0 0,-2 1 0 0,-1-1-76 15,-3 2-15-15,4 2 73 0,-12 2-930 0,-3-1 471 16,-2 5 144-16</inkml:trace>
  <inkml:trace contextRef="#ctx0" brushRef="#br0" timeOffset="-29652.46">9126 11926 2200 0,'-14'6'0'15,"0"4"0"-15,9-4 0 0,1 1 0 0,4 2 0 0,0-4 0 0,7 5 0 0,13-5 846 0,6 1-405 0,7-3-202 16,4-3-101-16,3 0-71 0,3 0-67 0,-6 0 0 16,2 0 0-16,-2 0 0 0,1 0 0 0,-2-8 0 15,4 4-4-15,-14-1-85 0,-2 1 63 0,-6 0-831 16,-8 0 436-16,0 2 227 0,-3 0-37 0</inkml:trace>
  <inkml:trace contextRef="#ctx1" brushRef="#br0" timeOffset="54139.94">32270 17215 0,'0'0'0</inkml:trace>
  <inkml:trace contextRef="#ctx0" brushRef="#br0" timeOffset="-21990.4">9983 11772 1099 0,'-5'0'0'0,"2"0"0"0,-1 0 0 0,-2 0 0 0,1 0 0 0,1 0 0 0,1 0 295 0,-3 0-129 0,5 0-65 0,-1 3 283 0,1 2-165 0,1 0-96 0,0 2-43 0,1 1 143 16,10 1-93-16,2 0-47 15,5 1-14-15,4-2 225 0,4 0-129 0,1-1-65 0,7-3 34 16,0-1-49-16,4-3-15 0,-7 0-9 0,4 0-86 15,-1-3 31-15,-1-2 0 0,-5-7-127 16,3-1 88-16,-11-1 30 16,-3 0 0-16,-4-3-109 0,-4-1 49 0,-6-2 43 0,0-4-18 15,-3 2-41-15,-3-4 3 0,-9-1 32 0,-4-2-54 16,-4-1 37-16,-5-5-7 0,0 8 8 16,-3 1 69-16,-3 4 0 0,0 4-45 0,-2 5 145 15,-6 3-68-15,7 10-29 0,-6 0-7 0,1 17 213 16,-3 11-100-16,3 9-59 0,-3 8-10 0,10 3 108 15,5 6-46-15,5 2-44 16,4 1-53-16,9 1-14 0,2 7 0 0,5-12 0 0,14-3 0 0,11-1 0 16,6-7 0-16,5-3 0 15,6 2 0-15,-3-16 0 0,1-6 0 0,5-5 0 16,-2-1 0-16,0-6 0 0,7-3 0 0,-10-4 0 0,1 0 0 16,-2-7 0-16,0-4 0 0,-3-4 0 15,4-2 0-15,-6-3-840 0,-4-2 341 0,3-1 232 16,0-4 115-16</inkml:trace>
  <inkml:trace contextRef="#ctx0" brushRef="#br0" timeOffset="-21670.6">10921 10599 1681 0,'-7'-17'0'15,"-3"5"0"-15,6 5 0 0,-1-1 0 0,3 4 0 0,2 2 0 0,0 2 526 0,0 9-244 0,2 10-123 0,7 6 374 16,3 8-238-16,0 1-135 0,-1 3 99 16,0 4-223-16,-2 2-36 0,1 3 0 0,0 6 0 15,-4-2 0-15,0 2 0 16,-4 0 0-16,0 4 0 0,-1-3 0 0,-1 7 0 0,0-16 0 0,0-2-45 0,-3-4-170 15,-1-2 126-15,-3-10-677 0,2-1 339 16,1-17 199-16,2-5-167 0,2-3 180 0,0-2 89 16,0-11 35-16,5-9-399 15,7-10 226-15</inkml:trace>
  <inkml:trace contextRef="#ctx0" brushRef="#br0" timeOffset="-21522.11">11119 11104 1017 0,'9'-10'0'0,"-2"4"0"0,0 1 0 0,-2 0 0 0,0 5 264 0,2 0-114 0,1 0-47 0,-3 0 286 0,3 12-176 0,-3 2-89 15,1 1-43-15,-2 2 489 0,3 1-258 0,-4 0-142 16,0 0-67-16,0 1 35 16,0 0-51-16,0-3-25 31,1 4-522-15,-3-8 243-16,0 1 127 0,1-5-693 0,0 1 409 0,-2-4 204 0,1-2-4 0,-1-3-276 0,0 0 207 0</inkml:trace>
  <inkml:trace contextRef="#ctx0" brushRef="#br0" timeOffset="-21136.46">11303 10807 1254 0,'2'0'0'0,"-1"1"0"15,2 1 0-15,-1 2 0 0,-1 4 0 0,3 4 0 0,-1 4 0 0,0 6 620 0,2 5-292 0,-2 9-136 16,-2 0 148-16,2 4-151 0,-2-1-77 0,-1 0-77 0,0-3 2 16,0 2 8-16,0-11-8 0,0-3-240 0,0-7 119 15,0-5 61-15,0-5 29 0,0-2-100 0,1-5 60 16,2 0 35-16,3-15 1 0,1-5-162 0,2 1 12 15,2-2 63-15,0 2 73 63,1 0-20-63,3 2-23 0,-2-1 18 0,3 4 249 0,1-1-123 0,0 2-40 0,-1 7 269 0,3-2-136 0,-2 4-83 0,-4 1-5 0,6 1 133 0,-6 2-100 0,0 0-46 16,-5 5 1-16,3 2-17 0,-6 4 0 31,2 2-55-16,-2-2-10-15,-2 1 0 0,-2-1 0 0,0-1-177 0,1-1 96 0,-1 2 68 0,1-6 20 0,1-1-194 0,2-1 81 0,2-1 58 0,1 2-13 0,2-3 91 0,2-1-30 16,-1 0-20-16,2 0-49 0,2 0 167 0,-1 0-73 16,5 0-33-16,-5 4 314 0,1-1-154 0,-4 1-51 15,3 3-50 1,-3 3-51-16,0 1 0 0,-3 0 0 0,-2 0-90 0,-3 4-106 0,0-2 113 16,-1-2 57-16,-1 3-1044 0,-1-4 521 0</inkml:trace>
  <inkml:trace contextRef="#ctx0" brushRef="#br0" timeOffset="-20680.66">10684 11492 1863 0,'-6'-7'0'0,"3"0"0"0,0 1 0 0,3 2 0 0,0 1 0 0,5-1 0 0,7 3 277 15,7-2-119-15,1 3 46 0,2 0-88 0,3 0-40 16,-1 6 0-16,-3 3 18 0,1 4-29 0,1 3 9 16,-7 2-37-16,-1 1-76 0,-5 3 37 0,-2 2 1 15,-7 0 38-15,-1 6-73 0,0-4 32 0,-15 0-1 16,-6-2-41-16,-1 1 41 0,-9-4 0 0,-2 2-204 0,4-12 108 15,-2-2 34-15,3-3 33 0,4-6-172 16,-1 0 93-16,4-2 23 0,11-13 35 16,4-5-408-16,6-5 213 0,0-4 107 0,13-3 53 15</inkml:trace>
  <inkml:trace contextRef="#ctx0" brushRef="#br0" timeOffset="-20522.03">10959 11436 1045 0,'8'-1'0'15,"2"-1"0"-15,-3 2 0 0,-2 0 0 0,-3 0 0 0,0 6 0 0,0 6 0 0,-2 2 817 0,0 6-395 0,0 1-193 0,-2 2 532 16,0 3-362-16,-1 3-181 0,3 0-178 0,0-2-40 16,0-3 0-16,8 2 0 0,9-4 0 0,5 3 0 31,0-11-22-31,5 0 5 0,0-7-360 0,4-4 206 0,-2-3 104 0,2 0 62 0,-6-3-1031 0,-4-14 460 16</inkml:trace>
  <inkml:trace contextRef="#ctx0" brushRef="#br0" timeOffset="-20338.01">11174 11487 2078 0,'-10'0'0'0,"0"0"0"0,0 3 0 0,4-1 0 0,3 2 0 0,3-2 0 0,0 4 0 0,0-1 673 0,9 0-309 0,2 0-168 16,6 2-79-16,2-4-180 0,0 1 51 0,1 0 23 0,1-1-269 15,-1 0 143-15,-2-3 76 0,-1 0 38 0,2 0-750 16,-4 0 394 15,3 0 206-31,-6-3-555 0,-1-1 313 0,-1-6 178 0</inkml:trace>
  <inkml:trace contextRef="#ctx0" brushRef="#br0" timeOffset="-20156.39">11387 11398 1667 0,'0'-8'0'0,"-1"1"0"0,-1 0 0 0,1 4 0 0,1 1 0 0,-2-2 0 0,2 1 0 0,0 0 0 0,0 3 263 0,2 0-113 0,6 0-57 0,2 6 277 15,1 2-171-15,0 2-81 16,3 2-41-16,0-1 95 0,0 0-68 0,0 3-25 0,0 1-58 0,-3-2 15 15,-1 2 1-15,-3 1 0 16,-3 1-190-16,-1 3 103 0,-3-3 40 0,0-3-224 0,-5 4 135 0,-9-1 68 16,-2-4-2-16,-3 4-404 0,-2-6 208 15,0-4 74-15,1 2 59 0,-3-5-329 0,6 1 194 16,-3-4 88-16,8-1 58 0</inkml:trace>
  <inkml:trace contextRef="#ctx0" brushRef="#br0" timeOffset="-19897.46">11655 11543 1749 0,'0'6'0'0,"0"3"0"0,0 0 0 0,0-1 0 0,0 1 0 0,0 3 0 0,0 0 0 0,6 1 611 0,1-2-293 0,4 0-140 0,1-1-71 16,5-1 6-16,0-3-38 0,5-1 9 0,0-5-48 15,0 0-129-15,2 0 65 0,-2-5 32 0,-1-7-193 16,-1-1 121-16,-6-2 47 15,-6-5-40-15,-3 5 48 47,-4-3 9-47,-1-2 9 0,-1 3-50 0,-12 1 0 0,-4 1-4 0,-5 4 1 0,1 0 202 0,-6 0-85 16,0 8-37-16,1 0-17 0,-1 3-5 0,3 0-8 0,4 0-370 0,0 3 177 0,5 4 98 16,4 4 43-16,6 1-353 0,2 1 186 0</inkml:trace>
  <inkml:trace contextRef="#ctx0" brushRef="#br0" timeOffset="-19005.47">12129 11272 1324 0,'-16'-17'0'16,"6"-2"0"-16,-3 3 0 0,8 10 0 0,3-1 0 0,2 2 0 0,0 3 0 0,0-1 228 0,0 2-86 0,0-1-58 0,7 2 270 0,7 0-159 15,3 0-79-15,5 0-40 16,3 0 161-16,1 2-105 0,2 2-48 0,4-2 244 0,0 0-146 16,6 1-63-16,-2 1-46 0,3-1 139 0,4 0-167 15,2-1-45-15,7 1 0 0,9 1 0 0,-3-2 0 16,2-1 0-16,7-1 0 0,2 0 0 0,5 0 0 15,10 0 0-15,-12 0 0 0,4 0 0 0,1-1 0 16,2-2 0-16,-1-2 0 16,13 2 0-16,-17 0 0 0,1-2 0 0,2 2 0 15,0-1 0-15,-2 3 0 0,10 0 0 16,-17 1 0-16,-1 0 0 0,-2 0 0 0,2 0 0 0,3 0 0 0,8 0 0 16,-18 0 0-16,0 1 0 15,1 0 0-15,-2 1 0 0,0 0 0 0,7-2 0 0,-12 0 0 0,1 0 0 16,-1 0 0-16,-2 0 0 0,-1 0 0 0,8 0 0 15,-16 0 0 1,0 0 0-16,-1-2 0 0,3 0 0 0,-4 1 0 0,9 0 0 0,-10-3 0 16,-1 1 0-16,-1-1 0 0,1 0 0 15,-3-1 0-15,3 2 0 0,-11-2 0 16,0 1 0-16,-2-1 0 0,-3 2 0 0,-4-1 0 0,1 2 0 16,-7 1 0-16,-2-1 0 15,-2 2 0-15,1 0 0 0,2 0 0 0,-3 0 0 16,1 0 0-16,0 0 0 0,2 0 0 0,-3 0 0 0,5 0 0 0,-5 0 0 15,1 0 0-15,0 0 0 16,-2 0 0-16,0 0 0 0,3 0 0 0,-6 0 0 16,-1 0 0-16,1 0 0 0,-3 0 0 0,1 0 0 15,-2 0-19-15,1 0-31 0,-2 0-135 0,0 0 75 16,0 0 36-16,0 0-236 0,0-3 128 0,-3 2 77 31,-4-4 34-31,0-1-721 0,-1 1 378 0</inkml:trace>
  <inkml:trace contextRef="#ctx0" brushRef="#br0" timeOffset="-17412.74">14175 11319 1210 0,'0'0'0'0,"0"0"0"0,0 0 0 0,0 0 0 0,0 0 0 0,0 0 0 0,-2 0 0 0,2 0 362 15,0 0-162-15,0 2-83 0,0 3-30 0,0 1 196 16,0 5-124-16,0 3-61 0,0 4 51 0,0 4-56 16,0 4-20-16,2 5 95 0,-1 0-66 0,1 3-33 0,-2 2 1 15,2-2 2-15,-1 5-27 0,1-11-9 16,-1 0 1-16,1-4-50 15,-1-3 25-15,2-5 0 0,0 1 4 0,-1-8-32 16,-1-5 27-16,1 0-1 0,0-4-94 0,-1 0 45 0,-1 0 37 16,0 0-72-16,0-2 42 0,0-3 4 15,0-2 0-15,0-2-374 0,0 1 184 0,0 2 80 0,2-4 55 16</inkml:trace>
  <inkml:trace contextRef="#ctx0" brushRef="#br0" timeOffset="-14482.11">12274 10455 1154 0,'2'-3'0'0,"-1"-2"0"0,2 0 0 0,-2 0 0 0,3 0 165 0,-1-2-64 0,1 0-32 16,-2-1 90-16,3-4-51 0,-2 0-41 15,2-2 0 1,0-1 35-16,-3-2-33 0,1-1 1 0,0-4-25 0,-1 4 18 16,0-5-1-16,-2 4-25 0,0-3 32 0,0 4-32 0,0-1 9 0,-5 2 25 15,0 5-35-15,-7 0 1 0,4 5-1 0,-1 2 3 16,-3-1 6-16,2 3-8 0,-1 3-1 0,0 0 25 16,2 8-1-16,-1 5-24 0,0 1 10 15,3 7 60-15,1 1-35 0,4 3 1 16,-1 6 76-16,3 4-56 0,0 3-19 0,0 2 110 0,0 4-73 15,3 0-64-15,1 4-46 16,3 3 0-16,2 7 0 0,-2-7 0 16,1 0 0-16,-2 0 0 0,-1-5 0 0,-2-1 0 0,1 5 0 0,-2-15 0 15,-2-3 0-15,0-3 0 0,0-6 0 0,-2 3-43 16,-7-15-16-16,2-1-261 0,-5-7 134 0,-2-3 82 16,0 0 8-1,-2 0-388-15,-1-4 228 0,1-10 110 0,0 0 54 0,-1-7-237 16,1 1 146-16,-1-9 64 0,3-3 46 0</inkml:trace>
  <inkml:trace contextRef="#ctx0" brushRef="#br0" timeOffset="-14331.37">11972 10614 2382 0,'-6'-3'0'0,"1"-2"0"0,0 2 0 0,0 0 0 0,3 2 0 0,2-1 0 0,0-1 0 0,0 3 0 0,12-2 0 0,5 0 418 0,5 2-194 0,4-2 322 0,5 1-255 15,1-1-221-15,2-1-70 16,3 3 0-16,-3-2 0 0,1 1 0 0,-1 1 0 15,0 0-616-15,-4 0 276 0,3 0 198 0,-9 0-407 16,-4 3 292-16</inkml:trace>
  <inkml:trace contextRef="#ctx0" brushRef="#br0" timeOffset="-13199.34">12453 10783 320 0,'-5'0'0'0,"2"-2"0"0,-3-1 0 0,3 1 0 16,-1-1 428-16,2-1-196 0,2 2-89 0,0-1-57 0,0 3 237 0,0-3-143 0,7 2-72 0,3-1 55 15,2 2-53-15,2 0-42 0,0 0 0 0,3 0 66 0,-4 6-48 16,2-1-25-16,1 4 40 0,-3-3-36 0,-3 4-1 16,0-2-27-16,-1 2 58 0,-3 2-29 15,-1 0 9-15,-3 2-39 0,-2 0 66 0,0-1-33 0,0 0 1 16,-8 2-16-16,-2-1-8 0,-4-1-10 0,0-2-55 16,-2 1 27-16,-1-5 0 0,-1 0 29 0,-1-2-206 0,4-2 98 15,-1-3 38-15,5 0 32 16,-4 0-387-16,5 0 190 0,1-1 61 0,5-6 62 15,1-2-322-15,3-2 181 0,0-2 89 0,5 0-339 16,8-3 205-16,4 0 117 0,0 2-156 0</inkml:trace>
  <inkml:trace contextRef="#ctx0" brushRef="#br0" timeOffset="-13024.19">12708 10730 1136 0,'4'-6'0'0,"-2"0"0"0,0 3 0 0,0 0 0 0,-1 1 0 0,-1 1 0 0,0 1 364 0,0 0-163 0,0 0-83 0,0 4 469 0,-3 8-280 0,-5 4-135 0,1 1-68 0,2 3 405 0,2 2-228 0,1 0-129 0,2 0-152 0,0 5 0 0,0-4 0 0,2 1 0 0,8 1 0 0,5-3 0 15,3-2 0-15,5-2 0 0,1-3 0 16,6-4-269-16,3-2 157 0,-2-5-442 0,0-4 288 0,2 0 39 0</inkml:trace>
  <inkml:trace contextRef="#ctx0" brushRef="#br0" timeOffset="-9832.14">13050 10424 1251 0,'-9'0'0'0,"-4"1"0"0,4 9 0 0,1 6 0 0,-5 5 0 0,1 7 0 0,0 7 420 0,-4 9-183 0,4 1-105 0,2 2 226 0,4-3-161 0,4 1-80 0,2-8-41 15,0 2 66-15,8-15-58 0,12-4-24 0,2-3 0 16,3-6-85-16,2-1 31 0,5-2 9 0,-4-6-403 15,2-2 213-15,0 0 105 0,-4 0-633 16,0-4 304-16,2-6 129 0</inkml:trace>
  <inkml:trace contextRef="#ctx0" brushRef="#br0" timeOffset="-9596.77">13150 10580 1515 0,'-5'-5'0'0,"3"-1"0"0,2 1 0 0,0-1 0 0,0 3 0 0,3 2 0 0,13 1 0 0,0 0 528 0,2 0-246 0,3 9-114 47,-1 0 64-47,0 1-98 0,-3 7-48 0,2-2-74 0,-4 5 24 0,-1 1 9 0,-7 3-9 0,-3-2-131 0,-4 4 66 0,0-2 33 0,0 3 8 0,-12-5-91 16,-5-3 57-16,-5-2 29 0,-2-4 0 15,-1-4-267-15,-6 0 134 0,8-8 19 0,0-1-332 0,5 0 202 16,0-3 100-16,7-12-139 0,0-3 111 0,11-6 69 15,0-3 30-15</inkml:trace>
  <inkml:trace contextRef="#ctx0" brushRef="#br0" timeOffset="-9444.53">13352 10511 1108 0,'3'-1'0'0,"0"-2"0"0,0 3 0 15,2 0 0-15,-4 0 0 0,0 7 0 0,0 5 757 0,-1 1-360 0,0 6-181 0,0 0-81 0,0 1 463 0,0 3-282 16,0 0-139-16,0 2-71 0,0-4-5 0,5 8-81 0,4-10-20 0,1 2-423 15,3-3 166-15,4-1 147 16,-1-3-834-16,3-2 498 0,1-2 207 0,0-5 130 0</inkml:trace>
  <inkml:trace contextRef="#ctx0" brushRef="#br0" timeOffset="-9252.05">13626 10725 998 0,'-1'0'0'0,"-1"0"0"0,0 0 0 0,1 0 0 0,-2 0 0 0,2 0 0 0,-2 5 746 0,3 0-355 0,-2 2-177 16,2 0-90-16,-2 5 349 0,2 2-223 0,-1 1-107 0,-1 2-92 0,-1 1-15 16,0 1 0-16,-1 4-493 62,-2-5 242-62,2-2 125 0,-4 1 64 0,0-4-722 0,0-1 379 0,-2-2 193 0,2-8-21 0</inkml:trace>
  <inkml:trace contextRef="#ctx0" brushRef="#br0" timeOffset="-8928">13664 10570 2276 0,'9'-6'0'0,"-1"1"0"0,4 1 0 0,-1 2 0 0,3 0 0 0,2 0 0 0,0 0 0 0,-1 2 0 0,1 0 0 0,-1 4 314 0,1 6-139 0,0 1-73 16,-6 2-37-16,-3 4 0 16,-3 4-29-16,-2-1-217 0,-2 2 109 0,0 6 63 0,-8-3 18 15,-5-2-59-15,-7 0 43 0,-1-1 0 16,-3-3 43-16,-1 3 46 0,2-7-60 0,1-4 4 15,4-3 217-15,3 2-112 32,2-8-70-32,1 5 295 0,6-7-164 0,3 0-126 0,3 0-66 0,0 0 0 0,1 0 0 0,14 0 0 0,2-2 0 15,3 1 0-15,2-3 0 0,1 3 0 16,2 0 0-16,-2-2 0 0,-1 2-39 0,0-1 28 0,0 1 23 16,-1-2 0-16,1 2-33 93,-6-1-1376-93,-2 0 681 0,0 1 339 0,-3-4 171 0</inkml:trace>
  <inkml:trace contextRef="#ctx0" brushRef="#br0" timeOffset="-8806.87">13958 10672 1975 0,'0'-4'0'0,"0"-2"0"0,0 2 0 0,0-1 0 0,0 2 0 0,0-3 0 0,3 5 0 0,4 0 0 0,2-1 481 0,3 2-223 0,1 0-111 15,3 0-46-15,-4 3 138 0,2 5-102 0,-2 2-50 0,-2 1-24 0,0 3 0 16,-3 1-18-16,-6 5-84 0,-1-4 38 0,0 5 0 15,0-1 37-15,-11-1-176 0,-1 1 98 0,-4-3 34 0,-1-2 0 16,0-4-463-16,-2-3 237 16,1-1 64-16,2-2 73 0,2-5-559 0,5 0 311 0,4-7 154 0</inkml:trace>
  <inkml:trace contextRef="#ctx0" brushRef="#br0" timeOffset="-8638.34">14128 10590 2007 0,'2'0'0'0,"1"0"0"0,-2 0 0 0,1 0 0 0,-2 2 0 0,0 3 0 0,0 4 456 0,0 2-215 0,0 6 241 0,-3 0-223 16,-2 4-112-16,2 2-55 0,2 4 155 16,1-5-247-16,0 3 0 0,0-4 0 31,9 3 0-31,2-6 0 0,4 1 0 0,4-5 0 0,1-6 0 0,1-3-237 0,2-5 134 0,0 0-810 0,0 0 381 16,-5-1 262-16,-3-11-333 0</inkml:trace>
  <inkml:trace contextRef="#ctx0" brushRef="#br0" timeOffset="-8426.68">14301 10526 1801 0,'0'-4'0'0,"0"0"0"0,0 0 0 0,0 1 0 0,0 2 0 0,4 1 0 0,7 0 0 0,2 4 823 0,4 8-394 16,2 4-187-16,1 0 211 0,2 5-270 0,-3 3-183 15,-1 2 0-15,1 7 0 0,-7 0 0 16,-4 2 0-16,-4 6 0 0,-4 0 0 15,0 0 0-15,-13 5 0 0,-7-9 0 0,-5-4 0 0,-2-3 0 0,-5-6 0 16,-1-5 0-16,-5 0 0 16,7-12 0-16,3-7-217 0,3 0-766 0,5-7 473 15</inkml:trace>
  <inkml:trace contextRef="#ctx0" brushRef="#br0" timeOffset="-8249.16">14631 10701 2532 0,'3'0'0'0,"2"0"0"0,2 0 0 0,0 2 0 0,-2 1 0 0,-1-3 0 0,4 4 0 0,-3-2 696 0,3 1-322 0,-1 0-174 16,0 3-71-16,1-3-129 0,-1 0 0 0,-1 3 0 16,3 0-53-16,-3-1-158 15,0-1 123-15,-2-1-946 0,1 1 534 0,0-1 268 0</inkml:trace>
  <inkml:trace contextRef="#ctx0" brushRef="#br0" timeOffset="-8047.33">15021 10407 2099 0,'1'0'0'0,"-1"0"0"0,0 0 0 0,2 3 0 0,0 0 0 0,-1 2 0 0,1 5 0 0,1 2 1154 0,0 8-577 0,4 5-476 16,-2 8-101-16,2 7 0 0,-1 8 0 0,-1-1 0 15,-1 3 0-15,1 0 0 0,-1-3 0 16,0-4 0-16,-1 4 0 0,0-13 0 31,-2-3 0-31,2-1-354 0,-2-3 39 0</inkml:trace>
  <inkml:trace contextRef="#ctx0" brushRef="#br0" timeOffset="-7151.56">15802 11211 902 0,'0'-7'0'0,"-3"0"0"0,1 3 0 0,0 0 0 0,1-2 0 0,1 1 0 0,-2 4 0 0,2-4 145 0,0 5-55 0,0-3-26 0,0 2 183 0,0-2-110 15,0 3-50-15,0 0-25 0,0 0 229 0,2 0-127 16,6 0-54-16,-2 0-41 0,3 0 103 0,1 0-67 0,3 0-34 16,3 0 203-16,3 0-109 0,3 0-69 15,1 0 145-15,5 0-102 0,8 0-51 16,-1 3-25-16,9-3 86 0,1 1-149 0,2 2 0 0,6 0 0 15,5 1 0-15,9 2 0 16,-3-1 0-16,5 2 0 16,3 0 0-16,5 0 0 0,5-1 0 0,17 2 0 15,-10-5 0-15,8-1 0 0,7-1 0 0,1-1 0 0,2 0 0 16,15 0 0-16,-17 0 0 0,0-2 0 0,0-5 0 16,-1 2 0-16,1-1 0 0,11 2 0 0,-24 3 0 15,-1-1 0-15,-4 2 0 0,-5 0 0 0,-2 0 0 16,9 0 0-16,-22 5 0 0,-5 0-24 0,-2 0-2 0,-6 1 76 15,-3-1-50 1,2 1 0-16,-14-2 0 0,-5 0 0 0,-4 0 0 0,-4 0 0 0,-6-1 0 16,0-3 0-16,-12 0 0 0,-5 0 0 15,-1 0-4-15,-2 0-201 0,0 0 99 0,-13 0-325 0,-7-3 188 32,-4-1 102-32,-6-1 52 0</inkml:trace>
  <inkml:trace contextRef="#ctx0" brushRef="#br0" timeOffset="-6689.84">15515 10742 699 0,'-11'-7'0'0,"-1"2"0"15,2-1 0-15,7 4 0 0,1 1 0 0,2-2 0 0,0 3 513 0,5 0-238 16,12 0-111-16,7 0 314 0,9 0-222 0,5 0-109 0,4 0 211 16,9 0-152-16,-6-3-90 0,1 0-39 0,1 0-12 15,1 0 1-15,-2 3-30 0,2 0 9 0,-12 0-241 16,-7 0 116-16,-6 0 59 15,-3 0 28-15,-8 4-489 0,-1 1 265 0,-10-2 122 16,-1 0-632-16,-1-2 346 0,-10-1 172 0,-5 0-261 16,-1 0 207-16</inkml:trace>
  <inkml:trace contextRef="#ctx0" brushRef="#br0" timeOffset="-6548.58">15855 10440 1270 0,'-7'-12'0'0,"-1"2"0"0,4 3 0 0,0 2 0 0,0 0 0 0,4 4 0 0,0 1 0 0,0 6 575 15,0 12-268-15,0 7-136 0,4 6-59 0,0 6 194 0,0 5-135 0,-4 5-67 16,2 0-34-16,0 1 234 0,-2 11-124 0,1-9-77 16,-1 4-447-16,2-4 190 0,1 1 96 15,2-2-811-15,2 5 462 0,-2-15 216 0</inkml:trace>
  <inkml:trace contextRef="#ctx0" brushRef="#br0" timeOffset="-5893.97">16750 10447 484 0,'0'-17'0'0,"-3"2"0"0,0 1 0 0,1-3 0 0,-2-2 0 0,3 2 242 0,-3 1-102 0,1-2-53 16,-2 1 120-16,2 0-85 0,-1-5-35 0,-1 4 7 15,-1 0-30-15,-2 2 1 0,2-2-29 0,-2 0 48 16,-3 0-15-16,2 6-9 0,-1 0-23 16,1 3 83-16,0 5-42 0,-1-1 1 0,-2 3-34 15,4 2 121-15,-1 0-65 0,1 3-33 16,0 9 96-16,2 8-64 0,-2 3-23 0,3 4 48 16,2 5-44-16,0 6 0 0,2 3-45 15,-1 3 140-15,2 9-60 0,0-3-45 16,0 1 0-16,-1 0 12 47,1 2-24-47,0 1 0 0,-2 7-13 0,2-14-130 0,0 1 60 0,-1-6 30 15,0-3-333 1,-2-1 173-16,2-1 101 0,-2-10-198 0,-2-8 127 0,2-2 17 0,-5-8 47 0,2-2-355 0,-2-2 181 0,0-5 103 0,-2 0 48 0,0-5-298 16,0-8 173-16,-3-2 77 0,2-7 51 0,0 0-326 0</inkml:trace>
  <inkml:trace contextRef="#ctx0" brushRef="#br0" timeOffset="-5744.36">16330 10590 1296 0,'-3'-8'0'15,"-1"2"0"-15,1-1 0 0,2 2 0 0,1 2 0 0,0 0 0 0,0 0 0 0,9 2 643 0,5-2-295 0,6 1-160 0,4 2 338 0,1 0-245 0,0 0-123 0,3 0-60 0,3-2-19 16,-3 2-9-16,2 0-33 16,-2 0-1-16,-2 0-337 0,1 2 168 0,1 3 94 15,-8 2 33-15,0 0-706 0,-4 1 374 0,-2-2 187 0</inkml:trace>
  <inkml:trace contextRef="#ctx0" brushRef="#br0" timeOffset="-5338.56">16752 10775 1975 0,'-5'0'0'0,"0"0"0"0,0 0 0 0,0 0 0 0,0 1 0 0,2 3 0 0,1-3 0 0,2 4 0 0,0-1 335 0,0 3-150 0,0 1-65 16,2-1 184-16,4 3-134 0,2-1-67 16,4 2-34-16,1-2-79 0,-1 4 32 0,1-4-9 15,-2 1-112 1,1 0 68-16,-1-2 33 0,-3 0-419 0,3 1 236 0,-5-3 104 15,0-1 57-15,-1 1-694 0,-2-2 338 0,3 0 162 0,-3-4 93 16</inkml:trace>
  <inkml:trace contextRef="#ctx0" brushRef="#br0" timeOffset="-5139.02">16978 10709 2412 0,'0'0'0'0,"0"0"0"15,-2 0 0-15,-1 0 0 0,-1 0 0 0,2 0 0 0,0 0 0 0,-1 0 0 0,2 3 388 0,-3 7-176 0,0 3-79 0,2 3 114 0,-4 4-105 16,0 6-53-16,-2 4 32 16,-2 4-42-16,-2 6 8 0,1 2-66 0,-2 0-225 0,-2 2 113 15,-1-2 63-15,1-1 33 0,-2 1-408 0,3-11 216 16,-1-2 111-16,3-7-556 0,2-6 267 16,2-7 164-16,2-1 73 0,4-8-409 0,2 0 251 0</inkml:trace>
  <inkml:trace contextRef="#ctx0" brushRef="#br0" timeOffset="-4600.88">17278 10418 616 0,'-6'-4'0'0,"0"0"0"0,1-2 0 0,-1 3 0 0,3 2 0 0,-3-1 274 0,1 2-119 0,-2 0-50 15,1 0-39-15,-1 2 111 0,0 9-71 0,-1 2-35 16,0 3 281-16,-2 5-149 16,2 5-88-16,0 0 122 0,1 4 41 0,2 2-121 31,0-1-60-31,2 6 156 0,3-4-113 0,0-3-52 0,2 1-26 0,6 0-132 0,5-2 53 0,1 3 36 16,5-11-9-16,-2 0-191 0,5-4 109 15,-2-3 54-15,2 1-589 0,0-3 319 0,0-6 74 16,-2-3-563-16,0-3 371 15</inkml:trace>
  <inkml:trace contextRef="#ctx0" brushRef="#br0" timeOffset="-3647.39">17412 10564 712 0,'-6'0'0'0,"1"0"0"0,1 0 0 0,-2 0 0 0,2 0 0 0,1 0 0 0,0 0 0 0,0-1 235 0,2-1-100 0,1 0-49 0,0 1-16 16,0-2 159-16,0 2-97 0,1 0-47 0,10 1-25 0,-2 0 98 0,5 0-52 15,-1 0-39-15,2 0 187 0,1 2-108 0,1 4-55 0,-1 2 112 16,0 0-74-16,-1 2-51 0,-2 0 0 0,0 2-5 16,-2-1-37-16,-2-1 0 15,1 7 9-15,-5-3-76 0,-2 2 33 0,-3 1 1 0,0 2 33 0,-7 1-43 16,-6 4 10-16,-7-5 33 15,-3-1-186-15,-3 0 91 0,-4-1 11 0,2-4-177 0,-3 0 91 0,6-7 64 16,-3-2 1-16,8-4-244 16,1 0 139-16,5 0 68 0,0-9 26 15,11-5-281-15,3-4 162 0,0-4 82 0,11-2 40 16,6-3-148 0,5 0 85-16,3 1 57 0,-1-1-254 0</inkml:trace>
  <inkml:trace contextRef="#ctx0" brushRef="#br0" timeOffset="-3493.23">17581 10526 1001 0,'12'-9'0'0,"0"-1"0"0,-4 6 0 0,-3 3 0 0,1 1 0 0,-5 0 0 0,-1 5 0 0,0 6 609 0,0 6-291 0,0 2-141 16,-7 3 217-16,1 2-179 16,-1 0-89-16,3 5 450 0,-1-6-274 0,3 2-133 15,2-2-125-15,0 0-44 16,0-2 0-16,3 1 0 0,7-5 0 0,3 0-67 0,2-5-143 16,3 0 123-16,0-7 62 0,5 3-812 0,-1-8 429 0,-2 0 99 0,2 0-300 31</inkml:trace>
  <inkml:trace contextRef="#ctx0" brushRef="#br0" timeOffset="-3330.85">17926 10700 1674 0,'0'0'0'0,"0"1"0"0,0-1 0 0,0 0 0 0,0 5 0 0,0-2 0 0,0 1 217 0,0 5-90 0,0 2-46 0,0 3 367 0,0 3-207 16,-4 8-93-16,-2-4-60 0,-2 5 87 0,0 3-69 15,-4-1-35-15,-1-2 0 0,-2 2-279 0,0-6 118 16,1-4 63-16,0-4-541 15,2-4 302-15,-4-3 160 0,7-7-317 0,0 0 212 16,1-3-5-16,5-13 90 0</inkml:trace>
  <inkml:trace contextRef="#ctx0" brushRef="#br0" timeOffset="-3054.46">17919 10580 1557 0,'9'-10'0'0,"0"1"0"0,1 1 0 0,5-1 0 0,-1 2 0 0,6 1 0 0,-2 3 0 0,4 1 0 0,-1 2 628 0,2 0-296 0,0 0-148 0,3 9-65 15,-6 5 110-15,-2 1-96 0,-3 3-49 0,-4 2-232 16,-4 2 92-16,0 1 55 16,-7 1-255-16,0-1 147 0,-7 1 72 0,-6-5 37 15,-3 4-33-15,-4-2 32 0,-4-5-7 0,1-3-92 16,-1-1 203-16,1-3-84 0,2-4-42 0,-3 2 417 16,10-2-196-16,0-5-86 15,6 0-54-15,0 0 373 0,5 0-309 0,-2 0-122 0,5 0 0 16,2 0 0-16,9-4 0 0,8 2 0 0,1-4 0 0,5 1 0 15,0-1 0-15,1 0 0 0,1 1 0 16,1-1 0-16,0 0 0 0,1 1 0 16,-5 1-617-16,-1-3 144 0,-1 2 219 0,-3 0-557 15,1-2 378-15</inkml:trace>
  <inkml:trace contextRef="#ctx0" brushRef="#br0" timeOffset="-2835.13">18308 10587 1386 0,'0'-7'0'0,"0"3"0"0,0-2 0 0,0 1 0 0,0 3 0 0,2-2 0 0,3 3 649 0,2-2-310 16,1 3-152-16,1 0-75 15,1 4 116-15,2 7-96 0,-1 1-39 0,0 6 108 0,-3 0-82 0,-4 4-42 16,0 0 1-16,-4 5-77 0,0-4 10 16,0 1 25-16,-7 0-110 0,-7-3 55 0,0 0 28 15,-3-1 0-15,-2-2-277 0,1-7 148 0,-1-2 78 16,1-4-15-16,2-5-491 0,3 0 234 15,2-1 130-15,8-13 78 0,3-5-227 16,0-7 148-16,5-1 75 0</inkml:trace>
  <inkml:trace contextRef="#ctx0" brushRef="#br0" timeOffset="-2651.09">18515 10519 1182 0,'5'-5'0'0,"1"2"0"0,2 2 0 15,-7-2 0-15,1 3 0 0,-2 0 0 0,0 7 0 0,0 5 675 0,-3 4-324 0,-6 1-157 0,1 3 476 0,2 0-317 16,-2 1-159-1,3 3-69-15,4-3 62 0,1 3-187 0,0-7 0 0,0 7 0 0,6-7 0 0,3 7 0 16,4-6 0-16,2-5 0 31,1 2-44-31,2-3 0 0,0-5 40 0,2 1-847 0,-2-3 321 16,-2-5 259-16</inkml:trace>
  <inkml:trace contextRef="#ctx0" brushRef="#br0" timeOffset="-2490.72">18733 10470 1774 0,'5'-9'0'0,"0"3"0"0,6 0 0 0,-3 4 0 0,3 1 0 0,1 1 0 0,2 0 0 0,3 11 736 0,0 5-341 15,0 4-184-15,-2 6 228 0,-2 4-201 0,-2 3-102 16,-4 2-134-16,0 6-2 16,-7-4 0-16,0 5 0 0,-10 2 0 0,-8-3 0 0,-3-2 0 0,-4 7 0 15,0-14-374-15,-2-2 91 0,-1-4 159 0,-3 0 80 16</inkml:trace>
  <inkml:trace contextRef="#ctx0" brushRef="#br0" timeOffset="-1833.21">19095 11229 838 0,'-13'0'0'0,"0"0"0"0,1-1 0 0,2 1 0 0,-3-2 0 0,5 2 0 0,2 0 304 0,0 0-134 0,3 0-66 0,0 0 227 16,3 0-138-16,0 0-82 0,1 0-38 0,13 0 203 15,3 0-120-15,5 0-60 0,6 0-20 16,2 0 114-16,3 0-76 0,4 0-39 16,4 2 252-16,5 4-145 0,10 0-64 0,-1 2-45 15,7-1 51-15,12-1-124 0,11 2 0 16,16 1 0-16,-1-2 0 0,5 0 0 0,3-3 0 16,1 0 0-16,-4-1 0 0,4-2 0 0,-28-1 0 15,-7 0 0-15,-8 0 0 0,-5 0-50 0,-6 0-371 0,1-1 208 31,-23-2 34-15,-7-1-481-16,-6-3 310 0,-10 3 157 0,-9 3 77 0,-1-4-404 0,-7 4 246 0</inkml:trace>
  <inkml:trace contextRef="#ctx0" brushRef="#br0" timeOffset="-1319.82">19256 10760 3005 0,'0'0'0'0,"0"0"0"0,0 0 0 0,0 0 0 0,0 1 0 0,0 2 0 0,0 2 510 0,0-1-237 0,0-1-130 15,1 1-143-15,2-1 0 0,5 0 0 16,0 0-200-16,1-2-144 0,2 2 192 0,0 0 85 16</inkml:trace>
  <inkml:trace contextRef="#ctx0" brushRef="#br0" timeOffset="2584.74">19645 10706 1079 0,'-8'0'0'16,"-1"-5"0"-16,0 2 0 0,-1-2 0 0,1 1 0 0,-3-3 0 0,4 1 0 0,0-1 230 0,-1 0-97 0,2 0-47 0,4-1-25 0,0-1 222 16,3-3-127-16,0 0-60 15,2 1 104-15,11-2-82 0,5-1-40 0,3-1 133 0,4 1-92 16,2 2-41-16,1 3 0 0,-1 2 76 15,4 2-59-15,0 1-19 0,-5 4-10 16,-1 0-2-16,-2 0 0 0,1 12-27 0,-7 1 0 0,5 7 46 16,-11 5-46-16,-1 1 0 0,-5 4-37 0,-3 2-1 15,-2 1 38-15,0 7-45 0,-5-10 13 0,-9 4 0 16,-3-3 32-16,-3 0-77 0,-5-4 26 16,-3 3 6-16,0-11 7 0,0 0 42 0,-3-4-40 0,-1-5 15 15,0-2-25-15,-2 2 123 0,4-10-114 16,2 0 0-16,2 0 0 0,3 0 0 15,-2 0 0-15,12 0 0 0,3-2 0 0,7 0 0 16,1 0 0-16,2 0 0 0,0 0 0 0,7 2 0 0,14 0 0 16,6 0 0-16,10 0 0 0,4 2 0 15,7-2 0-15,-4 2 0 0,1-2 0 0,0 0 0 16,0 2 0-16,1-2 0 0,3 0 0 0,-11 2 0 31,-2 1 0-31,-7 2 0 0,-2-1 0 0,-5 2 0 0,-3 0 0 0,-10-3 0 0,-6 3 0 16,-2-2 0-16,-1-2 0 0,0 0 0 15,0 1 0-15,-6-3 0 0,1 0 0 0,-1 0 0 16,3 0 0-16,-1 0 0 0,2 0 0 0,-2 0 0 16,2 0 0-16,0 0 0 0,-1 0 0 0,1 0 0 15,1-5 0-15,1 1 0 0,0-2 0 16</inkml:trace>
  <inkml:trace contextRef="#ctx0" brushRef="#br0" timeOffset="13421.58">10957 12079 772 0,'-11'-7'0'0,"-2"0"0"0,3 3 0 0,1-2 0 0,-4 1 0 0,7 3 0 0,1 1 173 16,0-2-67-16,4 3 198 0,-2-1-132 0,1 1-56 16,2 0-44-16,0 0 112 15,0 0-72-15,2 0-37 0,10 0 1 0,-1 0 135 16,6 1-91-16,2 5-40 0,6-2 0 0,5 0 58 15,3 2-50-15,8-2 11 0,1 0 84 16,5-3-72 0,5 2-36-16,7 0 22 0,7-2-29 0,14-1 10 0,-2 0-39 0,3 0-61 0,4 0 31 0,-3 0 0 31,5 2 40-31,-22 1-86 0,-5-3 38 0,-6 5 0 16,-13 1 38-16,-5-2-82 0,1 2 29 0,-17 0-5 0,-7-1-4 0,-2 1 0 0,-7-3 4 15,-2 0 113-15,-2-1-44 0,0-2-7 16,0 0-34-16,-2 0 107 0,-2 0-48 0,-2 0-54 0,-1-5-14 15,3-6-201-15,1 0 63 0,-1 4 79 0,0-2 38 0,2 6-1042 16</inkml:trace>
  <inkml:trace contextRef="#ctx0" brushRef="#br0" timeOffset="14715.61">12571 11104 512 0,'-4'0'0'0,"-1"0"0"0,-1 0 0 0,0 0 0 0,1 0 0 0,3-2 112 0,-4 1-37 16,3 1 0-16,0-3 71 0,1 3-58 0,1 0-25 0,1 0-33 31,0 0 8-31,0 0 1 0,6 0 10 0,8 0 57 0,5 0-34 0,6 3 1 0,4 0-34 15,6 0 30-15,5 0 9 0,2 0-39 0,3 2 0 16,7-1 39-16,4-1 0 0,4 1-39 0,12-2-52 16,-5 1 21-1,3-1 0-15,0-2-17 0,-1 1-1 0,-2-1 49 0,5 0 10 32,-15 0-230-32,-5 0 102 0,1-6 33 0,-4 0 32 0,-1-7-234 0,8-2 118 0,-16 1 35 0,2 1 40 0,-3-1-77 15,-3 0 47-15,-4 2 16 0,2 3 65 16,-10 3 8-16,-6 3-42 0,-6 2 97 0,0 1-49 15,-6 0-25-15,3 0-9 0,-8 0 85 0,-1 0-45 16,0 0-6-16,0 1 1 16,0 2 143-16,0-3-57 0,0 3-48 0,0-3 3 0,-1 0 47 0,0 0-40 15,-2 0-4-15,2 0-70 0,-1 0 17 16,0 0 9-16,-1 0 18 0</inkml:trace>
  <inkml:trace contextRef="#ctx0" brushRef="#br0" timeOffset="16757.13">16926 11125 460 0,'-15'0'0'0,"4"0"0"15,0 0 0-15,2 0 0 0,1 0 176 0,0 0-69 0,-2 0-24 16,6 0-10-16,-1 0 199 0,4 0-117 0,-1 0-58 0,2 0-28 16,-1 0 186-16,1 0-113 0,0 0-51 0,0 0 54 0,4 0-52 15,5 0-27-15,6 0 129 0,-1 0-82 0,4 0-37 16,3 2-1-16,2 0 83 0,4 0-60 0,3 3-20 16,3-4-9-16,3 4 14 31,4-4 1-31,4 3-45 0,6-3 0 15,14 2 69-15,4-3-39 0,15 0 0 0,10 0 38 0,10-3-34 16,6-2 0-16,16-7-51 0,-16 2-10 0,0-1-5 0,-6-2-7 0,-8 4 0 16,-12-1 0-16,4 2 0 0,-28 2 0 0,-4 3-61 0,-6 1-94 0,-8-1 89 0,-7 3 12 15,-1 0-188-15,-18 0 85 16,-4 0 69-16,-6 0 8 0,-5 0-1 0,0 3 30 16,0-3 80-16,-1 0-29 0,-12 1 0 0,-5-1-39 15,-6 2-292-15,-3 1 137 0,-1 3 82 0,-3 1 36 16</inkml:trace>
  <inkml:trace contextRef="#ctx0" brushRef="#br0" timeOffset="18413.11">23056 11422 1638 0,'-5'0'0'0,"1"0"0"16,2 0 0-16,0 0 0 0,-1 0 0 0,2 0 0 0,1 0 0 0,0 0 490 0,0 0-226 0,1 0-114 0,6 0 288 0,10 0-191 16,2 0-110-1,5 0 43-15,4 0-72 0,2 0-36 0,3 0 0 0,3 0-212 0,-4 0 83 0,4 0 47 16,-3 0 23-16,1 0-257 0,-4 0 141 15,0 0 78-15,-10 0 26 0,0 0-902 16,-3 0 380-16</inkml:trace>
  <inkml:trace contextRef="#ctx0" brushRef="#br0" timeOffset="18603.19">23121 11802 1648 0,'-18'5'0'0,"7"-1"0"0,0 3 0 0,6-3 0 0,0 4 0 0,5-5 633 0,0 0-298 0,10 0-150 16,7-3-74-16,6 0 345 0,5 0-200 0,-1 0-115 16,5 0-53-16,0-3-111 15,2-3 30-15,-1 1-1 0,3-1-572 0,-8 1 297 0,3 2 152 0,-4-1 76 16,2 0-792-16,-3-2 435 16</inkml:trace>
  <inkml:trace contextRef="#ctx0" brushRef="#br0" timeOffset="18974.51">23768 11672 2709 0,'-5'4'0'0,"-2"-4"0"16,5 3 0-16,-3-1 0 0,5 3 0 0,0-1 0 0,0-1 0 0,7 1 0 0,10 1 278 0,5-3-122 0,7-2 207 15,4 0-164-15,4 0-73 0,-2 0-50 0,6-1-85 16,0-6 22-16,1-5 0 0,0 0-6 15,2-5-245-15,-8 0 118 0,-1 0 78 0,-9-3 38 0,-2 3-366 16,-7 1 203-16,-3-4 13 0,-11 5-116 0,-3 0 78 16,-2-2 78-16,-13-1 39 0,-5-2-79 0,-5-4 51 15,-1 3 38-15,-3 0-4 16,-1 3-1-16,-1 4 35 0,-5 4-1 0,0 5 197 16,3 5-94-16,0 0-51 0,-1 9-26 0,-2 11 435 15,-3 9-221-15,-1 7-62 0,9 5 334 0,3 7-220 0,7 0-110 16,9 3-56-16,10 1 131 0,2 6-137 15,8-11-84-15,19-2 0 0,5-2 0 0,6-4 0 16,4-4 0-16,4 2 0 0,-1-17 0 0,-1-2 0 0,0-4 0 16,1-7 0-16,0-4 0 0,1-3 0 15,-7-2-810-15,2-15 325 0,-2-6 228 0,-1-6 96 0,2-2-304 16,1-7 206 0</inkml:trace>
  <inkml:trace contextRef="#ctx0" brushRef="#br0" timeOffset="19301.47">24630 10938 1766 0,'-5'-6'0'16,"-4"3"0"0,-1 2 0-16,2-1 0 0,4 2 0 0,-2 0 0 0,0 9 0 0,2 5 619 0,-2 4-282 0,3 4-156 0,0 1-76 15,1 3-35-15,-2 1 0 0,3 2-211 0,-2 4 98 0,0-7 34 0,2-1 0 0,-1-3-20 0,0-5 32 16,2-4 1-16,-1 1 40 0,1-6 24 0,0-5 1 15,0 0-34-15,5-3 0 0,5 0 143 0,7 0-107 16,2 0-31-16,5-3 221 16,1-4-113-16,0 3-90 0,3 3-58 0,1 1 0 0,-6 0 0 15,1 0 0-15,-1 5 0 0,-1 8 0 0,-6 4 0 0,1 2 0 16,-9 5 0-16,-5 2 0 16,-3 0 0-16,0 4 0 0,-15 0 0 0,-5 2 0 15,-4-8 0-15,-4-3 0 0,-2-2 0 0,-2-5 0 16,2-8-225-16,-8 5 30 0,6-11 90 0,0 0 28 31,-2 0-507-31,1-3 274 0,-1-14 138 0,0-4 59 0,10-4-254 0,5-9 166 0,6-8 82 0</inkml:trace>
  <inkml:trace contextRef="#ctx0" brushRef="#br0" timeOffset="19419.1">24668 10977 2627 0,'15'-5'0'0,"3"2"0"0,1-1 0 0,6 1 0 0,2 1 0 0,7 2 0 0,-3-3 0 0,3 3 0 0,5 0 0 0,-3 0 281 0,4 0-123 0,5 3-637 16,-12 8 253-16,-2 1 131 0</inkml:trace>
  <inkml:trace contextRef="#ctx0" brushRef="#br0" timeOffset="19574.18">25335 11509 3383 0,'0'0'0'0,"0"0"0"0,-1 0 0 0,1 0 0 0,0 0 0 0,0 0 0 0,-3 0 0 0,3 0 0 0,-3 0 88 0,3 0-27 15,0 0 0-15,0 0-1211 0</inkml:trace>
  <inkml:trace contextRef="#ctx0" brushRef="#br0" timeOffset="49889.43">23551 11038 1658 0,'-17'-20'0'0,"1"-1"0"0,-2 3 0 0,2 1 0 0,-2 2 0 0,0-1 0 0,6 6 0 0,1 0 0 0,0 1 156 16,5 4-59-16,1 1 281 0,2 1-160 0,3 1-95 15,0 2-42-15,0 0 105 0,0 0-73 0,0 2-38 16,5 10 10-16,2 5 37 16,6 7-42-16,1 4 0 0,5 6-42 0,1 3 175 0,7 10-77 0,2-5-54 15,4 5-72-15,6 1-10 0,1 1 0 0,6 3 0 16,16 14 0 15,-1 1 0-15,12 4 0-16,4 11 0 0,10 2 0 0,5 12 0 0,-13-14 0 0,0-5 0 0,-4 3 0 0,-1-3 0 0,-4-6 0 0,3 6 0 0,-17-19 0 0,-3-5 0 15,-4-4 0-15,2-1 0 0,-4-4 0 0,4 3 0 0,-13-17 0 16,-3-1 0 0,-5-5 0-16,-1-5 0 0,-7-3 0 0,2-2 0 0,-8-7 0 0,-3-4 0 0,-4-1 0 15,-1-2 0-15,-5 0 0 16,-1 0 0-16,-2 0 0 0,0 0 0 0,0-3 0 16,-5-8 0-16,-7-7 0 0,-3 1 0 15,0 0 0-15,-2-2 0 0,-3 0 0 0,0-2-354 0,-2 2-108 16,-3-5 203-16,1 1 115 0</inkml:trace>
  <inkml:trace contextRef="#ctx0" brushRef="#br0" timeOffset="50252.07">25371 10935 1703 0,'0'-27'0'0,"0"2"0"0,0 3 0 0,0 9 0 0,0-4 0 0,0 8 0 0,0 3 0 0,0 2 629 0,-1 0-297 0,-8 4-147 16,-7 0 452-16,-4 8-306 0,-11 15-217 0,-14 13-114 15,-15 13 0-15,-18 19 0 16,-22 16 0-16,-8 5 0 0,-14 13 0 0,-14 7 0 16,-20 12 0-16,-17 10 0 0,-23 9 0 0,33-24 0 15,-4-4 0-15,7-2 0 0,16-7 0 0,11-7 0 16,6-1 0-16,41-32 0 0,17-3 0 0,13-9 0 15,16-7 0-15,9-8 0 0,6-4 0 0,17-18 0 16,5-5 0-16,3-6 0 0,0-1 0 0,0 0 0 16,3 2 0-16,3-2 0 0,2-1 0 0,3 2 0 15,-2-3 0-15,1 0 0 16,-2 0 0-16,-2 0 0 0,0 0 0 0,-3-3 0 0,0 2 0 0,0-5 0 16,1 2 0-16,-2-2 0 0,4 4 0 15,-4-2 0-15,3 2 0 0,-1 2-1302 0</inkml:trace>
  <inkml:trace contextRef="#ctx0" brushRef="#br0" timeOffset="62450.8">12813 12435 1484 0,'0'-13'0'16,"0"0"0"-16,0 6 0 0,0 2 0 0,0 5 0 0,0 0 0 0,0 0 0 0,2 7 311 0,2 11-142 0,4 6-66 0,-4 10 287 0,3 7-177 0,-2 5-88 0,2 9-35 0,-5-2 146 0,1 5-100 0,1 4-49 16,0 7-26-16,-3 0 10 15,3 7 8-15,-1-13-42 0,-2-2-167 0,2-6 83 16,-1-9 43-16,0 3-104 15,-1-16 68-15,1-8 39 0,-2-6-1 0,0-2-466 0,1-7 233 0,-1-2 58 16,4-8 81-16,-3 0-455 31,0-3 258-31,5-17 128 0,2-5 64 0,3-8-396 0</inkml:trace>
  <inkml:trace contextRef="#ctx0" brushRef="#br0" timeOffset="62600.05">13042 13028 1085 0,'3'-6'0'0,"2"-1"0"15,-2 3 0-15,0 2 0 0,1 1 0 0,-2 1 0 0,2 0 0 0,0 0 631 0,-1 8-302 0,0 7-146 0,0 0 345 0,-2 2-247 0,0 4-121 16,0-1 64-16,1 2-99 0,-2 2-44 16,0 0 0-16,0-2-89 0,0 0 0 0,0 4 54 0,0-7-10 0,0-2-389 15,0 0 195-15,0-2 97 0,0-1 49 16,0-1-646 0,0-6 238-16,0-2 198 0,0-2-538 0</inkml:trace>
  <inkml:trace contextRef="#ctx0" brushRef="#br0" timeOffset="62767.6">13156 12751 1546 0,'0'-1'0'0,"-3"-2"0"0,1 2 0 0,1 1 0 0,1 0 0 0,0 0 277 31,0 0-120-15,0 5-60-16,0 7-21 0,1 0-11 0,3 4-28 0,3 2-1 0,-1 2-537 0,1-2 257 0,0 9 130 0,0-7-516 0,0 4 297 0</inkml:trace>
  <inkml:trace contextRef="#ctx0" brushRef="#br0" timeOffset="63167.17">13263 13201 823 0,'-6'16'0'0,"0"1"0"0,-2 0 0 0,2 0 0 0,-2 1 0 0,3-4 155 15,-1-2-59-15,2-4-30 0,3-2 207 0,-2-2-117 16,2 0-51-16,1-4-30 0,0 0-2 0,4-8-37 0,7-9-1 0,3 0-54 16,5-7 36-16,0 0-9 15,3 1 28-15,-1-2-50 0,2 2 25 0,2 0 10 0,-4 5 15 0,-1 1 51 32,-1 3-26-32,0 5 1 0,-3 4 61 0,4-3-34 0,-5 6-16 15,-4 2 50 48,1 5-43-63,-4 12 0 0,-2 2-43 0,1 6-60 0,-6-1 25 0,1 2 1 0,-2 2 33 0,0-5-175 0,0-2 87 0,0 0 54 0,0-7-10 0,0-2-215 0,0-5 101 0,0-6 65 0,1-1-75 0,6 0 29 0,0-8 43 0,4-9 0 0,0-3 52 15,4-1 1-15,0 1-37 0,3 1 203 0,-1 1-91 16,1 2-46 0,0 2-26-16,0 3 310 0,-1 5-139 0,3-1-53 0,-6 5-53 0,0 2 179 0,-2 0-102 15,0 10-50-15,0 3 18 0,-1 4-25 0,-5 1-9 16,0 1-237-16,2 2 101 0,-3-4 50 0,-1 2 26 15,3 1-710-15,-3-6 353 0,2-1 137 0,2-1 102 16</inkml:trace>
  <inkml:trace contextRef="#ctx0" brushRef="#br0" timeOffset="63652.15">12678 13653 1262 0,'-5'-7'0'0,"2"0"0"0,3 1 0 0,0 2 0 0,0 1 0 0,1 2 0 0,10 0 0 0,3 1 204 0,4 0-75 0,1 5-51 0,2 5 51 0,0 4-47 0,1-1-24 16,0 4 1-1,0 1-7-15,-5 2-17 16,-3 1 1-16,-6 1-1 0,-1 2-54 0,-6 1 27 0,-1 3 9 0,-5-3-3 16,-11 1 21-16,-10-1 1 0,0-1-48 0,-6-7 25 0,1 4 8 0,-2-11-26 0,5 1-181 0,4-7 91 0,3-4 52 15,6 0 18-15,4 0-191 31,11-12 96-31,0-8 55 0,12-6 8 0,12-3-476 0</inkml:trace>
  <inkml:trace contextRef="#ctx0" brushRef="#br0" timeOffset="63782.66">12964 13646 2318 0,'-5'0'0'0,"1"2"0"0,-1 7 0 0,-3-1 0 0,2 4 0 0,0 3 0 0,-2 7 0 0,0 1 0 0,4 2 442 0,2 1-202 0,2 0 136 0,0 1-170 31,2 3-76-31,11-6-52 0,5-2-292 0,6-4 125 0,0-3 63 15,4-4 30-15,5-1-745 0,-4-6 384 0,-1-4 196 0,1 0 98 0,-3-4-421 0</inkml:trace>
  <inkml:trace contextRef="#ctx0" brushRef="#br0" timeOffset="63961.22">13153 13714 1759 0,'-13'2'0'0,"1"0"0"0,2-2 0 0,1 4 0 0,4-2 0 0,2 2 0 0,3-2 813 0,0 3-388 0,5-1-195 0,7 0-89 0,8 1 100 16,0-1-104-16,1-1-50 0,4 1-26 0,0-4-253 0,3 5 122 0,-3-5 48 0,-2 0-766 15,1 0 411 1,-3 0 206-16,-2 0-744 0</inkml:trace>
  <inkml:trace contextRef="#ctx0" brushRef="#br0" timeOffset="64179.36">13377 13588 1575 0,'0'-4'0'0,"0"2"0"0,0-3 0 0,1 2 0 0,1 2 0 0,4-1 0 0,2 2 0 0,4 0 0 0,3 0 531 0,2 0-248 0,-2 9-124 0,6 2-62 0,-4 3 27 16,3-1-35-16,-5 4-31 31,-1 3-71-31,-7 0 25 0,-1 3 0 0,-3 3-116 0,-3-3 66 0,0 3 37 16,-14-1-1-16,-3-2-163 0,-5-2 100 0,-3 1 45 0,2-6 22 0,2-4-513 0,1-4 242 15,3-5 100-15,6-3 67 0,-1 0-393 0</inkml:trace>
  <inkml:trace contextRef="#ctx0" brushRef="#br0" timeOffset="64394.95">13651 13721 2297 0,'8'8'0'0,"-3"2"0"0,1 5 0 0,1 1 0 0,-3-2 0 0,-1 5 0 0,0-2 0 0,3-3 419 16,-2 4-191-16,6-2 21 0,0-1-111 0,4-8-51 15,4 0-26-15,2-4-188 16,0-3 81-16,6 0 50 0,-3-3-10 0,0-11-406 0,-1-5 224 0,-5-1 111 0,-4 1 57 16,-1-5-301-16,-9 4 171 0,-1 1-32 0,-2-1 63 15,-6 2 34 17,-8 0 25-32,-3-1 215 0,-2 8-91 0,-3 0-50 0,0 4-24 0,0 2 73 0,-1 1-49 0,0 1-33 0,6 3 8 15,2 0 17-15,3 0 0 0,5 0 86 0,-1 0-484 16,8 7 193-16,0-2 100 0,1 0 46 15</inkml:trace>
  <inkml:trace contextRef="#ctx0" brushRef="#br0" timeOffset="64683.3">14563 12668 1977 0,'0'-38'0'0,"-4"6"0"16,0 8 0-1,-5 0 0-15,1 9 0 0,-2 7 0 0,-2 5 0 0,-1 3 0 0,0 0 351 0,1 2-149 0,1 12 264 0,1 8-216 0,5 7-107 0,2 5-54 0,3 9 195 0,0 6-116 16,0 4-167 0,2 2-1-16,7 4 0 0,3 2 0 0,-2 5 0 0,-1 10 0 0,0-5 0 0,-2 5 0 15,-6 7 0-15,1 1 0 0,-2 0-8 0,0 7-35 16,-8-26-546-16,-4-8 256 47,0-12 161-47,-6-9 11 0,4-15-311 0,-5-4 210 0,7-17 118 0,-4-6 54 0,4-14-188 0,-4-5 121 0,2-4 52 0,1-7-379 0</inkml:trace>
  <inkml:trace contextRef="#ctx0" brushRef="#br0" timeOffset="64868.72">14159 13173 1977 0,'-6'-21'0'0,"-2"3"0"0,8 6 0 0,0 0 0 0,0 0 0 0,11 3 0 0,9 2 207 31,5 2-86-31,5 3-42 0,4-1 409 0,4 0-218 16,-4 3-122-16,5 0-265 0,-2 0 77 62,1 6 37-62,-2 6 0 0,4-5-936 0,-9 5 480 0</inkml:trace>
  <inkml:trace contextRef="#ctx0" brushRef="#br0" timeOffset="65026.26">14681 13254 1848 0,'0'0'0'16,"-2"0"0"-16,2 0 0 0,0 0 0 0,0 0 0 0,0 0 263 0,8 0-114 0,3 4-57 16,6 6 773-16,1 2-406 0,3 3-216 0,1 2-231 0,-1 1-12 0,0 4 0 0,-2 3 0 31,-2 2 0-31,-8-1 0 16,-7 3 0-16,-2-3 0 0,-2 0 0 0,-18 0 0 0,-5-9 0 0,-3-3-55 0,-3-5-52 0,-1-3 72 15,-1-5-74-15,-2-1-154 0,8 0 80 16,3-2 75-16,7-14-449 0,4-3 260 0,10-2 132 0,3-3 55 15,0-2-651-15</inkml:trace>
  <inkml:trace contextRef="#ctx0" brushRef="#br0" timeOffset="65168.01">14886 13271 1436 0,'7'0'0'0,"-2"-2"0"0,-1 1 0 0,0-1 0 0,-1 1 0 0,-2 1 0 0,-1 0 937 0,0 4-451 0,0 7-226 0,0 4-112 15,-3 2 441-15,0 2-514 16,1 4-75-16,1 1 0 0,1 0 0 0,0 3 0 0,3-1 0 0,10 4 0 15,5-7 0-15,5 1 0 16,4-6 0-16,4-2-58 0,3-2-2 0</inkml:trace>
  <inkml:trace contextRef="#ctx0" brushRef="#br0" timeOffset="65633.76">15587 12893 1132 0,'-21'0'0'0,"-1"0"0"0,-2 0 0 0,6 12 0 0,-2 10 0 0,0 7 383 0,3 7-173 0,1 6-87 0,2 11-34 0,9-6 149 0,5 7-100 0,0-5-51 0,10-3 135 0,10-5-93 0,4 0-38 0,4-13-149 0,4-5 47 31,4-4 24-31,0-3 0 0,0-6-555 0,1 1 299 0,-7-7 135 0,-2-4 72 0,-3 0-724 0</inkml:trace>
  <inkml:trace contextRef="#ctx0" brushRef="#br0" timeOffset="65885.11">15725 13159 1386 0,'-13'-12'0'0,"3"3"0"0,2 1 0 0,3 3 0 0,3 1 0 0,-1-2 0 0,3 5 529 31,0-2-246-15,10 3-124-16,4 0 50 0,5 0-87 0,1 4-34 0,-1 4 33 0,1 2-42 0,0 3 0 15,-3-1-43-15,0 3-115 0,-2 0 66 0,-5 2 21 0,-3-1-1 0,-4 2-107 16,-2 1 68-16,-1 1 34 0,-3 2 9 0,-12-3-63 16,-3-1 39-16,-6 0-29 0,-4-2-11 0,-4-3-2 15,3-2 25 17,-1-7-85-32,4-1-75 0,2-3 73 0,2 0 46 15,4-3-301-15,10-15 172 0,6-5 82 16,2-6 41-16,3-3-404 0,13-4 222 0,6-3 102 0</inkml:trace>
  <inkml:trace contextRef="#ctx0" brushRef="#br0" timeOffset="66022.64">15867 12998 1435 0,'9'-12'0'0,"1"6"0"0,-3 3 0 0,-3 1 0 0,0 2 0 0,-4 0 0 0,0 12 0 0,0 9 0 0,-6 2 813 0,-3 4-389 0,-1 4-184 0,4-4-106 0,0 4 501 31,0-2-385-31,3 0-250 0,3 0 0 0,0 5 0 0,0-7 0 0,10-3 0 16,4-2 0-16,8-2 0 0,1-3 0 0,4 0-716 0,1-13 314 15,2-1 219-15,0-3 110 0</inkml:trace>
  <inkml:trace contextRef="#ctx0" brushRef="#br0" timeOffset="66166.8">16246 13239 1348 0,'0'0'0'0,"0"0"0"0,0 0 0 15,0 0 0-15,0 1 0 0,0 3 0 0,0 0 0 0,0 4 600 0,-2 2-281 0,2 4-142 0,-2 3 155 0,-4 3-153 0,0 2-71 0,-3 2-174 0,1 0 50 16,-1 0 27-1,-5-1 9-15,3-3-145 0,-5-5 81 0,2-3 40 0,0 0 0 0,-2-6-522 0,2-3 254 0,2-3 145 16,4 0 75-16</inkml:trace>
  <inkml:trace contextRef="#ctx0" brushRef="#br0" timeOffset="66445.74">16420 13029 2634 0,'14'-10'0'0,"2"2"0"0,0 4 0 0,0-2 0 0,4 3 0 0,-5 2 0 0,0 1 0 0,-1 0 0 0,2 0 311 0,-2 3-137 0,1 6-60 0,-4 4-116 0,-3-1 0 0,-1 5 39 0,-3 1-1 16,-3 2-141-16,-1 5 79 15,0-5 27-15,-10 4 0 0,-3-3-219 0,-5 0 128 0,-1 1 63 0,-6 3 26 0,0-7-6 16,0-3-52-16,2 0 405 0,2-3-194 0,3-3-77 16,2 3-50-16,4-10 411 0,5 2-310 46,4-2-126-46,3-1 0 0,0-1 0 0,2 0 0 0,11 0 0 0,5 0 0 0,5 0 0 0,4-3 0 0,2-3 0 0,2-3 0 16,1 2 0-16,-1-3 0 0,0 3-550 0,0-2 133 0,2-1 202 0,-8 3 22 31,-3 1-623-31,-2 1 390 0,-4 1 195 0</inkml:trace>
  <inkml:trace contextRef="#ctx0" brushRef="#br0" timeOffset="66651.84">16738 13104 1397 0,'-1'-11'0'0,"-1"5"0"0,2-2 0 0,0 1 0 0,0 1 0 0,0 3 0 0,9-2 659 0,4 2-316 16,1 3-154-16,4 0-76 16,4 5 146-16,-3 5-111 0,5 7-47 0,-3 0 198 0,-1 2-131 0,-4 5-66 0,-5 0-69 0,-2 4 3 15,-4 2 10-15,-5-1-10 16,0-1-144-16,-11 0 72 31,-8-1 37-31,-4-3-1 0,-3 3-192 0,-4-9 109 0,-1-2 60 0,1-5 12 0,1-4-224 0,5-4 57 0,-1-3 5 0,11 0-318 16,9-13 227-16,5-8 114 0,0-8-523 0,13-4 318 15</inkml:trace>
  <inkml:trace contextRef="#ctx0" brushRef="#br0" timeOffset="66808.81">16969 13055 1867 0,'0'0'0'0,"3"0"0"0,-2 0 0 0,0 0 0 0,1 0 0 0,-2 3 0 0,0 14 488 31,0-2-230-31,-2 9-111 0,-3 3 749 0,1 6-621 16,3 3-275-16,1 5 0 0,0-6 0 0,1 1 0 0,10 0 0 0,7-7 0 0,7-2 0 0,2-1 0 15,4-12 0-15,2-6 0 16,-1-8 0-16,0 0 0 0,-3-1 0 0,1-8 0 0,-11-3 0 16,-2-6 0-16,-8 2 0 0</inkml:trace>
  <inkml:trace contextRef="#ctx0" brushRef="#br0" timeOffset="67006.29">17236 12903 2405 0,'0'-5'0'0,"3"0"0"0,2 1 0 0,3 1 0 0,1 3 0 0,0 0 0 0,4 7 0 0,2 9 0 0,1 8 856 0,3 3-402 16,-5 5-238-16,1 5-216 0,-4 4 0 0,-2 5 0 0,-5 5 0 0,-4 7 0 15,0-5 0-15,-13-1 0 16,-7 2 0-16,-3-4 0 0,-4 4 0 0,0-16 0 16,0-1 0-16,-4-6-196 0,2-4 98 0,-3-7 66 15,-4 4-1163-15</inkml:trace>
  <inkml:trace contextRef="#ctx0" brushRef="#br0" timeOffset="67447.78">17911 13082 1349 0,'-11'0'0'0,"-3"0"0"0,8 0 0 0,6 0 0 0,0 5 0 0,3-2 566 0,17 1-265 15,8 0-124-15,7-4 397 0,5 0-269 0,5 0-134 16,-1-4-68-16,-2-1-191 0,3-2 70 0,-8 0 23 0,-4 2 0 0,-3 2-651 16,-5 2 340-16,-5 1 172 15,-4 0 93-15</inkml:trace>
  <inkml:trace contextRef="#ctx0" brushRef="#br0" timeOffset="67596.06">17926 13358 2881 0,'-15'0'0'0,"5"0"0"16,3 2 0-16,2-1 0 0,4-1 0 0,1 2 0 0,1-2 0 0,14 0 0 0,12 0 462 0,4-2-214 0,3-1-105 0,6-4 54 15,-3-1-197-15,2 1 0 0,-3 1 0 0,-1 0-265 0,1 1-36 0,6 0 177 16,-11 0-444-16,-1 2 302 0</inkml:trace>
  <inkml:trace contextRef="#ctx0" brushRef="#br0" timeOffset="67857.3">18835 12709 2434 0,'0'-14'0'0,"0"3"0"0,0-1 0 0,0 8 0 16,0-1 0-16,0 3 0 0,0 2 0 0,0 3 0 0,0 15 953 0,0 9-462 0,0 11-438 0,0 9-53 0,0 6 0 0,0 8 0 16,0 9 0-1,0-2 0-15,0 12 0 0,0 6 0 0,-3 2 0 16,-3 11 0-16,1-21 0 0,2-5 0 0,1-8-120 16,-1-5-139-16,3-11 147 0,-3 0 84 0</inkml:trace>
  <inkml:trace contextRef="#ctx0" brushRef="#br0" timeOffset="72735.3">19064 12757 898 0,'0'-3'0'0,"0"2"0"0,-2-2 0 0,2-1 0 0,0-1 169 0,-1 1-57 0,1-2-43 0,0 1 26 16,0-5-30-16,0 3 1 16,0-4-21-16,0 3 79 0,0-2-43 0,0 1-1 0,0-1-44 0,-4 0 86 15,3-2-34-15,-2 3-9 0,0 1 36 0,-2-4-40 16,2 6 1-16,-2-1 21 0,1-4-21 0,-1 5-9 31,-2 0-30-31,2-1 25 0,-2 2 0 0,-1-1-26 0,2 0 10 0,-3 1 17 0,3-2 0 0,-2 4-27 16,2 1 0-16,-2-1 39 15,-1 0 8-15,2 2-46 16,-1 1 14-16,2 0-14 0,-3 0-1 0,1 6 37 0,0 2-27 0,1 6-10 16,0 3 1-16,1 3 51 0,1 5-26 0,2 4 0 15,-2 6-16-15,3 1 34 0,1 7-74 16,1 3-6-16,0 6 0 0,0 7 0 0,0 11 0 0,0-1 0 16,0 8 0-16,0-1 0 0,1 2 0 0,3-4 0 15,1 6 0-15,1-18 0 16,2-6 0-16,1-5-25 0,1-5-97 0,-1-5 65 15,0 5 7-15,-1-16-124 0,-3-4 49 0,-2-3 50 16,0-2-18-16,-1-5-67 0,-2 2 52 0,0-11 40 16,-5 0-132-16,-1 0 81 0,-8-1 41 0,3 0-149 15,-4 2 86-15,2-4 57 16,-4 1 24-16,3-5-325 0,-5 0 175 0,0 0 77 0,2 0 53 0,3-12-173 16,-3-5 108-16</inkml:trace>
  <inkml:trace contextRef="#ctx0" brushRef="#br0" timeOffset="72955.11">18632 13026 1047 0,'-17'-10'0'0,"3"2"0"0,-1 4 0 0,2 0 0 0,5 2 0 0,3 2 720 0,4 0-342 0,1 0-170 16,0 3-86-16,9 5 244 0,9 2-169 0,5-1-80 15,5-2 366-15,5 1-223 0,3-5-227 16,4 3-33-16,-4-3 0 0,0 0 0 0,0-1 0 16,-1 1-173-16,0-3-60 0,8 3 144 15,-10-3 58-15,-2 1-870 0,-3 2 452 0,-2 2 117 0</inkml:trace>
  <inkml:trace contextRef="#ctx0" brushRef="#br0" timeOffset="73224.18">19202 13384 1468 0,'0'5'0'0,"-1"1"0"0,-4-2 0 0,5 1 0 0,0 1 0 0,0-2 754 0,6 3-349 0,9-3-188 0,5 0-91 0,2 1 275 0,3 1-183 0,1 1-90 0,4 1-124 0,-7 1-8 15,-1 3 40-15,-3 0 1 0,-2 3-184 0,-8 4 92 16,-3 5 55-16,-6-4-24 15,-1 2 31-15,-15 2-1 0,-7 0 31 0,-5-1-36 0,-4 2 9 16,1-8-57-16,0-4 28 0,0-2-31 0,0-3 0 16,6-4 33-16,-1-2 5 0,10-2-286 0,2 0 139 15,8-9 70-15,6-3-537 0,0-5 294 16,3-4 139-16,17-1-206 0,3-1 181 0,7-3 91 16</inkml:trace>
  <inkml:trace contextRef="#ctx0" brushRef="#br0" timeOffset="73385.59">19517 13377 1526 0,'10'-8'0'16,"-1"2"0"-16,-3 1 0 0,-1 2 0 0,-4 3 0 0,-1 0 0 0,0 0 225 0,0 8-94 0,-9 6-47 0,2 2 847 0,-1 2-451 0,0 0-222 15,1 4-110-15,4-1 0 0,3 1-148 0,0 4 0 16,0-4 0-16,3 0 0 16,10 1 0-16,7 2 0 0,1-5 0 0,7 3 0 0,0-6 0 0,1-5-411 0,2 0-79 15,-3-4 263-15,0-1 131 16,-1 0-655-16</inkml:trace>
  <inkml:trace contextRef="#ctx0" brushRef="#br0" timeOffset="73772.73">18841 13629 950 0,'0'0'0'0,"3"0"0"0,0 0 0 0,2 0 0 0,-2 0 0 0,2 0 393 0,0 6-170 0,0 0-97 16,-1 6 86-16,0 1-88 0,-2 4-44 0,0 1 0 16,-1 6 36-16,-1 1-44 0,0 1 0 0,0-1-220 15,-1-1 91-15,-6 2 48 0,2-1 31 0,0-9-486 16,0-2 250-16,2-3 125 15,0-2 41-15</inkml:trace>
  <inkml:trace contextRef="#ctx0" brushRef="#br0" timeOffset="74110.78">20011 12939 1623 0,'-12'-2'0'0,"-2"-2"0"0,3 1 0 0,0 3 0 0,-3 0 0 0,1 9 308 0,-4 9-137 15,0 5 283-15,3 5-214 0,1 7-102 0,2 4-52 16,4 7 478-16,4 2-265 0,3 10-251 0,0-9-48 16,6-2 0-16,13-2 0 0,2-4 0 0,3-5 0 15,4 0 0-15,-1-13 0 0,2-5 0 0,-1-5-406 0,-1-3 6 16,-3-4 218 0,3-1 117-16,-8-5-1031 0,3-2 530 0</inkml:trace>
  <inkml:trace contextRef="#ctx0" brushRef="#br0" timeOffset="74401.03">20266 13208 1603 0,'-10'0'0'0,"-1"0"0"16,1 0 0-16,-2 0 0 0,3 5 0 0,1 7 0 0,-1 2 847 0,4 1-405 0,2 0-204 0,3 5-93 0,0 0 403 0,0 0-440 16,14-2-108-16,1 0 0 0,7-5 0 15,4 2 0-15,0-9 0 16,6-6-87-16,1 0 24 0,0 0 49 0,-2-15-392 15,5 2 229-15,-8-4 102 0,-3-3 55 0,-8 0-192 0,-2-2 102 16,-5-2-32-16,-4 0 44 0,-6 1 83 0,0-1-20 16,-11 1 0-16,-7 1 222 15,-5 3-111-15,-6 1-64 0,-1 7-20 16,-4 1 297-16,0 8-158 0,1 0-24 0,1 2 86 0,-1 0-50 0,10 2-59 47,4 7-23-47,5 4-75 0,4-1 25 0,7 3 0 0,1 3 33 0,2-1-580 0,8 3 265 0,11-4 146 0,2 1-854 0,5-2 472 0</inkml:trace>
  <inkml:trace contextRef="#ctx0" brushRef="#br0" timeOffset="74544">20762 13343 1183 0,'7'8'0'0,"-3"1"0"0,4 3 0 0,-5 0 0 0,-3 3 0 0,0 0 902 0,0 1-433 0,0 5-217 0,-11 0 485 0,-1 0-355 16,-5 1-376-16,-2-3-6 0,-1 3 0 0,0-4 0 0,-1 3 0 0,4-4 0 0,0-5 0 15,4-3-106-15,4-1 50 0,3-6-972 16,1-2 541-16</inkml:trace>
  <inkml:trace contextRef="#ctx0" brushRef="#br0" timeOffset="74803.87">20921 13251 2348 0,'0'3'0'0,"0"1"0"0,0 3 0 0,0 3 0 0,0 3 0 0,0 3 0 0,0 2 465 15,0 3-214-15,0-1-109 0,2 1 357 0,4-3-273 16,8 2-226-16,-1-7 0 0,6-1 0 0,5-8 0 16,2-4 0-16,0 0-96 15,9-4 5-15,-7-15 58 0,-2-3 35 0,-3 0-487 16,-6-4 260-16,-3-1 139 0,-9 3-259 0,-5-3 154 0,0 3 78 16,-7 0 39-16,-9 0 170 0,-4 0-74 15,-4 5-24-15,-4 6-1 0,0 7 264 0,1-2-147 16,3 3-75-16,1 2 143 0,8 3-35 0,3 0-76 15,5 0-14-15,2 0 0 0,5 4-16 0,0 8 3 16,0-6-714-16,10 4 341 0,5-1 159 0,5-4 89 16</inkml:trace>
  <inkml:trace contextRef="#ctx0" brushRef="#br0" timeOffset="74996.36">21283 13015 1690 0,'8'-8'0'0,"1"1"0"0,0 0 0 0,2 4 0 0,5 0 0 0,-2 3 0 0,3 0 0 0,0 13 816 0,0 5-390 0,2 7-195 0,-3 7 358 16,0-1-410-16,-6 6-179 0,-4 2 0 0,-3 2 0 16,-3 2 0-16,0 7 0 0,-17-6 0 0,-5 2 0 15,-9-1 0-15,-2-3 0 0,-3-1 0 16,-4-1-165-16,9-14 88 0,0-5 56 0,1-6-901 0,5-3 448 31,3-7 199-31</inkml:trace>
  <inkml:trace contextRef="#ctx0" brushRef="#br0" timeOffset="75125.65">21646 13115 2119 0,'23'-5'0'0,"2"1"0"0,4 2 0 0,7-1 0 0,-4 2 0 0,-1 0 382 0,0 0-174 0,-2-3-87 16,3 3-43-1,0 1 92-15,-6 0-73 0,-2 0-30 0,-5 0-1 0,-5 0-966 0</inkml:trace>
  <inkml:trace contextRef="#ctx0" brushRef="#br0" timeOffset="75279.2">21770 13351 2986 0,'-9'1'0'0,"3"2"0"0,4 0 0 0,2 0 0 0,2 1 0 0,10-2 0 0,10 0 0 0,3-2 0 0,3 0 413 0,5 0-181 0,-2 0-103 0,1 0-434 0,1-4 170 15,-2-3 84-15,2 1 43 0,3 0-322 0,-8-1 178 16,-1-1 93-16,-3 5 47 0,-3-5-831 0,-1 2 417 15</inkml:trace>
  <inkml:trace contextRef="#ctx0" brushRef="#br0" timeOffset="75461.47">22378 12966 1276 0,'8'-27'0'0,"0"6"0"0,3 1 0 0,-3 1 0 0,2 10 0 0,-4 5 0 0,2 2 390 0,0 2-179 0,3 0 864 0,0 12-512 0,-2 10-268 0,2 5-174 0,-3 7-121 15,0 5 0 1,-3 9 0-16,2 6 0 16,-5 2 0-1,-1 5 0-15,-1 0 0 0,0 0 0 0,0-1 0 0,0 10 0 0,0-14 0 0,0-5 0 0,0-3 0 16,2 0 0-16,-1-6-1035 0,4-1 419 0</inkml:trace>
  <inkml:trace contextRef="#ctx0" brushRef="#br0" timeOffset="79466.04">23410 12905 1957 0,'-19'-14'0'0,"1"2"0"0,3 3 0 0,4-2 0 0,8 5 0 0,3-2 0 0,0-2 0 0,7-2 280 0,13 0-121 0,6-4-53 0,4 3 204 16,2 2-137-16,6 3-68 15,-1 3-35-15,2 1 40 0,0 3-28 0,-9 1-9 16,2 5-77-16,-6 12 1 0,-2 3 39 0,-5 10-25 15,-2 4 10-15,-11 3 15 0,-4 4 1 0,-2 2-35 16,-2 2 35 0,-10 0-1-16,0 6 10 0,-3-10 19 0,-2-2-28 0,1-1-38 0,0-8 30 0,4-2-222 15,0 3 108-15,6-13 49 0,3-4-802 0,3-2 390 16,0 0 206-16</inkml:trace>
  <inkml:trace contextRef="#ctx0" brushRef="#br0" timeOffset="79614.21">23788 13818 2618 0,'-7'0'0'0,"1"0"0"0,-1 0 0 0,4 0 0 0,0 2 0 0,-2-2 0 0,5 1 0 0,-1 0 621 0,1 2-297 0,0-3-145 16,0 2-844-16,1 2 351 0,7-1 173 0</inkml:trace>
  <inkml:trace contextRef="#ctx0" brushRef="#br0" timeOffset="82445.42">24496 12912 2558 0,'0'0'0'0,"-4"0"0"0,0 0 0 0,-1 0 0 0,2 0 0 0,2 0 0 0,1 0 0 0,0 0 0 0,1 0-2 0,15 0 358 0,5 0-160 0,6 0 143 16,8 0-143-16,0 0-85 0,2 0-38 0,3 0-141 15,0 0 52-15,-1 0 26 0,6 0 10 0,-8 0-195 0,-4 0 106 16,-5 0 53-16,-3 0 26 0,-6 0-739 16,-1 3 317-16,-13-2 209 15,-4 1-722-15</inkml:trace>
  <inkml:trace contextRef="#ctx0" brushRef="#br0" timeOffset="82768.28">24612 12930 2163 0,'-8'0'0'0,"-1"3"0"0,2-2 0 0,1 4 0 0,3 3 0 0,0 4 0 0,-1 6 0 0,1 3 0 0,0 7 0 0,-3 4 0 0,2 8 210 0,-2 0-86 0,-4 3-44 0,2 1 0 0,-5 3-79 0,1-7-10 0,1-6 46 0,-2-3-166 0,6-9 84 0,-1-5 40 0,3-3 9 0,3-11-64 0,2-3 48 0,0-3 24 0,7-9-61 0,10-10 7 0,6-2 30 15,2 4-40-15,2 2 138 0,1 1-53 0,0 4 0 0,-2 4-39 0,4 0 48 16,-10 6-8-16,1 0-1 0,-2 3 63 16,-3 0-40-16,-1 12-2 0,-3 2 5 0,-8 6 105 0,-4 1-65 15,0 4-27-15,-3 2 105 0,-10-1-70 0,-3 1-26 0,-2-2-10 16,-2-6-91 0,-2 0 28-16,3-5-1 0,-1-6 30 0,0 1-449 0,6-9 214 0,-2 0 114 15,7 0-318-15,0-17 201 0,5-7 61 0,4-5-641 16,0-10 372-16</inkml:trace>
  <inkml:trace contextRef="#ctx0" brushRef="#br0" timeOffset="83049.03">24768 12765 2215 0,'2'-14'0'0,"3"4"0"0,-4 3 0 0,4 2 0 0,-2 5 0 0,1 0 0 0,0 17 0 0,3 8 0 0,0 8 766 16,-2 10-355-16,5 3-192 0,-4 8-91 0,1 3 64 15,-1 2-192-15,4 6 0 16,0 7 0-16,1-11 0 0,3-2 0 0,0-4 0 0,3-8-329 0,1-5 70 15,0-4 155-15,-1-18-281 0,-4-10 210 0,4-8 16 16,-6-2 80-16,-2-2-487 16,2-10 255-16,-5-5 142 0,-4-5 66 0,0 0-66 0,0-4 66 15,-2-6 34-15,0-4-10 0,0 2 122 0,0 3-40 16,-4 2 0-16,-1 3 329 0,-4 6-184 16,0 0-102-16,-2 11-37 0,-2 4 246 0,-1 5-76 15,-6 0-95-15,-2 10 451 0,-3 11-241 16,-2 5-133-16,3 4-64 0,-4-1 90 0,3 5-77 0,0-3-36 15,-2 3 8-15,7-7-428 0,5-5 191 0,3-2 95 16,6-7-688-16,-1-7 376 0,7-6 196 0</inkml:trace>
  <inkml:trace contextRef="#ctx0" brushRef="#br0" timeOffset="83195.73">25141 12658 1346 0,'1'-7'0'0,"1"-2"0"0,1 6 0 0,3-3 348 0,-4 6-160 0,4 0-77 0,-3 0-37 0,2 12 469 16,-1 4-253-16,1 2-119 16,1 3-71-16,1 2-452 0,2 0 195 0,-1 2 96 0,6-4-1015 15</inkml:trace>
  <inkml:trace contextRef="#ctx0" brushRef="#br0" timeOffset="83501.08">25647 12738 2183 0,'0'0'0'0,"0"0"0"0,2 0 0 0,-2 2 0 0,0-1 0 0,0 4 0 0,0 2 0 0,0 1 297 0,0 2-130 0,-5 5-57 0,-3 3-42 0,1 1-317 0,-1 5 142 0,-4-1 71 16,-2 5-483-16,-2-4 267 16,-2 3 137-16,-4-1 68 0,0-3-354 0,-5-2 182 15,-5 3 83-15,4-12 192 0,1-1-46 0,2-2-22 16,3-7-1-16,3 0 158 0,2 0-99 0,9-2-36 15,4 0-23-15,4 0 586 0,0-2-230 16,4 0-172-16,12 0 342 0,7-1-243 0,5 0-118 0,5 0-57 0,1 0 154 16,1 0-107-16,8-2-44 15,-6 2-180-15,-2 2 60 0,1-4 28 0,-1 5 1 16,-2 0-220-16,3-3 134 0,-10 1 52 0,-5 2 32 16,-3 0-721-1,-5 0 276-15,-4 0 210 0,-5 5-537 0</inkml:trace>
  <inkml:trace contextRef="#ctx0" brushRef="#br0" timeOffset="83648.93">25513 13133 1958 0,'-17'0'0'0,"1"0"0"0,5 0 0 16,2 0 0-16,0 0 0 0,6 5 0 0,1 3 0 0,2-2 0 0,0 4 288 0,0 1-126 0,2 0-54 0,4-2-52 0,0 5-20 16,0-3-1-16,1 3 1 0,-2-1-451 0,3-2 221 15,-3 1 115-15,0-2 58 0,-1-2-258 0,3-1 157 16,-1 0 88-16,2-7-608 0,1 0 304 0,1 0 151 15</inkml:trace>
  <inkml:trace contextRef="#ctx0" brushRef="#br0" timeOffset="83897.26">25685 13164 369 0,'12'-5'0'0,"0"-2"0"0,-4 6 0 0,-1 0 0 0,-3 1 0 0,-4 0 164 0,0 8-65 16,-3 5-22-16,-12 7 175 16,-4 1-108-16,-2 1-54 0,-4 5-27 0,-1-2 14 0,-5 1 10 15,-1-2-52-15,1-2-9 0,-3-2 10 0,0-2-1 16,-3-3 1-1,-2 0 87-15,8-8-48 0,3-5 0 0,4-2-40 32,8 0 165-32,3 0-82 0,5-1-32 0,8-4 60 0,0-2-55 15,5 3-28-15,11-3 163 0,6 4-95 0,5-1-39 16,1 2-33-16,5 2 60 0,1 0-42 0,2 0 0 0,2 0-41 0,2 0-75 16,-4 2 33-16,-1 2 0 0,-2-1 41 15,0 0-418 1,-1 1 209-16,3-1 95 0,-10-2-665 15,1-1 340-15,-1 0 184 0,-3 0-180 0</inkml:trace>
  <inkml:trace contextRef="#ctx0" brushRef="#br0" timeOffset="84214.63">26046 12934 808 0,'-14'8'0'0,"2"1"0"0,4 0 0 0,-3 2 0 0,5-2 0 0,-1 3 184 0,-2 0-65 0,7-2-47 0,2-2-109 0,0-1 34 0,0-2-1 15,0 1-152-15,0-3 81 0,0 0 39 0,0-3 1 16,0 0-146-16,1-5 78 16,2-7 40-16,3 1-5 0,-1-3 168 0,-1-3-60 0,5 1-32 0,-1 1 1 15,2-2 345-15,2 0-179 16,-1 4-90-16,1 0 334 0,5 1-184 16,0 3-99-16,-1 0 31 0,4 2-57 15,-2 2-41-15,2 3-1 0,0 0-16 0,-3 2-17 16,2 0 0-16,0 3 9 0,-5 8-38 0,-6 4 0 0,-5 2 29 0,-3 3 0 15,0 0-76-15,-5 4 48 16,-11-4-10-16,-3 1-43 0,-2-3 31 0,-1-2 22 0,-3 1-197 16,1-6 87-1,1-2 53-15,4-2 26 0,0-2-187 0,4-2 98 16,3-3 24-16,5 0 12 0,7-3-436 0</inkml:trace>
  <inkml:trace contextRef="#ctx0" brushRef="#br0" timeOffset="84670.73">26400 12853 1984 0,'6'0'0'0,"-3"-3"0"0,2 0 0 0,0-2 0 0,4 1 0 0,-2-1 0 0,1 2 0 0,2 0 0 0,4-1 0 0,-1 2 276 0,5 2-121 0,5 0 16 0,-4 0-73 16,4 0-31-16,-1 0 0 0,-3 6-214 0,1 3 92 16,-1 2 53-16,-8 1 14 0,-5 3-150 0,-4 0 86 15,-2 1 44-15,0 1 0 0,-7 0-296 0,-9 0 89 16,-2-5 107-16,-5-2-120 0,-3-1 97 0,3-3 47 15,-2-1 87-15,4-3-15 0,2-2 0 16,3 0-23-16,5 0 190 0,1-2-96 0,1-3-55 16,5-1-16-16,2 2 134 0,2 1-39 15,0 0-49-15,0 1 32 0,2 2 283 0,5 0-135 16,0 3-89-16,1 9 109 0,-3 5-100 0,1 4-41 16,-2 2 111-16,0 3-85 0,1 3-42 0,2 5 0 15,-1-1 36-15,-1 4-30 16,4-3-10-16,1-2-38 0,0-1-16 0,2-1 16 0,0-2 0 0,2 3 9 15,-4-8-56-15,2-2 24 0,-7-2 0 0,1-2-171 16,-5-2 97-16,1-1 57 0,-2-4-231 0,-11-3 103 31,-7 0 68-31,-2-2-3 0,-8-2 9 0,-3 1-5 0,-1-4 6 0,2 0-8 32,-5 0 143-32,-2-1-61 0,2-10-25 0,-3-5-15 0,11-3 13 0,6 2-10 31,3-5-9-31,5 2 52 0,8 1 0 0,2-2-18 0,3 3 49 0,6-1-22 0,11 2 0 0,6-2-21 0,0 1-426 0,8-3 187 15,0 6 93-15,6-2 54 0,-1 0-582 0,4-2 315 16</inkml:trace>
  <inkml:trace contextRef="#ctx0" brushRef="#br0" timeOffset="84840.77">26899 12812 1592 0,'10'-13'0'0,"4"0"0"0,1-1 0 0,1 6 0 0,0 3 0 0,3 4 0 0,1 1 483 0,2 0-216 0,-3 5-120 15,1 11 484-15,-2 6-299 16,-2 6-148-16,-3 2-75 0,-3 5 77 0,-8-2-186 16,-2 3 0-16,0-1 0 15,0 0-141-15,-11 1-87 0,-1 6 140 0,-6-7-873 0,2-2 499 0,-3-2 248 16,4-2 24-16</inkml:trace>
  <inkml:trace contextRef="#ctx0" brushRef="#br0" timeOffset="84990.26">26989 13425 2126 0,'-7'10'0'0,"0"5"0"0,2-1 0 0,0 1 0 0,2-1 0 0,-4 1 463 0,5-3-219 0,-1 0 463 0,1-3-337 0,-1-3-349 0,1 1-21 32,-1 0 0-17,1-4 0-15,2-3 0 0</inkml:trace>
  <inkml:trace contextRef="#ctx0" brushRef="#br0" timeOffset="90999.4">12981 14486 1183 0,'-12'-6'0'0,"4"-2"0"0,0 4 0 0,1-1 0 0,-1 0 0 0,3 1 0 0,2 4 350 15,1-3-155-15,2 1-77 0,0 1-39 0,-1 1 136 16,1 0-93-16,0 0-40 15,0 0 22-15,4 0-31 0,4 6-1 0,3-1 154 0,0 2-98 0,2-1-44 16,2 2 0-16,-1-2 117 0,4-2-80 0,1 3-30 16,-3-4-11-16,3 1 169 0,0-1-175 0,1-2-74 31,0 2 0-31,2-2 0 0,0-1 0 0,-2 0 0 0,0 0 0 16,2 0 0 46,3 0 0-62,-4 0 0 0,1 0 0 0,-1 0 0 0,0 0 0 0,3 0 0 0,1 0 0 0,-1 0 0 0,0-1 0 0,1-2 0 0,1 2 0 0,2-2 0 0,5-1 0 0,-5 4 0 0,1-5 0 47,-1 3 0-31,1-2 0-16,2 3 0 0,8-4 0 0,-8 5 0 0,0-3 0 0,1 3 0 0,0 0 0 0,2 0 0 0,4 0 0 31,-7 0 0-31,2 0 0 0,0 0 0 0,5 3 0 0,-5-3 0 0,11 3 0 0,-10-1 0 15,3-1 0-15,1 0 0 0,-1 4 0 0,1-5 0 0,8 5 0 0,-13-3 0 0,0 3 0 0,1-1 0 0,0 1 0 0,-2-1 0 16,8 3 0-16,-9-2 0 0,2 0 0 0,0-1 0 0,3 3 0 16,3-5 0 15,9 2 0-31,-7-4 0 0,3 0 0 0,4 0 0 0,-2 0 0 0,3 0 0 0,7 0 0 0,-10 0 0 0,0-2 0 0,2 0 0 0,0 2 0 0,4 0 0 0,8 0 0 31,-10 0 0-31,1 0 0 16,3 0 0-16,0 5 0 0,12-2 0 0,-12 2 0 0,6-1 0 0,3-3 0 0,4 1 0 0,2-2 0 0,12 0 0 15,-14 0 0-15,4 0 0 0,0 0 0 0,2 0 0 0,5-2 0 16,9 1 0-16,-17-3 0 0,3 2 0 47,0 2 0-47,1-3 0 0,2 0 0 0,14 3 0 0,-15 0 0 0,1 0 0 0,2 0 0 0,0-1 0 0,1 1 0 0,13-2 0 0,-14 0 0 0,6 0 0 16,0 2 0-1,4-4 0-15,-2 1 0 0,15-1 0 0,-14 3 0 0,1-3 0 0,5 1 0 16,-6-1 0-16,6 1 0 0,12 0 0 15,-15 0 0 1,2 1 0-16,2-4 0 0,1 2 0 0,3 0 0 0,17-3 0 16,-15 0 0-16,0-1 0 15,-1-1 0 32,6-1 0-31,2 2 0-16,15-1 0 0,-24 3 0 0,5-3 0 0,-1 2 0 0,9 0 0 0,-3 1 0 0,10 0 0 0,-23 2 0 0,5 1 0 0,3-1 0 0,0 3 0 78,-1-1 0-78,6 1 0 0,-19-2 0 0,5 3 0 0,10 0 0 0,-5 0 0 0,1 0 0 0,8 0 0 0,-18 0 0 0,8 0 0 0,-1 0 0 0,0 0 0 0,7 0 0 0,-19 0 0 31,6 0 0-31,4 0 0 0,-2 3 0 0,-4 0 0 0,9-1 0 0,-18 4 0 0,3-2 0 0,5 0 0 0,-2-1 0 0,-3 2 0 0,4 0 0 0,-17 2 0 0,3-5 0 0,2 2 0 0,0 1 0 0,-3-4 0 0,3 4 0 0,-16 0 0 0,1-4 0 16,-2 2 0-16,-3 0 0 0,0 0 0 0,1-1 0 0,-17 0 0 0,-4 3 0 15,-6-3 0-15,-4 2 0 0,-4 1 0 0,-1-2 0 0,-12 0 0 16,2 3 0-16,-4-2 0 0,-3-2 0 16,1 0 0-16,-2 1 0 0,-2-3 0 0,0 0 0 15,0 0 0-15,0 0 0 16,0 0 0-16,-9 0 0 0,-1-5 0 16,-6-1 0-16,-4 0 0 15,0 3-394-15,-8 3 141 0,-4 0 98 0</inkml:trace>
  <inkml:trace contextRef="#ctx0" brushRef="#br0" timeOffset="112704.17">20937 14483 2085 0,'0'-3'0'0,"0"-2"0"0,0-2-1 0,0 5-1 0,0-3 1 0,0 3 0 0,0 2 0 0,4 0 267 0,0 0-119 15,-1 4-55-15,0 10 101 0,-2 2-77 0,1 7-40 16,-2 4 10-16,0 5-93 0,-5 6 0 0,-7 3 44 15,-2 1 0-15,-4 4-53 0,-6 7 35 0,-1-3-9 16,-3-1-205-16,-5 2 116 16,-1-2 58-16,-1-5-491 0,-2 4 217 0,12-19 143 0,2-6 1 0,10-10-393 15,6-10 254-15,7-3 126 0</inkml:trace>
  <inkml:trace contextRef="#ctx0" brushRef="#br0" timeOffset="112853.7">20860 14867 1460 0,'4'0'0'0,"-1"0"0"0,3 0 0 16,-2 1 0-16,0 6 0 0,2 5 0 0,-4 2 681 0,-1 7-325 16,1 7-161-16,-2 4-81 0,0 1 168 0,0 9-114 0,-2-5-71 0,-3 2-46 0,-1-3-16 15,0-1 0-15,0-2-417 0,-1-1 219 0,4-8 94 16,0-5 53-16,0-6-713 0,1-4 382 0,1-6 190 16</inkml:trace>
  <inkml:trace contextRef="#ctx0" brushRef="#br0" timeOffset="113304.04">21183 14525 2127 0,'11'-11'0'0,"0"4"0"0,0 2 0 0,1 3 0 0,-3-1 0 0,-3 3 0 0,-1 0 0 0,0 7 197 0,-3 3-79 0,1 1 29 0,-3 5-60 0,0 1-25 0,0 3 0 0,-3-1-288 0,-8 4 131 0,0 2 75 0,0-3 24 16,-4 0-167-1,-1-2 95-15,-4 1 46 0,-2-1 24 0,0-2 81 0,2-3-35 16,2-3-97-16,0-2 395 0,7-3-182 0,0-3-78 0,0 3 148 16,7-7-107-16,4 0-16 0,0 0-37 15,9 0-6 32,9-7-1-47,6 0-21 0,0-4-9 0,7 2-113 0,-3-2 57 0,1 3 27 0,-2 2 1 0,4-1-158 0,-8 4 88 0,-5 0 49 0,-2 2-227 0,-5 1 100 0,-2 0 71 0,-4 7-59 16,-5 4 56-16,0 4-15 31,-9 2 26-31,-10 2 63 0,-1-1-1 0,-2 3-48 0,-2-4 9 0,-2-2 80 0,1 0-40 0,0-1 0 16,2 0-49-16,3-4 202 15,3-3-88-15,1-1-23 0,8-1 228 0,-1-4-118 0,3 0-68 0,6-1-2 16,0 0-28-16,1 0 18 16,10-1-38-16,5-6-14 0,4-1 23 0,-3-2-9 0,3 2 0 0,-1-1-122 0,1 2 61 15,-3-2 30-15,0 1 10 16,-1 2-321-16,-5 3 159 0,-1-3 51 0,0 3-424 0,-2 0 229 0,0 0 117 31,-5 3-394-31,1-2 265 0,-2 0 132 0,0 2 67 0,-2 0-167 16,0 0 107-16</inkml:trace>
  <inkml:trace contextRef="#ctx0" brushRef="#br0" timeOffset="113453.64">21138 14801 1224 0,'-10'-4'0'0,"-1"-1"0"0,2 3 0 0,3 1 0 0,0 1 0 0,-1 0 0 0,1 1 463 0,-3 13-203 31,4 3-117-31,-1 2-52 0,0 8 144 0,-3 0-98 0,-1 7-51 0,-3 3-15 0,1 2 117 16,0 2-75-16,-4 0-39 0,2 0-261 0,-1 0 112 16,2 0 65-16,2-13-584 0,0-3 316 0,5-5 157 15,1-6 68-15,4 1-723 0</inkml:trace>
  <inkml:trace contextRef="#ctx0" brushRef="#br0" timeOffset="113816.4">21058 15095 1321 0,'0'7'0'0,"0"2"0"16,0 0 0-16,-1 3 0 0,-5 0 0 0,6 5 277 47,-3 2-120-47,-1 5-51 0,3-3-39 0,-1 2 205 0,1-2-118 0,1 1-58 0,0-2-324 0,0 1 142 0,0-9 57 0,0 1-446 0,0-5 249 16,0-3 124-16,0-4 62 0,0-1-297 0,0 0 160 0,0-1 77 15,-4-12-2 1,2-4 121-16,0 0-28 0,-1-6-9 0,-1-1 50 0,1 3-35 0,3-5 1 0,0 4-35 31,0-1 181-31,0-3-100 0,2 6-36 0,6 0 304 0,4 2-127 0,4 1-91 16,0 0 8-1,5 0 147-15,4 5-111 0,1 4-50 0,6 1-26 0,0 3 79 0,3 1-52 0,1 3-17 16,-2 0-9-16,-3 5 16 0,-3 4 1 0,-1 5-43 0,-6-2 49 0,3 3-15 16,-12 1-10-16,-2 0 4 0,-1-2-1 0,-4 4-27 0,-1 0 9 15,-2 0 20-15,-2-1-31 16,0 0 1-16,0 2-1 0,0-1-246 0,0 3 132 0,-2-4 46 0,-1 0 33 15,0-2-541 17,0-3 265-32,-2 2 132 0,1 0-247 0,-1-6 182 0,-1 3 86 0,-2-5-336 0,-3 1 210 0</inkml:trace>
  <inkml:trace contextRef="#ctx0" brushRef="#br0" timeOffset="113989.26">21099 15323 709 0,'-25'0'0'0,"2"0"0"0,4 0 0 0,7 0 0 0,-1 0 0 0,10 0 594 0,3 0-279 0,0 0-139 0,9 0-70 16,10 0 222-16,6 0-137 0,4-6-81 16,2-3-37-16,1 0 11 0,3-3-24 0,-2 1 0 0,2 0-163 0,-9 3 65 15,-2 1 38 1,-3 0-470-16,-3 1 253 0,-2 1 127 0,0 0 72 0,-8 3-622 16,-6 0 303-16,-2 0 145 0,0 2 77 0</inkml:trace>
  <inkml:trace contextRef="#ctx0" brushRef="#br0" timeOffset="114148.12">21212 15094 1898 0,'-3'0'0'0,"-3"0"0"0,3 1 0 0,-1 1 0 0,-1 4 0 0,1 0 0 0,1 5 0 0,2 3 0 0,-1 3 311 16,1 4-137-16,-3 6-60 0,4-1 56 0,-1 4-67 16,-2-1-33-16,3 3-135 0,-1-4 50 0,1 3 35 15,0-8-9-15,0-4-478 31,0-4 252-31,0-3 126 0,0-7 62 0,1-3-702 0</inkml:trace>
  <inkml:trace contextRef="#ctx0" brushRef="#br0" timeOffset="114285.08">21311 15115 1568 0,'0'0'0'0,"0"0"0"0,0 0 0 0,0 1 0 0,0 4 0 0,0 6 0 0,0 1 317 0,0 2-142 0,0 7-61 0,0 1 19 0,0 0-50 0,0 0-24 0,0 2-479 16,0-2 228-16,0 1 122 0,0-8 49 0,0-3-374 15,0-2 196-15,1-4 98 0</inkml:trace>
  <inkml:trace contextRef="#ctx0" brushRef="#br0" timeOffset="114681.89">21664 14748 970 0,'35'-22'0'0,"-1"4"0"79,3 1 0-79,1 5 0 0,2 1 0 0,-12 5 0 0,-7 6 260 0,-2 0-111 0,-1 0-57 0,-7 9 24 0,-3 3-31 0,-5 1-9 0,-3 4-40 0,0 3-57 0,-13 1 29 0,-4 3-1 0,-2-1 38 0,-2-1-43 0,-3-2 34 0,-1 0 0 0,2-3 0 0,0-5 24 0,-5 3 10 0,8-9-34 0,5 0 26 0,0-3-26 0,2-3-14 0,4 0-42 0,-2 0 30 0,8-2-7 15,1-5 33-15,2-5-184 0,0 1 84 16,0-1 43-1,4-2 22-15,1 3-85 0,3 1 35 0,-3 1 29 16,0 4-68-16,0-1 40 16,-2 4-5-16,-2 2 4 0,1 0 214 0,-2 1-89 0,0 11-52 0,0 3 311 0,0 6-153 0,-5-1-86 15,1 6-21-15,2 1 194 0,0-3-117 0,1 3-57 16,1-1-21-16,0-5-59 0,0-1 21 0,1-6 0 16,6-1-68-16,2 1 43 31,5-8-10-31,-3-5 36 0,7-1-243 0,-2 0 121 0,3-5 61 0,1-4-507 0,-6-3 261 0,1-1 79 15,-4 2 80 1,-1 1-428-16,-4 2 251 0,0 1 118 16,-5 2 71-16</inkml:trace>
  <inkml:trace contextRef="#ctx0" brushRef="#br0" timeOffset="114796.84">21655 15143 1317 0,'-14'7'0'0,"-1"-2"0"0,5 2 0 0,1-1 0 0,2-2 0 0,0 1 0 0,7-2 0 0,0 1 387 0,2-2-175 16,12-1-89-16,5-1 98 0,5 0-83 0,1 0-56 0,5 0-22 15,-2 0-67-15,0-1 43 0,1-1 0 0,2-2-483 0,-7 1 237 0,-2 1 123 16,-2-1 61-16,-3 1-646 0</inkml:trace>
  <inkml:trace contextRef="#ctx0" brushRef="#br0" timeOffset="115073.33">21798 15066 1765 0,'0'5'0'0,"0"4"0"0,-1-3 0 0,1 5 0 0,-2 0 0 0,2 3 0 0,0 7 0 0,0-1 281 0,0 7-123 0,2-1-61 0,0 3 45 0,4 2-53 0,-1 5-17 0,-3-5-179 0,0-1 72 15,-2-3 35-15,0-1 0 0,0-1-163 0,-8 1 109 16,-1-11 40-16,-2-3 26 0,-3-5-11 0,1-3 0 0,-3-4-15 0,1 0 99 16,1-4-56-16,2-9-23 0,2-2-40 15,0-1 128-15,3 0-46 0,1 3 2 16,2 1 20-16,4 1-27 0,0 0 16 15,0 4 0-15,0-2-50 16,6 0 35-16,2 1-5 0,4 2-3 0,-3-2-304 0,4 1 145 0,-2-2 57 31,4 0-579-31,-1 0 290 0,-1-3 160 0</inkml:trace>
  <inkml:trace contextRef="#ctx0" brushRef="#br0" timeOffset="115212.23">22143 14805 2338 0,'-5'0'0'0,"0"0"0"0,1-1 0 0,0-2 0 0,1 3 0 0,-1-1 0 0,2 1 0 0,-4 0 448 0,4 0-211 16,2 0-100-16,0 0-51 0,0 0-242 15,0 0 96-15,2 4 57 0,9-1-753 0,0-1 396 0,1-2 198 16</inkml:trace>
  <inkml:trace contextRef="#ctx0" brushRef="#br0" timeOffset="115443.58">22423 14675 1033 0,'2'0'0'16,"-1"0"0"-16,-1 0 0 0,0 1 0 0,0 2 0 0,0 1 0 0,-10 4 439 16,-5 4-192-16,-6 3-111 0,-6 4 126 0,-2 1-113 15,-6 1-57-15,-2 5-28 16,-4 2 16-16,1-6-44 0,2 2 0 0,1-3 0 0,4-4-31 0,4-1 31 0,2-1 9 0,12-10 30 16,10-3-1-16,4-2-38 0,1 0 74 31,0 0-37-31,12 0 9 0,5 0-46 0,8-2 66 0,4-2-33 0,4 3 0 0,3-3-33 0,4 4-230 15,-2-3 110-15,-1 0 60 0,3 2 30 0,0-2-159 0,-3 0 80 16,5-2 55-16,-9 5-600 16,-3-5 295-16,-4 1 119 0,-2 1-442 15,-6 1 305-15</inkml:trace>
  <inkml:trace contextRef="#ctx0" brushRef="#br0" timeOffset="115630.53">22277 14552 1602 0,'-2'0'0'0,"-3"-4"0"0,0 4 0 0,0 0 0 0,5 0 0 0,0 0 0 0,0 15 0 0,0 5 534 15,0 8-241-15,0 5-132 0,3 6 88 0,-1 4-106 16,0 5-54-16,0 3-133 0,-2 5 49 0,0-9-9 16,0-3 40-16,-9-4-570 0,4-2 284 0,-1-5 144 0,-2-1 79 15,2-14-696-15,1-6 352 0</inkml:trace>
  <inkml:trace contextRef="#ctx0" brushRef="#br0" timeOffset="115756.08">22213 14907 983 0,'-14'0'0'0,"5"1"0"0,-1 7 0 0,-1 1 0 0,-1 2 0 0,-2 3 553 16,-3 6-249-16,3 1-139 0,0 2 86 0,1 0-107 0,-1 2-54 0,3-1-244 15,1-3 91 1,8-6 49-16,2-1 25 0,0-5-729 0</inkml:trace>
  <inkml:trace contextRef="#ctx0" brushRef="#br0" timeOffset="115909.74">22289 15011 2032 0,'2'4'-2'0,"1"3"1"0,2 0 0 0,1 1-1 0,-2 0 1 0,3 1 0 0,-1 0 0 0,3 1 1 0,1 3 387 0,-2-2-181 0,1 1-85 0,0 0-428 16,0 0 172-16,0-2 85 0,-1 2-235 0,-1-4 156 15,-2 1 82-15,-2-2 41 0,-2 0-648 0,-1-3 325 0</inkml:trace>
  <inkml:trace contextRef="#ctx0" brushRef="#br0" timeOffset="116403.76">22171 15177 516 0,'-6'0'0'0,"2"2"0"0,0-1 0 0,-1 1 0 0,2 2 0 0,-2 0 0 0,1-1 306 0,1 1-140 0,-1 0-65 15,3 2 108-15,-1-2-86 0,-2 1-36 16,3 0-81-16,0 1-1 16,-1-1 30-16,1 0 0 0,1-1-26 0,-2 0 8 0,1-1 18 0,1 0 1 15,0-2-41-15,-2 2 1 16,2-3 39-16,0 0 10 0,0 0-57 0,0 0-3 31,0 0-1-15,0 0-10-16,0 0-1 0,0 0 34 0,0-3-76 0,0 2 38 0,2 0-1 31,-1-4 38-31,1 5-95 0,-1-2 40 0,2 0 23 16,-2 1-12-16,2-2 4 0,-2 3-17 0,1-3 38 0,-1 2-31 15,1 1 87-15,0 0-37 0,-1 0 1 0,-1 0 148 0,2 0-82 0,-2 0-38 0,0 0 128 0,1 0-70 0,-1 0-40 0,0 1 0 0,2 5-13 16,-2-1 8-16,0 5-18 0,0-3 24 0,0 4-79 16,0 0 35-16,0 1-1 0,-2 4 36 0,-2-1-182 0,-1-1 71 31,-2 2 43-31,0-2-47 0,-3-1 39 0,1 1-1 0,-1-4 142 0,0-1-60 15,0-2-25-15,3-2-12 0,-1-2 212 0,-3 1-98 0,6-4-57 16,1 2-11-16,-1-2 96 0,5 0-50 16,0 0-34-16,0 0 8 0,0 3 15 0,5 3-30 15,6 1 1-15,2 0 65 0,5 4-38 0,2-1-32 16,2-1-93-16,0 2 34 0,2 0 0 16,0-2 34-16,4 2-310 0,-5-3 150 0,-3-1 80 0,1-3 12 15,-2 0-523-15,-2-4 242 0,1 0 136 0,-7 0 57 16,-2 0-169-16,1-8 127 0,-4-7 64 15,-3 1-330-15</inkml:trace>
  <inkml:trace contextRef="#ctx0" brushRef="#br0" timeOffset="116971.57">22392 15169 1377 0,'0'6'0'15,"-7"1"0"-15,0 4 0 0,-1 3 0 0,-1 6 0 0,-3 3-1 0,-1 3-1 0,-1 6 229 0,-3 4-97 0,-2 3-49 0,-4 4 105 0,0-7-82 16,-1 0-34-16,-1-4 0 15,-2 0-80-15,0-3 2 0,-2-2 51 0,7-11-8 16,2-1-59-16,2-10 30 0,4-1-1 0,1-4-24 31,2 0 36-31,7-2-9 0,0-9-155 0,4-6 86 0,0 0 2 0,0-7 34 0,5-5-136 0,8 1 77 16,5-5 20-16,4-3 24 0,4-5-124 0,6-4 65 16,4-7 18-16,0 4 9 0,3-2 43 0,4-3-7 15,1-1 1-15,12-7 18 0,-7 8 8 0,1 4-27 16,2 1 121-16,-4 5-61 15,-6 4-29-15,1 0-9 0,-16 15 305 16,-6 6-150-16,-7 4-53 0,-7 6-44 0,-4 6 384 0,-1 2-187 0,-2 0-108 0,0 0-49 16,-6 2 295-16,-5 6-172 15,-2 3-85-15,-2 5 110 0,1 5-103 16,-1 1-46-16,1 1 80 0,4 3-163 0,1 0 0 0,2 6 0 16,7-3 0-16,0-2 0 15,0 4 0-15,0-3 0 0,5 0 0 0,3 8 0 0,4-7 0 0,1 1 0 16,2 2 0-1,1 0 0-15,-1-1 0 0,0 5-199 0,-3-7-75 16,-4 0 128-16,-5 0-73 0,-2-2 92 0,-1-2 46 0,-4 1 14 0,-11-6-69 16,-1-8 51-16,-7-2 25 0,1-2 0 15,0-8 49-15,-5 0-33 0,3 0 9 0,2-7-1 16,-1-9 51-16,2-5-25 0,1-3-1 16,1-7 37-16,5 5-26 15,4 1-1-15,4 7 92 0,2 0-60 0,2 6-3 0,2 1-28 16,0 5 445-16,6 5-214 0,8 1-79 0,6 0-63 15,3 1 242-15,5 10-168 0,1 1-163 0,4 1 0 0,2 2 0 16,0 1 0-16,4 0 0 0,-7 0 0 16,1 0 0-16,-3 2 0 0,0-1-660 15,-7 2 255-15,6-1 187 0,-13-1 113 0,0-5-478 0,-7 3 274 16</inkml:trace>
  <inkml:trace contextRef="#ctx0" brushRef="#br0" timeOffset="117489.9">23040 14822 2461 0,'-9'0'0'0,"1"0"0"0,2 0 0 0,3 0 0 0,3 0 0 0,0 0 0 0,9 0 0 0,10 0 0 0,3 0 239 0,6 0-93 15,2 0-59-15,5 0 72 0,-1 0-61 16,1 0-32-16,2 1-452 0,-5-1 206 0,-1 2 108 0,-3 2 54 31,-2-3-796-31,-4 2 406 0,-2 1 201 0</inkml:trace>
  <inkml:trace contextRef="#ctx0" brushRef="#br0" timeOffset="117761.67">23238 14650 1287 0,'-6'0'0'0,"1"0"0"0,1 0 0 0,-2 4 0 0,2 4 0 0,-1 9 0 0,1 2 0 0,-2 8 188 0,1 5-77 0,-1 1-37 16,-2 10-46-16,-1-4 8 0,-1-3 0 0,-1 3 0 0,-3-7-33 15,1-3 0-15,-2 1 42 0,3-13-9 0,0-6 135 16,4-6-68-16,0-3-33 0,5-2 250 0,1 0-133 0,2 0-81 0,0-2 35 0,2 0-52 31,13-5-27-31,7 0 0 0,4 1 60 0,1-2-48 0,4 3 1 0,0-2-40 0,0 3-162 16,2-1 82-16,2 3 49 16,-4-2-9-16,-4 2-482 0,0 1 261 0,-2-2 80 0,-6 3-627 0,3 0 360 0,-10-4 193 15,-2 3 92-15,-6 0-322 16,-2-4 207-16</inkml:trace>
  <inkml:trace contextRef="#ctx0" brushRef="#br0" timeOffset="117895.34">23339 14858 1266 0,'-5'0'0'0,"-2"0"0"16,2 0 0-16,2 0 0 0,-1 3 0 0,2 6 0 0,2 4 0 0,0 5 138 0,0 6-51 0,0 6-25 0,1 3 145 0,3 4-77 0,-1 0-52 15,0-2 1-15,0 2-306 0,0-2 131 16,-2-3 66-16,-1 1 42 15,0-9-617-15,0-6 302 0</inkml:trace>
  <inkml:trace contextRef="#ctx0" brushRef="#br0" timeOffset="118035.78">23170 15245 1188 0,'-10'-5'0'0,"1"-2"0"0,0 2 0 0,4 0 0 0,2 2 0 0,1-1 0 0,2 4 314 0,2-3-139 0,12 1 249 0,5 0-195 0,4 0-96 0,4-1-40 0,0 0 45 0,1 3-52 0,0-2-24 0,-2 0-1 0,-1-2-201 0,4 1 96 0,-9 3 36 0,-1-3 0 15,-4 2-541-15,-2-1 292 0,-1 0 156 0,-9 0-658 0</inkml:trace>
  <inkml:trace contextRef="#ctx0" brushRef="#br0" timeOffset="118451.67">22948 14786 898 0,'-18'0'0'0,"7"0"0"0,0 0 0 0,0 1 0 0,2 4 388 0,5 4-181 0,3 2-86 0,1 3-42 0,0 1 130 0,0 5-86 16,0 0-35-16,6 0 34 0,1 1-43 15,1 2 0-15,-1-1-44 0,2 1 15 0,-1 1-6 16,0-4-8-16,-2-3 56 0,-1 1-28 0,1-1 0 16,-1-3-28-16,0 4 87 0,0-4-48 0,0-2 0 15,0 2-40-15,0-2 9 16,-2 4-8-16,3 2 9 0,-2-2-34 0,0 1-1 15,-1 1 26-15,0 0-117 0,-2 0 58 0,0 3 38 32,2-4-8-32,-3-2-75 0,0 0 38 0,0-1 26 0,-4-3-8 0,-3 2 36 0,-3-8-17 0,1-1-21 15,-4-2 16-15,1-2 69 0,-2 0-39 0,0 0-5 16,3-2 170-16,2-4-78 0,0-2-48 0,3 4 216 16,1-1-287-16,3 1 0 0,2 0 0 0,0 2 0 15,2 0 0-15,10 1 0 0,7 1 0 0,2 0 0 16,6 0 0-16,2 5 0 15,3 2 0-15,4 1 0 0,3 0 0 0,-1 2 0 16,2-3 0-16,2 4 0 0,-2 1 0 0,0-3-729 16,1 1 326-16,-8-2 189 0,-4-3 89 0,-2 0-541 0,-2-5 315 15,-2 0 158-15,1 0 70 0</inkml:trace>
  <inkml:trace contextRef="#ctx0" brushRef="#br0" timeOffset="118721.88">23727 14762 1925 0,'-10'-3'0'0,"2"1"0"0,-1-1 0 0,-2 3 0 0,0 0 0 0,-2 5 0 0,1 9 0 0,0 0 0 0,2 6 258 0,0-1-111 0,3 3 15 0,-1 2-54 0,3 0-40 16,4-4-1-16,1 4-1 0,0-3-1 0,0-3-29 0,1 0 8 31,8-4-104-31,2-3 47 0,3-2 25 0,-1-3 0 0,-1 2-54 0,1-4 34 0,-4-3 1 0,-1 0 59 31,-1 3-35-31,0 0 12 0,-2 3 22 0,-4-3-4 0,-1 3-54 0,0 2 21 16,0-1 54-16,0 1-24 0,0 1 17 0,0-1-39 16,-1 1-213-16,-1-4 104 0,2 1 59 0,0 0 25 15,0 2-655-15,3-4 320 0,4-2 128 16,6 0-540-16</inkml:trace>
  <inkml:trace contextRef="#ctx0" brushRef="#br0" timeOffset="118860.18">23692 15337 966 0,'-16'12'0'0,"-2"0"0"0,5-2 0 0,2-2 0 0,2-1 0 0,2-1 373 0,4-1-168 0,0-2-76 0,3-3 410 0,0 0-251 0,5 0-127 0,8 0-31 0,3-2-47 0,6-8-15 0,-1-3-9 0,4-4-331 0,-2 0 153 32,3-1 78-32,-1-2 38 0,2-1-663 0,-4-2 346 0,-1 1 178 0</inkml:trace>
  <inkml:trace contextRef="#ctx0" brushRef="#br0" timeOffset="119551.95">24004 14768 1504 0,'-7'0'0'0,"-5"0"0"0,5 0 0 0,-1 0 0 0,3 0 0 0,5 0 290 0,0 0-127 0,0 0-64 16,15-2 371 0,6-3-209-16,6 1-116 15,4-5-55-15,3 2-43 0,1-1-11 0,1 0 0 0,1-2 9 0,-6 3-370 31,-3 1 180-31,-1 2 91 0,-4 1-430 16,-5 1 258-16,0 0 138 0,-13 2-393 0,0 0 199 16,-5 0 122-16,0 0 63 0,-6 0-33 0,-3 0 38 15,-6 0 32-15,1-9 1 0,3-1 50 0,-3 0-27 0,0 0 0 0,0 1-8 16,3 0 125-16,-4 4-59 0,2 2-28 0,-3 3 315 0,-1 0-172 0,-6 7-47 0,1 10-52 16,-3 4 358-16,-2 4-184 15,-2 9-70 1,-1 0 107-16,-3 6-97 0,7-4-63 0,6-4-27 0,6-3 40 0,4-1-33 15,8-7 0-15,2-1-25 0,12-11-53 0,11-9 22 0,10 0 0 16,7-3-70-16,1-6 46 0,4-3 33 0,-5 0-140 0,-3-1 77 16,1 3 39-16,-1 1-16 0,1-1-124 0,-10 3 53 31,-6 3 44-31,-2 4-6 16,-4 0-85-16,-7 0 44 0,-1 0 28 0,-8 4 5 0,0 7-57 0,-7 0 39 0,-6 2-1 0,-6 1-76 15,-1-3 51-15,-2-2 37 0,1 1-94 0,-2-1 62 0,0-4 31 16,-2 2 0-16,-3-4-16 0,3 2 9 15,2-3 38-15,-2 2 0 0,3-1 129 0,2 0-65 16,-2 3-41-16,8-4 10 0,2 1 239 16,4 1-123-16,3-1-72 0,3 2 112 0,1 2-48 15,1-2-51-15,1 0 163 0,6 2-92 0,2-2-41 0,2 2-25 16,0 3 28-16,-3-5-51 0,2 1 0 0,-2 0 0 16,-1 1-138-16,-1-3 69 15,-1 3 44-15,-2 0-10 0,-2-3-293 0,-1 1 155 16,0-1 51-16,0 3-99 15,-1-1 56-15,-7-2 58 0,-4 2-42 0,2-1 38 0,-6-1 1 0,-1 1 38 16,-2 0 209-16,1-1-99 0,0-1-56 0,0 0-26 31,0 0 470-15,6-1-234-16,0 0-84 16,3-2-70-16,3 0 332 0,6 2-185 0,0-2-93 0,6 0 36 15,8 0-55-15,10 0-42 0,3 0-57 0,4 0 0 0,2 0 26 0,4 0 8 0,-2 0-263 16,-3 0 127-16,-2 0 64 0,3 0 31 0,-4 0-488 0,1 0 252 0,-7 0 56 0,-5 0 84 15,-5 0-418-15,-3 0 242 16,-2 0 116-16,-1 0-179 0,-7 0 153 0,0 0 71 16,-1-6-2-16</inkml:trace>
  <inkml:trace contextRef="#ctx0" brushRef="#br0" timeOffset="119692.93">24271 15037 1208 0,'-6'-8'0'0,"1"4"0"0,0-1 0 15,2 3 0-15,-1 2 0 0,-1 0 0 0,-3 7 0 0,2 11 181 0,0 5-73 16,-1 5 96-16,-1 3-84 0,0 2-42 0,-2 6 8 15,2-4 2 1,-2 1-27-16,0-1 1 0,1-4-27 0,-2 0-236 0,0-1 128 0,5-10 49 0,0-6 30 16,4-5-486-16,2-6 258 0,0-3 60 0</inkml:trace>
  <inkml:trace contextRef="#ctx0" brushRef="#br0" timeOffset="119788.67">24193 15349 1589 0,'4'0'0'0,"0"0"0"0,-1 0 0 0,3 0 0 16,-2 1 0-16,3 4 0 0,0-1 0 0,0 5 0 0,3-1 208 0,0 4-86 0,2 0-34 0,1 0-207 0,1 2 78 0,1 1 38 15,0-5-726-15,2 2 359 0</inkml:trace>
  <inkml:trace contextRef="#ctx0" brushRef="#br0" timeOffset="120101.65">24672 14722 1631 0,'20'-36'0'0,"1"12"0"0,8 6 0 0,7 4 0 31,5 3 0-31,3 6 0 16,4 4 0-1,-10 1 482 16,-1 10-224-31,-5 11-111 0,-4 7 124 0,-8 9-118 0,-4 11-50 0,-15-4-38 32,-1 8 88-32,-4 0-59 15,-11-1-29-15,-5 1-1 0,-5 2-103 0,2-12 33 0,4-2 0 16,0-2 41 0,3-2-538-16,4-2 269 0</inkml:trace>
  <inkml:trace contextRef="#ctx0" brushRef="#br0" timeOffset="120203.73">25088 15580 2253 0,'0'0'0'0,"-2"0"0"0,-1 0 0 15,-1 0 0-15,0 0 0 0,1 0 75 0,-2 0-35 0</inkml:trace>
  <inkml:trace contextRef="#ctx0" brushRef="#br0" timeOffset="134818.74">17824 15102 1685 0,'-5'2'0'0,"-2"2"0"0,4 1 0 0,2 0 0 0,1-1 0 0,0 3 0 0,0-2 0 16,4-1 0-16,9 1 240 0,2-4-100 0,3 3 21 0,-1-2-65 0,0 0-30 0,-1 0 0 16,-2 2-138-16,0-1 54 0,-3 2 37 0,-1-1-10 0,-3 3-24 0,-3 2 26 0,-2 0-1 0,-2 3-9 15,0 1 10-15,0 0 25 16,-11-1 0-16,-3 2-87 0,0 0 36 0,-3-5-20 0,1 3-110 15,-1-6 63 1,1-2 39-16,1-3-3 0,2-1-276 16,0 0 145-16,0 0 61 0,7-11 47 0,-2-8-427 15,4-5 230-15</inkml:trace>
  <inkml:trace contextRef="#ctx0" brushRef="#br0" timeOffset="135141.16">18004 14833 1169 0,'2'-3'0'0,"0"-2"0"0,-1 2 0 0,1 0 0 0,-1 0 0 0,2 2 204 0,2 1-88 0,-2 0-40 0,2 4 538 0,3 10-289 0,-2 10-144 0,4 6 192 0,0 5-173 0,1 9-81 0,1 8-42 0,-1 5-62 0,3 6 21 16,-1 9 9-16,-2-6-8 0,-1-1-298 0,-3-2 149 0,-3-6 75 0,-2-9-221 0,-2 5 156 0,0-21 65 0,-5-6-30 0,-6-5-21 0,-3-6-31 0,-1 2 40 0,-1-11-74 0,0-5 58 0,0-1 29 0,0 0 0 0,0-3-173 0,-1-11 92 0,6-4 60 0,2-5 26 0,2-8-326 16,3-10 176 62,3-5 87-78</inkml:trace>
  <inkml:trace contextRef="#ctx0" brushRef="#br0" timeOffset="135512.38">17747 14851 1452 0,'-11'0'0'31,"0"0"0"-31,5 0 0 0,1 0 0 0,1 0 0 0,2 0 0 0,2 0 0 0,0 0 284 31,9 0-128-31,10 0-60 0,9 0-29 0,7-5 379 0,6-1-205 0,8-1-93 0,-1-1 125 0,3-1-119 0,-2 2-58 0,2-1-30 0,0 2-217 0,3 0 103 0,-12 3 38 0,-2 0-557 16,-7 2 302-16,-3 1 151 0,-7 0 76 0,-1 0-388 0,-13 0 126 16,-4 4 139-16</inkml:trace>
  <inkml:trace contextRef="#ctx0" brushRef="#br0" timeOffset="135928.92">18596 14607 2250 0,'0'0'0'0,"0"-3"0"0,0 1 0 0,0 1 0 0,0 1 0 0,0 0 0 0,0 0 0 0,-1 10 0 0,-8 8 591 0,-3 5-277 0,-4 7-139 0,-2 6-70 0,-5 7-78 0,-2 3 9 0,-3 5 0 0,0 2-98 15,-2-2 49 1,5-2 25-16,-7 2-418 15,13-13 217-15,4-9 112 0,3-6 57 0,8-9-741 32,4-8 371-32,0-6 130 0</inkml:trace>
  <inkml:trace contextRef="#ctx0" brushRef="#br0" timeOffset="136078.45">18718 14746 1207 0,'0'0'0'0,"0"0"0"0,0 0 0 0,0 0 0 0,0 0 0 0,-5 11 678 0,-4 5-326 32,-4 6-157-32,-4 9 278 0,-2 6-219 0,-4 7-109 0,-5 7-67 0,3-1-8 0,-3 1-34 0,2-2 0 0,1-3-291 0,3-3 145 0,0-3 83 0,9-12 27 0,6-11-696 0,5-12 363 15,2-5 182-15,2 0 90 0</inkml:trace>
  <inkml:trace contextRef="#ctx0" brushRef="#br0" timeOffset="136254.65">18674 15011 2825 0,'4'-3'0'0,"0"3"0"0,2-4 0 0,-3 4 0 0,1 0 0 0,-1 11 0 0,-3 10 0 0,0 5 0 0,0 7 0 0,-3 4 363 0,-4 6-154 0,-2 2-91 0,0 4 22 0,-1 0-52 0,-2 1-25 0,1-3-173 0,3 1 82 0,-1-9 27 0,3-8 1 0,-1-2-479 0,4-9 258 0,0-7 128 0,1-3 74 0,2-10-872 0,0 0 436 0,2-18 163 0</inkml:trace>
  <inkml:trace contextRef="#ctx0" brushRef="#br0" timeOffset="136626.34">18900 14793 1816 0,'8'-18'0'0,"-2"7"0"0,-1 4 0 0,0 4 0 0,-1 3 0 0,-2 0 0 0,-2 0 307 0,0 8-136 16,0 4-67-1,0 1 143-15,0 4-96 0,-6-2-62 0,4-1-27 0,-1 2-103 0,0 3 39 0,-2-3-1 31,-1 1 49-31,3 1-453 0,-3-4 221 0,-1 3 112 0,1-2-389 0,-3 2 254 0,0-4 11 0,-1 0-37 79,1-1 99-79,-2-3 50 0,2 0 25 0,-1 3 188 15,0-5-76-15,2-1-44 0,0 0 0 0,1-2 137 0,1 0-90 0,-1-1-54 0,7-3 8 0,0 0 342 0,0 0-111 0,4 0-113 0,8-5 100 0,1-4-86 0,4-3-57 0,0-4-281 0,4 0 118 16,0-2 57-16,0-2 30 0,4-1-235 0,-4 1 113 31,-1 2 73-31,-1-2-5 0,-2 5 7 47,-2 0-9-31,1 1-3-16,-6 6-11 0,-4 1 161 0,0 6-92 0,-4 1 1 0,-1 0 363 0,-1 0-192 0,0 9-73 0,0 5 243 0,-7-1-142 0,-1 3-84 0,2 0-43 0,-2 1-210 0,-1 0 80 0,1-1 43 0,0 0 0 15,0 1-488-15,-2-1 265 0,1 3 142 0,2-5 27 0,-4 2-374 0,3-2 152 0,-1 1 128 0</inkml:trace>
  <inkml:trace contextRef="#ctx0" brushRef="#br0" timeOffset="137287.58">18793 15216 657 0,'-5'5'0'0,"-1"-1"0"0,-2 0 0 0,4 0 0 0,4 0 234 0,0-4-99 15,0 4-50-15,0-2 252 0,0-2-155 0,10 0-73 0,0 0 11 47,6 0-42-47,-3 0 0 16,3 0-32-16,-3 0-234 0,0-2 112 0,0 1 56 0,-2-2 28 0,-3 3-240 0,1 0 138 0,-6 0 59 0,2 0 32 0,-4 11-24 0,-1 0-12 0,0 6-1 0,-3 3 77 0,-9 1-59 15,1 3-7-15,-2 0 266 0,1 1-126 0,0-3-62 16,2 0-13-16,0-6 130 0,4-3-72 16,0-1 1-16,3-5-30 0,3-2-170 0,-3-1 80 15,3-4 26-15,0-3 0 16,4-6-206-16,3-7 114 0,0 0 37 16,4-5-56-16,-3 4 28 0,2-2 38 0,-2-1 5 15,2 0 16-15,0 0-42 0,-1 1 24 0,2 1 190 0,-3 1-88 0,1-1-42 16,2 1-1-16,-1-3-19 0,6 0-14 0,-2-2 37 15,3-2-27-15,2 1-191 16,5-7 92-16,2-3 56 0,4-9-187 0,-2 3 101 31,3-6 53-31,-2 1 9 32,1-2 1-32,-5 2 34 0,2-1-8 0,-10 11 253 0,-5 11-123 0,-4 2-60 0,-7 10-31 0,-1 4 514 0,0 4-259 0,0 3-91 0,-10 0-76 0,-1 6 450 0,0 6-247 15,-3 5-116-15,6 1 177 16,0 3-155-16,1 2-77 0,2 4 42 0,2 0-60 0,1 5-21 15,2-5-9-15,0 3 14 0,0 2-65 0,2-3-15 32,2 1 0-32,3 5 0 0,2-5 0 0,0-1 0 0,2 1 0 0,-1 0-24 0,0-1-56 0,-1 5 67 15,-1-4-196-15,-3-3 85 0,-3 3 65 0,-2-1-56 16,0-3 50-16,-5 3-20 0,-7-9 32 16,-1-4 35-16,-4-4-18 0,1-3 0 0,-4-6 0 15,1 0 22-15,-1-3 9 0,2-2-32 0,-1-9 1 0,-1-8-24 16,1-1 26-1,0-5 15-15,5-2-8 0,3 2 2 0,3 1-4 0,4 5 365 16,-2 2-173-16,2 0-85 0,4 9-42 0,0 0 223 16,0 4-125-16,5 1-43 0,9 1-38 15,0 2 36-15,5 0-89 0,2 2 0 0,3 8 0 0,3-1 0 0,1 5 0 78,4 0 0-78,-2 0 0 0,0 0 0 0,1-2 0 0,2 3-730 16,2-1 339-16,3 1 149 0,-6-5 61 0,1-1-231 0,-1-2 187 0,0-3 95 0</inkml:trace>
  <inkml:trace contextRef="#ctx0" brushRef="#br0" timeOffset="137455.71">19813 14872 3152 0,'-10'-4'0'0,"0"-1"0"0,8 3 0 0,2 2 0 0,0 0 0 0,10 0 0 0,7 0 0 0,9 0 462 0,5 0-218 0,9 0-171 15,2 0-73-15,6-3 0 0,2-1 0 0,5-2 0 16,-6 1 0-16,-1-1 0 0,-4 3 0 0,-5 1 0 16,-5 0-671-16,-3 2 329 15,-16 0 185-15</inkml:trace>
  <inkml:trace contextRef="#ctx0" brushRef="#br0" timeOffset="137658.23">19721 15088 2153 0,'-25'0'0'0,"8"3"0"0,6 1 0 0,7-2 0 0,2 1 0 0,2-1 0 0,10 0 0 0,13 2 755 0,5-1-360 0,9 2-161 0,1-3-109 0,7 0 128 0,0-2-237 0,2 0-16 0,-3 0 0 16,10 0 0-16,-13 0 0 0,4 0 0 0,-6 0-251 16,-3-2 6-16,-4-3 141 15,4-1-791 1,-14-4 448-16,-5 3 125 15,-6-3 143-15</inkml:trace>
  <inkml:trace contextRef="#ctx0" brushRef="#br0" timeOffset="137825.29">20203 14739 1657 0,'0'-6'0'0,"0"-1"0"0,0 1 0 0,0 1 0 0,0-1 0 0,6 4 0 0,7-1 0 0,7 3 522 0,3 0-243 0,7 4-121 0,2 8-62 0,7 1 223 0,1 5-146 0,1 4-68 0,2 0 2 15,-4 4-36 1,-1-2 1-16,-2 3 32 0,-9-2-39 0,-10 0 0 0,-6 1-29 15,-10-1 66-15,-1 2-102 0,-17 4 0 0,-11-5 0 16,-8 0 0-16,-3 0 0 0,-4-1 0 0,1-1-281 16,-8 2 30-1,8-9 135-15,-3 2 39 0,1-5-474 0,1 0 223 0</inkml:trace>
  <inkml:trace contextRef="#ctx0" brushRef="#br0" timeOffset="138006.34">20332 14572 1871 0,'0'0'0'0,"-5"0"0"0,-4 0 0 15,3 0 0-15,-2 3 0 0,-6 13 791 0,-2 11-377 0,-5 7-189 16,-6 10 387-16,-1 11-594 0,-4 6-18 0,-3 10 0 0,-3-2 0 16,3-1 0-16,-7 6 0 0,9-18 0 0,2-7 0 15,3-3 0-15,0-6 0 0,4-2-745 0,-1-6 264 16</inkml:trace>
  <inkml:trace contextRef="#ctx0" brushRef="#br0" timeOffset="138172.91">19955 14555 3710 0,'0'-3'0'0,"0"1"0"0,0 2 0 0,3 0 0 0,6 11 0 0,3 15 0 0,8 20 0 0,4 14 221 0,8 25-221 0,7 12 0 0,10 12 0 16,2 7 0-16,0-5 0 15,0-2 0-15,3 0 0 0,-10-25 0 16,0-3 0-16</inkml:trace>
  <inkml:trace contextRef="#ctx0" brushRef="#br0" timeOffset="167739.81">6771 15586 1105 0,'-9'-2'0'0,"5"-3"0"0,-1 3 0 0,3 0 0 0,1 1 0 0,-2 1 0 15,3 0 235-15,0 0-104 0,0 1-46 16,0 8 187-16,4 2-117 0,3 5-59 0,-3-1-20 0,1 2 40 0,2 3-39 16,-3 1 0-16,1 0-151 0,2 3 65 0,-3 3 18 15,0-6 1-15,0 6-275 0,-1-4 151 16,-2 1 76-16,2 2 47 0,-2-8-238 16,1-2 72-16,-2-4 79 0,0-2-412 0,0-6 226 0,0-4 104 0</inkml:trace>
  <inkml:trace contextRef="#ctx0" brushRef="#br0" timeOffset="168006.52">6739 15550 1692 0,'-7'-17'0'0,"-3"5"0"0,3 0 0 0,2 5 0 0,0 2 0 0,0-1 0 0,3 3 0 0,2 2 301 0,0-2-131 0,5 2-67 0,11 0 210 16,6-4-129-16,4 1-78 0,5 1-34 0,3 0 11 16,2-1 0-1,3 3-45-15,3 0 9 0,-2-2-157 16,0 2 74-16,0-1 36 0,0 2-84 0,-4 0 61 0,4 0 39 0,-10 0-95 15,-9 6 58-15,1 1-29 0,-5 4 33 0,-5 1 125 16,-2 1-51-16,-4 2-40 0,-4-1-21 0,-2 3 249 16,0 3-115-16,0 1-45 15,-5 3-28-15,-1-2 26 0,1-1 0 0,-3 1-46 16,2 2-311-16,0 1 160 0,0 2 85 0,1-6 28 0,1 3-281 16,1-2 131-16,-3-3 82 0,2 4-598 0,-2-5 319 15,2-3 156-15,-3-2 77 0,0-1-389 0,-2-4 233 16</inkml:trace>
  <inkml:trace contextRef="#ctx0" brushRef="#br0" timeOffset="168224.71">6904 15693 1865 0,'-17'-5'0'0,"2"3"0"0,8-1 0 0,1 0 0 0,5 2 0 0,1 1 0 0,0-2 340 0,4 1-157 0,15-1 260 0,1-2-203 0,6 3-101 0,0-5-51 16,6 2-1-16,-5 1-49 0,2-1-1 0,-2 4 0 15,2-2-379-15,-4 1 190 0,3-2 104 0,-6 2 38 32,-2 1-557-32,-5 0 303 0,-1 0 127 0,-4 0-528 31,0 0 298-31,-9 4 169 0,-1-3-191 0</inkml:trace>
  <inkml:trace contextRef="#ctx0" brushRef="#br0" timeOffset="168516.7">6982 15143 1839 0,'-11'-5'0'0,"3"5"0"0,1 0 0 0,4 3 0 0,1 10 0 0,0 8 0 0,2 5 0 0,0 5 0 16,0 6 0 0,8 10 316-16,3 5-139 0,-2 6-69 0,3 7-176 0,-1-8 48 15,-6-1 29-15,0-2-334 0,-2-3 181 16,-1-4 90-16,-2 3 56 0,0-14-267 0,-2-4 138 0,-6-8 69 15,-4-5-36-15,1-5 38 0,-5-3-36 0,1-11 10 0,1 0 45 0,-3 0 248 0,4-2-124 0,-2-5-62 0,2 1 429 16,4-1-231-16,5 4-74 0,3 1 438 0,-2 0-275 0,3 0-137 16,0 0-60-16,0 2 127 15,8 0-102-15,7 0-51 0,1 0-26 0,4 0-33 0,5-1-30 0,-3 1 0 16,3-2 0-16,1 0 0 0,1 2-13 16,1-1 6-1,3-1-568-15,-4 0 302 0,-1 1 119 0,-1 0-707 0,-1-3 412 0,2-1 205 16,2-1 94-16</inkml:trace>
  <inkml:trace contextRef="#ctx0" brushRef="#br0" timeOffset="168804.96">7421 15300 2657 0,'0'0'0'0,"0"0"0"0,0 0 0 0,0-1 0 0,5-2 0 0,5 3 0 16,4 0 0-16,4-2 0 0,6 1 331 0,3-1-138 16,2-2-83-16,3 1-202 0,2-2 64 15,1 1 32 1,1-2 1 0,3 2-552 46,-8 1 283-62,-3-1 147 0,-3 3 72 16,-7 1-725-16,-8 0 366 0</inkml:trace>
  <inkml:trace contextRef="#ctx0" brushRef="#br0" timeOffset="168922.66">7501 15457 948 0,'-13'5'0'0,"4"0"0"0,0-2 0 0,3 0 0 0,2 1 0 0,4-2 0 0,0-1 308 15,0 1-135-15,0-1-69 0,7 0-33 0,1 2 20 0,4-2-9 16,0 2-45-16,-3-3 0 0,2 4-195 0,-2 0 107 0,0 1 39 15,-5 2-90-15,-1 1 69 0,1 1 36 0,-3-1-238 0,-1 1 138 0,0 0-21 0,0-1 59 0,0 0-233 16,-5-1 128-16,1-2 63 0</inkml:trace>
  <inkml:trace contextRef="#ctx0" brushRef="#br0" timeOffset="169169.99">7648 15330 1757 0,'0'-3'0'0,"-2"-1"0"0,0-1 0 0,1 3 0 0,-1 0 0 0,1 0 0 0,1 1 0 0,0-2 208 16,0 3-91-16,0 0-40 0,0 0 206 0,3 9-123 0,3 6-62 0,1 3-21 16,-1 7 82-16,1 6-61 0,0 4-30 0,-1 6-1 0,0 3-124 15,2 7 56-15,-4 0 15 0,0 1-177 0,-1 4 100 32,1-1 50-32,-3-1-143 0,-1 0 105 0,0-13 0 0,0-2 35 0,-5-8-62 15,-3-5 37-15,-3 2-28 16,0-15-18-16,0-4 20 0,0-4-1 0,-3-5 7 0,0 0 25 0,3-3-150 15,0-8 79-15,2-5 35 16,1-5-267-16,4-4 151 0,2-4 75 0,0-6-342 0</inkml:trace>
  <inkml:trace contextRef="#ctx0" brushRef="#br0" timeOffset="169541.06">8106 15175 1461 0,'0'-7'0'16,"0"1"0"-16,0 2 0 0,0-2 0 0,0 4 0 0,1 0 0 0,-1 2 0 0,2 0 474 0,-2 0-219 0,0 10-99 0,0 7 48 16,0 3-83-16,-3 6-42 0,-6 5 0 0,-2 1-136 0,-1 7 56 15,-2-5 14-15,-1 0 1 16,-4 1-286-16,2 0 155 0,-3-1 77 0,-3 1-214 0,5-8 141 15,1-5 34-15,6-7 52 0,3-7-641 0,5-8 316 16</inkml:trace>
  <inkml:trace contextRef="#ctx0" brushRef="#br0" timeOffset="169711.2">8189 15337 1937 0,'4'-3'0'0,"1"3"0"0,-1-2 0 0,2 0 0 0,-2 2 0 0,-3 0 0 0,1 0 0 0,-2 10 0 15,0 5 596-15,-2 1-271 0,-9 5-148 0,2 2-70 0,-5 3-35 0,0 5-35 0,1 1 0 0,-6 2-432 16,1-3 211-16,1-2 110 0,-2-1 56 16,5-2-350-16,0-2 212 0,6-12 92 0,3-2-831 15</inkml:trace>
  <inkml:trace contextRef="#ctx0" brushRef="#br0" timeOffset="169861.87">8198 15495 1732 0,'1'0'0'0,"2"2"0"16,-1 0 0-16,2 3 0 0,-2 0 0 0,0 5 0 0,-1 4 0 0,1 7 796 0,-1 4-384 0,-1 4-187 16,0 4-94-16,0 6 154 0,-4 1-123 15,-6 6-54-15,4-6-40 0,-1-1-249 0,0-1 108 0,-2-4 56 0,1-2-561 16,0 0 317-16,3-11 145 0,-2-6-328 0,5-5 241 16,1-8 0-16,1-2 100 0,0 0-679 0</inkml:trace>
  <inkml:trace contextRef="#ctx0" brushRef="#br0" timeOffset="170313.86">8492 15258 2213 0,'13'-21'0'0,"-4"11"0"0,-1 1 0 0,-2 4 0 0,0 3 0 0,-3 2 0 16,-1 0 0-16,0 0 0 0,-2 5 316 0,0 8-140 0,0 3-36 0,-2 1-42 0,-3 3-35 0,-1 1 0 15,-2-1-202-15,2 1 88 0,-2 0 44 0,2 2 9 16,1-7-634-16,-1 0 335 0,-2-2 167 0,5-1 83 31,-3-2-708 16,1 1 349-47,-1-5 190 0,2-2 2 31,-3-5 107-15,1 0 37-1,2 0 70-15,-3 0 0 0,0 0 0 0,3-2 0 0,-4-1 291 0,2-2-182 16,1 3-73-16,-4 0-46 0,1 2 227 0,3 0-80 0,-2 0-79 0,0 9-38 16,2 1 587-16,-2 1-275 0,4 2-153 15,1 0 73-15,1 1-107 0,1 0-55 0,0 0-26 0,0-1-301 0,5-4 132 0,7-3 71 16,0-3-487-16,7-3 279 0,0 0 140 0,5-10 55 0,-2-5-253 0,3-5 68 0,-1-2 102 0,2 0 21 0,-1-4-45 16,4-1 49-16,-5 1 39 0,-2 3 259 15,-2 3-115-15,-1 2-57 47,-3 4-30-47,2 0 398 0,-11 8-208 0,-1 6-95 0,-1 0 437 0,-3 0-216 0,-2 10-135 0,0 5-58 0,0 5-8 0,-10-1-34 16,2 3 0-16,-2-1-35 0,0 0-168 0,0 0 94 0,1 0 32 0,-2-4-656 0</inkml:trace>
  <inkml:trace contextRef="#ctx0" brushRef="#br0" timeOffset="171068.53">8406 15762 1381 0,'-5'0'0'15,"-5"0"0"-15,7 0 0 0,0 1 0 0,2-1 0 16,1 0 456-16,0 0-209 0,2 0-96 0,10 0-61 0,4 0 17 0,3-4-36 0,0-2 1 0,3-3-35 15,0 1-193-15,-2 1 91 0,-2 2 52 0,-2-1-478 32,-2 4 264-32,-3-2 132 0,1 4 76 0,-5 0-440 0,-4 0 224 15,-2 0 36-15,-1 8 104 0,0 1 29 0,-1 3-9 16,-7 0 38-16,-3 1 110 0,0-2-55 16,1 3-28-16,-1-1 1 0,2 1 158 0,-2-3-87 0,4 0-50 0,-3-1 122 0,4 2-78 15,1 0 17-15,-4 0 24 0,3 0 121 16,2 1-95-16,-1-1-21 15,0 2 37-15,0-2-52 16,1 2-16-16,-3-1-9 0,3 1 47 0,-1-1-37 0,1-1 1 0,-2 0-37 16,2-1-19-16,0-3 20 15,0-3-1-15,2-1-10 0,-2-4 10 0,2 0 10 16,2 0-9-16,0-8-96 0,0-5 48 0,4-1 24 16,4-4-127-16,5-1 75 0,-2 1 12 0,3 2 0 0,1 1-54 0,2 1 42 15,-4 2 5-15,4-1-1 16,-4 4-30-16,3 0 27 15,-6 2-20-15,4 2 57 0,-4-1-22 16,1 4-1-16,-2 1-19 0,-3-2 23 0,-1 3 2 0,-2 0-1 0,-1 0-136 0,2 0 58 16,-3 0 35-16,1 0 1 0,-1 0-101 0,0-2 62 0,2-7 32 0,2-4-9 15,-1-1-87-15,3-7 63 0,1-3 33 0,4-2-39 16,-1-7 35-16,4-9-9 16,1-1 66-1,2-6-21-15,2-7-1 0,0-3 1 0,3-3 173 0,0-1-96 0,-4 13-34 0,-2 8 0 16,-3 8 465-16,-1 13-240 0,-6 3-82 0,2 7-73 15,-7 11 503-15,-2 0-272 16,0 1-135-16,0 9 150 0,0 5-144 0,0 2-61 0,0 6-46 0,0 1 272 16,0 7-153-1,0 3-77-15,0 4 39 0,0 5-49 16,-2-4-56-16,0 2-48 0,2-2 0 0,0-1 0 0,0 6 0 0,0-10 0 0,2-3 0 16,4 0 0-16,3-3 0 0,-1-2-124 15,-1 3 50-15,1-6 34 0,-5-4-129 0,-1 0 88 16,-2 2 9-16,0-5 31 0,0 6-61 0,-11-8 17 15,-2 0 25-15,-3-2-1 0,-2-4-12 0,-2 1 0 16,-2 2 27-16,0-7 10 0,0-3-32 0,1-1 31 31,-1 0 0-31,1-5-28 0,0-9-10 0,7-4 39 0,1-4-1 0,4 1 145 0,5 1-72 16,1 1-37-16,-1 1 465 0,4 5-223 0,0 2-122 16,4 3-36-16,6 1 167 0,4 3-83 15,3-2-142-15,3 6-25 0,3 0 0 0,3 0 0 16,4 3 0-16,2 10 0 0,5-2 0 15,-2 3 0-15,1 1 0 16,3 4 0-16,1-1 0 0,3 2 0 0,0 0-394 0,-4 0-15 0,-4-5 204 16,-5-1 23-16,0-1-309 0,-2-5 227 15,1-3 105-15</inkml:trace>
  <inkml:trace contextRef="#ctx0" brushRef="#br0" timeOffset="171274.3">9570 15086 2714 0,'-14'-11'0'0,"6"2"0"0,4 9 0 0,3-3 0 0,-3 3 0 0,3 0 317 0,-1 0-141 0,1 8-70 0,-2 4-35 0,2 0 0 16,-5 4-27-16,4 0-8 0,1 5-1 15,-2-1 1 16,3 2-1-31,-3-1 1 0</inkml:trace>
  <inkml:trace contextRef="#ctx0" brushRef="#br0" timeOffset="171850.51">9405 15432 2148 0,'-18'4'0'0,"2"1"0"0,3-1 0 0,1 2 0 0,-2 1 0 0,5-2 0 0,-1 2 0 0,2-2 0 0,1 0 279 0,1-2-122 0,-1 2-52 0,2-2-164 0,2 1 48 0,-1-2 22 0,2-1 1 0,1 0-252 0,1-1 147 0,0 0 59 15,0 0 35-15,0-1-208 0,3-9 109 16,9 1 53-16,-2-5 25 0,5 3-34 15,4-2 0-15,4-2 125 0,5 4-49 0,2-4-38 0,3 1-20 16,0 3 176-16,3-1-80 0,0 0-12 16,0 4-28-16,2-1 108 0,-7 4-59 0,-3 3-2 15,-2 0-23-15,-8 2 57 0,-4 0-35 16,-3 9 1-16,-11 7 9 0,0 2-1 0,-16 4-39 16,-7 3 152-16,-3-2-77 0,-4 2-28 15,0-1-10-15,-1-3 120 0,1 1-79 0,1-2-39 0,2-4 0 16,-1 4 11-16,12-8-8 15,3-2-59-15,5-2-19 0,4-1-49 0,4-1 17 0,0 2 42 0,8-8-106 16,8 4 66 0,1-2 33-16,2 0 0 0,1-1-281 0,-3 3 107 0,-1-2 85 0,-2 0-199 15,-2 2 124 17,-4 1 63-32,0 1 32 0,0-2 60 0,-5 2 10 0,-1-1-40 0,-2 2 1 0,0 0 167 0,0-1-83 0,-4 2-52 0,-2 4 140 15,1-3-67-15,-4 2-45 0,1-2 32 16,3 3-31 31,-2-1 19-47,2-1-2 0,-1 1-126 0,-2-1 47 0,3 2 20 0,-2-2 32 0,-2 3-131 0,0-4 58 0,-2 2 20 0,-1-3-1 0,-3 1-6 0,-3 0 1 0,-3 0-8 0,-3-3 188 0,1 0-80 0,1-2-36 31,-2 0 120-31,-2-1-74 0,6 2-26 0,5-5 1 0,-1 0 363 0,5 2-185 16,3-2-87-16,0 0-65 0,7 0-68 0,1 0 0 15,1 1 0-15,13 4 0 16,8-4 0-1,7 2 0-15,7 0 0 0,4 1 0 0,6-3 0 0,2 3 0 0,0 1 0 0,4-1 0 16,-5 1 0-16,0 1 0 0,-4 0 0 0,-2 2 0 16,-3 1 0-16,3-1 0 0,-13 0-495 0,-3-1 152 31,-4 1 154-15,-3-2 76-16,-2-3-534 0,2-1 297 0,-5-2 162 0</inkml:trace>
  <inkml:trace contextRef="#ctx0" brushRef="#br0" timeOffset="172160.92">10078 15252 3058 0,'-7'-1'0'0,"-3"-2"0"0,9 0 0 0,1 1 0 0,0 0 0 0,0 2 0 0,0 0 0 0,6 0 292 0,2 0-129 16,0 0 255-16,4 0-418 0,-3 0 0 0,1 0 0 0,-1 2 0 0,0 3 0 47,-1 4 0-16,-2 2 0-31,-5 3 0 0,-1 4 0 0,0 5 0 0,-5 5 0 0,-9 5 0 0,-3 3 0 0,-6 7 0 0,-6 3 0 0,-2 3-79 0,-2 4-62 0,-3-1-10 0,5-10 47 0,3-3 35 0,0-6 0 0,5-3-119 0,1-6 76 16,-1-2 30-16,7-10 9 0,3-3-307 0,2-6 172 31,-2-1 87-31,6-2 43 0,-4 0-200 0,5-2 126 0,5-13 59 0,1 1-331 0,0-5 195 15,0-4 96-15</inkml:trace>
  <inkml:trace contextRef="#ctx0" brushRef="#br0" timeOffset="172335.58">9824 15375 1705 0,'0'-2'0'0,"-1"-1"0"0,-3 1 0 0,0 0 0 0,3 2 0 0,1 0 0 0,0 0 760 0,0 9-363 0,0 6-172 0,1 4-99 0,11 8 477 0,4 4-488 0,3 4-115 0,4 8 0 0,2-2 0 0,5 1 0 0,1 3 0 0,1-2 0 16,1-1 0 0,3 4 0-1,-8-13-37-15,-1-4-173 0,-7-4 123 0,0-5 61 0,-7-6-813 0,1-2 403 0,-11-9 174 0,-3-3 114 0,0 0-579 16</inkml:trace>
  <inkml:trace contextRef="#ctx0" brushRef="#br0" timeOffset="172510.31">9910 15225 2141 0,'-13'-14'0'0,"4"7"0"0,0 0 0 0,9 5 0 0,0 0 0 0,0 2 0 0,0 0 0 0,0 0 627 0,6 8-287 0,4 4-158 0,-1 0-69 0,5 3-270 0,-3 2 97 0,3 1 47 0,-1 3 32 0</inkml:trace>
  <inkml:trace contextRef="#ctx0" brushRef="#br0" timeOffset="172696.56">10410 15628 2306 0,'-14'0'0'0,"2"0"0"0,7 0 0 0,5 0 0 0,0 0 0 0,0 0 0 0</inkml:trace>
  <inkml:trace contextRef="#ctx0" brushRef="#br0" timeOffset="176822.33">12726 15516 1027 0,'0'-5'0'0,"0"-2"0"0,0 1 0 0,0-1 0 0,1 0 0 0,1-2 170 0,0 1-71 0,0-4-31 0,1 1 186 0,1-1-108 16,0-8-44-16,1 5-37 0,-1-3 33 0,0-3-31 0,1 0 1 0,-1 0 31 15,-1-4-22-15,0 4-9 0,-2 2 5 0,-1 1-1 0,0 1-34 16,0 2 0-16,-4 1 40 0,-3 4-9 0,-1 3-31 0,-3 5 0 15,-1 2 61 17,-3 0-31-32,-2 0 10 0,2 12-40 0,-2 9 53 0,1 3-27 15,0 8 1-15,4 2 135 0,-2 9-72 0,8-1-49 0,2 5-1 0,1 0 13 0,3 4-91 16,0 0 0-16,0 11 0 16,3-5 0-16,2 2 0 0,3 3 0 0,0 1 0 0,-1-1 0 0,-2 4 0 15,-2-14 0-15,0-3 0 0,-2-3 0 16,-1-5 0-16,0-2 0 0,-4 2 0 0,-4-14 0 0,0-3 0 0,-7-5 0 15,3-4 0-15,-4-4 0 16,-1-3-467-16,1-8 204 0,1 0 112 16,-1-2 57-16,2-10-538 0,1-10 298 15,0-6 138-15,3-5 84 0,0-8-575 0</inkml:trace>
  <inkml:trace contextRef="#ctx0" brushRef="#br0" timeOffset="176982.91">12304 15738 1092 0,'-4'-13'0'0,"-2"4"0"15,0-2 0-15,4 6 0 0,2 3 0 0,0-1 629 16,0 3-296-16,10 0-148 0,8 0 574 0,1 0-365 0,6 0-178 0,6 5 10 16,-1-3-129-16,3 3-97 0,8-1 0 0,-2-3-102 0,2 5-37 0,5-2 88 15,-3-1 45-15,0 1-741 0,5 0 401 32,-14-1 188-32,-3-1 98 0</inkml:trace>
  <inkml:trace contextRef="#ctx0" brushRef="#br0" timeOffset="177167.42">12931 15528 2851 0,'-9'0'0'16,"0"2"0"-16,-2 4 0 0,3 6 0 0,1 2 0 0,-1 6 0 0,0 6 508 0,4 3-235 0,-4 10-108 16,7-3-31-16,1 4-134 0,0-1 0 0,0 1 0 0,5-3 0 0,4 1 0 15,6-10 0-15,-3-4 0 0,2-3-367 0,3-7 9 16,-2-4 198-16,4-1-843 0,-5-9 496 31,-1 0 248-31</inkml:trace>
  <inkml:trace contextRef="#ctx0" brushRef="#br0" timeOffset="177403.56">13021 15680 1893 0,'0'-17'0'15,"0"4"0"-15,-2-3 0 0,2 10 0 0,0 0 0 0,0 2 0 0,2 2 0 0,3 2 286 0,9 0-115 0,-4 0-71 0,1 10 97 0,3 1-80 0,-2 4-40 0,-1 6 1 0,1 0 88 0,-4 3-68 0</inkml:trace>
  <inkml:trace contextRef="#ctx0" brushRef="#br0" timeOffset="177510.79">13122 15744 3250 0,'1'29'68'0,"-1"2"-111"16,0-4 41-16,-1 4 9 0,-9-5-64 0,-4-1 47 0,0-4 24 0,-6 1-135 16,-1-6 80-16,-5 4 49 0,0-10-33 0,0-4-312 0,0-2 144 0,6-4 89 0,0 0 12 0,3-4-192 0,9-11 127 0,8-5 60 0,0-4 30 0,9-5-481 0</inkml:trace>
  <inkml:trace contextRef="#ctx0" brushRef="#br0" timeOffset="177597.54">13230 15628 2665 0,'4'0'0'0,"-1"0"0"0,0 0 0 0,-1 0 0 0,-1 5 0 0,-1 3 0 0,0 5 0 0,0 3 0 0,-6 5 516 0,-2 4-239 0,0 0 196 0,0 4-473 0,-1 1 0 0,4-1 0 16,4-2 0-16,1-1 0 0,0-2 0 0,1 1 0 0,9-7 0 0,5-4-279 0,1-2 141 0,2-4 88 0,1-5-415 0,5-2 260 0,-3-1 117 0</inkml:trace>
  <inkml:trace contextRef="#ctx0" brushRef="#br0" timeOffset="177718.71">13514 15829 2286 0,'-6'0'0'0,"0"0"0"0,1 0 0 0,-3 0 0 0,1 4 0 0,2 5 0 0,-2 0 0 0,3 5 779 0,-4 0-371 0,3 5-185 0,-1 3-83 0,0 2-56 0,-1-2-73 0,0 4-11 16,1-2 0-16,-1 0-9 0,-1 0-42 0,-1-8 40 31,2-1-538-15,-1-4 293-16,-3-1 147 0,3-7-656 0,-1 0 369 0,4-3 139 0,3-3 110 0</inkml:trace>
  <inkml:trace contextRef="#ctx0" brushRef="#br0" timeOffset="177864.09">13644 15677 1583 0,'10'-3'0'0,"-5"-1"0"0,1 3 0 0,2 1 0 0,1 0 0 0,-2 0 0 0,-1 0 850 0,0 1-406 32,0 8-203-32,0 0-102 0,1 5 260 0,-2 0-185 0,-2-1-153 0,1 2-61 0,2 3 0 31,-3-4 0-31,2 2-596 0,-1-1 291 0,-1-3 172 0,0 0 85 0,0-3-852 16,0-1 466-1</inkml:trace>
  <inkml:trace contextRef="#ctx0" brushRef="#br0" timeOffset="178041.67">13808 15625 819 0,'0'-3'0'15,"0"-1"0"-15,0 1 0 0,0 1 0 0,0 2 0 0,0 0 660 0,0 2-312 0,1 15-155 0,0 5-78 0,1 8 578 0,-2 6-333 0,0 7-161 16,0 3 250-16,0 7-354 0,-4 5-95 16,-5 5 0-16,-1-5 0 0,-3-4 0 0,-1-1 0 0,-2-3 0 0,-2-5 0 31,1 3 0-31,-1-13 0 0,4-8-661 0,-1-4 331 0,2-2 151 0,-1-3 109 0,6-13-832 15,2-5 432 1</inkml:trace>
  <inkml:trace contextRef="#ctx0" brushRef="#br0" timeOffset="178336.09">13922 15499 1305 0,'8'-7'0'0,"4"3"0"0,-1 0 0 0,2 3 0 0,2 1 309 0,4 0-127 15,-1 12-78 1,-1 6-33-16,1 5 658 0,2 4-346 0,-1 7-174 0,1 6-77 0,-5 3 326 0,-3 6-409 16,-6 4-49-16,-3 3 0 0,-3 3 0 0,0 5 0 15,-9-13 0-15,-10 1 0 16,-2-4 0 0,-5-3 0-16,-2-8 0 0,-3 2 0 0,3-15 0 0,-2-4 0 0,4-10 0 0,0-2-198 15,5-5 62-15,-2-3-46 0,9 0-482 0,5-14 314 0,4-7 157 0</inkml:trace>
  <inkml:trace contextRef="#ctx0" brushRef="#br0" timeOffset="178432.39">14239 15804 2554 0,'12'-9'0'0,"8"4"0"0,-1 1 0 0,2 2 0 0,0 1 0 0,2 0 0 0,5 1 0 0,0 0 776 0,-1 0-375 0,-2 0-201 0,3 0-200 0,-1 0 0 0,-1 0 0 15,5 0 0-15,-11 0 0 0,-1 0-160 0,0 0-105 16,-6 1 151-16</inkml:trace>
  <inkml:trace contextRef="#ctx0" brushRef="#br0" timeOffset="178562.89">14367 15993 2268 0,'-7'2'0'0,"6"0"0"0,-1 1 0 0,2 2 0 0,0 0 0 0,10 2 0 0,8 5 971 0,7-3-472 0,5 0-306 16,2 2-193-16,4-4 0 0,2 3 0 0,7-5 0 0,-4-2 0 0,-1 0-52 0,0-3-16 16,-4 0 52-16</inkml:trace>
  <inkml:trace contextRef="#ctx0" brushRef="#br0" timeOffset="180530.7">15521 15783 1070 0,'0'-18'0'0,"-1"-1"0"0,-1 5 0 0,-1-1 0 0,2-2 0 0,-3 0 0 0,3-3 0 0,-3-3 196 0,3 3-83 0,-1 2-38 0,-1-2 0 0,-2 0-7 16,-1-1 9 0,2 6-39-16,-3 2 34 0,-1 2-1 0,-1 0-33 0,0 4 132 0,-2 2-57 15,0 3-42-15,2 2 0 0,-1 0 114 0,0 6-74 0,2 10-36 16,-2 6 9-16,5 7 111 0,0 7-79 15,1 4-39-15,3 8 0 0,-1 3 113 0,1 10-67 16,1-5-47-16,0 1 27 0,0 2-32 16,0 0 0-16,0 4-74 0,0 7 9 0,0-12 32 15,-2 0-20-15,-3-5-102 32,-1 1 50-32,-3-6 37 0,-2 8 9 0,-2-15-106 0,-3-5 63 0,-3-4-1 0,1-3 26 0,-2-8-337 15,-4-3 162-15,6-11 54 0,2-7-177 0,-1 0 133 0,4-3 66 16,1-10-489-16,1-8 269 0,4-1 148 15,2-9 70-15</inkml:trace>
  <inkml:trace contextRef="#ctx0" brushRef="#br0" timeOffset="180683.99">15037 16015 1146 0,'-2'-12'0'0,"-3"2"0"0,2 0 0 0,3 8 0 0,0 0 0 16,2 2 623-16,7 0-293 0,7 0-136 0,4 0-83 0,2 7 673 15,3 0-373-15,1 3-187 0,0-1-116 0,8 2-108 31,-5-2 0-31,2 3 0 0,0-1 0 0,4-1 0 0,-3 0-45 0,4 1-330 16,-6-5 201-16,-2-1 106 0,-2 0 53 0,-2-3-925 16,0-1 465-16</inkml:trace>
  <inkml:trace contextRef="#ctx0" brushRef="#br0" timeOffset="180852.78">15660 15845 1458 0,'0'0'0'16,"-2"0"0"-16,-4 3 0 0,1 5 0 0,-2 4 0 0,-1 8 0 0,-2 7 696 0,0 7-334 0,2 5-161 0,1 7 493 0,3 3-328 16,2 1-212-16,2 3-154 0,0-12 0 15,2-2 0-15,9-5 0 0,4-7-255 0,1-2 114 0,5-4 99 16,-3-12 35-16,4-7-874 16,-1-2 460-16,2-11 206 0</inkml:trace>
  <inkml:trace contextRef="#ctx0" brushRef="#br0" timeOffset="181103.11">15884 15987 2340 0,'0'0'0'0,"0"0"0"0,-3 0 0 0,0 0 0 0,-3 5 0 0,2 5 0 0,1 3 0 0,0 4 0 0,3 7 0 0,0 0 378 0,0 7-162 0,2-3 104 32,7-1-141-32,5-2-71 0,3-1-36 0,5-3-262 0,0-5 122 0,1-11 48 0,2-5 29 0,2 0-168 31,-3-3 98-31,-1-18 49 0,-2 0 34 0,-4-4-190 0,-9-2 88 0,-5-2 56 0,-1 2-35 15,-2-2 47 1,-3-2-74-16,-10 4 304 0,-3 3-131 0,-4 1-55 31,-3 2-22-31,-2 3 127 0,-3-2-48 0,2 10-40 0,-1 4 27 0,4 2-85 0,4 3 54 16,0 1-7-16,4 0 9 0,7 7-400 0,7 7 181 0,1 2 97 0,1 2-748 0,15 0 392 16,1 0 188-16</inkml:trace>
  <inkml:trace contextRef="#ctx0" brushRef="#br0" timeOffset="181285.05">16338 16064 1649 0,'4'8'0'0,"5"2"0"0,-5 0 0 0,-1 0 0 0,-2 4 0 0,-1 0 0 0,0 3 0 0,0 2 632 0,-2 1-303 0,-11 0-145 16,2 1-73-16,-2 1 136 0,-2-2-105 16,-1 2-43-16,1-3-67 0,-1-3 6 15,1-3 0-15,-1 0-1 0,0-4-378 0,-1 0 198 0,5-6 86 0,2-3-643 16,0 0 358-16,5 0 187 15,3-12-22-15</inkml:trace>
  <inkml:trace contextRef="#ctx0" brushRef="#br0" timeOffset="181569.23">16598 15965 2226 0,'3'1'0'0,"-2"3"0"0,3 1 0 0,-3 1 0 0,1 3 0 0,-2 3 0 0,0 2 0 0,0 2 0 0,0 5 823 0,0-2-392 0,0 3-197 0,-2 0-17 31,2-2-217-31,0-2 0 0,0-2 0 16,6-4 0-16,7-3 0 0,1-2 0 0,6-7-53 0,-1 0-111 0,4-3 100 0,-3-12 51 0,2-3-339 15,-5-6 194-15,2-1 23 0,-10 3-61 0,-2-4 56 16,-4 2 51-16,-3-1 64 0,0-1-22 0,-3 5 9 31,-8-1 1-31,-6 3 127 0,-4 2-63 0,-2 4-33 0,-4-2-9 0,3 9 186 0,-1 3-101 16,3 1-4-1,0 2-42-15,5 0 154 0,0 0-78 0,7 0-13 0,3 7-424 0,4 0 179 47,3 2 87-47,0 0 44 0,1 2-761 0,13-3 380 0,2-4 185 0</inkml:trace>
  <inkml:trace contextRef="#ctx0" brushRef="#br0" timeOffset="181733.79">17002 15741 1522 0,'7'-3'0'0,"0"1"0"0,3 2 0 0,1 0 0 0,2 0 0 0,2 10 0 0,3 7 821 63,0 6-391-63,0 3-197 0,2 7-98 0,-1 1 567 0,3 12-614 0,-8-6-88 0,-3 7 0 0,-6-1 0 0,-5 5 0 0,0-2 0 0,-16 8 0 0,-8-6 0 0,-7 0 0 0,-9 2-51 0,-5 1-283 0,-5-1 184 0,-7 7 102 0,5-16-610 0</inkml:trace>
  <inkml:trace contextRef="#ctx0" brushRef="#br0" timeOffset="188969.31">17749 16029 1854 0,'0'0'0'0,"0"0"0"0,0 0 0 0,0 0 0 16,0 0 0-16,0-2 0 0,6 2 0 0,7-3 362 0,7 3-161 0,5 0-82 0,6 0-40 15,5 0 307-15,1 0-178 0,6 0-86 16,0 0-41-16,2 0 0 0,2 5-33 0,-8-3-10 0,-1 1-273 0,-5 1 136 16,-3-1 69-16,-4 0-470 0,-2 0 278 15,-10-1 126-15,-6 0 1 0,-4 0-585 16,-2 0 322-16,-2-2 159 0,0 0 71 0,-10 0-128 0</inkml:trace>
  <inkml:trace contextRef="#ctx0" brushRef="#br0" timeOffset="189141.84">18059 15729 2010 0,'-3'-2'0'0,"-2"-1"0"0,-4 1 0 0,7 2 0 0,-1 0 0 0,3 2 0 0,-1 9 0 0,1 7 0 0,0 6 0 0,0 6 334 0,1 5-147 16,4 5 227-16,1 6-178 0,-2 1-104 0,1 5-46 16,0-2-226-16,0 2 90 0,-1-4 44 15,1 4 9-15,0-12-268 0,-1-5 152 0,-1 0 75 0,1-4 38 16,-3-1-681-16,-1 3 264 0</inkml:trace>
  <inkml:trace contextRef="#ctx0" brushRef="#br0" timeOffset="190113.58">19338 15925 1170 0,'-2'-10'0'0,"-1"-1"0"0,0 2 0 0,1 0 0 0,1-3 0 0,-1-3 158 0,2 1-65 0,0-2-27 15,0 2-1-15,0-6 183 16,0 2-105-16,0-1-43 0,0 2-36 0,0-4 8 62,0 3-1-62,0 2-33 0,0-1 45 0,-1-3 9 0,-3 4-54 0,-1 3 64 0,0-2-32 0,-1 4 0 0,-1 1-32 0,-2-2 104 0,1 7-57 0,1 0 0 0,-3 5-47 0,-2-4 54 47,4 4-27-47,-3 0 10 0,2 5-37 0,-2 7 76 0,4 4-39 0,-2 4 81 0,3 2-60 0,0 6-19 0,1 2-65 0,3 4-12 0,2 4 0 0,0 3 0 0,0 3 0 0,0 7 0 16,0-5 0-16,0 4 0 0,0 4 0 15,0 3 0-15,0 7 0 0,0 6 0 0,0-15 0 0,0 3 0 16,0-3 0-16,-3-5 0 16,-3-2 0-16,0 0 0 0,-1-16 0 0,-2-6 0 15,-2-4-191-15,2-8 77 0,-2 1-1 0,-1-12-388 16,1-3 232-16,0 0 117 0,-1-5 58 0,2-8-565 16,-2-5 302-16,5-5 165 0,1-8-208 15</inkml:trace>
  <inkml:trace contextRef="#ctx0" brushRef="#br0" timeOffset="190274.69">18947 16031 2385 0,'-13'-11'0'0,"-2"-1"0"0,6 7 0 0,4 2 0 0,2 1 0 0,1 1 0 0,2 1 0 0,0 0 0 0,0 0 446 0,10 1-205 16,8 6 385 0,3 0-393-16,2-2-233 0,6 2 0 0,-1-2 0 0,2 0 0 0,3 2 0 15,-2-2 0-15,0 0-337 16,5 0 23-16,-6 0 171 0,-2 2-365 0,-2 0 271 15,1 0 137-15</inkml:trace>
  <inkml:trace contextRef="#ctx0" brushRef="#br0" timeOffset="190561.29">19383 16261 2578 0,'-12'0'0'16,"4"-1"0"-16,-2-2 0 0,6 2 0 0,3 1 0 0,1 0 0 0,0 0 385 0,5 0-174 0,10 0-78 16,2 1 114-16,0 5-105 0,3 0-53 0,-1 3 46 15,1 0-124-15,-1 5-11 0,-2 0 0 0,-2-2 0 16,-3 5 0-16,-3 0 0 0,0 0 0 0,-3 4 0 16,-4-2 0-16,-2-1 0 15,0-1 0-15,-6 2 0 0,-10-4 0 0,2 1 0 0,-6-8 0 0,-2-1 0 16,2-3 0-16,-4-2 0 0,3-2 0 15,-1 0 0-15,2 0 0 0,3-1-299 0,4-7-18 0,3-1 114 16,3-3 85-16,4-2-510 0,3-1 300 16,3 1 146-16,12-4-540 0</inkml:trace>
  <inkml:trace contextRef="#ctx0" brushRef="#br0" timeOffset="190734.75">19683 16215 2362 0,'0'-4'0'0,"0"1"0"0,-4 1 0 0,-3 0 0 0,-1 0 0 0,-4 2 0 0,2 0 789 0,-3 7-376 0,-4 4-188 0,3 6-83 16,-1 0-142-16,2 0 0 0,3 3 0 0,3 0 0 16,6 1 0-16,1 0 0 15,0 4 0-15,4-3 0 0,13-1 0 0,4-1 0 16,4-2 0-16,3-1-73 0,3-2-10 0,-2-6-1124 16,1-3 562-16,0-1 304 0</inkml:trace>
  <inkml:trace contextRef="#ctx0" brushRef="#br0" timeOffset="192796.68">20250 15792 1716 0,'0'-8'0'16,"-7"1"0"-16,-1 0 0 0,0 3 0 0,1 3 0 0,-3 1 0 0,-5 0 450 0,-4 14-198 0,-5 11-112 0,0 7 437 0,-2 7-270 16,-2 6-136-16,7 1-67 0,-4 10 110 0,10-8-214 15,5-2 0-15,5 0 0 0,5-4 0 0,0-4 0 16,12 1 0-16,8-10 0 0,3-5 0 16,1-5 0-16,2-2 0 15,1-2-405-15,2-1 143 0,-5-11 96 0,-3-3-765 0,1 0 447 16,-2 0 223-16,-1-10 113 0,0-6-495 15</inkml:trace>
  <inkml:trace contextRef="#ctx0" brushRef="#br0" timeOffset="193058.94">20357 16036 1587 0,'-6'-5'0'0,"-3"3"0"0,1 0 0 0,-2 2 0 0,1 0 0 0,1 5 0 0,0 10 0 0,1 2 593 0,1 2-278 0,4 4-130 0,2 1-79 0,0-4 129 0,1 5-100 0,10-2-49 0,3-3 57 0,5 2-44 0,0-8-35 0,4-5-314 15,2-3 143-15,-1-4 73 0,3-2 35 0,0 0-351 16,-5-11 189-16,1-4 98 0,-4-3 51 0,-4-3-169 16,1-3 28-16,-11 2 32 0,-2-2 158 15,-3 0-37-15,0-1 0 0,-4 1-37 16,-8-5 293-16,-3 7-141 0,-4 2-76 16,-2 1 318-16,-2 4-175 0,-1 2-87 0,2 2 28 0,3 5 84 0,-1 5-84 15,2-1-44-15,6 2 0 0,2 0-11 0,0 2-22 16,6 8-9-16,2 4-336 0,2 0 168 0,0 2 83 15,2 1 43-15,5 1-314 0,4-2 132 16,3-1 98 0,3-1-982-16</inkml:trace>
  <inkml:trace contextRef="#ctx0" brushRef="#br0" timeOffset="193220.27">20837 16198 1898 0,'-1'4'0'16,"-7"3"0"-16,1 2 0 0,1 0 0 0,-3 4 0 0,0 1 0 0,-4 3 743 0,-2 5-344 0,2-3-186 0,-4 3 213 0,1 2-195 0,0-2-210 16,1 0-21-16,-2-1 0 0,4-3-57 0,0-3 38 15,5-2-331-15,1-3 194 0,3-6 96 0,2 4 57 16,2-8-872-16,0 0 455 0,8-8 72 0</inkml:trace>
  <inkml:trace contextRef="#ctx0" brushRef="#br0" timeOffset="193493.73">21029 16036 2672 0,'3'0'0'15,"-3"0"0"-15,2 2 0 0,2 4 0 0,-2-1 0 0,-1 7 0 0,-1 2 0 0,0 6 0 0,0 4 461 0,0 2-212 0,0 4 134 16,0-4-217-16,0 2-166 0,0-3 0 0,5-1 0 31,9-4 0-31,3-1 0 16,5-11 0-16,3-7 0 0,0-1 0 0,6-4 0 0,-4-17 0 0,3-2-254 0,-9-1 78 0,-4-3 107 0,-6 1-99 15,-3-3 76-15,-4 2 38 0,-2-6 202 16,-2 7-88-16,-4-2-49 0,-10 4-23 0,-6 0 289 16,-2 4-152-16,-6-1-64 0,0 9 7 0,-1 6 7 15,-1 2-75-15,2 4 0 32,2 0 0-32,1 0 0 0,9 7 0 0,1 5 0 0,8 3-155 0,4 2-69 0,3 2 127 0,0 2 45 0,9-4-1077 0,13-2 546 15</inkml:trace>
  <inkml:trace contextRef="#ctx0" brushRef="#br0" timeOffset="193679.11">21554 15895 1255 0,'11'-7'0'0,"3"2"0"0,0 4 0 0,2-2 0 0,-1 3 903 0,4 0-424 16,-4 9-226-16,1 4-109 0,-5 6 634 0,6 5-659 0,-6 4-119 0,3 3 0 16,-10 2 0-16,0 1 0 0,-4 2 0 0,0 3 0 15,-8 0 0-15,-9 6 0 0,-8-8 0 16,-2-1 0-16,-3-2 0 0,1-5 0 0,0-4 0 0,2 0-161 15,5-14 59-15,4-3 1 0,5-6-874 16,3-2 470-16,3 0 234 16,2-8 108-16</inkml:trace>
  <inkml:trace contextRef="#ctx0" brushRef="#br0" timeOffset="193900.92">21850 15976 2451 0,'19'0'0'16,"1"-1"0"-16,3-1 0 0,-4 2 0 0,1 0 0 0,-1 10 0 0,-3 2 0 0,0 3 287 0,2 4-117 0,-7-2-71 0,0 2 424 0,-5 2-244 0,1 2-157 16,-4 4-122-16,-3-3 0 15,0 0 0-15,-8 3 0 0,-7-1 0 0,-5 0 0 0,-6 4 0 0,-4-6 0 0,-4-2-178 0,-2-3 63 16,1-2 75-16,-1-5-138 0,0 3 8 16,9-11 83-16,3-2 42 0,6-2-480 0,5-2 244 0,10-12 122 15,3-11-566-15,2-8 349 31</inkml:trace>
  <inkml:trace contextRef="#ctx0" brushRef="#br0" timeOffset="194064.91">22233 15899 1597 0,'2'-1'0'0,"1"0"0"0,-2 1 0 0,-1 0 0 0,0 0 0 0,-6 7 0 0,-8 9 822 16,-6 8-392-16,1 2-188 0,0 6-108 0,1 6 544 0,4 4-650 0,4 0-28 0,7 4 0 0,3 3 0 0,0-12 0 0,14 0 0 0,10-8 0 0,5-5 0 15,4-5 0 1,3-2 0-16,0-14 0 0,0-3-63 0,1 0 46 0,-5-10-1120 0,-2-2 555 16,0-5 242-16,-11 2 156 0,-4-1-568 0,-7-5 359 0</inkml:trace>
  <inkml:trace contextRef="#ctx0" brushRef="#br0" timeOffset="194209.52">22537 16094 1240 0,'0'-7'0'0,"0"-1"0"0,0-1 0 16,0 3 0-16,0 0 0 0,8 3 701 0,3-1-332 0,4 0-166 0,4 1 649 0,6 3-413 0,2-3-312 15,7 3-127-15,2 0 0 0,1 0 0 16,6 0 0-16,-5 0 0 31,-4 0-47-31,-1 0 12 0,-3 0 35 0,-9 0-772 0,0 0 413 0,-14 0 191 0,-7 0 102 0,0 0-943 0</inkml:trace>
  <inkml:trace contextRef="#ctx0" brushRef="#br0" timeOffset="194358.71">22738 15804 1861 0,'-3'-7'0'0,"1"1"0"0,-1 1 0 0,3 3 0 0,-2 1 0 0,2 1 0 0,0 8 437 16,0 16-200-16,-1 11 770 0,-6 12-618 0,3 7-389 0,-4 7 0 15,1 4 0-15,0 5 0 0,0 2 0 0,0 0 0 16,6-2 0-16,-1 0 0 0,2-19 0 0,0-5 0 16,0 0-886-16</inkml:trace>
  <inkml:trace contextRef="#ctx0" brushRef="#br0" timeOffset="194963.58">24029 15883 892 0,'-7'-24'0'0,"1"2"0"0,-1 3 0 0,-1-7 0 0,0 7 0 0,-1-1 0 0,0 0 0 0,-3-1 0 0,1 3 214 0,-3-3-79 0,0 6-53 0,-1 3 35 15,-1 3-39-15,0 1-1 0,-3 5-39 16,-1 2 10-16,6 1-10 0,0 4 0 0,3 13 345 16,3 7-172-16,-1 8-87 0,0 10-33 0,7 4 128 0,-1 6-90 15,1 5-46-15,1 2 1 16,1 3-21-16,-2 9 10 0,1-12-35 0,-1 3-27 15,-1 4 1-15,0 1 26 0,-5 3-43 0,-2 4 10 16,0-18 33-16,-4-6 0 0,-1-4-183 0,-4-8 91 16,1-8 27-16,-3-2 36 0,4-20-451 0,1-8 217 15,-1 0 70-15,1-14 67 0,1-12-477 0,5-5 268 16,0-7 129-16</inkml:trace>
  <inkml:trace contextRef="#ctx0" brushRef="#br0" timeOffset="195097.23">23505 16012 2255 0,'0'-14'0'0,"0"6"0"0,0 5 0 0,2 2 0 0,5-2 0 0,3 3 0 0,4 0 0 0,4 0 307 0,4 7-134 0,1 1-68 15,10 2-94-15,1-1-1 16,7 5 38-16,-4-1-10 0,3 1-678 0,0 3 339 0</inkml:trace>
  <inkml:trace contextRef="#ctx0" brushRef="#br0" timeOffset="195263.32">23981 16213 2511 0,'0'0'0'16,"0"0"0"-16,0 0 0 0,0 0 0 0,0 0 0 0,0 0 0 0,0 0 0 0,2 0 0 0,2 0 328 0,3 6-145 0,0 2-72 0,3 2-293 0,0 2 110 16,2 0 65-16,-2 0 17 0,3 1-300 15,1-1 165-15,-2 0 81 0,3 0 50 0,-4-2-743 16,0-1 381-16</inkml:trace>
  <inkml:trace contextRef="#ctx0" brushRef="#br0" timeOffset="195450.7">24241 16165 2471 0,'-6'-7'0'0,"3"2"0"0,-1 2 0 0,0 3 0 0,0 0 0 0,-3 0 0 0,-3 12 0 0,0 3 0 0,1 9 374 0,-5 5-168 0,0 7-84 0,-4 0 72 0,-1 11-69 31,0-1-49-31,-1 2 1 0,1 3-104 0,-5-3 32 0,3 0 0 0,-6 2 42 0,3-12-385 0,4-7 187 0,-1-4 95 0,1-8-586 0,2-2 334 0,1-4 57 0,9-11-446 0,5-2 330 0</inkml:trace>
  <inkml:trace contextRef="#ctx0" brushRef="#br0" timeOffset="195632.4">24440 15949 1599 0,'0'0'0'0,"0"0"0"0,0 0 0 0,-4 0 0 0,1 0 0 0,-4 7 308 0,1 10-135 0,-5 8-69 0,4 6 639 15,-2 10-344-15,1 0-185 0,2 8 177 0,3 3-391 16,3 5 0-16,0-4 0 0,0 3 0 0,9-11 0 16,6-9 0-16,1-4 0 0,1-8-437 15,1-6 83-15,0 1 204 0,-2-17 89 0,2-2-1051 0</inkml:trace>
  <inkml:trace contextRef="#ctx0" brushRef="#br0" timeOffset="195897.63">24684 16191 2361 0,'-11'-4'0'0,"1"3"0"0,1 1 0 0,0 0 0 0,0 5 0 0,3 6 0 0,1 2 472 0,2 4-217 0,3 1-110 15,0 1 293-15,0-2-206 0,5 1-204 0,7 0-28 16,6-3-73-16,2-1-41 0,6-4 84 15,0-6 29-15,-1-4-566 0,2 0 301 16,-1-2 152-16,-3-10-314 0,1-2 204 16,-11 2 107-16,0-5 20 0,-7 0 30 15,-5-3 1-15,-1-2 20 0,0-2 169 0,-8 0-80 0,-9 0-39 0,-2-3-1 16,-3-1 74-16,-4-3-66 16,-1 8-19-16,1 1 62 0,-3 5-5 0,3 3-33 0,4 7 38 15,-5 1-117-15,8 6 25 0,8 0 45 16,0 8-126-16,5 6 60 0,6 6 19 0,0 1-2 15,0 2-504-15</inkml:trace>
  <inkml:trace contextRef="#ctx0" brushRef="#br0" timeOffset="196074.27">25091 16266 2188 0,'3'3'0'0,"-1"1"0"0,1 0 0 0,1 0 0 0,-1 1 0 0,-1 2 0 0,-2 0 0 0,0 1 363 0,0 1-163 0,-2 1-81 0,-6 6 309 15,-4-1-200-15,-2 0-95 0,-1 4-295 0,0-3 99 16,0 0 51-16,-1 3 33 16,4-6-298-16,-1 0 156 0,2-2 80 0,1 0 38 0,3-5-744 0,1 1 284 15,5-5 230-15</inkml:trace>
  <inkml:trace contextRef="#ctx0" brushRef="#br0" timeOffset="196340.59">25214 16150 1333 0,'8'0'0'0,"-2"0"0"0,-1 0 0 0,1 0 0 0,1 8 0 0,-3-1 0 0,4 5 0 0,-4 0 532 0,1 1-247 16,0 5-124-16,2-1 89 0,0 0-106 0,4 3-45 0,-1-3-35 15,3-4-187-15,1-1 81 0,-1-3 39 0,4-7 0 16,2 0-124-16,-1-2 77 0,-4-2 43 0,0-9 1 16,-3-5-300-16,-5-3 116 0,2-2 108 15,-8-2-132-15,0-1 90 0,-6 0 36 16,-7 0 180-16,-4-2-65 15,-2-1-40-15,-2 3 8 0,-4 1 163 0,-1 4-92 0,5 2-50 0,-3 4 9 16,0 2 95-16,8 4-18 0,3 4-48 0,4 1 42 16,2 2-34-16,4 0 11 0,3 4 9 0,0 7-576 15,13 3 252 1,7-4 116-16,4 2-596 0</inkml:trace>
  <inkml:trace contextRef="#ctx0" brushRef="#br0" timeOffset="196523.98">25641 15920 1548 0,'3'-5'0'0,"3"-1"0"0,-2 3 0 0,6 0 0 0,-2 3 0 0,3 0 0 0,-3 3 701 0,6 11-333 0,-2 6-165 0,5 3-75 0,-4 7 372 0,1 4-232 15,-2 0-115-15,-1 5-91 0,-3 4-62 0,-2 5 0 16,-6 1 0-16,0-3 0 0,-5 4 0 16,-11-4 0-16,-6 0-334 0,-5 2 182 15,-3-16 90-15,-4-3 49 0,-1-8-627 0,-1-7 315 0,4-5 82 0,0-4 94 16,10-5-417-16,6-8 265 0,2-14 133 0</inkml:trace>
  <inkml:trace contextRef="#ctx0" brushRef="#br0" timeOffset="196691.91">25958 16044 1723 0,'16'0'0'0,"2"0"0"0,5 2 0 0,-3 7 0 0,0 0 343 0,1 4-153 0,-1 1-77 16,2 0 397-1,1 4-227-15,-4-3-128 0,-4 1-59 0,1 0-280 0,0-4 110 0,-3 0 56 0,2 2 36 16,-9-7-780-16,0-2 379 16,-1 0 190-16,-2-1-616 0,0-3 376 0,-2-1 204 0</inkml:trace>
  <inkml:trace contextRef="#ctx0" brushRef="#br0" timeOffset="196833.53">26445 15776 2438 0,'0'-1'0'0,"0"-1"0"0,0 2 0 0,0 0 0 0,0 10 0 0,-4 18 0 0,-9 14 318 16,-12 20-140-16,-7 18-71 16,-6 17 669-16,-4 13-662 0,-5 19-114 0,3-9 0 0,-2 1 0 0,-6 3 0 15,1 3 0-15,1-4-620 0</inkml:trace>
  <inkml:trace contextRef="#ctx0" brushRef="#br0" timeOffset="198460">26744 16225 2388 0,'-20'-13'0'0,"2"3"0"0,-2 3 0 0,13 3 0 0,-1 4 0 0,7 0 0 0,1 0 0 0,0 0 747 0,1 0-346 0,15 0-187 0,13-4-89 15,5-3-69-15,4 2-56 0,7-5 0 0,-4 2 0 16,1-1 0-16,0-1-12 15,2 2 18-15,-3 1-184 0,3 0 116 0,-7 2 44 16,-6-1-509-16,-5 3 276 0,-5 0 66 0,-5 1 92 47,-4 2-595-47,-9 0 331 0,-3 0 160 0,0 0 80 0,-11 0-340 0</inkml:trace>
  <inkml:trace contextRef="#ctx0" brushRef="#br0" timeOffset="198608.29">26987 15729 2290 0,'-12'-9'0'0,"4"1"0"0,2 7 0 0,0-1 0 0,2 2 0 0,3 8 0 0,-1 11 364 0,0 11-163 0,1 5-83 0,-1 6 433 16,-1 7-248-16,1-4-199 0,0 8-104 0,1 2 0 15,1 1 0-15,0 0 0 16,0 8 0-16,0-13-124 0,0-1 57 0,5-3 51 0,5-7-887 16,-2-5 469-16,7 2 223 0</inkml:trace>
  <inkml:trace contextRef="#ctx0" brushRef="#br0" timeOffset="199007.19">27540 15988 2825 0,'-7'0'0'0,"2"0"0"0,0 0 0 0,-1 4 0 0,-1 12 0 0,0 7 0 0,0 7 559 0,2 4-261 0,4 4-131 0,1 4-85 15,0-2-82 1,10 5 0-16,10-11 0 0,4-3 0 0,7-10 0 15,2-4 0-15,4-11 0 0,2-6 0 16,-3-2-101-16,-4-19 18 0,-3-6-200 0,-7-6 145 0,-7-3 74 0,0-5-59 16,-13 3 267-16,-2 0-102 0,-2-1-39 0,-14 0 0 15,-3 0 82-15,-5-1-69 0,-7 13-22 0,0 3 98 16,-7 7-60-16,-2 6 19 0,1 5-31 0,-4 3-253 16,12 3 116-16,2 5 91 0,9 13-741 15,3 4 366 126,10 3 182-141</inkml:trace>
  <inkml:trace contextRef="#ctx0" brushRef="#br0" timeOffset="199424.09">28334 15704 1274 0,'-7'-28'0'0,"-3"6"0"16,1 5 0-16,-2 8 0 0,-1 6 0 0,-7 1 0 0,0 5 496 0,-3 23-229 0,-4 10-113 0,0 14 430 15,-1 7-272-15,3 10-127 0,7-9-77 0,8 1 253 16,5-2-171-16,4-2-190 0,11-3 0 15,14 3 0-15,11-17 0 16,6-5 0-16,9-9-70 0,2-2-122 0,0-8 115 0,8 2 66 0,-11-9-948 0</inkml:trace>
  <inkml:trace contextRef="#ctx0" brushRef="#br0" timeOffset="199849.32">28974 15656 1269 0,'-22'-15'0'0,"10"6"0"0,4 0 0 0,7 6 0 0,1 1 271 0,9 0-117 0,14 1-48 0,13 1-40 0,11 0 412 0,12 0-220 16,11 0-111-16,9 0 421 15,16 0-255-15,3 0-143 0,15 0-66 0,9 0-77 16,6 0-27-16,4 0 0 0,8 0 0 0,-20-2 0 15,-4 0 0-15,1-4 0 0,-7-1 0 0,-1 0 0 16,8 0 0-16,-32 0 0 0,-4 0 0 0,-13-1 0 16,-8 2 0-16,-12-2-101 0,-5 1-8 0,-19 2-8 15,-11 2 48-15,-10 0-216 16,-3 3 125-16,-9 0 51 0,-22 0-652 0,-8 0 361 16,-7 0 182-16</inkml:trace>
  <inkml:trace contextRef="#ctx0" brushRef="#br0" timeOffset="200258.54">29304 15677 1727 0,'-20'-8'0'0,"1"8"0"0,3 0 0 0,1 19 0 0,6 9 0 0,0 2 0 0,2 6 414 0,0 2-188 16,4 4-94-16,0 11 91 16,3-6-97-16,0 1-44 0,1 0 0 0,10-1 25 0,0-2-34 0,1 3 9 15,-4-10-135-15,4-8 46 0,-7-1 0 0,1-2 45 0,-3-6-85 0,-1-1 52 16,-2-10-10-16,0-5 43 16,-9-1-29-16,-2-4 1 0,-5 0-25 15,-1-2 63-15,-2-11-44 0,-3-5 10 16,-1-4-35-16,0-1-9 0,-2-3 4 0,4 0 37 0,1-1-57 0,3 0 27 15,-3 0 4-15,4 3 24 0,-2-4-36 0,5 13-1 16,-1-1 23-16,2 7 7 0,-1 5 42 0,2 1 0 16,-7 1-57-16,5 2 9 0,-1 17 1 15,0 5 1-15,-2 2 8 0,1 5-56 0,-3 3 9 16,8-1 42 0,-2 0-283-16,2-1 133 0,1-1 59 0,5-3 36 0,1-2-422 0,3-5 224 15,0-6 107-15,5-6 53 0,13-5-479 0,2-2 267 16,6-2 123-16</inkml:trace>
  <inkml:trace contextRef="#ctx0" brushRef="#br0" timeOffset="200473.77">29461 15965 2256 0,'19'-20'0'0,"1"8"0"0,4 4 0 0,-2 6 0 0,1 2 0 0,-1 0 0 0,-2 11 0 0,-1 2 510 0,2 3-226 15,-6 4-128-15,-3 0 58 0,-1 4-88 0,-5 0-44 0,-5 0 0 16,1 6-64-16,-2-5 20 0,-7-1 0 0,-9 1 1 15,-8-3-133-15,-3 2 76 0,0-7 23 0,-7-3-220 16,3-1 127 0,-2-4 63-16,1-3 31 0,-3 0-477 0,10-5 187 0,2-1 132 15,4 0-186-15,7-1 150 0,5-8 74 0,5-6 29 0,2-6-456 0,20-4 252 16,8-6 125-16</inkml:trace>
  <inkml:trace contextRef="#ctx0" brushRef="#br0" timeOffset="200633.88">29793 15945 1478 0,'5'-5'0'0,"0"2"0"0,-2 0 0 0,-2 3 0 0,-1 0 0 0,0 6 416 0,-4 12-189 0,-9 5-94 0,0 2-48 0,1 5 735 0,-2 2-382 16,6-5-205-16,1 2-132 0,4 4-101 0,3-4 0 15,0 3 0-15,6 2 0 0,10-5 0 16,7-5 0-16,5-2 0 0,5-4-205 0,0-5 63 0,6-4 100 16,-2-9-449-16,-3 0 205 0,-1-4 151 0,-5-7-134 31,-2-5-654-31,-1-4 432 0</inkml:trace>
  <inkml:trace contextRef="#ctx0" brushRef="#br0" timeOffset="200888.78">30113 15773 1609 0,'0'-17'0'0,"1"5"0"0,6 1 0 0,6 5 0 0,3 3 0 0,1 1 0 0,-1 2 322 15,0 2-143-15,-3 10-70 31,1 5 17-31,-8 5-45 0,0 4 11 0,-6 2-54 0,0 2-146 0,-8 1 73 0,-11-1 36 0,0-1 1 0,-6 3 7 0,2-10-10 0,-4-1 39 0,1-1 177 47,0-6-89-47,6-2-43 16,-2 1 9-16,8-8 245 0,4-2-149 0,5-3-75 0,5 0 188 0,0 0-287 16,12-8-14-16,16-3 0 0,3-3 0 0,8 3 0 0,1 0 0 0,1 2 0 0,2-1 0 0,-5 5 0 31,-1 3 0-31,-3 0-660 0,-2 2 270 0,-1 0 131 0,-3 0 128 0,-11 4-921 0</inkml:trace>
  <inkml:trace contextRef="#ctx0" brushRef="#br0" timeOffset="201086.9">30308 16158 2081 0,'0'0'0'0,"-3"0"0"0,-2 0 0 0,1 0 0 0,2 0 0 0,2 0 0 0,0 0 0 0,7 0 321 0,10 0-146 0,7 0-69 0,3 0 341 0,9 0-204 46,2-1-103-14,2-2-41-32,-3 3-343 0,3 0 141 0,-2 0 71 0,-3 0-327 0,-2 0 199 0,-4 0 108 31,-9 0 41-31</inkml:trace>
  <inkml:trace contextRef="#ctx0" brushRef="#br0" timeOffset="201223.54">30593 15940 1754 0,'-4'-12'0'0,"1"4"0"0,1 3 0 0,2 1 0 0,0 4 0 0,0 0 0 0,2 14 837 0,1 3-399 0,2 7-200 0,-3 5-90 0,0-1 368 0,0 4-516 0,-2 0 0 0,0 0 0 0,0 2 0 0,0 2 0 0,-2-3 0 0,0-1 0 16,-3 4 0-16,2-4 0 0,1-5-698 0,2 2 284 0,0-8 221 0</inkml:trace>
  <inkml:trace contextRef="#ctx0" brushRef="#br0" timeOffset="201736.51">30752 16002 3039 0,'2'-14'0'0,"2"2"0"0,1 1 0 0,3 8 0 0,4 2 0 0,2 1 0 0,-1 0 0 0,4 4 0 0,1 7 378 0,-1 5-174 0,-3 2-83 0,1 1-307 0,-3 3 113 0,3-1 55 0,-2 1-320 0,-4-3 184 0,2-2 96 0,-3 0 47 0,-3-2-1028 0</inkml:trace>
  <inkml:trace contextRef="#ctx0" brushRef="#br0" timeOffset="201858.19">31105 15879 2564 0,'0'-5'0'0,"0"-4"0"0,0 6 0 0,0 3 0 0,-1 0 0 0,-6 17 0 0,0 8 0 0,-4 13 467 0,-1 6-219 0,-3 6-105 0,-1 5 366 0,-1 4-509 0,-3 11 0 0,-3 8 0 0,3-9 0 0,0 2 0 0,-2-3 0 0,3-3 0 0,0-2 0 0,-1 0 0 0,9-20 0 0,3-9-265 0,4-9-133 0,4-9 219 0,0-11-1048 0</inkml:trace>
  <inkml:trace contextRef="#ctx0" brushRef="#br0" timeOffset="201980.94">31317 15862 1681 0,'18'-14'0'0,"3"4"0"0,-1 9 0 0,-2 1 0 0,0 0 0 0,-4 11 0 0,-1 0 347 0,-1 5-145 0,-8 0-86 0,-4 4 12 0,0 3-45 15,-9 1 1-15,-10 4-47 0,-3 1-36 0,-2-6-10 0,-4 0 46 0,-2-2 1 0,-3-3 92 0,4-2-46 0,-3-1 9 0,10-7 253 0,3 0-153 0,4-5-79 0,5-3-37 0,1 0 72 0,6 3-149 0,3-3 0 0,3 0 0 0,21-8 0 0,7-4 0 0,7 1 0 0,5 0 0 0,2 0 0 0,-1 2 0 0,1-2 0 0,2 3 0 0,-4 1-296 0,2 0 162 0,-10 5-1059 0,-5-1 578 0</inkml:trace>
  <inkml:trace contextRef="#ctx0" brushRef="#br0" timeOffset="202066.7">31765 15712 2990 0,'12'-7'0'0,"0"4"0"0,6 3 0 0,1 0 0 0,4 5 0 0,5 12 0 0,-7 3 0 0,-2 9 306 0,0 5-134 0,-5 7-67 0,-6 4 253 16,1 9-358-16,-9-3 0 0,0 2 0 15,-11-2 0-15,-11 0 0 0,-7-3 0 16,-2 5 0-16,-4-14 0 0,-4 0 0 0,-3 2 0 0,-1-6 0 16,-3 2 0-16,0 1 0 0,7-10-120 15,6-4-192-15,8-5 152 0</inkml:trace>
  <inkml:trace contextRef="#ctx0" brushRef="#br0" timeOffset="202191.53">32232 16511 0 0,'-11'-20'0'0,"-2"11"0"0,6 9 0 0,-1 0 0 0,1 4 0 0</inkml:trace>
  <inkml:trace contextRef="#ctx0" brushRef="#br0" timeOffset="212130.3">13908 16883 1199 0,'0'-14'0'0,"0"2"0"0,0-2 0 0,0 3 0 0,0-3 0 0,0 1 137 16,0-4-49-16,0 1 89 0,0-4-59 0,-1 1-45 16,-2 0 0-16,-2-3 107 0,0 3-70 0,-2 0-36 15,-1-5 9-15,0 6 12 0,-2 1-28 0,0 1 0 16,-1 3-29-16,0 5 42 0,-3-2 9 16,4 7-50-16,0 3 113 0,3 0-57 31,-2 4-28-31,3 13-3 0,-2 3-15 0,7 7-11 0,1 5 1 0,0 6 74 0,0 1-37 0,1 6 0 15,5 6-27-15,0-5 17 0,1 2 0 0,-1-1-27 16,-1 2-1-16,1 1-77 0,-2 7 49 0,0-8-10 16,-3-1-82-16,-1-4 57 0,0-1 31 0,0-2-68 15,-1 3 51-15,-7-10-1 0,-3-7 1 0,0-3-240 32,-4-5 124-32,1-6 34 0,-5-2 37 0,5-11-403 0,-2 0 209 0,2-4 107 0,0-14 51 0,0-6-475 15,-1-7 255-15,6-2 141 0,-3-7-331 16</inkml:trace>
  <inkml:trace contextRef="#ctx0" brushRef="#br0" timeOffset="212263.4">13520 17015 983 0,'-15'-23'0'15,"4"7"0"-15,2 5 0 0,2 2 0 0,4 6 0 0,2 1 0 0,1-1 587 16,0 3-280-16,4 0-134 0,13-2 360 0,2 2-247 0,7-2-124 0,3 1 39 0,0 1-85 0,4 0-39 0,1 0 0 16,2 0-240-1,4 0 101-15,3 1 60 0,-4 3 15 0,-1 1-683 0,0 0 354 0,-4 2 177 0,-1-2 89 16</inkml:trace>
  <inkml:trace contextRef="#ctx0" brushRef="#br0" timeOffset="212438.11">14108 16791 1861 0,'-11'-7'0'0,"0"4"0"0,2 1 0 0,-1 2 0 0,3 0 0 0,0 8 0 0,2 8 427 0,1 1-195 0,-1 7 430 0,4 1-317 0,1 1-153 0,0 3-76 16,0 3-132-16,1 2 27 0,8 1 10 15,4-5 18-15,2-2-290 0,-2 0 145 0,2-6 72 0,0 0 37 16,2-3-711-16,-3-7 369 0,0-3 189 0,-3-5-775 16,-2-4 444-16</inkml:trace>
  <inkml:trace contextRef="#ctx0" brushRef="#br0" timeOffset="212629.66">14162 16951 1082 0,'-3'-22'0'0,"3"-6"0"0,0 10 0 0,3 1 0 0,6 2 0 0,4 1 0 0,6 6 252 0,4-1-97 0,-1 7 144 16,5 2-131-16,-1 2-64 0,-1 10-33 0,0 3 52 0,0 6-32 0,-10-1-10 0,1 4-43 0,-8 4-117 0,-3 2 59 16,-4 1 29-16,-1 2 10 0,-1-2-36 0,-12-2 28 15,-4-3 0-15,-3-1-54 0,-1-4 41 16,-3 4 7-16,0-12-195 31,-1-2 79-31,3-5 58 0,0-5-3 0,4-1-285 0,2 0 132 0,8-12 91 0,4-10 29 0,4-2-348 0,1-9 199 0</inkml:trace>
  <inkml:trace contextRef="#ctx0" brushRef="#br0" timeOffset="212776.83">14426 16796 1381 0,'9'-9'0'0,"-3"3"0"0,-1 4 0 0,1 0 0 0,-4 2 0 0,-1 2 0 0,-1 13 755 0,0 3-359 16,0 6-178-16,0 2-80 0,0-1 393 0,0 3-246 16,0-2-124-16,0 0-95 0,0 1-66 0,4 3 0 0,3-6-100 15,2 0-58-15,4-5 99 0,2-2 49 16,3 2-838-16,0-11 438 0,4-5 225 0,-1-3 112 15</inkml:trace>
  <inkml:trace contextRef="#ctx0" brushRef="#br0" timeOffset="212930.67">14745 17019 1334 0,'0'0'-1'16,"0"-5"1"-16,-2-1-1 0,1 4 0 0,-1 0 0 0,1 0 1 0,-2 2 542 0,3 0-252 0,-2 4-117 0,2 8-73 0,0 1 323 0,0 4-193 15,0 2-96-15,0 5-68 0,0 2 10 0,-1-3-39 31,-2 2-180-31,0 0 91 0,-1-3 44 0,-1 0 1 0,1 2-459 0,-4-7 247 32,0 0 129-32,0-4 64 0,-3-2-733 0,2-4 360 0</inkml:trace>
  <inkml:trace contextRef="#ctx0" brushRef="#br0" timeOffset="213211.16">14907 16843 1709 0,'15'-8'0'0,"3"5"0"0,2 0 0 0,2 2 0 0,1 1 0 0,-2 0 327 16,-1 7-145-16,0 4 132 0,0 3-139 0,-1 2-68 0,-2 2-25 16,-5 0-5-16,-5 3-1 0,-3-1-38 0,-2 1 0 15,-2 3-197-15,-2 0 108 0,-13-3 39 0,-7-1 26 16,-3-2-87-16,-3 0 56 0,-1-3 28 0,-3 2 154 16,4-7-69-1,2-2-84-15,5 1 383 0,2-2-182 0,5-3-88 0,-1 0-38 0,10-4-87 0,2 0 0 16,3 1 0-16,0-1 0 15,13 0 0-15,5 0 0 0,5 0 0 0,6 0 0 16,2 0 0-16,2 0 0 0,4 0 0 0,4 0 0 16,-5 0-198-16,0 0 74 0,-1 0-710 0,-2-1 398 15,-2 0 199-15,3-2 89 0,-10 0-281 0,-5 2 195 16</inkml:trace>
  <inkml:trace contextRef="#ctx0" brushRef="#br0" timeOffset="213437.39">15283 16953 1348 0,'-6'-14'0'16,"2"4"0"-16,4-1 0 0,0 5 0 0,0 1 0 0,7-1 221 0,5 3-82 0,4 3-55 0,2 0 0 0,4 0 360 0,0 5-202 15,3 4-93-15,-2 8 35 0,-1-2-73 16,-2 7-37-16,-3 2-70 0,-2 0 1 0,-3 5 42 0,-11 0-9 16,-1-2-110-16,0 2 55 15,-9-1 28-15,-8-1-1 0,-6 2-4 0,-4-9-10 16,-3-4 42-16,-4-2-134 0,3-6-113 15,2-6 66-15,1-2 70 0,8 0-356 0,8-11 196 16,4-11 97-16,8-7-362 0,0-7 230 0,10-3 105 16,12-2 68-16</inkml:trace>
  <inkml:trace contextRef="#ctx0" brushRef="#br0" timeOffset="213574.39">15537 16881 1890 0,'15'-10'-1'0,"-2"8"1"0,1 1 0 0,-4 1 0 0,-5 0 0 0,-2 8 0 0,-1 7 0 0,-2 2 356 0,0 4-150 0,-2 1-89 16,-2 0 485-16,-4 0-282 0,3 1-142 0,1-1-69 15,2 4 45-15,0-5-154 16,2 0 0-16,0-2 0 0,0-1 0 0,8 1 0 0,8-3 0 0,-2-6-353 16,6-3 86-16,2-5 153 0,2-2-807 0,0 0 388 15,6 0 204-15</inkml:trace>
  <inkml:trace contextRef="#ctx0" brushRef="#br0" timeOffset="213773.69">15864 16876 1040 0,'0'-20'0'0,"0"4"0"0,0 0 0 0,0 10 0 0,0 0 0 0,1 5 564 0,4 1-263 16,4 0-132-16,4 4-56 0,-1 10 403 0,4 3-239 16,1 5-120-16,1 4 128 31,-2 4-124-31,1 2-52 0,-6 2-40 0,-3 0 1 0,0 2-32 31,-7 0-1-31,-1 0-104 0,0 5 61 0,-4-6 17 0,-13-2 0 0,-7-1-232 0,-2-1 129 0,-5-5 65 0,-5-1 42 16,5-9-612-16,1-6 294 0,4-5 74 0,2-5-461 0,7 0 325 15,0-9 155-15</inkml:trace>
  <inkml:trace contextRef="#ctx0" brushRef="#br0" timeOffset="213914.95">16144 16915 1921 0,'16'-4'0'0,"4"0"0"0,4 2 0 0,2 0 0 0,-1 0 0 0,9 1 217 0,-6 1-96 16,-3 0-41-16,3 0 413 0,-1 0-229 0,4 0-104 0,-8 0-67 15,-1 0-390-15,-3 0 167 0,-2 0 83 16,-4 0-848-16,0 0 475 0</inkml:trace>
  <inkml:trace contextRef="#ctx0" brushRef="#br0" timeOffset="214056.63">16200 17135 1920 0,'-15'5'0'0,"4"2"0"0,4 1 0 0,2 1 0 0,5-1 0 0,1 1 0 0,15 0 656 16,5-2-310-16,7 0-155 0,7 1 191 0,-1-5-177 15,3 2-84-15,3-4-43 16,1-1-126-16,-2 0 42 16,6 0 10-16,-7 0 32 0,-2-6-1027 0</inkml:trace>
  <inkml:trace contextRef="#ctx0" brushRef="#br0" timeOffset="-209250.52">17292 16987 869 0,'-16'-17'0'0,"4"3"0"0,0 2 0 0,2-1 0 0,-1-1 0 0,4-2 135 16,0 3-48-16,3-1-25 0,1 0 284 16,1 3-154-16,2-2-68 0,0 3 248 15,0 2-167-15,6 1-84 16,8 1-41-16,2 0 165 0,6 1-95 0,-2 2-60 16,3 3-26-16,4 0 108 0,1 0-66 0,-2 3-35 0,4 6-18 0,-5 4-16 15,-5 4 1-15,0 4 0 0,-3 4-29 0,-6 7 0 16,-1 3 38-16,-8 3-54 0,-2 2 44 15,-2 2 1-15,-12 3 0 0,-7-1 52 16,-5 5-77-16,-3-9-13 0,-6-2 0 0,-2-4 0 16,-4-2 0-16,1-8 0 0,-4 2 0 0,6-13 0 15,3-9 0-15,2-1 0 0,6-3 0 0,1-3 0 16,12-8 0-16,6-6-88 16,3-1-125-16,5-3 86 0,2-3 62 0,11-1-643 0,8 1 340 0,6 0 165 0,6 0 82 15,3-4-662-15</inkml:trace>
  <inkml:trace contextRef="#ctx0" brushRef="#br0" timeOffset="-209019.36">17661 16761 2396 0,'-12'-18'0'0,"-4"-1"0"0,3 11 0 0,-2 5 0 0,-3 1 0 0,0 2 0 0,-3 0 396 0,-2 15-170 0,2 4-99 0,1 10 199 0,0 5-144 0,2 5-73 0,3 5-35 0,2 5 21 0,9-6-95 63,4-1 0-63,0 0 0 0,9 2 0 0,13-6 0 0,6 4 0 0,3-16 0 0,3-2 0 0,4-4 0 0,-1-8 0 0,1-2-99 31,4 1 0-31,-10-8 64 0,-2-3-419 0,-1 0 222 0,-2 0 28 0,-2-2 83 0,4-7-522 0,-10-5 307 16,1-4 149-16,-1-4 75 0</inkml:trace>
  <inkml:trace contextRef="#ctx0" brushRef="#br0" timeOffset="-208876.21">17903 16951 1144 0,'-12'-10'0'0,"4"0"0"0,3 8 0 16,2 0 0-16,3-1 0 0,0 3 0 0,6 0 730 0,14 0-337 0,7 0-182 0,5 0 382 47,8 3-278-47,2 1-138 0,6 0-27 0,6 0-46 0,-3-3-38 0,3 2-18 0,0 0-487 0,-1-1 230 0,-3 0 123 0,6 1 71 15,-15-3-350-15,-7 0 201 0,-6 0 101 0,-9 0 42 0,-7 1-918 0</inkml:trace>
  <inkml:trace contextRef="#ctx0" brushRef="#br0" timeOffset="-208711.54">18246 16722 2291 0,'-14'-8'0'15,"-3"3"0"-15,10 3 0 0,3 2 0 0,4 0 0 0,0 15 0 0,0 6 0 0,1 4 408 0,9 8-189 0,1 6-91 0,1 4 468 0,1 7-307 0,-1 7-289 0,0 6 0 0,-2-3 0 16,-1 0 0-16,0-1 0 0,1-1 0 0,0 5 0 0,-3-15-140 15,2-4 72-15,-1-1-1028 16</inkml:trace>
  <inkml:trace contextRef="#ctx0" brushRef="#br0" timeOffset="-202388.73">18986 16840 1521 0,'-4'-8'0'0,"2"-1"0"0,-1-2 0 0,1 7 0 0,0 1 0 0,2 1 0 0,-1 0 0 0,1 0 227 16,0 2-86-16,0 0 134 0,0 0-119 0,0 6-60 16,-2 9-30-16,-1 2 23 15,-2 8-18-15,-4 4-9 0,-1 2-25 0,-2 5-57 16,-3 0 28-16,-1 3 0 0,-6 5 38 0,2-8-130 0,-3 0 60 0,-2-2 30 16,1-2 15-16,-2-3 15 0,-2-1-36 15,8-12 364-15,3-5-165 0,7-5-82 16,3-4-43-16,3-2 345 0,4 0-399 0,0 0-20 15,14-1 0-15,10-6 0 0,7-2 0 0,6-2 0 16,4 1 0-16,-1-1 0 0,4 1 0 0,-2 3 0 16,1 0 0-16,1 2 0 0,7 0 0 0,-11 2 0 15,-3 2-188-15,-3-2 79 16,-2 1-1-16,0 2-784 0,-13 0 433 16,-9 0 212-16,-2 0 107 0,-6 0-543 0,-2 0 325 0</inkml:trace>
  <inkml:trace contextRef="#ctx0" brushRef="#br0" timeOffset="-202199.52">19090 16924 1971 0,'-8'-2'0'0,"-2"-1"0"0,3 2 0 0,1 1 0 0,1 0 0 0,1 9 0 0,-1 7 0 0,0 7 392 0,2 5-182 0,2 7 429 15,-1 8-302-15,1 5-150 0,-3 1-75 0,1 9-29 0,0-5-83 0,0-3 0 0,-1-4 0 0,2-3-39 0,1-8-109 47,1 4 102-47,0-20 36 0,0-5-331 0,0-8 188 0,3-6 95 0,6 0-956 0,2-13 468 0</inkml:trace>
  <inkml:trace contextRef="#ctx0" brushRef="#br0" timeOffset="-201999.5">19176 17045 1292 0,'13'-21'0'0,"3"1"0"0,5 3 0 0,3 0 0 0,3 3 0 0,6 2 199 0,-3 9-86 0,1 2 408 0,0 1-242 0,0 1-122 0,5 11-50 0,-9 5 7 0,-4 3-38 16,2 4-1-16,-8 2-38 15,-3 1-76-15,-3 5 47 0,-9-3-10 0,-2 4 39 16,-2-3-41-16,-14 1 1 0,-6 1 39 0,-4 2 52 16,-5-6-9-16,-5-3-42 0,-3-1 30 0,-3-5 1 15,1-1-57-15,-4-1 27 0,13-11-256 16,4-5 119-16,5-1 63 0,7 0 28 0,6-11-570 0,5-10 275 16,5-8 123-16,15-8 77 0,11-4-599 15</inkml:trace>
  <inkml:trace contextRef="#ctx0" brushRef="#br0" timeOffset="-201854.17">19615 16891 1092 0,'7'-8'0'0,"-3"4"0"0,1-1 0 0,-4 5 0 0,-1 0 0 0,0 9 850 0,-3 11-407 0,-11 6-203 0,-1 6 754 0,-2 2-682 16,1 2-312-16,1 0 0 0,2 2 0 0,4 1 0 16,3 3 0-16,6-6 0 0,0 0 0 0,9-4 0 0,13-3 0 15,6-1 0-15,6-4 0 0,1-9 0 0,8-6 0 16,1-3-617-16</inkml:trace>
  <inkml:trace contextRef="#ctx0" brushRef="#br0" timeOffset="-201078.21">20247 17108 1989 0,'-17'-7'0'0,"-1"3"0"0,4 4 0 16,0 0 0-16,9 0 0 0,2 2 0 0,3 4 0 0,0 0 181 0,5 0-71 0,11 2 518 0,7-1-299 16,4-1-145-16,5-3-72 0,3 1 196 15,2 0-218-15,3-4-90 0,-2 3 0 0,-2-3 0 16,-2 3 0-16,0-2 0 0,2 1-545 0,1 2 260 0,-9-2 155 15,-1 0 84-15,-8 1-403 0,-2 0 134 16,-7-2 152-16,-1 0-670 0</inkml:trace>
  <inkml:trace contextRef="#ctx0" brushRef="#br0" timeOffset="-200882.36">20449 16851 1727 0,'-8'-8'0'0,"2"1"0"0,0 4 0 0,3 2 0 0,-2 1 0 0,3 0 0 0,2 8 0 0,-1 14 598 0,1 4-279 0,0 10-140 0,0 3 264 16,0 4-207 0,0 0-98-16,0 7-50 0,0 0-302 0,0 4 126 0,0 4 73 15,0-12-304-15,0 0 178 0,2-4 91 0,4-3 44 32,2-7-697-17,1 1 373-15,2-15 56 0</inkml:trace>
  <inkml:trace contextRef="#ctx0" brushRef="#br0" timeOffset="-200588.95">21027 17012 1543 0,'-7'0'0'0,"-1"0"0"0,1 0 0 0,-2 2 0 0,3 8 600 0,-2 8-282 16,0 3-140-16,2 3-70 0,1 4 313 0,1 6-183 15,4-3-105-15,0 1-47 0,4-3 220 0,8 0-306 63,6-5 0-63,1 1 0 0,1-14 0 0,2-3 0 0,1-6 0 0,0-2 0 0,2-2 0 0,-1-9 0 0,-2-11-96 0,-4-3 2 0,-4-4 66 0,-3-2-6 0,-1-6-81 0,-10 6 8 31,0-1 41-31,0-2-18 0,-13 3 74 0,-4 2 0 0,-6 2-37 0,-3 6 184 0,-3 9-87 16,-4 4-30-16,-2 6-26 0,2 2 113 46,2 0-60-46,6 3 4 0,3 12-362 0,8 1 158 0,3 5 73 0,8 1 43 0,3 3-904 0,0-2 457 0</inkml:trace>
  <inkml:trace contextRef="#ctx0" brushRef="#br0" timeOffset="-198906.08">21671 16816 1289 0,'-6'0'0'0,"-1"0"0"0,1 0 0 0,-2 0 0 0,2 0 0 0,-6 10 0 0,2 4 0 0,-1 5 0 0,-5 9 417 0,2 7-190 0,-2 8-95 0,-2 4 210 15,4 1-157-15,3 0-74 16,5-4 138-16,0-3-105 0,6-3-54 0,0 1-16 0,4-14-11 0,11-4 0 31,5-1-26-31,2-8 0 0,6 2-125 0,2-9 58 0,2-3 34 0,4-2 0 0,0 0-350 16,-1-2 188-1,4-4 106-15,-6-4-668 0,-1-1 342 0,-3-2 168 0,-2 2-333 0,-1-3 253 16</inkml:trace>
  <inkml:trace contextRef="#ctx0" brushRef="#br0" timeOffset="-198624.68">22076 16840 1764 0,'-3'-5'0'0,"-1"-2"0"0,1 2 0 0,3-2 0 0,0 3 0 0,1 1 0 0,9 2 0 0,7-2 183 0,2 1-73 0,8 0-27 0,1 0 389 16,3 1-218-16,3-1-108 16,3 0 32-16,-1 2-71 0,5 0-25 0,-8-3-10 0,-1 3-212 0,0 0 89 15,-5 0 44-15,3 0 9 16,-10 0 35-16,-4 0 0 0,-2 0 0 0,-6 0 0 16,-5 0-809-16,-1 3 294 0,-2 2 147 0,-5 2-320 15,-9 2 307-15,-8-4 154 0</inkml:trace>
  <inkml:trace contextRef="#ctx0" brushRef="#br0" timeOffset="-198292.34">22177 16791 1160 0,'-13'0'0'0,"3"3"0"0,-1 1 0 0,0 3 0 0,5 4 0 0,4 6 0 0,0 4 497 0,2 6-229 0,0 4-116 0,0 5-48 0,0 3 356 0,4-1-212 15,2 2-105-15,-1 1-53 0,-1 0 37 0,1 3-36 16,-1-8-9-16,-2-5-85 0,0-2 0 0,-1-3 40 15,1-3-201-15,-2-5 109 16,0-10 42-16,0-3 25 0,0-5-176 16,-3 0 100-16,-7 0 17 0,-1-6 42 0,-1-8-133 0,-1-3 63 15,1-6-10-15,-3 3 24 0,1-5 4 0,1-3-9 0,1 4 16 0,-1 0 14 16,4 3 1 0,-1 1-2-16,-1 2 160 0,2 6-71 0,3 3-27 0,-2 4-23 15,2 1 211-15,-1 3-108 0,-4 1-38 16,5 0-33-1,0 10 35-15,0 6-26 0,-2 2 5 0,2 3-158 0,-2 1 77 0,0 1 24 0,-1-2 19 16,1 0-363-16,2 1 172 0,0-4 89 0,-2 1-194 0,5-5 133 16,1-4 31-16,2-3 43 0,0-2-374 0,0-3 208 15,4-2 95-15</inkml:trace>
  <inkml:trace contextRef="#ctx0" brushRef="#br0" timeOffset="-197914.89">22369 16940 1986 0,'1'0'0'0,"2"-4"0"0,-2 3 0 0,1 1 0 0,0 0 0 0,-2 0 0 0,0 6 0 0,0 6 0 0,-2 2 187 16,-2 2-75-16,-3 0-38 0,-2 3 138 0,3-4-88 16,0 1-34-16,-2 0-9 0,5-4 2 15,0-2-46-15,-2 0 0 0,2-1-25 0,2 0 34 0,1-4-9 16,0 0 97-16,0-2-49 0,0 0-24 0,7-2 10 15,3-1 39-15,4 0-36 0,1 0 0 0,-1 0-37 16,3 0-21-16,1 3 30 16,-3 0-8-1,-1 3-1 17,2-1-66-17,-6 4 33-15,1 2 0 0,0 3-34 0,-7 0 28 0,-3 1 1 0,-1 0 38 0,0 2-44 0,-5 1 0 0,-7 2 5 0,-7-5 58 0,-1 1-49 0,-2-2-7 0,-5-1 0 0,-1-5 0 0,-3 5 0 0,2-7 0 0,-2-1 0 47,-2-1-221-47,5-4 47 0,-2 0 87 0,1 0-606 0,8-7 333 0,7-9 161 0,5-6 81 0,7-5-617 31</inkml:trace>
  <inkml:trace contextRef="#ctx0" brushRef="#br0" timeOffset="-197798.83">22331 17002 2353 0,'11'-12'0'0,"-1"5"0"0,2 0 0 16,-2 1 0-16,5 2 0 0,-3 1 0 0,3-2 0 0,-2 3 0 0,0 0 391 0,4 1-177 0,-1-1-88 0,2 2 29 0,2 0-50 15,-3 0-39-15,1 0 1 0,0 0-297 0,1 0 134 16,2 0 76 0,-4 2-834-16,0 3 445 0,0 0 224 0</inkml:trace>
  <inkml:trace contextRef="#ctx0" brushRef="#br0" timeOffset="-197282.97">22861 16794 1562 0,'-3'-3'0'0,"-1"3"0"0,3 0 0 0,-2 0 0 0,1 3 0 0,1 8 0 0,-2 7 0 0,3 3 668 0,-3 6-315 16,3 3-158-16,0 5-79 0,0 3 362 0,0 3-211 15,0-3-119-15,0 0-4 0,3-2-144 0,1-2 0 16,1-4 0-16,0 3 0 0,0-12 0 0,-2-1 0 15,0-6 0-15,-1-3 0 16,-1-2 0-16,-1-2 0 0,0-6-85 0,0-1-66 16,0 0 66-16,0 0 56 0,0 0-656 0,0-3 314 31,0-7 172-31,0-7-455 0,0-2 308 0,2-5 155 0</inkml:trace>
  <inkml:trace contextRef="#ctx0" brushRef="#br0" timeOffset="-197070.9">22986 16895 1340 0,'2'-7'0'0,"4"2"0"0,0-2 0 0,1 2 0 0,1 4 0 0,4 0 0 0,0 1 619 0,0 0-291 0,4 0-145 0,2 10 157 16,0 3-152-16,5 2-66 0,-7 2-47 15,4 0 197-15,-3 3-118 0,0 2-58 0,-3-1-30 0,-1 6 10 0,-9-5-39 16,-2 4-2-16,-2 1-146 0,-9-1 72 16,-11 3 39-16,-4 0 8 0,-4-7-25 15,-8-2 27-15,0-4 0 0,-1-2-145 0,-1-3 55 16,-4-1 50-16,12-6-14 0,3-4-163 0,6 0 77 15,6 0 56-15,9-10 12 16,6-6-553-16,1-4 293 0,21-6 143 0,6-3-595 0,8-5 369 0</inkml:trace>
  <inkml:trace contextRef="#ctx0" brushRef="#br0" timeOffset="-196877.08">23366 16883 2677 0,'0'-7'0'0,"0"0"0"0,0 2 0 0,0 3 0 0,0 0 0 0,-12 2 0 0,-1 2 0 0,-6 12 480 0,0 4-221 15,-2 5-111-15,1 1 219 0,2 5-367 16,0 5 0-16,7-4 0 0,6 2 0 0,3 1 0 16,2 0 0-16,2 4 0 0,12-7 0 0,9-2 0 15,4-2 0-15,4-6 0 0,3-1 0 0,2-4 0 16,-3-6-271-16,-2-6-149 0,-2-1 212 0,0-2-20 16,-4 0-573-16,3-2 373 0,-11-5 200 0,-2-6 96 15,-2-4-494-15</inkml:trace>
  <inkml:trace contextRef="#ctx0" brushRef="#br0" timeOffset="-196630.07">23692 16892 1394 0,'-3'-11'0'0,"0"0"0"0,1 5 0 0,0 1 0 0,0 0 0 0,0 5 915 0,2 0-439 0,0 2-219 0,-1 11-110 0,1 5-55 16,-3 6-18-16,2 1-10 0,-1 6 448 15,-1 3-512-15,0 1 0 0,-1 6 0 0,1 2 0 16,1-7 0-16,2 3 0 0,-2 0 0 0,2-1 0 31,0-3 0-31,0 6 0 0,0-13 0 0,2-5-153 0,0-4-41 16,6-5-383-16,-3-6 255 0,0-1 134 0,-3-7 79 15,4 0-663 17,-3-4 367-32,2-11 184 15</inkml:trace>
  <inkml:trace contextRef="#ctx0" brushRef="#br0" timeOffset="-196389.43">23908 16905 1188 0,'2'-7'0'0,"5"0"0"0,1 3 0 0,0 0 0 0,3 4 155 0,-2 0-59 16,3 0-29-16,6 0 540 0,-3 8-290 15,1 4-140-15,1 4-70 0,1 6 451 0,-3 2-261 0,3 5-120 0,-3 1-75 16,-4 1-19-16,-2 1-83 15,-1 3 0-15,-4 1 0 0,-2 5 0 0,-2-6 0 0,0-1 0 0,-12-3 0 16,-5 1 0-16,-6-3 0 16,-3 2 0-16,-3-10 0 0,-1-3 0 0,-6-1 0 15,-1-4 0-15,-4 0 0 0,-8 0 0 0,9-6 0 16,-2-1-168-16,9-3-265 0,6-3 194 16,9 0-760-16,1 0 472 0,16 0 249 0</inkml:trace>
  <inkml:trace contextRef="#ctx0" brushRef="#br0" timeOffset="-189503.28">21292 17580 1434 0,'0'0'-233'0,"0"0"233"0,-20-6 233 0,6 5-233 0,3 1 0 0,3 0 0 0,2 0 0 0,4 0 0 0,-1 0 297 0,3 0-135 0,0 0-61 15,14 0 191-15,7 0-126 0,10 4-64 0,11-1 289 16,0 0-181 0,12 0-85-16,6 2-43 0,10 1 75 0,4-2-60 0,18 3-18 0,-2 0-11 0,15-3-70 15,9-4 0 1,10 0 41-16,9 0 0 0,15-13-71 0,-25-5 31 0,0 0-1 0,-3-2-145 0,-6 2 92 31,-13 3 48-31,3 4-268 0,-33 7 110 0,-7 4 81 0,-4 0-2 0,-5 0 27 16,-5 3-3-16,-3 1-15 0,-19 2 15 0,-8-2 82 15,-6-1-33-15,-6-1 0 0,-7 0 80 0,2-2-62 16,-3 0-14-16,0 0 1 0,-5 0 60 0,-4-11-37 16,0-2 6-16,2 1-489 15,3 0 227-15,-3 0 107 0,7 0 52 0</inkml:trace>
  <inkml:trace contextRef="#ctx0" brushRef="#br0" timeOffset="-188893.15">25364 17140 966 0,'-8'0'0'0,"-3"-2"0"0,3 1 0 0,-4 1 0 0,5 0 0 0,-3 3 394 0,-1 9-178 15,-2 5-81-15,3 2 323 0,0 5-211 16,2 2-104-16,1 1-53 0,4 2 138 0,3 1-86 0,0-1-57 16,4-5 8-16,12-2-28 0,5-3 0 0,6-5-27 15,2-3-63-15,1-7 27 16,-30-4-3344-16,29 0 6686 0,1 0-3307 0,-2-5-131 0,-3-12 66 16,2-2 41-16,-9-3-142 0,-2-2 66 0,-6-5 46 0,-5-3-67 0,-3 3 44 15,0-5 0-15,-2 4 2 0,-9 3 71 0,-8-3 0 16,-5 5-69-16,-4 2 20 15,-7 1 212-15,0 10-99 0,-3 10-38 0,0 0-29 16,1 2 178-16,1 7-92 0,0 7-13 0,14 7-56 16,8-2-10-16,7 2 0 15,5 3 1-15,5-2-611 32,20-1 294-32,8-6 133 0,9-1-428 0,7-7 275 0,4-1 93 0</inkml:trace>
  <inkml:trace contextRef="#ctx0" brushRef="#br0" timeOffset="-188719.27">25954 16967 2403 0,'-23'0'0'16,"0"3"0"-16,-1 5 0 0,3 6 0 0,-3 6 0 0,5 4 0 0,2 5 0 0,6 3 380 0,3 4-172 0,8 0-85 0,0 5 238 0,8-10-167 0,11 0-78 16,4-4-485-16,5-5 203 0,2-2 101 0,4 0 61 15,-3-12-386-15,0-3 214 0,0-3 106 16,-2-2 54-1,-4 0-820-15</inkml:trace>
  <inkml:trace contextRef="#ctx0" brushRef="#br0" timeOffset="-188502.57">26169 17002 2285 0,'0'-12'0'0,"0"0"0"0,0 4 0 0,0 4 0 0,2 3 0 0,7-1 0 0,2 2 0 0,5 0 0 0,1 7 273 0,0 6-118 0,1 2-59 16,3 1 37-16,-4 1-48 0,1 7-14 0,-7 0-10 0,0-2-105 0,-7 2 41 15,-3 3-1-15,-1-3 41 16,-1 6-25-16,-14-9-9 0,-3 0 34 0,-6-1-29 16,-4-5 1-16,-3-3 28 0,-3-2 9 0,7-8-282 15,3-2 127-15,2 0 27 0,6-5-480 0,4-14 247 47,7-2 131-47,5-7 75 0,7-6-574 0</inkml:trace>
  <inkml:trace contextRef="#ctx0" brushRef="#br0" timeOffset="-188363.9">26518 16907 1977 0,'0'4'0'15,"0"0"0"-15,0 5 0 0,0 2 0 0,-4 5 0 0,-4 7 0 0,-3 4 0 0,0 3 842 0,2 2-408 0,4 1-198 0,2-2 74 16,3-2-178-16,0 1-132 0,4-1-1 0,12-12-58 16,3-1 47-16,6-6 25 0,0-3-734 0,6-7 380 15,1 0 198-15,-3 0 85 0,2-11-939 0,-5-5 483 0</inkml:trace>
  <inkml:trace contextRef="#ctx0" brushRef="#br0" timeOffset="-188193.85">26861 16840 1412 0,'5'-8'0'0,"1"0"0"0,1 4 0 0,8 4 0 0,-1 0 0 0,1 4 688 0,0 15-326 0,2 7-162 0,1 5 405 16,-4 5-284-16,3 5-132 15,-8 1-81-15,-2 5-62 0,-6 7-46 0,-1 0 0 16,-5 3 0-16,-11 7-38 0,-7-12-3 0,-3-1 40 47,-4-6-726-47,-4-2 383 0,-6-3 190 0</inkml:trace>
  <inkml:trace contextRef="#ctx0" brushRef="#br0" timeOffset="-186411.3">12371 17660 1859 0,'-8'0'0'0,"1"0"0"0,3 3 0 0,4 1 0 0,0 1 0 0,3 2 0 0,17-5 0 0,6-2 587 0,12 0-263 15,4 0-148-15,8-4-68 0,0-8 233 31,4 0-151-31,2-2-75 0,2-1-100 0,-10 3-9 0,-6 2 33 0,-6 2 1 0,-5 2-138 16,-9 1 69-16,-2 2 43 0,-12 1-444 0,-6 2 234 0,-2 0 118 16,0 0 58-16,-3 0-731 15,-7 5 346-15,-5 2 187 16,-4 1 90-16,-1-2-334 0,-2 2 211 0,-3-4 106 0</inkml:trace>
  <inkml:trace contextRef="#ctx0" brushRef="#br0" timeOffset="-186209.83">12508 17586 1569 0,'-12'2'0'0,"1"1"0"0,1 4 0 0,3 3 0 0,-2 3 0 0,8 4 0 0,1 5 277 0,0 5-119 16,0 6 412-16,7 6-266 0,0 10-122 15,-1 4-76-15,1 1 112 0,-3 5-89 0,2 1-45 16,-5 1 0-16,1 4-143 0,0-11 44 0,-2-6 28 16,0-2-1-16,0-5-420 15,0-7 224-15,0 0 122 0,0-15-480 0,0-7 239 31,0-8 158-31,0-4-493 0,0 0 300 0,0-7 139 16,0-11 85-16</inkml:trace>
  <inkml:trace contextRef="#ctx0" brushRef="#br0" timeOffset="-185589.21">12773 17663 1342 0,'0'0'0'0,"0"-1"0"0,0-1 0 0,0 2 0 0,0 0 0 0,-5 0 0 0,-3 3 0 0,1 11 429 16,-3 3-196-16,0 4-87 0,0 0 124 15,-1 2-115-15,2 4-59 0,2-2-93 0,-2-1 0 0,1 2 45 16,2-2-9-16,3-5-111 16,0-3 56-16,1 0 27 0,0-4 0 0,1-1-31 0,1-8 24 0,0 0 0 31,0-3 35-31,0 0-112 0,0 0 4 0,-2 0 39 0,2-3-70 0,0-7 47 16,0-1 8-16,0-1-20 15,2-3 18-15,7 3 4 0,4-4 23 0,-1 3 55 16,6-2-25-16,1 3 0 0,2 0-27 0,2 2 41 47,-1 1 4-47,2 5-40 0,-1-2-1 0,0 4 46 0,3 1 4 0,-4 1-43 0,-3 1 64 0,-4 9-29 0,-1 4 19 0,-7 3 54 0,0 0-35 0,-5 0-28 0,-2 2 12 0,-2-1 98 15,-11 0-56-15,-2-1-32 0,-1 1 22 16,0-5-44-16,-4-3 2 0,1-1-2 16,2-5 0-16,0 0-40 0,0-1 10 0,3-3 30 0,2 0-148 0,2 0 72 15,2-2 30-15,2-3 0 0,1 1-84 16,3-2 51-16,2 1 7 15,0 2-45-15,0 0 27 0,0 1 0 0,2 0 12 0,4 2 110 16,2 0-46-16,1 10 1 0,1 2-41 0,-1 5 64 16,-1 2-25-16,3 3 2 0,-3 0 74 0,0 4-46 15,0 0-12-15,1-1-1 0,-3 4 14 0,0-4-37 0,1-2 17 16,-3-2-41-16,-1 0 9 0,2-1 33 16,-4-5-11-1,1-4-64-15,-2-2 30 0,0-1 0 0,0-3 15 0,0 4-47 16,-2-7 20-16,-4 1 0 0,-1-1-42 0,-5-1 33 15,1-1-15-15,-2 1-88 0,0-1 55 0,-1 0 33 16,-2-1 5-16,-1-5-150 0,-1-3 71 0,-3-5 35 16,0 0 13-16,0-2-60 0,2-3 45 0,-1 2 1 15,5 3 47-15,-6-3 47 16,9 6-18-16,1 2-1 0,2 4 219 0,2-1-125 16,3 3-60-16,-1 0 214 0,5 3-122 0,0 0-34 0,0 12-41 0,0 0 21 15,3 5-42-15,3-1 58 0,2 2-46 0,3 2-430 16,0-6 206-16,2 3 100 15,0-4 53-15,3 1-632 0,0-5 320 0,1-5 157 0</inkml:trace>
  <inkml:trace contextRef="#ctx0" brushRef="#br0" timeOffset="-185430.73">13066 18108 2549 0,'1'0'0'0,"2"2"0"0,0-2 0 15,0 6 0-15,1 1 0 0,0 3 0 0,-1 1 0 0,2 3 0 0,1 5 0 0,-1-1 350 0,-1 3-146 0,1 1-87 0,1-2-40 0,-1-1-415 16,3-2 188-16,-1-3 94 0,-2 0 57 16,2-6-831-16,-1-3 414 0,1-5 208 0</inkml:trace>
  <inkml:trace contextRef="#ctx0" brushRef="#br0" timeOffset="-185262.04">13214 17957 1567 0,'1'-9'0'0,"1"-2"0"0,-1 3 0 0,7-1 0 0,0 3 0 0,3-1 492 0,4 2-227 0,4 0-114 0,4 2 199 0,7-1-146 0,-2 1-88 0,3 2-39 0,3 0 97 0,2-1-68 15,-2 2-34 1,2 0 9-16,-5 0-510 0,-4 0 234 0,-3 0 116 0,-2 0-673 0,-6 2 396 16,0 3 206-16,-10 1 8 0,-6 4-523 0,0 1 314 0</inkml:trace>
  <inkml:trace contextRef="#ctx0" brushRef="#br0" timeOffset="-184879.76">13406 18034 1164 0,'-18'8'0'0,"4"2"0"0,-2 4 0 0,8-5 0 0,5 2 0 0,-2 2 0 0,5 4 0 0,-2 1 190 15,2 1-81-15,0 1-36 0,0 1 1 0,0 0 83 0,2 2-59 16,-2 1-20-16,2-2-10 16,-2 0-2-16,0-3 1 0,0 0-29 0,0-2-45 15,-2-1 55-15,-2-8-10 0,3-3-27 0,-1-4-1 16,2-1 29-16,0 0-1 0,0-3-136 0,0-12 57 15,2-6 38-15,8-4-1 0,-2-5-134 0,4-2 59 16,3-7 48-16,-3 3-5 0,2-3-354 0,1-4 157 16,-2-1 100-16,1-2-58 0,0-7 67 15,-1 5 47-15,-4-1 128 0,0-4-45 16,-1 1 1-16,-3 2-45 0,-2-3 372 0,-3 19-182 0,0 7-95 16,0 9-45-16,-6 10 315 0,-1 8-122 15,-2 0-98-15,3 1 39 0,1 23 373 0,1 6-241 16,2 7-119-16,2 9 267 0,0 9-184 15,0 3-107-15,2 5-110 0,6 3-25 0,4 1 0 16,0-4 0-16,3 10 0 0,4-14 0 16,0-3 0-16,2-4 0 0,2-3-178 0,-1-6 10 0,1 2 113 0,-7-18 41 15,-1-3-243-15,-1-7 60 0,-6-8 93 0,4-1-401 16,-7-8 239-16,0 0 113 0,0-8-350 16,-1-7 233-16,2-11 116 0,-3-4 48 15</inkml:trace>
  <inkml:trace contextRef="#ctx0" brushRef="#br0" timeOffset="-184754.92">13760 17657 2015 0,'-4'-18'0'16,"-3"5"0"-16,1 6 0 0,0 0 0 0,3 7 0 0,3 0 0 0,0 7 0 0,0 7 0 0,0 5 548 0,3 3-246 0,3-2-136 0,4 4-64 0,1-2-35 0,4 4 1 16,-1-2-30-16,5 3-649 0,-2-6 319 15</inkml:trace>
  <inkml:trace contextRef="#ctx0" brushRef="#br0" timeOffset="-184599">14109 17948 1752 0,'-5'0'0'15,"-2"-3"0"-15,5 2 0 0,2-1 0 0,0 1 0 0,0-2 0 0,0 3 582 0,4 0-264 0,8 0-145 0,4 0-68 0,2 0-192 16,5 0 62-16,2 0 40 0,1 4-336 0,0-1 179 0,2 0 89 15</inkml:trace>
  <inkml:trace contextRef="#ctx0" brushRef="#br0" timeOffset="-184465.57">14190 18206 1691 0,'-17'0'0'0,"3"5"0"0,3-4 0 0,3 1 0 0,4 0 195 0,1 1-70 0,3 0-49 15,1-2 517-15,13 1-278 16,10-1-140-16,5-1-69 0,6 0 194 0,-1 0-137 0,5 0-63 0,1 0-32 15,1 0-759-15,0-3 363 0,3 2 191 0</inkml:trace>
  <inkml:trace contextRef="#ctx0" brushRef="#br0" timeOffset="-183604.79">14896 18136 1223 0,'2'0'0'0,"0"0"0"0,0 0 0 0,3 3 0 0,2-2 0 0,3 1 0 0,1 3 0 0,3 1 456 0,5-1-209 15,4 0-104-15,5-2 262 0,0-2-188 16,2-1-89-16,4 0-45 0,-4 0 101 0,-1-1-72 0,4-7-27 0,-8-1-10 16,-4-1 25-1,-3-2-30 32,-4-3 0-47,-2 1-32 0,0-3-28 0,-9 0-10 0,-2-5 39 0,-1 3-36 0,0-1 1 0,-9 0 35 0,-6-3-57 0,-3 7 23 0,-4-1 1 0,-2 3 33 16,-2-2-116-16,-3 2 56 0,1 3 2 0,1 4-1 0,-6 4 99 0,4 3-33 0,-1 0-11 0,-3 11 110 15,9 12-145 1,1 2 0-16,3 7 0 0,5 6 0 0,5 3 0 0,2 3 0 0,8-4 0 0,0 2 0 16,5 2 0-16,10 3 0 15,8 3 0-15,6 5 0 0,3-11 0 0,5-5 0 16,5-3 0-16,6-11 0 0,5-4 0 31,6-3 0-31,-8-12 0 0,2-6 0 0,-6 0 0 0,-6-9 0 0,-3-2-103 0,5-2-72 0,-12-1-877 0,1 3 506 16,-8 2 254-16</inkml:trace>
  <inkml:trace contextRef="#ctx0" brushRef="#br0" timeOffset="-182930.32">15847 17488 901 0,'-2'-7'0'0,"1"0"0"0,-1 2 0 0,2 2 0 0,0-1 0 0,0 4 0 0,0 0 344 0,0 5-153 15,0 9-76 1,2 3-29-16,-1 2 287 0,2 5-167 0,0 2-85 0,1 5-41 0,-1 2 80 0,1 7-52 0,-2-5-40 15,-1 4-85-15,1-1 28 0,-1 3 0 16,-1-3-295-16,0 6 170 0,0-8 71 16,0-1 41-16,0-6-449 0,0-3 199 0,0-6 132 0,0-1-20 0,-1-11-453 0</inkml:trace>
  <inkml:trace contextRef="#ctx0" brushRef="#br0" timeOffset="-182744.35">16001 17795 2272 0,'0'0'0'0,"0"0"0"0,0 0 0 16,0 0 0-16,0 0 0 0,0 0 0 0,0 7 0 0,0 3 0 0,0 2 298 0,2 5-131 0,-1 3-42 0,2-3-48 0,2 2 0 0,-1 3-39 15,1-3-320-15,0 2 160 32,1-3 89-32,-1-4 31 0,0-2-568 0,0-2 304 0,-1-3 151 0,-1-7 77 15,2 0-633-15,-4 0 321 0,2-2 156 0,-1-15-31 0</inkml:trace>
  <inkml:trace contextRef="#ctx0" brushRef="#br0" timeOffset="-182404.38">16118 17680 494 0,'5'-15'0'15,"1"2"0"-15,0 3 0 0,0 4 0 0,0 3 0 0,1 1 416 0,-1 2-193 0,1 2-93 0,1 10 231 0,-1 3-162 16,-3 2-80-16,3 4 51 0,-1 3-71 0,-5-1-30 16,3 3 0-16,-3 1 10 15,1-1 1-15,-1 2-33 0,-1-4-9 0,0-3-107 0,0 1 54 0,0-4 26 16,0-3 0-16,0 1-49 0,0-7 33 0,2-5 1 0,1-4-71 15,2 0 29 17,1 0 40-32,3-2-38 0,1-8 25 0,1 1-23 0,2-1 41 0,0 1 36 0,4-1-40 0,-4 3-5 0,2 2 4 15,-1 0 87-15,0 2-40 0,0 1-12 0,0 0 0 16,-3 2 13-16,-1 0 0 0,-3 0-16 0,-1 0 24 16,-1 6-25-16,1-2-2 0,-4 0 5 0,1 1-34 0,-2-2 2 15,3-1 24-15,0 0-27 16,2-2 26-16,-1 0-1 15,3 0-8-15,3 0-4 0,-2 0 9 0,3 0-5 0,1 0 4 0,0 0 105 0,0 0-49 16,-1 0-26-16,-1 0 91 0,-1 0-53 16,1 8-11-16,-3-1-143 0,0 2 56 0,-2 1 24 0,-1 2 13 15,-2-2-581-15,0 2 276 0,-1 0 142 16,-1-2 53-16,1-1-416 0</inkml:trace>
  <inkml:trace contextRef="#ctx0" brushRef="#br0" timeOffset="-182042.52">15931 18064 1040 0,'0'0'0'15,"0"0"0"-15,0 0 0 0,0 2 0 0,0 1 0 0,1 3 248 0,2 2-105 125,1 2-43-125,0 2-36 0,0 2 67 0,0 0-47 0,0 2-23 0,-3 4 27 0,-1 1-16 0,0 0-10 0,-6-2-32 0,-4-1 7 0,-2 0 1 0,-4-2-1 0,-1-1-181 0,0-4 86 0,1-5 48 0,2-5 23 0,2-1-399 0,3 0 178 0,2-3 110 0,7-12 5 0,0-5-212 0</inkml:trace>
  <inkml:trace contextRef="#ctx0" brushRef="#br0" timeOffset="-181926.06">16062 18034 2370 0,'1'0'0'0,"1"6"0"16,0-2 0-16,-2 4 0 0,2 4 0 0,-2 3 0 0,0 4 0 0,1 5 0 0,0 1 274 0,3 2-118 0,3 1 307 0,2-1-213 0,5-1-106 15,0 0-44-15,5-8-280 0,0-2 108 16,3-4 55-16,-1-4 27 0,3-6-689 0,2-1 368 16,-2-1 169-16,-4-3 90 0,-1-9-921 0</inkml:trace>
  <inkml:trace contextRef="#ctx0" brushRef="#br0" timeOffset="-181599.66">16255 18129 2026 0,'-6'-2'0'0,"0"-1"0"0,1 2 0 0,3 0 0 0,2-2 0 0,0 3 0 0,2 0 221 0,6 0-92 0,4 0-36 0,2 0 40 0,1 0-48 16,3 0-24-16,2 0 0 0,-1 0-559 0,3 0 277 15,-4 0 125-15,0 0 66 0,-2 0-736 0,0 0 364 16,0-3 182 0,-2-1-91-16,-5 2 160 0,-1-3 75 0,-3 1 38 0,-2-2 38 15,2 3 0-15,-5-4 0 0,0 3 97 0,0-3-85 16,0 2-25-16,-3 0 0 0,-1-2 478 0,-1 4-246 15,4 0-94-15,-1 1-76 0,2 1 499 0,0-2-255 16,0 2-119-16,0 1 54 0,2 0-96 16,4 1-47-16,1 8-21 0,-2 1 0 15,2 2-17-15,-4 4-9 0,0 0-65 0,-1 3 33 16,-2 1 0-16,0-1 31 16,-2 3-103-16,-8-4 47 0,-3 1 28 0,-2-1 1 0,-3-1-224 0,1-3 117 15,-5 1 22-15,3-5-314 0,4-5 160 16,-2-1 99-16,6-4-305 0,0 0 198 0,5 0 91 0</inkml:trace>
  <inkml:trace contextRef="#ctx0" brushRef="#br0" timeOffset="-181351.97">16632 18124 880 0,'2'7'0'0,"-1"1"0"0,2-3 0 0,-1 4 0 0,-1 2 0 0,3-1 0 0,-1 4 658 0,1-3-314 0,1 4-154 0,0-3-76 16,2 2 334-16,3-2-206 0,2 1-92 0,1-5-45 15,2-2-34 17,3-3 0-32,-2-1-181 0,6-2 83 0,-4 0 27 0,0-3 0 0,-4-7-120 0,0-3 79 0,-4-2 39 0,-2-2 10 0,-7 3-11 0,-1-1-21 15,0 0 23-15,-9 3-80 16,-6 0 138-16,-2 3-49 0,-4 4-18 0,0 2 80 16,-1 2-36-16,1 1 11 0,3 0-221 0,0 0 90 15,4 0 43-15,1 1 22 0,6 5-581 0,0-2 278 16,6 3 144-16,-1-2 57 0</inkml:trace>
  <inkml:trace contextRef="#ctx1" brushRef="#br0" timeOffset="-83937">30757 16780 0</inkml:trace>
  <inkml:trace contextRef="#ctx0" brushRef="#br0" timeOffset="-166462.22">21730 10577 1411 0,'-17'-8'0'0,"1"2"0"0,2 2 0 0,3 0 0 0,3 3 0 0,1 0 0 0,4-1 453 0,3 2-207 0,0 0-104 16,0 0 171-16,7-2-137 0,7 0-60 0,6 1-43 15,4-1 204-15,4 0-119 0,4-1-60 0,4 1 23 0,3 0-32 16,1 2-9-16,0 0-42 0,4 0 102 78,2 0-140-78,9 0 0 0,1 4 0 0,8 1 0 0,6-2 0 0,6 3 0 0,5-4 0 16,14 1 0-16,-10-3 0 0,9 0 0 0,6 0 0 0,4 0 0 0,3-3 0 0,14-3 0 0,-13-1 0 0,10-1 0 0,5-4 0 0,-1 4 0 0,4 1 0 0,17-2 0 0,-18 4 0 15,-2-3 0-15,6-1 0 0,4 3 0 0,1 0 0 32,5-3 0-32,-29 5 0 0,1 0 0 0,1 3 0 0,-5-1 0 0,-8 2 0 0,5 0 0 0,-24 0 0 15,2 0 0-15,-5 0 0 0,-3 5 0 0,-11 1 0 0,4 0 0 16,-23 0 0-16,-1-1 0 0,-3-1 0 0,-5 1 0 16,-1 1 0-16,0 0 0 0,-13-4 0 15,-1-1 0-15,-6 1 0 16,-1 0 0 46,-4-2 0-62,-2 2 0 0,-4-2 0 0,-1 0 0 0,-2 0 0 0,0 0 0 0,0 0 0 0,0 0 0 0,0 0 0 0,0 0 0 0,0 0 0 0,0 0 0 0,0 0 0 0,0 0 0 0,0 0 0 0,0 0 0 0,0 0 0 0,0 0 0 0,0 0 0 16,0 0 0-16,0 0 0 0,0 0 0 16,0 0 0-16,0 0 0 0,-2 0 0 31,-3 0 0-16,1 0 0-15,-2-2 0 0,-4 0-26 0,0 0-98 0</inkml:trace>
  <inkml:trace contextRef="#ctx0" brushRef="#br0" timeOffset="-162963.34">25942 10442 1163 0,'-8'-7'0'0,"2"2"0"0,-2 0 0 0,5 2 0 0,-4-1 0 0,5 4 0 0,-3-3 200 0,5 2-82 0,-1 1-40 0,1 0 78 0,0 0-50 0,0 0-39 0,0 0 174 0,0 0-101 0,0 0-52 0,0 0-25 0,0 0 121 0,0 0-78 0,1 0-35 0,4 4 1 0,0 0 80 0,2 2-58 0,1-2-19 0,0 1 53 0,2 0-46 0,2 0 0 16,3 0-45-16,0-2 62 0,5 2-21 15,0-1-10-15,3-1 19 0,2 0-24 0,4 0-30 16,4 0-33-16,6-3 0 0,1 2 0 16,2 0 0-16,4-1 0 0,2 1 0 0,1-2 0 0,5 4 0 46,-13-3 0-46,-2 1 0 0,-2 1 0 0,-4-1 0 0,-6-1 0 94,3 1 0-94,-11-2 0 0,-7 0 0 0,-3 0 0 0,-5 0 0 0,3 0 0 0,-7 0 0 0,0 0 0 0,0 0 0 0,0 0 0 0,-4 0 0 0,1 0 0 0,1 0 0 0,-1 0 0 0,0 0 0 0,0 0 0 0,0 0 0 0,0 0 0 0,2 0 0 0,1 0 0 0,-2 0 0 0,2 0 0 0,-1 0 0 16,1 0 0-16,0 0 0 0,0 0 0 0,-1 0 0 0,-1 0 0 0,1 0 0 0,-1 0 0 0,-1 0 0 0,0 0 0 0,-4 0 0 15,2 0 0-15,-3 2 0 0,0 3-1301 0</inkml:trace>
  <inkml:trace contextRef="#ctx0" brushRef="#br0" timeOffset="-160485.36">17314 18059 1676 0,'0'0'0'0,"0"0"0"0,0 0 0 0,0 0 0 0,2 0 0 0,-1 0 0 0,5 0 204 0,-1 0-84 0,3 0-42 0,3 0 60 0,6 0-55 0,3 0-23 0,4-2-1 0,8 2 145 0,5 0-83 16,7 0-34-16,3 0 116 0,1 0-83 0,7 0-42 0,-1 0 0 31,1 0 0-15,7 3 9-16,-10 1-50 0,1-1-1 0,1-1-32 0,-1 3 32 0,-3-3 1 0,4 3 8 0,-10-3-40 0,-7 0-1 156,-1 1 32-156,-4-1-116 0,-3 0 58 16,1-1 38-16,-10 1-135 0,-4-2 68 0,-3 0 33 0,-3 0-7 0,-4 0-53 0,1 0 28 0,-7 0 23 0,0 0-5 0,0 0-85 0,0 0 43 0,-7 0 26 0,-1 0-32 0,-1-2 24 0,-3-3 0 0,-2-2 16 0,3 1-465 0,-2 0 234 0,-2-3 108 0,4 3-467 0,0 0 297 0</inkml:trace>
  <inkml:trace contextRef="#ctx0" brushRef="#br0" timeOffset="-160242.93">17809 18154 972 0,'-12'0'0'0,"4"0"0"0,-1-1 0 0,1-1 0 0,2 0 0 0,0 0 130 0,-2 2-38 0,5 0-33 0,-1 0 322 0,3 0-172 0,1 0-87 0</inkml:trace>
  <inkml:trace contextRef="#ctx0" brushRef="#br0" timeOffset="-160028.8">17744 18147 2044 0,'0'0'144'0,"0"0"-58"0,1 2-25 0,6 3 0 140,2 1 18-140,5 1 1 0,-1 1-35 0,1 2-74 0,3-1 32 0,0-1 1 0,-2 4 32 16,1-1-81-16,-2 0 49 0,-1 1-9 0,-3 0 5 0,-2 1-1 0,-1 0-15 0,-4 0 41 0,1 3 11 0,-4 1-19 0,0-2-19 0,-9 1 15 0,-5 0 106 0,-6-2-51 0,-3 3-19 0,-1-7 20 0,-3-1-16 0,1-4-1 0,-4-2-6 0,2-1-175 0,-3-2 88 0,8 0 31 0,0-2-150 0,7-8 89 0,0-2 39 0,9 0 24 0,2-1-460 0,5-3 225 0,1 1 75 0,14-2 66 0,8 2-463 0</inkml:trace>
  <inkml:trace contextRef="#ctx0" brushRef="#br0" timeOffset="-159918.04">18080 18178 1434 0,'1'0'0'0,"2"0"0"0,-2 0 0 0,-1 0 0 0,0 0 0 0,0 0 0 0,0 0 0 0,0 0 641 0,-1 0-306 0,-7 6-150 0,-1 2 342 0,-1 2-245 0,1 3-123 0,-2 3-52 0,2 0 119 0,2 2-191 0,0-1-35 0,4 4 0 0,3-2 0 0,0 4 0 0,0-3 0 0,9 0 0 0,7-2 0 0,5-4 0 0,3 0 0 0,7-3 0 0,-2-5 0 0,6-5 0 0,-1-1-807 0,2 0 306 0,0-7 236 0,4-3 93 0</inkml:trace>
  <inkml:trace contextRef="#ctx0" brushRef="#br0" timeOffset="-158746.87">17118 17564 1334 0,'-2'0'0'16,"-1"0"0"-16,1 0 0 0,1 0 0 0,1 0 0 0,-2 0 0 0,0 0 0 0,2 3 150 0,0 4-55 0,0 4-9 0,0 1 1 0,-3 3-49 31,3-1 10-31,-1 2 29 0,0 2-39 0,-2-1 1 0,-1 0 0 0,1 0 103 0,0-4-41 16,1-2-37-1,-1-1 1-15,2-3 60 0,-1-2-43 47,2 1-1-31,0-3 108-16,0-3-80 0,0 0-36 0,0 0 87 0,6 0-61 0,4 0-30 0,4 0 10 0,-2 0-15 0,4-2-25 0,-2 1-1 0,1 1 1 0,1 0-59 0,2 0 37 0,-5 0-9 0,1 3 29 0,-3 7-40 0,-1 1 0 0,-4 0 39 0,1 6-34 0,-5-2-10 0,-2 1 14 0,0 3 48 0,-2-2-15 15,-10 0-16-15,1 1-14 0,-7-4-14 0,2-1-4 47,-4-2 28-31,0-4 0-16,1 0-318 0,-5 1 150 0,5-8 76 0,2 0 33 0,-1 0-272 0,2-3 129 0,2-12 80 16,0-6-587-1,6-2 331-15,1-6 160 0</inkml:trace>
  <inkml:trace contextRef="#ctx0" brushRef="#br0" timeOffset="-158610.23">17110 17544 1840 0,'1'-5'0'47,"1"-3"0"-47,-1 3 0 0,1 1 0 0,1 1 0 0,2-1 0 0,0 4 383 0,5-3-162 0,0 0-97 0,3 3 487 0,3 0-287 0,0 0-143 0,4 0-71 0,5 0-94 0,-3 0-10 0,2 0 32 0,2 0 0 0,0 0-830 0,1 3 415 0,0 0 218 0,-3-1-482 0</inkml:trace>
  <inkml:trace contextRef="#ctx0" brushRef="#br0" timeOffset="-158194.71">17395 17604 1345 0,'-5'0'0'0,"-1"0"0"0,3 0 0 0,-1-2 0 0,0 2 168 0,4-1-56 0,0 1-42 0,0 0 521 0,2 0-277 110,10 0-138-110,1 0-69 0,4 5 267 0,-1 4-172 0,1-2-82 0,-2 4-41 0,2 1 94 0,-1 0-73 0,-4 2-100 0,-2-2 0 0,-2 3 0 0,-3 2 0 0,-3-1 0 15,0 5 0-15,-2-4 0 0,-2 3 0 0,-12-2 0 0,-2-1 0 0,-4-1 0 0,-1 0 0 0,0-6 0 0,-2-3 0 0,1-1 0 0,2-6-13 0,1 0-595 0,1-1 281 0,7-11 132 16,4-6-447-16,6-6 302 0,1-2 151 0,0-1-353 0,9-4 243 0,7 2 135 0,4-2 63 16,2 1-94-16,1 1 79 0,1 0 39 0,2 1-10 15,0 5 92-15,-4 1-43 16,1 4 35-16,-3 1 3 109,-2 6 301-109,-2 0-198 0,-7 9-66 0,-4 2 496 0,-4 0-265 0,1 0-148 0,-2 11 639 0,0 2-351 0,-2 8-190 0,-7 0-91 0,-2 3 179 0,2 4-134 0,0-2-67 0,1 6-25 0,1-6 314 0,4 1-394 0,3-1 0 0,0-3 0 0,0 0 0 0,2 3 0 0,9-6 0 0,4-3 0 0,5-4 0 0,1-2 0 0,2-3-523 0,4 1 173 0,-3-8 187 0,-1-1 1 16,0 0-368-16,-3-1 247 0,0-3 122 0,-3-5 52 47</inkml:trace>
  <inkml:trace contextRef="#ctx0" brushRef="#br0" timeOffset="-158035.67">17714 17672 2414 0,'-9'-1'0'0,"1"-3"0"0,4-1 0 0,-1 3 0 0,2 2 0 0,1-4 0 0,2 1 0 0,0 3 0 0,6 0 667 0,7 0-315 0,4 0-157 0,0 0-111 0,2 0-10 31,4 0-36-15,-2 0-1-16,2 0-684 0,0 4 342 0,2-1 181 0,-4-1 75 0,-1 1-328 0,-3 1 208 0,0-1 102 0,-2 2-750 0,1-1 381 0</inkml:trace>
  <inkml:trace contextRef="#ctx0" brushRef="#br0" timeOffset="-157743.96">17892 17520 2499 0,'-8'-8'0'0,"-3"1"0"0,6 1 0 0,0 5 0 0,2-2 0 0,1 3 0 0,0 0 0 0,2 4 0 0,0 9 346 0,0 4-155 140,0 4-76-140,0 2 129 0,0 6-93 0,0 0-62 0,0 0-26 0,0 2-316 0,0 1 145 0,0 0 73 0,0 6-236 0,2-7 149 0,-2-1 80 0,2-5 40 0,1 0-757 0,2-5 382 0,2-2 58 16</inkml:trace>
  <inkml:trace contextRef="#ctx0" brushRef="#br0" timeOffset="-157528.18">18103 17597 1696 0,'0'0'0'0,"-7"0"0"0,3 1 0 0,-3 3 0 0,3 6 0 0,2 2 0 0,2 3 629 0,0 3-296 0,0 4-148 0,0 4 130 0,6 0-143 0,5 0-68 0,5-2-33 0,1 0-83 16,3-2 24-16,3-3 10 31,0-7-335-31,0-5 175 0,-2-4 88 0,1-3 44 0,-3 0-220 0,1-3 141 0,-7-13 34 0,-4 1 40 0,-4-6-160 0,-4-2 74 0,-1 2-3 0,0-3 22 0,-9 1 206 0,-3 0-83 0,-3 4-41 0,-2 2 61 0,-1 2-39 0,0 0-37 0,2 4 241 0,-2 5-115 16,0 2-18-16,0 4-42 0,1-3-47 0,4 3-6 109,1 0 56-109,4 7-25 0,2 3-434 0,3 2 206 0,3-2 90 0,0 4 55 0,2-2-628 0,9-3 320 0,5-1 161 0</inkml:trace>
  <inkml:trace contextRef="#ctx0" brushRef="#br0" timeOffset="-157412.62">18497 17544 1581 0,'-7'-3'-1'0,"0"-1"0"0,0 0 0 0,-2 3 1 0,1 1-1 0,-1 0 175 0,-3 5-69 0,0 8-34 31,0 2 575-31,1 5-309 0,3 1-150 0,1 4-75 0,3 1 244 0,3 3-159 0,1 1-71 0,0 0-301 0,3-2 106 0,10-2 53 0,3 1 26 0,2-6-611 16,2 4 329-16,0-11 149 0,-1-2-641 0,1-2 379 15,-2-5 124-15,-2-2 111 0</inkml:trace>
  <inkml:trace contextRef="#ctx0" brushRef="#br0" timeOffset="-157182.51">18627 17594 2271 0,'-1'-8'0'0,"-3"2"0"0,2 0 0 0,-1 2 0 0,3 1 0 0,0 1 0 0,0 2 0 0,0 0 296 0,7 2-130 16,3 5-64-16,-1 7 101 0,-1-1-87 0,3 5-40 0,-3 2-95 0,0 1 27 0,-1-1 1 0,-2 5 37 16,-4-2-71-16,-1-2 31 0,0 2 0 0,-1 0 31 15,-11 2-67-15,-3 1 43 0,-5-4-9 16,-3-3-88-16,-2-2 54 0,-2-4-18 15,0-4-320-15,0-4 157 0,5-5 98 0,6 0 31 16,4-4-529-16,7-12 288 0,5-5 142 0,0-4 63 16</inkml:trace>
  <inkml:trace contextRef="#ctx0" brushRef="#br0" timeOffset="-157023.37">18804 17602 1936 0,'0'0'0'0,"0"0"0"0,0 0 0 0,0 2-2 0,-2 0 0 0,-1 4-1 0,-2 1 1 0,-1 2 481 0,0 3-212 0,1 1-121 0,-2 5 456 16,3-2-282-16,3 3-142 0,1 5-166 0,0-5-12 16,0 3 0-16,5-3 0 15,10 2-347-15,-1-5 72 0,5 1 165 0,1-6 68 0,0-5-784 0,2-1 382 16,0-5 228-16,-2 0-27 0,5 0-214 0</inkml:trace>
  <inkml:trace contextRef="#ctx0" brushRef="#br0" timeOffset="-156858.14">19020 17615 2047 0,'-3'-11'0'0,"3"4"0"0,0-2 0 0,0 1 0 0,0 5 0 0,0 0 0 0,3 2 0 0,6 1 233 0,1 1-98 16,4 10-40-16,-2 5 414 0,4 4-236 0,-4 7-118 0,0-1 134 0,-4 8-126 16,0 3-131-16,-6-1-32 0,0-2-43 0,-2 0-33 15,0 0 56-15,-10-3 29 0,-4 3-634 0,-2-8 326 0,-5-6 168 0,-3-3-397 16</inkml:trace>
  <inkml:trace contextRef="#ctx0" brushRef="#br0" timeOffset="-152829.77">19860 18231 1910 0,'0'0'0'0,"-5"0"0"0,4 0 0 0,-1 0-2 0,2 0-1 0,0 5 1 0,3 0 100 0,9 2-30 0,3-2 183 0,5 0-108 15,5-1-43-15,2-1-38 0,1-2-79 0,1-1 27 16,2 0 0-16,1 0 26 0,0 0-303 15,-5-1 148-15,1-2 77 0,-3-1 40 0,-7-1-684 0</inkml:trace>
  <inkml:trace contextRef="#ctx0" brushRef="#br0" timeOffset="-152640.21">19958 18444 2353 0,'-19'1'0'16,"2"2"0"-16,6 1 0 0,2 0 0 0,7 0 0 0,1 2 0 0,1-2 340 0,1 2-156 0,15-2-74 0,7-2 191 0,5 0-132 0,4-1-66 0,5-1-24 16,-4 2 95-16,1-2-68 0,1 0-94 0,-4 0-12 0,0 0-368 0,3 3 146 47,-9-1 125-47,1-2-880 0,-4 1 507 0</inkml:trace>
  <inkml:trace contextRef="#ctx0" brushRef="#br0" timeOffset="-152128.15">20756 18391 2182 0,'0'0'0'0,"-2"2"0"0,-1 0 0 0,3 1 0 0,0 2 0 0,0 2 0 0,3 0 0 0,10 3 240 0,4-3-102 0,3-1-50 15,5 2 122-15,3-5-86 0,4 0-34 0,-4-1-10 16,4-2-131-16,-1 0 44 0,1-2 0 0,-3-7 44 16,4-2-47-16,-8-3 19 0,-4-2 0 0,-3 0-115 15,-3 1 72-15,-4-3 35 0,0 0-107 16,-8 1 33-16,-3 1 45 16,0 0-36-16,0-2 20 0,-12 0 0 0,-1-3-21 0,-2 5 46 15,-3 0 51-15,-3 1-25 0,-1 4 1 0,-1 2-21 16,-4 3 131-16,2 6-61 0,-2 0-21 0,0 11 109 15,-2 8-69-15,0 7-21 16,-2 8 278-16,6 4-152 0,6 5-72 0,5 5-36 16,6 2 91-16,4 8-164 0,4-8 0 0,6 4 0 15,16-2 0-15,3-2 0 0,9-5 0 0,3-1 0 0,2-15 0 0,3-5 0 16,2-6 0-16,3-6 0 16,1-6 0-16,8-3 0 0,-8-3-789 0,-3-7 254 15,2-4 236-15</inkml:trace>
  <inkml:trace contextRef="#ctx0" brushRef="#br0" timeOffset="-151462.72">21772 17590 1523 0,'-6'-9'0'0,"1"1"0"0,2 5 0 0,1 1 0 0,1 2 0 0,1 0 0 0,0 13 0 0,0 5 208 0,0 7-84 0,1 3-43 0,4 6 376 0,0-2-213 16,-1 4-103-16,0 3 55 0,-1-1-79 0,-1 4-39 0,3 6 10 16,-2-4-123-16,-1-3 37 0,0-3 0 0,-2-1 37 15,0 1-138-15,0-1 78 0,0-9 25 0,0-4-376 16,0-2 206-16,-4-5 57 0,1-6 66 15,-2 1-689-15,5-11 351 0,0-1 172 16</inkml:trace>
  <inkml:trace contextRef="#ctx0" brushRef="#br0" timeOffset="-151302.16">21953 18028 1004 0,'0'0'0'0,"0"4"0"0,0-3 0 0,0 0 0 0,0 2 0 0,0 2 506 0,0 1-234 16,0 0-118-16,0 2-57 15,0 1 115-15,0 3-77 0,0-2-53 0,0 2-181 0,0-1 69 16,3 0 34-16,-1 2 10 0,3-6-622 0,0 0 311 16,-2-3 154-1</inkml:trace>
  <inkml:trace contextRef="#ctx0" brushRef="#br0" timeOffset="-150937.48">22074 17795 1153 0,'0'0'0'0,"0"3"0"0,2-3 0 0,-2 4 0 0,1 5 0 0,1 2-1 0,0 7 0 0,-1 4 301 0,2 6-137 0,-2 8-63 0,-1 0-38 16,0 2-26-1,1-3 0-15,-1 4 9 0,0-12-101 0,2-1 46 16,-2-11 1-16,2-1-85 0,0-7 65 31,1-3 43-31,2-4-9 0,2-7-42 0,6-12 33 0,-2-3-21 0,3 1 0 0,3-2 115 0,0 2-42 0,-1 2-35 0,-1 4 229 16,1 3-108-16,-2 2-57 0,3 1-3 0,-5 6 59 15,-2 2-42-15,1 1-26 16,-3 0 47-16,1 4-37 0,-3 8 9 0,-2 3-46 0,-1 1-35 16,-2 0 0 46,1 0 34-62,-2-1 1 0,1-1-130 0,-1-2 60 0,0-5 35 0,3 0-210 0,-1-7 100 0,2 3 67 16,3-3-4-16,1 0 1 0,1-3 5 0,3-6-1 0,-1 2 104 0,4-1-44 0,-2 3-27 0,1 1-15 0,-1 1 236 0,2 1-110 0,-2 2-43 15,-1 0-32-15,1 0-75 0,-2 0 28 0,-3 5 41 0,1 4-603 0,-1-1 285 16,-1 1 139-16,-3 1 66 0</inkml:trace>
  <inkml:trace contextRef="#ctx0" brushRef="#br0" timeOffset="-150695.75">21728 18184 1467 0,'-6'0'0'0,"0"0"0"0,3 0 0 0,3 1 0 0,0 4 0 0,0 2 164 0,0 1-68 0,0 1-29 16,3 0 66-16,5 3-48 0,-1 1-14 0,0-1-9 15,-4 2-82-15,2 1 28 16,-4 0 1-1,-1 1-63-15,0 2 56 0,-4-2-10 0,-6-1 45 0,-5-3-163 0,-3 2 77 0,-2-5 38 0,-2 2-405 0,2-6 190 16,0-4 107-16,4-1 12 0</inkml:trace>
  <inkml:trace contextRef="#ctx0" brushRef="#br0" timeOffset="-150528.02">21823 18154 2052 0,'0'6'0'0,"-4"7"0"0,2-2 0 0,-1 2 0 0,1 4 0 0,0 0 0 0,2 1 0 0,0 4 358 16,0-2-165-16,0-3-77 0,7 2 188 0,6-2-133 0,4-2-67 16,2 0-337-16,2-4 130 0,1-5 71 0,3-2 34 31,-3-2-677-31,3-2 356 0,0 0 188 0,-5 0 79 0</inkml:trace>
  <inkml:trace contextRef="#ctx0" brushRef="#br0" timeOffset="-150367.02">22004 18253 2181 0,'-2'0'0'16,"1"0"0"-16,1-1 0 0,0 1 0 0,0 0 0 0,0 0 0 0,1 0 0 0,6 0 0 0,5 0 304 0,2 4-134 0,5 0-65 0,-2 2-34 16,3-1-423-16,1 1 205 0,-1-2 88 0,0 1 48 15,-1-2-783 1,-2 2 388-16,-4-5 194 0</inkml:trace>
  <inkml:trace contextRef="#ctx0" brushRef="#br0" timeOffset="-150179.99">22257 18205 539 0,'3'0'0'16,"4"0"0"-16,-2 0 0 0,0 0 0 0,-2 0 0 0,3 0 110 0,-1 0-36 0,1 0-1 0,-1 3 129 16,-2 4-83-16,-2 1-31 0,1 4 67 0,-2 0-59 15,0 1-28-15,-3 4-1 0,-9 0-4 0,-2-1 10 16,-2 3-36-16,-1-3 1 0,-4 1-101 0,-1-2 50 15,2-2 26-15,-2-2-279 0,4-4 138 16,4-3 80-16,1-1 8 0,3-3-200 0,5 0 79 16</inkml:trace>
  <inkml:trace contextRef="#ctx0" brushRef="#br0" timeOffset="-149957.59">22373 18267 1205 0,'0'4'0'0,"0"-1"0"0,0 2 0 0,0 2 0 0,0 1 0 0,0 1 0 0,0 2 487 0,0 2-230 16,0-2-109-16,0 5-56 0,1-4 174 0,6 1-115 0,5-1-46 0,0-2-183 16,3-1 59-16,1-7 28 0,4 1-284 0,0-3 157 15,4 0 87 1,-3-7 30-16,-2-6-96 0,-3-2 68 0,-5 0 28 0,-1-1 0 16,-3 0-125-16,-6 3 60 0,-1 1-46 0,-3 1 39 15,-12 3 258-15,2 1-109 0,-5 2-70 0,-1 5 174 16,0-3-84-16,-1 3-51 0,4 0-214 0,-1 0 85 15,3 5 65-15,4 4-3 16,1 0-307-16</inkml:trace>
  <inkml:trace contextRef="#ctx0" brushRef="#br0" timeOffset="-149395.27">23026 17648 1088 0,'-15'-6'0'0,"4"4"0"0,-3 2 0 0,1 2 0 0,-2 18 0 0,1 8 0 0,-3 6 235 0,3 6-103 0,5 3-47 0,2 6 483 0,3 2-265 16,4 1-132-16,0 0 118 0,15-12-130 31,4-5-60-31,3-5-31 0,5-5-229 0,3-6 99 0,4 3 60 0,-7-12 16 78,4-3-553-46,-3-4 288-32,-2-3 145 0,-2 0 72 0,0 0-738 0,-6 0 371 0</inkml:trace>
  <inkml:trace contextRef="#ctx0" brushRef="#br0" timeOffset="-149134.82">23290 17738 1306 0,'0'-7'0'0,"0"3"0"0,0 0 0 0,0 3 0 0,0 1 0 0,0 0 0 0,0 0 372 0,1 9-167 15,1 5-74-15,-1 0-51 0,0 5 120 0,-1 1-81 0,0 2-41 16,0-1 1-16,-1 4-63 0,-5-5-10 0,0 0 33 0,-2-5 28 31,0 1 0-31,-2-1-19 0,5-5 174 0,-2-3-91 0,1-2-47 0,3 0 0 16,0-5 206-16,2 0-116 0,1 0-73 0,0 0-69 16,5 0-32-16,10-5 0 0,0-1 0 0,6 3 0 15,-1 0 0-15,0 3 0 0,2 0 0 0,0 0 0 16,-3 7 0-16,3 5 0 0,-5 1 0 0,-2 2 0 15,-3 3 0-15,-4 3 0 0,-6-2 0 32,0 4 0-32,-2-3 0 0,-2-1 0 0,-15-1 0 0,-2-2 0 0,-2-4 0 0,-6 1 0 0,-1-4 0 15,0-4 0-15,-4-2 0 16,1-3-387-16,0 0 154 0,-3 0 91 0,9-3-259 0,1-11 181 16,4-4 92-16,5-5 44 0</inkml:trace>
  <inkml:trace contextRef="#ctx0" brushRef="#br0" timeOffset="-148989.54">23324 17778 2155 0,'3'-4'0'0,"4"-4"0"0,-2 3 0 0,3 1 0 0,-1 1 0 0,3 1 0 0,1-1 0 0,2 0 0 0,2 2 695 0,1-2-329 16,6 1-164-16,-1 2-375 0,5-2 115 0,0 0 43 15,-1 2-951 1,1 0 483-16,3 2 240 0</inkml:trace>
  <inkml:trace contextRef="#ctx0" brushRef="#br0" timeOffset="-148780.44">23690 17937 1853 0,'-4'-4'0'16,"-4"0"0"-16,7 1 0 0,1 1 0 0,0-1 0 0,0 3 0 0,12 0 720 0,6 0-333 0,5 0-180 0,3 0 88 0,6 0-130 15,-1-1-64-15,3 0-32 16,1-1-398-16,-1 0 179 0,-1 1 92 0,-4 0 48 16,-2-1-262-16,-4 2 154 0,-2-2 86 0,-9 2-648 0,-6 0 347 15,-4 0 43-15,-2 0 130 0,-5 0-383 16</inkml:trace>
  <inkml:trace contextRef="#ctx0" brushRef="#br0" timeOffset="-148627.97">23916 17652 2165 0,'0'0'0'0,"-6"0"0"0,2 0 0 0,0 0 0 0,1 0 0 0,3 1 0 0,0 11 0 0,0 6 397 16,0 4-180-1,0 6-82-15,0 2 317 0,2 5-208 0,-1 4-103 0,3 3-53 0,-2 5-257 0,0 1 112 16,2-4 41-16,-2-3-282 0,1-5 167 0,0-2 83 16,0-7 43-16,1 1-724 0,0-15 378 0,4-5 104 15,-4-7-548-15</inkml:trace>
  <inkml:trace contextRef="#ctx0" brushRef="#br0" timeOffset="-148170.12">24365 17817 1698 0,'-15'-9'0'0,"6"6"0"0,-1 1 0 0,-1 2 0 0,0 0 0 0,-2 8 0 0,1 5 546 0,1 1-259 0,3 4-125 0,2 2 315 0,2 1-220 15,4 2-111-15,0 1-45 0,0-3 52 16,4 0-59-16,8-1-84 0,2-2-10 0,5-2 0 16,1-2 0-16,0-6 0 15,3-3 0-15,-3-5 0 0,2 0 0 0,-1 0 0 0,0-1-212 0,-7-11 93 16,-2-2 54-16,-4 1-120 0,-1-3 52 16,-5-3 57-16,0 1-30 0,-2-3 133 0,-5 1-31 0,-9 2 0 15,-2 0 26-15,-4 4-28 0,-1-1-10 0,-2 5-20 16,-3 4 91-16,3 3-42 0,-2 2 7 0,3 1-1 15,0 0-151-15,7 6 61 0,3 2 26 0,8 8-433 16,2-1 221-16,2-1 111 0,2 3 46 16,14-4-503-16,5 0 283 0,5-4 142 15</inkml:trace>
  <inkml:trace contextRef="#ctx0" brushRef="#br0" timeOffset="-147979.28">24703 17763 1784 0,'-9'-14'0'0,"2"0"0"0,1 6 0 0,-1 1 0 0,-2 3 0 0,-2 3 0 0,1 1 0 0,-4 0 0 0,3 5 769 0,3 10-366 0,1 2-184 15,1 5 254-15,3 2-219 0,2 7-225 0,1-2-29 16,0 3 0-16,5 2 0 0,10-1 0 0,-1-4-239 0,6 5 16 16,2-9 126-16,1-4 66 0,4-4-314 0,1-5 190 15,0-6 96-15,3 0-82 0,-7-6-706 0,0 0 405 16,-3-12 203-16,-1-4-335 0</inkml:trace>
  <inkml:trace contextRef="#ctx0" brushRef="#br0" timeOffset="-147809.79">24942 17794 1399 0,'-1'-11'0'0,"-6"0"0"0,-1 5 0 0,5 1 0 0,1 1 0 0,-1 2 0 0,0 2 370 0,-1 0-158 16,4 2-92-16,0 12 518 0,0 4-301 31,0 1-150-31,0 7 39 0,0 1-100 0,0-2-45 0,0 2-22 0,0 1-302 0,0-2 139 0,0 3 79 0,0-5 26 15,0 1-275-15,0-1 155 16,0-7 77-16,0 0-717 0,0-1 382 0,0-8 70 16,0-6 136-16,0-2-464 0</inkml:trace>
  <inkml:trace contextRef="#ctx0" brushRef="#br0" timeOffset="-147627.87">25064 17715 2056 0,'10'-11'0'0,"-2"3"0"0,1 2 0 0,-1 3 0 0,4 2 0 0,0 1 0 0,0 0 0 0,0 12 414 0,0 8-189 0,-1 2-95 0,2 7 342 0,-3 0-218 16,0 7-100-16,-3-5-63 0,-4 1-13 16,-2 2-21-16,-1 0-57 0,0-1-182 0,-4 3 90 15,-8-10 59-15,0-3-555 16,-4-7 312-16,3-5 156 0,0-5 78 0,0-3-821 0,4-3 419 16,1-9 203-16,4-13 103 15</inkml:trace>
  <inkml:trace contextRef="#ctx0" brushRef="#br0" timeOffset="-147494.23">25460 17648 2228 0,'11'2'0'0,"3"1"0"0,-3 6 0 0,2 1 0 0,-5 5 0 0,-5 6 0 0,-3 6 1023 0,0 4-493 16,-10 8-380-16,-10 5-150 0,-6-3 0 16,0 0 0-16,-3 0 0 0,-1-2 0 0,-2-5 0 0,-3 6 0 15,1-13-573-15,-5 1 39 0,-7-8 284 0</inkml:trace>
  <inkml:trace contextRef="#ctx0" brushRef="#br0" timeOffset="-143859.1">25828 18197 1764 0,'-14'-20'0'0,"3"3"0"0,3 8 0 0,2 2 0 0,6 5 0 0,0 2 0 0,0 0 212 0,4 5-87 0,6 2-44 0,3-1 510 15,5 3-282-15,2-3-135 0,2 0 207 0,2-2-172 16,4-1-124-16,1 1-85 0,-2-2 0 0,-1-2 0 16,1 1 0-16,2-1 0 15,-2 0 0-15,5 0 0 0,-7 0 0 0,0 0-703 16,0 0 363-16,-3 0 166 0,2 0-953 0</inkml:trace>
  <inkml:trace contextRef="#ctx0" brushRef="#br0" timeOffset="-143690.66">25965 18388 2166 0,'-23'0'0'0,"10"0"0"0,4 0 0 0,7 2 0 0,2 3 0 0,0 1 0 0,0 0 0 0,13-3 0 0,7-1 618 0,6-2-291 0,2 0-144 0,4 0-73 0,3 0 5 0,-2 0-43 0,2 0 0 0,-4-2-304 16,5 2 135 0,-4-3 68-16,7-1-762 0,-6 2 410 0,0-2 219 0</inkml:trace>
  <inkml:trace contextRef="#ctx0" brushRef="#br0" timeOffset="-143344.03">26677 18139 2107 0,'0'0'0'0,"-2"0"0"0,-2 0 0 0,4 0 0 0,0 2 0 0,0 4 0 0,6 3 607 0,6 2-288 0,5 0-141 16,2 1-70-16,4 0-34 0,6 0 9 15,-2-4 198-15,5-4-121 0,2-1-146 0,2-3-14 16,3 0-46-16,2-6-26 0,-7-6 51 0,-6-5 30 0,-4-2-215 0,-5 2 122 16,-4-2 61-16,-4-4 40 0,-10 2-218 0,-1 2 102 15,-1-1-45-15,-14-2 40 0,-5-1 25 0,1-2-11 16,-4 6 79-16,-3 2-27 31,2 4-1-31,-1 5 1 0,-2 5 265 0,-2 1-136 0,6 2-33 0,-4 17-41 0,1 4 399 0,1 9-202 16,-1 5-68-16,2 7-46 15,8-1-100-15,7 3 0 0,1 1 0 0,8-1 0 0,0 1 0 16,11 4 0-16,11-12 0 0,8-3 0 0,4-5 0 0,5-6 0 16,8-3 0-16,3-2 0 0,-1-12 0 0,-3-3 0 15,5-3 0 1,-1-3-5-16,-5-14-193 15,9-1-646-15,-11-3 406 0,-1-5 199 0,0 1 100 0,3-6-602 0</inkml:trace>
  <inkml:trace contextRef="#ctx0" brushRef="#br0" timeOffset="-142997.08">27601 17650 2006 0,'-5'-11'0'0,"-2"3"0"0,3 3 0 0,4 5 0 0,0 0 0 0,0 7 0 0,0 12 289 0,0 3-125 0,0 2-54 0,0 2 311 16,0 2-191-16,0 1-96 16,0 1-48-16,0-3-92 0,0 5 53 0,0-8-8 15,0-1-94-15,0-3 47 0,0-2-1 0,0-5 48 16,0 0 138-16,0-8-73 0,0-2-34 0,0-1 1 0,0-2-49 16,0 0-22-16,0 0 0 0,2-2 0 0,7-4 0 0,7-3 0 15,2 2 0-15,4 0 0 0,3 2 0 16,-3 2 0-16,2 1 0 15,2 2 0-15,-1 0 0 0,-1 0 0 0,3 9 0 0,-9 1 0 16,-2 7 0-16,-4 0 0 0,-7 3 0 0,-3 1 0 31,-1 4 0-31,-1-4 0 0,-11-1 0 0,-10 3 0 0,-1-3 0 0,-6-4 0 0,-4 3 0 0,2-5 0 16,-3-4 0-16,-3 0 0 0,2-3-82 16,-2-3 34-16,-4-1-729 0,7-3 374 0,1 0 182 0,6-5 91 15,5-11-737-15</inkml:trace>
  <inkml:trace contextRef="#ctx0" brushRef="#br0" timeOffset="-142858.45">27611 17764 2159 0,'9'-10'0'16,"-1"2"0"-16,5 7 0 0,0-2 0 0,-1 1 0 0,5 2 0 0,3 0 0 0,2 0 816 0,4 5-393 0,0-1-193 0,4 1-91 0,0 0-50 15,2 0-26-15,6 2-51 0,-4 0-890 16,0-2 428-16</inkml:trace>
  <inkml:trace contextRef="#ctx0" brushRef="#br0" timeOffset="-142688.36">28202 18515 3268 0,'0'-4'0'0,"-2"-3"0"0,1 2 0 0,1 5 0 0,0 0 0 0,0 3 0 0,0 10 0 0,0 0-71 0,0 0 8 16,0 1 27-16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57" units="1/cm"/>
          <inkml:channelProperty channel="Y" name="resolution" value="1820.3889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12-21T01:21:54.5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15333 15611 1095 0,'-10'0'0'16,"-2"-6"0"-16,4 0 0 0,0 4 0 0,2 0 0 0,0 1 0 0,3-2 0 0,-2 3 259 16,3-3-116-16,1 3-52 0,1 0 79 0,0 0-66 0,0 0-33 0,0 0 107 0,0 0-75 15,0 0-32 1,0 0-1-16,0 0 83 0,1 0-58 0,6 0-19 0,-2 0-10 0,3 0 144 15,1 0-87-15,-2 0-42 0,4 0 0 0,0 0 24 16,-1 0-38-16,2 0 0 0,-3 0 40 0,2 0-35 16,3 0 10-16,-2 0 55 0,-1 0-83 0,-1 0-54 15,1 0 0-15,1 3 0 0,-1-3 0 0,0 0 0 16,0 0 0-16,0 3 0 31,1-2 0-31,-1 1 0 0,2 0 0 0,-1 1 0 0,1-1 0 0,2-1 0 0,-1 2 0 0,3 0 0 16,2-1 0-16,0 0 0 0,-1-1 0 15,3 1 0-15,0 0 0 0,1 0 0 0,4-1 0 0,-2 1 0 16,1-2 0-16,2 1 0 0,-3 1 0 0,4-1 0 0,2 3 0 16,-5 0 0-16,0-4 0 0,1 4 0 0,-2 0 0 15,1 0 0 1,4-1 0-16,-6-3 0 0,1 4 0 0,0-2 0 0,-1 1 0 16,2-1 0-16,3-2 0 0,-8 0 0 0,4 0 0 15,-3 0 0-15,0 0 0 0,0 0 0 0,6 0 0 16,-5 0 0-16,1 0 0 0,-3 0 0 0,4 0 0 31,-1 0 0-31,5 0 0 0,-6 0 0 0,1 0 0 0,1 0 0 0,-1 0 0 0,2 0 0 0,2 0 0 47,-4 0 0-47,2 0 0 0,1 0 0 0,-1 0 0 0,1 0 0 0,6 0 0 0,-7-2 0 0,1 2 0 16,2 0 0-16,0 0 0 0,7 0 0 0,-6 0 0 0,2 0 0 0,-1 0 0 15,1 0 0-15,0 0 0 0,4 0 0 0,-5 0 0 0,0 0 0 16,0 0 0-16,1-2 0 0,-2 1 0 15,7 1 0-15,-9-2 0 32,1 0 0-32,1 2 0 0,-1 0 0 0,2 0 0 0,4 0 0 0,-6 0 0 0,0 0 0 0,2 0 0 0,-2 0 0 15,0 0 0-15,5 0 0 0,-7 0 0 0,1 0 0 0,-1 2 0 16,2-2 0-16,0 0 0 16,5 0 0-16,-8 0 0 0,3 0 0 0,0 0 0 15,0 0 0-15,2 0 0 0,6 0 0 0,-8 0 0 31,1 0 0-31,1-2 0 0,-1 0 0 0,-1 2 0 0,7 0 0 0,-9-2 0 0,1 2 0 0,-1 0 0 16,2-1 0-16,-2 1 0 0,6-3 0 0,-10 3 0 16,4 0 0-16,1 0 0 15,-1 0 0-15,1 0 0 0,4-1 0 0,-5 1 0 16,1 0 0-16,-1 0 0 0,-1 0 0 0,2 0 0 16,2 0 0-16,-4 0 0 0,-2 0 0 0,-1 0 0 31,0 0 0-31,5 0 0 0,-6 0 0 0,-1 0 0 0,1 0 0 0,0 0 0 0,1 0 0 0,2 0 0 15,-2 0 0 1,0 0 0-16,-1 0 0 0,1 0 0 0,2 0 0 0,4 0 0 0,-4 0 0 16,1 0 0-16,1 0 0 0,-1 1 0 0,1-1 0 0,4 3 0 15,-7-3 0-15,2 0 0 0,-3 1 0 0,1-1 0 32,2 0 0-32,1 0 0 0,-2 0 0 0,-4 0 0 0,2 0 0 0,1 0 0 0,-3 0 0 0,7 0 0 31,-5 0 0-31,-2 0 0 0,1 0 0 0,0 0 0 0,2 0 0 0,2 0 0 15,-4 0 0-15,-1 0 0 0,-2 0 0 0,1 0 0 16,0 2 0-16,4-2 0 0,-7 2 0 0,3-2 0 16,-4 2 0-16,4-2 0 15,-3 0 0-15,9 0 0 16,-9 0 0-16,4 0 0 0,-2 0 0 0,-1 0 0 0,3 0 0 0,2 0 0 31,-3 0 0-31,-3 0 0 0,2 0 0 0,-1 0 0 0,0 0 0 0,5 0 0 0,-4 0 0 0,-2 0 0 0,2 0 0 16,0 0 0-16,1 0 0 0,1 0 0 15,-3 0 0-15,1 0 0 0,0 0 0 0,1 0 0 16,1 0 0-16,-3 2 0 0,-2-1 0 16,4 1 0-16,-2 0 0 0,-2-2 0 0,5 0 0 0,-6 3 0 15,0 0 0-15,0-3 0 16,-1 0 0-16,1 1 0 0,1-1 0 0,-2 3 0 16,-1-3 0-16,-1 1 0 15,0-1 0-15,0 0 0 0,3 2 0 0,-6-2 0 0,1 0 0 0,0 0 0 0,-1 0 0 16,-2 0 0-16,2 0 0 0,0 0 0 31,-4 0 0-31,1 0 0 0,0 0 0 0,-2 0 0 0,0 0 0 0,0 0 0 16,-2 0 0-16,3 0 0 0,-4 0 0 0,0 0 0 15,0 0 0-15,0 0-239 0,-4 0 73 0,-3 0 65 0,-5 3-1014 0</inkml:trace>
  <inkml:trace contextRef="#ctx0" brushRef="#br0" timeOffset="1131.33">14418 17598 1694 0,'-30'-1'0'15,"-1"-4"0"-15,6 5 0 0,4 0 0 0,3 0 0 0,0 9 0 0,-1-2 0 0,5 1 205 0,6-3-83 0,3 0-42 0,2-2 296 0,3-1-169 16,0 0-74-16,0-2-53 0,6 0 29 0,10 0-35 15,6 0 0-15,3-5 178 0,5-4-98 16,-1 2-62-16,4-4-27 0,1 1 116 0,2 0-148 16,0 2-33-16,7-1 0 0,-10 1 0 15,1 1 0-15,1 2 0 0,-3 0 0 0,3 2 0 0,5-2 0 16,-6 3 0-16,1 0 0 16,-1 1 0-16,0 1 0 0,3 0 0 0,2 0 0 0,-6 0 0 15,0 0 0-15,1 0 0 0,1 3 0 16,2-1 0-16,5-1 0 0,-6-1 0 15,3 0 0-15,3 0 0 0,2 0 0 0,3 0 0 16,5 0 0-16,-5 0 0 0,-2 0 0 0,0 0 0 0,1 0 0 0,0 0 0 16,7 0 0-16,-11 0 0 0,4 0 0 15,-1 0 0-15,1 0 0 0,1 0 0 16,8 0 0-16,-13 1 0 31,1 2 0-31,1-2 0 0,1 1 0 0,-3-2 0 0,11 2 0 0,-12-2 0 16,5 3 0-16,1-3 0 0,3 0 0 0,-1 3 0 0,8-3 0 0,-9 0 0 0,-1 2 0 0,3-2 0 15,1 0 0-15,7 1 0 0,-8-1 0 0,6 0 0 16,2 0 0-16,0 0 0 0,3 0 0 16,8 0 0-16,-12 0 0 0,2 0 0 0,2 0 0 0,2 0 0 15,4 0 0-15,12 0 0 0,-15-1 0 0,3 1 0 32,1-2 0-32,0 2 0 0,2 0 0 0,13-3 0 0,-10 3 0 0,1 0 0 15,3 0 0 1,0 0 0-16,0 0 0 0,13 0 0 0,-10 0 0 0,4 0 0 0,3 0 0 0,-2-3 0 15,2 3 0-15,9 0 0 0,-12 0 0 0,5 0 0 16,2 0 0-16,-1 0 0 0,-1 0 0 16,12 0 0-16,-12 0 0 0,6 0 0 15,0 0 0 1,3 0 0-16,-3 0 0 0,17 0 0 0,-17 0 0 0,3 3 0 0,2-3 0 0,-1 3 0 16,2 0 0-16,18 0 0 0,-20 0 0 0,1 2 0 15,1-1 0-15,2 1 0 0,4-1 0 0,13 3 0 16,-20-2 0-16,-2 0 0 0,4 2 0 0,5-1 0 15,1-1 0-15,10 5 0 0,-24-7 0 16,6 3 0-16,5-1 0 0,4 0 0 31,8-1 0-31,-24-1 0 0,4 2 0 0,8-2 0 0,0 1 0 0,-3-1 0 0,7 2 0 0,-25-1 0 16,5 1 0-16,4 0 0 16,-3-1 0-16,-5 2 0 0,4-1 0 0,-22-1 0 0,1 2 0 0,2-2 0 15,-3 3 0-15,-3-2 0 0,0-1 0 16,-17 2 0-16,-5-1 0 0,-4 0 0 0,-5-3 0 0,-3 4 0 15,1-2 0-15,-12-4 0 16,-2 2 0-16,-5-1 0 0,-1-1 0 0,-6 0 0 0,-2 0 0 0,-2 0 0 16,-1 0 0-16,0 0 0 15,-1 0 0-15,-11-1 0 0,-4-5 0 0,-4 0 0 0,-6 4 0 0,-2 2 0 16,-7 8 0-16</inkml:trace>
  <inkml:trace contextRef="#ctx0" brushRef="#br0" timeOffset="2564.77">20276 12726 1460 0,'0'0'0'0,"0"0"0"0,0 0 0 0,0 0 0 0,0 0 0 0,0 0 242 0,0 0-102 0,0 7-41 15,2 7-36-15,2 4 233 0,-1 8-129 0,2 4-64 0,1 3 16 0,0 6-31 32,-1-4-9-32,2 0-102 0,-1-3 30 0,3-2 1 0,-1-6 30 0,1 2-64 15,0-12 28-15,2-4-1 0,1-5 37 0,1-5-92 16,2 0 42-16,3-10 32 0,-1-12-34 0,1-7-15 31,0-5-1-31,-1-4 1 16,0 0-78 31,-1-7 53-47,-2 4 14 0,-3 6 49 0,-2 2-21 0,0 4 2 0,-2 1-11 0,-6 12 329 0,-1 7-150 0,0 5-75 15,0 3-30-15,0 1 355 0,0 0-175 0,-4 14-103 0,2 6-90 0,-1 0-40 0,-1 5 0 0,4 1 0 0,0 2 0 0,0-1 0 0,0-1 0 0,0-1 0 0,4-1 0 0,4 0 0 16,0 2 0 0,0-5 0-16,4-3 0 0,-1 0 0 0,1-1 0 0,-1-2-481 15,-1 0 90-15,2-7 187 0,-4-3 49 0,3 1-583 16,-3-5 350-1,-1-1 175-15,1 0-217 0</inkml:trace>
  <inkml:trace contextRef="#ctx0" brushRef="#br0" timeOffset="2672">20761 12784 907 0,'0'0'0'0,"0"0"0"0,-4 0 0 0,0 0 0 0,0 0-1 0,-1 0 0 0,5 0 1 0,-2 0 0 0,2 0-74 0,-1 0 66 16,1 0 18-16</inkml:trace>
  <inkml:trace contextRef="#ctx0" brushRef="#br0" timeOffset="2969.35">20792 12768 1179 0,'-5'0'0'0,"0"0"0"0,1 0 0 0,1 0 0 0,1 0 0 0,2 0 650 0,0 0-310 0,0 0-152 15,8 0-75-15,4 0 403 16,8 0-239-16,3 0-110 0,1 0-101 31,5 0-1-31,-1 0-28 0,4 0-323 0,-1 0 162 0,2 0 90 0,-2 0 30 0,-4 0-272 0,2 0 156 0,-4 0 79 0,-3 0 39 16,-2 0-911-16</inkml:trace>
  <inkml:trace contextRef="#ctx0" brushRef="#br0" timeOffset="3131.24">20899 12963 2047 0,'-18'5'0'0,"4"2"0"0,3 1 0 0,3 2 0 0,1-2 0 0,7-1 0 0,0-1 0 0,1-1 354 16,14 1-158-16,5-2 121 0,2 0-130 0,3-3-80 16,3-1-35-16,2 0-548 31,0 0 257-31,1 0 127 0,2 0 75 0,-4 0-399 0,1 0 227 0,-1 0 113 0</inkml:trace>
  <inkml:trace contextRef="#ctx0" brushRef="#br0" timeOffset="3750.18">21529 12709 1596 0,'1'-34'0'0,"0"1"0"0,2-4 0 0,-2 7 0 0,-1 2 0 0,0 4 0 0,-8 2 0 0,-5 6 0 0,-2-1 238 0,-2 14-104 16,-5 3-49-16,-3 0 171 0,-1 11-109 0,-6 10-46 16,8 5-36-16,0 1 113 0,4 4-70 0,3 1-36 15,6 0-6-15,2 2 10 16,7-8-39-16,2-2 0 0,0-2-76 0,11-3 39 0,2-3-1 0,5-1-163 15,1-7 95 1,0-5 54-16,4-3 26 0,-1 0-205 0,-2 0 81 0,4-6 25 0,-4-6 42 0,-5-3-3 31,1-1 1-31,-3 0 25 0,-4 2-52 0,3 1 173 0,-6-1-61 0,-1 5-33 16,-2 0 495-16,-1 3-248 0,-1 3-96 0,-1 2 214 0,0 1-170 16,0 2-163-16,0 16-36 0,-3 6 0 15,-1 5 0 1,4 6 0-16,-3 2 0 0,3 6 0 15,0 3 0-15,0 2 0 0,0 1 0 0,7 5-22 0,-2-9-145 0,-1-2 69 0,-1-3-169 0,-2-4 73 16,-1-5 87-16,0 4-52 16,-4-14 66-16,-8-5 27 0,-2-3 0 0,-4-8 141 0,-1-5-56 0,-6 0-39 15,2 0 10-15,2-11 207 0,1-9-118 0,-2-4-59 16,6-6 225-16,-2-6-102 16,8 2-72-16,4-3 15 31,3 2 11-31,3-2-6 0,0 2-27 0,8-5 18 0,5 9-82 0,5 0 0 0,4 2 0 0,6 0 0 0,2-1 0 15,1 9-1-15,0 1-2 0,-1 3-472 0,4 3 241 0,1 2 89 16,3-2-647-16,-7 6 382 16,0 1 187-16,-1 2 93 0,-2-2-210 0,-4 2 151 15,-1-2 67-15,-10 1-257 0,-3 2 171 0,-7-2 86 0,-1 4 42 16,-2-2 137 0,0 1-57-16,-8 1-14 15,-3 0 1-15,-4 2 580 0,2 0-302 0,-3 0-151 0,1 0-85 0,1 9 840 0,1 1-422 16,1 4-177-16,3-2 394 0,2 4-313 0,-1 2-149 0,7 1-157 0,-2 1-45 15,3-1 0-15,0 1 0 0,0 0 0 0,3 3 0 32,3-5 0-32,4-1 0 0,2 0-211 0,2 1-114 0,0-6 181 0,2 0-827 15,0-2 399 1,3-7 268-16,-2-3 134 0,-1 0-432 0</inkml:trace>
  <inkml:trace contextRef="#ctx0" brushRef="#br0" timeOffset="4100.26">21873 12787 1953 0,'0'-12'0'0,"0"2"0"0,0 3 0 0,-3-4 0 0,3 5 0 0,0 2 0 0,0 0 0 0,6 2 293 0,5 2-128 0,5 0-55 0,-1 0 109 0,5 0-91 0,0 9-46 15,0 1 1-15,3 3-12 0,-4-1-34 16,-1 5-1-16,-1 2 1 0,-6 0-116 0,-1 3 58 0,-4 1 38 0,-3 0-138 0,-3-2 79 0,-3 2 40 16,-10-2-1-16,-1-4-47 0,-7 4 43 15,-3-7-35-15,-2-3-112 0,0-3 60 0,-1-3 42 16,5-4 1-16,-3-1-133 0,8 0 69 15,6-6 42-15,6-10 12 0,5-7-384 16,0-4 204-16,6-4 93 0,14-1 60 0,3-2-359 0,2 3 205 16,2 0 103-16,3 3-44 0,2-3 86 0,-4 10 47 0,-3 1 262 0,1 6-143 15,-7 7-52-15,-2 5-28 0,-3 0 654 16,-7 2-335 0,-5 11-173-16,-2 8-36 0,0 4 453 0,-3 1-224 15,-6 6-137-15,-1-3 570 0,2-1-363 0,2 1-180 16,0-2-207-16,2 1-11 0,3-1 0 0,1-4 0 0,0-3 0 0,1 0 0 31,12-4-29-31,0-3 15 0,4 1-722 0,-1-7 381 0,4-5 197 0,3 0 95 0,-1 0-482 0,0-12 194 16,1-3 148-16</inkml:trace>
  <inkml:trace contextRef="#ctx0" brushRef="#br0" timeOffset="4259.13">22369 12684 680 0,'1'-16'-1'0,"2"5"1"0,0 0 0 0,1 4 0 0,2-1 403 0,1 4-175 0,3 2-99 0,-1 2 625 0,5 5-358 0,2 10-180 31,1 3-89-31,0 5 515 0,0 3-307 0,-2 3-313 0,-2 5-22 0,-6 2 0 16,-1 0 0-16,-4 10 0 0,-2-6 0 0,-2 1 0 15,-11-1 0-15,-7 1 0 0,-3-3-286 0,-6 6-48 16,-3-12 180-16,-2-2-528 0</inkml:trace>
  <inkml:trace contextRef="#ctx0" brushRef="#br0" timeOffset="7142.49">25004 12347 2403 0,'0'6'0'0,"3"5"0"0,-2 2 0 0,1 7 0 0,1 9 0 0,-1 10 0 0,-1 11 0 0,1 10 234 0,-1 4-102 0,0-1 76 0,-1 0-86 16,0-1-42 0,0-3 0-16,0 0-60 0,1-14 18 0,2-7 0 0,-1-8-1 0,-1-1-37 15,2-12-1-15,-2 4 48 0,1-13-88 0,0-4 39 31,-2-4 0-31,0 0 40 0,0 0-47 0,0-3 8 32,0-8-16-32,-9-4 79 0,-1-1-16 0,-4-4-25 0,0-1-15 0,-5-4-50 0,1 3 26 0,-4-4 6 0,-4 4 27 0,3 2-105 0,-2 2 49 0,-4 1 25 15,6 10 46-15,-2 6-7 16,1 1-19-16,2 0-21 0,2 15 214 0,-1 4-93 16,9 8-49-16,6-1 147 15,6 5-202-15,0 1 0 0,2-3 0 0,14 3 0 16,5-6 0-16,4-4 0 0,6-3 0 0,2-4 0 15,1-4 0-15,7-3 0 0,-4-6 0 0,-4-2 0 0,3 0 0 0,0-2 0 16,-2-12-437-16,6-3 21 16,-9-3 194-16,-3-1-393 0,-1-4 288 0,0-1 145 47,-4-1 72-47,1-6-282 0,-8 6 182 0,0-2 86 0,-6 2 43 0,-3 0 17 0,1 1 17 0,-5 8 9 0,-3 4 459 0,0 7-230 0,0 2-114 0,0 3 292 15,-4 2-213-15,2 0-92 0,0 0-51 0,2 5 727 16,0 3-352-1,2 3-175-15,9 0-78 0,0-2 312 0,6 1-396 0,1 1-51 0,1 0 0 0,2-1 0 16,5 0 0-16,-6-2 0 0,0-1-484 0,2 1 151 16,-3-1 185-16,0-2 93 47,1-1-387-47,-6-1 119 0,-1-3 157 0,-3 0-638 0</inkml:trace>
  <inkml:trace contextRef="#ctx0" brushRef="#br0" timeOffset="7336.03">25651 12647 2144 0,'-2'-13'0'0,"-2"4"0"0,1 2 0 0,0-1 0 0,-2 7 0 0,3 1 0 0,-3 4 0 0,-1 13 0 0,-2 4 749 0,-1 14-346 0,-1 2-187 0,-3 10-90 0,-2 6 167 0,-1 8-293 0,-2 6 0 0,-5 13 0 0,2-3 0 0,-1 4 0 0,-2-1 0 0,4-1 0 0,1 6 0 15,5-22 0-15,4-5 0 16,2-3 0-16,1-5 0 0,4-8 0 0,-1 4 0 31,4-20 0-31,0-8 0 0,0-4-747 0,0-11 288 0,0-3 211 0,2 0 96 0,6-5-596 0,4-17 355 0</inkml:trace>
  <inkml:trace contextRef="#ctx0" brushRef="#br0" timeOffset="7506.74">25870 12852 3030 0,'-2'0'0'0,"0"0"0"0,2 0 0 0,0 0 0 0,0-2 0 0,0 2 0 0,2 0 0 0,5 0 0 0,7 0 0 0,0 0 312 15,6 0-137-15,6 0-61 0,1 2-430 0,1-2 176 0,3 0 89 0,0 1-756 16,-2 0 416-16,3 2 214 0,-12-1 98 0</inkml:trace>
  <inkml:trace contextRef="#ctx0" brushRef="#br0" timeOffset="7668.3">25952 13137 1866 0,'-12'1'0'0,"3"4"0"15,0-1 0-15,5 0 0 0,1 1 0 0,3 1 411 0,0-4-188 0,13 1-93 0,7 1 829 16,6-4-617-16,1 0-342 31,4 0 0-31,-5 0 0 0,3-2 0 0,-2-5 0 0,0 3 0 0,1-3 0 0,-6 3 0 0,1-3 0 0,-4 1-701 0,0 2 196 0,-6 0 271 0</inkml:trace>
  <inkml:trace contextRef="#ctx0" brushRef="#br0" timeOffset="9030.67">26856 12789 1157 0,'0'-3'0'0,"0"-2"0"0,2-1 0 0,-1 1 0 0,0-2 0 0,0 1 0 0,4-4 151 0,-2 3-57 0,-2-2-28 0,3 0 0 0,-1-1 19 0,-3 2-47 0,2-1-1 0,0 1 0 0,0 1-9 0,1 1 9 0,-2-2 10 0,1 3-33 0,-1-2 24 0,-1 4-1 31,0-2-26-31,0-1 26 0,0 5 10 0,0-4-10 0,0 4-21 0,0-1 15 16,0 1 5-16,0-2-9 0,0 3-26 0,0-2-13 16,0 2 42-16,0 0-5 0,0-3-32 15,0 3 31-15,0 0 4 0,0-2-69 0,0 0 26 0,0 0 1 31,0 1-40-31,0-4 29 0,-1 2-9 0,-1-3 43 0,1 3-34 0,-4-4 1 0,3 2 26 0,0-1-13 16,-1 0 39-16,-1-1-29 16,1-1-6-16,-3 0 4 0,3 2 64 0,-2-1-29 15,-1 2 5-15,2-2-9 32,-1 2 10-32,0 0-31 0,0 0 53 0,-1 0 3 0,2 3-37 0,-1-2-10 0,0 1 38 0,-1 0 0 15,4 1-23-15,-4 1-1 0,3 0 1 0,-4 1-5 16,3 0 3-16,-1 0-3 0,0 7 13 0,-2 2-6 15,2 6-5-15,-1 2 35 0,0 4 1 16,2 3-35-16,-2 8 107 0,-1 4-41 0,2 0-31 31,0 3-1-31,2 6 74 0,0 5-45 0,-1 3-27 0,4 6 9 0,0-6 28 0,0 2-32 47,0-3 0-47,0 2-60 0,5-5-10 0,2 6 0 0,-2-14 0 0,2-4-107 0,-4-3 57 0,0-1 44 0,-1-1-75 16,-2 4 62-16,0-9-4 0,-2-3 1 0,-8 2-135 0,-3 1 76 0,-1-2 10 0,-5 4 25 0,1-10-162 0,0-2 87 31,-2-3 34-31,3-2 25 0,-3-5-129 0,-2 2 68 0,6-9 47 0,-2 0-282 16,2 0 160-16,2-4 81 0,1-8-156 0,-3-4 109 15,8-3 68-15,0-4 29 47</inkml:trace>
  <inkml:trace contextRef="#ctx0" brushRef="#br0" timeOffset="9215.59">26459 13029 2901 0,'-14'-7'0'0,"1"1"0"0,2 4 0 0,5-1 0 0,0 1 0 0,4 2 0 0,2 0 0 0,0 0 0 0,7 0 450 0,10 5-206 16,3-1 92-16,6 0-336 0,4-1 0 0,3-2 0 16,-1 1 0-16,4-2 0 15,3 0 0 1,-4 0 0-16,-1 0 0 0,0 0 0 0,-2 0 0 0,2 0-395 15,3 0 30-15,-11 0 189 16,0 0 106 0,-5 0-976-16,-1 0 505 0</inkml:trace>
  <inkml:trace contextRef="#ctx0" brushRef="#br0" timeOffset="10058.44">27233 12256 2005 0,'-1'-2'0'16,"-3"-2"0"-16,-2 0 0 0,3 3 0 0,-3 1 0 0,1 0 0 0,-1 0 0 0,-2 9 0 0,-1 3 541 15,0 3-257 1,-2 6-124-16,0-1-172 0,-3 8 24 0,1 2 1 0,-5 4 32 0,7 1-280 0,-3 5 135 0,2 1 69 0,1 4 33 0</inkml:trace>
  <inkml:trace contextRef="#ctx0" brushRef="#br0" timeOffset="10630.59">27414 12759 1034 0,'-14'0'0'0,"2"2"0"0,-3 5 0 0,-1 0 0 0,-4 9 0 0,0 2 0 0,-1 8 623 47,-2 3-294-47,0 10-146 0,-1 2 487 0,1 7-308 0,10-6-167 0,5 1-79 0,5-4 160 0,3 1-133 0,0-3-143 0,10 2 0 0,7-13 0 0,5-1-4 16,5-2-4-16,0-5-606 15,4-1 325-15,3 0 172 16,-5-10-343-16,1 0 243 0,-1-7 3 0,1 0 100 0</inkml:trace>
  <inkml:trace contextRef="#ctx0" brushRef="#br0" timeOffset="11258.9">27853 12922 1427 0,'-4'-22'0'0,"-1"1"0"0,0 4 0 0,-1-1 0 0,0-5 0 0,-4 7 0 0,3 0 0 0,-2 2 296 16,0 0-130-16,-2 4-65 0,-1-1-3 46,-2 8-36-46,-1 0 1 0,0 3-27 0,-3 4 56 0,1 9-28 0,-2 4 9 0,5 1-37 0,2 1 48 0,4-1-24 0,3 3-1 0,3-3-36 16,0-1 23-16,2-2-9 0,0-1-1 0,8-4-126 0,3-1 63 31,2-3 32-31,4 0-88 0,-1-6 40 0,3 0 35 0,-2 0 1 0,2-2-209 0,-4-5 109 16,1-1 25-16,-1 1 0 16,-4 0 28-16,-1 0-5 0,-2 0 27 0,-1 2 312 15,0 2-153 1,-4 0-70-16,1 0-36 0,-2 2 362 0,-1 1-182 0,-1 0-59 15,2 12 186-15,-2 2-151 0,0 6-70 0,0 2-35 0,0 5-10 0,0 3-62 16,0 7 0-16,0-1 0 0,0 3-28 0,0 3-37 16,0-1 51-1,0 0-273-15,0 2 171 0,0-9 58 0,-5-3-155 0,-3-2 80 32,-1-5 60-32,-3-4-24 0,-4-1 107 0,-1-8-23 0,0-8-1 0,-3-3-22 0,0 0 123 0,-2-2-71 15,2-10-21 1,1-6-1-16,3-5 242 0,4-1-91 0,1 0-74 0,4-7 73 0,5 6-64 0,2-2 5 15,2-1-26-15,7 1-154 0,8 0 65 16,3-5 49-16,2 8-400 0,5-2 188 31,0 3 100-31,5 0 25 0,1 4-563 0,2-5 289 0,-1 9 157 0,-1 0 74 0,4 4-228 0,-3 3 152 0,-2-2 75 16,5-1-339-16,-12 5 212 0,-1 0 101 0,-5-1 55 0,-3 3 36 31,-5-2 47-31,-2 1 0 0,-7 2 101 0,-2 0-87 0,0 3-25 0,-3-2-1 0,-8 2 593 0,-2 0-319 16,-1 0-144-16,-2 5-34 15,-2 5 382-15,1 2-156 0,-1 3-137 0,-2 6 489 16,6-4-317-16,-1 4-154 16,5 0-77-16,1 0 175 0,3 0-127 0,0 4-80 0,4-6-376 0,2 2 151 15,0-1 90-15,3 1 45 0,11-3-812 16,-1 3 438-16,7-8 204 0,-1-1 88 0</inkml:trace>
  <inkml:trace contextRef="#ctx0" brushRef="#br0" timeOffset="11477.34">28281 13035 1490 0,'0'-9'0'0,"0"1"0"0,1-1 0 0,2 4 0 0,0-1 0 0,2 5 163 0,-1-1-63 0,5 2 463 0,-2 0-264 16,1 2-121-16,3 8-76 0,-3-1 85 0,1 4-74 0,-4 1-39 0,0 1 0 15,-1 4-96-15,-2-3 24 0,-2 5 1 0,0-2 34 16,-8 0-150-16,-3 2 76 0,-3-1 45 0,-1-1-93 0,-4-2 60 15,3-2 31-15,-4-1-423 0,2-3 205 16,-1 0 42-16,3-3 76 0,3-7-384 0,0-1 221 16,6 0 110-16,4-6 55 0,3-11-476 0</inkml:trace>
  <inkml:trace contextRef="#ctx0" brushRef="#br0" timeOffset="11610.85">28357 13041 1430 0,'5'-2'0'0,"-2"-4"0"0,-2 4 0 0,2 0 0 0,-1 2 0 0,-2 0 0 0,0 0 0 0,0 10 700 0,0-3-336 0,-2 7-164 0,-2 1-82 0,2 2 378 31,1 1-230-31,1 0-105 0,0 1-384 0,0-2 129 16,3 0 66-16,6 1-311 0,5 0 197 0,1-5 85 0,3-2 46 0,2-1-839 0,1-7 439 15</inkml:trace>
  <inkml:trace contextRef="#ctx0" brushRef="#br0" timeOffset="11784.6">28605 12980 2063 0,'0'-9'0'0,"0"1"0"0,0-1 0 0,0 4 0 0,0 0 0 0,7 5 0 0,-1 0 0 0,1 0 0 0,4 12 0 0,-2 3 626 0,2 4-285 0,-3 5-158 0,2 2 133 0,-4 1-140 0,-3 4-70 0,-1-3-221 0,0 5 84 0,-2-3 30 0,0-2-1 16,0-1-148-16,-6-2 93 0,-2-1 46 0,-4 2 34 16,2-9-604-16,-4-5 231 0,1 0 179 15,3-5-659-15,-2-5 397 0</inkml:trace>
  <inkml:trace contextRef="#ctx0" brushRef="#br0" timeOffset="11978.39">28865 12891 1837 0,'7'0'0'0,"7"0"0"0,-4 0 0 15,5 0 0-15,1 5 0 0,-3 7 697 0,1 2-331 0,0 6-156 0,-2 1-91 16,-4 6 178-16,0 2-130 15,-4 4-66 1,-4 5-32-16,0 5-1 0,-1-3-68 0,-13 0 0 0,-5 1 0 0,-4 1-22 0,-1-1-7 0,-6 3-676 0,2-9 365 16,-1-1 189-16,-5-3 93 0</inkml:trace>
  <inkml:trace contextRef="#ctx0" brushRef="#br0" timeOffset="12245.37">29375 13191 3269 0,'0'-2'0'0,"0"-3"0"0,0 0 0 0,0 2 0 0,0 3 0 0,0-2 0 0,1 2-221 0,2 0 94 0,-2 0 45 16,1 0 211-16,1 0-90 0,-1 0-34 0,-1 2 1 16,0 4-861-16,1 0 409 15</inkml:trace>
  <inkml:trace contextRef="#ctx0" brushRef="#br0" timeOffset="12896.13">30042 12937 697 0,'4'-15'0'0,"2"-2"0"0,0 5 0 0,0-5 0 0,4-2 0 0,-6 2 0 0,-1-2 0 0,-2-1 0 0,1 1 519 0,-2 0-242 31,0-6-111-31,0 4-70 0,-9 4-5 0,-4-1-27 0,0 2-1 0,-7 1-55 0,-4 3 8 0,1 4 20 0,-5 7-7 0,-2 1 7 15,1 0 0-15,-1 7-1 16,-4 7 49-16,12 1-48 16,3 3 0-16,7 2 0 0,5-1 81 0,6 1-41 15,1 2 10-15,0-3-51 0,7-2 36 0,9-2-1 0,2-2-34 0,4-2-35 47,2 1 44-47,-2-5-9 0,0 0 10 0,-2 1-10 0,-1-4 0 0,-2 2-1 0,3 3 58 0,-8-2-34 16,0-2 1-16,0 5-25 0,-4 0 191 0,-4 2-95 15,1 7-39-15,-3 2-32 0,-2 2 28 0,0 6-88 0,-9 5 0 0,1 4 0 32,-6 8 0-32,6-2 0 0,-3-1 0 0,-2 3 0 0,6-2 0 0,-4-1 0 0,3 3 0 0,0-9 0 15,-1-6 0-15,1-2 0 16,-4-3-274-16,-4 1-19 16,2-10 136-16,-2-9-40 0,-2-1 35 0,-2-5 63 0,-1-2 31 0,-5 0 125 15,5-4-43-15,0-13-24 0,2-3 206 0,0-7-116 16,2-2-58-16,2-5-38 0,10 1 223 0,5-1-87 15,0 2-65-15,5-1 17 0,12 3 79 0,4-6-12 32,6 8-57-32,3 0-129 0,5 2 41 0,3-1 1 0,3 1 40 0,8-3-542 0,-8 6 260 15,0 2 105-15,1 2-693 0,1 0 399 32,0 1 201-32,0-3 90 0,-9 4-513 0,-7-5 329 0</inkml:trace>
  <inkml:trace contextRef="#ctx0" brushRef="#br0" timeOffset="13027.43">30350 12687 865 0,'0'-13'0'0,"0"2"0"0,-4 2 0 0,1 1 0 0,-1 4 613 0,-2 2-289 0,1 2-145 0,-1 0-71 0,-5 11 358 0,0 4-206 0,-2 5-117 0,-2 3 340 32,4 5-223-32,-5 0-113 0,2 4-64 0,-2 4-328 0,7-5 132 0,2 1 74 0,2 0-888 0,5 0 481 0,0 5 250 0,0-9 111 0</inkml:trace>
  <inkml:trace contextRef="#ctx0" brushRef="#br0" timeOffset="13212.3">30421 12987 2734 0,'-15'0'0'0,"0"0"0"0,3 0 0 0,-2 0 0 0,-2 6 0 0,3 5 0 0,0 3 0 0,-2 3 0 0,3 6 289 0,3 1-126 0,-4 5-54 0,8 1 126 15,2-2-100-15,1 2-49 0,2-2-324 0,0-1 136 0,0-1 79 0,2-6 24 16,4-3-662-1,4-4 348-15,-1-4 174 0,3-5 88 16,2-4-808-16,-4 0 416 0,2-7 204 0,-2-12-121 0,0-1 180 0</inkml:trace>
  <inkml:trace contextRef="#ctx0" brushRef="#br0" timeOffset="13395.2">30474 13118 1059 0,'15'-14'0'0,"-4"2"0"0,2 4 0 0,3 1 0 0,-1 5 0 0,1-1 0 0,5 3 390 0,-4 0-181 15,1 3-87-15,2 9 353 0,-3 2-220 0,-1 6-110 16,1-1-45-16,-10 0 54 0,-2 4-59 0,-3 0-30 15,-2 1-56-15,-2 3 8 0,-10-3 19 0,-8-4-1 16,-3 2-146-16,-5-3 73 0,-1-2 37 0,-5 0 9 16,4-8-239-16,2-1 133 15,-1-7 55 1,5-1-466-16,3 0 207 0,-1 0 127 0,10-9 62 0,7-4-408 0,5-10 243 16,0-3 121-16,7-4-159 0</inkml:trace>
  <inkml:trace contextRef="#ctx0" brushRef="#br0" timeOffset="13547.81">30747 13039 2151 0,'0'-4'0'0,"0"3"0"0,0 0 0 0,0-1 0 0,0 2 0 0,-5 0 0 0,-6 4 320 0,-2 7-147 0,-1 9-68 0,-2 1 686 0,0 2-400 0,1 4-391 0,3 1 0 0,4 0 0 0,5 1 0 0,3 0 0 0,0-4 0 15,15-1 0-15,5 0 0 0,7-7-1 0,5-6-1031 0,7-5 534 0,-1-1 267 16</inkml:trace>
  <inkml:trace contextRef="#ctx0" brushRef="#br0" timeOffset="13872.74">31013 12971 1800 0,'2'-8'0'0,"-1"1"0"0,3 0 0 0,4 2 0 0,-1 3 0 0,1 2 0 0,3 0 0 0,2 9 650 0,-1 6-306 0,2 4-146 0,0 4-85 0,-3 2 91 16,3 0-84-16,-7 4-42 0,0-1-2 15,-2 3 10-15,-3-8-50 0,-2 1 0 0,0 0-120 16,-2-1 60 0,-14-2 30-16,-2 1-350 0,-4-3 185 0,-1-4 98 0,-6-1 48 15,1 1-774-15,-1-6 338 0,0 3 197 0,8-7 113 16</inkml:trace>
  <inkml:trace contextRef="#ctx0" brushRef="#br0" timeOffset="14310.39">31320 13271 1886 0,'9'-13'0'0,"6"-1"0"0,0 0 0 0,1-1 0 0,-3 0 0 0,-1-1 0 0,0-3 0 0,-2 1 0 0,-1 1 0 0,-3 1 219 0,-4 0-91 0,0-1-46 16,-2 2-5-16,0 0 9 16,-2 7-50-16,-10 4 0 0,0 0-86 0,-4 4 42 0,-2 4 1 0,-4 12 6 15,2 4 14 1,1 4-1-16,2 3 24 0,2 5 0 0,1-1 1 0,4 3 8 15,5-3 71-15,1-5-44 16,3 1-30-16,1 0-20 0,0-3 34 0,0 2-17 0,4-9 11 0,8-2-15 16,4-3-74-16,1-7 38 0,3-5 0 0,3 0-138 15,-4-3 80-15,2-11 43 0,-1-6 15 0,-2-4-125 16,-1-5 47-16,0-2 44 47,-4-3-235-32,-4 0 123-15,1-5 28 0,0-1 42 0,-1 0-115 0,1-10 69 0,0 6 48 0,-3-4 0 32,5 1-53-32,-2-1 46 0,3-5 14 0,-4 17 155 0,1 7-61 0,-6 6-31 0,-3 13 0 0,1 4 246 0,-2 4-147 0,0 2-61 0,0 17 529 0,-3 7-275 0,-4 7-84 0,-5 3-86 0,4 7 448 0,-3 1-270 15,1 3-129-15,0 0-144 0,1 2-22 0,-2-1 0 32,4 7 0-32,0-10 0 0,2 0 0 0,0-3 0 15,2 0 0-15,3-2-36 0,-2 0-225 0,2-12 144 0,0-4-425 0,0-5 281 16,5-6 48-16,5-4 101 0</inkml:trace>
  <inkml:trace contextRef="#ctx0" brushRef="#br0" timeOffset="14505.58">31763 13118 2069 0,'5'-17'0'0,"4"8"0"0,4 4 0 0,2 2 0 0,-1 3 0 0,0 0 0 0,-4 6 514 0,-1 5-240 0,0 4-109 0,-4 2 314 15,-3 2-221 1,-2 5-111-16,-2 0-122 0,-11 1-25 0,-2 4 0 0,-5-3 0 15,-2-2-134-15,-1 0 78 0,-2-1 45 0,-1-2 24 16,-3 2-465-16,6-7 239 0,3-2 125 0,3-5-8 16,2-3-660-16,1 1 351 15,8-7 190-15,6-3-276 0,0-13 228 0,4-4 113 16</inkml:trace>
  <inkml:trace contextRef="#ctx0" brushRef="#br0" timeOffset="14653.19">32097 13008 2200 0,'3'-4'0'0,"-3"0"0"0,0 2 0 0,0 2 0 0,0 0 0 0,-4 2 279 0,-8 14-126 0,-7 8-58 0,-3 5 726 0,-4 6-438 16,2 8-383-16,-2 6 0 0,3-4 0 0,9 3 0 31,1-1 0-31,9-5 0 0,4-1 0 0,1 1 0 0,18-15 0 0,11-5 0 0,9-6 0 0,10-5 0 16,6-2 0-16,9-3-1277 0</inkml:trace>
  <inkml:trace contextRef="#ctx0" brushRef="#br0" timeOffset="15139.12">29443 13722 1620 0,'-29'-18'0'0,"7"1"0"0,5 2 0 0,2 6 0 0,6 3 0 0,6 2 0 0,-1-1 0 0,4 3 0 0,11-1 569 0,22 1-266 0,15 2-134 0,19-2-66 0,21 2 445 0,7 0-260 0,14 0-127 0,15 0 9 0,26 2-170 16,23 5 0-16,32 2 0 0,-12-6 0 31,14 3 0-31,2-2 0 0,3 1 0 0,16 1 0 0,-56 2 0 0,-2 1 0 0,-11 1 0 15,-11 0 0-15,-19 0 0 0,6-3 0 0,-40-3 0 0,-10-1 0 16,-8-3 0-16,-15 0 0 0,-10 0 0 0,-14 0 0 31,-27 0 0-31,-11 0 0 0,0 0 0 0,-19-2 0 0,-14-3 0 0,-13 0 0 16,1 3 0-16,-6-1 0 0,-3 3-399 0,-9 0-117 0,-3 0 240 16</inkml:trace>
  <inkml:trace contextRef="#ctx0" brushRef="#br0" timeOffset="16053.48">30706 13851 1580 0,'0'-22'0'0,"0"6"0"0,0 3 0 16,2 1 0-16,-1 8 0 0,1 3 0 0,-2 1 0 0,1 0 296 0,0 7-129 0,1 10-56 0,1 3 392 0,1 8-234 0,1 7-115 15,-2 4-59-15,-1 2 281 0,5 7-160 0,-4-7-94 16,0 1-80-16,1 0-42 0,-1-1 0 0,0 1 0 15,3 4 0-15,-3-10 0 0,2-2 0 0,-3-5 0 16,-1-6 0-16,1-4 0 0,1-1 0 16,-2-12 0-16,-1-6 0 0,0 0 0 0,0 0 0 0,0-3-33 31,0-13-69-31,-6-1 9 0,-3-4-92 0,-3 0 65 0,0-5 44 0,-3 0-5 0,-1 1-62 0,-4-3 53 16,0 0 27-16,-3 4-1 0,-2 0-5 0,-4 0-8 15,0 10 40-15,0 3 144 16,-3 4-72-16,-2 5-35 15,2 2-1-15,-3 7 364 0,8 12-188 0,6 3-81 16,5 5 366-16,5 2-460 0,6 2 0 0,3 3 0 0,2-5 0 0,10-2 0 16,15 1 0-1,7-7 0-15,6-2 0 0,4-2 0 0,2-10 0 0,2-5 0 0,3-2 0 47,3 0 0-16,1-8 0-31,10-8 0 0,-7-5 0 0,-1-6 0 0,-1-2-294 0,-3-5 73 0,-5-3 92 0,-1-1 37 16,-14 4 70-16,-9 7-15 0,-10 5 0 0,-9 3 1 0,-3 8 199 0,0 3-109 0,-1 5-41 0,-10 3 278 0,0 0-147 0,-1 5-85 0,-2 7 6 16,4 3 14-16,3 2-79 0,2 0 0 0,3 3 0 0,2 1 0 15,0-2 0-15,0 3 0 0,2-7 0 0,9 0 0 16,0 0 0-16,6-5 0 0,2-2 0 0,1-1 0 0,4-7 0 16,0 0 0-16,1 0-155 0,-2-7 62 15,6-5 1-15,-8-5-31 0,2-2 27 0,-2-3 29 31,-2-3 14-31,0-1 16 0,0-1-9 0,-6 8 9 0,-6-1 94 0,-2 4-47 16,-4 5-23-16,-1 3-1 0,0 3-32 0,0 2 9 0,0 3 0 0,-5 0 605 16,0 5-257-16,0 9-311 15,1 1 0-15,2 7 0 0,2 2 0 0,0 1 0 0,0 5 0 0,5-1 0 16,4 4 0-16,2-2 0 16,6-3 0-16,3 1 0 0,2-2 0 0,4 0 0 15,8-3-36-15,-4-7-319 16,4-3 129-16,2-4-928 0,-1 0 559 0,-1-6 279 0</inkml:trace>
  <inkml:trace contextRef="#ctx0" brushRef="#br0" timeOffset="16665.4">26638 13670 2299 0,'-22'-12'0'0,"0"3"0"0,15 8 0 0,5 1 0 0,2 0 0 0,10 0 0 0,22 0 0 0,12 1 0 0,14 3 372 0,13-4-168 0,10 0-84 0,11 0 456 0,8 2-270 0,24 0-252 0,-10 0-54 15,6 2 0-15,5-1 0 0,-2 1 0 0,-4-2 0 0,10 1 0 16,-29-2 0-16,1 3 0 16,-4-4 0-16,-5 1 0 0,-12 1 0 0,1 2 0 0,-29-2 0 0,-7 1 0 15,-12 3-9-15,-8-3-506 16,-14 3 240-16,-5 0 109 0,-6-5 69 0,-19 3-255 0,-10 0 157 0,-9 2 79 0,-6-1-115 16,-9 4 88-16,-1-1 58 15,-7 1 24-15,-10 2 0 0</inkml:trace>
  <inkml:trace contextRef="#ctx0" brushRef="#br0" timeOffset="17131.43">27510 13972 1237 0,'-7'-18'0'15,"-2"0"0"-15,-1 6 0 0,-2-3 0 0,1 6 0 0,-3 3 0 0,0 0 363 0,-4 5-164 0,6 1-81 0,-3 0 406 0,6 0-249 16,2 10-120-16,4 7 58 0,1 4-89 16,2 5-44-16,0 5 9 0,2 2 171 0,6 3-112 15,6 3-56-15,1 1-38 0,-3 2-54 0,4 5 0 16,-3-4 0-16,-2 1 0 0,0 4 0 0,-6 0 0 15,-4 1 0-15,1 7 0 16,-2-10 0-16,0-2 0 0,-8-6 0 0,-7-1 0 16,3-8 0-16,-5 2 0 0,3-14-183 0,-3-8 34 15,2-7 39-15,-2-2 52 0,4 0-704 0,-6-6 354 16,3-8 191-16,-1-6 90 0,1-1-497 0,-4-5 293 0,1-2 148 16,-4-7-201-16,3 2 178 0,-3 0 94 15,1-2 35-15,-3 4 130 16,0-6-71-16,3 11 9 0,3 2 217 0,1 2-126 0,2 5-59 0,4 0-30 15,4 0 661-15,6 9-288 0,2 2-192 16,5 0 66-16,14 2 443 0,11-2-323 0,7-1-153 0,5 6 139 16,5-2-155-16,4 0-78 0,4 2-436 0,-1 0 179 15,8-1 99-15,-10 1 36 0,-2 1-876 16,1 0 461-16,-5 0 229 0</inkml:trace>
  <inkml:trace contextRef="#ctx0" brushRef="#br0" timeOffset="17306.99">27768 13837 2294 0,'-5'-17'0'0,"-1"0"0"0,4 10 0 0,1 7 0 0,1 0 0 0,0 0 0 0,-2 0 146 16,2 7-46-16,0 8-37 0,0 1-141 0,0 5 57 15,0 0 28-15,0 5 1 0,0 1-568 0,2-2 284 16,-1 0 145-16,3-3 72 0</inkml:trace>
  <inkml:trace contextRef="#ctx0" brushRef="#br0" timeOffset="17543.04">28002 14043 2199 0,'-9'4'0'0,"2"1"0"0,-4 5 0 0,0 7 0 0,-2 6 0 0,-1 7 0 0,2 4 780 0,0 7-372 0,4-1-187 0,1 4-83 15,7-7-195-15,0-3 47 32,1-2 23-17,11-4-1-15,4-5-265 0,2 0 154 0,-2-11 62 0,4-6-802 0,1-4 427 0,0-2 214 47,-1-2-720-47,2-7 432 16</inkml:trace>
  <inkml:trace contextRef="#ctx0" brushRef="#br0" timeOffset="17783.52">28171 14184 1446 0,'0'-4'0'0,"0"-1"0"0,0 1 0 0,0 3 0 0,0 1 0 0,-4 0 0 0,1 8 409 0,-1 7-187 0,3 4-93 0,-4 3-37 0,5 2 270 0,0 1-163 16,0 1-81-16,0-2-41 15,3 5-177-15,4-8 64 0,5-3 35 0,2-4-195 16,1-4 116-16,2-4 58 0,3-3-354 0,-1-3 202 0,1-4 74 0,-3-13 63 31,2-5-331-31,-4 0 166 0,0-2 74 0,-6-1 50 16,-2 2 168-16,-1 3-64 0,-4 1-30 0,-1 7-1 0,0-2 425 0,-1 8-223 15,0 3-116-15,0 3 426 16,-4 0-205-16,-2 9-133 0,-1 6 53 0,4 5-98 0,0 3-43 16,2 2-1-16,1-1-151 0,0 1 53 0,0 1 36 15,0-4-9-15,5-3-553 0,4-1 290 16,1-1 145-16,0-6 72 16,0 0-800-1,2-6 404-15,-5-3 199 0,0-2-252 0</inkml:trace>
  <inkml:trace contextRef="#ctx0" brushRef="#br0" timeOffset="17928.81">28605 14096 2151 0,'10'-7'0'16,"-3"-1"0"-16,7 6 0 0,1 2 0 0,0 0 0 0,2 14 316 0,-2 6-141 0,-1 10-69 0,-1 5 243 0,-3 4-156 0,-3 10-70 0,-3-6-48 16,-4 7 241-16,0 1-189 0,-11 0-127 0,-7 5 0 15,-4-12 0-15,-4-1-48 0,-4-3 25 0,-4-1-827 16,1-2 443-16,-9 7 230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57" units="1/cm"/>
          <inkml:channelProperty channel="Y" name="resolution" value="1820.3889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12-21T01:22:39.2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14812 5561 915 0,'-20'-7'0'0,"1"0"0"0,5 2 0 0,5 2 0 0,2 2 173 0,4-1-67 0,-3-2-25 16,6 4-9-16,0-3 321 0,0 3-177 0,0 0-89 15,0 0 158-15,0 0-113 0,2 0-73 0,4 0 95 16,0 0-78-16,2 0-39 15,3 0 0-15,3 0 84 0,-1 0-67 0,2 0-28 16,0 0 0-16,1 3 97 0,0-2-63 0,4 5-21 16,-2-3-10-16,0 0-39 0,2-1-30 0,2 1 0 15,-2-3 0-15,5 3 0 0,-2-3 0 16,4 0 0-16,-1 0 0 0,2 0 0 16,-1 0 0-16,7 0 0 0,-4 0 0 0,2 0 0 15,-2 0 0-15,3 0 0 0,1-3 0 0,4 3 0 0,-4 0 0 0,0-3 0 31,1 1 0-31,0 2 0 0,1-3 0 0,5 3 0 0,-8 0 0 0,1 0 0 16,0 0 0-16,0 0 0 16,-1 0 0-16,6 0 0 0,-6 0 0 0,-1 0 0 0,3 0 0 15,1 0 0-15,2 0 0 0,4 0 0 0,-4-3 0 0,-1 2 0 0,2-1 0 16,2-1 0-16,-1-1 0 16,10 0 0-16,-7-1 0 15,1 1 0-15,4-3 0 0,1 1 0 0,1 1 0 0,7-2 0 16,-11 4 0-16,0 1 0 0,0 0 0 0,1 0 0 0,8-1 0 15,-11 3 0-15,4 0 0 0,1 0 0 0,2 0 0 16,1 0 0-16,7 0 0 0,-10 0 0 16,2 0 0-16,1 0 0 0,-2 0 0 0,1 0 0 0,8 0 0 15,-7 3 0-15,-2 0 0 0,4 0 0 0,1 0 0 16,-1 2 0-16,8-2 0 16,-13 1 0-16,4-2 0 0,0-1 0 0,3 2 0 0,1-3 0 15,14 0 0 1,-14 0 0-16,2 0 0 0,2 0 0 0,0 0 0 0,0 0 0 15,7 0 0-15,-10 0 0 0,1 0 0 0,2 0 0 0,1 0 0 16,-3 0 0-16,9 4 0 0,-16 1 0 0,2-2 0 16,0 3 0-16,2-1 0 15,2-1 0-15,6 2 0 0,-11-3 0 0,-2-1 0 16,2 1 0-16,0 0 0 0,0 1 0 0,6-2 0 0,-10 0 0 0,4-1 0 16,-1 3 0-16,3-2 0 0,-3-1 0 0,8 4 0 15,-12-5 0-15,4 0 0 16,-4 0 0-16,2 0 0 0,-2 0 0 15,9 0 0-15,-12 0 0 0,-2 0 0 0,2 0 0 0,-5 0 0 16,2 0 0-16,3 0 0 16,-14 0 0-16,0 0 0 0,-1 5 0 0,-2-1 0 15,3-1 0-15,-10-1 0 0,-2 1 0 0,0 0 0 16,-2-2 0 15,-1 2 0-31,-2-1 0 0,-5 0 0 0,-3-2 0 16,-3 1 0-16,-1-1 0 0,-2 0 0 0,0 0 0 0,0 0 0 0,-2 0 0 0,-7 0 0 0,-5 0 0 15,-3 0 0-15,-2 0 0 0,-1 2 0 16,1 2 0-16,-1 2 0 0,-2 3-970 0</inkml:trace>
  <inkml:trace contextRef="#ctx0" brushRef="#br0" timeOffset="488.64">17529 3299 1540 0,'-20'-11'0'0,"0"1"0"0,0 2 0 0,7 5 0 0,5 0 0 0,3 2 0 0,2 1 0 0,3 0 605 15,0 0-273-15,0 0-152 0,5 0-71 0,12 0 201 16,5 0-136-16,3 0-68 0,4 0-25 0,2 0 57 0,1 0-51 16,0 0-24-16,1 0-218 0,0 0 96 0,4-1 59 0,-7-1-187 15,-3-2 113-15,2 3 55 0,-4-2 30 16,1-1-645-16,-8 2 317 0,-3 1 68 15,-5 1 109-15,-4 0-497 0,-5 0 300 0</inkml:trace>
  <inkml:trace contextRef="#ctx0" brushRef="#br0" timeOffset="673.82">17573 3477 2152 0,'-16'1'0'0,"0"2"0"0,7-2 0 0,0 1 0 0,6-1 0 0,1-1 0 0,2 3 0 0,0-3 388 0,5 3-185 0,12-3 361 15,3 1-266-15,5-1-132 0,3 0-64 0,3 0-44 16,-1 0-58-16,0 0 0 0,1 0 0 0,-2 0-10 16,-1 0-104-16,4 1 86 0,-6-1 28 0,0 2-604 15,-2-2 320-15,-2 0 162 0,-2 0-722 0,3 0 363 16,-8-2 226-16</inkml:trace>
  <inkml:trace contextRef="#ctx0" brushRef="#br0" timeOffset="941.03">17858 3082 1019 0,'-16'-6'0'0,"1"1"0"0,4 1 0 0,1 1 0 0,6 2 664 0,4 1-313 0,0 0-157 15,6 0-77-15,13 0 149 0,5 3-104 0,6 3-67 16,5 2-29-16,2-1 271 0,5 2-149 0,0-1-76 16,5-2-110-16,-8 5-9 15,1-2 45-15,2 0 0 0,-1 3-205 0,-4-4 103 16,5 6 61-16,-12-3-124 0,-7 2 82 0,-4 3 42 15,-9 0-10-15,-5 1-35 0,-3 7-26 0,-4-2 36 16,-18 2-60-16,-6 4 179 16,-5 2-67-16,-7 2 0 0,-6 4 189 0,6-4-103 15,-5-1-30-15,-2 2-101 0,3-1 19 0,-1-5 29 16,-3 5 33-16,12-11-548 0,6-7 246 0,8-5 123 0,10-9 52 0,10 0-320 16,0-6 161-16,16-14 104 0</inkml:trace>
  <inkml:trace contextRef="#ctx0" brushRef="#br0" timeOffset="1275.93">18518 3098 2316 0,'0'0'0'0,"0"0"0"0,0-2 0 0,0 0 0 0,0 1 0 0,0-1 0 0,4 2 0 0,5-2 377 0,5 0-159 0,1 2-96 15,9 0 71-15,4 0-78 0,5 0-38 0,1 0-1 0,9 0-149 16,-5 6 50-16,-2 5 30 0,-4 2 1 0,-3 4-108 0,-6 4 69 15,-3 5 43-15,-15 4-244 16,-5 3 135-16,0 3 67 0,-19 4-50 0,-9-1-7 0,-4 4-24 16,-4-7 44-16,-2-3 436 0,-2-2-201 0,-1-2-92 15,2-1-48-15,-1 1 529 0,13-11-414 16,5-3-143-16,7-7 0 0,9-4 0 0,4 1 0 16,2-2 0-16,2-1 0 0,17 0 0 0,7-2 0 0,2 2 0 15,4-2 0-15,4 0 0 16,-1 0 0-16,-1 0 0 0,-1 0 0 0,1 0 0 15,-4 0 0-15,6 0-143 0,-10 0-207 16,-4 0 124-16,-4 0 94 0,-2 0-431 0,-5 0 262 0,0 0 123 0,-10 0-170 16,1 0 156-1,-2 0 77-15,0 0-428 0</inkml:trace>
  <inkml:trace contextRef="#ctx0" brushRef="#br0" timeOffset="1464.93">18637 3323 1568 0,'-30'-6'0'0,"5"3"0"0,8 1 0 0,0 2 0 0,10 0 0 0,7 0 0 0,0 0 890 16,0 0-432-16,9 0-214 0,8 5-97 0,5 4 409 16,3 0-488-16,3 0-68 78,1 2 0-78,2-4 0 0,2 5 0 0,-2-2 0 0,-1-1-233 0,-2 1-133 0,0 0 201 0,-2 0-443 0,4 1 332 0</inkml:trace>
  <inkml:trace contextRef="#ctx0" brushRef="#br0" timeOffset="1830.35">19120 3050 1810 0,'1'0'0'0,"1"0"0"0,0 0 0 0,1 2 0 0,2 1 0 0,2-2 0 0,2 2 668 0,3 0-315 0,6-3-150 0,1 0-88 16,6 0 67-16,3 0-73 0,5 0-37 0,-1-3 1 0,5-6 5 15,-5 0-8-15,2 0-34 0,-3-2-317 0,-3 2 158 0,0-1 80 16,-2 2-539-16,-8-1 304 16,-5 4 158-16,-1 0 10 0,-7 3-636 0,-2-1 356 15,-2 1 167-15</inkml:trace>
  <inkml:trace contextRef="#ctx0" brushRef="#br0" timeOffset="2048.96">19212 3171 924 0,'-10'2'0'0,"0"-2"0"0,2 2 0 0,3-2 0 0,-1 0 0 0,1 3 142 16,5-3-53-16,0 0-27 0,0 1 346 0,9-1-186 15,4 2-84-15,1 0 50 0,2-1-76 0,1 0-37 16,-3 3-1-16,4 0-149 0,0 0 65 0,-3 1 19 15,-4 2-1-15,1 1-188 0,-2-3 108 0,-4 4 54 16,2-2 36-16,-2 0-99 0,-4 0 40 0,-1-1 36 16,-1-1-294-16,0 2 143 0,-1-2 7 15,-8-5-105-15,-3 3 109 0,0-3 54 0,-2 0 28 16,0 0-289-16</inkml:trace>
  <inkml:trace contextRef="#ctx0" brushRef="#br0" timeOffset="2280.19">19389 3026 881 0,'0'0'0'15,"0"0"0"-15,2 0 0 0,-2 0 0 0,0 2 0 0,0 3 596 0,2 5-280 0,-2 4-140 0,1 6 164 16,1 6-143-16,1 5-85 0,0 4 183 0,2 3-129 16,2 7-65-16,-2-1-32 0,1 7-52 0,-1-6 20 15,-2-3-1-15,-1 1 0 0,-1-3-186 0,-1 0 93 16,0 0 56-16,0-12 14 0,-8-1-173 0,-1-8 99 15,-3-2 28-15,1-5-112 16,-5 0 17-16,5-11 61 0,-1-1-262 0,-1 0 147 0,2-10 72 16,3-6 37-16,-1-7-365 15,8-3 205-15,1-6 98 0</inkml:trace>
  <inkml:trace contextRef="#ctx0" brushRef="#br0" timeOffset="2451.57">19709 2938 940 0,'2'0'0'0,"2"0"0"0,2 0 0 0,-3 1 0 0,2 3 0 0,-4 3 590 0,1 3-277 0,0 4-138 0,-2 4 289 16,0 4-205-16,0-1-115 15,-8 8-38-15,-3 0-35 0,2 0 0 0,-5 1-35 16,1 1-251-16,2-9 121 0,-1 2 66 16,0-7 31-1,2-1-605-15,2-5 319 0,-1 0 168 0,7-11 72 0</inkml:trace>
  <inkml:trace contextRef="#ctx0" brushRef="#br0" timeOffset="2607.51">19816 3009 1874 0,'3'0'0'0,"1"0"0"0,-3 0 0 0,0 0 0 0,0 0 0 0,2 6 0 0,-3 3 0 0,0 5 327 0,0 4-146 0,-5 3 124 16,-4 6-135-16,-5 3-67 0,0 7-24 0,-6-3-20 0,3 3-23 0,-3-1 0 15,-1 0 1-15,0-3-258 0,0 1 137 16,2-10 56-16,3-4-590 0,3-6 328 15,5-3 124-15,3-9 94 0</inkml:trace>
  <inkml:trace contextRef="#ctx0" brushRef="#br0" timeOffset="2799.52">19791 3191 2081 0,'0'2'0'0,"0"-2"0"0,0 0 0 0,0 4 0 0,2 1 0 0,-2 6 0 0,2 2 390 0,-1 3-178 63,1 9-78-63,-2 0 217 0,0 9-157 0,0 2-79 0,0 4-40 15,0 0-20-15,0 6-10 0,-3-8-8 0,-2 0-306 0,0-2 153 0,-1-4 76 0,-2 3 47 0,4-14-529 0,-3-5 279 16,3-6 140-16,-2-4-607 0,4-6 322 0,-3 0 167 0,5-4 96 0,0-16-297 0,0-6 193 0</inkml:trace>
  <inkml:trace contextRef="#ctx0" brushRef="#br0" timeOffset="3222.07">20059 2926 1994 0,'10'-9'0'0,"-1"3"0"15,2 0 0-15,-3 6 0 0,1-3 0 0,-3 3 0 0,1 0 0 0,-4 6 0 0,2 3 218 0,-4 5-91 0,2-1-36 0,-2 2 142 0,0 1-98 0,-1 1-49 16,0 0-181-16,0 0 66 16,0 3 42-16,0-3-10 0,-1-3-387 0,-3 0 210 15,-1-1 105 1,-1-3 53-16,-1 3-481 0,0-6 246 0,-2-2 121 0,2-2-149 0,-3-3 122 15,0 0 61-15,1 0 20 0,-2 0-102 0,1 0 72 16,1 0 34-16,-2-3 92 0,4-2-27 0,-5 2-10 16,5 2-20-16,-2 1 344 0,2 0-172 0,-1 0-85 0,1 0-44 15,1 7 490-15,1 1-244 0,0-1-61 0,4 5 159 16,-2-1-157-16,2 2-69 31,1-1-49-31,0-1 2 0,0-2-1 0,1 2-40 0,6-4-206 0,3 0 111 0,2-4 44 0,1-3 25 16,2 0-391-16,2 0 208 0,4-7 96 0,-1-6 63 15,-1-4-467-15,4-3 224 0,-1 0 101 16,-2 0 60-16,3-3 30 0,2 0-10 0,-6 5 40 16,-2 0 13-16,-1 5-13 15,-2 2-1-15,-2 1 436 0,-1 3-227 0,-5 3-100 0,-3 3-54 16,-2 1 374-16,2 0-190 0,-3 7-35 0,0 2-59 16,0 2-16-16,0 2-28 0,-7 1 1 15,1 0-373-15,0 0 172 0,-3 3 95 0,1-5 26 16,0 5-584-16,-2-5 275 0,-3 0 159 0</inkml:trace>
  <inkml:trace contextRef="#ctx0" brushRef="#br0" timeOffset="3368.06">19992 3335 1332 0,'-10'3'0'16,"-1"3"0"-16,6 0 0 0,-1-4 0 0,4 1 0 0,2-3 0 0,0 2 0 0,5-2 158 0,6 0-66 0,6 0-28 0,2 0 108 0,2-2-69 15,3-3-24-15,-5-1-9 0,4 0-307 0,-1 1 137 16,-5-1 68-16,-1 2-547 0,1 2 308 15,-2 1 145 1</inkml:trace>
  <inkml:trace contextRef="#ctx0" brushRef="#br0" timeOffset="3571.58">20081 3468 731 0,'-7'0'0'0,"4"3"0"0,-4-3 0 0,4 0 0 0,0 3 0 0,0-3 117 0,3 0-40 15,0 1 0-15,-2-1 126 0,2 2-88 31,0-2-39-31,0 1-1 0,0 2-1 0,0 0 0 0,2 1-29 0,-2 0-8 0,3-1 33 0,-3 2 0 0,0 0-33 0,0 2-102 16,0-2 60-16,0 0 16 0,0-1 0 0,0-1-130 16,0 2 77-16,0-2 40 0,0 0-215 15,0-2 93-15,0-1 64 0,-3 0 2 0,3 0-121 0,0 0 52 16,0 0 41-16,0 0 6 16,0-1-224-16</inkml:trace>
  <inkml:trace contextRef="#ctx0" brushRef="#br0" timeOffset="4359.85">20014 3549 227 0,'-1'4'0'0,"-1"-2"0"0,-1 1 0 0,3-1 0 0,-1 2 226 0,-1 0-95 16,0-2-48-16,2 5 243 0,0-2-149 15,0 1-71-15,0 2-35 0,0-2 122 0,0 4-79 0,0-1-30 16,0 0-46-16,0 2-1 0,0 0-1 0,0-1 0 16,0-1-81-16,0 2 50 47,0-1-9-47,0 1 40 0,0-5-44 0,-1 3 1 0,-3-4 43 0,3-1-76 0,-2 0 33 0,1-4-20 15,1 0-19-15,1 0 15 0,0-6 0 0,0-3 15 0,0-7 28 0,1 3-16 0,5-4 4 16,3-1-1-16,0 1 86 0,2 0-36 0,-1 4-2 15,0 0-34-15,1 2 134 0,0 0-60 16,-2 5-34 0,4 0 64-16,-4 3-48 0,-1 1-8 0,3 2 0 0,-3 0 75 0,-3 5-42 0,1 7-33 0,-5 6 79 15,2 0-51-15,-3 1-27 16,0 3 0-16,0-2-4 0,0 1-22 0,-3-3 0 0,0-1 0 16,-1-2-93-16,2-4 46 15,-1-1 32 1,1-1-127-16,2-6 71 0,0-3 36 0,0 0-306 0,2 0 154 15,7-15 47-15,5-6 50 0,2-5-271 0,4-4 145 0,0-8 72 16,1-6 35-16,8-7-185 0,-4 3 115 0,3-8 53 0,1-6 28 16,3-4-39-16,-1 0 33 15,5-7-10-15,-8 19 209 0,-3 4-84 0,-5 7-42 0,-3 11 154 0,-5 6-98 16,-1 6-57-16,-9 18-16 0,-2 2 421 0,0 0-205 16,0 2-51-16,-6 11-69 0,-7 4 234 15,1 3-146 1,-1 3-68-1,-2 4-34-15,-1 5 122 0,2 2-78 0,0 2-29 0,2-3 108 0,2 1-78 0,3-1-39 0,3-3 35 0,0 0-37 0,1 2-31 0,3-6-43 16,0-3 0-16,1 0 0 16,10-1 0-16,5-4 0 0,1 4 0 0,-2-7 0 31,4 1 0-31,-3-2 0 0,1 1-26 0,-5 2 0 16,1 3 7-16,-7-4-82 0,-5 2 40 0,-1 2 32 0,0 0-27 0,-6 4 22 0,-8-6-14 0,-4 3 35 15,-1-6-6-15,-4 3 4 0,0-7-10 0,-1 4 3 16,-1-7 50-16,3-7 0 15,0-1-37-15,-1 0-3 0,3-1 73 0,-4-13-31 16,10-2 1-16,4-2 91 0,2 0-58 16,1-2-29-16,6 6 81 0,-3-1-116 0,4 3 0 0,0 3 0 15,4 4 0-15,8-1 0 0,5 3 0 0,5-1 0 16,4 4 0-16,5 0 0 0,4 0 0 0,4 0 0 16,6 1 0-16,5 5 0 15,-4 0 0-15,3 3 0 0,2 0 0 0,1 2 0 0,-4 3 0 0,5 1-466 16,-15 2 58-16,-4 0 186 0,-4 0-666 0,-7 1 426 15,-1 2 212-15</inkml:trace>
  <inkml:trace contextRef="#ctx0" brushRef="#br0" timeOffset="4500.89">21261 3810 3225 0,'0'0'0'0,"-3"-4"0"0,3 1 0 0,0-2 0 0,5 2 0 0,10-1 0 0,-1-2 200 15,5-3-83-15,2-2-33 0,0-2-924 16,2 0 403-16</inkml:trace>
  <inkml:trace contextRef="#ctx0" brushRef="#br0" timeOffset="16506.28">15010 8981 1060 0,'-9'0'0'0,"-2"0"0"0,0 0 0 0,3 0 0 0,0 0 0 0,-1 0 0 0,3 0 215 0,1 0-89 0,2 0-45 16,2 0 319-16,0 0-181 0,-2 0-82 0,3 0-54 15,0 0 169-15,3 3-108 0,4-3-53 16,6 0-17-16,6 0 275 0,2 0-156 0,3 0-77 16,4 0 175-16,4 0-191 15,5 0-100-15,-1-3 0 0,4 3 0 0,4-3 0 16,6-1 0-16,2-1 0 0,14 2 0 0,-4-2 0 16,6 1 0-16,2 1 0 0,3 0 0 0,0 2 0 0,11 0 0 15,-14-2 0-15,-2 1 0 0,-3 2 0 0,-3 0 0 16,-4 0 0-16,6 0 0 0,-17 0 0 0,-1 0 0 15,-4 0 0-15,1-4 0 0,-3 3 0 16,2-3 0-16,-12-1 0 0,-6 2 0 0,-2-3 0 16,-6 3 0-16,-5 0 0 0,1 0 0 0,-7 1 0 15,-3 1 0-15,-2-2 0 0,0 1 0 0,0 2 0 16,0 0 0-16,0 0 0 0,-2 0 0 16,0 0 0-16,-1 0 0 0,2 0 0 0,-1 0 0 15,-1-1 0-15,1-1 0 0,1 2 0 0,-4-3 0 16,4 0 0-16,-1-1 0 15,1 4 0-15,-2-5 0 0,1 5 0 0,0-5-132 0,-1 3-289 0,0 0 183 16,-2-1-939-16,-1 3 570 0</inkml:trace>
  <inkml:trace contextRef="#ctx0" brushRef="#br0" timeOffset="17473.59">19304 8932 1255 0,'-5'0'0'0,"-5"-2"0"0,5-1 0 0,0 1 0 0,0 0 0 0,4 0 0 0,1 2 160 0,0 0-62 0,0 0-20 0,9 0 306 16,10 0-173-16,5 0-86 0,8 6 100 0,7-3-93 16,6 2-38-16,6-1-9 0,4-3 191 0,7 3-119 0,7-2-60 0,7 1-29 15,14-3 180 17,-4 0-110-32,6 0-50 0,5 0-76 0,1 0-12 15,-3 0 0-15,11-3 0 0,-28 1 0 0,3-3 0 0,-3 1 0 0,-4-1 0 0,-3-2 0 16,5-1 0-16,-24 3 0 0,-6-1 0 0,-6 0 0 0,-6 3 0 15,-5-1 0-15,-1 2 0 0,-11-1 0 16,-7 3 0-16,-4 0 0 0,-4 0 0 0,-1 0 0 16,-1 0 0-16,0 0 0 15,0 0 0-15,-1 0 0 0,-1 0 0 0,0 0 0 0,1 0 0 0,-1 0 0 0,1 0 0 16,1 0 0-16,-3 0 0 0,2 0 0 16,0 0 0-16,-1 0 0 0,-1 0 0 0,1 0 0 31,1 0-150-31,-1 0-48 0,2 0 87 0</inkml:trace>
  <inkml:trace contextRef="#ctx0" brushRef="#br0" timeOffset="45625.63">7928 14679 1221 0,'-14'-4'0'0,"-1"3"0"0,2-1 0 0,1 1 0 0,2-2 0 0,-1 3 0 0,3 0 0 0,1 0 0 0,0 0 319 0,1 0-130 0,1 0-80 16,1 0 187-16,3 0-129 15,1 0-63-15,0 0 144 0,0 0-95 0,0 0-61 0,0 0-27 0,0 0 68 16,0 0-47-16,1 0 0 0,3 0-37 0,5-1 151 16,0-1-80-16,3-1-40 0,2-4-1 0,0 2 56 15,3-1-135-15,0-2 0 16,1 1 0-16,2 1 0 0,1-3 0 0,2 3 0 0,3-2 0 15,-1-1 0-15,0 1 0 0,2 0 0 16,2 0 0-16,0-1 0 0,7 1 0 0,-6 1 0 16,-1 3 0-16,1-1 0 15,0 0 0-15,-1 1 0 0,4-1 0 0,-8 2 0 16,0-2 0-16,-2 1 0 0,2 0 0 0,0 0 0 0,0-1 0 16,-4 3 0-16,0-2 0 0,-1 3 0 0,-1-4 0 15,1 5 0-15,5-3 0 0,-6 3 0 16,1 0 0-16,3 0 0 0,-1 0 0 0,-3 0 0 15,8 0 0-15,-7 0 0 0,0 0 0 0,2 0 0 16,1 0 0-16,-1 0 0 0,6 0 0 0,-6 0 0 16,2 0 0-16,2 3 0 15,0-3 0-15,5 5 0 0,-3-3 0 0,0 3 0 16,2 0 0-16,0-1 0 0,0 0 0 0,5 5 0 0,-5-1 0 0,2-1 0 16,-3 2 0-16,2 0 0 15,0-1 0-15,5 4 0 0,-7-3 0 0,3-1 0 16,0 2 0-16,1 0 0 0,3-3 0 0,4 3 0 0,-6-1 0 15,1-4 0-15,1 2 0 16,1-2 0-16,4 2 0 0,5-2 0 0,-8 1 0 16,1 0 0-16,0-1 0 0,3-1 0 0,1 2 0 15,6-2 0-15,-9-1 0 0,1-1 0 0,0 2 0 16,0-2 0-16,3 1 0 0,3-1 0 0,-8 2 0 0,0-2 0 0,3-1 0 16,0 1 0-16,3 0 0 0,5-2 0 0,-5 0 0 15,0 0 0-15,3 0 0 16,-4 0 0-16,4 0 0 0,7 0 0 0,-10 0 0 15,-1 0 0-15,-1 0 0 0,5 0 0 0,-2 0 0 16,10 0 0-16,-12 0 0 0,2 0 0 0,-2 0 0 16,5 0 0-16,-3 0 0 0,9 0 0 0,-9-2 0 15,1 0 0-15,1 1 0 0,2-1 0 16,3 0 0-16,6-1 0 0,-12 2 0 16,1-2 0-16,1 1 0 0,0 0 0 0,9 0 0 15,-16-1 0-15,4 1 0 0,0 0 0 0,2 2 0 16,-1-2 0-16,5-1 0 15,-12 2 0-15,3-1 0 0,-2 1 0 0,3-2 0 0,0 0 0 0,4 2 0 16,-8-2 0-16,1-1 0 0,1 3 0 0,3-4 0 16,-2 4 0-16,6-3 0 0,-9 1 0 0,-1 1 0 15,0 0 0-15,-1-1 0 16,-1 1 0-16,7 1 0 0,-10 0 0 0,1-1 0 0,1-1 0 16,0 3 0-16,2-1 0 0,6 1 0 15,-8 0 0-15,0-1 0 0,2 1 0 0,2-2 0 16,-1 1 0-16,7-2 0 0,-7 2 0 0,0-1 0 15,5 1 0-15,0-2 0 0,2 0 0 0,9-1 0 16,-12 2 0-16,2-1 0 0,0 0 0 0,-4 2 0 16,3-2 0-16,5 1 0 0,-9 1 0 0,-1 1 0 15,1-1 0-15,4 1 0 16,-1-3 0-16,10 3 0 0,-10-1 0 0,1 0 0 16,0-1 0-16,3 0 0 0,-3 0 0 0,10 0 0 0,-13 2 0 15,1-3 0-15,0 3 0 0,1 0 0 0,7 0 0 0,-9 0 0 16,-1 0 0-16,3 0 0 15,-3 0 0-15,0 0 0 16,8 3 0-16,-10-1 0 0,-1 2 0 16,1-1 0-16,2-2 0 0,1 2 0 0,6-2 0 0,-5 0 0 0,0 1 0 0,3-2 0 15,-1 0 0-15,1 0 0 0,6 3 0 78,-9-3 0-78,2 0 0 0,-1 0 0 0,-2 0 0 0,1 0 0 0,8 0 0 0,-11 1 0 0,1 0 0 0,-1 1 0 0,0 0 0 0,2-1 0 16,2 3 0-16,-8-2 0 0,-1 1 0 0,0 0 0 0,1-2 0 0,0 2 0 0,3 0 0 0,-7-2 0 0,2-1 0 0,-2 2 0 0,3-2 0 16,-1 0 0-16,5 0 0 0,-10 0 0 0,0 1 0 0,0-1 0 15,-2 1 0-15,-1 2 0 0,4 0 0 0,-4-2 0 16,-3 4 0-16,3-5 0 0,-2 4 0 0,2-1 0 16,2 1 0-16,-5-3 0 15,0 4 0-15,1-1 0 0,-2 0 0 16,0 0 0-16,4-1 0 0,-7 0 0 0,0 1 0 0,-1-2 0 15,-2 2 0-15,0-1 0 0,1 1 0 0,-4-3 0 16,-2 0 0-16,0 2 0 0,-2-2 0 0,2-1 0 16,-5 1 0-16,-2-1 0 0,0 0 0 0,-1 0 0 15,-1 0 0-15,2 0 0 0,-3 0 0 0,0 0 0 16,0 0 0-16,0 0 0 0,0 0 0 16,0 0 0-16,0 0 0 0,0 0 0 15,0 0 0-15,-3 0 0 0,2 0 0 0,1 0 0 0,-2 0 0 16,2 0 0-16,-1-1 0 0,1 0 0 15,-2-6 0-15,-1 2 0 0,0 1 0 0,-2-1-322 16,-2 4 85-16</inkml:trace>
  <inkml:trace contextRef="#ctx0" brushRef="#br0" timeOffset="50910.35">17845 14601 1794 0,'0'0'0'0,"-1"0"0"0,1 0 0 0,0 0 0 0,-2 0 0 0,2 0 0 0,0 0 0 0,0 0 353 0,0 0-158 0,0 0-79 16,0 0-39-16,0 0 285 0,2 0-154 15,2 0-89 1,6 0 203-16,0 0-143 0,5 0-70 0,2 1-36 0,2-1-49 0,4 5-24 31,3-3 0-31,6 2 0 0,4 1 0 0,7 1 0 0,1-1 0 0,5 0 0 0,5-2 0 0,3 1 0 0,6-2 0 16,11-2 0-16,-5 0 0 0,2 0 0 0,4 0 0 16,0-2 0-16,5-2 0 0,7 0 0 15,-15 1 0-15,5 2 0 31,0-1 0-31,4 1 0 0,-2 1 0 0,11 0 0 0,-15 0 0 0,3 0 0 0,4 0 0 0,2 0 0 0,1 1 0 16,12 1 0-16,-18-1 0 16,1-1 0-16,7 3 0 0,2-3 0 0,3 1 0 0,8 1 0 15,-13 0 0-15,2 3 0 0,6-3 0 0,4 3 0 0,3-3 0 16,10 0 0-16,-19-1 0 0,4 5 0 0,6-2 0 31,1 3 0-31,1 0 0 0,10-1 0 16,-17 0 0-16,8 1 0 0,3-1 0 0,3-1 0 0,0 1 0 0,16-1 0 15,-17-5 0-15,2 5 0 0,2-4 0 0,4 3 0 0,3-1 0 0,14 1 0 16,-24-4 0-16,4 2 0 0,8 0 0 16,3-1 0-16,1-1 0 0,11 0 0 0,-19 0 0 0,6 0 0 15,2 0 0-15,1 2 0 0,2 0 0 16,15 0 0 0,-26 0 0-16,0 2 0 0,3-1 0 0,4 2 0 0,9 1 0 0,-26 0 0 15,3-2 0-15,4 4 0 0,1-1 0 0,-3 0 0 16,4 2 0-16,-16-3 0 0,4 2 0 0,4-1 0 15,-3 0 0-15,-5-1 0 16,8 2 0-16,-19-1 0 0,1-1 0 0,-4 2 0 0,-8 0 0 0,0-1 0 31,0 2 0-31,-15-4 0 0,-1 5 0 0,-6-2 0 0,-8 1 0 16,-4-1 0-16,-5-1 0 0,-14 0 0 0,-6-1 0 0,-5 1 0 0,-5-3 0 16,-5 1 0-16,-1-2 0 0,-6-3 0 0,0 0 0 15,0 0 0-15,-1 0 0 0,-14 0 0 0,-6 0 0 78,-6 1 0-78,-7 7 0 0,-5 3-673 0,-9 6-72 0</inkml:trace>
  <inkml:trace contextRef="#ctx0" brushRef="#br0" timeOffset="61946.5">15827 11065 1920 0,'-11'0'0'0,"1"0"0"0,-1-1 0 0,5-1 0 0,1 1 0 0,1 1 0 0,2 0 258 0,2 0-111 16,0 0-47-16,0 0 70 0,10 0-67 0,8 0-34 0,3 0 0 16,3 0 162-16,4 0-90 0,0 0-57 0,0 0-22 15,2 0-1-15,-4 0-26 0,1 0-100 16,1 0 60-16,-7 1 15 0,-1 5 0 15,-2 0-43 1,-4 1 34-16,-4 5 0 0,0 0 43 0,-8 8 53 0,-2 0-41 0,-3 4-1 0,-16 8-68 0,-5 4 103 16,-4 5-39-16,-5-4-5 0,-2 3 90 0,1-2-136 15,-2 0 0-15,2-4 0 16,-3 7 0-16,9-16 0 0,6 1 0 0,3-6 0 0,6-7 0 16,4 2 0-16,5 1 0 0,4-8 0 0,0 0 0 15,9-2 0 1,5 3 0-16,6-2 0 0,4 1 0 0,1-3 0 0,3-1 0 0,1-1 0 15,2-1 0-15,2 1 0 0,-6-3 0 16,-1 0 0-16,-1 0 0 0,-2 0 0 0,-2 0 0 0,0 0 0 16,-8 0 0-16,-2 0-85 0,-5 0-210 0,-3 0 132 15,-1 0 51-15,-1 0-541 0,-1 0 314 0,0 2 152 16,-6-2-189-16,-4 0 170 16,-2 0 85-1</inkml:trace>
  <inkml:trace contextRef="#ctx0" brushRef="#br0" timeOffset="62166.53">15742 11373 1865 0,'-22'-12'0'16,"7"5"0"-16,2 3 0 0,8 1 0 0,-1 0 0 0,6 2 0 0,0 1 967 0,8 0-466 0,11 0-233 0,6 0-117 0,6 0 28 47,2 0-179-32,4 4 0-15,-1 3 0 16,1 0 0-16,-1 4 0 0,6-1 0 31,-8-2 0-31,-1 2 0 0,0 0 0 0,0 2 0 0,-4-3-74 0,6 3 23 0,-12-1 38 0,0-4-979 0,-5 0 479 0,0-3 238 0,-4 0 120 16</inkml:trace>
  <inkml:trace contextRef="#ctx0" brushRef="#br0" timeOffset="70613.06">16783 10816 1677 0,'-4'-15'0'0,"-1"0"0"0,0 9 0 0,4 2 0 0,-1 1 0 0,2 3 0 0,0 0 0 0,0 0 0 0,0 8 439 0,0 8-202 31,0 4-100-31,0 6 101 0,-1 3-101 0,-4 6-42 0,0-3-34 0,-1 5-52 0,-5 1 26 0,3-2 1 16,-3 0 0-16,-1 5-239 0,1-8 115 0,0 0 62 15,-3-4-173-15,1-3 118 0,1-5 58 16,0 2-617-16,2-14 309 0,3-6 150 15,0-3 59-15,4-1-419 0</inkml:trace>
  <inkml:trace contextRef="#ctx0" brushRef="#br0" timeOffset="70781.98">16805 10939 1473 0,'9'-8'0'63,"1"1"0"-63,3 2 0 0,-1 3 0 0,4-1 0 0,4-2 0 0,-2 4 0 0,1 0 693 0,3-1-328 0,-1 2-165 0,-1 0-82 0,2 0 156 0,-5 0-123 0,-3 0-58 0,2 0-404 15,-5 0 173-15,2 2 88 0,-1 0 51 0,-4 3-368 0,-3-2 201 0,0 1 102 0</inkml:trace>
  <inkml:trace contextRef="#ctx0" brushRef="#br0" timeOffset="70952">16881 11134 2348 0,'-4'3'0'16,"0"5"0"-16,1 0 0 0,-2 2 0 0,4-1 0 0,-3 4 0 0,1-1 0 0,0 2 0 0,2 0 266 0,-2-1-106 0,3 4-310 0,-1-4 92 0,1 1 47 15,0 0 23-15,0-2-237 0,0 1 140 0,0-4 55 16,0-4 33-16,0 1-576 0,0-4 294 0,1-2 146 16,2 0 77-16,1 0-452 15,-1-8 236-15,-2-8 118 0</inkml:trace>
  <inkml:trace contextRef="#ctx0" brushRef="#br0" timeOffset="71140.89">16847 11145 293 0,'-6'-11'0'0,"2"-1"0"0,-3 0 0 0,6 4 0 0,1 2 0 0,0 0 436 0,0 4-200 0,1 0-100 16,10-1-42-16,2 1 284 0,8 2-172 0,2 0-85 15,1 0 231-15,1 2-159 0,4 3-70 0,-3 0-48 32,2 3 9-32,-3-2-25 0,0 5 1 0,1-2-176 0,-8 0 71 0,-1 2 40 0,-4 0 1 0,-4 0-35 15,-2 3 38-15,0 0 8 0,-7 3 28 16,0-3-94-16,0 1 0 0,-7 0 39 0,-3 2-154 0,-1 0 80 15,0-3 12-15,-3-1-293 0,1-2 170 16,0 0 84-16,1-2 43 0,-1-2-416 16,3-3 233-16,-1 0 113 0</inkml:trace>
  <inkml:trace contextRef="#ctx0" brushRef="#br0" timeOffset="71656.13">16875 11278 1075 0,'-14'0'0'0,"2"0"0"0,0 0 0 0,4 0 0 0,3 0 0 0,3 0 0 0,2-2 210 15,2-2-87-15,11 0-35 0,7 0-9 0,3-2 194 16,2 3-119-16,-1-2-59 0,0 3-198 0,4-3 79 16,-7 5 25-16,1-3-334 0,-4 1 185 0,-2 2 91 15,-3 0 46-15,2 0-251 0,-8 0 130 0,-6 0 67 16,-1 10-30-16,0-3 143 0,-4 3-53 0,-9 0-9 16,-4 1-21-16,-1-1 140 0,-2 0-70 0,0 2-35 15,3-3 318-15,-1 1-171 0,3-3-34 0,2-1-57 16,3-1 203-16,2 1-112 15,0-2-47-15,4-1-97 0,3 1 0 0,1-1 32 16,0-2 0-16,0 3-84 0,3-1 50 0,5 0-8 16,2 0 43-16,-2 1-45 0,0 0 22 0,0 1 0 15,0 1-53-15,-2 1 27 16,-1 0-9-16,-3-2 115 0,2 4-47 0,-3-1 0 0,2 2-43 0,0-1 120 16,-1-1-51-16,-1 1-25 0,1 1 23 0,1-2-89 15,0 6 19-15,0-4 49 0,2-1-13 0,-2 3-190 31,2-1 90-31,-1 0 44 0,-1 2-91 0,-1-2 48 0,-1 1 36 0,-1 0-118 16,0 0 66-16,0-1 34 0,-10 0-17 0,-3-2 73 16,-4-1-41-16,-1 1-22 0,-5-3 17 0,-4-4 175 15,-1 1-88-15,-1-3-29 0,-1 0-23 0,-1 0 170 16,3-8-87-16,2-4-19 0,-2 1 43 16,10-2-25 15,4 2-30-31,5 1 167 0,2-1-91 0,6 4-47 0,1 1-14 0,0 0 97 0,8 2-64 0,12 3-33 0,3 1 1 0,7 0 110 0,3 0-63 15,1 0-44-15,2 5-2 0,3 4-71 0,-1 4 4 16,5-2-2-16,-8 0-426 0,3 3 191 0,0 1 136 16,0-1-372-16,-1 0 235 0,4 0 64 0,-7-4 79 15,-3-2-635-15</inkml:trace>
  <inkml:trace contextRef="#ctx0" brushRef="#br0" timeOffset="71932.53">17651 10769 1840 0,'-7'0'0'0,"1"0"0"0,1 0 0 0,-1 0 0 0,-1 11 0 0,-1 3 141 0,-5 8-43 16,-2 5-35-16,-1 8 529 0,-6 8-277 0,-3 8-140 0,-3 6-69 0,-3 3-32 15,6-7-10-15,2-6-28 0,-1-5 0 0,3-1-390 16,3-9 195-16,0 5 106 0,7-17-627 0,2-5 359 78,1-6 178-62,5-8-662-16,-1-1 384 0</inkml:trace>
  <inkml:trace contextRef="#ctx0" brushRef="#br0" timeOffset="72021.82">17403 11113 1386 0,'11'0'0'0,"-2"0"0"0,2 0 0 0,5 0 0 0,-2 0 0 0,3 0 0 0,0 8 387 15,3 0-175-15,3 0-89 0,4 3-34 0,-2-1 447 0,-2 0-250 0,1-1-125 0,4-1-62 0,-5 0-173 0,5 0 64 0,-7-3 19 16,-3 0-588-16,1-2 307 16,-7 0 154-16,-1-3-671 0,1 0 388 0,-7 0 197 0</inkml:trace>
  <inkml:trace contextRef="#ctx0" brushRef="#br0" timeOffset="72182.39">17465 11332 1040 0,'-12'5'0'0,"2"2"0"0,3-1 0 0,0 3 0 0,7-4 264 0,0-1-114 0,2 0-57 16,13-1-28-16,3-2 463 0,3-1-236 0,3 0-133 15,-1 0-210-15,-1 0 43 0,0 0-1 0,-1-1-579 16,0-2 315-16,-4 2 147 0,-3-3 77 16</inkml:trace>
  <inkml:trace contextRef="#ctx0" brushRef="#br0" timeOffset="72403.85">17512 11487 1227 0,'-6'5'0'16,"2"0"0"-16,0-1 0 0,3 4 0 0,1-3 0 0,0 0 0 0,0-1 0 0,0 2 253 0,4-2-113 0,4 1-52 0,0 0 41 0,0 0-46 16,0 1-24-16,0 0-130 0,-1-1 49 0,-2 2 29 15,-1-2 0-15,-1 2-216 0,1-2 121 16,-2 2 68-16,-2-2 23 0,0 2-235 15,0-2 119-15,0-3 8 0,-7 4 46 0,-1-2-131 0,-3-4 82 16,-1 0 36-16,-1 0-27 16,0 0 31-16,-1-6 1 0,-1-5-113 15,3-4 76-15</inkml:trace>
  <inkml:trace contextRef="#ctx0" brushRef="#br0" timeOffset="72644.23">18121 10860 1293 0,'30'-12'0'0,"-5"0"0"0,-6 12 0 0,-1-2 0 0,-12 2 0 0,-4 0 0 0,-2 6 461 0,0 4-213 0,-3 1-106 0,-10 6 182 16,-5 2-149-16,-4 1-70 0,0 2-34 15,-3 1-64-15,0 0 29 0,-4 6 8 0,4-5-55 0,-2-1 23 16,5-1 1-16,2 2 22 0,2-2-118 0,0 2 68 16,7-5 21-16,5 2 0 0,3 0-49 0,3-1 40 15,0 1-36-15,0 6 31 16,2-5-36-16,4 1 22 0,0 2-23 0,0-1-128 0,-3 2 77 31,-1 3 40-31,-1-6-199 0,-1-3 114 0,0 2 51 0,0-4 30 16,-3-2-416-16,-3 0 211 0,-2-7 119 0,2-4 55 0,1-5-305 0</inkml:trace>
  <inkml:trace contextRef="#ctx0" brushRef="#br0" timeOffset="72796.6">17873 11285 2056 0,'0'-20'0'0,"8"3"0"0,2-3 0 0,3 6 0 0,3 1 0 0,4 2 0 0,4 6 0 0,4-1 0 0,4-1 0 0,-2 7 295 16,3 0-130-16,-2 0-65 0,0 0 88 0,-3 0-76 16,3 0-29-16,-7 3-547 0,-4 1 249 0,0 2 126 15,-4-2 62-15,1 3-363 16,-9-2 208-16</inkml:trace>
  <inkml:trace contextRef="#ctx0" brushRef="#br0" timeOffset="73026.12">18071 11382 1439 0,'-1'3'0'0,"-1"1"0"0,2 0 0 0,0 1 0 0,0 0 0 0,0 2 0 0,0-2 0 0,2 2 0 0,7-3 315 0,0 5-130 0,1-5-80 0,2 1-209 0,-1 1 70 16,0-2 34-16,1-1 1 0,-1 3-149 0,-1-1 87 0,-1 1 48 0,-4 0 25 0,-1 1-28 0,-2 3 24 15,0 0 8-15,-2 1 45 0,0 0-23 16,-2 0-73-16,-7 0 34 0,-4 1 144 0,1 0-70 15,-4-3-32-15,2-4-77 0,-1 1 19 16,2-4 33 0,-1-2 48-16,0 0-441 0,3 0 194 0,2-1 95 0,3-11 41 0,3-7-239 15,3-3 106-15</inkml:trace>
  <inkml:trace contextRef="#ctx0" brushRef="#br0" timeOffset="73169.45">18512 10902 1502 0,'14'-8'0'0,"1"4"0"0,3 2 0 0,-6 2 0 0,-2 0 0 0,-4 3 117 0,-1 8-40 31,-1 4-1-31,-1-1 417 0,-1 1-233 0,-2-1-112 0,0 3-231 0,0-2 59 0,0-1 30 0,1 3 8 0,3-4-701 0,0-2 361 0,3-2 181 0</inkml:trace>
  <inkml:trace contextRef="#ctx0" brushRef="#br0" timeOffset="73408.92">18799 10939 1068 0,'-9'4'0'0,"-3"0"0"0,-1 4 0 0,2 1 0 0,-3 3 0 0,-4 1 101 0,-2 4-33 0,-4 4 0 15,-4 3 171-15,-2-1-106 0,-1 1-49 0,-4 3-106 0,1-5 29 16,-3-1 0-16,2 0 38 16,10-10-109-16,5-5 50 0,9-3 25 0,5-3 0 15,4 0 73-15,2 0-15 0,0 0-9 0,16-2 135 0,7-4-79 16,5-1-40-16,8 2 100 0,-1-4-74 15,3 6-33-15,3-2-1 0,0-2 5 0,-2 3-1 16,7-1-28 0,-10 0-8-16,-1 2-185 0,-4 0 92 0,0 0 46 0,-5-2 22 0,2 4-674 15,-11 1 335-15,-6 0 131 0</inkml:trace>
  <inkml:trace contextRef="#ctx0" brushRef="#br0" timeOffset="73559.02">18450 11354 1591 0,'-12'3'0'0,"2"1"0"16,7 0 0-16,3-1 0 0,1 1 0 0,12-3 304 0,10-1-135 0,7 0-66 0,3 0 224 0,4-1-145 0,7-4-65 0,-5-3-45 15,-2-1-89-15,0 2 26 0,-2-1 0 16,-3 0 26-16,1 2-606 0,-11 0 299 0,-6 4 153 0,-6 0-699 16</inkml:trace>
  <inkml:trace contextRef="#ctx0" brushRef="#br0" timeOffset="73727.46">18637 11238 2142 0,'-2'5'0'16,"-4"0"0"-16,-1 2 0 0,2 5 0 0,3 0 0 0,1 5 0 0,-3 2 0 0,0 7 0 0,-3 4 325 0,0-1-150 0,-3 4-69 0,-1-1-26 0,-4 4-23 16,-1-1 1-16,-4 1-14 0,3-10-368 15,1 1 179 1,2-9 91-16,2 0-500 0,4-7 295 0,0-4 156 0,6-7 65 0,2-3-681 0</inkml:trace>
  <inkml:trace contextRef="#ctx0" brushRef="#br0" timeOffset="73857.46">18599 11468 1544 0,'5'0'0'0,"0"0"0"0,1 0 0 0,3 0 0 0,1 0 0 0,2 6 0 0,2 3 0 0,0 0 596 16,3 5-281-16,-1-1-140 0,4 5 178 0,2 0-150 15,-5-4-88-15,2 2-41 0,-2 0-501 0,0-3 231 16,-1-2 115-1,1-3 67-15,-2-3-372 0,-2-5 211 0</inkml:trace>
  <inkml:trace contextRef="#ctx0" brushRef="#br0" timeOffset="74035.94">19072 11113 2151 0,'17'-9'0'0,"0"-1"0"0,10 2 0 0,7 0 0 0,0 1 0 0,0 1 0 0,0 2 0 0,-2-1 502 0,-3 2-233 0,6 0-110 0,-11 0-66 16,-1 3-267-16,-2 0 105 0,-2 0 51 0,-3 0-338 31,0 0 203-31,-8 0 90 0,-3 3 48 0</inkml:trace>
  <inkml:trace contextRef="#ctx0" brushRef="#br0" timeOffset="74182.91">18994 11319 1787 0,'-4'5'0'16,"4"1"0"-16,0-1 0 0,2-1 0 0,17 0 0 0,9-3 0 0,5-1 346 0,5 0-156 0,6 0-70 0,-2 0-47 0,3 0 16 0,-1-1-28 15,-2-7 1-15,-4 0-289 0,-3 0 139 0,-12 2 57 16,-5-1 32-16,-7 1 1 16,-10 2 32-16</inkml:trace>
  <inkml:trace contextRef="#ctx0" brushRef="#br0" timeOffset="74390.32">19232 11154 1488 0,'-8'0'0'0,"1"0"0"63,2 0 0-63,3 6 0 0,2 3 0 15,0 7 0-15,0 6 0 0,7 8 0 0,0 5 629 0,4 14-289 0,-3-2-157 0,-2 7-74 0,1-2 270 0,-4 0-172 0,1-1-86 0,-2 0-44 0,-2-17-8 0,0-6-35 0,0-4 1 0,-8-6-44 0,-1-7 21 0,-7-3 10 0,2-8-193 0,-6 0 103 32,-1-4 50-32,-2-11 27 0,-2-6-450 0,-4-2 233 0,4-1 26 0,0-4 85 0,0-4-617 0</inkml:trace>
  <inkml:trace contextRef="#ctx0" brushRef="#br0" timeOffset="74882.14">20016 11269 865 0,'-19'-14'0'0,"0"-3"0"0,5 4 0 0,7 2 0 0,2-3 223 0,5 4-98 16,3 0-45-16,16 2 0 0,5 1 102 0,5-2-73 0,5 4-28 16,-1 2 255-16,1 3-150 15,-1 0-75-15,-5 12 114 0,5 3-85 0,-13 0-57 0,-6 9-24 0,-4 5 19 16,-9 4-1-16,-1 5-41 0,-6 3 9 16,-15 0-69-16,-5-2 31 0,-5-3-1 0,-2-1 30 15,-7-3-40-15,-3 2 9 0,3-13 31 16,-2-6-203-16,1-4 101 15,2-8 11-15,3-3-354 0,-1 0 172 0,17-14 112 0,6-9 18 0,9-4-337 0,5-8 204 16,11-3 103-16,16-8 41 0,5 5-369 0</inkml:trace>
  <inkml:trace contextRef="#ctx0" brushRef="#br0" timeOffset="75069.99">20342 11081 698 0,'6'-7'0'0,"-3"3"0"0,3 2 0 0,-5-1 0 0,1 3 0 0,-2 0 448 0,-2 9-206 16,-10 6-103-16,0 3-52 15,-5 6 537-15,1 1-286 0,-1 4-155 0,3 0 86 0,0 0-117 0,3 3-58 16,3-1 87-16,1 4-65 31,7-5-44-31,0-1 0 0,7-3-310 0,10-1 137 0,8-4 68 0,3 1 44 0,2-9-561 0,1-2 292 16,1-7 147-16,0 0 73 16,-1-4-835-16,2 0 409 15</inkml:trace>
  <inkml:trace contextRef="#ctx0" brushRef="#br0" timeOffset="75227.86">20661 11393 1554 0,'0'0'0'16,"0"0"0"-16,0 0 0 0,0 0 0 0,0 0 0 0,-2 0 296 0,1 5-131 0,-4 5 269 0,1 1-204 0,-3 5-97 0,-1 3-49 0,-4 3 78 0,1 3-63 0,-3 5-23 16,-2-1-9-16,4-4-370 0,0-2 169 0,1-2 85 46,-1-6-689-46,5 2 389 0,1-14 185 0,4-3 94 0</inkml:trace>
  <inkml:trace contextRef="#ctx0" brushRef="#br0" timeOffset="75363.35">20848 11136 2161 0,'8'0'0'0,"1"0"0"0,0 0 0 0,4 6 0 0,-4-3 0 0,0 5 0 0,-1 0 0 0,0 3 420 0,-1 0-192 0,2 2-88 15,-5 2-56-15,1 0-72 0,0 2 23 16,-1 0 1-16,4 1-623 0,-3-4 307 0,1 0 158 15,0-1 79-15,1-2-841 0</inkml:trace>
  <inkml:trace contextRef="#ctx0" brushRef="#br0" timeOffset="75558.5">21129 10971 1098 0,'0'-4'0'0,"-1"1"0"0,1 1 0 0,-1 2 0 0,1 0 622 0,-3 9-284 16,1 10-156-16,-3 12-73 0,-3 10 263 0,1 9-168 0,-5 7-85 0,-1 14 169 0,-1 2-131 16,-5 3-61-16,2 3-30 0,-2 1-197 15,1-3 83-15,-1 6 51 0,3-20-534 0,4-3 283 0,-2-4 142 0,4-6 71 0,3-4-762 0,0 0 331 16,4-21 220-16</inkml:trace>
  <inkml:trace contextRef="#ctx0" brushRef="#br0" timeOffset="75722.46">21424 11134 2163 0,'3'-9'0'0,"2"2"0"0,2 1 0 0,-1 4 0 0,1-1 0 0,1 1 0 0,-1 2 0 0,0-1 485 0,3 1-230 31,-3 0-110-31,3 0-54 0,1 0-511 0,1 0 228 0,2 3 123 0,-3 3-368 0,0 2 237 0</inkml:trace>
  <inkml:trace contextRef="#ctx0" brushRef="#br0" timeOffset="75974.86">21306 11506 2209 0,'-10'3'0'16,"1"0"0"-16,4 4 0 0,5-4 0 0,0 1 0 0,9-1 0 0,8-2 0 0,6-1 0 0,5 0 632 0,1 0-303 0,6 0-147 0,-2-4-73 15,3-3-396-15,1 0 161 110,5-4 89-110,-5 2 32 0,1 0-818 0,-4-2 421 0,-1 0 210 0</inkml:trace>
  <inkml:trace contextRef="#ctx0" brushRef="#br0" timeOffset="76085.59">21862 11078 1709 0,'0'-6'0'0,"2"-1"0"0,0 2 0 0,1-2 0 0,4 1 0 0,4 1 470 0,5-2-209 0,-1 2-117 0,9 4 486 0,2-4-298 15,5 2-148-15,4 3-75 0,5-3-193 0,-1 0 55 16,0 2 31-16,0 1-227 0,-3 0 130 16,-3 0 65-16,4 0 41 0,-18 0-666 0,-1 4 340 15,-7 2 170-15,-6 2 84 0,-5 4-800 0</inkml:trace>
  <inkml:trace contextRef="#ctx0" brushRef="#br0" timeOffset="76255.44">21798 11272 2008 0,'-7'0'0'0,"0"0"0"0,7-3 0 0,0 3 0 0,14-1 0 0,11 0 0 0,5-2 0 0,7-3 0 0,4 3 262 0,4-4-113 0,5-1 5 0,3 2-60 0,6-2-20 0,-9 2-10 0,-6 3-406 0,-7 0 189 15,-8 3 93-15,-11 0 48 0,0 0-608 0,-18 0 321 16,0 5 167-16</inkml:trace>
  <inkml:trace contextRef="#ctx0" brushRef="#br0" timeOffset="76379.28">22048 11269 1022 0,'-6'0'0'0,"1"0"0"0,-1 0 0 0,4 3 0 0,-1 0 0 0,3 1 0 0,-2 6 150 0,2-2-58 0,-3 6 200 0,3 2-133 31,-1 1-62-31,-2 6-31 0,1-1-289 0,-3 1 129 0,1 4 73 0,0-9 23 16,1 3-253-16,2-5 139 0</inkml:trace>
  <inkml:trace contextRef="#ctx0" brushRef="#br0" timeOffset="76560.25">22143 11319 1047 0,'0'0'0'0,"-2"0"0"0,2 0 0 0,-1 0 0 0,-1 4 238 0,1 3-107 0,-3 4-48 15,3 5 468-15,-1 3-258 0,1 5-130 16,1 3-55-16,0 2 192 0,0 0-134 0,0 1-65 0,3-2-326 0,6 1 139 16,4-5 56-16,-2-6 32 15,6-4-490-15,0-6 261 0,3-4 131 0,1-4 74 16,-1 0-290-16,3-10 82 0,0-7 110 0,-1-7-390 0,-1-2 238 16,2-6 110-16,-6-1-57 0</inkml:trace>
  <inkml:trace contextRef="#ctx0" brushRef="#br0" timeOffset="77011.92">22577 10935 1581 0,'8'-16'0'0,"0"5"0"0,3 2 0 0,5 3 0 0,-1 6 0 0,-1 0 0 0,1 4 0 0,-2 13 0 0,-2 0 0 0,1 5 238 0,-5 2-106 0,-1 0-49 0,-4 5 186 0,-1 0-117 32,-1 0-59-17,0 2-20-15,0-5 2 0,-3 1 1 0,-3 1-41 16,-1-3-23-16,3-2 1 0,1 1 30 0,0-4-8 0,3-4-177 0,0-3 89 0,3-4 43 0,3 0-215 15,2-1 120-15,0-5 13 0,1-3 51 47,-3 0-189-47,-1 0 102 16,-4 0 51-16,1 0-9 0,-2 0 21 0,-2-3 1 0,-10 0 29 0,-8 2 3 0,-3-1-3 0,-2 0-8 0,1 0 8 0,-2 0 70 0,4 2-35 0,0 0 0 0,0-3 207 0,5 1-113 16,2 2-35-16,5-3-37 15,1 2 176-15,7-1-93 0,2-1-17 0,0 0-36 0,6-2-58 0,9-2 37 16,7 1 15-1,7-2-261-15,2 0 131 0,0-1 52 0,4-1 24 0,-1 0-158 32,1 3 67-32,-2-1 52 15,1 2-112-15,-6 1 71 0,-3 2 3 0,-6 2 24 0,-3 1 228 0,-7 0-102 0,-2 0-58 0,-7 4-16 0,-3 7 427 0,-12 4-212 16,-9-2-83-16,0 3 182 0,-4 0-122 16,2-2-78-16,5 2 16 0,1-5-44 0,1 0 1 0,7 1-43 0,-2-3-21 15,7-2-9 1,4-1 29-16,3 0 1 0,0-2-210 0,8-3 104 15,11 0 62-15,4-1 18 16,3 0-502-16,2-1 249 0,-2-4 72 0,-1-1-525 0,3-1 322 0,-10 0 175 16</inkml:trace>
  <inkml:trace contextRef="#ctx0" brushRef="#br0" timeOffset="77327.81">22412 11193 1184 0,'-12'13'0'0,"2"1"0"0,5 9 0 0,0 6 0 0,5 2 0 0,0 1 0 0,0 0 118 0,-4 1-49 16,2-2-24-16,-2 6 293 0,1-8-157 0,-2-3-73 31,-1-3-37-31,3-1 1 0,0-6-38 0,0-3 9 0,1-6 12 0,2-6-20 16,0-1-1-16,2 0 0 31,7 0 133-31,9-1-58 0,6-6-42 0,6-1 0 15,4 3 74-15,4-4-54 0,3 2-26 0,8 2 4 94,-4 2-8-94,0 1-23 0,3 1-55 0,-2 1-145 0,-2 0 101 0,4 0 58 0,-14 3-621 0,-4 5 296 0,-2-1 162 0,-6-1 39 0,-6-2-221 0,-1 4 150 0,-11-6 89 0,-2-2 39 0</inkml:trace>
  <inkml:trace contextRef="#ctx0" brushRef="#br0" timeOffset="77455.22">23001 11189 2664 0,'0'-4'0'0,"0"-2"0"0,0 5 0 0,3 0 0 0,4 1 0 0,1 0 0 15,0 12 0-15,2 6 0 0,0 4 366 0,2 4-157 0,-4 4-91 0,1-1-12 0,-2 1-35 0,2 1-1 0,-3 1-35 0,1 0-632 0,-1-8 312 0,-3-2 159 0,3-3 81 0,-4-4-374 0,3-3 226 0</inkml:trace>
  <inkml:trace contextRef="#ctx0" brushRef="#br0" timeOffset="77630.48">23346 11032 2458 0,'1'-2'0'0,"1"-4"0"0,2 3 0 16,4 0 0-16,0 3 0 0,1 0 0 0,1 0 0 0,-1 0 0 31,0 0 0-31,-3 5 0 0,4 2 0 0,-3 3 0 0,2 1-543 0,-3-1 270 0,5 1 135 0,-5-2-349 0</inkml:trace>
  <inkml:trace contextRef="#ctx0" brushRef="#br0" timeOffset="77869.14">23680 11021 970 0,'-7'0'0'16,"0"0"0"-16,-1 0 0 0,0 3 0 0,-3 3 0 0,-2 0 0 0,-7 5-22 0,-7 2 3 0,-8 3 1 0,-9 4 335 0,-9 3-142 0,-8 0-70 0,-11 0-28 31,10-3-160-31,5-3 57 0,10-2 29 0,11-7 1 0,12-5 61 0,6-2 8 0,18-1-44 0,0 0-32 0,8-3 1 0,13-6 28 16,11-1 77-16,7 3-28 0,6-3-19 0,5 5-27 15,6-1 152-15,1 4-73 0,1-3-37 0,6 2 9 16,-13-1-132-16,-2 4 42 16,-1-2 23-16,-4 0-1 0,-2 1-177 15,3-1 108-15,-17 0 38 0,-6 2-461 0,-8-2 225 0,-7 1 124 16,-7-1-189 15,0-1 135-31,-9-3 80 0,-10-5 35 0</inkml:trace>
  <inkml:trace contextRef="#ctx0" brushRef="#br0" timeOffset="78090.11">23536 10802 1368 0,'0'8'0'16,"-2"7"0"-16,2 3 0 0,0 7 0 0,0 6 0 0,2 8 0 0,1 5 0 0,0 6 383 0,-2 1-179 0,0-3-85 0,0-2 152 0,2-4-118 15,-3-6-60-15,0 6-380 0,0-15 156 0,0-7 83 0,0 0 40 32,-4-9-259-17,-2-3 151-15,-1-1 83 63,-1-7 30-63</inkml:trace>
  <inkml:trace contextRef="#ctx0" brushRef="#br0" timeOffset="78712.92">23446 11217 1322 0,'-16'3'0'16,"8"3"0"-16,-4 2 0 0,5 1 0 0,1 3 0 0,-3-2 0 0,-1 3 31 0,3-2 0 0,2 1-32 0,0 1 233 0,-2-3-99 0,6 1-50 0,-2-2-541 0,3-3 224 0,0-2 109 0,0-4 56 0,1 0-237 0,11 0 136 0,-2-2 60 0,5-6 42 0,2-4-44 0,1 1 39 16,3-1 0-16,-1 3 40 0,2-2 77 0,-1 4-55 0,2 0-1 15,-5 4 318-15,1 0-177 0,-3 2-81 0,2 0 305 0,-4 1-145 16,-3 0-103-16,0 2 18 15,-6 7-31-15,3 2-20 0,-7-3-8 0,-1 6-30 0,0-2-160 0,-1 0 80 16,-7-3 40-16,1 4 8 0,-2-5-73 0,1-1 53 16,-1-3 25-16,0 0-209 0,1-2 107 15,-2-2 3-15,2 0-44 0,-3 0 33 16,2 0 36-16,-2 0 6 0,-1 0 200 0,-2 0-99 16,1 0-32-16,1 0-1 0,-2 0 310 0,2 7-151 0,2 0-86 15,-4 0 131-15,5 2-98 16,1 1-10-16,-1 1-36 0,3-1 20 0,4 1-27 15,0 0 9-15,2 0-110 0,0-2 38 0,2-2-1 0,4-2 38 16,8-1-166-16,0-4 91 16,5 0 33-16,1 0 1 0,1 0-181 0,2-11 97 0,5-1 17 0,2-3-13 15,1-4 10-15,1 0 27 16,2-6-20-16,2-4-22 0,4-3 29 16,5-7-8-16,-8-1-12 0,5-3 24 0,-1-9 0 0,-1 0 25 15,2-1 49-15,2-8-34 0,-12 12 10 0,-3 7-25 16,-9 7 307-16,-11 11-148 31,-8 9-62-15,0 5 438-16,-1 10-227 0,-6 0-124 0,-7 8-40 0,-1 11 59 0,-2 8-60 0,-1 4-41 0,0 6 165 0,4 2-100 31,1 5-49-31,2-2-25 0,2 8 229 0,4-8-131 0,3-1-61 0,1-1-32 0,0 2 157 0,0-1-128 0,6 7-93 0,4-11 0 31,3-3 0-31,-1 0 0 0,-2-2 0 16,-5-1 0-16,1 3 0 0,-6-13 0 0,0 2-343 0,-7-6 181 15,-9-2 51-15,-3-6 64 0,-6-1-434 0,3-8 228 16,-1 0 109-16,3-6 55 16,-1-8-75-16,1-4 65 0,1-3 25 0,6-1 4 0,1-4 1 0,5 1 35 0,1 1 0 0,3 2 220 0,0 2-118 15,3 5-46-15,0 6 179 0,3 3-117 16,7 3-59-16,4 3-30 0,3 0 385 0,2 3-183 16,5 11-41-1,1 4-60-15,4 2-111 0,4 4 25 0,3 1 8 0,2-1-643 0,2-1 329 16,5 2 165-16</inkml:trace>
  <inkml:trace contextRef="#ctx0" brushRef="#br0" timeOffset="78875.14">24837 11804 3931 0,'0'0'0'0,"0"0"0"0,0 0 0 0,0 0 0 0,0-1-399 0,2-2 160 0,6-4 101 0,-3 0 52 0,0 0-1000 0</inkml:trace>
  <inkml:trace contextRef="#ctx0" brushRef="#br0" timeOffset="82838.16">15830 12598 926 0,'-5'-10'0'0,"0"2"0"0,1-1 0 0,-1-2 0 0,0 1 0 0,1-5 99 0,-4 3-36 15,3-2 0-15,-1-1 65 0,-1 1-47 0,-2 2-22 16,2-3 8-16,-1 3 8 0,0 1 1 16,-1 3-41-1,-1 3 31-15,-1 0 9 0,2 4-40 0,-4 1 45 0,2 3-22 0,-2 13 0 0,-2 7-24 0,-2 9 80 16,3 6-45-16,-1 3 1 16,4 3-35-16,-1 2 77 15,4 0-39-15,1 0 9 0,6-8-47 0,1-4 12 0,0-2-12 0,4-6-1 16,11-6-41-16,3-1 50 0,4-15-8 0,1-4-91 15,1 0 45-15,2-14 23 16,-1-8-1-16,3-7-157 0,-5 0 71 0,-2-5 47 16,-1-6 3-16,-1-2-139 0,-4-4 65 0,4-8 43 0,-8 5-1 15,0-3-14-15,-5-6 3 0,-1-4-1 16,-4-4-3-16,1-6 29 0,-2 9 8 0,0 2 0 16,0 10-29-16,-3 7 29 0,-2 10 0 0,-1 5 21 15,-2 19 10-15,3 9-31 0,1 1 0 0,1 3 532 16,1 13-234-16,0 9-104 15,2 6-75-15,0 9 46 0,0 3-24 0,2 10-36 0,3-2 116 16,3 11-67-16,1-4-46 0,-1-3-1 16,-2 4 63-16,2 1-50 0,-2 1-25 0,3 7 9 15,-3-12-9-15,1-3-25 0,-1-5 0 0,3-9-225 0,1-6 113 0,1 1 65 16,-1-20 18-16,0-6-456 16,-2-7 228-16,2-1 75 0,0 0-247 15,-2-6 177-15,0-15 91 16,4-5-524-16,-1-5 307 0</inkml:trace>
  <inkml:trace contextRef="#ctx0" brushRef="#br0" timeOffset="83124.46">16210 12211 1700 0,'-6'-2'0'0,"1"-3"0"0,-3 4 0 0,7-4 0 0,1 5 0 0,0 0 0 0,0 0 0 0,10 0 640 0,6 8-294 0,4 2-160 0,6-1-75 16,-1 1 103-1,2 0-89-15,3-1-45 0,4 3-128 0,-6-2 37 16,2 1 23-16,0 0-103 0,-4 4 63 0,-3 1 32 0,-3 6 8 0,-12 0-191 0,-6 7 106 16,-2 7 55-16,-15 1 26 15,-9 4-53-15,-8 7 25 0,-2-5-53 0,-3-3 27 0,1 0 383 0,2-1-170 16,3-7-84-16,1 2 315 0,13-13-258 0,8-4-140 0,6-3 0 0,3-5 0 16,4 0 0-16,15-1 0 15,6-4 0-15,4-3 0 0,6-1 0 0,-1 0 0 0,2 0 0 0,5 0 0 16,-6 0 0-16,-2 0 0 0,-4 0-531 15,1-1 185-15,-1-2 88 0,-11 2-478 0,-3-1 351 16,-4 0 175-16,-4 2-449 0</inkml:trace>
  <inkml:trace contextRef="#ctx0" brushRef="#br0" timeOffset="83302.85">16266 12515 1897 0,'-22'0'0'0,"6"0"0"0,3 0 0 0,5 0 0 0,3 0 0 0,5 0 0 0,2 0 0 0,13 6 0 0,10 0 748 0,3 2-356 0,6 2-170 16,1-4 71-1,3 3-129-15,0-1-65 0,-1 0-610 0,0-1 272 0,2 3 146 0,-6-4 60 16,-2 0-980-16,-1-1 504 0</inkml:trace>
  <inkml:trace contextRef="#ctx0" brushRef="#br0" timeOffset="83462.42">16914 12416 2041 0,'0'0'0'0,"2"0"0"0,3 0 0 0,0 0 0 0,3 0 0 0,2-2 0 0,2 2 379 0,4 0-172 16,2 0 237-16,2 0-196 15,5 0-111-15,0 0-51 0,1 0-550 0,1 0 250 0,-1 0 125 0,4 0 70 0,-10 0-1076 0</inkml:trace>
  <inkml:trace contextRef="#ctx0" brushRef="#br0" timeOffset="83603.05">16967 12674 1550 0,'-6'0'0'0,"-2"1"0"0,6 3 0 0,2-1 0 0,0-1 255 0,1 1-102 0,16-2-63 0,7 1 790 0,5-2-423 0,4 0-211 15,3 0-77-15,0 0-58 0,-3 0-91 0,0 0-20 16,-1 0-801-16,-2 0 360 15</inkml:trace>
  <inkml:trace contextRef="#ctx0" brushRef="#br0" timeOffset="84582.55">17510 12138 1498 0,'-18'-6'0'0,"2"-3"0"0,1 6 0 0,4-2 0 0,1 2 0 0,6 3 0 0,4-3 0 0,0 3 173 0,1 0-68 0,13 0-33 0,8 0 122 15,3 0-83-15,9 0-37 16,2 0 1-16,1 0-105 0,1 0 34 0,4 3 9 0,-10 2-58 0,0 4 41 16,-3 4 0-16,-2 2 42 15,-4 2-258-15,2 3 138 0,-10 2 42 0,-7 3-184 16,-6 3 87-16,-2 4 66 0,-6 5-21 0,-15 5 80 0,-8-3-46 0,-5 0 20 16,-4 3 1-16,-4-1 271 0,2-4-132 0,-4 6-73 31,7-10 170-31,3-2-104 0,2-1-26 15,6-4-36-15,7-3 338 0,4 0-158 0,11-10-92 0,4-4 41 0,5 1-63 0,15-5-30 0,8 1 0 0,5 0-57 16,1-6-9-16,4 0 34 16,0 0 1-16,0 0-170 0,-4-3 85 0,4 0 51 15,-10-1-8-15,-6 2-175 0,-4-1 105 0,-2 1 51 16,-2-1-541-16,-10 2 240 0,-2 0 143 0,-2 1-267 0,0-2 206 16,-4 2 102-1,-6-3 41-15,-3 1-210 0</inkml:trace>
  <inkml:trace contextRef="#ctx0" brushRef="#br0" timeOffset="84726.44">17554 12455 1919 0,'-16'0'0'0,"-1"0"0"0,2 0 0 0,4 0 0 0,1 0 0 0,2 0 0 0,5 0 0 0,3 5 0 0,0 0 272 0,5 0-117 0,9 0-59 15,3 0 76-15,2-2-72 0,5 3-31 0,2-4-284 16,0 4 126-16,4-3 63 0,0 1 41 0,-2 1-667 0,0 1 345 0</inkml:trace>
  <inkml:trace contextRef="#ctx0" brushRef="#br0" timeOffset="84961">17840 12583 1312 0,'0'-2'0'0,"0"0"0"0,2-2 0 0,1 3 0 0,2-2 0 0,1 0 0 0,3 3 0 0,1 0 188 0,1 0-75 0,1 3-28 16,-2 6 67-16,2 2-58 0,-1 5-28 0,-2 2-72 15,-4 2 44-15,0 1 9 0,-3 0-10 0,-2 1-138 32,0 0 69-32,-10 0 35 0,-4 0 0 0,-3-2-66 0,-2-4 46 0,-1-6 26 0,-4 2-191 15,3-7 71-15,0-1 58 0,-2-1-220 16,6-3 128-16,4 0 41 0,4-1 36 0,5-10-199 16,4-4 114-16,0-4 49 0,7-1 38 0,9-1-86 31,5 0 57-31</inkml:trace>
  <inkml:trace contextRef="#ctx0" brushRef="#br0" timeOffset="85095.22">17988 12597 1109 0,'10'-9'0'0,"1"1"0"0,-5 4 0 0,-1 3 0 0,-4 1 0 0,-1 0 0 0,0 11 220 16,0 4-82-16,-9 4-55 0,1 1 190 0,0 4-118 15,0-1-58-15,0-1-30 0,3 2 299 16,0-3-169-16,3 0-80 0,2 1-24 0,0-1-29 16,0-3 1-16,4 5-18 0,7-8-374 15,2-3 183 1,3-2 90-16,3-1-542 0,2-6 294 0,3 0 169 0,0-3-12 0,2 0-270 0</inkml:trace>
  <inkml:trace contextRef="#ctx0" brushRef="#br0" timeOffset="85522.86">18381 12559 1228 0,'-4'-26'0'0,"1"4"0"0,-3-3 0 0,1 7 0 0,-2 3 0 0,-2 3 0 0,0 1 0 0,-1 7 188 0,-3-1-67 16,0 5 143-16,-1 0-114 0,-1 11-56 0,-1 7-29 0,2 4 78 15,-2 6-43-15,4 2-37 0,5 2 1 16,-1 4 55-16,3-1-41 0,3 0 1 0,0 3-33 16,2-7 22-16,0-4 1 0,4 0-32 15,5-6-55-15,2 0 28 32,1-2 9-32,4-9-149 0,1-6 84 0,0-4 42 0,1 0-1 0,0-4-211 0,4-11 104 0,-8-7 60 0,4-4 1 0,-1-2-179 15,-2-5 85-15,0-3 59 0,-1-5-7 0,-3 0-17 16,1-3 37-16,-2 0-1 0,-1-9 34 0,0-4 3 15,-1-10-9-15,-1 3 8 16,-3-5-16-16,1 2 17 0,-2 3-1 16,-2 10 53-16,-1 5-35 0,0 25 9 0,-1 12-26 0,-8 11 349 15,-1 1-155-15,-1 13-71 0,1 13-48 0,0 6 307 16,4 7-160-16,1 9-81 0,-1 3 90 0,5 7-70 16,-1-4-47-16,2 0-1 0,0 0 40 0,0-4-39 0,0 0-1 15,6 8-128-15,0-13 39 0,4-1 26 0,1-3-1 16,3-5-402-16,-2-6 214 0,4 1 92 15,-5-14 52 1,4-8-570-16,-2-8 283 0,-1-1 138 0,2-3-275 0,2-11 200 0,-6-7 115 16,0-4-82-16,-2 1 93 0</inkml:trace>
  <inkml:trace contextRef="#ctx0" brushRef="#br0" timeOffset="85710.46">18634 12446 1116 0,'0'-11'0'16,"0"0"0"-16,0-1 0 0,0 2 0 0,0 2 0 0,0-1 267 15,3 4-120-15,5 5-54 0,2-3 127 0,1 3-92 0,2 0-45 0,3 0 128 0,1 10-91 0,1 3-41 0,-1 3-1 0,-1 1-64 16,-2 3 23 15,-1 3 9-31,-5 1-9 0,-5-1-122 0,-2 1 60 0,-1 3 32 0,-1-3-173 0,-10 3 111 0,-2-6 41 16,-6-3-195-16,-1-2 109 0,0-4 27 0,-4-4 34 0,0 1-151 0,2-9 83 31,4 0 10-31,2 0 30 0,4-9-215 0,2-5 113 0,8-8 71 0,2-5 30 0,2-6-255 0</inkml:trace>
  <inkml:trace contextRef="#ctx0" brushRef="#br0" timeOffset="85905.85">18863 12302 1087 0,'5'-4'0'0,"1"3"0"0,-2 0 0 0,0 1 0 15,-3 0 0-15,-1 14 0 0,0 1 0 0,0 6 505 0,-8 6-237 0,1 0-116 0,-1 5 393 0,3-1-259 0,0 3-126 0,3-1-62 0,2-1 100 0,0-1-81 0,2 3-31 16,8-10-9-16,5-1-40 0,4-5-1 31,6-4 0-31,0-4-120 0,9 0 69 0,-4-10 21 0,-1 0-1 0,3-4-1368 0,-4-9 673 31</inkml:trace>
  <inkml:trace contextRef="#ctx0" brushRef="#br0" timeOffset="86031.62">19164 12504 1564 0,'-3'-10'0'0,"-3"6"0"0,4-1 0 0,0 0 0 0,2 1 0 0,0 0 0 0,0 2 287 0,2 0-126 16,9 1 178-16,6-1-152 0,4 0-66 0,1 1-47 0,4 1-179 0,3 0 71 15,-3 0 36-15,2 0-1 16,4 0-199-16,-8 0 112 16,1 0 62-16,-3 0 30 0,-2 0-662 0,-4 0 328 15,1 0 163-15</inkml:trace>
  <inkml:trace contextRef="#ctx0" brushRef="#br0" timeOffset="86201.02">19333 12236 1201 0,'-5'0'0'16,"2"0"0"-16,-2 0 0 0,1 0 0 0,3 3 0 0,-4 5 0 0,2 4 0 0,3 5 362 0,0 3-162 0,0 4-82 0,0 7-41 0,-2 5 62 0,1 3-56 0,-1-2-23 0,1 4 0 0,-1-2-100 0,2-2 39 0,-2 3 8 0,2-9-373 0,0-8 201 0,0-4 101 16,0-3-514-1,5-9 240-15</inkml:trace>
  <inkml:trace contextRef="#ctx0" brushRef="#br0" timeOffset="86528.53">19823 12146 1025 0,'12'-8'0'0,"0"1"0"0,5-1 0 0,-1 8 0 0,0-2 0 0,1 2 75 0,-3 0-24 15,2 0 260-15,1 2-128 16,-2 7-79-16,1 2-34 0,-4 1 48 0,-1 1-46 0,2 3 0 0,-3-2-27 0,-5 4-9 0,-1 1-1 16,-3 0 1-16,-1 3-13 0,0 0 15 0,-11 8 6 31,-3-3-8-31,-6 3 17 16,-5 1-18-16,-1-1 1 0,-3 4 41 0,-3 7 9 0,4-11-50 0,1 2 0 0,7-2 52 0,1-3-26 0,7-1 0 0,1 1-18 15,8-8 29-15,3-2 0 0,0-5-37 0,12-2 0 0,4-3-32 0,2-1 9 16,3-5 23-16,1-1-199 0,1 0 98 15,-3 0 50-15,0-1-214 0,2-5 126 16,-8-1 39-16,0 2 36 0,-4-3-539 0,-4 3 265 31,0-2 133-31,-3-2 58 0,-3 4-381 0</inkml:trace>
  <inkml:trace contextRef="#ctx0" brushRef="#br0" timeOffset="86673.46">19779 12435 1941 0,'-9'0'0'0,"2"0"0"0,3 0 0 0,1 0 0 0,-1 0 0 0,4 0 0 0,0 0 0 0,0 0 0 31,8 3 309-31,3 2-136 0,5 2-60 0,0 1 106 0,2 1-92 0,2-1-46 0,-1 2-203 0,1-1 78 0,0 3 49 0,-1-2-9 16,0 0-775-16</inkml:trace>
  <inkml:trace contextRef="#ctx0" brushRef="#br0" timeOffset="86823.02">20117 12580 2275 0,'0'1'0'0,"0"1"0"0,0 1 0 0,0-1 0 0,0 1 0 16,0 2 0-16,2-2 0 0,2 3 0 0,5 2 0 0,4 1 0 0,-2-1 118 0,2 1-42 0,2 3 1 0,-2-5-529 0,2 3 243 16,0 1 131-16,0-3 52 15,-4-2-311-15</inkml:trace>
  <inkml:trace contextRef="#ctx0" brushRef="#br0" timeOffset="86981.87">20370 12444 2064 0,'0'0'0'0,"0"0"0"0,0 0 0 0,0 0 0 0,0 5 0 0,0 6 0 0,-2 9 0 0,-6 11 400 0,-6 14-174 16,-2 8 328-16,-4 12-260 0,-4 8-129 0,0 7-65 31,-1 1-307-31,-5 4 130 0,2-12 51 0,0-2 30 0,-1-1-435 0,-2-2 233 15</inkml:trace>
  <inkml:trace contextRef="#ctx0" brushRef="#br0" timeOffset="87657.98">20861 12533 1267 0,'-12'-20'0'0,"3"4"0"0,-2 4 0 0,3-3 0 0,0 0 0 0,-1 1 0 0,0-3 0 0,1 4 0 0,-2 2 138 0,2-1-51 0,-2 9-25 16,0-2 89 0,-2 5-48-16,1 0-38 0,-2 7 15 0,-2 15-21 0,0 10-1 15,-4 6-13-15,4 4 70 0,2 4-39 0,2 3 0 16,3-1-40-16,5-3 86 0,0 4-34 0,3-13-9 31,0-5-79-31,8-4 0 0,7-8 36 0,0-6 0 0,5-3-154 0,3-10 72 0,-1-5 41 16,1-14-107-16,1-9 72 0,-1-5 14 15,-1-6 32-15,-3 0-379 0,-3-2 179 0,-1-2 53 16,-3 0 57-16,0-4-85 0,1-6 58 0,-7 4 42 16,-1-2 70-16,-2-3 0 0,-1 0-37 0,-2 1 0 15,0-1 155-15,0 19-73 16,-2 7-41-16,-7 11 333 0,1 9-179 0,-1 7-67 0,2 1-12 0,0 9 119 16,1 15-48-16,2 6-58 0,3 5-29 0,1 6 169 15,0 7-90-15,0-6-58 0,1 2 115 16,2 1-82-16,2 0-41 0,3-2 0 15,-2 7-146-15,-1-13 47 16,3 1 30-16,-1-3-446 0,3-4 237 0,-2-2 119 16,-1-1 63-1,1-12-392-15,-3-7 154 0,1-4 121 0,0-5-15 0,-1 0-446 0,0-7 271 0,1-11 150 0</inkml:trace>
  <inkml:trace contextRef="#ctx0" brushRef="#br0" timeOffset="87792.81">21036 12439 1913 0,'0'-10'0'0,"0"2"0"0,2 1 0 0,3 2 0 0,0 1 0 0,1 3 0 0,4 1 0 0,0 1 0 0,4 11 324 0,0 3-145 0,3 2 144 0,-1 2-149 0,2 2-68 0,0-1-36 16,-2 3-396-16,2-4 181 0,1 5 100 15,-4-8 36-15,-1 1-723 16,0-3 380-16,-1-5 189 0</inkml:trace>
  <inkml:trace contextRef="#ctx0" brushRef="#br0" timeOffset="87968.13">21415 12187 1735 0,'0'-15'0'0,"0"3"0"0,0 2 0 0,0 6 0 0,0 4 0 0,0 1 0 0,0 24 427 15,-4 12-196-15,-9 15-89 0,-2 9 658 0,-6 17-382 16,-5 8-240-16,-7 14-178 0,-2 12 0 0,-9 23 0 0,6-14 0 0,-4 6 0 31,0 2-106-15,0-2 25-16,-3-3 57 0,-1 10-616 0</inkml:trace>
  <inkml:trace contextRef="#ctx0" brushRef="#br0" timeOffset="93889.86">25722 7840 1098 0,'-36'-16'0'0,"0"3"0"0,13 9 0 0,7 1 0 0,3 2 0 0,8 1 266 16,3 0-114-16,0 0-48 0,2 0-37 0,2 0 280 16,13 0-154-16,6 0-78 0,2 1-38 0,7 2 56 0,-1 1-53 0,1 0 1 15,0 1-99-15,1 4 28 16,-3-2 0-16,5 6 38 0,-11-2-128 0,-2 4 59 15,-1 0 29-15,-4 5-45 0,0 4 47 0,-11 2-10 16,-4 7 39-16,-8 9-109 0,-18 1 43 0,-6 8-8 16,-5 2-3-16,-2-6 207 15,0-4-87-15,3-1-37 0,5-7 225 0,3-5-114 16,0-2-36-16,18-10 48 0,2-11-64 0,8 0-34 0,0-2 1 16,10-4-98-1,7 3 42-15,8-4-9 0,2 0 32 0,5 0-64 0,1 0 31 0,1-5 1 16,1 0 42-16,-1-1-448 0,-3 0 181 0,-5 3 117 15,1-3-638-15,-5 2 350 0,3 0 167 0,-13 1 97 32,-1-1-458-32,-3 1 274 0</inkml:trace>
  <inkml:trace contextRef="#ctx0" brushRef="#br0" timeOffset="94043.07">25728 8124 1359 0,'-20'-4'0'0,"3"-3"0"0,7 5 0 0,1-2 0 0,8 3 0 0,1-2 0 0,0 2 515 15,10-1-238-15,6 1-120 0,0-1-50 0,3 0 173 16,-2 2-121-16,2 0-60 0,-2 0 30 0,3 0-36 16,-1 0-9-16,-1 0-567 0,2 0 261 15,0 4 130-15,0-3 66 0,7 2-763 16,-4-3 400-16</inkml:trace>
  <inkml:trace contextRef="#ctx0" brushRef="#br0" timeOffset="94174.71">26230 7957 1690 0,'-8'-5'0'0,"-4"-2"0"0,7 5 0 0,-1-3 0 0,-2 3 0 0,5 0 0 0,-1 2 524 0,3 0-243 0,-2 0-120 15,3 0-179-15,0 0 38 16,0 3-10-16,0 5-667 0,8 4 337 0,3 1 168 0</inkml:trace>
  <inkml:trace contextRef="#ctx0" brushRef="#br0" timeOffset="94307.8">26256 8185 1493 0,'-17'0'0'0,"4"0"0"0,1 0 0 0,-3 0 0 15,6 0 0-15,3-3 0 0,2 3 0 0,4-1 384 0,0-1-173 0,0-5-76 0,14 0-52 0,6 0-446 16,5-1 202-16,4-2 100 16,8-1-414-16</inkml:trace>
  <inkml:trace contextRef="#ctx0" brushRef="#br0" timeOffset="94547.78">26841 7563 1314 0,'-13'-17'0'0,"-4"2"0"0,6 9 0 0,-1 5 0 0,1 1 0 0,0 0 0 0,0 8 625 0,0 10-284 0,3 7-155 0,-2 8-74 0,8 7 310 15,-1 6-191-15,3 9-96 0,0 9 145 0,0 1-126 16,1 7-57-16,7 4-63 0,0 4-34 0,-2-4 0 15,-2 13 0-15,-2-20 0 0,-2 2 0 0,0-2 0 16,-6-2 0 15,-8-6 0-31,-2 6 0 0,-2-21 0 0,1-6 0 0,-4-11-537 0,4-8 249 0,0-11 79 0,-1-3-533 0,6-7 356 0,1-10 173 0,1-17-448 16,4-8 312-16</inkml:trace>
  <inkml:trace contextRef="#ctx0" brushRef="#br0" timeOffset="94683.74">26483 8129 2079 0,'-8'-17'0'0,"3"7"0"0,3 3 0 0,2 2 0 0,0-1 0 0,7 0 0 0,9 3 423 0,5 1-192 0,3-4-97 0,7 3-47 0,1-3 206 15,2 2-132-15,4-1-61 0,4 3-31 16,2-4-527-16,3 2 249 16,8-1 133-16,-8 1-883 0,4-1 467 0</inkml:trace>
  <inkml:trace contextRef="#ctx0" brushRef="#br0" timeOffset="95074.37">28199 7249 1586 0,'-12'-11'0'0,"1"7"0"16,-1 1 0-16,7 3 0 0,-1 3 346 0,0 11-154 0,5 8-77 0,-2 4-29 0,3 2 189 0,0 5-119 0,1-1-59 0,8 2-29 31,2-3 74-31,3 5-43 0,3-5-35 0,-2-6-172 0,4-1 73 0,-1-7 36 0,1-5-308 0,2 0 182 0,-4-9 77 0,-1-3 43 0,2 0-301 16,-2-10 130-1,2-12 86-15,0-3-42 0,-5-4 17 0,-3-4 38 0,1-4 0 0,-3 2 40 16,-1-5 37-16,1 4-9 0,-6 6-28 0,2 4 262 15,-3 3-131-15,2 4-66 0,-3 6 494 0,0 1-234 16,0 9-141-16,0 3-15 0,-3 0 139 16,2 10-116-16,-1 12-59 0,0 2-20 15,2 5 97-15,0 3-67 0,0 1-35 0,2 5-67 16,4-2-4-16,3 3 0 0,-2-1 0 0,3 0-356 16,1 4 142-16,1-1 126 0,0-1 63 0,-1 6-950 15,-2-4 474-15</inkml:trace>
  <inkml:trace contextRef="#ctx0" brushRef="#br0" timeOffset="95342.79">28298 8219 1985 0,'0'7'0'0,"0"0"0"0,-1 10 0 0,1 4 0 0,0 4 0 15,0 11 0-15,0 1 280 0,0 4-121 0,0 2-61 0,4 1 111 0,3-3-86 0,0 5-34 0,-2-12-8 16,1-5-84-16,0-4-1 0,0-9 42 0,0-2 0 16,2-5-26-16,-4-9 26 0,5 0 0 15,0-12 33-15,3-9-1 0,4-12-32 16,0-4 137-16,-1 1-75 0,3-5-31 0,2-5-1 16,0 0-85-16,1 0 26 0,6-7 10 0,-5 11 18 15,1 1-558-15,-2 3 270 0,4 0 126 0,-2 4 71 16,4-2-958-16</inkml:trace>
  <inkml:trace contextRef="#ctx0" brushRef="#br0" timeOffset="95703.84">30262 7287 1895 0,'0'-15'0'0,"0"4"0"16,0-1 0-16,0 9 0 0,5 2 0 0,9 1 0 0,-1 0 0 0,7 1 277 0,2 10-110 0,-1 2 136 0,4 2-133 0,1 0-67 0,0 3-32 15,-4 4-16-15,1-1-9 16,-6 1-8-16,-7-2-1 16,-3 2-118-16,-5 3 59 0,-2 0 30 0,-3 4 9 0,-15-3-159 0,-8-3 90 0,-2-1 45 0,-7-1-178 15,-4-3 73-15,0 1 4 16,3-9 52-16,2-4-289 0,5-3 153 16,4-3 78-16,7 0-294 0,3-7 176 0,15-13 102 15,0-9 46-15</inkml:trace>
  <inkml:trace contextRef="#ctx0" brushRef="#br0" timeOffset="95853.9">30579 7218 1278 0,'0'-2'0'0,"-3"-3"0"0,0 5 0 0,-4 0 0 0,-1 0 0 0,-2 13 373 0,-1 3-168 0,-6 5-74 0,7 3-52 16,0 2 634-16,4 5-338 0,2-2-169 0,4 6 151 16,0 1-151-16,9-5-198 0,7-3-156 0,4 1 39 15,4-6 72-15,3-4 38 16,3 3-696-16,3-11 362 0,-3 0 185 0,2-2 92 0,-2-3-466 0</inkml:trace>
  <inkml:trace contextRef="#ctx0" brushRef="#br0" timeOffset="96071.58">30172 8322 1998 0,'-6'0'0'0,"1"0"0"0,5 3 0 0,0 4 0 0,0 4 0 0,8 0 0 0,0 1 0 0,5 4 369 0,-1-2-166 0,-1 4-84 15,6 0 40-15,-3-2-66 16,3-2-28-16,-4 0-1 0,2-1-408 0,-1-2 190 0,1-1 104 16,-5-4-652-16,1-2 359 0</inkml:trace>
  <inkml:trace contextRef="#ctx0" brushRef="#br0" timeOffset="96252.29">30608 8153 1843 0,'-4'0'0'31,"0"0"0"-31,0 0 0 0,1 0 0 0,-2 1 0 0,-5 13 358 0,3 7-166 0,-5 9-78 0,-2 16 802 0,-5 14-440 0,-6 12-444 0,-5 16-32 0,-1-1 0 0,-3 0 0 15,4 0 0-15,-1-1 0 0,0 2 0 0,1 4-39 0,1-14-37 0,0 1 56 0,-3 6-1057 0</inkml:trace>
  <inkml:trace contextRef="#ctx0" brushRef="#br0" timeOffset="96668.19">27212 8285 1331 0,'-15'5'0'0,"0"3"0"0,3-2 0 0,7 3 0 0,0-4 0 0,3-3 0 0,1 3 0 0,1-5 426 15,0 0-194-15,11-14-97 0,10-9 198 0,8-8-148 16,3-11-65-16,6-2-45 0,3-5 8 0,5-6 1 0,7-4-46 31,3-6-233-31,12-6 125 0,-5 9 49 0,-4 1 30 0,-4 8-707 0,-5 10 342 16,-6 10 190-16</inkml:trace>
  <inkml:trace contextRef="#ctx0" brushRef="#br0" timeOffset="97025.01">28882 7541 1510 0,'-9'-2'0'0,"4"-5"0"0,0 5 0 0,2-4 0 0,0 4 0 0,3-1 0 0,0 3 0 0,15-3 0 0,8 1 574 16,9 0-269-16,9 1-134 0,17 0 251 0,7-2-197 15,11-2-93-15,15 1-48 16,15-4 31-16,10 1-38 0,20-5 8 0,-19 2-47 15,-1-1-151-15,-6 0 76 0,-14 1 37 0,-7-1-162 16,4 4 109-16,-29-1 41 0,-4 5 24 0,-10-2-419 0,-5-1 135 0,-5 3 132 16,-1-1-485-16,-19 1 299 0,-11 1 144 0</inkml:trace>
  <inkml:trace contextRef="#ctx0" brushRef="#br0" timeOffset="97352.98">27146 8285 1753 0,'0'-8'0'0,"0"2"0"0,0 0 0 0,2 4 0 0,12 2 0 0,1 0 0 0,9 4 0 0,7 10 254 0,6 6-107 0,8 6-54 16,8 5 161-16,2 4-108 0,9 4-44 0,-6-1-76 0,-1 2 13 15,-2 0-1-15,-5-1 1 0,-4 0-373 0,3 4 196 16,-17-15 83-16,-2-1 47 0,-2 0-705 0</inkml:trace>
  <inkml:trace contextRef="#ctx0" brushRef="#br0" timeOffset="97741.33">28958 8614 1482 0,'-21'1'0'16,"-4"4"0"-16,12-1 0 0,0-1 0 0,3-2 0 0,6-1 0 0,3 0 0 0,1 0 522 0,0-10-247 0,19-14-120 0,13-8-59 15,12-9 68-15,16-10-64 0,23-14-22 0,7-5 30 16,15-8-36-16,12-5 1 0,20-10-37 16,11-9 91-16,13-9-36 0,-34 18-9 0,-8 7-278 0,-20 15 116 15,-20 17 58-15,-18 14 30 0,-11 6-349 16,-29 22 154-16,-6 2 105 0,-9 8-5 0,-5 2-138 0,-1 0 46 15,0 5 78-15,-20 10-392 0,-10 6 229 0</inkml:trace>
  <inkml:trace contextRef="#ctx0" brushRef="#br0" timeOffset="99169.7">21870 12411 1337 0,'-8'0'0'0,"0"-3"0"0,2-1 0 0,1 0 0 0,4 4 0 0,1-3 166 0,0 0-68 15,3 2-31-15,10-1 172 16,7-1-101-16,5 3-50 0,0-1-15 0,-1 1 169 0,2 0-101 0,-2 0-52 0,0 0-25 0,-2 0-84 16,3 6 38-16,-5-2-9 15,-3 3-376-15,-1 1 202 0,-1 2 102 0,-2 1 51 16,-3 2-746-16,-3 3 373 0</inkml:trace>
  <inkml:trace contextRef="#ctx0" brushRef="#br0" timeOffset="99333.3">21897 12690 1538 0,'-19'-2'0'0,"7"0"0"0,2 0 0 0,4 2 0 0,3 0 0 0,1 0 277 0,2 0-111 0,0 0-68 0,2 0 171 0,9 0-115 0,8 0-58 0,4 0-29 0,2 0 226 0,0 0-132 0,1 0-61 0,0 0-226 0,1 0 82 0,1 0 41 0,1 0 10 0,-5 0-593 0,1-2 312 15,0 2 156-15,-2 0-663 0,0 0 347 0</inkml:trace>
  <inkml:trace contextRef="#ctx0" brushRef="#br0" timeOffset="99608.38">22548 12236 1045 0,'-11'-15'0'0,"-1"0"0"0,0 13 0 0,0 1 0 0,0 1 496 0,-5 0-229 0,4 6-115 16,-5 10-48-16,3 5 396 0,1 5-232 0,3 4-115 15,2 5 75-15,0 1-96 0,4 8-38 0,5-6-33 16,0 7 203-16,2-2-114 0,11 0-133 0,5 2-17 16,3 2 0-16,0-11 0 0,7-4 0 0,-3-3 0 0,1-3-81 15,1-4 38-15,0 2 49 0,-4-9-9 0,-3-6 41 16,-1-2-1-16,-1-2-1395 15</inkml:trace>
  <inkml:trace contextRef="#ctx0" brushRef="#br0" timeOffset="102048.56">22884 12123 823 0,'-10'0'0'0,"-1"-3"0"0,1 0 0 0,4 1 0 0,-2 2 0 0,4 0 89 0,2 0-27 0,-1 0 11 0,3 0 253 0,0 0-144 0,4 0-72 0,9 0-36 0,3 0 182 15,4 0-100-15,-1 2-64 16,3 4 72-16,-1-3-63 0,1 3-32 0,-2 1 0 15,4 0-54-15,-7 1 22 16,0 0 1-16,-2 1-97 0,-2 0 49 16,-3 2 23-16,0 7 10 0,-8-2-34 15,-2 4 24-15,0 2 0 0,-17 4 24 0,-5 3-87 0,-7 4 46 0,-2-3-22 0,-4-1 155 0,1-2-64 16,0 0-25 0,4-3-16-16,-1 5 226 0,9-12-113 0,6-1-53 0,6-3 48 0,5-4-48 0,5 1-23 15,0 0 9-15,15-7-77 0,5 2 45 0,5-4-1 16,3 1 0-16,4-2-64 15,1 0 41-15,-2 0-8 0,-2 0-174 0,-1 0 103 0,-2-2 51 16,-1 1 0-16,0-2-404 0,-9 1 205 0,-1 1 64 16,-5 0-329-16,-5 0 221 0,2-2 109 15,-4 3 46-15,-1 0-378 16,-2 0 221-16,0 0 111 0,-2 0 55 0</inkml:trace>
  <inkml:trace contextRef="#ctx0" brushRef="#br0" timeOffset="102231.07">22830 12310 2373 0,'-15'0'0'0,"2"-5"0"0,0 2 0 0,3 1 0 0,5 0 0 0,-1 1 0 0,6 1 0 0,0 0 0 0,1 0 0 0,8 0 0 0,9 5 248 0,1 3-97 0,4-3-61 0,0 0-66 0,2 1 13 0,0 3 1 0,1-1-1 0,2 0-199 15,-5 2 94-15,1-2 54 0,0 3-633 16,-1-4 343-16,-3 3 157 15,4 2 99-15</inkml:trace>
  <inkml:trace contextRef="#ctx0" brushRef="#br0" timeOffset="102574.95">23240 12480 776 0,'-6'6'0'0,"-1"0"0"0,-2 6 0 0,6 0 0 0,-1 2 0 0,1 1 466 16,3 2-214-16,0 1-108 0,0 3-43 0,0 0 195 15,2-4-129-15,3 1-64 0,4 0-36 0,1-3 1 32,2 0-22-32,-2-6-8 0,3-3-75 0,-2-3 37 0,2-3 0 0,-1 0-67 15,2 0 61-15,0-9 18 0,-1-7-1 0,-2-3-116 94,3-3 71-78,-3-4 34-16,2-1-31 0,-2-2-160 0,-1 1 92 0,-1-1 22 0,0 1 24 0,-2 1-9 0,1-1 31 0,-1 7 87 0,-2 4-40 0,-2 3-6 0,-1 2-36 0,-2 5 361 0,0-1-169 0,0 7-72 0,0 1-46 0,0 3 201 0,0 10-108 0,0 4-43 0,-2 4-21 0,2 3 101 0,0 3-71 0,0 3-34 15,0 1-12-15,0-2 1 32,0 2-15-32,0-3-10 0,2 0-28 0,4-2 29 15,-1-1-1-15,2-1-205 0,1 2 112 0,-2-6 42 0,0-3 25 0,2-3-580 0,-2-2 283 0,0-1 101 0,3 2 79 0,-3-5-743 0</inkml:trace>
  <inkml:trace contextRef="#ctx0" brushRef="#br0" timeOffset="104069.51">23617 12376 1563 0,'-3'0'0'0,"-4"0"0"0,1 0 0 0,0 1 0 0,1 2 0 0,2 0 431 0,-1-1-197 0,3 1-99 16,0 3-48-16,-1-3 199 0,2 2-129 0,0 1-60 16,0 0 43-16,0-2-52 15,0 2-25-15,3 0-188 0,2-1 77 16,0-1 42-16,1 0 0 0,-1-1-412 0,1 1 236 0,-3-2 105 16,2-1 57-16,-2 1-699 0,-1-2 309 0,2 3 186 0,-2-1 85 0</inkml:trace>
  <inkml:trace contextRef="#ctx0" brushRef="#br0" timeOffset="104452.26">23830 12264 1970 0,'-6'2'0'0,"1"1"0"0,-2 4 0 0,2 4 0 0,0 4 0 0,-2 5 0 0,4 4 0 0,2 3 0 0,0 4 534 16,1 3-248-16,0 0-125 0,3 2-53 0,9-6 29 15,4-1-50-15,0-3-25 0,0-4-63 0,1-3 1 16,3-2 46-16,-1-7-244 0,-3-5 118 0,3-5 58 16,-2 0 30-16,2-8-224 0,2-8 136 0,-5-6 7 15,0-5 46-15,-5-2-257 0,4-2 127 0,-4-1 44 16,1-6 28-16,-2 5 11 0,-2 0 0 0,1-5 37 16,-1 1-4-16,0 4 4 15,1-5-9-15,-6 12 112 16,-2 4-51-16,0 4-26 0,-1 6 0 0,0 2 329 0,0 9-166 0,0 1-61 15,-5 9-50-15,-3 9 321 0,-1 4-166 0,1 6-57 16,1 3-56-16,2 3 177 0,0-1-111 0,2 1-57 16,0-1-13-16,0 4 8 15,3-6-50-15,0-2-54 0,0 0 26 0,3-2 1 0,4-1 20 0,0 6-287 16,2-10 139-16,-1-2 77 16,1-2 39-16,-1-1-632 0,0-4 310 15,1 4 88-15,-3-10 104 0,1 2-547 0,-1-4 321 0</inkml:trace>
  <inkml:trace contextRef="#ctx0" brushRef="#br0" timeOffset="104689.23">24262 12526 2251 0,'-3'-13'0'0,"3"4"0"0,0-1 0 16,0 5 0-16,0-4 0 0,0 5 0 0,5 3 0 0,6 1 315 0,1 0-139 0,3 1-70 0,1 8 56 15,1 3-67-15,-2 4-30 0,2 3 1 0,-2-1-9 0,0 4-20 0,0 3 8 16,-5-2-116-16,-5 2 54 15,0-2 27-15,-5-1 0 0,0 2-117 0,0 0 81 16,-12-4 27-16,-6-3-104 16,-5-1 69-16,-2-3-9 0,-5 1-13 0,0-7-35 15,1-3 17-15,-1-3 28 0,5-1 1 0,2 0-247 0,0 0 119 0,8-9 73 16,5-1 31-16,8-6-402 0,2-2 217 0,1 0 109 16,14-3-399-16</inkml:trace>
  <inkml:trace contextRef="#ctx0" brushRef="#br0" timeOffset="104853.96">24441 12535 1432 0,'0'0'0'0,"0"0"0"0,0 0 0 0,0 0 0 15,0 0 0-15,0 0 0 0,0 0 0 0,-1 0 686 0,-6 8-324 0,0 0-163 32,-1 6-73-1,2 1 311-31,-1 2-200 0,2 1-100 0,4 4-51 0,1-2 21 0,0 3-27 0,1 1-38 0,6-2-213 0,10-2 89 0,2 2 60 0,1-4 29 15,5 0-693-15,1-4 356 0,-1-5 184 0,3-1-802 0,0-3 450 0</inkml:trace>
  <inkml:trace contextRef="#ctx0" brushRef="#br0" timeOffset="105466.14">24555 12467 941 0,'0'0'0'0,"0"0"0"0,0 0 0 0,0-2 0 0,0 0 0 0,1 1 314 0,7-1-139 16,3 2-70-16,5 0 169 0,4 0-110 0,2 0-69 16,6 0-30-16,3 0 178 0,5 0-104 0,-4 0-52 15,6 0-17-15,-8 0-117 0,1 0 41 0,-4 0-1 16,-3 0-319-16,-5 0 180 16,1 0 100-16,-11 0 36 0,-5 0-507 0,-1 0 225 31,-3 0 145-31,0 0-204 0</inkml:trace>
  <inkml:trace contextRef="#ctx0" brushRef="#br0" timeOffset="105619.81">24765 12218 2292 0,'-6'0'0'15,"-3"1"0"-15,4 5 0 0,0-1 0 0,-1 8 0 0,4 3 0 0,-1 6 0 0,2 7 0 0,1 6 440 0,0 0-207 0,0 3-99 16,0 6 211-16,0-2-155 0,1 4-77 0,3 3-530 0,2-8 221 15,0-1 116-15,-1-3 58 0,4 0-460 16,-3-2 259-16</inkml:trace>
  <inkml:trace contextRef="#ctx0" brushRef="#br0" timeOffset="106547.23">25108 12246 1531 0,'-13'-11'0'0,"-3"1"0"0,9 6 0 0,2 2 0 0,4 1 0 0,1-1 0 0,0 2 215 0,0 0-93 0,8 0-43 0,10 0 13 0,1 0-27 15,4 3-1-15,4 4-18 0,-4 0-24 0,1 0 15 47,0 4 0-47,0 0 0 0,-2 3-129 0,0 3 73 0,-7 0 24 0,-5 2-174 0,-4 5 102 0,-3 3 53 0,-3 4 3 0,-3 4-70 0,-13-1 41 16,-8 2-14-16,-1-1 153 0,-3 0-52 0,-2-1-33 16,-2-3-55-16,10-4 458 0,1-7-186 0,3-4-105 15,9-1-17-15,2-4 210 0,4 0-132 16,3-5-79-16,3-2-36 0,15-2 0 15,6-2-35-15,1 0 0 0,6 0-182 0,-3 0 86 0,0 0 48 16,3-2-458-16,-3 0 238 0,0 1 129 0,-1-3 16 16,-5 3-253-16,-5-2 106 0,-2 0 98 0,-4 2 49 15,-3 1-341-15,-2-3 185 0,-4 0 108 0,-2 1-225 16</inkml:trace>
  <inkml:trace contextRef="#ctx0" brushRef="#br0" timeOffset="106731.62">25113 12435 1769 0,'-10'-5'0'0,"2"1"0"0,1 2 0 0,5 0 0 0,2 1 0 0,0 1 0 0,0 0 0 0,9 0 368 0,6 5-165 16,5 2-84-16,-1 1-40 0,2 1 246 0,-1-1-148 0,0 2-71 0,2 2-347 15,-1-2 139-15,2 1 70 0,-1 3-667 0,-2-2 363 31,0 1 187-31,-1 1 93 0</inkml:trace>
  <inkml:trace contextRef="#ctx0" brushRef="#br0" timeOffset="106966.58">25500 12598 1121 0,'0'1'0'0,"0"1"0"0,0 2 0 0,1 0 0 0,-1 3 0 0,3-1 0 0,-2 6 234 0,1 0-103 0,1 0-47 16,3 4 248-16,-2-2-147 0,3 3-74 31,-2 0 26-31,0-2-55 0,1-5 1 0,0 2-47 0,-2-3 64 0,-1-2-32 31,2 0 10-31,0-7-41 0,0 0 153 0,1 0-76 0,2-7-39 0,-2-7 0 0,4-1-82 0,-2-8 18 0,2 0-1 0,0-3-76 16,2-1 51 0,-2-2 35-16,0 4-397 0,-1 0 200 0,1 4 78 0,-2 0 57 15,-3 3-595-15,5-1 291 0,-4 6 159 0,-2 4 75 16</inkml:trace>
  <inkml:trace contextRef="#ctx0" brushRef="#br0" timeOffset="107236.96">25920 12450 1795 0,'-7'-7'0'0,"2"3"0"0,-1-2 0 0,2 3 0 0,2 2 0 0,1-2 0 0,1 3 620 0,0 0-293 31,0 0-136-31,0 0-82 0,0 0-47 0,0 0 0 0,3 0-26 0,1 0-452 0,4 0 235 0,-1 3 105 15,-2 0-307-15,2 0 210 0,0 1 104 0</inkml:trace>
  <inkml:trace contextRef="#ctx0" brushRef="#br0" timeOffset="107578.63">26111 12318 1605 0,'0'0'0'15,"0"0"0"-15,0 0 0 0,0 0 0 16,0 0 0-16,1 0 0 0,-1 0 0 0,2 4 304 0,-1 6-138 0,3 3-65 0,1 3-32 0,-1 6 99 0,0 3-66 0,2 5-23 0,-1-1-125 16,1 4 42-16,-4 0-1 0,5 2 42 0,-4-2-105 15,0 0 61-15,-1-6 17 0,0-6 25 16,-2-3 1-16,0-4 1 0,0-6-28 15,0-1 117-15,0-5-71 0,0-2-1 0,0 0-54 0,1-8 155 0,3-6-47 16,6-3-42-16,-2-4 7 0,6-3-36 16,1-1-1-1,3-6 1-15,2 0-114 0,0 1 52 0,1-3 31 0,0 1-207 0,1-3 109 16,-1 2 59-16,5-9 13 0,-6 9-249 0,-3 0 113 16,-4 1 72-16,1 5-1 0,-6 6-143 0,2 1 86 15,-8 10 58-15,0 6-479 0</inkml:trace>
  <inkml:trace contextRef="#ctx0" brushRef="#br0" timeOffset="107946.63">26497 12521 891 0,'-9'0'0'0,"-2"0"0"0,4 0 0 0,0 0 0 0,1-3 638 0,-1 1-291 0,5 1-161 0,2 1 156 15,0 0-153-15,2 0-76 16,9 0-39-16,3 0-5 0,4 6-9 0,0 3-25 0,2-1-173 0,0 4 87 16,-3 2 44-16,2 1 8 0,-7-3-174 0,-1 4 105 15,-2-1 51-15,-4 2 27 32,-1 0-103-32,-4-1 51 46,0-1-34-46,-5 2 66 0,-12-4-44 0,-4 1-1 0,-4 1-16 0,-2-7 156 0,0 1-52 0,-4-4-28 0,4-2-181 0,0-2 77 0,2-1 46 0,8 0 4 0,5 0-339 0,4-8 176 0,8-5 88 0,0 0 44 94,4-5-335-94,16 0 195 0</inkml:trace>
  <inkml:trace contextRef="#ctx0" brushRef="#br0" timeOffset="108088.02">26680 12532 916 0,'13'-9'0'0,"-4"4"0"0,-4 2 0 0,-2 1 0 0,0 0 0 0,-2 2 0 0,-1 0 461 0,0 7-217 0,-11 7-105 0,-2 1 521 0,2 2-313 0,-3 2-156 0,3 3-68 0,1 0 159 0,4-2-123 0,-1 1-62 0,5-1 82 16,2 1-72-16,0 4-81 0,2-5-26 0,13-2-223 0,2-3 66 94,5-1 97-94,2-3 47 0,6-2-683 0,1-9 362 0,0 0 130 0,1 0-712 0</inkml:trace>
  <inkml:trace contextRef="#ctx0" brushRef="#br0" timeOffset="108281.16">26895 12287 1746 0,'-1'-8'0'16,"-1"-2"0"-16,2 7 0 0,0 1 0 0,0 0 0 0,2 2 0 0,3 2 0 0,5 10 0 0,0 5 565 0,2 5-264 0,0 4-133 0,-4 4 110 16,-1 7-121-16,0 1-52 0,-5 2-39 0,0 1-10 0,-2 4-20 15,-2 1 0-15,-11 0-38 0,-3 4 10 16,-3-7 28-16,-3-5 0 0,-1 0-150 15,-2-7 75-15,-2-6 38 0,-3 4 8 16,4-14-330-16,2-9 171 0,1 0 25 0,4-6-502 16,1 0 297-16,1 0 140 0,7-8 82 0,3-4-496 15</inkml:trace>
  <inkml:trace contextRef="#ctx0" brushRef="#br0" timeOffset="109031.21">27201 12521 832 0,'0'0'0'16,"1"0"0"-16,-1 0 0 0,1-3 0 0,-1 1 0 0,1 1 475 0,-1-1-220 0,2 0-101 0,0 0 61 0,-2 1-90 16,2-1-44-16,0 2-499 0,-1 0 226 0,2 0 123 0,-1 0 48 15</inkml:trace>
  <inkml:trace contextRef="#ctx0" brushRef="#br0" timeOffset="110526.42">27515 12609 830 0,'0'-5'0'0,"0"-1"0"0,2-1 0 0,1 2 0 0,0-5 0 0,0 2 232 0,0-1-103 0,-1 0-48 0,3-3-22 0,-1 0 75 16,0 1-49-16,-1-4-17 0,-1 1-8 0,-1 1 93 0,1 0-59 15,-2-1-29-15,0 3 74 0,0 0-44 0,0 3-34 16,-7 1 17-1,-5 3 0-15,0 4-43 0,-5 0 0 0,-1 3-25 0,-1 13 25 0,-1 4 0 16,1 8-1-16,-1 4 29 0,1 2 0 0,3 4-20 0,3-1 64 16,6 1-36-16,3-5-1 0,2-1-35 0,2-2-44 15,0 1 53 1,0-7-9-16,6-7-139 0,8-5 70 0,-1-4 34 0,4-6 0 16,2-2-172-16,3-2 85 0,1-15 51 0,-1-3 8 15,1-6-99-15,-1-3 36 16,2-8 37-16,-4 2-21 0,-1-2-124 0,1-4 83 0,-3-1 40 0,3-6-35 15,-4 4 42-15,0-4 0 16,-1-3-25-16,2-2 29 16,-4-3 0-16,5-7 22 0,-2 11-24 0,-3 5 32 0,-4 6 0 0,0 9 1 15,-5 10 234-15,-1 6-126 0,-3 14-50 0,0 2 201 16,0 5-123-16,-7 16-38 0,-5 6-39 16,2 9 398-16,-4 8-201 0,0 4-81 0,0 1 169 0,4 6-137 15,-2-1-70-15,0 8-25 0,2-12 0 0,0 0-43 31,1 3 0-31,3-3 0 16,-1 0-362-16,2 4 190 0,4-12 82 0,1-8-238 0,0-5 146 0,0-9 87 0,4-7 44 0,10-3-902 31</inkml:trace>
  <inkml:trace contextRef="#ctx0" brushRef="#br0" timeOffset="110912.99">27922 12364 1910 0,'0'0'0'0,"0"-5"0"0,0 1 0 0,0 0 0 0,0-1 0 0,0 2 0 0,2 1 296 0,2 0-131 0,3 2-65 0,5 0-33 0,-1 7 335 0,1 6-176 0,2 5-99 0,-4 2-47 31,4 5-30-31,-8 2-15 0,2 4 9 0,-7 0-66 0,-1 1 28 0,0 0 0 16,-9 1-156-16,-8-1 93 0,-5 3 54 16,-1-6 15-16,-4-7 0 0,-4-1 22 15,-3-4 1-15,4-4 0 0,-3-1-710 0,8-10 325 0,5-2 157 0,8 0-254 16,1-9 206-16,7-3 104 15,4-8 42-15,0-4-140 0,15-2 100 0,8-6 50 0,4 1-317 0,1-7 184 16,9 1 98-16,-4 2 43 0,-1 2 77 16,0 2 0-16,2 1 0 0,-6 5 0 15,5-3 0-15,-11 11 0 0,-6 4 0 0,-2 4 533 16,-7 7-302-16,-1 0-132 0,-3 2-41 0,-3 0 627 16,0 2-325-16,0 10-163 0,-9 5 198 0,1 2-180 15,-4 6-81-15,5 1-54 0,0 1 392 16,1 2-218 15,3 3-110-31,1 1-70 16,0 4-74-16,2-8 0 0,0 0 0 0,4-1-157 0,8-1-51 0,1-3 122 0,5 1 69 0,4-11-769 0,1-2 379 15,2-5 214-15,1-6-415 0,-3-1 287 0,3 0 135 16</inkml:trace>
  <inkml:trace contextRef="#ctx0" brushRef="#br0" timeOffset="111103.48">28241 12533 1857 0,'0'-10'0'0,"-4"2"0"0,2 2 0 0,2 1 0 0,0 2 0 0,4 2 0 0,11-2 0 0,2 3 0 0,6 0 548 0,4 0-257 0,5 0-128 16,1 0-191-16,5 3 40 0,-4 1-9 0,1 0 32 16,-1-1-193-16,-2-1 96 0,-5 1 49 0,4-1 32 15,-11 1-526-15,-4-3 271 0,-6 0 136 0,-3 0-650 16,-4 0 358-1,-3 0 170-15,0-5 97 0</inkml:trace>
  <inkml:trace contextRef="#ctx0" brushRef="#br0" timeOffset="111259.46">28507 12261 2149 0,'-4'-2'0'15,"-2"-6"0"-15,3 4 0 0,2 3 0 0,1 1 0 0,-2 4 0 0,2 10 0 0,0 11 390 0,0 4-182 0,0 11-87 0,0 4 530 0,0 4-309 16,0 11-272-16,0 0-70 15,0 4 0-15,0 1 0 0,0 0 0 0,0-2 0 0,0 3-111 0,0-15 47 16,-3-6 50-16,1 1-1099 0,-1-10 575 16</inkml:trace>
  <inkml:trace contextRef="#ctx0" brushRef="#br0" timeOffset="112091.5">19668 13377 1618 0,'-16'0'0'15,"4"-2"0"-15,3 2 0 0,-2 0 0 0,11 0 0 0,0 0 0 0,2 5 0 0,13 2 610 0,12-1-286 0,4 0-135 0,6-4 399 0,6-1-276 32,1 1-137-17,1 0-60-15,4-2-115 0,2 2 0 0,-5-2 0 0,2 0 0 16,-3 0 0-16,0 0 0 0,-6 0 0 0,4 0 0 0,-15 0 0 0,-7-2 0 16,-4-2 0-16,-8 1 0 15,-5-3 0-15,-1 0 0 0,-3 3-195 0,0-4 31 0,-10 1 17 0,0-2-437 0,-1 0 264 0,1 4 146 16,0-1 68-16</inkml:trace>
  <inkml:trace contextRef="#ctx0" brushRef="#br0" timeOffset="112971.28">27433 8403 1066 0,'-14'0'0'0,"6"0"0"0,-3 0 0 0,5 0 0 0,-2 0 0 0,2 0 0 0,5 0 0 0,1-1 313 0,0-6-139 0,0-4-68 0,9-7-26 16,12-1 245-16,8-8-144 0,10-7-72 0,9-5 91 16,6-4-82-16,8-8-31 15,-1 4-37-15,-1-1-14 0,5-1 1 0,-1 4-1 16,-7 1-140-16,4 1 79 16,-23 15 27-16,-9 8-1 0,-7 4-97 0,-8 7 66 0,-2 0 42 0,-8 9-384 15,-1 0 185-15,-2 0 48 0,1 0 61 0,-1 0-422 16,7 0 223-16</inkml:trace>
  <inkml:trace contextRef="#ctx0" brushRef="#br0" timeOffset="113396.51">28871 7742 956 0,'0'-4'0'0,"0"1"0"0,0 0 0 0,0 0 0 0,-2-1 0 0,1 1 0 0,1 1 391 0,0 0-182 15,0 2-87 1,0 0-43-16,4 0 477 0,12 4-251 0,3 6-139 0,8 4 124 16,6 5-127-1,8 4-63-15,7 2-32 0,13 10 145 0,1-1-92 0,8 3-43 32,5 2-81-32,5 5 0 0,2 1 39 0,11 3 9 0,-15-7-202 0,-2-5 96 0,-3 3 48 0,-9-3 25 15,-6-2-275-15,1 3 147 0,-20-11 3 0,-4 0 59 16,-5-6-122-16,-3 0 17 0,1-4 66 0,-2 1-86 0,-12-9 76 0,-3-2 33 15,-5-1-36-15,-4-2 35 0,-2-3 0 0,0 0 26 0,-6 0-76 16,-10 0 43-16,-3 0-1 0,-5 0 43 0,-2-4 0 0,-4-4-9 16,3-1 9-16</inkml:trace>
  <inkml:trace contextRef="#ctx0" brushRef="#br0" timeOffset="113711.65">27630 8337 1726 0,'0'-12'0'0,"-3"0"0"0,1 3 0 0,1 3 0 0,1 4 0 0,0 1 0 0,1 1 0 0,8 0 283 0,4 6-123 0,4 6-53 16,5 0 337-16,2 6-203 15,4 0-103-15,2 5 64 0,0 0-83 0,7 6-32 0,-4-3-9 16,-2 1-39-16,4 0-2 0,-2 0 0 0,0-1 0 16,6 3-309-16,-11-7 151 0,0-3 78 0,-3-3-616 15,-1-4 317-15,-2-1 182 0,5-4-8 0</inkml:trace>
  <inkml:trace contextRef="#ctx0" brushRef="#br0" timeOffset="114117.06">29367 8650 1530 0,'-12'0'0'0,"3"-1"0"0,-1-1 0 0,5 0 0 0,-2 2 0 0,3 0 0 0,-2 0 0 0,4 0 409 0,2 0-187 16,0 0-93-16,3 0 417 0,13 0-256 16,12 0-117-16,4 0-74 0,9 0 287 0,9 0-239 0,6 0-147 0,5-1 0 15,11-3 0-15,-4 3 0 0,4-1 0 16,4 1 0-16,-1-2 0 0,-5 3 0 0,6 0 0 16,-20 0-12-16,-8 4-37 0,-5 1 42 15,-9 0-391-15,-9-1 200 0,-2 2 22 31,-15-4 79-31,-7 0-127 0,-1-2 94 0,-9 0 48 0,-6 0-173 0,-11 0 115 0,-3 0 52 0,-5-2 26 0,0-2-751 0</inkml:trace>
  <inkml:trace contextRef="#ctx0" brushRef="#br0" timeOffset="115431.13">28988 12222 687 0,'-5'0'0'0,"-4"-1"0"0,2-1 0 0,1 1 0 0,-1-1 0 0,1 2 0 0,-1 0 160 31,0 2-62-31,1 10-31 0,-1 3 182 0,-3 4-107 0,0 6-45 0,-1 1-35 0,0 5 144 16,1 3-85-16,-2 4-43 0,1 2 0 0,-1 6 78 0,7-7-65 0,-3-3-28 0,6-5 52 0,2 1-40 0,0-6 0 15,2 3-31 1,11-12-42-16,7-2 34 0,5-1-1 0,5-4-175 0,1-4 87 16,7 3 53-16,-6-7-8 0,2-1-441 15,-1-1 229-15,-3 0 76 0,0 0 70 0,0 0-501 0,-11-1 275 16,-5-5 132-16</inkml:trace>
  <inkml:trace contextRef="#ctx0" brushRef="#br0" timeOffset="115768.06">29172 12318 1325 0,'0'-14'0'0,"0"-1"0"0,0 6 0 0,0 2 0 0,3 3 0 0,11-1 0 0,-1 3 0 0,5 1 0 0,0 1 291 0,2 0-127 15,-3 0-65-15,3 8 4 0,0 3-34 0,1 5 9 16,-4-1-115-16,-3 3 36 0,-5 4 0 0,-3 0 36 78,-4 2-44-78,-1 3 30 0,-1-2-8 0,-9 1 23 0,-5 0-36 0,-2 3 0 0,-4-2 35 0,-2 7-43 0,2-10 75 0,-5 0-24 0,5 1-25 0,1-5 140 0,2 0-66 0,4-1-18 0,3-8-7 0,6 1 23 31,3-5-27-31,1-2 0 0,0-2-54 0,8 1 9 0,9-4 17 0,5 0 0 0,1 0-35 0,4 0-1 0,-2 0 36 0,4-1 9 0,-6-2-210 0,-1 0 82 16,-2-1 55-16,-2 1-426 15,-1-1 221-15,-2 3 73 0,-6-2 70 0,-2 0-340 0,-1 1 198 16,-4 1 98-16,0-3-263 0,-1-3 172 16,-1 1 100-16,-1-2 45 0</inkml:trace>
  <inkml:trace contextRef="#ctx0" brushRef="#br0" timeOffset="115937.51">29172 12439 1187 0,'-13'0'0'0,"2"-4"0"0,2 1 0 0,3 0 0 0,2 0 0 0,4 3 171 16,0 0-68-16,0 0-34 0,8 4 356 0,2 4-186 0,3-3-107 16,2 4-48-1,3 1 149-15,0-2-99 0,2 2-50 0,2 2-338 0,-2 0 141 16,0-1 74-16,2-2 37 0,-1 2-632 0,2-1 335 16,0 2 176-16,-1-2-367 0,-3-2 235 0</inkml:trace>
  <inkml:trace contextRef="#ctx0" brushRef="#br0" timeOffset="116327.83">29558 12609 1498 0,'-6'0'0'15,"-4"0"0"-15,4 0 0 0,2 0 0 0,-1 6 0 0,4 6 0 0,-2 3 0 0,3 6 153 0,0 0-59 0,0 4 126 0,0 4-93 16,0 1-45-16,0 3-15 0,3-5-7 0,3-3 1 16,1-1-26-16,0-4 0 0,3-3-73 0,-1-4 45 15,1-4-9-15,0-7 37 0,2-2-115 0,1 0 57 16,-1-6 30-16,3-8-49 0,-1-5-9 0,-2-2 36 16,2-4-185-16,-2 1 98 0,-2-1 23 0,3-1 30 15,-6 4-15-15,1 2-1 0,-4 0 20 0,-2 5 15 16,3 3 242-16,-1 0-121 0,-3 5-51 0,-1 4 298 15,0 1-154 1,0 2-87-16,0 0-18 0,0 9 161 0,0 4-107 0,0 5-49 16,0 2-19-16,0 0 0 0,0-1-29 0,0 3 8 15,2-3-221-15,4 0 106 0,0-2 53 0,2-2 27 16,-1-2-523-16,4 1 271 0,-4-5 81 0,1-2-526 16,1-4 326-16,-2-1 163 15,1-2 82-15,-3 0-286 0</inkml:trace>
  <inkml:trace contextRef="#ctx0" brushRef="#br0" timeOffset="116504.99">29784 12513 903 0,'0'-7'0'0,"-1"1"0"0,-4 3 0 0,4-3 0 0,-1 4 0 0,1-2 550 0,1 2-262 0,0 2-126 0,0 0 123 0,0 0-125 0,3 0-62 16,6 0-23-16,-2 7-361 15,3 0 160-15,-2 0 81 0,4 4-703 0,-2-2 367 0,0 0 178 0,-4 1 96 16</inkml:trace>
  <inkml:trace contextRef="#ctx0" brushRef="#br0" timeOffset="116962.86">30147 12334 1586 0,'-6'0'0'0,"1"0"0"0,0 0 0 0,0 3 0 0,-1 5 0 0,2 5 208 15,-1 5-90-15,2 8-40 0,-3 4 204 0,3 6-122 0,1 2-62 0,2 3-20 16,0-5 43-16,0-1-41 0,2-6 0 0,9-2-75 16,-1-6 0-16,6-2 42 0,0-10-9 0,2-6-202 15,0-3 100-15,4 0 52 0,-1-12-245 0,1-5 142 16,-3-5 68-16,0-2-18 0,-2 0-223 0,0-5 104 16,-5 2 76-16,3-6 12 15,-6 3 15-15,-1-2 1 16,1 0 42-16,-3 4 6 0,-2-1-6 0,0-2-9 0,-1 9 10 0,-3 3 234 15,0 4-118-15,0 6-58 0,0 4 443 0,-6-2-216 16,2 7-124-16,0 0-17 0,-4 7 227 0,1 9-148 31,3 4-74-31,-2 4-28 0,2 3 83 0,1 4-64 0,0 0-33 0,2 2 179 32,1 0-106-32,-2 4-131 15,2-7-12-15,0 1 0 0,0 0 0 0,2 0 0 0,2-2-297 0,4 4 83 0,0-9 121 0,0-1 66 0,3-6-1030 0,0-3 493 16</inkml:trace>
  <inkml:trace contextRef="#ctx0" brushRef="#br0" timeOffset="117402.64">30530 12607 961 0,'0'-3'0'0,"-1"-2"0"0,-2 3 0 0,1-2 0 0,2 2 0 0,0 2 93 0,0 0-28 0,0 0-1 31,0 0 404-31,2 6-207 0,5 4-116 0,-1-1-55 0,0 2 306 0,4 2-180 0,-1 3-90 15,0-1-24-15,-1 0-37 0,2-1 0 0,-3 0-28 16,0 1-374-16,1-1 187 0,-1 1 103 16,0-3-293-16,-2-3 189 0,-1 1 93 0,0-4 48 15,3 0-832-15</inkml:trace>
  <inkml:trace contextRef="#ctx0" brushRef="#br0" timeOffset="117587.92">30760 12515 2042 0,'0'-7'0'0,"0"0"0"0,-2 3 0 0,2 1 0 0,-3 1 0 0,0 2 0 0,0 0 0 0,-1 12 0 0,-2 5 367 0,-5 12-166 0,-1 4-81 0,-2 11 412 15,-5 8-239-15,-4 2-132 0,0 8-62 0,-4 7-37 16,-4 6-26-16,3 8-18 0,-6 9-117 0,3-13 54 16,4-3 41-16,3-2-1 15,0-11-706-15,4-7 373 0,2 0 197 0,6-20-867 0</inkml:trace>
  <inkml:trace contextRef="#ctx0" brushRef="#br0" timeOffset="118054.6">30837 12545 1748 0,'0'-7'0'0,"-1"1"0"0,-2 0 0 0,3 3 0 0,0 1 0 0,3-1 0 0,8 1 0 0,6 2 0 0,2 0 288 16,3 0-125-16,4 0-53 0,-1 0 77 0,-2 0-74 16,1 0-37-16,2 0 0 0,1 0-280 0,-2 0 131 15,-2 0 51-15,-7 0-568 16,3 0 304-16,-7 0 152 0,1 0 76 0,-1-1-335 0</inkml:trace>
  <inkml:trace contextRef="#ctx0" brushRef="#br0" timeOffset="118229.42">31071 12300 1190 0,'-3'2'0'0,"2"6"0"0,-1 2 0 0,-2 7 0 0,2 4 0 0,1 6 385 0,-1 4-178 0,-2 3-84 0,0 5 67 16,-2-2-76-16,2 2-38 15,0 3 10-15,2-10-322 0,1 0 137 0,-1-5 69 16,2-3-262-16,0-5 156 0,0-1 84 0,0-9 34 15,0-6-609-15</inkml:trace>
  <inkml:trace contextRef="#ctx0" brushRef="#br0" timeOffset="118545.31">31261 12251 1714 0,'5'-5'0'0,"0"-2"0"0,7 4 0 0,0 2 0 0,3 1 0 0,4 0 0 0,1 0 0 0,-1 5 0 0,4 6 143 0,0 0-42 0,-3 3-37 0,-3 1 93 0,0 4-60 16,-3-3-29-16,0 8 9 0,-7-3-98 0,-4 5 29 15,-3-2 1-15,0 4-79 0,-11 2 54 0,-9 6 37 16,-5-6-10-16,-4 0 51 0,2 2 1 0,-4-2-38 16,4-4 107-16,0 1-53 0,9-8-6 0,4-2-59 15,5-5 124-15,5 0-49 16,4-4-27-16,0 2 26 0,4-7 27 0,14-2-38 15,6-1 0-15,7 0-87 0,0 0 24 0,5-4 10 16,-2-6 14-16,1-2-330 0,-1 3 165 0,-3-2 81 16,0-1-485-16,0 0 235 0,-9 2 142 0,-6 0 18 15,-5 3-140-15,-4 0 119 0,-5 2 59 0,-1-2 21 16,-1 2-356-16</inkml:trace>
  <inkml:trace contextRef="#ctx0" brushRef="#br0" timeOffset="118703.58">31324 12429 1512 0,'-7'-11'0'0,"-1"5"0"0,6 3 0 0,2 2 0 0,0-2 0 0,0 3 0 0,3 0 385 16,9 0-174-16,1 7-86 0,-1-1 236 0,2 2-152 0,1 1-90 0,0 0-40 16,0 2-284-16,0 1 122 0,3 0 71 0,-2-1 20 15,-1-1-321-15,-2 1 176 0,4 1 88 0</inkml:trace>
  <inkml:trace contextRef="#ctx0" brushRef="#br0" timeOffset="118950.75">31621 12609 1524 0,'0'0'0'0,"0"1"0"0,0 2 0 0,0 2 0 0,0 2 0 0,0 1 0 0,0 6 0 0,0 3 208 0,5 1-85 15,-1 5-42-15,2 1 242 0,0 0-143 0,1 0-61 16,-2 0-45-16,3-4 131 0,-2-3-83 15,-1-2-42-15,2-4 11 16,-2 1-17-16,-2-5-9 0,1-7-27 0,2 0 119 0,0-3-59 0,3-11-30 16,4-5 9-16,-1-7-10 15,-1 0-29-15,5-5 0 0,-1-2-224 0,1 0 111 0,2-2 67 0,-2 3 18 16,-1 0-577-16,1 5 284 16,-2 0 105-16,-2 5-276 0,3-4 199 0,-4 14 112 15,-3 2 53-15,-1 5-476 0</inkml:trace>
  <inkml:trace contextRef="#ctx0" brushRef="#br0" timeOffset="119222.48">32104 12581 2231 0,'0'-9'0'0,"0"-1"0"0,0 4 0 0,0 0 0 0,0 1 0 0,0 5 0 0,0-2 0 0,0 2 626 16,3 0-294-16,1 0-138 0,-1 0-121 0,3 0 0 15,-3 0-35-15,2 2-1 0,-3 0-390 0,4 1 204 0,-2 1 89 16,1-1-933-16,-2 0 477 0</inkml:trace>
  <inkml:trace contextRef="#ctx0" brushRef="#br0" timeOffset="119561.34">32307 12310 2122 0,'-4'-19'0'0,"2"8"0"0,0 4 0 0,2 6 0 0,0 1 0 0,0 0 0 0,2 14 0 0,3 5 0 0,1 5 253 0,-2 5-108 0,-3 6 106 0,1 2-106 15,0 8-45-15,-2-2-35 0,0-1-43 0,0 3 16 16,0 1 0-16,-2-4 0 16,-1 5 27-16,-1-12-27 0,1-5 0 0,1-5 49 15,1-8-24-15,1-2 0 0,0-3-16 0,0-12-15 0,0 0 6 16,1-6 0-16,13-12 44 0,0-5-44 31,3-3 9-31,2-4-9 0,2-4-111 0,3-5 56 0,3-3 27 0,3-5 1 0,5-5-109 0,-5 4 48 16,0 1 38-1,-1 1-402-15,-2 1 203 0,-5 8 72 0,1 0 55 0,-12 16-229 0,-5 7 138 0,-5 9 69 16,-1 4-380-16,0 1 215 0,0 3 121 0,-2 14 56 16</inkml:trace>
  <inkml:trace contextRef="#ctx0" brushRef="#br0" timeOffset="119793.71">32610 12693 1136 0,'-2'0'0'0,"2"0"0"0,-2 0 0 0,0 0 0 0,2 4 0 0,0-3 430 0,0 3-196 0,0 0-98 0,0-1 137 16,4 2-118-16,1-2-49 0,3 2-39 0,-1-1 130 16,0-1-79-16,3 2-40 0,-2 1-434 0,1 0 207 15,-2-5 88-15,3 5 49 0,-3-1-746 16,-1-2 379-16</inkml:trace>
  <inkml:trace contextRef="#ctx0" brushRef="#br0" timeOffset="120078.86">32836 12622 870 0,'-3'-7'0'0,"-1"0"0"0,4 4 0 0,-3-1 0 16,3 2 47-16,0 2 0 0,-1 0-38 0,-1 5 2 0,-1 9 616 0,-2 7-295 16,-4 3-148-16,-1 6 434 0,-5 6-291 0,-2 7-136 0,3 3-82 15,-5 0 114-15,0 5-93 0,-1 2-47 16,-2 5-311 31,-1 5 142-47,6-11 57 0,0 0 32 0,4-6-577 31,-1-7 305 0,3-8 153-31,4 1-325 0,4-18 223 0,0-6-3 0</inkml:trace>
  <inkml:trace contextRef="#ctx0" brushRef="#br0" timeOffset="120623.75">32918 12363 1657 0,'-3'-17'0'0,"1"5"0"0,2 0 0 0,0 3 0 0,0 6 0 0,2-2 0 0,3 5 270 0,8 0-116 0,0 0-59 0,5 6 357 0,-3 9-211 0,5 5-103 0,0 5-50 16,-1 4-25-16,0 6-1 0,1 5-15 0,-7 0 152 0,-5 2-81 0,-2 2-40 15,-4 1 0-15,-2 1-315 0,-8 5 146 16,-11-7 60-16,-10-1-366 0,-3-2 217 15,-3-4 109-15,-2-6 2 0,-5 1-553 0,9-10 297 16,1-6 144-16</inkml:trace>
  <inkml:trace contextRef="#ctx0" brushRef="#br0" timeOffset="121413.49">33300 12322 1075 0,'-2'-5'0'0,"-2"-2"0"0,1-3 0 0,3 8 0 0,0 1 0 0,0 1 0 0,0 0 0 0,0 14 133 16,2 7-39-16,1 3-33 0,-1 7 242 0,-2 6-133 0,2 2-66 0,-2 4-34 15,0 5 226-15,0 2-135 0,0 0-61 0,-2 2 122 16,-3 3-92-16,-1-4-47 16,0 3 10-16,3-15-74 0,1-5 18 0,0-2 0 15,2-8-93-15,0-8 47 0,0 2 32 0,0-13-9 16,0-5-67-16,0 0 44 0,0 0 1 0,0-1 45 15,0-7-237-15,0-3 68 0,0-5 69 16,0-2-166-16,0 4 103 0,-3-5 25 0,-4 0 27 0,2 2-38 16,-5 0 38-16,2 2 0 0,-1 2 116 0,-5 0-49 15,2 7 9-15,2 1-39 0,-5 3 104 0,0 2-53 16,-1 0-25-16,0 7-9 0,4 10 374 0,-2 2-158 16,4 3-99-16,3 1 349 15,4 3-204-15,3 0-94 0,0 1-59 0,2-3 170 16,12-3-151-16,4-1-108 0,2-3 0 0,1-2 0 15,1-8 0-15,2-2 0 0,1-3 0 0,-2-2-8 16,-1 0-22-16,0 0 42 0,-2-8-241 0,-4-2 132 16,1-3 68-16,-7-2-767 0,1 1 379 0,0-3 181 15,-4 1 104-15,-3-1-488 0,0-4 292 0</inkml:trace>
  <inkml:trace contextRef="#ctx0" brushRef="#br0" timeOffset="121577.75">33456 12775 1695 0,'-5'-4'0'0,"3"-2"0"0,-1 5 0 0,1 0 0 0,2 1 0 0,0 0 228 0,0 0-100 0,0 7-46 16,0 4 439-16,0 0-242 0,2 3-121 0,1 1-51 15,1 2 91-15,0-1-80 16,2 1-41-16,1 0-240 0,-1 0 109 0,0-3 41 16,0 0 25-16,-2-3-705 0,3 1 366 0,2-2 182 15,-2-1-773-15</inkml:trace>
  <inkml:trace contextRef="#ctx0" brushRef="#br0" timeOffset="121855.51">33587 12784 652 0,'0'-7'0'0,"0"1"0"0,0-1 0 0,0 2 0 0,0-1 0 0,1 3 0 0,-1-1 207 0,3 1-85 0,-1 1-42 0,-1 1 87 0,-1-1-55 15,3 1-42-15,-2 1 0 0,-1 0 239 16,2 0-136-16,-2 0-67 0,2 0 218 15,-2 0-148-15,0 0-69 0,0 0-35 16,0 1 175-16,0 2-104 0,0-1-44 0,0 2-36 0,0 0-70 0,0 2 45 16,0 0-1-16,0 1-42 15,0 0 51-15,0 5-8 0,-2 3-1 0,-5 2-2 0,-1 7 2 0,-4 7 0 16,-4 9-59-16,-2 7 25 0,-4 12-1 0,-5 17 35 16,-10 14-188-16,-3 11 84 15,-9 14 31-15,8-17 23 0,4-5-394 16,5-11 195-16,6-9 81 0,3-3-430 0,13-28 266 0,1-7 129 15</inkml:trace>
  <inkml:trace contextRef="#ctx0" brushRef="#br0" timeOffset="126971.16">19517 15141 1342 0,'-8'0'0'0,"-2"-3"0"0,3 3 0 0,3-2 0 0,0 0 377 0,0 1-171 0,4 0-84 15,0 1-42-15,0 0 286 0,4 0-169 0,11 0-80 16,3 0 270-16,3 1-175 0,4 2-87 0,3-1-88 16,-2 1 0-16,2-1 0 0,2-1 1 0,-2-1-423 15,-2 0 211-15,5 0 115 0,-6 0 44 16,0 0-807-16,-4 0 374 0,-3 1 224 0</inkml:trace>
  <inkml:trace contextRef="#ctx0" brushRef="#br0" timeOffset="127133.13">19572 15395 2466 0,'-19'0'0'0,"8"0"0"0,1 0 0 0,5 3 0 0,3-1 0 0,2 4 0 0,0-3 0 0,3 3 0 0,16-1 356 0,1-2-160 16,4-2-79-16,2 1 76 0,5 1-69 0,-3 0-48 15,2-3 0-15,1 0-555 0,-1 0 258 0,-1 0 129 16,4 0 74-16,-5 0-922 0,0 0 465 0</inkml:trace>
  <inkml:trace contextRef="#ctx0" brushRef="#br0" timeOffset="127590.17">20371 14991 2419 0,'-14'-1'0'0,"5"-2"0"0,3 0 0 0,4 3 0 0,2 0 0 0,0 0 0 0,2 0 307 0,11 4-139 0,5 2 156 15,5-4-144-15,2 4-71 0,6 0-37 0,2-3 35 32,-4 0-39-32,3 3-1 0,-4-4-30 0,1 1-112 0,-2 3 55 0,4-1 38 0,-11 0-9 0,-3-1 28 0,-7 2 0 15,-2 4 0-15,-7 2-274 0,-1 9 127 0,-16 1 65 0,-13 5 116 0,-9 5-33 16,-5 6-37-16,-1 0-8 0,-4 5 140 0,6-7-66 15,6-1-24-15,8-3 0 0,3-5-10 0,7-4-33 0,3 2 0 16,14-9 0-16,1-5 0 0,4-1 0 16,15 0 0-16,3-3 0 15,6 0 0-15,0-4 0 0,3-1 0 0,2-1 0 0,0-1 0 16,0 0 0-16,2 0 0 0,-7 0 0 0,-3 0 0 16,-1-1 0-16,-4-1-289 0,-4-1-104 15,0 3 169-15,-9-3 99 0,-4 3-550 0,-1 0 319 16,-2-2 159-16,0 0-451 0</inkml:trace>
  <inkml:trace contextRef="#ctx0" brushRef="#br0" timeOffset="127797.73">20330 15308 1904 0,'-16'0'0'0,"1"-3"0"0,2 2 0 0,8 0 0 0,2-2 0 0,-2 2 0 0,5 1 729 0,1 0-346 0,14 0-173 0,6 0-86 0,4 1 247 16,5 4-161-16,-1 1-210 0,3-1 0 0,-1 2 0 62,3-3 0-46,0 1 0-16,2 0-363 0,-6-1 44 0,1 2 178 0,-4-2-833 0,2 2 488 0,-4-2 244 0,3 1 2 0</inkml:trace>
  <inkml:trace contextRef="#ctx0" brushRef="#br0" timeOffset="128047.57">20812 15365 1510 0,'0'3'0'0,"0"0"0"0,0 5 0 0,0-1 0 0,0 4 0 0,-2 1 0 0,0 5 0 0,0 6 623 0,2 1-298 0,0 1-144 16,0 3 100-16,0-2-122 0,2 1-60 16,3-1-23-16,3-6 18 0,2-4-29 15,1-3 0-15,1-4-169 0,1-9 70 0,1 3 45 0,1-3-9 16,2-12-158-16,-2-8 96 16,0-6 49-16,-2-2 24 0,5-4-130 0,-7-1 29 0,-1 1 52 15,-1 3-44-15,-1 1 34 16,-5 8-30-1,6-2 18-15,-8 9 349 0,1 5-154 0,0 2-72 0,-2 4 329 0,0 2-171 0,0 0-93 0,0 16-77 16,0 5-53-16,-2 4 0 0,2 3 0 0,0 2 0 16,0 2 0-16,0-6 0 0,0 3 0 0,5-5 0 15,1-2 0-15,2-1 0 0,4 0 0 0,-4-8-605 16,3-3 105-16,0-4 238 0</inkml:trace>
  <inkml:trace contextRef="#ctx0" brushRef="#br0" timeOffset="128528.66">21409 15066 1562 0,'-5'-9'0'0,"-4"1"0"0,2 3 0 0,-3 4 0 15,2 1 226-15,-3 0-100 0,2 16-45 0,-2 8 581 16,1 8-312-16,0 7-158 0,2 8-69 16,5-3 482-16,1 5-601 15,2 0-4-15,0 3 0 0,3-3 0 16,11 2 0-16,4-13 0 0,6-4 0 0</inkml:trace>
  <inkml:trace contextRef="#ctx0" brushRef="#br0" timeOffset="128568.56">21392 15594 3931 0,'28'21'-49'0,"3"-2"-489"0,0-10 282 0,-1-6 146 0</inkml:trace>
  <inkml:trace contextRef="#ctx0" brushRef="#br0" timeOffset="129399.54">21758 15104 1301 0,'-2'3'0'0,"-1"1"0"0,-1 1 0 0,-2 5 0 0,4 2 0 0,0 4 261 0,-1 5-113 0,2 8 97 16,1 4-104-16,0 6-43 0,0 1-35 0,0-1 181 16,1 1-103-16,4-3-53 0,7-6-25 0,-2 5 29 15,1-13-32-15,2-2 0 0,-1-8-23 0,3-3-104 47,-1-9 51-47,6-1 36 0,-2 0-154 0,3-17 85 0,1-11 43 0,-1-3-98 0,0-2 69 0,1-5-9 0,-5 2 28 0,-1 1-226 0,-5-2 113 0,1 1 20 16,-3 0 40-16,1-5-9 15,-1 8 41-15,-4 3 1 16,-2 3-1-16,-2 8 143 0,-1 6-71 0,0-1-45 0,0 13 341 16,0 1-161-16,-1 0-89 0,-4 18 182 0,-1 6-116 0,0 6-42 15,1 5-36-15,2 3 23 16,1 0-28-16,2 2 0 0,0 4-18 15,0-10-6-15,0 1-3 0,5-1-1 0,2-5 1 0,3 1-232 0,1-2 126 0,0-6 47 32,1-6-613-32,-1-4 293 0,2-6 168 0,-1-2-555 0,1-4 337 15,1 0 183-15</inkml:trace>
  <inkml:trace contextRef="#ctx0" brushRef="#br0" timeOffset="129697.47">22249 15327 1734 0,'1'-10'0'0,"1"4"0"0,-1 0 0 0,4 1 0 0,0 1 0 0,4 4 0 0,-1-2 0 0,3 2 343 0,3 0-153 0,-1 0-76 0,3 10-39 0,0 3 219 63,1 2-119-48,-4 2-74-15,-1 0 29 0,-6 5-46 0,-1-1-24 0,-3 2-80 0,-2 3 37 0,0-1-9 0,-9-1 29 0,-6-3 15 0,-4 1-15 0,-7-5-1 0,-1 3 10 0,-3-9-67 0,1-1 28 0,0-5 1 0,1-2 19 0,0-3-425 79,9 0 172-64,5-1 112-15,6-15-561 0,5-1 319 0,3-7 159 0,1-1-441 0,17 0 306 0</inkml:trace>
  <inkml:trace contextRef="#ctx0" brushRef="#br0" timeOffset="129782.07">22456 15304 1484 0,'1'-1'0'0,"1"-3"0"16,-2 1 0-16,0 3 0 0,0 0 0 0,0 0 328 0,0 0-146 0,-2 9-72 0,-3 4 698 0,-2 3-386 0,-1 1-183 0,3 3-106 0,2 0 92 0,2 1-225 0,1-1 0 0,0 2 0 0,0 3 0 0,5-6 0 0,9 2 0 0,1-7 0 0,4 3-102 16,0-5 6-16,4-4-688 0,0-4 406 0,-2-3 208 0,4-1-26 0,-2 0-613 15,0-1 386-15</inkml:trace>
  <inkml:trace contextRef="#ctx0" brushRef="#br0" timeOffset="130315.45">22996 15361 1863 0,'0'0'0'0,"0"0"0"0,-4 0 0 0,0 0 0 0,2-2 0 0,-1-2 0 0,0-2 0 0,-1-2 125 15,3-1-36-15,-1-3 175 16,0 0-114-16,0-3-57 0,2-2-29 0,-1 0-92 0,-2-2 41 16,-3 2-9-16,2-2 32 0,-4 5-51 15,0 1 26-15,-4 4 0 16,-4-1 34-16,1 7 76 0,-3 3-42 0,-2 0 0 0,0 17 94 0,-2 6-68 16,0 7-26-16,4 3 24 0,6 5-33 0,3 0-1 15,3 1-33-15,5 0 88 0,1-1-36 0,0-6-8 16,8-5-80-16,7-3-10 0,5-3 5 0,-1-8 1 15,5 0 23-15,0-13-234 16,-1 0 113-16,-2-1 63 0,1-16-310 0,-2-2 153 16,1-5 91-16,-6-3-107 0,-3-2 89 0,-1-2 41 0,-2-4 23 15,1-7-96-15,-5 3 64 0,0-2 28 16,0-2-1 0,-2-5-1-16,0-2 0 0,1-7 20 0,0 9 9 0,-2 3 8 0,1 8-8 0,-3 6 0 15,0 9 225-15,0 3-122 16,0 16-47-16,-3 3 197 0,-3 3-120 0,2 18-28 15,0 8-41-15,1 1 356 0,1 9-180 0,2-1-68 16,0 9-50-16,0 0 233 0,2 2-142 0,1 8-61 0,3-10-59 0,0 1-57 16,2 0 0-16,-3-3 0 15,2 0 0-15,1 1 0 0,-2-14 0 0,2-6-265 16,-2-8-34-16,-3-7 167 0,2-5 84 0,0-2-502 16,-3-4 271-16,2-3 52 0,-1-5 96 0</inkml:trace>
  <inkml:trace contextRef="#ctx0" brushRef="#br0" timeOffset="130586.56">23217 15245 1162 0,'0'-8'0'0,"1"3"0"0,4-2 0 0,1 3 0 0,1-1 0 0,3 5 0 0,-1 0 509 0,2 0-237 0,3 0-118 0,1 11 340 0,4-1-220 16,0 8-124-16,-3 0-52 15,1 2-31-15,-3 1 0 0,-1 2-22 16,-6 1-154-16,-4 1 73 0,-3 1 36 0,0 0 0 0,-4-2-73 0,-13 5 64 0,-4-7 18 15,-6-2-1-15,-2-3-179 0,-4-1 42 0,-3-3 71 0,0-1-338 16,7-9 186 0,3-3 83-1,3 0-207-15,4-3 148 0,8-9 76 0,2-9 27 63,9-4-365-63,0-6 206 0</inkml:trace>
  <inkml:trace contextRef="#ctx0" brushRef="#br0" timeOffset="130704.97">23375 15166 1855 0,'0'-3'0'0,"0"2"0"0,0 0 0 0,0 1 0 0,-2 0 0 0,-4 8 0 0,-3 7 0 0,1 8 475 0,1 3-210 0,-1 6-119 0,6 2-55 16,2 4 752 15,0 4-587-31,1-4-256 0,11 6 0 0,8-10 0 0,4-5 0 0,5-3-129 0,7-4-185 0,1-7 176 0,7-3 95 0</inkml:trace>
  <inkml:trace contextRef="#ctx0" brushRef="#br0" timeOffset="131168.76">23853 15227 1928 0,'-4'0'0'16,"-4"0"0"-16,4 0 0 0,-2 0 0 0,5 0 0 0,1 0 0 0,0 0 0 0,1 0 244 0,9 1-95 0,9 0-60 0,3 2 264 15,0-2-158-15,3-1-79 0,3 1-118 0,-1-1 48 0,-2 3-9 16,0-3-1-16,-4 0-371 0,1 0 185 0,-4 3 93 16,1-2 57-16,-5 1-647 15,-5 0 338-15,-2-2 83 16,-6 0-444-16</inkml:trace>
  <inkml:trace contextRef="#ctx0" brushRef="#br0" timeOffset="131327.67">23987 15038 699 0,'0'0'0'0,"-3"0"0"0,0 0 0 0,0 0 0 0,3 6 383 0,0 7-173 0,0 3-86 0,0 8 360 0,0 4-214 0,0 1-122 15,2 7-55-15,-1 2 47 0,2 3-51 0,0 2-26 16,1 3 9-16,-2-7-210 0,-1-4 87 0,2-2 44 16,0-3-499-16,-2 3 280 0,1-13 127 0,-1-2 68 15,3-7-633-15</inkml:trace>
  <inkml:trace contextRef="#ctx0" brushRef="#br0" timeOffset="131705.67">24376 15018 1906 0,'4'-7'0'0,"0"0"0"0,1 3 0 0,5-1 0 0,-3 0 0 0,5-1 0 0,0 6 0 0,1-2 0 0,0-1 214 0,2 3-88 0,2 0-45 0,-1 0-11 0,0 0-9 0,0 0-24 16,-2 5-1-16,-2-1-75 0,1-1 38 0,-2 1 9 16,-5-2 28-16,0 3-44 15,-2-4 44-15,-2 4 1 0,0-5-9 0,0 0 17 16,-2 0-8-16,0 3 9 0,0-3-33 0,0 0 15 16,-6 0-26-16,1 0-72 0,0 0 41 0,2 0 24 31,-2 0 6-31,1 0-226 0,2 0 112 0,0 0 60 0,-2 0 20 0,3 0-209 31,-1 0 94-31,0 0 64 63,1 0-331-48,-1 0 194-15,0 0 93 0,-1 0 45 0</inkml:trace>
  <inkml:trace contextRef="#ctx0" brushRef="#br0" timeOffset="132914.92">24539 14979 694 0,'-1'-6'0'0,"-1"3"0"0,-1 0 0 0,2 2 0 0,-1 1 282 16,0 0-122-16,1 9-52 0,-2 6-39 0,3 6 285 16,-1 4-157-16,-1 5-80 15,0 1-39-15,-1 8 71 0,-2-3-60 0,2 2-25 0,2 2 89 0,-2-3-58 16,3-1-28-16,0 4 45 15,0-12-42-15,0-4 1 0,4-5-33 0,7-3-6 0,0-5 6 16,6-4 9-16,0-7-9 0,5 0-59 16,3-7 30-16,0-10-1 15,4-7 30 1,0-1-234-16,-3-5 109 0,1-1 38 0,-4-3-84 0,-1-1 73 16,0-2 8-16,1-4-148 0,-6 6 92 31,-4 1 18-31,0-1 29 0,-3 2 34 0,-4 3-15 0,0-2-6 0,-5 10 9 0,-1 6 272 0,0 6-134 0,0 3-68 0,-1 6-25 31,-3-1 441-15,-1 2-221-16,-1 2-70 0,1 13 47 0,-3 4-83 0,1 6-31 0,3 4 129 15,0 1-89-15,0 6-119 0,1-1-10 0,1 2 0 16,2 6 0-16,0-7 0 0,0 0 0 0,0-1 0 0,7-2 0 0,3 1 0 16,5 0 0-16,-2-9 0 93,2-8 0-93,0 0-55 0,2-6-205 0,-2-7 96 0,3 0 82 0,-5-4-518 0,0 0 281 0,-1-7 140 16,-4-3 71-16,4-2-531 0,-3-1 291 0</inkml:trace>
  <inkml:trace contextRef="#ctx0" brushRef="#br0" timeOffset="133071.1">25262 15190 2149 0,'-9'-3'0'0,"2"2"0"0,3 1 0 0,-5 0 0 0,6 0 0 0,2 6 202 0,1 3-83 0,0 6-42 0,0-2 550 0,0 3-287 16,1 1-156-16,8-3-74 0,1 4-79 0,0-1 5 16,0-1 0-16,3 1-16 0,-1-2-419 0,-2-1 205 15,0-1 115-15,-1-2-604 0,2 1 368 16,-5-6 171-16,-1 2-633 0,3-5 371 0,-2 0 185 0,0-3 92 16</inkml:trace>
  <inkml:trace contextRef="#ctx0" brushRef="#br0" timeOffset="133266.64">25518 15150 944 0,'0'-9'0'0,"0"2"0"0,0 0 0 0,0 5 0 0,0-1 0 0,-1 3 0 0,-3 0 634 0,-2 14-299 0,-3 4-141 0,2 7-84 0,-6 6 476 0,3 9-275 0,-4 3-137 0,-2 5 186 16,-2 9-153-1,0-4-131-15,-1 7-76 0,-1 1 0 0,0 0 0 16,-1-1 0-16,-3 3 0 0,7-15 0 0,0-4 0 0,5-6 0 15,3-7 0-15,-1-6-129 0,6-2 86 0,3-16 36 16,1-4-737-16,0-3 309 0,0 0 199 0,0-2-479 16,1-6 331-16,6-6 178 0</inkml:trace>
  <inkml:trace contextRef="#ctx0" brushRef="#br0" timeOffset="133459.1">25681 15299 1954 0,'2'-8'0'0,"0"-1"0"0,-2 3 0 0,1 0 0 0,1 5 0 0,-1 0 0 0,0-2 357 0,0 3-160 15,1 0-81 1,3 0 481-16,-2 0-285 0,1 5-138 0,0 1-369 0,0 0 116 16,2 0 57-16,-1 2 38 0,-1 0-828 0,2 0 423 15,-1-2 213-15,0 3 106 0,-2-4-938 0</inkml:trace>
  <inkml:trace contextRef="#ctx0" brushRef="#br0" timeOffset="134535.32">26186 14943 1206 0,'-2'-14'0'15,"1"1"0"-15,-2 8 0 0,2 2 0 0,1 3 0 0,0 8 0 0,0 12 342 0,0 2-152 0,0 7-66 0,0 2-48 0,0 1 92 0,0 4-65 0,0 3-33 16,0-3 39-16,0 4-26 0,0-1-10 0,0-3-35 16,0 2-33-16,0-2 33 15,0-2 0-15,0 2-69 0,0-9 29 0,0-6 1 0,0-2 39 16,0-8-55-1,0-2 27-15,0-3 10 0,0-6-9 0,0 0-27 0,0 0-5 0,-2-9 0 16,-2-3-37-16,-1 0 36 0,0-1-18 0,-2-4 46 0,-2 3-196 16,2-2 90-16,-3-2 37 0,-2 2-145 15,1 3 86-15,-1 1 46 0,-1 2 7 0,0 3 83 16,-1 4-27-16,-2 2-9 0,1 1-16 16,1 0 272-16,0 9-134 15,3 3-69-15,0 6 170 0,1 1-91 0,4 0-58 0,6 2 16 0,0 3 229 31,0-3-117-31,0 3-61 0,9-5-98 0,2 0 17 0,3-2 0 0,1-4 0 0,-3 0-318 0,4 1 169 32,-2-5 70-32,0-2 39 0,-1-2-368 0,4-3 191 0,-2-2 28 0,5 0-601 15,-5 0 361-15</inkml:trace>
  <inkml:trace contextRef="#ctx0" brushRef="#br0" timeOffset="136133.28">26512 15213 1872 0,'0'0'0'0,"0"0"0"0,0 0 0 0,0 3 0 0,0-1 0 0,0 5 0 0,1 0 281 0,0 2-126 15,6 1 358-15,-1 4-238 0,1-3-119 0,2 6-60 16,2 1-41-16,0-2-18 16,-1 0-1 15,2 0 1-31,-4 1-121 0,3 2 60 0,-1-2 40 0,-2-3-10 0,-3 1-503 0,1-2 267 0,0-2 133 15,-1 1-749-15,-1-2 395 0,1-6 213 32,0-3-307-32</inkml:trace>
  <inkml:trace contextRef="#ctx0" brushRef="#br0" timeOffset="136294.93">26791 15162 1746 0,'0'-19'0'0,"0"1"0"0,0 4 0 0,0 0 0 15,0 8 0-15,0 3 0 0,0 3 325 0,-3 0-144 0,-3 9-63 0,-2 12 448 0,-3 11-265 0,-2 8-132 0,1 7-66 16,-5 9 160-16,-1 5-104 0,2-3-159 0,0 2 0 15,2 1 0-15,1 1 0 0,-3 1 0 0,0 8 0 16,5-16 0-16,-2-1 0 16,-2-2-426-16,5-8 185 31,0-6 139-31,-1-2 74 0,3-17-769 0,5-8 374 0,-1-5 193 0,1-6 96 0,3 0-486 0</inkml:trace>
  <inkml:trace contextRef="#ctx0" brushRef="#br0" timeOffset="136507.91">26917 15104 2153 0,'16'-1'0'0,"2"0"0"0,0 1 0 0,0 2 0 0,4 14 0 0,-3 2 0 0,2 6 0 0,0 4 0 0,-3 3 464 0,0 5-214 0,-6 3-106 0,-1 2-54 16,-2 1-57-16,-2 5 13 15,-7-6-9-15,0-1 0 16,-10-2-209-16,-8-3 105 0,-3 7 61 0,-5-12-141 0,-1-5 92 15,-2 0 46-15,1-3-378 0,-3-5 147 16,1 0 52-16,6-10 87 0,4-4-409 0,2-3 237 0,8 0 118 0</inkml:trace>
  <inkml:trace contextRef="#ctx0" brushRef="#br0" timeOffset="136686.34">27232 15383 2156 0,'10'-12'0'0,"3"4"0"0,-3 2 0 0,6 0 0 0,0 2 0 0,1-2 0 0,6-1 0 0,-3 5 496 16,6-1-230-16,2-1-115 0,3 2 423 0,2-3-286 16,7 3-288-16,-6 0 0 0,-1 0 0 0,0 1 0 15,-4-2 0-15,-2 3 0 0,1 0-553 0,-9 0 223 16,-4 0 183-16,-6 0-771 16,-3 0 363-16,-5 0 262 0</inkml:trace>
  <inkml:trace contextRef="#ctx0" brushRef="#br0" timeOffset="136827.92">27603 15011 1858 0,'0'0'0'0,"0"0"0"0,-3 0 0 0,1 0 0 0,2 9 0 0,-2 7 195 16,2 5-84-16,0 8-37 0,-1 6 819 0,1 10-429 0,-3 5-213 16,0 13-166-16,1-1-85 0,-1 3 0 15,1-1 0-15,2-1-1124 0</inkml:trace>
  <inkml:trace contextRef="#ctx0" brushRef="#br0" timeOffset="137344.88">28055 14970 1648 0,'-12'0'0'0,"1"-3"0"0,6 2 0 0,0 0 0 0,5 1 0 0,0 0 0 0,8 0 0 0,11 5 342 0,4 1-153 16,6 2-65-16,1-1-48 0,-1 4 19 15,1-2-29 1,-2 5 0-16,-4-2-108 0,2 8 50 0,-7 0-10 0,-9 6 40 0,-7 5-127 0,-3 7 63 0,-6 6 32 15,-17 8-12-15,-10-4 18 0,-6 1-1 0,-3-2-14 16,-3-2 329-16,3-5-156 0,-1 2-62 0,10-12-37 16,9-8 318-16,6-8-175 0,10-3-88 0,3-5-112 15,5-2-14-15,2-4 0 0,15 0 0 16,8 0 0-16,5 0 0 0,6-6 0 0,5-3 0 16,-3 0-161-16,0-2 89 0,-4 2 56 15,0 1-837-15,-2 0 373 0,-7 0 232 0,-6 4 59 16,-5 0-242-16,-6-1 197 0</inkml:trace>
  <inkml:trace contextRef="#ctx0" brushRef="#br0" timeOffset="137519.32">28020 15245 2545 0,'-16'-11'0'0,"5"2"0"0,4 4 0 0,4 1 0 0,1 1 0 0,2 1 0 0,0 2 0 0,2 0 0 0,12 0 390 0,2 2-176 0,7 6-88 15,-3 0 42-15,7 3-55 0,-4 0-42 0,3 0-1 0,1 3-642 0,0-3 305 32,-1 2 153-32,3 3-835 0,-4-5 469 0,0 2 232 0</inkml:trace>
  <inkml:trace contextRef="#ctx0" brushRef="#br0" timeOffset="137724.78">28454 15402 779 0,'0'2'0'0,"0"-2"0"0,0 2 0 0,0 0 0 0,0 2 303 0,3 1-132 0,-2 4-57 15,2 6 533-15,0 7-304 0,2 3-152 0,-1 6-77 16,3 0 259-16,-2 3-173 0,1-2-80 0,1 2-41 16,0-5 98-16,-3-3-69 0,3-2-25 0,-1-9 38 15,-3-3-113-15,1-6-8 16,3-6 0-16,2 0 0 0,5-6 0 0,-1-17 0 16,1-3 0-16,4-5 0 15,2-4 0-15,0-4 0 0,2-6 0 0,-1 7 0 16,-3-4 0-16,-3 1 0 0,2 2-770 0,0-1 235 0</inkml:trace>
  <inkml:trace contextRef="#ctx0" brushRef="#br0" timeOffset="139982.26">29112 15018 1208 0,'-18'-10'0'0,"1"-1"0"0,1 10 0 0,3 1 0 0,-2 15 0 0,1 8 191 16,-3 9-77-16,0 10-29 0,0 2 139 0,6 5-94 0,-1 5-46 0,4 3 286 16,2-3-167-16,4 6-73 31,2-16-51-31,2-3 106 0,12-2-74 0,2-7-37 0,4 1-97 0,-1-11 25 0,5-3 0 0,1-2 35 0,1-3-347 16,-1-1 173-16,2-2 97 0,-7-6 33 15,0-3-236-15,-4 0 74 16,1-2 90-16,-2 0-618 15,1 0 320-15,-6-2 175 0,-2-4 83 0,-4-6-311 0</inkml:trace>
  <inkml:trace contextRef="#ctx0" brushRef="#br0" timeOffset="140994.93">29249 15197 295 0,'5'-7'0'0,"-3"1"0"0,1-3 0 0,0 4 0 0,-1-2 0 0,-1 2 63 15,1-1 0-15,-1-1-30 32,1 0 95-17,0 3-50 16,-1-1 0-31,-1 1-41 0,1 0 120 0,0 1-60 0,1-2-21 0,1 3 125 0,-3 0-82 0,2 1-41 0,0 1 0 0,-1 0 104 0,1 0-63 0,1 1-46 0,-1 11 88 0,-1 5-62 0,0 6-31 0,0 6 0 0,-1 2 126 0,0 6-82 16,0 1-38-16,0 0 0 0,0 1-11 0,0 0-1 0,0 0-15 0,0-6-67 16,0-2 28-16,2-3 0 0,4-5 29 0,3-5-75 47,0 2 46-47,1-13-9 0,5-3-99 0,-1-4 49 0,1 0 38 0,2-10-8 0,3-7-63 0,-1-4 24 0,-3-3 30 0,1 0-9 15,-2-4-116-15,0-1 55 0,0-4 32 0,-2 4-107 16,0-5 70-16,-3 2 33 0,5-3 1 0,-4-2-66 15,3-4 41-15,-4 10 34 0,-3-1 65 0,1 7 1 32,-2 3-41-32,-5 6 0 0,1 0 56 0,-2 8-24 0,0 6 1 0,0 2-33 15,0 0 270-15,-2 0-118 16,-1 0-66-16,-1 1 228 0,2 4-134 0,1-1-29 0,-2 0-46 0,1-1 9 16,2-1-9-16,-1 0-31 15,1-1-111-15,0 2 55 0,0-2 28 0,0-1 10 0,0 2-139 0,0-2 66 16,0 0 41-16,0 0-4 0,0 0-32 0,0 0 4 15,0 0 24-15,0 0-18 0,0 0 0 0,0 0 3 16,0 0 21-16,0 0 85 0,-2 0-40 16,2 0 0-16,0 0 32 15,0 0-28 1,0 0 0-16,0 0-13 0,0 0-49 0,0 0 12 0,0 0 23 16,0 0 15-16,0 0-82 0,0 0 38 0,0 0-3 0,0 0-179 0,0 0 98 0,0 0 37 31,0 0 28-31,0 0-351 0,0 0 182 0,0 0 87 31,0 0-396-31,0 0 242 0</inkml:trace>
  <inkml:trace contextRef="#ctx0" brushRef="#br0" timeOffset="144418.82">29306 15100 735 0,'0'-6'0'0,"-2"-2"0"0,1 5 0 0,-1-1 0 0,2 0 0 0,-2 2 0 0,2-1 0 0,0 2 159 0,0-2-66 0,0 3-27 0,0 0 44 0,0 0-35 0,0 0-1 16,0 0-27-16,0 0 48 0,0 0-28 0,0 0-1 0,0 0 0 15,0 0-1-15,0 0-17 0,0 4-11 16,-2-1-17-16,2 1 17 0,-2-2 1 16,1 2 0-16,1-1-28 0,-1-1-10 0,0 0 38 0,-1-1-41 15,0 3-3-15,2-2 42 0,-1-2-7 0,1 3-32 16,-2-3 20-16,2 2 11 0,-1-1-19 0,1 0 16 15,-2-1-20-15,2 3 18 16,0-3-98-16,0 1 45 0,-2-1 17 0,2 0 1 0,0 1-68 0,0-1 43 16,-3 0 14-16,3 2-50 31,0-2 30-31,0 0-1 0,0 2 21 0,0-2 28 0,0 0-30 0,-2 0 12 0,2 0 50 0,0 2-25 16,0-2-7-16,0 0-18 0,0 0 102 0,0 0-47 15,0 1-17-15,0-1-1 0,0 0 58 0,0 2-39 16,0-2-4-16,0 2 44 0,0-1-26 0,0 3 6 15,0-3-26-15,0 2 17 0,0 1 13 0,0 1-38 16,0 1 81-16,0 1-28 16,2 0-1-16,1 5-44 0,1 2 49 0,-1 1-25 15,2 2 1-15,-3 4-15 0,3 4 5 0,0 0-14 16,-1 5 0-16,0 2-33 0,-1 1 1 0,2 2 42 16,-2-2-11-16,-2 0-61 0,1-1 30 0,0-4 1 15,-1-2-13-15,1 0 9 0,-2-8 10 0,0-3 16 16,0-6-47-16,0-1-1 0,0-4 23 15,0-1 17-15,0-3-45 0,0 0 0 0,0 0 26 0,0-2-52 16,0-2 26-16,0 1 1 0,0-3 23 0,0 2-263 16,0-1 120-16,0-1 65 15,0-1-251-15,0-3 126 0,4 3 87 0,2-3 39 16,1-1-498-16</inkml:trace>
  <inkml:trace contextRef="#ctx0" brushRef="#br0" timeOffset="144790.6">29647 15062 558 0,'-3'0'0'0,"-1"-1"0"0,1-1 0 0,2 0 0 0,0 0 0 0,-1 1 348 0,-1 1-155 16,1 0-78-16,-2 0 197 0,1 3-142 0,1 6-66 0,-1 4-33 16,-3 3 87-16,-2 4-60 15,3 3-21-15,-5 5-9 0,0 3 147 16,-2 4-88-16,0 6-45 0,-3 3 131 16,-5 9-79-16,4-6-53 0,-3 4 0 0,3-3 6 0,-1-2-25 0,3-3 0 15,-1 1-61-15,5-17-9 0,3-3 46 16,1-6-1-16,0-3-81 0,5-7 40 0,-2 3 10 0,3-11 31 47,0 0-94-47,0 0 39 0,0 0 26 0,0-4-239 0,0 0 120 0,0-5 28 0,0-1 40 0,1-3-434 0,4 1 221 0,3-4 108 15,1 1-476-15,4-4 297 0,1 1 145 0</inkml:trace>
  <inkml:trace contextRef="#ctx0" brushRef="#br0" timeOffset="145031.7">29650 15432 1948 0,'-3'0'0'0,"0"-6"0"0,1 6 0 0,2-3 0 0,0 0 0 0,0 3 0 0,0 0 0 0,6 0 204 0,3 6-83 0,3 6-42 0,-1 0 200 16,4 3-120-16,-1 2-52 0,-4-1-74 0,2 1 4 16,-1 1 1-16,-3-1-1 0,-4 3-114 0,0 1 67 15,-1-1 18-15,-3-2 1 0,-3 2-56 0,-8 0 42 16,-5-5 0-16,-3 3 7 0,-1-8-36 31,-1 0 27-31,0-3-40 0,-1-4-121 0,2-2 59 0,1-1 46 0,2 0-333 0,6 0 180 16,3-4 89-16,3-8 45 0,5-1-339 0,0-3 183 15,10 1 105-15,9-4 47 0</inkml:trace>
  <inkml:trace contextRef="#ctx0" brushRef="#br0" timeOffset="145211.73">29937 15379 2216 0,'0'-9'0'0,"0"4"0"0,0 3 0 0,-3 0 0 0,-6 2 0 0,-1 0 0 0,-3 7 0 0,0 8 0 0,-3 4 364 0,2 3-163 16,0 4-82-16,0 1 218 0,3 0-140 0,5-1-85 0,3-2 212 15,3 1-263-15,0 0-61 0,9-4 0 16,7 4 0-16,5-9 0 0,1-2 0 0,5-1 0 16,-2-4-384-16,4-2 139 15,0 0 151-15,-3-5-809 0,-2 2 379 0,-4-2 243 0,3-2-77 0</inkml:trace>
  <inkml:trace contextRef="#ctx0" brushRef="#br0" timeOffset="145629.96">30282 15445 1254 0,'0'-13'0'0,"0"-2"0"16,-1 0 0-16,-2 4 0 0,-1-1 0 0,1 1 0 0,2 1 0 0,-3-4 324 0,0 7-149 0,-1 0-67 0,-1 2 56 0,-1 3-63 0,-2-1-32 16,-1 1 11-1,-3 2 83-15,0 2-62 0,-1 12-32 0,-1 2 143 0,1 2-87 0,-1 4-33 16,5 0-11-16,0 2 119 0,6 1-81 0,1-3-40 16,2 2 0-16,1-1-2 0,0-3-39 0,0-3 0 15,1-2-46-15,5 0 18 0,5-4 0 0,-4 1 38 16,5-7-211-16,2-2 101 0,-2-3 50 0</inkml:trace>
  <inkml:trace contextRef="#ctx0" brushRef="#br0" timeOffset="145735.68">30194 15628 3584 0,'14'-2'-323'0,"3"-9"126"0,-1-2 97 0,-2-5-212 0,0-3 136 0,1-1 69 0,-3 0-82 0,5-9 66 0,-4 4 47 0,-2-8 0 0,2 0-80 0,-1-6 59 0,-1-5 29 0,4-8-9 0,-5 1-16 0,1-3 28 0,1 1-1 0,1-2-32 0,-6 7 30 0,-1-4-9 0,-5 23 38 0,-1 9 236 0,0 7-117 15,-3 9-60-15,-4 4 488 0,-4 2-246 0,2 5-135 0,0 13-26 0,2 4 385 0,-3 4-224 0,6 8-112 0,-2 3-46 0,2 1 141 0,-1 2-103 0,4 0-52 0,-2 3 66 0,2 0-156 0,-1 5 0 0,1-7 0 0,1 2 0 0,0-2 0 0,0 3 0 0,0 1 0 0,0-7-405 0,3-5 112 0,5-4 166 0,-3-4-822 0,-1-3 453 0,2-1 220 0,0-13 124 0</inkml:trace>
  <inkml:trace contextRef="#ctx0" brushRef="#br0" timeOffset="145935.32">30549 15305 1717 0,'2'-14'0'0,"-1"2"0"0,2 3 0 0,0 4 0 0,-1-2 0 0,4 6 0 0,1 1 0 0,-2 0 642 16,5 0-301-16,-2 8-152 0,6 3 197 0,-3 6-179 15,1 1-84-15,-2 1-43 0,1 2-145 0,-2 3 51 0,-1 1 36 16,-3-2-10-16,-2 1-252 0,-2-1 139 0,-1 2 70 15,0-1-119-15,-9 5 104 0,-6-7 38 16,-5 3-36-16,-4-2-274 0,-2-4 77 16,-2-2 102-16,-1 2 41 0,1-12 27 15,4-1 0-15,3-6 32 0,2 0-119 16,3-2 60-16,4-12 20 0,9-4 10 0,3-9-309 0,3-3 170 0,15-3 84 0,6-5-356 16</inkml:trace>
  <inkml:trace contextRef="#ctx0" brushRef="#br0" timeOffset="146133.81">30793 15184 2377 0,'12'-18'0'0,"-6"2"0"15,-1 9 0-15,-4 2 0 0,1 5 0 0,-2 0 0 0,0 0 0 0,0 0 0 0,-9 10 365 0,-3 5-163 0,-5 8-82 0,-1 2 288 0,2 4-185 0,-3 6-82 0,6-2-46 0,2-1-95 16,3 1 0-16,3 0 0 16,3-1 0-16,2 7 0 0,0-7 0 15,13 2 0 16,9-5 0-15,3-4 0-16,6-4 0 0,2 1-768 0,-1-10 212 0,3-8 278 0,-4-4 27 0,-1 0-615 16</inkml:trace>
  <inkml:trace contextRef="#ctx0" brushRef="#br0" timeOffset="146270.39">30873 15398 2177 0,'-9'-10'0'0,"4"1"0"0,-3 3 0 31,4 1 0-31,3 2 0 0,1-1 0 0,0 2 0 0,13 1 0 0,8 1 506 0,4 0-234 0,7 0-107 0,1 0-158 0,0 0 31 0,4 0-1 0,-1 0 0 0,2 0-627 0,2 1 323 0,-5 5 148 16,-2-1-304-16,-7 0 231 0,-1-1 115 0</inkml:trace>
  <inkml:trace contextRef="#ctx0" brushRef="#br0" timeOffset="146472.82">31139 15136 1880 0,'-7'-11'0'16,"-1"2"0"-16,1 2 0 0,4 6 0 0,1 0 0 0,2 1 0 0,0 11 326 0,0 9-144 0,0 5-72 0,0 9 517 15,0 3-285 1,0 4-157-16,0 0 25 0,1 0-141 16,0 4-69-16,-1 2 0 0,1 3 0 0,-1-4 0 0,2-5 0 0,-2-2 0 0,1-6-571 0,1-4 279 15,1 0 174-15,-2-16-859 0,2-6 472 0,3-2 222 16</inkml:trace>
  <inkml:trace contextRef="#ctx0" brushRef="#br0" timeOffset="146771.51">31411 15141 1294 0,'1'-16'0'0,"1"2"0"0,-1 7 0 0,1 3 0 0,0 4 431 0,0 3-197 0,1 16-98 0,0 7-50 16,0 6 163-16,-2 6-96 0,2 2-63 0,-3 1 165 31,0 1-109-15,0 0-54-16,0-1-27 0,0 2 15 0,0-6-9 0,0-8-33 0,0 0-35 0,0-7 1 0,0-4 33 0,0-4 10 15,0-8-78-15,0-5 34 0,0-1 0 0,3-3 34 16,6-13-27-16,3-4 37 0,5-6-10 16,-2-2 12-16,6 0-20 0,-1-6-27 0,0 0 22 15,4-5-25-15,-2 3-5 0,-2 2 30 0,-1 2-68 0,-1-2 32 16,-2 3 0-16,3-2 37 15,-7 10-344-15,-4 3 155 16,-2 6 82-16,-2 9 28 0,-2 1-328 0,-1 2 138 0,-1 2 104 16,0 11-622-16</inkml:trace>
  <inkml:trace contextRef="#ctx0" brushRef="#br0" timeOffset="146938.13">31800 15426 2215 0,'-4'0'0'0,"1"-2"0"16,-1 1 0-16,2-2 0 0,2 3 0 0,0 0 0 0,0 0 0 0,0 0 621 0,0 3-291 0,6 6-147 0,4 0-73 15,0 0-118-15,0 3 18 0,3-1 0 0,-1 3-562 0,1-3 294 0,1 0 148 16,1 2 82-16,-4-2-446 16,2 1 235-16,-2-1 117 0,1-4-597 0</inkml:trace>
  <inkml:trace contextRef="#ctx0" brushRef="#br0" timeOffset="147210.12">32078 15329 1805 0,'0'-11'0'0,"0"1"0"0,-3 6 0 0,0 3 0 0,0 1 0 0,-2 1 0 0,-3 13 0 0,0 5 603 0,-5 7-288 0,-2 6-138 0,0 5 396 16,-3 1-267-16,-5 3-154 0,-1 10-152 0,1-8 0 15,-4 10 0-15,-2 0 0 0,-3-1 0 16,-4 9 0-16,5-11 0 31,2-4 0 47,6-1-248-78,5-7 34 0,8-7 126 0,-2-1 72 0,12-15-930 0,0-6 456 0,0-3 217 0</inkml:trace>
  <inkml:trace contextRef="#ctx0" brushRef="#br0" timeOffset="147619.82">32303 15569 1782 0,'4'-31'0'0,"2"4"0"0,2 7 0 0,-1-9 0 0,1 8 0 0,-2 3 0 0,0-3 0 0,-1 5 0 0,-3 3 193 0,-2-2-69 0,0 8-49 0,0 3 167 46,-9 1-103-46,-2 3-51 0,-5 0 71 0,-2 13-52 0,-3 5-40 0,1 4 0 0,0 1 48 0,0 6-39 0,1 1-1 0,-1 4-29 0,7-2 195 0,1-2-103 0,4 0-50 0,5-2-13 16,-1-2-41 0,3 2-34-16,1-8 0 0,0-2-100 0,1-2 25 0,6-7 56 0,8 3-302 0,3-12 154 15,2 0 94-15,4-6 8 0,1-9-149 0,2-8 50 32,0 0 61-32,-1-3 5 0,-3-2-129 0,-2-2 95 0,1-4 47 0,-2-4-110 15,2-4 70-15,-5-1 48 0,1-3 1 0,-3-5-101 0,1-3 79 0,-4-4 26 16,5-1 2-16,-8 11 9 15,-3 4 24-15,-3 7 1 0,-2 7 133 0,-1 7-66 0,0 3-44 0,0 15 10 16,0 5 526 0,-2 0-233-16,-1 0-150 0,0 8 439 0,-2 7-261 15,1 3-146-15,0 9-67 0,1 3 370 32,-3 2-322-32,2 7-153 0,1 3 0 0,1 0 0 0,2-1 0 0,0 3 0 0,0-2 0 0,0 1 0 0,0 9 0 0,0-9 0 0,5-1 0 0,5 1 0 15,-2-3 0-15,3-3-19 16,0 4-279-16,1-12 86 15,1-5 110-15,-1-7-778 0,1-3 422 0,3-6 210 0,2 0-493 16</inkml:trace>
  <inkml:trace contextRef="#ctx0" brushRef="#br0" timeOffset="147772.04">32760 15409 2359 0,'-8'-26'0'0,"3"6"0"0,5 14 0 0,0 4 0 0,0 1 0 0,0 1 0 0,1 0 444 0,5 3-195 0,0 6-110 16,1 4-51-16,3-1 101 0,-3 5-76 47,4 1-38-47,-3 1-103 0,1 1 28 0,-2-1 0 0,0 1 37 0,2-2-714 0,-5 1 356 0,3 2 187 0,-1-6-848 0,-1-1 473 0</inkml:trace>
  <inkml:trace contextRef="#ctx0" brushRef="#br0" timeOffset="147977.35">32984 15368 1992 0,'0'-18'0'16,"0"5"0"-16,0 3 0 0,0 6 0 0,2-2 0 0,-1 6 0 0,-1 0 0 0,0 17 565 0,0 4-265 0,-8 7-131 0,-7 6 145 16,-3 4-143-16,-1 2-67 0,-7 3-34 0,0 1 176 31,0 2-246-31,-5 5 0 0,3-6 0 0,-1 1 0 0,2 3 0 0,-2-3 0 0,4 2-329 0,-4 2 149 16,8-11 103-1,2-3 58 1,2-4-697-16,4-2 343 0,-1 0 144 0,6-12-317 0,3-6 255 0,2-2 127 0,3-5 63 0,0-3-132 15</inkml:trace>
  <inkml:trace contextRef="#ctx0" brushRef="#br0" timeOffset="148202.71">33114 15195 2613 0,'0'-18'0'0,"0"4"0"0,0 12 0 0,8 2 0 0,7 8 0 0,4 13 0 0,1 9 0 0,-1 7 326 0,0 2-145 16,-3 5-72-16,-4 2 256 0,3 6-155 0,-10-8-91 16,-2 4-111-16,-1-3-8 0,-2 2 0 0,0-6 0 15,-8 8 0-15,-10-15 0 0,-2-1 0 0,-3-1 0 16,-6-3 0-16,0 1 0 0,-4 1 0 0,5-7-330 16,1-2 10-16,3-3 170 15,3 2 12-15,0-2-954 0</inkml:trace>
  <inkml:trace contextRef="#ctx0" brushRef="#br0" timeOffset="148374.79">33224 16113 3668 0,'-16'-19'0'0,"4"5"0"0,7 13 0 0,5 1 0 0,0 0 0 0,10 8 0 0,-2 0 0 0,3 1-337 15,-3-2 155-15,-2-2 72 0,-5 3-801 0,-1 4 437 16</inkml:trace>
  <inkml:trace contextRef="#ctx0" brushRef="#br0" timeOffset="152197.68">21770 16038 1465 0,'-11'-6'0'0,"1"3"0"0,2 1 0 0,0-1 0 0,5 2 0 0,1 1 0 0,2 0 0 0,0 0 194 0,0 0-78 15,0 0 223-15,2 0-155 0,6 0-73 16,3 0-35-16,6 0 175 0,1 1-106 0,1 2-43 16,3-1-37-16,1-2 151 0,2 3-88 0,-2-1-45 0,3 2 49 15,3-2-38-15,-2-1-9 0,1 2-46 0,1-3 67 16,5 0-106-16,2 0 0 0,9 0 0 16,-2-8 0-16,2-1 0 0,0-3 0 15,2 0 0-15,-1 1 0 0,7 0 0 0,-10 3 0 0,2 4 0 16,-5 1 0-16,1 2 0 0,1 1 0 15,5 0 0-15,-7 0 0 0,1 4 0 16,1 2 0-16,2 0 0 0,4-4 0 16,9 2 0-16,-8-4 0 0,7 0 0 0,0 0 0 15,3 0 0-15,5 0 0 0,7-1 0 0,-10-4 0 16,0 0 0-16,0 2 0 0,-4 0 0 0,7 2 0 0,-16-2 0 16,0 2 0-16,-2 1 0 0,-1-2 0 15,0 2 0-15,4 0 0 0,-10 0 0 16,-2 0 0-16,-1 0 0 0,2 0 0 0,-5 0 0 0,11 0 0 15,-10 0 0-15,1-1 0 16,5 0 0-16,2-3 0 0,1 1 0 0,5-2 0 0,-9 1 0 16,1 1 0-16,1 1 0 0,-6-1 0 15,0 3 0-15,2-3 0 0,-9 3 0 0,0 0 0 0,-2 0 0 0,1 0 0 16,0 0 0-16,2 3 0 0,-5-3 0 16,0 3 0-16,5-1 0 0,-1 0 0 15,2-1 0-15,5 3 0 0,-5-2 0 16,3-1 0-16,1 1 0 0,2-2 0 0,-3 0 0 15,8 0 0-15,-8 0 0 0,2 0 0 0,-2 0 0 0,1 0 0 16,2 0 0-16,6 0 0 0,-9 0 0 0,4-2 0 16,0 1 0-16,0-5 0 0,2 3 0 15,7 1 0-15,-9-4 0 0,4 3 0 16,-1-1 0-16,0 0 0 0,1-2 0 0,8 2 0 0,-10 0 0 0,1-1 0 16,2 2 0-16,-2 0 0 15,1-2 0-15,5 2 0 0,-10 1 0 0,-1 0 0 16,-1-1 0-16,0 2 0 0,4-2 0 0,-7 3 0 15,0-2 0-15,-1 0 0 0,2 1 0 0,1-1 0 16,5-2 0-16,-10 2 0 0,4 1 0 0,-3 1 0 16,2-3 0-16,-4 3 0 15,5 0 0-15,-10 0 0 0,0 0 0 0,-3 0 0 16,1 4 0-16,0 2 0 0,5-1 0 0,-7-3 0 0,4 2 0 16,-2-1 0-16,4-3 0 0,-1 2 0 0,6-2 0 0,-5 0 0 15,-2 0 0-15,3 0 0 16,-2 0 0-16,-1 0 0 0,0 0 0 0,-5 0 0 15,-3 0 0-15,-1 0 0 0,-3 0 0 0,-1 0 0 16,2 0 0-16,-6 0 0 0,-3 0 0 0,0 0 0 16,-1 0 0-16,2 2 0 15,-1-2 0-15,-2 0 0 0,0 0 0 0,0 0 0 0,0 0 0 0,0 0 0 16,0 0-84-16,0 0-68 0,-8 0 59 0,1 0 15 16,-6 0-594-16,0 0 316 0,-6 0 150 15</inkml:trace>
  <inkml:trace contextRef="#ctx0" brushRef="#br0" timeOffset="155328.63">26854 14204 2007 0,'-3'-4'0'0,"3"4"-212"0,0 0 212 0,-4-3 212 0,3 1-212 0,-4 2 0 0,3 0 0 0,1 12 0 0,-3 5 0 0,1 8 301 0,2 6-133 0,-4 5-65 0,4 7 82 0,-1 5-65 0,2-1-46 16,0 1-2-16,0 0-35 0,0-3-1 15,0-4 1-15,2 2-77 0,-1-14 34 16,5-7 0-16,-3-2 43 0,1-8-140 0,-2-6 70 0,-1 0 44 0,-1-6-109 16,0 0 61-16,0-4-17 0,-2-9 29 0,-7-2-22 15,-3-1 42-15,-1-3-18 16,2-2-55-16,-3 0 31 0,-3 0-1 0,2-3 35 16,-4 0-60-16,4 4 31 0,0 2 0 0,-2 3 31 15,0 4-41-15,0 4-10 0,-3 1 32 0,4 6 162 16,-1 0-75-16,4 11-44 0,-1 7 1 0,5 2 218 15,1 5-117-15,6 1-41 0,2 0 107 16,2 1-66-16,12-3-43 0,6-2 2 16,5 1-19-16,6-10-19 15,5-5 1-15,0-6-1 0,3-2-93 0,0 0 46 0,1-5 34 0,-8-8-230 16,0-6 117-16,-2-4 40 0,-2-2 35 0,-4 0-198 16,3-5 101-16,-11 3 21 0,-2 2 79 0,-3 1-33 15,-6 1 14-15,-2 5-28 0,-1 1 307 0,-2 7-133 16,0 8-69-16,-3 1-27 0,-3 1 197 0,-2 0-88 15,-1 1-62 1,1 14 233-16,1 0-131 0,5 6-66 0,2 0-64 0,0 1-38 0,0-1 0 0,4-1 0 16,6 0 0-16,4-3 0 0,-1-2 0 0,6 2 0 15,0-8 0-15,2-5-41 16,2-3 12-16,0-1 27 0,0 0-185 0,0-10 57 16,-4-5 66-16,-2-4-224 15,-2-4 127-15,-2-2 59 0,-1-3 66 0,-1-4-10 0,-5 5 10 16,-2 0-1-1,-4 27-2735-15,3-24 5702 0,1 0-2870 0,-4 7-48 0,0-3-33 0,0 12 459 0,-4 2-203 0,0 5-121 16,0 1-15-16,1 0-35 0,-2 11-64 16,2 6 0-16,3 7 0 0,0 0 0 0,0 5 0 15,8 1 0-15,2 0 0 0,3-1 0 16,1 0 0-16,3-1 0 0,3-1 0 0,2 0 0 0,4 0 0 16,1-5-166-16,1-4-244 15,0 2 139-15,2-2 120 0</inkml:trace>
  <inkml:trace contextRef="#ctx0" brushRef="#br0" timeOffset="156344.26">29353 15952 1684 0,'-7'2'0'0,"-4"1"0"0,5 1 0 0,1-3 0 0,2 0 0 0,2 2 0 0,1 1 0 0,0 1 203 0,0-1-88 15,4 3-39-15,8-1 132 0,7 0-86 0,5 1-43 16,4 0 9-16,1-3 243 0,6 2-148 16,7-1-73-16,5-3 188 0,1-2-131 0,13 2-56 15,-3-2-42-15,5 0 18 0,7 0-87 0,0-2 0 16,1-3 0-16,7 1 0 0,-13 0 0 0,-3 3 0 15,-1 1 0-15,-1 0 0 0,8 0 0 0,-15 0 0 16,2 0 0-16,0 5 0 0,0 4 0 16,3-2 0-16,12 3 0 0,-11 0 0 0,3-2 0 0,-2 0 0 31,2-1 0-31,0 0 0 0,5-1 0 0,-16-3 0 16,0 1 0-16,1-1 0 0,-2 0 0 0,-2 3 0 0,7-1 0 0,-15 1 0 15,2 1 0-15,-2-3 0 16,2 2 0-16,0 0 0 0,2-1 0 0,-2 2 0 0,-1-4 0 0,3-1 0 15,2 1 0-15,1-2 0 16,3 1 0-16,-11 0 0 0,1-1 0 0,-4 0 0 16,-1 2 0-16,-2-1 0 15,5 1 0-15,-13 1 0 0,0-1 0 0,1 1 0 0,0 0 0 0,-2 2 0 0,10-3 0 0,-9 1 0 16,7-3 0-16,-1 2 0 16,1-3 0-16,4 1 0 0,5-1 0 0,-7 0 0 15,3 0 0-15,2 0 0 0,-2 0 0 0,-1 0 0 16,6 0 0-16,-11 0 0 0,1 0 0 0,-2 0 0 15,-3 0 0 1,-2 0 0 31,2 0 0-47,-9 0 0 0,-2 0 0 0,-2 0 0 0,-4 0 0 0,1 0 0 0,-1 0 0 0,-2 0 0 0,-5 0 0 0,2 0 0 0,-5 0 0 0,3 0 0 0,-2 0 0 0,-1 0 0 16,0 0 0-16,0 0 0 0,0-1 0 0,-4-3 0 15,-7-2-143-15,1 2 25 0,-7-3 45 0,0 3-819 16,-3-1 427-16</inkml:trace>
  <inkml:trace contextRef="#ctx0" brushRef="#br0" timeOffset="157363.06">30837 14119 1057 0,'0'-28'0'0,"0"3"0"0,0 16 0 0,0 4 0 0,0 5 0 0,0 0 0 0,0 2 0 0,0 15 354 0,2 8-163 0,1 9-76 0,-1 7-38 15,0 7 369-15,3 3-203 0,0 7-92 0,3-7 107 16,-5 0-110-16,5-1-54 15,-3 0-28-15,0 7 35 0,3-10-36 0,-3-5 1 16,-1-2-72-16,-1-5 45 0,-1-6 0 0,2 0 9 0,-3-15-105 16,-1-7 47-16,0-5 1 0,0-2-55 15,-1 0 52-15,-7-6 13 0,1-8-8 0,-4 0-147 16,2-4 81-16,-3-1 19 0,0-1 27 0,2-3-157 16,-2 0 85-16,1 0 24 0,-1 1-99 0,2-2 62 31,-3 2 37-31,-2 0-9 0,1 7 44 0,1 3 1 0,-2 5 1 15,-1 2-1-15,-3 5 156 0,-2 0-87 0,3 7-30 0,-1 13 303 16,5 5-162-16,1 3-57 0,2-1 293 0,6 5-153 16,3-5-101-16,2 1-17 0,2-1 61 0,11-4-64 15,4-1-74-15,9-5-29 0,-1-6 0 0,7-5 0 16,3-4 0-16,-2-2-27 31,3 0-47-31,5-8 66 0,-7-4 18 0,3-4-496 0,-3-4 249 0,0-1 76 0,0-5 79 0,2-1-368 0,-7-2 210 0,-4 2 101 16,-3-2 31-16,-3 1 35 15,-1 1-1-15,0 0 26 0,-8 4 257 0,-6 6-123 0,-2 9-63 16,-2 1-31-16,0 2 188 0,0 3-104 0,0 2-58 0,-5 2 491 16,1 10-249-16,1 5-48 0,0 5-80 15,3 0 289-15,0 6-342 16,0 2-79-16,0 1 0 0,0 1 0 16,0 2 0-16,3-4 0 0,3-2 0 0,0-1 0 0,-2-2 0 0,2-3 0 31,4 0 0-31,-5-11 0 0,0-2 0 0,3-7 0 0,-3-2 0 0,5 0 0 15,0-2 0-15,1-8 0 0,0-7 0 16,1-1 0-16,-1-2 0 0,2-1 0 0,0-3 0 0,1 3 0 0,-4-1 0 16,5 1 0-16,-5 0 0 0,3 1 0 15,3-1 0-15,-6 3 0 0,4 0 0 0,-2 1 0 16,1 0 0-16,-1 3 0 0,5-4 0 0,-5 5 0 16,-2 1 0-16,4 1 0 0,-6 2 0 0,3 2 0 15,-2-3 0-15,-1 8 0 0,-4 0 0 0,-2-1-16 16,-2 3-116-16,2 0-756 0,-2 5 415 0,0 4 222 15,0 5 106-15</inkml:trace>
  <inkml:trace contextRef="#ctx0" brushRef="#br0" timeOffset="163542.24">3363 17553 1042 0,'0'0'0'0,"0"0"0"0,0 0 0 0,0-3 0 0,-1 0 0 0,-1 0 82 0,1 0-36 0,1 3 1 0,0-2-33 16,0-1 440-16,0 0-207 0,0 2-93 16,1 0 167-16,3-1-141 0,4 2-69 15,2-2 123-15,3 2-96 0,-2 0-40 0,4 0-9 16,-1 0 8-16,3 0-28 0,-2 0-2 0,4 0-29 0,2 0 132 15,3 0-71 1,-1 0-31-16,-1 0-2 0,4 0-66 0,2 0 0 0,2 0 0 0,-1 0 0 16,-3 2 0-16,3 0 0 93,0-1 0-93,0 3 0 0,2-3 0 0,-3 3 0 0,0-1 0 0,2-3 0 0,-2 3 0 0,2-1 0 0,5-2 0 0,-7 0 0 0,3 0 0 0,-2 0 0 0,2 0 0 0,3-5 0 0,3 0 0 0,-7-2 0 0,2 2 0 0,1 0 0 0,-3 0 0 16,7 3 0-16,-6-1 0 0,-2 3 0 0,1 0 0 0,-1 0 0 0,1 0 0 0,5 0 0 0,-8 0 0 0,3 0 0 16,-1 0 0-16,3 0 0 0,-2 0 0 0,9 0 0 15,-4 0 0-15,-1 0 0 0,0 0 0 16,4 0 0 0,0-6 0-16,3-1 0 0,-5 3 0 0,1 0 0 46,-4 1 0-46,1-1 0 0,1 3 0 0,5-1 0 0,-5 0 0 0,1 1 0 16,-2 1 0-16,1 0 0 0,3-2 0 0,6 0 0 0,-8 1 0 0,2-1 0 0,2-3 0 0,2-1 0 0,-1 0 0 0,12-1 0 16,-12-3 0-16,5 5 0 0,3-1 0 0,1 0 0 0,1 1 0 0,6 1 0 15,-8-1 0-15,-1 3 0 47,2-1 0-47,0 1 0 0,1-2 0 0,10 1 0 0,-9 2 0 16,4-3 0-16,1-1 0 0,3 2 0 0,0-2 0 0,11-4 0 0,-12 5 0 0,2-3 0 0,4 1 0 0,0-1 0 0,4 2 0 0,11-3 0 15,-17 1 0-15,1 2 0 0,3-4 0 16,-4 4 0-16,13-2 0 0,-16 2 0 0,4 2 0 16,1-2 0-16,-3 2 0 15,-2 1 0-15,9-2 0 0,-15 3 0 0,1-1 0 0,1 1 0 0,2 1 0 16,0 0 0-16,8-1 0 16,-13 1 0-1,0-3 0-15,2 3 0 0,-1 0 0 0,0 0 0 0,11-3 0 0,-12 3 0 0,2 0 0 0,2 0 0 16,-1 0 0-16,2 0 0 0,6 0 0 0,-12 0 0 0,1 0 0 15,3 0 0-15,-1 0 0 0,3 0 0 32,7 0 0-32,-11 0 0 0,0 3 0 0,1-3 0 0,1 0 0 0,0 0 0 15,10 0 0-15,-10 0 0 0,3 0 0 0,1 0 0 0,3 0 0 16,-1 0 0-16,8 0 0 0,-12 0 0 0,1 0 0 0,3 0 0 16,3 0 0-16,-1 0 0 0,10 0 0 0,-15 0 0 15,0 0 0-15,2 0 0 0,-2 0 0 0,4 0 0 31,5 0 0-31,-9 0 0 0,0 0 0 0,2 0 0 16,-1 0 0-16,0 3 0 0,4-2 0 0,-11 2 0 0,3-2 0 0,2 1 0 16,1 2 0-16,1-3 0 0,8 1 0 0,-12 2 0 31,-1-3 0-31,2 2 0 0,2 1 0 0,11-1 0 0,-12-1 0 0,7 3 0 0,-1-2 0 16,2 3 0-16,2 0 0 0,8-2 0 0,-10 3 0 15,3-1 0-15,6-1 0 0,2 2 0 0,1-1 0 16,9 2 0-16,-15-3 0 0,3 2 0 15,3-2 0-15,4 2 0 0,3-2 0 0,10-1 0 16,-18 2 0-16,3-1 0 0,1-3 0 0,7 3 0 16,2 0 0-16,12 0 0 0,-19-3 0 0,0 3 0 15,4-1 0-15,3-1 0 0,-2 3 0 0,10 0 0 16,-19-1 0-16,-2-1 0 0,3 0 0 16,0 0 0-16,1 1 0 15,10 0 0-15,-20-2 0 0,1 2 0 16,0 1 0-16,1-3 0 0,-3 2 0 0,12-1 0 0,-18 2 0 0,-1-2 0 15,0-1 0 1,-3 2 0-16,-4 1 0 0,8-1 0 0,-17-3 0 0,1 2 0 0,-3 0 0 0,-3-1 0 16,-6 0 0-16,0 3 0 0,-13-6 0 0,-4 3 0 15,-5-3 0-15,-1 2 0 0,-4-2 0 0,0 0 0 16,-6 0 0-16,-1 0 0 16,-1 0 0-16,1-2 0 0,0-7 0 15,-1-2 0-15,-1-1 0 0,2 0 0 0,-2 1 0 0,0 0 0 16,0 0 0-16,0 3 0 0,0 3 0 0,0 0 0 15,0 4 0-15,0-3 0 0,0 2 0 16,0 2 0-16,0 0 0 31,-2 0 0-31,2 0 0 0,0 0 0 0,0 0 0 0,-1 0 0 0,-3 0 0 0,0 0 0 0,-3 0-121 0,-2 4-46 16,-7 4 55-16</inkml:trace>
  <inkml:trace contextRef="#ctx0" brushRef="#br0" timeOffset="166295.32">20399 17336 1454 0,'-8'-8'0'0,"-3"3"0"0,4 1 0 0,0 4 0 0,-1-3 0 0,1 3 0 0,2 0 0 0,1 0 0 0,2 0 189 0,0 0-76 16,2 0 251-16,-1 3-153 0,1 1-92 15,0 1-40-15,0 0 143 0,1 0-92 0,7 2-47 0,3-1 11 0,-2 3 13 0,4-4-35 16,1 4 0-16,0-2 108 0,5 1-72 0,1-2-25 16,-1 1-9-16,2-1 103 0,4 1-177 0,2 1 0 15,0-3 0-15,6 2 0 32,-1-2 0-32,5 0 0 0,1-1 0 0,1 1 0 0,1-1 0 0,9-1 0 0,-8-2 0 0,2 3 0 15,-1-4 0-15,1 0 0 0,1 0 0 16,6 0 0-16,-8 0 0 0,3 0 0 0,-2 0 0 0,4 0 0 15,8 1 0-15,-8 1 0 0,2 2 0 0,6-3 0 16,1-1 0-16,5 0 0 0,14 0 0 16,-11 0 0-16,2 0 0 0,3-1 0 15,3-6 0-15,-3 1 0 16,13-2 0-16,-17 3 0 0,2-2 0 0,2 2 0 0,1 0 0 0,-2 1 0 16,11 1 0-16,-13 3 0 0,-1-3 0 0,6 1 0 15,4-1 0-15,0 1 0 0,13 1 0 0,-16 0 0 16,3-4 0-16,2 5 0 0,3-5 0 0,4 2 0 15,13-3 0-15,-18 1 0 0,3 0 0 0,1 0 0 16,2-1 0-16,3 2 0 0,12-1 0 16,-20 4 0-16,1-2 0 0,0 0 0 0,1 3 0 0,4 0 0 15,9 0 0-15,-17 0 0 0,2 0 0 0,-2 0 0 16,6 0 0-16,0 3 0 16,12-1 0-16,-16-1 0 0,4-1 0 0,-4 0 0 15,2 1 0-15,-2-1 0 0,16 3 0 0,-20-3 0 0,3 4 0 16,-1-2 0-1,4-1 0-15,-3 3 0 16,13-3 0-16,-15 3 0 0,4-1 0 0,-2 0 0 0,-1 1 0 0,1 0 0 0,9 2 0 0,-15-1 0 16,5 2 0-16,0 0 0 0,1 1 0 0,7 1 0 15,-14 1 0-15,3-3 0 0,2 5 0 16,4-5 0-16,-4 3 0 0,12 0 0 0,-22-2 0 0,4 0 0 16,-1 2 0-16,4-2 0 0,-2 1 0 15,6-1 0-15,-15 1 0 0,-2-1 0 16,-2-2 0-16,0 1 0 0,1 2 0 0,8 0 0 15,-16 0 0-15,3-1 0 0,-3 2 0 0,-6-1 0 16,0 1 0-16,0 0 0 0,-12-1 0 16,-6 1 0-16,3-3 0 0,-6 2 0 0,1-1 0 0,0 0 0 15,-7-2 0-15,-2 0 0 32,0-2 0-32,-1 1 0 0,-2-2 0 0,2 2 0 15,-3-3 0-15,-2 1 0 0,1-1 0 0,-2-1 0 0,0 1 0 0,1 0 0 0,-2-2 0 0,-1 0 0 16,0 2 0-16,-3-2 0 0,3 0 0 0,-1 3 0 15,-4-3 0-15,-1 0 0 16,0 0 0-16,-1 0 0 0,2 0 0 0,-3 0 0 0,0 0 0 0,0 0 0 16,0 0 0-16,-6-3 0 0,-4-3 0 0,-5-2 0 15,-1 2 0-15,-7 0 0 16,-4 3-411-16,-6 3-202 0</inkml:trace>
  <inkml:trace contextRef="#ctx0" brushRef="#br0" timeOffset="173050.71">12601 9244 786 0,'-17'0'0'15,"0"0"0"-15,4 0 0 0,2 0 0 0,0 8 305 0,7 1-137 0,0-2-63 16,4 0-32-16,0-1 30 0,0 3-20 0,0-4-11 0,0 2 69 0,2 1-51 15,3-5 1-15,1 3 61 0,2-3-44 0,3 2-39 16,0-3 0 0,1 3 118-16,1-3-72 0,1 1-37 0,4-2 10 0,-2-1 143 15,4 0-95-15,0 0-48 0,1 0 1 0,1 0 26 0,2 0-26 16,-2 0-11 15,0 0 65-31,0-1-64 0,1 1-79 0,0-3 0 0,6 1 0 0,-6 2 0 0,2-2 0 0,4-1 0 0,-3 1 0 0,4 2 0 16,5 0 0-16,-4 0 0 0,4 0 0 0,3 0 0 15,3 0 0-15,0 0 0 0,10 0 0 0,-9 0 0 16,3 0 0-16,0 0 0 16,-1 2 0-16,0 3 0 0,5 4 0 0,-8-3 0 0,2 5 0 15,0-3 0 1,0 4 0-16,4-4 0 0,4 6 0 0,-9-5 0 0,1 2 0 0,0-4 0 16,-1 1 0-16,3-5 0 15,5 4 0-15,-11-2 0 0,3-2 0 0,2-1 0 0,4-2 0 16,-1 3 0-16,8-2 0 0,-10-1 0 0,2 2 0 15,1-2 0-15,1 0 0 0,2 0 0 0,9 0 0 0,-5 0 0 16,2 0 0-16,6 0 0 0,2-2 0 16,11-2 0-16,-13 0 0 0,2-2 0 15,2 2 0-15,5 1 0 0,6-4 0 0,12 2 0 16,-15 0 0-16,3 1 0 0,1-1 0 0,1-2 0 0,7 2 0 16,13-3 0-16,-14 2 0 0,3 0 0 0,-1-1 0 15,1 0 0-15,5 2 0 0,16-2 0 0,-18 2 0 16,2 0 0-16,2-1 0 0,6 2 0 15,3 2 0-15,13-5 0 16,-19 4 0-16,0 1 0 0,6-4 0 0,4 3 0 16,3 0 0-16,13-2 0 0,-24 0 0 0,8 2 0 0,9-1 0 0,2-3 0 15,2 2 0-15,12-3 0 16,-12 0 0-16,5 0 0 0,2 0 0 0,1-2 0 16,13 1 0-16,13-1 0 0,-30 1 0 0,11 1 0 15,8-2 0-15,3 1 0 16,-1-1 0-16,17 2 0 0,-21 0 0 0,3 2 0 0,4-2 0 0,8 2 0 15,3-4 0-15,9 3 0 0,-22 0 0 0,11-1 0 16,-3 1 0-16,4 1 0 0,4-1 0 0,7 1 0 16,-35-1 0-16,11 2 0 15,3 0 0-15,-8 2 0 0,-3-1 0 0,15 1 0 0,-31 1 0 16,-3 2 0-16,-1 0 0 0,2 0 0 31,9 0 0-31,-31 0 0 0,-1 0 0 0,-2 5 0 0,0-1 0 0,-5 1 0 0,-5-1 0 0,-23 2 0 16,-5-1 0-16,-8 1 0 0,-4-1 0 0,-8 3 0 0,-1-3 0 15,-18 0 0-15,-3 0 0 0,-6-4 0 16,-4 3 0-16,1-2 0 0,-6-2 0 16,-1 0 0-16,0 0 0 0,0 0 0 0,0 0 0 15,0 0 0-15,0-6 0 0,-10 0 0 0,-7 5-1005 16</inkml:trace>
  <inkml:trace contextRef="#ctx0" brushRef="#br0" timeOffset="174177.9">20624 17817 1052 0,'-13'0'0'0,"2"-2"0"0,2 0 0 0,3 1 0 0,1 1 0 0,5 0 0 0,0 3 0 0,0 4 200 0,1 1-79 31,9 0-40-31,1 0 109 0,1 1-79 0,4 1-35 0,1-2 0 0,3 1 163 0,2-1-99 0,5-1-38 0,1 0 118 0,3-2-89 16,4 0-45-16,4-4 0 0,4 1 78 0,11 0-51 16,2-2-41-16,8 0 0 0,6-2 35 0,8-4-32 0,9-3 10 15,-10 0 0-15,4-2 0 0,0 1-44 0,0-1 48 0,1 2-57 16,13 1-32-16,-18 1 0 0,-1 0 0 0,4 1 0 16,1 2 0-16,6-3 0 0,16-1 0 0,-15 1 0 15,3 3 0-15,2-3 0 0,4 1 0 0,4 4 0 16,15-3 0-16,-21 3 0 15,3-1 0-15,0 0 0 0,10 3 0 16,2-2 0-16,13 1 0 0,-22-1 0 0,5 0 0 0,7 0 0 16,5 0 0-16,2-1 0 0,15-3 0 0,-17 0 0 0,11 2 0 15,0-1 0-15,1 2 0 0,5-1 0 16,18 2 0-16,-27 0 0 0,3 0 0 0,11 0 0 16,7 1 0-16,-6-1 0 0,16 0 0 0,-20 2 0 15,7 0 0-15,-4 0 0 16,9-3 0-16,5 1 0 0,17 1 0 0,-30-3 0 0,12 2 0 0,5-1 0 15,-2 1 0-15,2-1 0 16,16 2 0-16,-33 0 0 0,5-1 0 0,7 2 0 0,-2 0 0 16,-9 0 0-16,12 0 0 0,-20 3 0 15,3 1 0-15,-3 0 0 0,3 2 0 0,1-2 0 16,7 1 0-16,-32 0 0 0,7 0 0 16,3 0 0-16,-5 0 0 0,0 2 0 15,-27-2 0-15,2-1 0 0,3 2 0 0,-6 0 0 0,-8-1 0 0,-1 5 0 16,-22-5 0-16,2 1 0 15,-2 1 0-15,-2-3 0 0,-4 1 0 0,3 0 0 16,-20-1 0-16,-2-1 0 0,-5 1 0 0,-4-1 0 0,-6-1 0 0,2-2 0 16,-13 0 0-16,-1 0 0 0,-4 0 0 0,-1 0 0 31,-2 0 0-31,-6 0-243 0,-14 0-156 0,-7 3 178 0,-12 4-1007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57" units="1/cm"/>
          <inkml:channelProperty channel="Y" name="resolution" value="1820.3889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12-21T01:26:46.7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16258 10081 1417 0,'-3'0'0'0,"0"0"0"0,1 0 0 0,-1 0 0 0,0 3 0 0,3 2 0 0,0 9 229 0,0 2-96 0,0 8 152 0,0 3-125 16,0 9-52-16,0 2-41 0,3 6 23 16,4-4-27-16,1 4 0 0,-1-6-26 0,2 3 34 0,2-14-34 15,0-3-1-15,2-7-26 47,2-2 0-47,-1-7 27 0,5-4 8 0,-1-4-44 0,1-4 0 0,1-16 35 0,2-9-53 0,-1-4 20 0,2-7 8 0,-5 0-4 0,-2-7-61 0,0 2 31 0,-4-2-1 16,2 0 28-16,-1 0-25 0,-5 10 24 0,-2 5 8 15,-2 8 134-15,-2 7-65 16,-2 8-35-16,0 4 3 0,0 5 258 0,0 0-136 31,0 5-61-31,-2 12 83 0,1 7-192 0,1 2 0 0,-3 2 0 0,3 3 0 0,0 1 0 0,0-1 0 16,0 0 0-16,6 3 0 0,-1-6 0 15,3-2 0-15,-2 1 0 0,4-1 0 16,-2-4 0-16,2 4 0 0,-2-6 0 0,1-1-59 16,-1-2-73-16,0-3-487 15,-2-3 291-15,3 5 137 0,-3-8 82 0,-1-3-529 0,1 1 300 0,2-5 151 16,-1 0 67-16,2-1-437 0</inkml:trace>
  <inkml:trace contextRef="#ctx0" brushRef="#br0" timeOffset="184.22">16864 10400 2177 0,'5'-2'0'0,"-2"0"0"0,2 0 0 0,-1 2 0 0,1 0 0 0,0 0 0 0,-1 0 0 0,1 0 0 0,-2 4 237 0,0 5-90 0,-1 2-61 15,-1 1 319-15,-1 5-184 0,0 0-93 0,0 2-95 16,0 5 13-16,-3-2-10 31,-3 2 1-31,-2-1-365 0,2 0 182 0,0-2 92 0,-1 1 54 0,1-6-599 0,0-3 314 0,3-2 157 16,-1-4-381-16,2-3 237 0,0-3 108 0</inkml:trace>
  <inkml:trace contextRef="#ctx0" brushRef="#br0" timeOffset="432.97">16991 10229 1094 0,'7'-14'0'16,"1"2"0"-16,2 2 0 0,-4 5 0 0,2 5 0 0,0 0 190 0,0 0-77 0,1 5 637 0,-2 10-361 0,-1 6-176 15,-1 3-88-15,0 5 271 16,-3 4-180-16,1 4-80 0,0-3-55 0,-3-2 31 0,0 4-38 0,2-5-32 15,-2 1-44-15,2 0 4 0,-1-9-2 0,1-3 0 16,-1-6 0-16,1-2 0 16,1-6 0-16,1-2 0 0,3-4 0 0,-1-5 0 15,2-16 0-15,1-5 0 0,2-6 0 0,0-5 0 0,-1 0 0 16,2-1 0-16,-3 0 0 16,1-1 0-16,0 1 0 0,1-2-13 0,-4 7-43 0,2 3 28 15,-3 2-541-15,-1 1 252 0,0 5 141 0,-1 0-222 16,-1 10 185-16,2 4 88 0,0 2 44 0,1 4-598 0</inkml:trace>
  <inkml:trace contextRef="#ctx0" brushRef="#br0" timeOffset="677.12">17605 9988 2454 0,'0'-2'0'0,"0"1"0"0,0-2 0 0,0 1 0 0,2-1 0 0,1-1 0 0,2 2 633 0,4 0-298 0,0 1-150 0,6-2-75 0,2 1 104 0,6-1-214 16,-1-1 0-16,6 1 0 0,0 1 0 0,3-2 0 15,0 2 0-15,2 1-335 0,-5-2 41 0,-3 2 164 16,-2 1-807-16,-4 0 453 0,-5 0 227 16,-1 5 91-1,-8 1-504-15</inkml:trace>
  <inkml:trace contextRef="#ctx0" brushRef="#br0" timeOffset="892.8">17657 10200 2387 0,'0'2'0'15,"-6"2"0"-15,1-2 0 0,2 1 0 0,0 1 0 0,0-1 0 0,1 1 0 0,2 3 0 0,-2-1 0 0,2-1 209 0,0 2-86 0,0-3-169 0,2 3 40 0,3 0 1 0,1-2 49 0,1 1-220 0,1 0 106 0,-3-3 52 0,0 1 27 0,0 1-62 0,2-2 52 0,-4 0 14 0,0 1-35 0,-1-1 70 0,0 0-85 0,-2 2-1 0,0-2 176 0,0 3-72 0,-4-2-30 0,-5 1-109 0,0 1 46 0,-1 0 1 0,-2-3 70 0,3 1-501 16,1-3 225-16,0-1 110 0,2 0 49 0,3 0-563 16,3-8 304-16</inkml:trace>
  <inkml:trace contextRef="#ctx0" brushRef="#br0" timeOffset="1099.06">17842 9999 1662 0,'3'-2'0'0,"-1"1"0"0,1 1 0 0,0 0 0 0,0 0 0 0,1 0 0 0,-1 5 522 15,1 8-244-15,1 6-112 0,-4 5 644 0,2 6-387 16,-1 10-353-16,0 3-70 0,-2 9 0 0,0 6 0 16,0-6 0-16,0 2 0 15,-2-1 0-15,-1-4 0 0,-2-6 0 0,0 5 0 0,1-16-142 16,-2-7 65-16,1-6 57 0,-1-3-599 15,-1-5 299-15,-2-4 104 0,3-7-91 0,1 0 136 16,-1-7 68-16,1-13 34 0,4-6-367 0,1-7 191 16,0-7 109-16,0-10-314 0</inkml:trace>
  <inkml:trace contextRef="#ctx0" brushRef="#br0" timeOffset="1348.39">18154 9922 873 0,'15'-9'0'0,"-4"6"0"0,2-1 0 0,-6 4 0 0,-3 0 0 0,-3 4 617 0,-1 8-292 15,0 6-144-15,-12 2-64 0,-1 2 409 0,-2 2-245 0,-2 3-123 0,-2-3-61 16,2 1 216-16,-3 3-129 0,4-9-80 0,5-1-5 0,2-1-43 16,4-5-56-16,3 0 0 15,2-3 0-15,0-4 0 0,11-5 0 0,9 0 0 0,4 0 0 16,6-9 0-16,5-3 0 0,0-2 0 16,0 1 0-16,1-1 0 0,-1 2 0 15,-2 2 0-15,-1 2 0 0,-8 4 0 0,-4 4 0 0,-5 0 0 16,-3 0 0-16,-3 0 0 0,-3 2 0 0,-5 8 0 15,-1 0 0-15,-1 2-66 0,-10 2-151 0,-3 1 84 16,0-1 58-16,-2 0-690 0,1-1 364 0,-2-1 183 16,-1 2 91-16</inkml:trace>
  <inkml:trace contextRef="#ctx0" brushRef="#br0" timeOffset="1734.62">18162 10314 1086 0,'-10'7'0'0,"4"-2"0"0,-1 4 0 0,2 1 0 0,0 0 0 0,0 4 799 0,4 0-387 0,1 4-188 15,-2 1 507-15,2 5-348 16,0 1-174-16,0 2-160 0,0-1-14 0,0-1-32 0,0 3-3 16,0-4-174-16,0 0 71 15,0 0 78-15,0-6 25 0,0-1-697 0,0-6 366 0,0-3 184 0,0-6 90 16,0 1-772-16,0-3 401 0,0-5 197 0,0-10-187 16,0-6 192-16,0-4 95 0,0-4 42 15,0 0 44-15,0-2 45 0,0-1 0 0,-2 1 70 16,1 2-70-16,1-1-9 0,0 5-26 0,0 5 200 15,0 1-105-15,0 1-48 0,1 3-23 16,4-2 590-16,5 8-208 0,2 2-172 16,0 2 268-16,6 5-216 0,-1 0-107 0,3 0 188 0,0 0-152 15,-2 5-73-15,2 6-36 0,-3 1 120 0,2 2-77 16,-1 3-31-16,-5-1-9 0,-4 4 28 16,2 1-34-16,-5 1 1 0,-2 3-34 0,0 3 171 15,-2-2-170-15,-1 0-36 0,-1 1 0 0,0-3 0 16,0 2 0-16,0 2 0 0,0-8-71 0,0 1 14 15,0-3 46-15,0-4-698 16,0 1 326-16,0-3 181 0,0-7 38 0,0 2-225 16,0-3 177-1,-4-2 88-15,-3 2 36 0,1-4-432 0,-3 0 242 0</inkml:trace>
  <inkml:trace contextRef="#ctx0" brushRef="#br0" timeOffset="1957.54">18176 10517 1965 0,'-7'-6'0'0,"1"2"0"0,1 2 0 0,4-1 0 0,-2 1 0 0,3 0 0 0,0 0 0 0,0 1 0 0,0 1 263 0,4 0-114 16,5 0-58-16,0 0-84 0,-2 0 9 0,1 0 18 15,1 0 1-15,-1 3-456 0,-1 2 229 0,-1 3 113 0,0 0 66 16,-1 2-190 0,-4 3 120-16,1-4 58 0,-2 3-409 0,0 0 202 15,0-2 74-15,0-1 157 0,0 0-34 0,0-1-1 0,-2-2 1 16,1 0 157-16,-1-5-87 0,2-1-31 0,0 0 1 0,0 0-67 15,0-10 27-15,2-7 0 0,9-4 36 16,3-6-268-16,2-5 119 0</inkml:trace>
  <inkml:trace contextRef="#ctx0" brushRef="#br0" timeOffset="2450.11">18596 9997 649 0,'11'-29'0'0,"-1"1"0"0,0 5 0 0,-2-1 0 0,-6 13 0 0,1 5 599 0,-3 4-281 15,0 1-142-15,0 1 219 0,0 0-172 0,-5 8-98 0,-3 8 291 0,-2 6-190 0,5 3-95 0,-1 2-49 0,1 5 272 0,2-2-164 32,3-1-143-32,0 1-47 0,0 0 0 0,0-3 0 0,1 2 0 0,7-5 0 15,2-4-152-15,0-1 13 0,0-2 88 0,6-5-282 0,1 1 156 0,-2-8 94 16,2-5-164-16,-1 0 110 16,-2 0 30-16,0-11 35 0,-2 2-168 0,-4-6 107 15,-1 1 49-15,-3-3 24 0,-3 1-103 0,-1 3 64 0,0-4 23 16,0 5 9-16,-8-3 2 0,0 3 1 31,-2 3 29-31,0 0 42 0,-2 1-8 0,3 5-34 0,-3 1 1 0,1 2-1 0,0 0 0 16,-1 0 0-16,2 7-72 15,1 3 40-15,3 2 1 0,1 2 31 0,0 3-50 0,2 3 24 0,0 2-8 0,3 5 34 16,-2 1 157-16,0 3-79 0,1 5-39 0,1 3 495 16,-3 10-245-16,-1-6-129 15,-1 6 271-15,0 0-184 16,-1 1-72-1,1 3-43-15,2-12 350 0,1-2-206 0,2-6-103 0,0-6-51 0,2-7 15 0,7 1-24 0,1-14-9 47,7-6-34-47,-1-1-236 0,2-1 118 0,-1-13 60 0,0-5-255 0,-1-2 153 0,-5-4 80 0,-3 1-164 0,-2-2 110 0,-3-1 3 0,-2-2 38 0,-1 8-8 0,0 1 0 16,-7 2 31-16,-3 4 0 0,-2 1 197 0,-2 2-107 16,0 6-40-16,-3 1-26 15,0 4 255-15,1 0-130 0,0 0-25 0,-4 5-7 0,5 7-33 16,2-1 0-16,2 2-464 0,2 1 212 0,3 0 111 0,-1 0 51 15,5-3-368-15,2-3 169 16,0-1 106-16</inkml:trace>
  <inkml:trace contextRef="#ctx0" brushRef="#br0" timeOffset="2650.88">19008 10194 2949 0,'5'-6'0'16,"-1"-6"0"-16,2 9 0 0,-3-1 0 0,-1 1 0 0,-1 1 0 0,1 2 0 0,0 0 0 0,-1 0 554 0,-1 12-259 0,0 2-162 0,0 4-133 0,0 0 0 0,-3 3 0 16,0-3 0-16,0 0 0 15,-1 0 0-15,3 2 0 0,-3-2 0 0,2-5-40 16,1 0-15-16,1-4 45 0,-2 1-868 0,0-4 331 16,2 0 268-16,-1-6-559 0,-1 0 402 0,2-2 200 0</inkml:trace>
  <inkml:trace contextRef="#ctx0" brushRef="#br0" timeOffset="2866.99">18980 10045 813 0,'0'-24'0'0,"0"-1"0"0,0 2 0 0,0 1 0 0,1 1 0 0,10 1 0 0,2 3 420 0,3 6-192 0,5 0-97 0,4 2 325 0,3 3-210 15,6-1-96-15,-2 5-62 0,2 2 268 0,-1 0-160 16,-2 0-81-16,-1 0-39 0,3 5 212 0,-12 5-131 16,1 4-61-16,-7 0 19 0,-1 6-115 15,-4 0 0-15,3 4 0 0,-8 3 0 0,-2-1 0 0,-1 4 0 31,-1 2 0-31,-1-2 0 0,0 6 0 0,0-7 0 0,0 0 0 16,0 0 0-16,0-3 0 0,0 0 0 0,0 1-182 0,0-6-167 16,0-3 172-16,0-3-335 0,0-4 239 0,0 0 109 15,0-7 70-15,0-2-620 0,0-2 339 0</inkml:trace>
  <inkml:trace contextRef="#ctx0" brushRef="#br0" timeOffset="3018.21">19161 10167 1192 0,'-8'0'0'0,"1"0"0"0,-2 0 0 0,5 0 0 0,2 0 0 0,0 0 540 0,2 0-253 0,0 0-125 0,8 0-55 15,6 0 252-15,3 0-162 0,2 0-81 0,3 0-451 16,0 0 185-16,1 2 102 16,-3 2-365-16,-1-2 225 0,-5-1 111 0</inkml:trace>
  <inkml:trace contextRef="#ctx0" brushRef="#br0" timeOffset="3175.18">19165 10325 1337 0,'-10'0'0'0,"3"0"0"0,0 0 0 16,0 0 0-16,4 0 0 0,3 0-1 0,0 0 561 0,0 0-265 0,10 0-131 0,3 0-58 0,4 0 229 0,2 0-151 16,1 0-75-16,1-1-323 15,-1-1 134-15,-1 1 53 0,-2-2 31 0,0 2-744 0,-5 1 387 0,-1 0 194 16</inkml:trace>
  <inkml:trace contextRef="#ctx0" brushRef="#br0" timeOffset="3530.37">19005 10546 1319 0,'-10'3'0'0,"1"-1"0"0,4 1 0 0,2-2 0 0,3 2 0 0,0-2 0 0,0-1 0 0,14 0 447 0,5 0-207 0,6 0-102 0,4-1 7 0,3-4-46 15,0-2-37-15,-2 3 1 0,1-3-195 16,-3 3 84-16,-3 1 41 0,2-1-173 0,-9 2 103 0,-1 2 56 0,-4 0 28 16,-4 0-61-16,-4 0 45 0,-1 0-10 0,-4 7-68 0,0-1 31 15,-3 1-32-15,-6-2 29 0,-3 1 223 16,1 0-107-16,-2-1-31 0,2 0 160 0,2-2-84 16,0 2-50-16,-1-2 2 0,2 2 84 0,4-2-44 15,-4 3-31-15,3-1 8 0,2-1-48 16,-1 2 21-16,-1-1-10 0,5 1 1 0,-2-2-37 15,1 2 0-15,1 2 37 0,-2-2-80 16,2 0 36-16,0-1 13 0,0 1 1 16,0-2-188-16,0 2 98 0,0 0 32 0,0-1-242 0,2-3 127 15,-1 0 74-15,1 1 13 0,-2-3-271 0,3 0 149 16,-1 0 89-16,-1 0 39 0,-1 0-137 0,0 0 89 16,0 0 43-16,0-7-228 0,-6-3 140 15</inkml:trace>
  <inkml:trace contextRef="#ctx0" brushRef="#br0" timeOffset="3793.43">19106 10553 877 0,'-9'-6'0'0,"4"3"0"0,-2 1 0 0,-1-3 0 0,6 3 0 0,-1 2 0 0,1 0 227 0,1 0-97 16,-1 0-47-16,-1 0 386 0,0 8-221 0,-2 3-107 15,0 3-53-15,-4 0 229 0,0 4-141 0,-7 0-62 32,4 2-177-32,-3 0 49 0,0-2 24 0,1 0 1 0,-3 0-412 0,3 0 226 0,3-5 101 0,2-3 55 15,4-3-247-15,2-3 95 0,3-4 94 0,0 0-496 16,3 0 274-1,8-3 132-15,4-5 66 0,1 2 107 0,0 0-41 0,2 0-8 16,-1 1 520-16,-2 5-256 0,1 0-128 0,-1 0-64 16,5 0 796-16,-3 7-406 15,-1 3-202-15,7 3-40 0,0 0-71 0,5 3-36 0,6 0 9 0,2-2 554 32,3 3-467-32,8-3-166 0,3-3-11 0,6 0-132 15,8-1 98-15,-5-7 36 0,2-1-1023 0,1-2 533 0</inkml:trace>
  <inkml:trace contextRef="#ctx0" brushRef="#br0" timeOffset="4370.43">19949 9827 1273 0,'3'-9'0'0,"-1"5"0"0,-1-2 0 0,1 4 0 0,-1-3 0 0,1 3 0 0,1 0 317 16,-3 2-146-16,0 0-67 0,0 3 54 0,-9 11-61 0,-6 4-30 0,-2 2 8 16,-3 4-98-16,-3 6 29 15,-1 0 1-15,0-1 28 0,-2 0-65 0,3 1 41 0,4-7-8 0,5-2-9 32,4-5 0-32,5-4 41 0,5 0-12 0,0-2 22 0,11-9-31 0,14-1 15 0,4 0 4 15,4 0-13-15,-2 0-21 16,5 0 20-16,-11 0 61 0,0 0-28 0,-5 4 15 15,-4 4-41-15,-4 4-24 0,-2 3 18 0,-10 3 12 0,0 5-136 16,-16 4 64 78,-8 3 32-94,-5-1-239 0,-4 7 119 0,-3-8 65 0,-1-1 33 0,1-2-396 0,2-2 196 0,0-7 94 0,-3-1 41 0,11-10-129 0,5-5 94 0,5 0 47 0,5-9 24 0,6-13-228 0,2-1 117 15,3-2 72-15,0 1-1 0,5 0 32 0,4 5 36 0,0-1 31 0,-1 8 261 0,0 4-166 0,3 2-65 0,-3 1 517 16,0 3-260-16,4-1-157 0,-3 3 0 0,1 0 192 0,2 0-139 0,0 0-74 31,1 7-36-31,4-2-59 0,-1 1-8 0,3 0 29 0,-1 1-625 0,3-2 312 0</inkml:trace>
  <inkml:trace contextRef="#ctx0" brushRef="#br0" timeOffset="4627.68">20138 10193 1153 0,'0'0'0'0,"0"1"0"0,0 2 0 0,0 0 0 0,-2 3 0 0,-6 3 0 0,-3 2 432 0,-6 5-198 0,0 5-99 0,-7 1 235 0,1 4-167 16,-5 5-75-16,5-4-51 0,1-2-4 0,2-1-1 0,3-2-36 0,6-5-1 15,-2-2-33-15,13-7-9 0,0-3 43 0,0-2-179 16</inkml:trace>
  <inkml:trace contextRef="#ctx0" brushRef="#br0" timeOffset="4770.43">19905 10493 2783 0,'13'0'-9'0,"4"0"-52"0,2 0 45 0,1 0 25 0,0 0-33 0,0 0 94 0,1 2-37 0,-1 5-27 0,-3-2-39 0,-2 5 148 0,-3 1-55 0,-3 3-26 0,-3-1 10 0,2 8 17 0,-8-3-7 0,0 5 0 0,-5 0 15 0,-9-1-1 0,-3 5-12 0,-3-6-60 0,-4-1 0 0,-1-3 40 0,0 0-1 0,0-5-241 0,-3 1 114 0,4-9 54 0,-1-3 14 0,4-1-444 0,-1 0 210 0,4-8 117 0,1-7 19 0,6-3-209 0,3-2 148 0,5-3 74 0,0 2-1 15,3 3 37-15,0 0-8 0,0 5 242 32,8 1-99-32,0 4-48 0,1 2-25 0,2 3 484 0,0-2-263 0,0 5-118 0,1 0-64 0,2 0 481 0,-3 0-238 0,3 5-117 0,3 2-50 0,-3 1-269 0,2 1 101 15,-2-1 50-15,3 0-341 0,1-1 195 0,1 0 107 32</inkml:trace>
  <inkml:trace contextRef="#ctx0" brushRef="#br0" timeOffset="4938.72">20421 10215 2155 0,'0'-7'0'16,"0"1"0"-16,0-2 0 0,0 4 0 0,0-3 0 0,0 2 0 0,3 2 815 0,5-3-390 0,6 1-195 0,-1 2 18 0,5-4-190 0,1 4-58 16,6 1 0-16,1 0 0 0,0-1-2 0,3 2-5 0,1-2-709 15,-3 3 371-15,-5 0 189 0,-2 0 96 0,-4 7-905 16,-6 0 474-1</inkml:trace>
  <inkml:trace contextRef="#ctx0" brushRef="#br0" timeOffset="5225.68">20318 10418 2657 0,'-26'4'0'0,"7"2"0"0,4 1 0 0,15-3 0 0,0-1 0 0,8-1 0 0,11-2 0 0,6 0 0 0,7 0 380 0,4 0-178 0,-1-4-16 31,6-1-75-15,-2-5-39-16,-3 5 1 0,5-1-346 0,-8 3 149 0,-2-1 80 0,-3 3 39 0,-5-1-713 0,-3 2 377 0,0 0 196 0,-14 2 86 16,-6 7-778-16,0 1 401 0,-11 2 201 0,-8 0-14 0,-2-1 120 0,-1-2 69 31,-4-2 34-31,2 0 26 0,1-2 0 0,1 0 0 0,1-2 68 0,4-1-69 0,5 2 1 0,1-3-35 16,2 3 375-16,-2 0-194 15,3 2-85-15,2 1 441 16,0 4-234-16,-1 1-117 0,1 5-57 0,-4 1 128 0,3 6-98 15,-4-2-45-15,2 3-206 0,-2 1 81 16,3-2 41-16,-4 6 8 0,7-9-464 0,0 0 248 0,4-7 123 16,1-6 47-16</inkml:trace>
  <inkml:trace contextRef="#ctx0" brushRef="#br0" timeOffset="5395.24">20614 10522 1300 0,'3'-8'0'0,"-1"4"0"0,0 1 0 0,-1-1 0 0,1 4 0 0,-2 0 220 0,0 0-83 15,0 11-56-15,-3 6-23 0,-2 3 595 0,0 5-310 0,2-1-154 0,1 4 103 16,2-2-133-16,0-1-62 0,0-3-374 0,0 2 156 47,6-5 78-31,4 4 47-16,4-10-592 0,2-4 311 0,1-5 156 0,3-4 78 0,2 0-644 0,3-12 304 0,-2-8 179 0,0-5-103 0</inkml:trace>
  <inkml:trace contextRef="#ctx0" brushRef="#br0" timeOffset="5849.7">21066 10193 1118 0,'5'-15'0'0,"3"3"0"0,-2 4 0 0,-1 2 0 0,2 3 0 16,0 1 126-16,-3 2-46 0,7 0-13 0,-5 2 398 0,2 10-215 0,3 2-107 0,-3-1 238 0,1 5-173 0,1 5-78 0,-1-2-52 0,-5 2 86 0,3 3-64 0,-4 0-33 0,-1 1 0 47,1 4-57-47,-2-4-9 0,-1-2 34 0,0 1-1 0,0 1-135 0,0-2 68 0,0 1 42 0,0-7-162 0,0-5 94 0,0-1 47 15,0-4-456 1,0-1 195-16,2 1 71 0,1-9 89 0,1 0-154 0,1 0 116 31,-3-2 58-31,-1-7 29 0,1-1-32 0,-2-3 35 0,0-1-1 0,-7-2 28 0,-5 0 26 0,1 2-27 0,-6-1-8 0,3 1 59 16,0 4-25-16,-2 2 0 0,2-1 242 0,2 5-134 31,-1-2-48-31,3 1-34 0,2 3 242 0,5 0-123 16,-1 0-27-16,4 2-41 0,0 0-104 0,2 0 31 0,12 0 2 0,6 2-154 15,4 0 95-15,1 0 45 0,4-2 27 0,-2 0-74 16,1 0 22 15,-2 0 27-31,-2 0-30 0,2-2 38 0,-7 0-47 0,-6 0 38 0,-3 1 219 0,-2 1-105 0,-5 0-51 0,-1 0-29 16,-2 0 376-16,-7 0-183 0,-9 3-71 0,1 4 123 0,-3-1-115 31,1 3-47-31,2-4-38 0,2 2 32 0,3-3-29 0,4 1-1 0,-1 3-92 0,3-3 40 0,4 0-9 16,0-1 31-1,0 2-273-15,0-1 136 16,4-1 68-16,4 0 43 0,3-1-592 0,0-1 287 0,0 1 83 0,0-2 92 0,-2-1-474 0,-1 2 272 16,-6 0 148-16</inkml:trace>
  <inkml:trace contextRef="#ctx0" brushRef="#br0" timeOffset="6169.18">20933 10510 990 0,'-4'0'0'0,"-1"1"0"0,0 1 0 0,3-1 0 0,-2 4 0 0,1 0 134 0,0 5-50 0,0 0-25 63,-3 7 9-63,1 1 316 0,-1 3-175 0,-1 3-87 0,0 2 70 0,-5-2-78 0,4 3-31 0,0-4-9 0,0-4-40 0,4-2 1 0,0-2 0 0,4-1 257 0,0-6-133 0,5-3-62 0,15-2-31 0,7-3 48 0,9 0-40 0,6 0 10 0</inkml:trace>
  <inkml:trace contextRef="#ctx0" brushRef="#br0" timeOffset="6220.3">21007 10805 3537 0,'53'-11'-2'0,"3"3"0"0,3-3 36 0,3 3-293 16,4-2 156-16,-10 2 64 0,-4 3 37 0,-4 3-692 0,-6-3 337 0,-5 4 125 0,-1 1-333 0,-17 0 269 0,-5 0 131 0,-8-1 65 0,-4-1-245 0,-2-1 156 0,-2-9 68 0</inkml:trace>
  <inkml:trace contextRef="#ctx0" brushRef="#br0" timeOffset="6267.12">21523 10467 1038 0,'-2'-8'0'0,"-1"0"0"0,1 1 0 0,0 3 0 0,2 3 0 0,0 1 517 0,0 0-241 0,0 5-112 0,0 12-69 0,0 9 347 0,0 4-204 0,2 2-102 0,0 1 294 0,-2 8-189 0,1-10-107 0,-1 1-50 0,2 0-327 0,0-3 138 16,-1-3 71-16,1 1-700 0,-1-10 381 0,2-3 193 0,1-6 98 0</inkml:trace>
  <inkml:trace contextRef="#ctx0" brushRef="#br0" timeOffset="6435.71">21762 10222 1815 0,'0'0'0'0,"0"0"0"0,0 0 0 0,1 0 0 0,-1 0 0 0,3 0 0 0,-2 3 0 0,2-2 0 0,2 2 542 16,-1 2-254-16,4 0-119 16,0-2-510-16,0 3 187 0,3-1 94 0,0 0 47 31,1-2-878-16</inkml:trace>
  <inkml:trace contextRef="#ctx0" brushRef="#br0" timeOffset="6670.59">22098 10188 1160 0,'-2'0'0'0,"0"0"0"0,-3 0 0 0,-2 0 0 0,1 2 0 0,-4 2 0 0,-2 4 438 0,-7 1-201 0,-2 5-102 0,-7 2 57 0,-5 2-83 15,-2 5-38-15,-6-1 1 0,-3 0-73 31,-2 1 1-31,-2 0 42 0,13-6-87 0,8-5 40 0,5-2-1 0,10-6 40 16,5-1 25-16,2-3 8 0,5 0-33 0,7 0 0 0,16-4 101 0,8-6-51 0,8 0-16 0,5 2 50 31,4-1-41-31,4 4-1 0,-2-1-42 0,3 0-34 0,6 3 8 0,-11-1 26 0,-1-1-149 0,1 2 74 16,-5 1 38-16,-1-1 0 0,1-1-399 0,-17 3 205 16,-7 1 74-16,-7 0 61 0,-8 0-559 31,-4 0 294-31,-2 0 137 0,-18-2-397 0</inkml:trace>
  <inkml:trace contextRef="#ctx0" brushRef="#br0" timeOffset="6850.46">21990 10057 2318 0,'0'0'0'16,"0"0"0"-16,0 0 0 0,0 0 0 0,0 0 0 0,0 0 0 0,0 8 0 0,1 11 0 0,7 3 291 0,-1 7-128 0,1 5-65 0,-2 7 483 0,0 2-278 0,-3-2-134 0,-3 5-161 0,2-3-65 0,-2-2-1 0,0 2 54 15,0-10-677-15,-4-2 357 0,-5-4 179 16,0-5 89-16,-1-2-872 16,-3 0 379-16</inkml:trace>
  <inkml:trace contextRef="#ctx0" brushRef="#br0" timeOffset="7570.23">21956 10411 1532 0,'-11'2'0'0,"0"0"0"0,2 1 0 0,0 3 0 0,0 0 0 0,-3 1 0 0,-1 3 0 0,1 0 427 0,0 0-196 0,4 1-99 0,-4 4-49 16,4-6 53-16,0 3-42 0,3-4-34 0,2 1-354 0,3-3 164 0,0 0 82 0,0-2-419 0,0-2 259 0,5-2 117 0,9 0 62 15,3 0-238-15,0-3 67 0,5-6 83 16,1 1 34 31,-1 1 66-47,-3-1-17 0,1 1 0 0,-2 3 0 0,1 1 162 0,0-1-89 0,-6 3-32 0,-1-1 220 0,-3 2-130 0,1 0-39 0,-4 0-41 0,1 0 217 0,-4 0-112 31,-1 5-4-31,-2 0-76 0,0 2-8 0,0 0 0 0,-5 0 9 0,-4 0-194 0,-1-1 92 16,0 1 47-16,-2 2 21 78,-4-3-138-78,2 0 56 0,0-1 41 0,-1 1-160 0,0-3 90 0,0 0 12 0,-1 2 240 0,-1 0-103 0,3-3-33 0,0 4-24 0,0 0 418 0,0 2-199 0,0 1-104 0,3-2-29 0,0 5 311 0,3-1-177 0,2 1-88 15,1 0-43-15,-1 5 38 0,6-5-45 0,0 3-1 0,0-3-111 0,2-1 37 16,8-1 0-16,2 0 45 0,1-5-287 16,2-3 140-16,4-2 69 0,1 0-268 0,5-4 132 0,3-10 93 0,-2-3-22 15,4-4-132-15,2-5 98 0,4-5 50 0,3-7 26 32,9-7 8-32,-6-2 16 0,5-5 1 0,2-2 19 0,-1-3-19 0,-1 1 0 15,4-2-9-15,-15 15 164 0,-9 5-77 0,-3 11-40 0,-10 6 425 0,-12 7-197 16,1 5-80-16,-3 6-72 62,-6 3 384-62,-5 0-214 0,0 0-108 16,-1 5-55-16,1 7 237 0,-2 4-149 0,1 6-70 0,-1 3-47 0,2 7-58 0,-1 2 0 0,-1 7 0 0,4-2 0 0,1-1 0 0,0 3 0 0,3 0 0 0,2-2 0 62,2 8 0-46,1-11 0-16,0-1 0 0,4-4 0 0,6 0 0 0,1-6 0 0,0 4 0 0,-2-14 0 0,-2 2 0 0,-6-6 0 0,-1 0 0 0,0-2 0 16,-9 2 0-16,-14-10 0 0,0 3 0 0,-6-4 0 0,-2 0-212 15,-6 0 83-15,-3 0 29 0,6-5 38 0,-1-6-57 0,5-6 43 0,2 0-1 0,1-2 34 16,10 3 194-16,6 0-93 0,5 5-46 0,3 0 423 0,3 2-273 0,0 5-162 31,1 0 0-31,13 4 0 0,11 0 0 0,8 0 0 0,5 7 0 0,10 4 0 0,0 3 0 0,-1 1 0 0,7 2 0 0,1-2 0 16,-2 3 0-16,9 4 0 0,-9-5-316 0,-1 3-2 15,2 1 104-15</inkml:trace>
  <inkml:trace contextRef="#ctx0" brushRef="#br0" timeOffset="7693.09">23198 10983 3906 0,'-7'0'0'15,"3"0"0"-15,2-3 0 0,2-1 0 0,0-1 0 0,0-2 0 0,5-2-767 0,1-3 367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57" units="1/cm"/>
          <inkml:channelProperty channel="Y" name="resolution" value="1820.3889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12-21T01:27:11.54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89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2-12-21T01:29:24.815"/>
    </inkml:context>
  </inkml:definitions>
  <inkml:trace contextRef="#ctx0" brushRef="#br0">7751 4381 1559 0,'-10'-14'0'0,"2"4"0"0,4 0 0 0,-4 2 0 0,3 2 0 0,2 1 0 0,1-1 0 0,0 4 591 16,2 0-276-16,0 2-138 0,0 0 178 0,0 0-158 15,0 0-70-15,2 0-45 0,2 4-43 0,5 2-1 0,2 3 1 0,-2-1-48 16,2 1 11-16,3 1 36 16,-4 0 1-16,1 0-321 0,-2 2 160 0,1-1 80 15,-3 3 50-15,2 0-790 0,-4 1 383 0,0 1 121 0</inkml:trace>
  <inkml:trace contextRef="#ctx0" brushRef="#br0" timeOffset="140.44">7702 4705 1879 0,'-8'0'0'0,"-3"0"0"0,5 0 0 0,4 0 0 0,-4 1 0 0,6 1 0 0,0 2 280 15,0-2-111-15,0 1-70 0,3 3-30 0,4 0-179 16,5 2 75-16,2 1 37 0,0 3 9 0,0 0-599 0</inkml:trace>
  <inkml:trace contextRef="#ctx0" brushRef="#br0" timeOffset="289.95">7719 5150 1675 0,'-14'5'0'0,"5"2"0"0,0-2 0 0,4-2 0 0,2 0 0 0,3-2 0 0,0-1 369 15,0 0-171-15,3-1 147 16,12-14-154-16,6-7-75 0,4-3-40 0,3-4-275 15,0-1 114-15,1 0 62 0,-1-1 30 0,1 1-336 0,0-1 184 0,1-4 101 16</inkml:trace>
  <inkml:trace contextRef="#ctx0" brushRef="#br0" timeOffset="481.86">7964 4575 2340 0,'-4'-3'0'0,"-1"-2"0"0,1-1 0 0,3 5 0 0,1-4 0 0,0 2 0 0,6 0 0 0,9-3 356 0,1 4-159 0,6-1-79 0,1-4-21 16,-1 5-34-16,1-2 0 0,1 3-24 0,-1 1-485 16,-1 0 243-16,5 0 130 15,-7 0 51 1,-1 0-278-16,-3 0 169 0,-4 0 85 0,3 3-692 0,-8 1 357 16,-2-4 155-16</inkml:trace>
  <inkml:trace contextRef="#ctx0" brushRef="#br0" timeOffset="1055.85">8121 4376 1501 0,'-6'0'0'0,"-3"0"0"0,4 0 0 0,1 0 0 0,1 0 0 0,3 0 0 0,0 0 0 0,0 7 0 0,0 3 308 15,2 2-136-15,5 0-66 0,3 3-34 0,-2 2-106 0,3 4 45 0,-5 1-9 16,1 2 37-16,0 2-266 0,-6 3 133 0,1-1 67 16,-2 4-48-16,0-6 51 15,-10 2 32-15,-2-3-81 0,-4-1 41 0,-2-5-36 16,-3 2 26-16,3-10 230 0,0-1-100 0,-1-6-65 31,7-1-1-31,2-3 412 0,1 0-200 0,6 0-72 0,1 0-63 0,2 0 61 0,2-2-61 0,9-1-30 16,3 1-9-16,4-2-21 15,1 1-1-15,4-1-91 0,-1 2 45 0,-2 0 1 16,2 0 55-16,-1-1-368 0,-4 2 180 0,0 0 63 16,0-1 54-16,-5 2-526 0,4 0 251 0,-4 0 116 15,-7 0 71-15,2 0-218 0,-2 0 145 16,-1-1 63-1,-1 1-64-15,-2-3 73 0,-1 3 36 0,0-1 28 0,0 1 10 0,0 0-11 16,0 0 10-16,0 0 164 0,-5 0-83 0,1 5-39 0,-4 5-1 0,0 4 247 16,-2 2-138-16,1 3-38 0,-4 4-49 0,-3 2 309 15,1 3-156-15,-6 5-15 16,3-5 3-16,-1 1-63 0,0 0-31 16,5-5 39-16,-3-3-36 0,5 0 10 15,2-10-45-15,4-4 138 0,3-2-69 0,2-2-34 0,1-3-1 0,0 0-49 16,3 0-10-16,10-6 24 0,2-3 1 0,4 0-23 15,-1 0 23-15,2 0 9 16,-2 1-100-16,1 2 46 0,0 3 0 0,-3-3-12 16,-1 4 28 31,3 1-2-47,-4 1-7 0,-1 0-7 0,-2 0-1 0,-1 0-11 0,-2 3-1 0,3 4-31 0,-5 0 17 0,-1 0 1 0,-2-1-17 0,1 2 194 0,-3-2-67 0,2 1-29 78,-2-3-298-78,1 1 125 0,0-3 61 0,0 1-450 0,0-3 240 0,2 0 99 0,0 0 72 0,-1 0-190 0,3-5 127 0</inkml:trace>
  <inkml:trace contextRef="#ctx0" brushRef="#br0" timeOffset="1175.34">8452 4853 2481 0,'-5'-3'-1'0,"0"0"1"0,3-1 0 0,-2 2 0 0,2-1 0 0,2 1 0 0,0 2 0 0,2-3 0 0,4 3 353 0,4 0-148 0,4 0-89 16,1 0 135-16,3 0-107 0,2 0-52 0,-2 0-389 31,6 3 177-31,-3-1 75 0,0 3 41 0,2-1-682 0,0 2 361 0,0-3 181 0,0 2 99 0,-3-1-437 0</inkml:trace>
  <inkml:trace contextRef="#ctx0" brushRef="#br0" timeOffset="1341.24">8939 4616 2634 0,'0'-3'0'0,"0"1"0"16,0-2 0-16,0 1 0 0,0 0 0 0,0 1 0 0,0-1 0 0,0 3 0 0,2-3 311 0,2 2-142 0,4-1-65 0,2 2-334 0,3 0 134 0,-1 0 76 15,3 0 25-15,-1 6-838 16,-1 5 436-16</inkml:trace>
  <inkml:trace contextRef="#ctx0" brushRef="#br0" timeOffset="1518.33">9096 4974 1450 0,'-6'1'0'0,"-1"1"0"0,2-1 0 0,0 2 0 0,0 0 0 0,4-2 0 0,1 2 959 0,0 0-465 0,0-1-233 0,0 0 46 15,0 1-142-15,1-1-66 16,6 0-32-16,-1-1-718 47,2 0 344-47,-1 2 181 0</inkml:trace>
  <inkml:trace contextRef="#ctx0" brushRef="#br0" timeOffset="2595.96">9774 4611 1714 0,'0'0'0'0,"0"-3"0"0,-3-3 0 0,3 3 0 0,0 0 0 0,2-3 0 0,11 0 0 0,7-3 0 0,6 1 547 0,2-2-260 0,3 2-124 0,2 0 70 0,3-2-99 0,2 4-48 0,5-1-15 0,-7 1-167 0,-2 5 66 15,-3-1 33-15,-3 2-548 0,-6 0 291 0,0 0 155 16,-10 0 63-16,-4 0-758 0,-6 4 384 0</inkml:trace>
  <inkml:trace contextRef="#ctx0" brushRef="#br0" timeOffset="3182.06">10103 4379 589 0,'0'-8'0'16,"0"1"0"-16,0 2 0 0,0 0 0 0,0 3 0 0,0-1 394 0,0 3-182 15,0 0-88 1,0 10 173-16,0 8-131 0,0 5-64 0,-5 6-23 0,-4 2 8 0,-5 4-24 0,-1 1-1 0,-3 4-56 0,-2-4 31 16,-1 4 9-16,-2-3-9 0,2-6 17 15,0 0-17-15,2-7 0 0,-3 1 9 16,9-11 54-16,2-2-31 0,6-3 0 0,2 2 52 0,3-2-42 15,0 6 10-15,2-3 16 0,6 2-33 0,2 3-1 16,2 3-34-16,-3 2-8 0,3 5 17 16,-7-6-9-16,1 1 0 0,0 2-129 0,-3 0 64 0,-2 1 33 31,0 3 9-31,1-8-301 0,-2 1 155 0,0-6 50 0,0-1-436 0,0-4 221 16,-4 2 117-16,-2-12-298 0,2 0 221 0,-1 0 110 15,1-10 55-15,-3-8-162 0,3-5 99 0,0-6 64 16,-1-4 27-16,-1-6-105 15,0 0 85-15,0 2 36 0,1-6 48 0,1 9 0 16,2 0 0-16,0 3 0 0,2 3 294 0,0 2-184 16,0-4-82-16,2 11 578 15,12 2-266-15,1 0-164 0,6 6-17 0,1 1 242 0,6-1-173 0,0 5-100 16,0 5-45-16,3 0 80 0,-1 1-62 16,1 0-33-16,0 0 10 0,-5 2 4 0,-4 5 0 0,-3 3-45 31,-2 0 47-31,-2 0-23 0,-1 2 9 15,-7 5 154-15,-1-3-94 0,0 5-46 0,-3 2-24 0,2 3-6 63,-2 0-54-32,0 1 0-31,3 2 0 0,-2 1 0 0,2-1 0 0,3 7 0 0,-6-8 0 0,4 0 0 0,-1 0 0 0,0-2 0 0,0-1-646 0,1 0 284 63,-3-7 126-63,-2-7-536 0,1 0 368 0,-1-2 183 0,-2-6 92 0,0 2-427 0</inkml:trace>
  <inkml:trace contextRef="#ctx0" brushRef="#br0" timeOffset="3263.38">9999 4895 1490 0,'-13'0'0'0,"2"0"0"0,4-3 0 0,2 2 0 0,5-1 0 0,0 1 0 0,8-1 325 31,7 0-144-31,5-2-72 0,4-2-36 0,0 3 10 0,-1 2-46 0,2-2-561 0,-1 1 272 0,-4 2 137 0,-1 0 67 0</inkml:trace>
  <inkml:trace contextRef="#ctx0" brushRef="#br0" timeOffset="3394.24">10071 4991 723 0,'-11'0'0'16,"3"2"0"-16,2 0 0 0,-1-1 0 0,-1-1 0 0,4 0 438 0,4 0-201 0,0 0-100 0,0 0-50 0,9 0 76 0,5 0-54 0,0-1-41 16,4-1 0-16,0 0-230 0,1 2 100 0,0-3 49 15,-1 3-212-15,-5 0 126 0,-2 0 68 0,-1 3-524 16,-3 6 268-16,-2-2 134 0,-2 3 63 0</inkml:trace>
  <inkml:trace contextRef="#ctx0" brushRef="#br0" timeOffset="3505.07">10106 5085 614 0,'-12'0'0'16,"1"0"0"-16,3 0 0 0,1 0 0 0,-3 0 0 0,7 0 139 0,0 0-51 0,3 0 200 0,0 0-126 0,0 0-63 16,6 0-23-16,8 0 1 0,1 0-41 0,1 2 0 15,0-1 0-15,3 3-339 0,1 0 179 0,-6 2 75 0</inkml:trace>
  <inkml:trace contextRef="#ctx0" brushRef="#br0" timeOffset="3677.22">9879 5284 1592 0,'-24'0'0'0,"4"2"0"0,-1 1 0 0,10-1 0 0,4-1 0 0,4 2 0 0,3-3 221 0,0 0-83 0,13 0-55 0,10 0 308 0,8 0-177 0,7 0-89 0,4-3-44 0,9 0 155 0,-4-2-105 0,2 0-47 15,0 0-23-15,1 0-349 16,-2 2 163-16,11-2 90 0,-11 3-602 0,1 0 337 16,-2-1 169-16,-4 1-734 0</inkml:trace>
  <inkml:trace contextRef="#ctx0" brushRef="#br0" timeOffset="3864.08">10628 4800 2167 0,'0'-8'0'0,"0"1"0"0,0 2 0 0,2-2 0 0,6 1 0 0,7 0 0 0,4 3 0 15,1-1 297-15,5 3-130 16,3-1-353-16,4 2 111 0,3 0 65 16,-2 0 18-16,-2 0-314 0,-1 0 171 0,-3 0 85 0,-4 0 43 0,-2 2-775 0</inkml:trace>
  <inkml:trace contextRef="#ctx0" brushRef="#br0" timeOffset="4194.79">10793 4543 1284 0,'-12'-2'0'0,"3"-1"0"16,1 3 0-16,0 0 0 0,5 0 0 0,3 0 0 0,0 17 0 0,2 0 213 0,8 7-89 0,2 5 151 0,3 3-110 15,1 3-69-15,0 5-30 0,0 1-60 0,1 3 0 0,-4 0 30 16,1 6 9-16,-5-11-114 0,-6 2 53 0,1-6 26 15,-4-2 0-15,0-1-147 16,0-2 96-16,-10-9 34 0,-4-5-115 0,0-4 68 16,-3-6-16-16,1-6 47 0,-4 0-15 0,4 0 22 15,0-14-39-15,1-2 183 0,0-5-71 0,4 0-34 0,-4-1-6 0,6 1 199 32,3 4-90-32,2 0-55 0,3 3-5 0,1-1 116 15,0 1-54-15,0 1-51 0,4 2 49 0,7 0-44 16,6 1-1-16,0-1-189 0,3-4 81 0,2 6 27 0,1 0 0 0,-1-2-532 15,1 1 265-15,1 0 143 0,1-4 42 0,0 0-662 32,-2-1 354-17</inkml:trace>
  <inkml:trace contextRef="#ctx0" brushRef="#br0" timeOffset="4416.8">11108 4454 1271 0,'0'-12'0'0,"0"2"0"16,0 2 0-16,0 1 0 0,2 2 0 0,3 1 0 0,2 1 190 0,1 3-81 0,1 0-37 15,3 0 236-15,1 2-136 0,-5 5-67 0,3 6-131 0,-2 2 27 0,0 2-1 16,-7 2 37-16,0 0-404 0,0 2 202 0</inkml:trace>
  <inkml:trace contextRef="#ctx0" brushRef="#br0" timeOffset="4572.78">11207 4543 1652 0,'0'20'-14'0,"-7"1"-296"0,-8-4 162 0,2 0 8 0,-4-2 63 0,1-2 3 0,-1-4 38 0,1-4 0 0,-2-1 134 0,4-4-67 0,0 0-33 0,2 0 414 0,5 0-216 0,4-4-70 0,3-5-69 0,0-1 370 0,9 0-195 0,4 0-89 0,9 0-58 0,2 0 53 0,1 2-51 0,3-1-26 0,0 2-128 0,2 1 60 15,-3-2 18-15,0 5-1 0,-2-2-175 0,-2 5 101 0,-3-3 50 0,0 1-636 0,-7 2 325 0,-4 0 94 0,-4 0 104 0</inkml:trace>
  <inkml:trace contextRef="#ctx0" brushRef="#br0" timeOffset="4609.68">11130 4613 1096 0,'-11'5'0'0,"2"0"0"0,2 2 0 0,-3-3 0 0,7 2 0 0,1 0 0 0,2-1 341 0,0 1-153 0,2-1-76 0,7 1-199 0,2 0 57 0,1-2 33 0,2 0 0 0,-1-2-449 0,2 2 239 0,1-4 128 0</inkml:trace>
  <inkml:trace contextRef="#ctx0" brushRef="#br0" timeOffset="4833.52">11319 4625 1261 0,'1'3'0'0,"1"0"0"16,-1 0 0-16,-1 0 0 0,0 2 0 0,0 2 0 0,0-1 0 0,-4 3 186 0,-9 2-75 0,3 2-38 0,-7 1 24 16,-1 1-21-16,-2 2-10 0,0-2-30 0,-4 0 37 15,-2 1-37-15,1-4 0 0,-3 2 5 0,6-5-5 16,1-3 0-16,5-2 78 0,5 0-39 0,1-3 0 31,1 1-30-31,9-2 58 0,0 0-33 0,0 0-1 0,11 0-33 0,3 0 45 0,4-2-10 0,1 1-35 16,3-2 0-16,1 1-36 15,3-1 0-15,-1 3 45 0,-4-4-260 0,1 2 126 16,-2 0 57-16,-3 1 33 0,2 0-542 0,-2-1 261 16,-3 0 93-16,-4 1-342 0,-2 0 246 0,-1-2 123 0,-4 3 62 0,0-2-122 15,-3 1 96-15</inkml:trace>
  <inkml:trace contextRef="#ctx0" brushRef="#br0" timeOffset="5092.3">11202 4771 670 0,'-5'0'0'0,"2"0"0"0,-2 0 0 0,1 0 0 0,1 0 0 0,-2 0 198 0,3 2-85 15,1 5-38-15,-1 1-1 16,2 4 28-16,-1 3-33 0,-1 3 8 0,0 2 64 16,1 4-53-16,-1 1-25 0,-7 1-1 0,3 3-43 15,-4 0 27 1,1-7-10-16,-3 2 68 0,2-6-33 0,1-1-1 0,0-5-34 0,3 2 207 16,1-8-107-16,3-3-51 15,2-2-24-15,0 0 83 0,0-1-54 0,7 0-18 0,5 0 185 0,2 0-110 16,4 0-56-16,0 0-27 0,2 0-39 0,1 0 20 15,-1 0-8-15,-2 0-401 0,-1 0 201 0,0 3 99 16,3 1 59 0,-8 2-648-16,-1-2 290 0,-1 0 176 15,-3 0 14-15,-3 0-368 16,1 1 243-16,-3-2 136 0,-2-3-83 0,0 0 105 0</inkml:trace>
  <inkml:trace contextRef="#ctx0" brushRef="#br0" timeOffset="5338.13">11296 4978 983 0,'0'-1'0'0,"0"-1"0"0,0 1 0 0,0-2 0 0,0 3 0 0,0 0 0 0,-1 0 0 0,-3 0 231 0,-3 8-97 0,2 4-49 0,-5 4 189 0,0-1-123 0,-3 6-58 0,0-1-152 0,0 1 47 15,-5-1 25-15,-2 4 8 0,2-4-364 0,-4-3 189 0,-4-5 96 16,1 0 46-16,-2-5-470 0,-5-2 236 0,8-5 55 0,-4 0-41 16,2 0 116-16,2-7 36 0,1-5 80 15,1-5 0-15,7-2 0 16,5-2 0-16,7-2 32 15,1 0-35-15,2 3-26 0,0-2 29 0,2 5 407 0,14 4-239 0,1 1-46 16,8 2-69-16,4 3 529 0,6 0-263 0,-1 3-147 0,5 4 200 0,0-1-168 31,5-2-84-31,-4 3-71 0,8-2-4 0,-8 1-9 0,0 0 0 0,0-4-575 0,0 1 287 16</inkml:trace>
  <inkml:trace contextRef="#ctx0" brushRef="#br0" timeOffset="5520.71">11496 4705 1794 0,'6'-14'0'16,"6"1"0"-16,6 2 0 0,4 1 0 0,2 4 0 0,7 2 0 0,7 0 273 0,1 3-119 16,9 0-48-16,-6 1-40 0,-2 0 0 0,0 0-31 0,-5 0-159 0,-3 1 79 0,2 3 49 0,-13-3-9 31,-7 1-559-31,-6 0 299 0,-7-2 150 0,-1 0 75 0</inkml:trace>
  <inkml:trace contextRef="#ctx0" brushRef="#br0" timeOffset="6014.44">11727 4446 1410 0,'0'-3'0'0,"0"1"0"16,-2-1 0-16,2 3 0 0,0 0 0 0,0 7 0 0,0 9 0 0,0 9 238 0,2 7-101 0,5 7-51 0,0 6 116 0,-1 12-75 0,0 1-51 0,-1 5 1 0,1-2-87 140,-3-1 22-77,0-4 0-63,2 4 31 0,-4-19-279 0,0-6 135 0,-1-3 68 0,0-7-283 0,0-5 173 0,0 2 43 0,-7-14-98 0,1-2-25 0,-5-5 94 0,0-1 47 0,-1 0-4 0,-1 0 17 0,1-7 9 0,0-6 26 0,1 0 25 0,-3-3-1 0,5-4-24 0,-4-1-9 0,5 0 85 0,2-2-38 16,3 2 0-16,3-2 49 0,0 2-43 0,0-3-5 0,5 6 63 0,7 1-31 0,1 1-24 0,2 5 5 0,-1 0 50 0,3 0-25 0,-3 3-1 0,4 5-24 0,-6 2 9 0,3 1-11 0,-3 0-6 0,-3 0 11 0,-3 4 8 0,-2 8-12 0,-4 2-3 0,0 1 34 0,-9 4 1 0,-5 0-23 31,-2-2 46-31,-1-1-23 0,-3 0 0 0,-1-2-23 0,4-2 71 0,-2 0-24 0,4-7-8 0,3 0-25 0,3-3 23 0,5-2-29 31,4 0 1-31,0 0 8 0,2-7-59 0,17-4 25 0,3-4 0 0,4-2-137 16,4 1 86-16,1 0 25 0,0-1-187 0,1 3 96 0,0-1 56 0,-1 1 7 31,2 2-3-31,-7 7 4 0,-4 2 1 0,-2 3-15 0,-6 0 271 0,-3 8-121 16,0 6-59-16,-8 6-26 0,-1 1 152 0,2 3-68 0,-2-2-46 0,0-2 216 0,4 2-108 0,1-6-50 0,0 0-215 0,2-5 74 31,2-4 36-31,0-2 0 0,3-5-575 0,-2 0 286 0</inkml:trace>
  <inkml:trace contextRef="#ctx0" brushRef="#br0" timeOffset="6194.25">12064 4352 2374 0,'-2'0'0'0,"-1"0"0"0,1 0 0 0,1 0 0 0,1 0 0 0,0 0 0 0,0 0 384 0,0 2-174 0,6 3-88 15,1 2 115-15,3 3-106 0,0 0-48 0,3 4-24 32,-5-1-630-17,3 3 303-15,0 4 160 0</inkml:trace>
  <inkml:trace contextRef="#ctx0" brushRef="#br0" timeOffset="6730.38">12972 4538 1323 0,'-3'0'0'16,"-5"0"0"-16,2-4 0 0,-1-1 0 0,5 3 0 0,2 0 87 0,0 1-26 0,5 1 1 16,11 0-27-16,4 0 268 0,4 0-139 0,-1 7-64 0,4 4-32 0,-2 4 55 15,-1 0-43-15,0 9 8 0,-8-2-203 0,-3 3 76 78,-5 7 37-78,-5 3-52 0,-3 4 45 0,-9 7 31 0,-14-3-8 0,-9 3 178 0,-3-5-77 0,-4 1-40 0,-2-5-45 0,1 2 157 0,5-14-89 0,7-2-32 0,5-10 2 0,6-3 279 0,9-3-155 0,5-4-69 0,3-3 4 0,9 0-127 16,12 0 0-16,7 0 0 0,4-3 0 0,6-1 0 0,-1-4 0 16,2 2-149-16,-2-1-48 0,1 2 116 15,-2-2 59-15,4 1-333 16,-10 1 119-16,-5 0 116 0,-5 0-53 0,0 1-520 0,-9 0 329 16,1-2 155-16</inkml:trace>
  <inkml:trace contextRef="#ctx0" brushRef="#br0" timeOffset="6893.3">12882 4761 1661 0,'-23'0'0'0,"2"0"0"0,2 0 0 0,8 0 0 0,3 0 0 0,1 0 353 0,7 2-162 16,3 1-78-16,9 1 313 0,11 0-195 0,1 0-98 0,8-1-39 0,0 0-122 16,2-2 33-16,2 3-1 0,0-1 32 0,1 0-294 15,5 1 157-15,-8 2 63 0,-4-4-713 0,1 2 387 16,-3-2 192-16,-2 2-555 0</inkml:trace>
  <inkml:trace contextRef="#ctx0" brushRef="#br0" timeOffset="7093.01">13327 4825 1439 0,'6'0'0'0,"3"-4"0"0,1 4 0 0,1-4 0 0,3 0 0 0,0 3 0 0,3 1 0 0,0 0 0 0,5 0 0 16,3 0 153-16,-2 9-64 0,-2 2-26 0,-1 4 50 31,-3 2-39-31,-3 0 0 0,-1 4-29 0,-10 2 20 0,-3-1 0 0,0 2-30 0,-14 1 1 0,-10-1 62 0,-4 0-23 0,-3-7-8 15,-3 0 11-15,-2-7-42 16,0-3 0-16,4-3-91 0,-3-1 54 0,11-3 14 16,3 0 0-16,7-9-364 15,5-5 185-15,6-6 78 0,3-2 49 0,13-4-566 0,11 0 284 0,5-5 143 16,1 2 71-16</inkml:trace>
  <inkml:trace contextRef="#ctx0" brushRef="#br0" timeOffset="7232.29">13593 4773 946 0,'7'-6'0'15,"-1"3"0"-15,-3 2 0 0,1-1 0 0,-1 2 0 0,-3 0 0 0,0 2 623 0,-3 8-294 0,-5 1-146 0,-1 4 455 0,0 1-291 16,0 2-161-16,3-1-74 16,3 0 209-16,-1 2-142 31,4-1-112-31,0 3-81 0,2-3 1 0,9 0 24 0,4-1 0 0,8-2-647 0,2-1 336 0,7-1 176 0,-1-4 76 0,3-4-825 0,1-2 432 16,-3-2 141-16</inkml:trace>
  <inkml:trace contextRef="#ctx0" brushRef="#br0" timeOffset="7456.99">14004 4933 1439 0,'1'0'0'0,"2"0"0"0,1-3 0 0,-2 1 0 0,2 2 0 0,-3-3 0 0,2 3 0 0,-1 0 0 0,-1 0 794 0,1 3-383 0,-1 6-188 0,1 4 313 62,-2 4-250-62,0 7-116 0,0-2-98 0,-10 6-72 0,1 4 0 0,-2-3 0 0,-1 2-516 0,0 3 211 0,0-5 166 0</inkml:trace>
  <inkml:trace contextRef="#ctx0" brushRef="#br0" timeOffset="7891.89">14491 4623 1165 0,'0'-12'0'0,"0"0"0"0,2 0 0 0,5 7 0 0,3-2 0 0,4 3 113 0,6 0-39 0,5 3 10 0,1 1 177 15,4 0-112-15,0 6-57 0,1 8-28 0,-2 2 33 16,1 5-21-16,-10-1-10 0,-6 8-94 16,-4 0 32-16,-9 3-1 15,-1 3 33-15,0 4-23 0,-16-2-10 0,-8 0 33 16,-8 3 0-16,-2 0 83 0,-4 0-42 0,-3 2 9 15,5-7 232-15,3-7-141 16,4 1-71-16,5-5 273 0,7-5-172 0,2 2-89 0,13-11-118 0,2-4 0 0,8-5 0 0,17 0 0 16,6 0 0-16,6 0 0 15,4-9 0-15,0-2 0 0,1-3 0 16,1 2-28-16,-1 0-201 0,5 0 141 0,-13 3-361 0,-3 1 229 16,-6 1 35-1,-6 1-625-15,-5 3 387 16,-4 1 184-16</inkml:trace>
  <inkml:trace contextRef="#ctx0" brushRef="#br0" timeOffset="8065.01">14482 4886 1223 0,'-20'0'0'0,"4"0"0"0,5 0 0 0,2 0 0 0,3 0 0 0,6 0 0 0,0 0 0 0,15 3 0 15,5 4 0-15,8 1 1159 0,5 1-552 0,-2-3-290 16,4 3-239-16,3-1 0 31,0-2-42-31,1 2-336 0,4 2 177 0,-5-3 75 0,-2 3 42 16,0-3-931-16,-2 0 476 0</inkml:trace>
  <inkml:trace contextRef="#ctx0" brushRef="#br0" timeOffset="8200.62">15106 5002 1745 0,'0'1'0'0,"0"0"0"0,0 2 0 0,0-2 0 0,0 2 0 0,0-1 0 16,0 2 0-16,0-1 0 0,2 3 301 15,3 0-123-15,1 0-76 0,2 2-459 0,4-2 196 0,-1 1 98 0,3 0 48 0,0 0-707 0</inkml:trace>
  <inkml:trace contextRef="#ctx0" brushRef="#br0" timeOffset="8390.14">15376 4858 2102 0,'0'-17'0'16,"0"0"0"-1,0-1 0-15,1 7 0 0,-1 7 0 0,3 1 0 16,-3 3 0-16,0 0 283 0,0 14-114 0,0 13-71 0,-7 9 656 0,-5 7-359 16,-5 10-265-16,-2 11-130 0,-8 10 0 0,2-3 0 0,-1 6 0 0,-4 8 0 15,-2 4 0-15,0 6 0 47,-5 4 0-47,4-15-491 0,0-4 15 0,-2 0 255 16</inkml:trace>
  <inkml:trace contextRef="#ctx0" brushRef="#br0" timeOffset="9371.37">17766 4864 974 0,'0'-19'0'0,"-2"3"0"0,-1-4 0 0,0 3 0 0,0 0 0 0,0 1 0 0,0 0 254 0,-2 2-108 15,-1-5-45-15,1 5-37 0,-1 3 81 0,0 1-54 0,-1 2-27 0,-2 3 50 32,-2 3-29-1,0 2-9-31,-6 6-48 16,0 13 10-16,-2 11-1 0,-4 9 9 0,1 6 38 0,3 4 0 0,-1 3-47 0,3 0 0 0,3 0 109 0,0 3-45 0,6-11-37 0,4-5 0 0,4-4 8 31,0-3-1-31,1-9-33 0,10-1-79 0,3-15 34 0,4-6 1 0,2-1-132 0,1-5 87 0,-1-14 44 15,2-6 9-15,-1-9-127 0,-3-3 72 0,-2-3 9 16,1-1 27-16,-1-5-325 0,2-8 152 0,-7 6 46 0,3-5 54 0,-6-7-39 0,1-6 45 16,-4-4 1 15,3-15 76-31,-5 10 10 0,-2 1-41 0,1 7 189 0,-2 5-94 0,0 17-47 0,0 4-33 0,0 30 180 16,0 8-67-16,0 3-57 0,0 12-28 0,0 14 474 0,-3 13-190 0</inkml:trace>
  <inkml:trace contextRef="#ctx0" brushRef="#br0" timeOffset="9751.59">17778 4325 2877 0,'0'54'98'0,"0"3"215"0,0 4-138 0,0 3-68 0,2 12 148 0,4-14-149 0,-1 2-106 0,3-3 0 0,1-1 0 0,0-1 0 0,2 6 0 0,3-19-22 0,-1-5-60 0,2-7 60 0,-1-8 30 0,3-7-722 0,-1-2 303 0,-1-17 202 0,0 0-4 0,0-15-544 0</inkml:trace>
  <inkml:trace contextRef="#ctx0" brushRef="#br0" timeOffset="9806.44">18067 4577 2363 0,'0'-10'0'0,"-3"2"0"0,-1 1 0 0,1 3 0 0,3 1 0 0,0 1 0 0,2 2 0 0,10 0 0 0,7 0 331 0,4 2-137 0,-1 5-83 0,3 0 23 0,2 0-48 0,1-1-25 0,0 4 1 0,2 1-104 0,-6 3 34 0,-2 0 1 0,-5 6 44 0,-6 3-251 0,-9 6 126 0,2 8 72 0,-4-1 14 0,-18 4 1 0,-7 4 2 0,-5 2 339 0,-4 0-182 0,-5 3-64 0,4-8-50 0,4-5 249 0,3-2-293 0,5-8 0 0,8-4 0 0,2 1 0 0,13-12 0 0,0-3 0 0,13-4 0 0,12-4 0 0,7 0 0 0,8 0 0 0,-1 0 0 0,3-12 0 0,2 1 0 0,-2-3 0 0,-3 1-23 0,6 2-74 0,-13 2-17 0,-4 1-608 0,-4 4 342 0,-5-1 171 0,-4 5 85 0,-3 0-552 0,-9 0 324 0,-3 0 157 0</inkml:trace>
  <inkml:trace contextRef="#ctx0" brushRef="#br0" timeOffset="9841.66">18121 4864 2618 0,'-23'-6'0'0,"0"1"0"0,12 5 0 0,3 0 0 0,6 0 0 0,2 0 0 0,0 0 0 0,2 0 501 0,13 0-236 0,6 3-114 0,3 5 245 0,3-1-396 0,2 2 0 0,4 0 0 0,-3 0 0 0,2 1 0 0,0-2 0 16,-1 1 0-16,2-1-461 0,3 2 59 0,-5-4 214 0,0-1-401 0</inkml:trace>
  <inkml:trace contextRef="#ctx0" brushRef="#br0" timeOffset="9942.65">18814 4730 2658 0,'-10'-1'0'16,"0"-5"0"-16,6 5 0 0,4-1 0 0,0 2 0 0,0 0 0 0,8 0 0 0,8 0 0 0,5 0 475 16,4 0-221-16,3 0-108 0,3 0-56 0,3 0-589 0,-1 2 262 0,-2-1 137 0,2 2-992 0</inkml:trace>
  <inkml:trace contextRef="#ctx0" brushRef="#br0" timeOffset="10084.87">18955 4957 1465 0,'-16'3'0'16,"1"3"0"-16,5-5 0 0,4 3 0 0,0 0 0 0,6-2 67 0,1-1 1 0,15-1-33 0,9 0 670 16,8 0-336-16,3 0-157 0,2 0-93 0,0 0-381 15,-1 0 149-15,1 0 74 0,0 0-872 0</inkml:trace>
  <inkml:trace contextRef="#ctx0" brushRef="#br0" timeOffset="10735.07">19687 4459 1692 0,'-12'-3'0'0,"4"-3"0"0,0 2 0 15,5 1 0-15,-1 2 0 0,4 0 0 0,0 1 0 0,4 0 0 0,7 0 214 0,6 5-88 0,3 3-45 0,5 4-2 16,-2-3-10-16,1 2-32 15,1 3 0-15,-2-2-98 0,0 5 49 0,-1 2 34 0,-9-1-86 0,0 2 51 16,-6 5 25-16,-4 6 0 0,-3 5-136 0,-12 6 87 16,-12 1-5-16,-8 0-34 0,-6 1 13 0,-4 1 30 0,-1-4-22 0</inkml:trace>
  <inkml:trace contextRef="#ctx0" brushRef="#br0" timeOffset="10920.73">19667 4978 1975 0,'-39'30'79'0,"3"-4"-44"0,5-5 0 0,8-6 300 0,9-6-147 0,2 4-77 0,12-12-19 0,2 2 59 0,12-3-58 0,11 3-27 0,5-3 14 0,6 0 9 0,2 0-52 0,1 0-102 0,0 0 50 0,2 0 27 0,1-3-1 0,2 0-342 0,-10 1 179 0,-3-2 63 0,-4 1 57 0,-3-2-587 0,-5 4 265 0,0-4 149 0,-10 5-360 0,-6-3 264 0,-3 0 132 0</inkml:trace>
  <inkml:trace contextRef="#ctx0" brushRef="#br0" timeOffset="10962.62">19572 4830 780 0,'-25'-9'0'0,"2"1"0"16,5 4 0-16,3 1 0 0,12 2 0 0,1-2 550 0,2 3-256 0,2 0-129 0,9 0-55 0,8 3 348 0,8 1-211 0,1 0-105 0,3 4-53 0,1-3 183 0,4 5-108 0,-5-5-68 0,0 1-412 0,0 0 176 0,0-1 89 0,-2 2 44 0,5-1-748 0,-6 1 391 0,-2-1 201 0,-1-2-382 0</inkml:trace>
  <inkml:trace contextRef="#ctx0" brushRef="#br0" timeOffset="11073.33">19997 4889 1024 0,'0'0'0'0,"-2"0"0"0,2 0 0 0,0 0 0 0,0-1 0 0,0-1 0 0,3 0 471 0,7 2-216 0,4 0-110 0,0 0-53 0,5 0 195 0,0 4-117 0,0 6-72 0,0 0-25 0,-1 2-1 0,-3 4-37 0,-4 0-102 0,-3 6 60 0,-6-1 17 16,-2 2 0-16,-4 2-19 0,-10-1 0 0,-7 0 45 0,-4 2 10 0,-3-8-124 15,-2-3 58-15,0 0-12 16,-1-7 27-16,3-2-260 0,0-1 128 0,8-5 36 0,3-2-305 16,7-10 185-16,9-5 92 0,1-4-340 0,1-4 220 0,19-3 107 15,6-2 52-15</inkml:trace>
  <inkml:trace contextRef="#ctx0" brushRef="#br0" timeOffset="11240.97">20243 4853 1632 0,'11'-5'0'0,"1"0"0"0,-2 3 0 0,-4-1 0 0,-2 3 0 0,0 0 0 15,-4 3 357-15,0 6-159 0,-1 5-82 0,-10 2 563 0,0 2-322 0,-2 3-153 47,4-1-89-47,-1 0 158 0,1-1-273 0,5 1 0 0,0 0 0 0,4 3 0 0,0-5 0 16,2 1 0-16,9-5 0 0,8 1 0 0,2-1 0 0,7-2 0 0,3-7-359 0,1-2 43 16,4-3 171-16,-2 0-756 0,0 0 431 0,4 0 208 15,-9 0 118-15</inkml:trace>
  <inkml:trace contextRef="#ctx0" brushRef="#br0" timeOffset="11858.13">20762 4930 889 0,'0'-11'0'0,"0"-2"0"16,0 2 0-16,-1-4 0 0,-4 2 0 0,0-1 0 0,-2 2 354 0,-1-4-160 0,-2 3-79 0,-2-4-30 0,-1 4 61 0,-2 4-56 16,-3 0-26-1,-1 4 158-15,-5 5-94 0,1 0-36 0,-1 2 106 0,3 15-81 16,-2 5-40-16,7 4-1 0,-1 6 33 0,2 5-28 16,9-4-9-16,3 2-36 0,3-2 36 0,0 0 1 0,3-3-37 0,7 2 9 0,2-9-104 0,7-4 47 15,1-4 25-15,2-4-90 0,1-5 56 16,2-4 38-16,0-2-255 0,-3-5 126 0,0-11 35 15,-2-4 39-15,0-4-138 0,1-5 55 0,-6 0 23 32,-1-7 33-17,0 2-15-15,-3-8 44 16,-2-1 0-16,5-5-9 0,-7 2-23 0,-1-6-1 47,-1-3 33-32,-1-3-29-15,-2-1 0 0,2-8 20 0,-2 16-13 16,-1 6 22-16,-1 8 0 0,0 8 0 0,-3 12 255 16,-6 0-135-16,1 15-45 0,-1 2-34 0,-1 5 475 0,0 9-235 0,0 10-90 0,-2 4-63 47,4 6 263-16,2 4-159 0,1 8-80-31,0 4 233 0,2 13-349 0,1-5 0 0,2 2 0 0,0 2 0 0,0-2 0 0,0 0 0 0,4 9 0 0,5-14 0 0,1-8 0 16,2-2 0 31,2-7 0-47,-2-6 0 0,0-1 0 0,0-15 0 0,0-9-480 0,-2-7 166 0,-1 0 79 0,2-1-393 0,0-13 286 0,-3-2 158 0,2-2-190 0,-2-2 168 0</inkml:trace>
  <inkml:trace contextRef="#ctx0" brushRef="#br0" timeOffset="12297.16">21104 4678 1483 0,'0'-5'0'0,"-2"-4"0"0,2 2 0 0,0 2 0 0,2-1 0 0,3 1 0 0,8 1 373 0,3 1-160 15,2 2-94-15,4 1-41 0,2 0 380 0,2 4-211 16,1 8-107-16,0 5 93 0,-3 1-104 16,-4 3-46-16,-3 3-91 0,-3 1 44 15,-4 2-1-15,-4 3 9 0,-4-5-153 0,-2 4 73 16,-8-2 35-16,-11 1 0 0,-6 6-93 0,-2-10 60 0,-6 0 34 0,0-4-23 16,-5-1-40-16,2-6-6 15,-4 1 34-15,4-7-150 0,2-3 82 16,2-4 19-16,5 0-265 15,6 0 157-15,1-9 69 0,15-6 49 0,5-6-382 16,2-5 210-16,15-5 105 0,13-7 54 0,5-6-444 0</inkml:trace>
  <inkml:trace contextRef="#ctx0" brushRef="#br0" timeOffset="12634.3">21490 4566 1147 0,'11'-9'0'0,"-2"7"0"0,-7-1 0 0,2 3 0 0,-4 0 0 0,0 3 0 0,-6 9 771 0,-10 5-373 0,-3 3-181 16,-2 6-91-16,1-1 273 15,0 4-182-15,1 4-82 0,2-4 378 0,6 3-505 16,3 1-8-16,5-1 0 16,3 3 0-16,0 3 0 0,6-9 0 0,13 0 0 0,6-5-143 0,5-2 70 0,4-7 55 0,6 2-810 0,-6-10 419 15,2-5 77-15,0-2 148 16,-4 0-580-16</inkml:trace>
  <inkml:trace contextRef="#ctx0" brushRef="#br0" timeOffset="12923.57">21677 4774 1689 0,'-5'0'0'0,"-1"0"0"0,5-1 0 0,1-2 0 0,0-1 0 0,1 1 0 0,16-1 0 0,4 3 0 0,8 0 503 0,4-2-235 0,2 2-116 0,2-1-50 0,2 2-244 0,-2 0 89 0,1 0 44 0,-3 0 21 0,-5 0-568 0,-1 0 305 0,-10 0 138 0,-7 0-626 0</inkml:trace>
  <inkml:trace contextRef="#ctx0" brushRef="#br0" timeOffset="12965.16">21838 4531 1370 0,'-1'-4'0'0,"-5"1"0"0,1 3 0 0,2 0 0 0,2 0 0 0,1 7 0 0,0 17 553 0,0 5-259 0,1 10-130 0,2 6-55 0,2 7 367 0,0 6-221 0,-3 5-110 0,2 2-55 0,-3 0-313 0,-1 1 138 0,0-12 56 0,0-4-933 0,0-7 498 0</inkml:trace>
  <inkml:trace contextRef="#ctx0" brushRef="#br0" timeOffset="13282.19">22279 4543 992 0,'20'-23'0'0,"3"-1"0"0,2 8 0 0,6 6 0 0,3 0 0 0,5 0 0 0,5 3 0 0,-9 6 0 0,-1 1 68 0,-5 1-33 0,-1 15 0 0,-8 2 430 0,1 5-207 0,-14 1-115 0,-5 7-54 0,-2 4 15 0,-12 5-34 47,-10 3 0-47,-3 4 45 15,-5-4-45-15,-1-1 1 0,-2 0-36 0,-1-3 201 0,2 0-100 0,1-1-42 0,8-10 222 0,6-4-141 0,6-7-70 0,6-3-35 0,5-1 105 0,0 1-171 0,4-12-4 0,16 1 0 0,4-3 0 0,7 0 0 0,1-5 0 0,5-1 0 16,-7-2-5-16,-2-1-5 47,-3 2 23-32,-1-1-699-15,-4 5 347 0,-1-4 105 0,-7 2-563 0,-4 3 380 0,-2 1 192 0,-4-3 94 0</inkml:trace>
  <inkml:trace contextRef="#ctx0" brushRef="#br0" timeOffset="13421.56">22342 4809 1325 0,'-26'-12'0'0,"4"3"0"0,6 3 0 0,3 2 0 0,8 1 0 0,5 3 0 0,0 0 605 47,7 0-285-47,12 0-143 0,6 7 119 0,2 2-135 0,5-1-63 0,1 4-32 0,1-2 175 0,4 5-94 0,-7-3-60 0,3 1-634 0,-7 0 291 0,4 2 146 0,-1-2 72 0,2 3-836 0</inkml:trace>
  <inkml:trace contextRef="#ctx0" brushRef="#br0" timeOffset="13573.94">22805 4895 2569 0,'-7'-3'0'0,"3"0"0"0,1 2 0 0,1-1 0 0,1 2 0 0,1 0 0 0,0 0 0 0,1 3 0 0,10 6 318 0,3 1-141 0,2 1-71 0,1 0-140 0,2 2 44 0,-1-2-10 16,0 1-499-16,-1-3 268 0,0 1 133 0,-4-2 66 0,5 1-737 0,-4-4 382 15,-3-1 192-15</inkml:trace>
  <inkml:trace contextRef="#ctx0" brushRef="#br0" timeOffset="13730.86">23059 4821 1398 0,'0'-15'0'0,"0"0"0"0,0 2 0 0,0 2 0 0,0 2 0 0,0 5 0 0,0 4 0 0,-2 0 0 0,-2 10 597 0,-2 10-272 31,-1 8-150-31,-1 7 352 0,-2 6-246 0,-4 4-123 0,2 6-61 0,-4 3 109 0,-1 0-90 16,1-2-65-16,-4 3-67 15,-1 0 13-15,-1 3 0 0,-2 3 25 0,3-13-418 0,6-6 204 16,-1-6 114-16,4-3 57 0,4-11-825 0,-2-2 415 0,8-15 135 16</inkml:trace>
  <inkml:trace contextRef="#ctx0" brushRef="#br0" timeOffset="14176.15">23502 4960 1445 0,'10'-27'0'0,"0"0"0"0,1 1 0 0,1-4 0 0,4-7 0 0,-8 8 175 0,1-2-69 0,-5 1-36 0,0 0-1 15,-3 5 353-15,-1-1-184 0,0 14-107 0,-13 1 22 0,-3 10-60 16,-6 1-28-1,0 5-1-15,-8 14 69 0,4 10-53 0,-2 5-23 0,4 4 212 16,3 4-117-16,2 2-58 0,0 5-21 0,7-7-31 0,7-1-42 16,2-2 0-16,3-5 0 0,0 5 0 15,0-13 0 1,11-4 0-16,2-2 0 0,7-11 0 16,2-5 0-16,3-3 0 0,1-1 0 0,-1-14 0 0,1-13 0 0,1 0-431 0,-5-6 180 15,4-3 110-15,-6-4 23 0,-1-1-121 0,-6-5 102 16,4-4 51-16,-3-3 26 0,1-12-20 15,-6 6 9-15,1-6 37 0,0 0-10 0,-1 1 9 0,-1 6 0 16,-1 0-8-16,-4 24 179 0,-1 12-86 16,-2 8-42-16,0 11 429 0,-2 3-204 15,-6 0-126-15,4 11-9 0,-4 11 293 0,1 10-178 0,0 5-89 0,3 4-116 16,-2 6-8-16,2-2 0 16,2 2 0-16,1 3 0 0,1-1 0 0,0-1 0 15,0 6 0-15,0-11 0 0,5 0 0 16,9-4 0-16,1-3 0 0,2-2 0 0,2 0-34 0,0-12 27 15,-2-5-1116-15,2-6 545 0,-2-4 271 16</inkml:trace>
  <inkml:trace contextRef="#ctx0" brushRef="#br0" timeOffset="14329.53">24063 4678 3049 0,'0'-16'0'0,"0"3"0"0,0 1 0 0,0 0 0 0,0 5 0 0,0 2 0 0,0 3 0 0,0 1 0 0,0 1 539 0,1 0-243 15,7 8-249-15,0 5-47 0,5 3 0 0,0 3 0 0,1 3 0 16,2 0 0-16,-1 0 0 0,-1-1 0 0,-2-1-113 0,3-1-126 16,-4 0 138-16,0 0 76 0,-1-4-1181 0,-2-4 586 15,3 0 292-15</inkml:trace>
  <inkml:trace contextRef="#ctx0" brushRef="#br0" timeOffset="14560.52">24444 4486 2153 0,'7'-15'0'0,"-2"4"0"0,0 3 0 0,-3 2 0 0,3 6 0 0,-4 0 0 0,-1 13 0 0,0 14 594 16,-9 12-280-16,-10 13-140 0,-6 8 408 0,-4 13-468 31,1-5-114 16,-3 7 0-32,-3 9 0 1,-5 11 0-16,1 6 0 0,-6 13 0 0,8-19 0 0,-1-3 0 0,0-3 0 0,-2-5-831 0,0 1 308 0,-7 9 288 16,8-18 13-16</inkml:trace>
  <inkml:trace contextRef="#ctx0" brushRef="#br0" timeOffset="14700.87">24686 5542 2509 0,'-19'0'0'0,"7"0"0"0,12 0 0 0,15 0 0 0,2 0 0 0,-3 0-621 0,-6-9 293 0,-3 3 148 0</inkml:trace>
  <inkml:trace contextRef="#ctx0" brushRef="#br0" timeOffset="24838.32">7761 6132 1572 0,'-10'-4'0'0,"2"-4"0"0,1 4 0 0,2-1 0 0,-2 2 180 0,2-1-62 0,4 2-46 0,1 1 1 0,0-1 389 31,0 2-213-31,1 0-106 0,7 0 105 0,1 0-110 32,2 0-51-32,0 3-25 0,1 6-133 0,-3 0 54 0,3 3 36 0,-4 1-460 0,1 2 238 31,-4-1 120-31,2 3 60 0,-1 1-346 0,-2 2 129 0,-3-3 119 0</inkml:trace>
  <inkml:trace contextRef="#ctx0" brushRef="#br0" timeOffset="24991.54">7707 6452 1773 0,'-7'5'0'16,"-1"-3"0"-16,3 2 0 0,0 2 0 0,0-5 0 0,3 4 0 0,2 2 0 0,0-3 302 0,0 3-132 0,0 0-46 0,5-2-43 0,6 4 9 62,0-1-54-62,2 2-572 0,3-1 287 0,0 2 142 0,-2 0 72 0,2 4-728 0</inkml:trace>
  <inkml:trace contextRef="#ctx0" brushRef="#br0" timeOffset="25155.2">7733 6828 1515 0,'-20'13'0'0,"7"0"0"0,1-3 0 0,4 1 0 0,3-5 0 0,2-2 0 0,-1-1 599 0,4-3-285 0,0 0-139 0,5 0-70 0,9-7 132 0,4-9-100 0,4-4-41 0,2-5-6 0,0-2-27 0,3 0 1 0,1-1-28 0,-3 0-567 0,5-3 293 0,-8 9 132 0,-1 0-772 0,1-4 440 0</inkml:trace>
  <inkml:trace contextRef="#ctx0" brushRef="#br0" timeOffset="25318.37">7982 6316 1476 0,'0'0'0'0,"-7"0"0"0,3-1 0 0,0 0 0 0,3-3 0 0,1 3 0 0,0 1 818 16,5 0-382-16,10 0-204 0,3 0 171 0,4 0-183 0,3 0-92 0,2 0-46 0,2 0-29 0,-1 0-17 0,0 0 1 0,0 0-604 0,-3 0 302 0,-1 5 150 15,3-1 86 1,-8-1-701-16,-4 0 383 0,-2 1 191 0,-2-1-59 0,-6-3-452 16</inkml:trace>
  <inkml:trace contextRef="#ctx0" brushRef="#br0" timeOffset="25788.43">8165 6119 1727 0,'-8'-6'0'0,"3"2"0"16,-2 0 0-16,4 3 0 0,-1-1 0 0,4 2 0 0,0 0 0 0,0 7 0 0,2 6 271 0,3 5-117 0,5-1 70 0,-3 4-85 0,2 4-55 0,-6-1-24 0,2 5 19 15,-2 0-42 1,-2 7 8-16,-1-4-8 0,0 1-89 31,-9-2 45-31,-3 4-1 0,-5-6 45 0,-2 2 53 0,-1-9-9 0,-2-3-45 0,3-4 1 0,-1-5-1 0,6-3 1 0,1-2 142 16,4-5-76 0,6 0-33-16,3 0 0 0,0 0 88 0,5 0-60 0,9 0-22 0,4-3-43 15,6-3-46-15,-2 3 8 0,4-2 0 16,-1 2 28-16,1 1-204 0,-1-2 97 0,-6 3 54 15,-1-1-310-15,-2 0 148 0,-3 2 93 0,0 0-63 16,-8 0 67-16,-2 0 29 0,-3 7 0 0,0 2 131 16,-3 6-51-16,-10-1-34 15,-2 3 9-15,-5 2 305 0,-3 2-165 0,4 0-66 16,-3-1-47-16,2 1 455 0,4-4-228 0,4 0-192 0,0-4-51 0,5 1 0 16,-2-5 0-16,4 3 0 0,5-7 0 0,0-2 0 15,2-1 0-15,10-2 0 0,2 0 0 0,5-2 0 16,4-8 0-16,-2-1 0 15,0 1 0-15,3-1 0 0,-2 2 0 0,4 1 0 16,-6 4 0-16,-2-1-99 0,-3 2 110 0,0 3-62 16,-2 0 20-1,2 0-36-15,-7 3 199 0,-1 4-77 0,-1 3-40 0,-4 2 20 0,1 0-35 0,-3 0 0 16,0-3 0-16,0 1 0 31,0 1 0-31,-3-2 0 0,-1 0 0 0,-2-2 0 0,3-2 0 0,-2-2 0 16,3 0-619-16,-2-2 265 0,1-1 144 0,3 0-572 31,0 0 372-31,0-1 187 0</inkml:trace>
  <inkml:trace contextRef="#ctx0" brushRef="#br0" timeOffset="25967.69">8721 6341 2802 0,'0'0'0'0,"0"0"0"0,-1 0 0 0,-1 0 0 0,2 0 0 0,0 0 0 0,0-2 0 0,0 1 515 0,3-1-230 0,9 0 44 16,2 2-329-16,5-1 0 0,1-1 0 0,3 2 0 16,1 0-41-16,4 0-20 0,-3 0 49 15,2 0-855-15,-1 0 452 0,-2 2 226 0,1 4 122 16</inkml:trace>
  <inkml:trace contextRef="#ctx0" brushRef="#br0" timeOffset="26125.46">8768 6653 3104 0,'-15'8'0'0,"3"-1"0"0,3-1 0 0,3-1 0 0,3-2 0 0,3 0 0 0,0-2 0 0,10 1 0 0,10-2 372 0,6 0-168 0,2 0-83 0,6 0 9 16,-4 0-130-16,3 0 0 0,-1 0 0 0,0 0-88 0,-3 0-113 0,8 3 127 0,-11-2 51 16,3 1-773-16,-2-2 416 0,-1 0 208 0,0 0-466 15</inkml:trace>
  <inkml:trace contextRef="#ctx0" brushRef="#br0" timeOffset="26270.97">9433 6280 3431 0,'-5'0'0'0,"0"-2"0"0,1 1 0 0,2-2 0 0,1 2 0 0,1 1 0 0,0 0 0 0,0 0 0 0,1 0 376 0,6 4-252 0,5 4-124 0,-2 2 0 16,2 2-373-16,-1-1 60 0,2 2 174 15</inkml:trace>
  <inkml:trace contextRef="#ctx0" brushRef="#br0" timeOffset="26409.09">9522 6657 2260 0,'-8'4'0'0,"-3"0"0"0,5-1 0 0,2 0 0 0,-1 1 0 0,0-2 270 0,4 0-117 15,-1-2-49-15,2 3 737 0,0-3-538 0,0 0-303 0,0 0 0 0,3 0 0 0,3 0 0 0,1 0 0 0</inkml:trace>
  <inkml:trace contextRef="#ctx0" brushRef="#br0" timeOffset="28265.75">10730 6411 1770 0,'-3'-4'0'15,"-2"1"0"-15,3 0 0 0,-2 2 0 0,0 0 0 0,3 1 0 0,-1 1 0 0,1 12 305 0,1 5-134 0,0 5-67 0,0 5 338 0,0 2-207 0,0 2-99 16,0-1-49-16,0 6 189 0,4 1-120 0,5 3-49 31,0-11-40-31,3 1 8 0,1-5-75 0,2-2 0 0,3-1 0 0,0-12 0 16,-1-4 0-16,2-7 0 0,1 0 0 0,-1-7 0 15,3-12 0-15,-2-10 0 0,-3-5 0 0,2-2 0 16,-1-3 0 0,-2-4-50-1,1-3-56-15,-4 2 32 0,-1 2-128 0,0-3 81 0,-4 2 49 0,1 1 8 0,1-4-27 16,-7 15 22 0,-1 8 0-16,-2 6 170 0,0 9-69 0,0 5-35 0,0 3-9 0,-7 0 355 0,2 15-180 0,-5 11-72 0,4 8-51 15,-1-2 123-15,3 12-163 31,2-4 0-31,2 3 0 0,0-3 0 0,0 3 0 0,3-2 0 0,7 7 0 0,1-9 0 0,4-1 0 0,1-1 0 16,1-3 0-16,0-5 0 0,2 3 0 0,-1-12 0 47,-5-6 0-47,1-5 0 0,-4-4 0 0,-1-5-370 0,3 0-103 0,-6-2 222 0,1-13-525 0,-2-4 369 16,-1-5 185-16,2-3 92 31,-1-9-478-31</inkml:trace>
  <inkml:trace contextRef="#ctx0" brushRef="#br0" timeOffset="28369.28">11292 6389 963 0,'0'-3'0'0,"-3"-2"0"0,0 3 0 0,1-3 0 0,1 4 626 0,1-2-294 0,0 3-148 0,0 0 107 0,4 0-127 0,9 0-54 15,3 0-41-15,-1 0 408 0,6 0-220 0,-1 0-109 16,-1 0-56-16,4 0-202 0,-2 0 70 0,0 0 38 16,1 0-797-16,-4 3 419 15,0 1 208-15,0 3-854 0</inkml:trace>
  <inkml:trace contextRef="#ctx0" brushRef="#br0" timeOffset="28518.56">11389 6616 1947 0,'-11'4'-1'15,"-1"0"0"-15,1 3 1 0,4-3 0 0,2-1 0 0,4-1 0 0,1 2 0 0,0-1 0 0,5-1 0 0,7-1 0 0,7 1 0 0,0-2 0 0,4 0 0 0,2 0 0 0,1 0 989 0,-1 0-480 16,0 0-236-16,-2 0-1046 0,1 0 404 0,-1 0 204 0,2 0-808 0</inkml:trace>
  <inkml:trace contextRef="#ctx0" brushRef="#br0" timeOffset="28707.24">11905 6048 1450 0,'0'0'0'0,"1"0"0"0,2 0 0 0,-2-2 0 0,3 2 312 0,2 0-138 0,-1 0-68 0,3 0 615 0,0 4-342 16,4 6-162-16,-3-2-206 0,5 3-1 0,-3 1 27 0,2 2-1 16,0 0-618-16,2 0 318 0,-3-1 145 15,-1 1 78-15,1 0-852 0,-1-3 428 0</inkml:trace>
  <inkml:trace contextRef="#ctx0" brushRef="#br0" timeOffset="28887.08">12240 5938 1886 0,'0'-6'0'0,"0"3"0"0,0 1 0 0,0 2 0 0,0 0 0 0,0 0 0 0,0 9 273 15,0 8-110-15,0 3 517 0,0 5-322 0,-2 7-161 0,-2 2-80 0,-6 6 140 32,-2 8-257-32,-1 0 0 0,-6 1 0 0,2 2 0 0,-3-1 0 15,-2 4 0-15,4-13 0 0,-2-2-442 0,2-6 121 0,4-4 179 0,1-9-470 16,1-1 186-16</inkml:trace>
  <inkml:trace contextRef="#ctx0" brushRef="#br0" timeOffset="29086.98">11739 6606 2487 0,'-22'5'0'0,"2"1"0"0,2 3 0 0,8-4 0 0,7-1 0 0,3-1 0 0,2-1 0 0,18-2 0 0,9 0 818 0,7 0-396 0,11-2-218 0,2-7-204 0,5-3 0 0,2 1 0 0,5 0 0 0,-8 1 0 0,0 0 0 16,0-1 0-16,0 3 0 0,-5 1-197 0,3-1-173 0,-18 5 198 47,-5 2-418-47,-6-2 306 0,-8 3 9 0,-10 0 123 0</inkml:trace>
  <inkml:trace contextRef="#ctx0" brushRef="#br0" timeOffset="29285.16">11973 6734 1329 0,'-19'0'0'0,"2"0"0"0,3 0 0 0,8 0 0 0,2 0 0 0,4 0 0 0,0 0 537 0,5 0-242 0,10 4-133 0,3 3-63 16,3 0 333-16,-1 7-198 16,0-2-99-16,1 8 188 0,-5-1-148 0,-2 1-69 0,-3 6-35 15,-3-1-38-15,-6 4-33 0,-1 2 0 0,-1-2 0 16,-6-2 0 0,-10 0 0-16,-6-5 0 0,-1-1 0 0,-5 2 0 0,0-13 0 15,0-2 0-15,-1-8 0 0,1 0 0 0,4 0 0 16,-3-4-625-16,10-9 247 0,6-5 174 0,8-3-526 15,3-3 347-15,0-4 173 0,7-2 78 0</inkml:trace>
  <inkml:trace contextRef="#ctx0" brushRef="#br0" timeOffset="29474.47">12269 6679 2343 0,'4'-2'0'0,"-1"-1"0"0,-2-1 0 0,2 2 0 0,-3 1 0 0,0 1-1 0,-4 0 0 0,-8 7 593 0,2 4-269 0,-4 3-150 0,-1 7-69 0,2-1 294 0,2 2-398 15,1 2 0-15,1 5 0 0,6-3 0 16,3 1 0 0,0 2 0-16,10-2 0 0,9 5 0 0,7-11 0 31,4-1 0-31,6-6 0 0,6-1 0 0,5-8 0 0,1-2 0 0,-5-3-231 16,1 0 85-16</inkml:trace>
  <inkml:trace contextRef="#ctx0" brushRef="#br0" timeOffset="30804.98">13810 6421 998 0,'-11'0'0'0,"1"-4"0"0,-2 0 0 0,6 2 0 0,-3-2 0 0,4 1 0 0,2 0 0 0,2 2 372 0,-1-2-158 0,2 1-93 16,3 0-42-16,12 2 161 0,4-1-101 16,3-1-42-16,6 2 13 0,3 0-36 0,4-1-1 0,3 1-36 0,-3 0 11 0,7 0-2 15,-9 0-10-15,-4 0-90 0,-1 1 45 0,-3 8 0 16,-6 3 46-16,-1 5-89 0,-16 4 40 15,-2 5 24-15,-6 6 1 0,-17 2 93 16,-6 4-52-16,-9 7-30 0,-2-2 184 0,-3-1-90 0,2-1-52 0,3-3 1 16,3-1 401-1,0 2-258 1,11-11-210-16,8-3 0 0,7-6 0 0,8-2 0 0,1-5 0 0,7 2 0 0,14-7 0 0,8-2 0 0,4-4 0 16,5 1 0-16,0-2 0 0,8 0 0 15,-8 0 0-15,1 0 0 0,-3 0 0 0,0 0 0 16,-5-2 0-16,2 1 0 0,-11-1 0 0,-4 1-444 15,-5-1 77-15,-5 0 166 0,-1 2 82 0,-5 0-549 16,-2 0 320-16,0 0 155 16,-11 0 79-16</inkml:trace>
  <inkml:trace contextRef="#ctx0" brushRef="#br0" timeOffset="31024.91">13812 6657 1914 0,'-16'-5'0'0,"4"2"0"0,2 1 0 0,6 0 0 0,-1 1 0 0,5 1 268 0,0 0-121 16,14 0-55-16,9 3 552 0,5 3-303 0,5-1-152 16,3 2-67-16,-2-2 92 15,4 2-214-15,2-2 0 0,-1 4 0 0,-1-4-148 78,8 3-95-78,-7-1 135 0,-1 2-949 0,-1-2 547 0</inkml:trace>
  <inkml:trace contextRef="#ctx0" brushRef="#br0" timeOffset="31126.8">14510 6523 1858 0,'-2'0'0'0,"-1"0"0"0,0 0 0 0,0 0 0 0,3 0 0 0,0 0 0 0,0 0 749 0,11 0-356 0,7 2-179 16,4-2-89-16,5 0-11 0,6 0-30 0,-1 0-10 15,4 0-719-15,0 0 341 0,0 0 170 0,1 0 85 0</inkml:trace>
  <inkml:trace contextRef="#ctx0" brushRef="#br0" timeOffset="31284.37">14670 6718 2509 0,'-18'3'0'0,"-3"0"0"0,9 2 0 0,5-1 0 0,1-1 0 0,6-1 0 0,0 0 452 0,6 0-200 0,13-2-112 0,5 0 123 0,2 0-114 0,5 0-57 0,0 0-28 16,4 0-202-1,-4 0 82-15,0 0 46 0,-1 0-1054 0</inkml:trace>
  <inkml:trace contextRef="#ctx0" brushRef="#br0" timeOffset="31943.57">15469 6553 1020 0,'0'-12'0'0,"0"0"0"0,-1-2 0 0,-5-1 0 0,1 1 0 0,0-3 0 0,-1 0 0 0,0 2 342 16,-3 0-153-16,-1 2-77 0,1-1 75 0,-4 1-66 16,-2 6-48-16,-1 5 1 15,-1 2 55-15,-5 0-46 0,-1 13-24 0,-3 12 9 0,2 5 30 0,1 9-31 16,1 4 0-16,5 4 12 0,3 0-1 15,3 4-33-15,9-9 78 32,2-2-44-32,0-6 1 0,11-3-44 0,6-5-27 0,5 1 9 0,3-18 18 0,2-4 0 0,1-5-111 0,0 0 55 0,0-14 28 0,1-8 10 47,-4-4-172-47,-4-4 90 0,-1-3 23 0,-4-4-160 0,-1-1 84 0,1-6 51 0,-4 3 3 0,-5 3 0 15,-1 1 0-15,-3 3 32 0,-2-2 97 0,-1 15-45 0,0 6-11 16,-4 3-44 15,-3 12 251-31,-5 0-116 16,1 0-48-16,1 18-31 0,1 5 141 0,2 6-75 0,0 2-11 0,4 2-33 0,1 4 11 0,2-6-21 0,0 1 11 0,0-5-68 0</inkml:trace>
  <inkml:trace contextRef="#ctx0" brushRef="#br0" timeOffset="32172.13">15452 6692 3321 0,'4'23'7'0,"4"2"-151"0,1-8 81 0,0-5 28 0,1-6 26 0,0-4-49 0,2-2 30 0,0-2-7 0,0-14 1 0,-1-7 125 0,1-3-48 0,-1-2-13 0,2-1 37 0,4-2-31 0,-3 5 0 0,2 1-18 0,1 3 36 0,-2 2-7 16,1 3 0-16,1 1 24 0,44 24-120 0,-52 13 41 0,-7 7-5 0,1 1-86 0,-3 5 54 0,0-1 13 0,0-3-24 0,-3 6 16 0,-3-11 3 0,1-4 100 0,0-7-36 0,0-3-9 0,1-5-30 0,0-3 77 0,2-3-35 0,2-13-13 0,0-8-1 0,0-6 92 0,4-4-50 0,6-5-5 0,1 2-4 0,2-3-123 0,2-1 46 0,2 0 18 0,0-1-318 0,2 7 164 0,1 5 81 0,-1 4-479 0,1 6 263 0,1 8 132 0,2-1 56 0,-3 10-254 0,0 3 165 0</inkml:trace>
  <inkml:trace contextRef="#ctx0" brushRef="#br0" timeOffset="32391.96">16310 6507 2192 0,'-2'-14'0'0,"-1"2"0"0,1-5 0 0,-1 2 0 0,0-1 0 0,0 0 0 0,-2-1 0 0,-1 1 0 0,0-2 0 0,0 2 260 0,-2 2-111 0,-1 4-57 0,-2 2 126 0,-2 5-91 0,-6 2-37 0,1 1 3 16,-3 14-28-16,0 8-1 0,-3 10-28 0,-1 2 29 0,3 7 9 16,5 2-38-16,5 1-1 0,3 0 143 0,6-1-72 0,3-3-55 0,0 5-51 15,0-10 0-15,7-4 0 0,7-4 0 0,3-7 0 78,2-3 0-78,1 0 0 0,0-12-394 16,-2-5 119-16,-1 0 145 0,-2 0 41 0,1-10-355 47,-2-3 173-47,0-5 123 0,-2 0 55 0,-2-3-652 0</inkml:trace>
  <inkml:trace contextRef="#ctx0" brushRef="#br0" timeOffset="32822.18">16467 6449 1648 0,'-5'0'0'0,"1"-4"0"0,-1 0 0 0,3 0 0 15,2 0 0-15,0-1 0 0,0 5 603 0,5-3-284 0,12 1-142 16,2 1-71-16,6 0 166 0,3-3-109 0,0 3-69 0,1 1-159 0,1 0 51 0,2 0 24 31,-2 0-227-31,5 0 135 0,-7 0 54 0,-2 0 32 0,-3 0-612 0,-5 0 322 16,-3 1 92-16,-2 3 106 0,-8-3-664 0</inkml:trace>
  <inkml:trace contextRef="#ctx0" brushRef="#br0" timeOffset="33103.87">16693 6193 1537 0,'0'0'0'0,"0"0"0"0,-5 2 0 0,2 6 0 0,-3 9 0 0,1 7 0 0,-1 9 316 0,-2 11-141 0,-6 9 133 0,3 4-141 15,-6 8-66-15,3 0-33 0,0 0-72 0,2-6 40 0,4 1 8 0,4-17-8 16,4-6-362-16,0-9 181 0,4-6 90 0,7-5 45 16,6 2-711-16</inkml:trace>
  <inkml:trace contextRef="#ctx0" brushRef="#br0" timeOffset="33454.16">17016 6581 1526 0,'0'-18'0'0,"0"0"0"0,0-2 0 0,0-1 0 0,0 3 0 0,0 2 0 0,-6-2 0 0,2 6 299 0,-1 0-132 0,-3 0-57 0,0 7-42 0,-3 5 36 0,1 0-34 0,-3 0 0 0,-4 12-35 0,-1 10 57 0,-1 3-33 0,0 5 0 0,1 4 21 0,2 5-22 15,-1-1 0-15,3 3 67 0,6-5-50 0,-1-3 1 0,6-2-41 0,3-2-27 0,-2 0 8 0,2-10 19 0,2-3 0 0,6-7-70 0,5-4 34 0,3-5 1 0,3 0-227 0,1-2 122 0,-1-15 48 0,1-6 38 0,-2 1-332 0,0-3 167 0,2-3 42 0,-6 2-72 0,38-83-86 0,-39 77 256 0,-2 6 9 0,-2-1-1 0,-2 5 58 0,-4 3-29 0,-2 4 0 0,2 1-37 0,-3 7 288 0,0 7-138 0,-3 0-70 0,-6 7 404 0,1 11-213 0,0 5-51 0,-1-1 71 0,3 7-105 0,0-2-54 0,0 2-26 0,3 0 10 0,0 3 9 0,3-8-45 0,0 0-1 0,0-3-280 0,0 0 141 0,0-3 69 0,5-1 44 0,4-4-293 0,1-9 129 0,2 0 89 0,1-4-808 0,-1 0 420 0</inkml:trace>
  <inkml:trace contextRef="#ctx0" brushRef="#br0" timeOffset="33791.03">17275 6411 1410 0,'-3'-2'0'0,"0"-3"0"0,0 2 0 0,1 2 0 0,0 0 0 0,1 1 0 0,1 0 0 0,0 10 428 15,0 4-188-15,0 5-107 0,0 3 65 32,0 4-82-32,0 1-40 0,0 1-1 0,0 2-35 0,-2-2-5 0,2 0 0 0,-4-1 0 31,2-3-42-31,-1-2 1 0,0 2 49 0,0-10-8 0,1-4-40 0,-1-3 0 0,3-4 40 0,-3-3-34 16,1 0 24-16,2-3 6 0,0-11-113 0,0-4 51 0,2-3 11 15,8 0 1 1,0-3-83-16,4 1 52 15,2-1 21-15,1 0 0 0,2 4-52 0,0-1 36 0,2-3 4 0,-1 6 116 0,-2 1-48 16,0 3 0-16,-2 7-53 0,-2-1 256 0,0 4-111 0,-3 4-59 63,-5 2 108-48,-3 15-76-15,-3 7-15 0,0 5-27 16,0 3 178-16,0 0-101 0,-5 2-46 15,2 0-24-15,0-3-191 0,1 0 84 0,2 3 51 0,0-10-9 0,0-3-548 0,2-3 288 16,4-4 110-16,6 1-718 0,0-12 425 0,0-3 208 0</inkml:trace>
  <inkml:trace contextRef="#ctx0" brushRef="#br0" timeOffset="34153.83">17855 6342 1491 0,'-5'0'0'0,"-1"0"0"0,-1 3 0 0,1 0 0 0,0 2 0 0,-2 5 0 0,2 8 0 0,-5 2 606 15,4 7-290-15,2 8-141 0,1 2 79 0,1 4-110 16,3 0-55-16,0 4-19 0,0-7-4 16,2-4 0-16,6-5-32 0,3-5 0 0,3-5-114 15,0 0 66-15,3-11 20 0,1-7-163 0,0-1 95 0,2-1 48 32,-1-13 25-32,3-2-283 0,-4-7 140 0,0-1 10 15,-2-2-96-15,0-2 85 0,0-1 50 0,-2-6 16 16,-2 3-11-16,-2-2 22 0,-1 0 0 0,-1-5 22 0,3-2-40 0,-4 7 8 0,0 1 32 15,-1 5 128 1,-3 4-65 0,-2 8-31-16,1 2-9 0,-1 10 564 0,-1 4-281 15,0 0-102-15,0 15 365 0,-4 9-250 16,-3 6-117 0,-1 5-71-16,3 4 34 0,0 2-131 0,2 5 0 0,3-5 0 0,0 8 0 0,0-4 0 15,0-3 0-15,8 2 0 16,3-1 0-16,6 0 0 15,3 3-593-15,-1-14 237 0,6-3 189 0,1-7 6 0,4-2-892 0</inkml:trace>
  <inkml:trace contextRef="#ctx0" brushRef="#br0" timeOffset="34303.01">18732 6916 2885 0,'0'0'0'0,"0"0"0"15,0 0 0-15,0 0 0 0,3 0 0 0,2 0 0 0,1 0 0 0,-3 0 0 16,2 0-205-16,-2 0 119 0,-2 0 60 0</inkml:trace>
  <inkml:trace contextRef="#ctx0" brushRef="#br0" timeOffset="48996.99">10702 8082 1002 0,'-5'0'0'0,"2"0"0"0,1 0 0 0,-1 0 0 0,0-1 0 0,1-2 0 0,0-1 340 0,-2-1-152 0,3 0-75 16,-1-3-38-16,0-1 103 0,2-3-75 0,-1-3-33 15,-2 1 54-15,3 1-44 0,-3-2 10 0,2 1-53 47,-2 2 54-47,-1 0-27 0,1 3 0 0,-2 3 3 0,-2 0 8 0,-3 5-37 0,3 1-1 0,-5 1 41 0,-2 16 0 0,3 5-40 32,-7 6 8-32,4 6 47 0,1 7-28 0,2 0 1 0,6 1 74 0,1 0-51 0,1 3-17 0,3-5 20 15,1-7-27-15,12-2 0 0,4-9-28 0,2-5-27 16,6-1 37-16,-2-11-33 0,3-5-14 0,-3 0 0 15,0-9 0-15,0-7 0 16,3-5 0-16,-10-8-9 0,0-1-34 0,-2-6 36 0,-1 0-226 0,-4-5 118 31,2-7 39-31,-4 1 36 0,-2 0-196 0,1-9 104 0,-6-3 29 0,2-7-85 0,-1-9 67 16,-1 8 46-16,0 4 0 0,0 4 21 16,-1 8 16-16,-1 11 1 0,-4 6-9 0,1 22 177 15,-2 11-84-15,3 1-42 47,-3 2 377-47,0 19-202 0,1 5-76 0,-1 9 241 0,2 4-139 0,2 6-86 0,2 5-30 0,-1 0-72 0,2 13-18 0,0-10 0 0,0 6 0 0,2-2 0 16,3-1 0-16,4 0 0 0,2 9 0 0,2-15 0 0,1-1 0 0,-1-6 0 15,2-4 0-15,2 3 0 16,-5-16 0-16,1-9 0 0,0-5-349 0,-3-8 28 16,-1-4 96-16,2 0-476 0,-2-9 336 0,-2-14 164 15,4-7 82-15,-2-1-533 0</inkml:trace>
  <inkml:trace contextRef="#ctx0" brushRef="#br0" timeOffset="49315.77">11091 7727 2105 0,'-3'-3'0'0,"-1"-1"0"0,2 2 0 0,2-1 0 0,0 1 0 0,0 1 0 0,9 1 0 0,8 0 380 0,2 0-176 0,3 0 43 15,3 0-105-15,3 0-53 0,1 0-25 0,4 0-92 16,-1 0 28-16,-1 3 1 0,-2 2 36 15,-2 4-167-15,-4 2 84 0,-3 5 51 32,-11 6-10-32,-7 3-11 31,-2 5 27-31,-5 7 0 0,-15 3 54 0,-8 7 6 0,-4-4-109 0,-3 1 461 0,1 0-202 0,-3-6-103 0,4 1-118 0,0 3 0 16,8-13 0-16,8-4 0 15,3-5 0-15,9-2 0 0,4 1 0 0,1-7 0 0,13-5 0 0,10-1 0 16,4-2 0-16,2-2 0 0,3 4 0 0,-2-6 0 0,0 0 0 0,-1 0 0 0,-1 0 0 0,-1-1 0 15,1-1 0-15,-8-3-386 0,-5 1 19 0,-2-2 165 16,-4 1 82-16,-4 3-483 16,1-6 273-16,-4 4 151 0,-2-4 71 0,0-1-489 0</inkml:trace>
  <inkml:trace contextRef="#ctx0" brushRef="#br0" timeOffset="49477.1">11096 7937 2505 0,'-19'-1'0'0,"1"-1"0"0,10 0 0 0,5 2 0 0,3 0 0 0,0 0 379 0,12 6-170 16,10 3-77-16,4 1 574 0,5 2-706 0,4-3 0 0,1 3 0 0,0-2 0 15,5 3 0-15,-3-1 0 0,-2 0 0 0,0-2 0 16,1 1 0-16,-2 2 0 0,4 0-1167 16,-10-2 544-16</inkml:trace>
  <inkml:trace contextRef="#ctx0" brushRef="#br0" timeOffset="55248.13">11901 7854 1910 0,'-11'-2'0'0,"1"0"0"0,2 1 0 0,3 1 0 0,0 0 0 0,2 0 0 0,2 0 0 0,1 0 323 0,0 0-143 0,4 1 110 0,9 3-126 16,5 1-64-16,6-1-23 0,0-2 345 16,3 1-193-16,2-3-96 0,2 0-48 0,0 0-67 15,3 0-18-15,-4 0 0 0,-1 0 0 0,-1-3 0 16,-1 1-75-16,-2-2 44 0,1-3-574 0,-10 0 316 16,-4 2 163-16,-2 1-829 15,-6 1 459-15,-2 1 230 0,-2 2 106 0</inkml:trace>
  <inkml:trace contextRef="#ctx0" brushRef="#br0" timeOffset="55432.32">11972 8107 1162 0,'-13'5'0'0,"3"2"0"0,-2-2 0 0,6 1 0 0,1 0 0 0,2-1 850 0,3 2-411 0,0-2-201 16,10 2-101-16,8-2 579 15,9-2-340-15,4 0-363 0,4-3-13 0,3 0 0 16,1 0 0-16,0 0 0 0,-1-1 0 0,2-4 0 0,-7 0 0 15,-2-1 0-15,-5 2 0 0,-2-2 0 0,-7 2 0 0,0 0-175 16,-11 4-223-16,-2-3 204 16,-4 2-66-16,0-1-596 0</inkml:trace>
  <inkml:trace contextRef="#ctx0" brushRef="#br0" timeOffset="58983.68">13754 7257 647 0,'-14'0'0'0,"2"0"0"0,2 0 0 0,3 0 0 0,-3 0 0 0,2 0 137 0,0 0-41 0,5 0-34 0,0 0 164 0,1 0-94 0,2 0-48 15,0 0-24-15,0 0 61 16,0 0-47-16,0 0 1 0,0 0-38 0,7 0 113 0,2 0-56 0,1 0-19 15,4 1 85-15,-1 0-62 16,2 1-30-16,0 2 76 16,4-1-54-16,1-1-17 0,-1 3-9 0,3-4 48 0,-1 2-38 0,1 0 0 15,0-3-37-15,5 3 52 0,-6-3-9 0,2 0-43 16,1 0 0-16,1 0 74 0,2 0-37 16,1 0 9-16,-4 0 6 0,0 0-26 0,1 0 1 0,-2-3 5 15,2-2-32-15,4 3-3 0,-8-1-34 16,3 1 0-16,0 2 0 0,0-2 0 0,-1-1 0 15,7 3 0-15,-7 0 0 0,2 0 0 0,2 0 0 16,0 0 0-16,5 0 0 0,-4 0 0 0,1 0 0 16,1 3 0-16,1-1 0 0,0-2 0 15,7 0 0-15,-7 2 0 0,3-2 0 0,1 0 0 16,3 0 0-16,-2 0 0 0,7 0 0 0,-9 0 0 16,1 0 0-16,0 0 0 0,1 0 0 0,-2 0 0 15,8 0 0-15,-11 0 0 16,5 0 0-16,0 0 0 0,0 0 0 0,3 0 0 15,6 0 0-15,-8 0 0 0,1 0 0 0,2 0 0 0,-1 0 0 16,0 0 0-16,8 0 0 0,-10 0 0 16,1 0 0-16,1 0 0 0,1 0 0 0,1 0 0 15,7 0 0-15,-9 0 0 0,2 0 0 0,2-2 0 16,-1 2 0-16,1-2 0 16,6-1 0-16,-10 1 0 0,1 0 0 15,1-1 0-15,0 2 0 0,0-2 0 0,8 1 0 0,-7-1 0 16,-2 2 0-16,5-1 0 15,-4 1 0-15,1-1 0 0,5 2 0 0,-11 0 0 0,-2 0 0 0,0 0 0 0,1 0 0 16,-1 0 0-16,5 0 0 0,-7 0 0 0,3 0 0 16,-1 0 0-16,4 0 0 0,0 0 0 0,6 0 0 15,-10 0 0-15,1 0 0 16,3 0 0-16,-5 0 0 0,6 0 0 0,-8 0 0 16,-1 0 0-16,-1 0 0 0,1 0 0 0,-1 0 0 0,6 0 0 15,-7 0 0-15,0 0 0 0,1 0 0 0,1 0 0 16,1 0 0-16,5 0 0 0,-8 0 0 15,2 0 0-15,-1 0 0 0,1 0 0 0,-1 0 0 16,6-2 0-16,-6 1 0 0,-1-1 0 0,2 0 0 16,1 1 0-16,2 0 0 0,3-2 0 0,-2 0 0 15,3 2 0-15,-1-2 0 16,2 0 0-16,-1 0 0 0,8 1 0 0,-9-1 0 16,0 1 0-16,1 1 0 0,-1-2 0 0,1 0 0 15,2 3 0-15,-8-2 0 0,-2 2 0 0,-3 0 0 0,-1 0 0 16,-5 0 0-16,5 0 0 0,-8 0 0 15,-4 2 0-15,-2 1 0 32,-2 0 0-32,-1 0 0 0,0 1 0 0,-3-1 0 0,-1-2 0 0,-1 2 0 0,-2-3 0 0,1 3 0 0,0-2 0 0,-2-1 0 15,0 0 0-15,0 0 0 0,0 0 0 16,0 0 0-16,-2 0 0 0,-3-1 0 0,-5-8 0 16,0 1 0-16,-2 0-1059 0</inkml:trace>
  <inkml:trace contextRef="#ctx0" brushRef="#br0" timeOffset="62704.22">15042 8153 1769 0,'-5'-13'0'0,"0"2"0"0,0 1 0 0,-1-2 0 0,3 2 0 0,-2 2 0 0,-1 1 0 0,0 0 0 0,-1 3 101 0,-1 0-24 0,-1 4 31 0,-2 0-35 0,-1 15-1 15,-2 6-36-15,-2 9 75 16,-1 8-28-16,3 2-10 0,3 3-36 0,2 2 2 15,4-1-3-15,2 1 10 0,3-8-10 0,0-5 2 0,6-4-2 0,9-5 1 16,5-6-31-16,1-2 10 0,0-13 21 0,4-2-36 31,-2-4 0-31,2-18 35 0,0-5-2 0,-2-9-119 0,0-3 46 0,-2-9 31 16,-4-5 3-16,3-6-64 0,-3-6 32 0,3-7 26 16,-7 2-7-16,-4-7-126 0,1-4 55 0,-2-4 39 15,-2 5-49-15,-2-4 32 0,-2 31 10 0,-2 14 178 16,0 15-77-16,0 16-34 0,-2 8-9 0,-1 0 285 15,-2 12-137-15,2 13-74 16,-6 14-16-16,3 7 127 0,2 6-63 16,0 13-36-16,2-2-22 0,2 2 30 0,0 4-30 0,0-1 1 0,0-3 73 0,7 10-42 15,2-17-35-15,7-9-22 16,0-2-40-16,4-9 0 0,3-8 0 0,3-1 0 16,-5-16 0-16,2-11 0 0,-3-2 0 0,-1-1-1 15,1-17-24-15,2-5 40 0,-6-9-18 0,1-6-51 16,-1-4 12-16,1-4 27 15,-3-3-171-15,4-9 87 0,-5 6 15 0,1 0-68 0,-2-2 49 0,1 4 34 16,-2-1 9-16,0-2 51 16,-2 12 9-16,-4 10-37 0,-4 7 1 0,1 7 174 0,-2 4-92 15,0 13-31-15,0 0-1 0,0 0 315 0,-2 12-155 16,-1 8-87-16,-2 11 51 0,-2 3-119 0,4 8-19 16,0 3 0-16,1 6 0 0,2 0 0 15,0 5 0-15,0-8 0 0,0-2 0 0,5 1 0 16,7-7 0-16,0-1 0 0,5 3 0 15,-1-16 0-15,3-5 0 0,0-7 0 16,-1-6 0-16,2-8 0 0,1 0 0 0,-4-5 0 0,-1-14 0 0,-1-7 0 16,-1-4-30-16,2-4-79 0,2-7 29 0,-5 2-100 15,-1-4 71-15,2-3 37 0,-1-5-1 0,2 6-62 16,-1-5 39 0,-2 11 35-16,-4 6 104 0,-3 11-40 0,-3 9 0 15,-1 7-39-15,2 4 152 0,-3 2-72 0,0 17-40 0,-3 10 407 16,-3 8-212-16,0 7-70 0,2 1-100 0,0-2-29 15,3 2 0-15,1 1 0 0,0-2 0 16,0 2 0-16,1 1 0 0,8-6 0 16,5-4 0-16,0-6 0 0,2-4 0 0,3-2 0 15,2-2-1063-15,-5-12 501 0,3-3 262 0</inkml:trace>
  <inkml:trace contextRef="#ctx0" brushRef="#br0" timeOffset="64707.9">12981 8061 2388 0,'-6'0'0'0,"1"0"0"16,1 0 0-16,2-3 0 0,-4 3 0 0,4 0 0 0,2 0 0 0,0 0 0 0,5 0 225 0,13 0-95 0,8 0 124 15,11 0-114-15,8 0-52 0,10 0-26 0,9 0 204 16,9 3-115-16,16 1-49 0,-4-2-37 0,7 2-5 16,2-2-60-16,-1 0 0 0,-4 1 0 0,5 1 0 15,-25-1 0-15,-6 1 0 0,-7-3 0 0,-9 4 0 16,-5-5 0-16,0 4 0 0,-14-4-115 15,-2 0 54-15,-3 0 43 0,-5 0-185 0,-2-2 100 16,-4 0-6-16,-6-5 46 0,-6 0-247 0,0-1 138 16,-4-1 68-16,-11-1 34 0,-8 0-348 0,-2 3 195 0,-3 2 95 0,-8 1-473 15,-3 1 284-15</inkml:trace>
  <inkml:trace contextRef="#ctx0" brushRef="#br0" timeOffset="64923.3">13213 8219 1445 0,'-11'5'0'0,"5"2"0"0,1 2 0 0,3 5 0 0,0-1 0 0,2 8 0 0,0 5 0 0,0 4 704 0,2 4-334 0,4 5-167 0,0 1 277 31,-1 3-223-31,2 5-101 0,-2-7-61 0,-1-2-30 0,1-1 0 0,1-1-29 0,-4-6-369 0,1 3 193 16,-1-8 84-16,0-9 46 15,-1 0-244-15,-1-7 145 0,0-4 72 0,0 0 46 0,0-6-824 16,0 0 381-16,0-11 200 0,0-7-389 0</inkml:trace>
  <inkml:trace contextRef="#ctx0" brushRef="#br0" timeOffset="65084.49">13291 8531 1647 0,'3'-10'0'0,"4"0"0"0,1 6 0 0,4-3 0 0,0 2 0 0,7 0 0 0,4 0 367 0,3 5-170 16,6-3 458-16,2 3-310 0,2 0-154 15,2 0-78-15,4 0 156 0,-5 0-122 0,-2 4-147 16,-3 0 0-16,-1 1-195 16,-3 0 37-16,3-1 106 0,-13 0 39 0,-3-1-355 0,-4 1 201 15,-4-3 102-15,-5 1-835 0,0-2 439 16,-2 0 163-16,-3 0-313 0</inkml:trace>
  <inkml:trace contextRef="#ctx0" brushRef="#br0" timeOffset="65276.81">13567 8320 1451 0,'-14'-2'0'0,"2"-1"0"0,4 3 0 16,1 0 0-16,1 0 0 0,3 10 0 0,2 3 0 0,-1 10 695 0,2 1-335 0,0 5-161 0,0 2-82 15,2 6 218-15,3 5-150 0,0 2-65 0,0-4-47 16,0 3-67-16,-1-4 1 0,-3 0 29 0,2-3-423 0,-2 4 221 16,3-14 96-16,-3-3-571 15,2-3 338-15,3-9 169 31,-1-7-11-31,1-2-596 0</inkml:trace>
  <inkml:trace contextRef="#ctx0" brushRef="#br0" timeOffset="65611.75">13823 8457 1653 0,'1'0'0'0,"3"0"0"0,-3 0 0 15,0 0 0-15,1 2 0 0,-1 7 0 0,1 3 0 0,0 9 717 0,-1 6-341 0,1 6-171 0,-1 9 82 16,1-1-130-16,1 1-60 0,2 1 85 0,2-4-74 0,1-2-35 15,-2-2 3-15,2-10-173 0,1-9 65 0,1-2 33 16,-2-8 1-16,0-6-187 0,4 0 119 16,-4-15 46-16,3-7 28 0,-2-5-260 0,0-5 134 0,-1-1-4 0,3-3-172 15,-3 2 126 1,1-2 66-16,-4 3-9 16,4 1 37-16,-3 3 0 0,2-7 30 0,-1 11 81 0,-3 3-37 0,2 6 1 15,-3 2-37-15,-1 8 290 0,0-2-154 0,-2 8-63 16,0 0-37-16,0 14 415 0,0 7-205 0,0 3-54 0,0 7 297 15,0 0-332 1,0 1-121-16,0 1 0 16,1-3 0-16,4 2 0 0,0 1 0 0,-1-3 0 0,5-6 0 15,-4 1 0-15,3-4 0 0,0-4 0 0,1 1 0 0,0-8 0 0,-2-7-554 16,1 0 142-16,1-3 201 0,-1 0 14 16,0-8-607-16,-4-8 384 0,4-4 193 0</inkml:trace>
  <inkml:trace contextRef="#ctx0" brushRef="#br0" timeOffset="65889.96">14215 8425 1495 0,'0'-8'0'0,"0"1"0"0,0 0 0 0,4-1 0 0,3 3 0 0,-1 1 459 0,4 2-212 16,4 0-106-16,0 2-52 0,4 0 367 16,-1 0-215-16,1 0-103 0,-2 8-74 0,0 4 1 0,-1 0-30 15,-2 3 10-15,-6 1-303 0,-6 1 146 0,1 1 75 16,-2-1-40-16,-2 0 57 15,-6 0 36-15,-4-5-8 0,1-2 104 0,-1-2-119 16,-1-1 17-16,4-3-90 0,-1 3 465 0,1-5-197 0,3-2-89 0,3 0-23 16,3 0 77-16,0 0-153 0,0 0 0 0,7-2 0 15,4-1 0 1,4-1 0-16,3 0 0 0,0 1 0 0,5 0 0 0,-2 1 0 16,3-1 0-16,-2 3 0 0,0-2-12 0,-1 0-29 15,1 0-439-15,-5-1 172 16,-1 2 139-16,-4-3-831 0</inkml:trace>
  <inkml:trace contextRef="#ctx0" brushRef="#br0" timeOffset="66260.77">13804 7481 1649 0,'0'0'0'16,"0"0"0"-16,0 0 0 0,0 1 0 0,0 3 0 0,0 5 0 0,0 8 336 0,1 4-150 0,9 10-75 0,-1 4 263 0,4 9-169 0,-2 7-75 0,-1-1-52 15,0 1-359-15,-2 3 159 0,0-7 79 0,1 0-924 16</inkml:trace>
  <inkml:trace contextRef="#ctx0" brushRef="#br0" timeOffset="77841.8">10893 10082 739 0,'-9'0'0'0,"3"-4"0"0,2 2 0 0,-2 1 0 0,2-2 0 0,0 0 0 0,1 2 391 15,-3-3-182 1,3 0-87 0,2 0-43-16,-2-1 137 0,-1-1-90 0,1 1-36 15,1-1 54-15,-2 0-54 0,1 1-27 0,-1-2 41 0,-1 3-34 0,1-1 9 0,-2 2-43 0,0 2 41 0,0-1-41 16,-2 2 0-16,0 0 0 0,-1 2 37 0,-1 11-9 16,-2 11-28-16,-1 4 0 0,0 7 25 0,0 5-1 0,-1 7-14 15,5-1-55-15,2 1 0 0,1 2 45 16,4-5 8-16,2-5-8 0,0 1 9 0,4-14-9 0,7-7-34 15,5-9-5-15,1-7 36 16,3-3-9-16,3-6-4 0,-1-18 4 0,1-7 5 0,3-6-98 0,-4-6 45 16,0-3 20-16,5-7 5 0,-7-1-254 0,0-1 128 15,-4-3 49-15,-1-3-91 16,-1-4 62 0,-2-12 34-16,-5 9 4 0,-4 2 38 31,-1 8-7-31,-2 6 0 0,0 1-9 0,0 24 46 0,-7 10-1 0,-3 9-36 15,1 5 238-15,0 3-116 0,0 6-49 0,-2 11-28 0,4 12 336 0,-4 5-167 0,4 7-46 0,0 4 79 0,0 11-78 0,4-2-53 16,0 6 0-16,2 5 25 0,1 1-58 0,0 0-47 16,0 9 0-16,4-10 0 0,10-7 0 0,2-3 0 15,3-6 0-15,3-8 0 16,2 0 0-16,-1-21 0 0,-2-9 0 0,-1-7-11 16,0-4-35-16,-2-1-123 62,0-16 70-62,-5-15 50 0,0-5-8 0,0-4-64 0,-2-7 32 0,1-4 29 0,1-9-13 0,-1 6-41 0,-4-2 40 0,1-1-1 0,-2 3 14 0,-1 5 25 16,-1-2-9-16,-3 21 8 0,-2 9 52 0,0 12-26 0,-2 6 0 15,-5 4 295-15,-1 0-156 0,-1 19-73 0,0 10-28 0,0 7 299 0,1 5-142 0,4 3-84 16,-2 6 3-16,6-5-87 0,0-2-16 0,0-2 0 31,0 1 0-31,6-4 0 0,3 5 0 0,4-12 0 0,3-4 0 0,0-7 0 0,1-4 0 0,2-8 0 16,-1 2 0-16,-2-10 0 0,-1-1 0 0,-1-13 0 0,-2-6 0 15,3-4-10 1,-5-4-27-16,-3-2-132 0,2-5 72 0,-1-2 11 0,0 1-6 0,3-10 18 31,-5 9 10-31,0-1 28 0,2 1 38 0,0-2-38 0,-2 4 0 0,-1 0 75 16,-2 11-32-16,-1 5-1 0,-1 8-42 0,-1 8 263 16,0 2-122-16,0 1-51 0,0 10-32 0,0 14 289 0,-5 8-311 15,1 4 0 1,-1 4 0-16,3 2 0 0,1-1 0 0,1 2 0 15,0-2 0-15,0 0 0 0,1-2 0 0,6 1 0 0,2-6 0 16,3-6 0-16,4-3 0 16,-5-1 0-16,6-5 0 0,0 0 0 0,-3-11 0 0,3-3-1041 0,-4-5 475 31</inkml:trace>
  <inkml:trace contextRef="#ctx0" brushRef="#br0" timeOffset="80815.61">11910 9745 1716 0,'-18'7'0'0,"1"-2"0"0,3 5 0 0,4 4 0 15,1-2 0-15,1 1 259 0,8-2-115 0,0 0-54 0,2 1 306 0,7-3-180 0,8 1-89 16,1 0 33-1,3-5-66-15,3 0-29 0,0-3 1 0,0-2-120 0,4 0 46 16,2 0 9-16,-5 0 36 0,-2 0-554 0,1 0 277 0,-6 0 138 16,2 0-841-16</inkml:trace>
  <inkml:trace contextRef="#ctx0" brushRef="#br0" timeOffset="80974.23">11901 10131 2735 0,'-18'0'0'0,"10"0"0"0,3 0 0 0,0 0 0 0,4 0 0 0,1 0 0 0,1 0 0 0,11 0 0 0,8-2 313 0,1 1-138 0,3-4-69 16,2 5 0-16,1-1-25 0,-1-2-10 15,1 2-34-15,-1 1-408 0,2 0 203 0,-6 0 103 16,6 1-657-16,-3 3 371 0,-3 4 190 0,0-2-628 0</inkml:trace>
  <inkml:trace contextRef="#ctx0" brushRef="#br0" timeOffset="81361.24">12629 9486 1915 0,'0'-7'0'0,"0"0"0"0,0 2 0 0,0 2 0 0,2 3 0 0,1 3 0 0,-2 15 475 16,3 8-219-16,1 7-100 0,-1 9 326 15,-1 8-222-15,2 1-111 0,-2 7-57 16,1 5 54-16,1 8-146 0,0-10 0 0,1-2 0 0,0-4 0 0,0-8 0 15,1-5 0-15,-2-2-22 0,0-17-45 0,-1-7 52 16,-2-6 26 0,0-7-77-16,-2-3 36 0,0 0 39 0,0-1-240 0,-4-11 109 15,-7-2 6-15,-2-4 13 0,2-3 25 16,-7-5-8-16,1 1 49 16,1-1-73 15,-3-1 36-31,2 2 1 0,-5 1 36 0,-1 2 64 0,2 8-27 0,2 3 0 0,-2 7-37 0,-4 4 108 0,5 0-53 0,-5 6-36 0,7 15 371 0,3 3-180 0,5 5-74 15,2 4 275-15,8 2-187 0,0 3-187 16,0-6 0-16,13 0 0 0,5-3 0 0,5-3 0 0,2-6 0 16,5 1 0-16,-1-10 0 0,1-5 0 0,3-4 0 15,-2-2-300 1,-2 0-1-16,6-2 115 0,-9-5-311 0,1-7 232 0,-4-3 104 0,1 1-547 16,-3-5 335-16</inkml:trace>
  <inkml:trace contextRef="#ctx0" brushRef="#br0" timeOffset="81659.46">13140 9719 1299 0,'-6'-3'0'0,"-2"-2"0"0,2-2 0 0,0 0 0 0,-1 0 165 0,1 2-69 0,3 1-30 0,-3-1 637 0,3 4-334 16,0 0-166-16,-2 1-74 0,3 0 189 0,-4 13-141 0,0 8-70 0,3 6-35 0,0 10 155 0,-2 9-227 0,3 4 0 0,2 6 0 0,0 2 0 31,0 5 0-31,0 2 0 0,7 6 0 0,3-11 0 0,5-4 0 0,2-5 0 16,-2-6 0-16,5-6 0 15,0 2 0-15,-2-16 0 0,1-5 0 0,-1-7 0 0,-1-5 0 0,-1-5-347 0,4-3-89 0,-4-3 203 16,0-12-588-16,0-6 392 15,2-2 197-15</inkml:trace>
  <inkml:trace contextRef="#ctx0" brushRef="#br0" timeOffset="81863.1">13514 9457 3058 0,'-11'-7'0'0,"3"2"0"0,2 3 0 0,2 2 0 0,4 0 0 0,0 0 0 0,0 14 0 0,3 0 502 0,10 4-233 0,-1 2-167 0,1 0-102 0,2 1 0 16,3 0 0-16,-5 2 0 0,4 1 0 15,0 2 0-15,0-2 0 16,-4-2-368-16,0-1 29 0,0-1 187 0,-2 1 94 16,1-4-948-16,-4-4 478 0</inkml:trace>
  <inkml:trace contextRef="#ctx0" brushRef="#br0" timeOffset="82161.55">13846 9491 2272 0,'5'-12'0'0,"0"1"0"0,0 4 0 0,0 3 0 0,-3 0 0 0,1 3 0 16,0-1 0-16,-1 2 0 0,-2 3 370 0,0 11-166 0,0 4-85 0,-8 1 59 0,-4 7-62 0,-1 1-45 0,-1 2 0 16,-3 3-190-16,-2-1 77 15,2 2 39-15,-5 3 9 0,2-5-574 0,-1-1 302 0,-2 2 151 16,-2-3-496-16,-1-4 301 0,-4 3 67 0,7-11 66 15,-2-5 71-15,0-2 35 0,0-6 0 0,0 0 360 32,1 1-171-32,6-5-72 0,4 0-41 15,3 0 312-15,6 0-177 0,2 0-87 0,2 0-54 16,1 0 902-16,1-1-433 0,15-2-217 0,7 2 351 0,5 0-565 16,5-2-37-16,1 3 0 0,7-4 0 0,-2 2 0 0,3-1 0 15,2 0 0-15,1 0 0 0,-5-1 0 0,1 0 0 16,-2 1 0-16,-2 3 0 0,-2-4-2 0,1 2 3 0,-12 1-520 0,-4 1 168 15,-4 0 169-15</inkml:trace>
  <inkml:trace contextRef="#ctx0" brushRef="#br0" timeOffset="82411.99">13502 10193 2157 0,'-5'0'0'0,"2"0"0"0,0 0 0 0,3-3 0 0,0 1 0 0,6 2 0 0,10 0 0 0,5 0 658 0,4 0-312 16,5 0-146-16,-2 6-87 0,-1 3-23 0,-1 2-28 16,1 1 1-16,-3 3-154 0,0 2 72 15,-10 1 22-15,-4 0-237 0,-8 5 134 0,-2 0 67 16,-2 2 35-16,-17 3-91 0,-5-7 58 16,-5 0-33-16,-3-4 38 0,1-2-200 0,-5-6 97 0,2 2 30 0,6-10 36 15,1-1-263-15,7 0 146 0,5-5 72 0,7-9-160 16,4-6 107-16,4-5 67 0,8-3-446 15</inkml:trace>
  <inkml:trace contextRef="#ctx0" brushRef="#br0" timeOffset="82577.95">13830 10143 2306 0,'2'0'0'0,"-1"0"0"0,1 0 0 0,0 0 0 0,-2 0 0 0,0 0 0 0,0 8 0 0,-4 5 0 0,-5-1 884 0,1 6-429 0,1 3-210 0,-1 3-204 16,2-2-41-16,4 5 0 0,2 0 0 0,0-2 0 0,3-2 0 0,13 0 0 15,2-2 0-15,6 1 0 0,5-9 0 0,0-3 0 32,3-5-278-32,1-5 107 0,-2 0 103 0,5 0 61 0,-13-6-971 15,1-6 471-15,-6-3 236 0</inkml:trace>
  <inkml:trace contextRef="#ctx0" brushRef="#br0" timeOffset="82860.2">14178 9624 2942 0,'0'-8'0'15,"0"2"0"-15,0 1 0 0,0 3 0 0,2 2 0 0,5 0 453 16,6 8-209-16,2 9-96 0,2 8-4 0,1 9-144 0,0 7 0 0,2 5 0 0,-5 7 0 16,0 8 0-16,-7 2 0 0,-5 2 0 46,-3 3 0-46,0 0 0 0,-14-1 0 0,-6 8 0 0,-5-21 0 47,-5-1 0-47,-1 1-452 0,-5-2 101 0,-1-6 118 0,-3 3 111 0,4-17-440 0,-2-8 262 32</inkml:trace>
  <inkml:trace contextRef="#ctx0" brushRef="#br0" timeOffset="87759.17">14876 9871 3373 0,'2'0'0'0,"-1"0"0"0,4 0 0 16,4 2 0-16,2-2 0 0,4 0 0 0,5 0 323 0,4 0-144 0,4 0-123 0,5-5-56 0,1-1 0 0,0 0 0 0,-2 2 0 0,-1-1 0 16,-3 0 0-16,-3 4 0 0,1 0 0 0,-10 1-234 15,-1 0-3 1,-8 0 136-16,-4 7-955 0,-3 5 510 0</inkml:trace>
  <inkml:trace contextRef="#ctx0" brushRef="#br0" timeOffset="87946.33">14934 10183 1697 0,'-13'0'0'0,"2"0"0"0,5 3 0 0,0-1 0 0,2 0 0 0,4 1 1026 0,0 1-486 0,0 1-256 0,13 1-125 0,9 0 66 0,3-2-225 0,6 0 0 31,3 3 0-31,0-4 0 0,-1 0 0 0,2-2 0 0,-1 3 0 0,-2-3 0 16,3 0 0-16,-5 1 0 0,-4-2 0 0,-1 3 0 0,-5-3 0 16,-2 0-462-16,-2 0-92 0,-8 0 188 15</inkml:trace>
  <inkml:trace contextRef="#ctx0" brushRef="#br0" timeOffset="90289.66">5214 9888 1622 0,'-5'0'0'0,"-1"0"0"0,2 0 0 0,3 1 0 0,-2 3 0 0,3 2 323 0,0 2-144 0,0 2-70 15,6 2-37-15,3 0 269 0,2 3-143 0,1-2-85 16,3 4 9-16,1 1-43 0,1 1 1 0,1 1-400 0,-1 2 188 16,0-1 79-16,-5-1 45 15,3-3-255-15,-3 0 150 0,-3-1 75 16,5-3 46-16,-7-6-684 0,1-7 321 15,-1 0 148 1,0-10 85-16,2-16-295 0,-5-4 194 0</inkml:trace>
  <inkml:trace contextRef="#ctx0" brushRef="#br0" timeOffset="90466.69">5471 9634 832 0,'0'-23'0'0,"0"9"0"0,2 2 0 0,-2 5 0 0,0 4 0 0,1 3 0 0,1 0 428 0,2 8-200 0,-1 17-95 0,1 6 432 0,-2 10-263 0,-1 5-133 0,0 14 336 16,-1 0-239-16,0 6-114 0,0 7-58 0,-5 4 156 0,-5 10-243 0,0 12-7 15,-3-8 0 1,1-1 0-16,4-1 0 0,-3-4 0 0,2-9 0 0,1-1 0 0,4-27-109 16,2-8 38-16,0-11-548 15,2-9 320-15,-1-6 73 0,1-5-496 0,0-9 348 16,0-5 168-16,0-14 85 0,0-11-463 0</inkml:trace>
  <inkml:trace contextRef="#ctx0" brushRef="#br0" timeOffset="90628.33">5633 10117 2874 0,'0'0'0'0,"0"0"0"0,-3 0 0 0,1 0 0 0,2 0 0 0,-1 0 0 0,1 2 0 0,0 6 0 0,0 0 0 0,0 1 244 0,0 3-94 0,1 1-378 0,5-1 133 0,2 1 65 15,-1 3 34-15,3-1-900 0,3 0 456 0</inkml:trace>
  <inkml:trace contextRef="#ctx0" brushRef="#br0" timeOffset="90801.18">6000 10096 2928 0,'0'0'0'0,"0"0"0"0,3 0 0 0,-1 0 0 0,1 0 0 0,2 0 0 0,7 0 0 0,4 0 496 0,4 0-229 0,4 0-116 0,6-1-62 15,8-1-89-15,0-4 0 0,3 3 0 0,1-3-370 16,-1 2 56-16,-3-1 175 0,4 4 98 0,-14-2-461 0</inkml:trace>
  <inkml:trace contextRef="#ctx0" brushRef="#br0" timeOffset="91046.84">6080 10282 2373 0,'-22'3'0'31,"5"2"0"-31,0 2 0 0,11-4 0 0,4 1 0 0,2-1 0 0,6 0 0 0,13 1 0 0,2 0 523 0,1 2-248 0,4-2-119 0,1 3-59 0,-1 0 47 0,0 3-53 0,1-2-18 0,-7 4-9 0,-4 0-283 0,-5 2 128 0,-2 1 64 16,-7 1-69 0,0 4 75-16,-4 0 25 0,-18 1-85 0,-7 0 59 0,-5 2-24 0,-4-6 32 15,-5 4-117 1,0-8 60-16,2-4-15 0,0 0 27 0,0-6-157 0,8 0 89 0,0-3 36 0,13 0 9 15,11-3-334-15,5-11 189 0,2-2 95 0,13-6-451 16,11-1 263-16</inkml:trace>
  <inkml:trace contextRef="#ctx0" brushRef="#br0" timeOffset="91213.67">6314 10299 1679 0,'6'-5'-1'0,"-1"1"0"0,0 3 0 0,-2 0 0 0,-2 1-1 0,0 0 444 0,-1 0-209 0,0 9 281 16,0 4-241-16,-5 3-119 15,-3 5-50-15,1-2 434 0,5 4-538 0,1-1 0 0,1-1 0 0,0 1 0 16,2 2 0 0,10-2 0-16,5-3 0 0,5-1 0 0,4-1 0 0,-2-3 0 0,8-3-506 0,-5-8 126 31,2-3 209-31,-3 0-817 0,-1 0 476 0,-5-12 238 0</inkml:trace>
  <inkml:trace contextRef="#ctx0" brushRef="#br0" timeOffset="91382.49">6340 9526 2956 0,'0'-7'0'0,"0"0"0"0,-3 6 0 0,1-1 0 0,2 2 0 0,0 6 0 0,0 14 0 0,0 9 486 0,0 8-225 0,2 8-33 15,1 3-228-15,2 7 0 0,1 11 0 0,-2-2-615 16,3 5 164-16,0-1 244 0</inkml:trace>
  <inkml:trace contextRef="#ctx0" brushRef="#br0" timeOffset="98733.27">16111 9968 1454 0,'0'0'0'0,"0"0"0"0,0 0 0 0,0 0 0 0,0 0 0 0,-1 0 0 0,1 0 0 0,0 0 0 0,0 0 186 0,-2 0-74 0,2-3-37 0,0 3 92 0,0-3-70 15,-3-3-30 1,0 1 1-16,2-2 79 0,-2-1-55 0,0 1-19 16,-1-1 21-16,-2 0-28 0,0 5-1 0,-2-3-28 0,-1 2 50 0,-2 3-16 15,-1 1-9-15,-1 0 13 16,-1 7 0-16,-2 9-37 0,1 6-1 0,1 2 55 0,2 4-9 0,2 4-46 15,5 0 1-15,4 1 36 16,1 2-37-16,0 1 9 0,8-12-38 0,7-1 0 16,4-5 30-16,3-5-109 0,1-4 55 15,2-2 35-15,-2-7-9 0,-2 0-113 0,2-11 62 0,-2-7 14 16,-2-5 1-16,2-7-65 16,-7-2 46-16,0-2 5 0,-5-4 0 0,2-1-70 0,-2-5 46 0,1-6 7 15,-6 4 5-15,1-5-23 0,-1-1 22 16,0-4-9-16,-3 2 2 0,1-8-26 15,-1 15 51-15,-1 8 25 0,0 8 0 0,0 8-27 16,-1 8 0-16,-6 4 238 16,0 9-111-16,1 2-49 0,-1 7-32 0,1 10 302 0,0 8-152 0,-3 5-48 0,6 5 212 15,-1 2-143-15,3 6-161 0,1 3-19 16,0 9 0-16,0-7 0 0,0 1 0 0,0 2 0 16,1-3 0-16,6 3 0 0,2 4 0 0,-1-10 0 15,3-4 0-15,-2-4 0 0,3-1 0 0,-1-8 0 16,2 1 0-16,-4-12 0 15,-3-8-180-15,1-4-96 0,-1-5 129 0,-5 0-400 16,2 0 246-16,1-9 136 0,-3-3 65 0,2-5-189 16,0-3 126-16,2-1 62 0,2-1 23 0,0-4-525 47</inkml:trace>
  <inkml:trace contextRef="#ctx0" brushRef="#br0" timeOffset="98890.77">16473 9749 2155 0,'0'0'0'0,"0"0"0"0,0 3 0 0,0-3 0 0,0 0 0 0,0 4 0 0,0-2 0 0,0 4 0 0,0-1 639 0,0 5-306 0,3 1-147 0,5 0 0 0,2 3-74 16,2 1-37-16,0 2 8 0,2-2-166 0,-1 2 60 16,2-3 31-16,-4 3-1 0,2-3-438 0,1 1 244 0,-5-3 108 0,-1-5-630 15,1 0 355-15,-3-1 75 0,2 0-329 16,-3-6 291-16,-2 0 139 0</inkml:trace>
  <inkml:trace contextRef="#ctx0" brushRef="#br0" timeOffset="99189.03">16785 9581 1292 0,'0'-7'0'0,"-2"-3"0"0,2 7 0 0,-2-1 0 0,1 0 0 0,0 3 0 0,-1-1 0 0,0 2 680 0,1 0-327 0,-4 3-157 0,2 11 311 0,0 5-234 15,-2 6-119-15,-1 8 253 0,1 5-338 0,-4 5-69 16,1 6 0-16,-3 7 0 16,1 7 0-16,-5 12 0 0,3 0 0 15,-5 4 0-15,0-1 0 0,1 4 0 0,-3-7 0 0,2 10 0 16,2-20 0-16,0-7 0 0,3-5 0 0,3-9 0 16,1-5 0-16,1-4 0 15,3-14 0-15,3-9 0 0,1-5-144 0,0-3-136 0,0-4 120 0,0 0 50 16,0 0 40-16,0 0-209 0,0-4 120 0,0-4 60 31,0-2 31-31,0-1-161 0,0 0 101 0,0 0 45 0,0-1-364 0,0 0 205 0,0-3 93 16,1 0-383-16,3 2 248 0</inkml:trace>
  <inkml:trace contextRef="#ctx0" brushRef="#br0" timeOffset="99505.72">17049 9936 1824 0,'-3'0'0'0,"-1"0"0"0,-1 0 0 0,0 0 0 0,2 0 0 0,0 0 0 0,-1 0 48 0,4 0-23 15,0 0-1-15,0 0 1249 0,0 3-621 0,0-2-567 0,0 3-85 0,0-3 0 16,2 2 0-16,2 0 0 16,0-3-120-16,-1 2-147 0,2-1 147 0,-2-1-373 0,0 2 262 0,0-2 130 15,-2 2 66-15,1-2-945 16</inkml:trace>
  <inkml:trace contextRef="#ctx0" brushRef="#br0" timeOffset="100513.87">17451 9945 2140 0,'0'0'0'0,"0"2"0"0,0-2 0 0,0 1 0 0,0-1 0 0,0 0 0 0,0 0 0 0,8 0 0 0,7 0 849 0,4 0-399 0,5-1-211 0,3-5 14 15,3 1-253-15,3-1 0 0,4 0 0 16,5-3 0-16,-3 4 0 0,0-2 0 0,2-1 0 16,-2 3 0-16,-3 0 0 15,1-1 0-15,-7 1-446 0,-5 2 178 0,-5 1 131 0,-4 1-752 0,-6 1 427 16,-2 0 205-16,-8 0 115 0</inkml:trace>
  <inkml:trace contextRef="#ctx0" brushRef="#br0" timeOffset="100790.97">17493 10084 1536 0,'-14'0'0'0,"2"0"0"0,4 0 0 0,0 2 0 0,7-1 0 0,1 4 0 0,1-2 0 0,10 3 692 0,9-1-328 16,3 4-156-16,1-2-91 0,4-1 316 0,2 1-199 0,-2 5-100 0,0-3-26 15,1 2-27-15,-5 0-57 0,-4 1-24 16,-4 1-55-16,-1 1 4 0,-7 3 43 16,-3 2-127-16,-5 1 81 0,-5 1 45 15,-14 3 21-15,-7 0-58 16,-4-1 40-16,-6 1-33 0,1-3-61 0,-3-6-50 0,-1-1 30 0,0-2 45 16,2-4-156-16,-2-2 90 0,11-6 57 15,6 0 25 16,8 0-332-31,5-10 178 0,9-5 90 16,0-3-374-16,9-3 235 0,11 1 114 0,8-4 57 0,4-3-173 0,0-2 114 0</inkml:trace>
  <inkml:trace contextRef="#ctx0" brushRef="#br0" timeOffset="100960.42">17811 10108 1536 0,'14'-9'0'16,"1"2"0"-16,-4 2 0 0,-1 2 0 0,-6 1 0 0,-2 2 0 0,-2 0 0 0,0 4 769 0,-6 9-367 0,-5 3-175 0,-6 4-101 0,1-1 243 0,-4 3-167 15,3 4-84-15,-2 1-32 0,7-3 10 0,1 0-96 16,5 0 0-16,6 1 0 15,0 1 0-15,0 2 0 16,15-7 0-16,7-2 0 0,8 0 0 0,8-6 0 0,5-4 0 0,5 0 0 16,0-9 0-16,0 0 0 0,-4-1-419 0,-2-11 83 15,-8 1 155-15,-1-5-747 0,-15 4 451 0</inkml:trace>
  <inkml:trace contextRef="#ctx0" brushRef="#br0" timeOffset="101168.05">17819 9336 2732 0,'-13'-12'0'0,"4"7"0"0,1 1 0 0,3 2 0 0,1 2 0 0,1 3 0 0,-5 13 0 0,7 6 303 15,1 6-133-15,0 6-68 0,0 7 315 0,0 1-210 0,1 6-207 0,5-1-136 16,2 5 6-16,1-1 82 0,1 1 42 0,0 0-991 31,0 9 525-31</inkml:trace>
  <inkml:trace contextRef="#ctx0" brushRef="#br0" timeOffset="102472.73">18541 9886 1445 0,'-11'-5'0'0,"1"0"0"0,2 5 0 0,2-3 0 0,0 1 0 0,3 0 0 0,3 2 0 0,0 0 0 0,1 0 531 0,18 0-247 0,4 2-125 0,7 1 250 0,4-1-177 16,4 3-103-16,2-4 38 0,2-1-66 15,0 3-32-15,2-3-1 0,3 0-31 0,-6 0-2 16,0 0 1-16,-5 0-1 0,-2 0-205 16,-4 0 103-16,1-3 60 0,-11 2 16 0,-5-4-406 15,-7 5 217-15,-5-2 33 0,-2 1-509 0,-1-3 302 16,0 3 163-16,-5-2-423 16,-7 0 290-16</inkml:trace>
  <inkml:trace contextRef="#ctx0" brushRef="#br0" timeOffset="102721.8">18819 9622 929 0,'-6'-7'0'0,"-1"-1"0"0,2 1 0 0,0 1 0 0,-1 0 0 0,6 4 208 0,-2 1-86 0,2 1-43 15,0 0 0-15,0 7 392 0,0 8-209 0,2 4-118 16,4 6-54-16,0 6 410 0,2 5-233 16,1 4-116-16,-2 10 203 15,-4 0-164-15,3 5-105 0,-3 7-288 0,-2 3 106 0,1 1 66 0,-2 9 42 0,0-15-873 16,0-2 449-16,0-2 225 0,0-5 85 0</inkml:trace>
  <inkml:trace contextRef="#ctx0" brushRef="#br0" timeOffset="105913.56">19721 9692 619 0,'0'0'0'0,"0"0"0"0,0 0 0 0,-3 0 0 0,0-5 0 0,-1 5 212 15,3-2-87-15,0 0-44 0,-1 1 0 16,1-1 184-16,1-2-119 0,0 3-54 0,0 0-27 0,0-1 60 16,0-1-44-16,0 3 10 15,1 0 105-15,6 0-79 0,2 0-40 0,0 7 164 0,2 4-101 0,3 1-42 16,-1 3-35-16,1-1 2 0,1 3 1 0,1-2-29 16,0 4 1-16,0-1-220 15,0 0 105-15,0 2 58 0,-2-3 28 0,0 4-203 16,-3-4 116-16,2 5 21 0,-4-7-568 0,-2-2 301 15,0-2 107-15,-3-4-321 0,1-3 249 16</inkml:trace>
  <inkml:trace contextRef="#ctx0" brushRef="#br0" timeOffset="106175.22">20102 9512 1852 0,'0'-1'0'0,"0"-1"0"0,-2 1 0 0,1-1 0 0,-4 2 0 0,3 0 0 0,-1 0 0 0,0 12 0 0,-2 5 635 0,-2 7-299 0,2 9-139 0,-1 7 101 16,-4 8-130-16,-1 11-65 0,-1 8 210 16,-5 16-284-16,2-3-29 0,-1 5 0 15,0-2 0-15,-3-1 0 0,3-4 0 0,-2 2 0 0,4-20 0 16,0-4 0-16,3-7 0 0,-3-9 0 0,5-2 0 16,-2 0 0-16,3-17 0 15,2-5 0-15,4-5 0 0,1-4 0 0,-1-7 0 16,2 0 0-16,0 0-58 0,0 0 13 0,0-7-242 15,0-10 125-15,0-1 62 0,0-6 19 0,2 0-575 16,6-5 308-16,2 0 155 0,1-1 78 0</inkml:trace>
  <inkml:trace contextRef="#ctx0" brushRef="#br0" timeOffset="107007.61">20592 9986 1176 0,'-4'0'0'0,"-1"0"0"0,0-1 0 0,1-2 0 16,0 2 0-16,-1-2 0 0,1-2 186 0,1 0-75 0,-1-1-38 0,2-5 118 0,-1 1-69 0,1-1-48 16,-1 0 1-16,0-4-2 0,0 1 0 15,-3 0-38-15,1-1 129 0,-1 3-69 0,-1 3-30 16,-3 1 0-16,-1 3 190 0,-2 3-110 16,-2 2-46-16,-3 0 127 0,0 17-95 0,-2 10-48 15,1 7-23-15,0 7 104 0,3 3-55 0,5 1-41 16,5-3-55-16,5 0-13 0,1-1 0 0,1-5 0 15,9 5 0-15,8-15 0 0,2-5 0 0,1-9 0 16,2 0-43-16,1-11-43 0,-1-1 70 16,-1 0-310-16,0-17 140 0,-1-8 90 0,-2-5 2 0,0-6-201 15,1-7 120-15,-8-2 75 0,-2-1 32 0,0-3-77 16,-1-4 54-16,-1-3 28 0,1-10-18 16,-3 4 46-16,-2-6-1 0,1-4 1 15,2 1-37-15,-1 4 36 0,0-1-8 0,-5 27 95 16,-1 14-44-16,0 15 0 15,0 10-42 1,0 2 330 15,-7 6-148-31,-1 22-51 0,-2 9-53 0,0 10 341 0,-1 10-177 0,1 7-63 0,3-3 86 0,1 4-97 0,1 2-48 0,2-1 217 0,1 2-275 16,0 8-27-16,2-13 0 0,0-2 0 0,10-8 0 0,5-1 0 0,1-9 0 0,4-1-138 16,-1-17-90-16,-3-10 132 0,2-7 66 0,-2-8-783 0,-2 0 391 15,0-2 175-15,-3-11-377 0,-3-5 294 0,1-4 147 0,-1-2-117 16</inkml:trace>
  <inkml:trace contextRef="#ctx0" brushRef="#br0" timeOffset="107209.28">20994 9649 1394 0,'-12'-10'0'15,"4"10"0"-15,0-3 0 0,-3 3 0 0,2 0 0 0,-4 15 0 0,-3 8 674 0,4 7-324 0,-1 11-158 16,0 7-78-16,1 5 432 0,5 8-256 0,3 10-118 31,4-5 27-31,0-2-199 0,11-3 0 0,7-8 0 0,6-5 0 0,2 3 0 0,-1-23 0 0,2-3-89 0,-1-6-37 16,1-8 81-16,-1-2 40 0,4-7-654 0,-9-2 338 15,0-4 46-15,-1-11 127 16,-2-5-618-16</inkml:trace>
  <inkml:trace contextRef="#ctx0" brushRef="#br0" timeOffset="107390.13">21228 9921 2226 0,'-4'-2'0'0,"-1"-4"0"0,0 5 0 0,2-1 0 0,3-1 0 0,0 2 422 0,1-1-198 15,13 2-94-15,12 0 396 0,4 0-246 0,8 0-157 0,6 0-123 16,-2-1 0-16,3 1 0 16,2-3 0-16,2 3 0 0,0-1-75 0,6-1-107 15,-14 2 105-15,-3 0-820 0,-7 0 459 0,-6 0 230 16</inkml:trace>
  <inkml:trace contextRef="#ctx0" brushRef="#br0" timeOffset="107625.94">21321 10108 2010 0,'-27'2'0'0,"11"1"0"0,6 1 0 0,3-2 0 0,5 1 0 0,2 2 0 0,0-3 0 0,11 4 422 0,8 2-193 0,4-2-97 16,4 3-49-16,7 0 205 0,-3 2-130 0,-1-1-62 15,-2 4-223-15,-2-1 81 0,-4 1 41 0,-1 1-308 16,-5 0 170-16,-6 0 89 0,-7 1 45 16,-3 3-157-16,0-3 70 15,-16 4 61-15,-10-5-61 0,-5-3-2 0,-5-1 16 0,-4-4 23 0,0-3 0 16,-2 0-26-16,7-4 8 0,0 0 42 0,7-9-238 16,8-8 119-16,6 0 59 0,6-8 21 0,8 2-285 15,7-2 161-15,13-4 82 0,4 2-184 0</inkml:trace>
  <inkml:trace contextRef="#ctx0" brushRef="#br0" timeOffset="107797.86">21546 10103 1377 0,'13'-4'0'0,"2"4"0"0,-4 0 0 15,-1 0 0-15,-2 0 0 0,-2 4 0 0,-4 8 299 0,-2 2-132 0,0 4-66 0,-6 4 657 0,-4 2-361 16,-2 2-172-16,0 2-99 0,3-5 347 0,2 1-465 16,3-1-8-16,4 0 0 0,0 0 0 0,3-6 0 15,10-3 0-15,7-2 0 0,2-3 0 16,7-4 0-16,4-3 0 15,-2-2-582-15,0-2 236 0,-1-7 191 0,-2-6-889 16,-2-1 496-16</inkml:trace>
  <inkml:trace contextRef="#ctx0" brushRef="#br0" timeOffset="107970.68">21577 9493 2113 0,'-8'-8'0'0,"2"1"0"0,3 5 0 0,0 2 0 0,1 0 0 0,1 2 0 0,1 14 309 0,0 5-137 16,0 3-68-16,0 4 223 0,0 5-137 0,0 0-82 0,1 2-37 0,1-2-318 0,0 6 141 31,1-4 71-31,0 7 44 0,1-10-917 0,1-2 450 0</inkml:trace>
  <inkml:trace contextRef="#ctx0" brushRef="#br0" timeOffset="108143.84">21930 9598 2625 0,'10'0'0'0,"0"3"0"0,3 3 0 0,2 3 0 0,3 3 0 0,-3 8 0 0,3 4 0 0,-1 5 0 0,2 10 864 0,-2 3-422 16,2 11-442-16,-8-6 0 0,-2 5 0 0,-6 2 0 15,-3 1 0-15,0-2 0 0,-12 7 0 0,-6-14 0 16,-5 2-261-16,-3-4 39 0,-5 1 128 0</inkml:trace>
  <inkml:trace contextRef="#ctx0" brushRef="#br0" timeOffset="108673.88">22841 9681 1557 0,'-7'0'0'0,"-2"-6"0"0,2 0 0 0,4 5 0 0,3-2 0 0,0 1 390 0,3 2-176 0,12 0-89 15,4 0-44-15,0 5 433 0,6-1-230 0,-1 0-128 0,0 3-59 16,1-3-1-16,-2 2-30 0,4 0 10 15,-6-1-312-15,1 2 137 0,-5-3 67 0,2 0-695 16,-3 2 382-16,1 0 200 0,-7 2 86 0</inkml:trace>
  <inkml:trace contextRef="#ctx0" brushRef="#br0" timeOffset="108827.61">22872 10051 2587 0,'-11'0'0'0,"0"0"0"0,2 1 0 0,2 1 0 0,1 0 0 0,6-1 0 0,0 2 0 0,5-3 0 0,15 2 880 16,2-2-422-16,9 0-452 0,0 0-6 0,1 0 0 16,3 0 0-16,1 0-11 15,-1-2-241-15,4 2 153 0,-4-3 63 0,-2 3-1130 0</inkml:trace>
  <inkml:trace contextRef="#ctx0" brushRef="#br0" timeOffset="109478.3">23712 9847 1313 0,'-22'0'0'0,"8"0"0"0,-1-1 0 0,7-3 0 0,0 4 0 0,4 0 0 0,1 0 258 0,3 0-115 0,3 0-54 15,16 0 450-15,8 0-252 16,10 0-125-16,5 0 354 0,2-1-244 0,4-2-118 0,-2 0-59 0,2-4-2 16,-3 4-83-16,2-2-10 0,-5 2 0 15,-2 0 0-15,-4 0-4 0,-3 3 0 0,-5 0-579 0,1 0 319 16,-14 0 145-16,-7 0 78 16,-4 6-969-16,-4 5 487 0</inkml:trace>
  <inkml:trace contextRef="#ctx0" brushRef="#br0" timeOffset="109714">23763 10068 761 0,'-12'1'0'0,"3"-1"0"0,2 5 0 0,4-4 0 0,3 2 519 0,0 1-233 16,10 0-130-16,11-3-60 0,7 4 452 16,3-1-257-16,4 3-127 0,1 3-56 0,-5-1 8 15,-2 0-40-15,-2 3 0 0,-3-1-90 0,-5 4 25 16,1 4 9-16,-11-4-132 0,-8 4 74 0,-1 3 36 15,-10-1 1-15,-12 2-81 0,-6-1 67 16,-5-6 21-16,-2 0 0 0,-2-5-287 16,0-1 103-16,4-4 84 0,0-3-179 0,8-3 123 0,5 0 58 0,6-7-341 15,8-11 198-15,6-5 100 16,0-7 41-16,16-1-334 0</inkml:trace>
  <inkml:trace contextRef="#ctx0" brushRef="#br0" timeOffset="109849.87">24023 10036 2417 0,'11'-5'0'0,"-2"2"0"0,-2 3 0 0,-4 0 0 0,-1 5 0 0,-2 9 0 0,0 7 0 0,0-2 0 0,-5 7 0 0,-2 1 401 0,3 0-182 16,1-1-92-16,1 3 256 0,2-3-178 0,0-4-85 15,3 2-61-15,13-7-190 0,6-2 74 0,5 1 56 0,2-10-706 0,4-5 371 16,0-1 186-16,2 0 93 16,-2-4-420-16</inkml:trace>
  <inkml:trace contextRef="#ctx0" brushRef="#br0" timeOffset="110037.39">24093 9396 2288 0,'-11'-10'0'0,"4"2"0"0,2 1 0 0,-1 4 0 0,5 0 0 0,1 3 0 0,0 0 296 15,0 16-131-15,0 2-64 0,6 5-2 0,0 5-23 16,2 1-9-16,2 7-220 15,2-1 94-15,-3 3 48 0,5 2 23 0,0 8-769 0,1-5 393 16</inkml:trace>
  <inkml:trace contextRef="#ctx0" brushRef="#br0" timeOffset="110454.84">24757 9981 1961 0,'-5'-19'0'0,"1"-3"0"0,-1-1 0 16,1-1 0-16,-2-1 0 0,1 3 0 0,-1-2 0 0,-3 1 307 0,3 3-135 0,-1-1-68 0,-4 3-26 0,1 6 119 0,-1 6-81 0,-3 2-40 0,-2 4 0 0,-3 5-35 15,-3 15 3-15,1 9-9 0,0 7 58 16,1 5-29-16,2 3 0 0,4 2-29 16,3 1 14-16,8-7-14 0,3-6 1 0,0-1-130 15,0-4 64-15,8-7 33 0,6 3 9 16,5-13-131-16,4-10 60 0,4-2 41 0,5-2 0 0,0-20-398 15,1-4 170-15,-4-8 114 0,-1-5-255 0,0-5 176 16,-3-1 88-16,-4-2-33 0,5-12 51 0,-8 8 39 16,-4-7 1-16,-1-5 165 31,-6-2-67-31,0 1-34 0,-4-4-10 0,-3 17 68 0,0 11-46 0,-1 13-24 0,-9 12 1 0,-1 3 394 16,2 12-146-16,-2 2-122 0,0 17 414 0,-1 11-247 15,5 8-123-15,-2 4-52 0,8 5 237 0,1 5-153 16,0 3-114-16,0 1-76 0,0 1 0 15,4 8 0-15,4-11 0 0,0 0 0 0,3-1 0 0,4-2 0 16,-1-5 0-16,5 5 0 16,-6-16-33-16,4-7-7 0,1-8-760 0,-4-9 394 15,2-9 130-15,1-2-542 0,-1-2 395 0,-2-22 194 0</inkml:trace>
  <inkml:trace contextRef="#ctx0" brushRef="#br0" timeOffset="110593.22">25137 9760 2501 0,'-2'-8'0'0,"-3"1"0"0,0 2 0 0,3 4 0 0,1-3 0 0,-3 3 0 0,4 1 0 0,0 0 373 0,0 11-160 0,9 0-93 16,-1 2-21-16,4 4-31 0,0 0 0 0,1 2-33 0,2 0-238 15,0-4 114-15,-3 2 63 0,3-4-734 16,1 0 392-16,-2-2 195 0,5 1 105 0</inkml:trace>
  <inkml:trace contextRef="#ctx0" brushRef="#br0" timeOffset="110759.64">25510 9499 1890 0,'3'-21'0'0,"1"0"0"0,-3 10 0 0,1 5 0 0,-2 6 0 0,0 0 0 0,0 12 0 0,0 15 397 0,-11 13-185 0,-4 12-88 15,-3 11 657-15,-3 7-372 16,-4 9-291-16,-3 12-118 0,0 0 0 0,-4 9 0 31,-2 5 0-31,2-1 0 0,-1-2 0 0,-2 12 0 0,5-22 0 0,1 2-405 0,2-2-12 0,-1-5 226 16</inkml:trace>
  <inkml:trace contextRef="#ctx0" brushRef="#br0" timeOffset="111148.4">25854 9822 860 0,'0'1'0'0,"0"-1"0"0,0 2 0 0,0 1 359 0,0 4-165 15,0-7-79 1,3 7-40-16,8-2 608 0,4 2-324 0,4 1-152 0,5-2-90 0,2-1 391 0,6-2-236 16,1 0-118-16,3-1-126 0,6-2-28 15,-6 0 0-15,-1 0 0 0,-1 0-420 0,-1-2 165 16,-5-1 145-16,3-2-389 0,-9 2 263 0,-6-3 136 15</inkml:trace>
  <inkml:trace contextRef="#ctx0" brushRef="#br0" timeOffset="111319.19">26526 9841 3200 0,'1'-3'0'0,"5"0"0"0,3 0 0 0,3-1 0 0,6 1 0 0,4 1 0 0,7 1 0 0,3 1 0 0,9 0 332 0,4 0-148 0,6 0-65 0,-4 0-310 0,3 0 113 16,-4 0 57-16,1 0 28 0,-3 0-337 16,0 0 192-16,-12 3 82 0,-6 2 46 0,-8 0-956 15</inkml:trace>
  <inkml:trace contextRef="#ctx0" brushRef="#br0" timeOffset="111560.54">26549 10045 1273 0,'-31'0'0'0,"3"0"0"0,13 2 0 0,8-1 0 0,7-1 0 0,0 3 31 0,3 0-1 16,16 3-30-16,4-2 895 0,9 1-430 0,2 7-214 0,-1-4-108 0,1 6-41 0,0 2-24 0,-8 0-9 0,-3 3-33 0,-4 3-70 0,-4-1 35 16,-6 1-1-16,-1 9-100 0,-8-5 62 15,-6 2 38-15,-16 1-61 0,-8-2 48 0,-5 6 33 0,-1-11-31 16,-3-2-155-16,0-4 52 15,5-7 55-15,1-5-12 0,2-4-421 0,14 0 233 0,9-13 111 0,8-10 57 16,0-5-227-16,15-7 141 16</inkml:trace>
  <inkml:trace contextRef="#ctx0" brushRef="#br0" timeOffset="111711.65">26867 10060 1970 0,'2'0'0'0,"-2"0"0"0,0 0 0 0,0 0 0 0,0 2 0 0,0 5 0 0,-8 8 0 0,-2 2 465 0,-2 5-215 15,-2 6 634-15,3 2-522 0,-1 6-362 0,5-2 0 0,6 0 0 0,1 2 0 16,0-5 0-16,10-3 0 0,8 2 0 16,6-11 0-16,4-4 0 0,0-5 0 0,4-5-489 0,-1-5 60 15,4 0 241-15,-9 0-468 0,-2-10 260 0</inkml:trace>
  <inkml:trace contextRef="#ctx0" brushRef="#br0" timeOffset="111976.4">27070 10060 1627 0,'-9'-13'0'0,"0"3"0"0,5 1 0 0,1 2 0 0,3 2 0 0,0 3 0 0,5 0 599 0,10 2-282 0,2 0-141 0,2 0-61 15,0 0 48-15,-1 9-63 16,1 1-33-16,-3-1 1 0,-2 3-353 0,0 0 169 16,-5 0 72-16,-6 4-244 15,0 0 162-15,-3-1 81 0,-3 5 52 0,-9 1 8 0,-4-7-61 16,-2 1 26-16,-1 0 349 0,2-1-167 0,1-4-131 15,0 0-32-15,4-2 533 0,2-5-254 0,5 3-96 16,3-2-73-16,2-2-84 0,0-2-25 0,15 0 0 16,6 0-111-16,2 0-7 15,5-4 77-15,-3-4-293 16,5 2 194-16,-5-1 84 0,-1 1 45 0,-3-2-865 0,-3 1 419 0,-2 2 212 0,-3-3 95 16</inkml:trace>
  <inkml:trace contextRef="#ctx0" brushRef="#br0" timeOffset="112177.3">26916 9128 1767 0,'-1'-17'0'0,"0"0"0"0,1 10 0 0,0 5 0 15,0 2 0-15,1 0 261 0,3 12-112 0,5 6-48 0,-2 10-37 0,3 3 337 0,-2 3-182 16,0 7-92-16,-2 3-46 0,1 3-334 0,0-1 139 15,-2-1 75-15,-1 5-721 32,-1 4 382-32</inkml:trace>
  <inkml:trace contextRef="#ctx0" brushRef="#br0" timeOffset="112609.03">27849 9903 1847 0,'4'-27'0'0,"-2"3"0"0,-2-1 0 0,0-5 0 0,0 7 0 0,-6-2 0 0,-6 2 0 0,2 4 297 0,-5-1-132 15,0 1 109-15,-3 7-124 0,1 7-57 0,-5 5-30 16,0 0-17-16,-3 12-12 0,-4 12 9 0,6 5-8 16,0 7-28-16,5 5-1 0,2 4 29 0,1 3 36 15,13-5-36-15,2-3 0 0,0-2-1 0,1-2 34 16,10-5-33-16,2 1 8 0,6-11-119 0,2-8 45 15,3-6 29-15,2-7-8 0,2 0-226 0,2-7 119 16,-7-15 61-16,4-4 22 16,-4-6-126-16,0-5 58 0,-2-5 44 0,1-5-136 15,-5-1 83-15,0-3 39 0,-3-2 0 16,-4-6 92-16,0-4-27 0,1-5-9 0,-6 11 44 0,-2 3-31 16,-2 10 0-16,-1 9-31 0,0 14 371 0,0 1-166 15,-3 19-91-15,-3 1-14 0,-1 4 404 16,0 17-213-16,-2 5-111 15,4 9 76-15,0 4-110 32,2 3-112-32,1 6 0 0,2 3 0 31,0 4 0-31,0 4 0 0,0-9 0 0,0 1 0 0,0-2 0 0,4 1 0 0,4-1 0 0,4 5 0 0,-1-16 0 0,1-6 0 0,4-5-986 0,-5-9 462 0,6-7 245 0,1-4-302 16</inkml:trace>
  <inkml:trace contextRef="#ctx0" brushRef="#br0" timeOffset="112743.67">28187 9811 1764 0,'0'-11'0'0,"0"4"0"0,0 3 0 0,0 1 0 0,0 0 0 0,0 3 367 0,0 0-158 0,3 7-91 15,7 6 372-15,4 2-228 0,1 2-114 0,-2 0-56 16,6 4-311-16,-2-4 123 0,-1 3 65 0,1-6 33 16,1 3-866-16,-1-4 441 15,2 2 225-15,-4-4-630 0</inkml:trace>
  <inkml:trace contextRef="#ctx0" brushRef="#br0" timeOffset="112911.29">28607 9588 1025 0,'1'-13'0'0,"5"-1"0"0,-5 6 0 0,1-1 0 0,-1 7 418 16,-1 2-184-16,0 2-103 0,0 23 697 0,-6 17-397 16,-11 12-198-16,-6 14-99 0,-5 14 333 0,-4 6-437 15,-6 13-30-15,-6 24 0 16,-13 19 0-16,-5 8 0 0,-11 17 0 0,6-27 0 15,-8 7-446 1,1 4 61-16,2-2 210 0</inkml:trace>
  <inkml:trace contextRef="#ctx0" brushRef="#br0" timeOffset="115380.86">11146 11789 675 0,'0'0'0'0,"0"-3"0"0,0 0 0 0,0-3 0 0,-2 0 33 16,2-2-27-16,-5-4 2 0,4 4-1 0,-2-3 340 0,-1-2-155 0,1-1-78 16,-1 2-39-16,-1-2 95 0,-1 2-71 0,0 0-32 15,-2 0 80-15,-1 5-55 0,-2 0-28 0,0 3 146 16,-3 4-91-16,0 0-42 0,-3 11 0 0,2 9 16 16,-2 10-28-16,-1 6 9 0,7 2-38 0,2 4 76 31,2-1-38-31,3 0 0 0,4-3-38 0,0 4 37 0,2-10-9 0,8-6-27 15,7-4-48-15,1-5 23 0,2-3 1 0,0-4-16 16,2-10 15-16,-1 0 0 0,0-10 24 0,1-11-67 16,-2-7 21-16,3-5 7 0,-6-5 3 0,0-6-71 15,-2-4 34-15,0-1 26 0,-4-5-200 0,2-6 101 16,-6 0 39-16,-3-1 30 0,-2-4-128 0,-2-3 70 16,0-6 8-16,0 15 27 0,0 7 1 15,-8 11 26-15,-1 10 1 0,2 11 210 16,-3 7-115-16,5 13-43 0,-4 2-26 15,1 17 190-15,2 8-83 0,0 9-57 0,0 9 7 0,3 0 248 16,3 7-102-16,0 5-81 0,0 1 83 0,0 3-80 0,3 6-30 16,3-8-7-16,0-4-56 0,2 3-22 15,0-4 0-15,4-4-11 0,0 9-31 0,-1-20 34 16,2-3 0-16,1-3-442 31,-2-11 212-31,1-6 125 0,2-1-301 0,-5-15 197 0,1 0 66 0,1-9-462 0,1-12 289 0,1-2 143 0,-2-10 64 16</inkml:trace>
  <inkml:trace contextRef="#ctx0" brushRef="#br0" timeOffset="115666.04">11474 11487 1465 0,'-3'-13'0'0,"1"4"0"0,1-2 0 0,1 3 0 0,0 4 0 0,0-3 0 0,1 2 0 0,8 1 574 0,8 1-260 0,0 2-143 0,5 1-68 0,1 0-33 0,4 0 0 16,-1 3-34-16,7 5 184 0,-7 3-96 15,2 5-44-15,-4 0 0 0,-4 6-174 0,-3 6 74 0,-9 3 24 0,-7 5-110 16,-1 3 72-16,-7 5 35 0,-9-1-1 16,-7 9 78-16,-5-9-8 0,-3 4-84 0,-2-3-1 0,0-2 392 15,3-5-174-15,-1 5-77 0,10-14-78 0,6-7-48 16,5-4 0-16,8-3 0 0,2-5 0 0,1 2 0 16,15-6 0-16,8-4 0 0,5-1 0 0,4 0 0 15,0 0 0-15,6 0 0 0,-7 0 0 0,1-1 0 16,-2-1 0-16,-3-1-471 15,1 0 68-15,-2 1 150 0,-8 1-531 0,-7-2 374 16,1 3 187-16,-7 0 93 0</inkml:trace>
  <inkml:trace contextRef="#ctx0" brushRef="#br0" timeOffset="115840.66">11474 11783 1943 0,'-14'0'0'0,"0"0"0"0,7 0 0 0,3 0 0 0,4 0 0 0,0 0 0 0,10 2 0 0,14 6 0 0,5 1 786 0,5 0-375 0,5 1-179 0,-3 2 25 16,4-2-110-16,-1-1-56 0,2 2-28 15,4 1-595-15,-6-1 280 0,3 0 143 0,-4-3-407 16,0 1 276-16</inkml:trace>
  <inkml:trace contextRef="#ctx0" brushRef="#br0" timeOffset="115997.84">12240 11650 2314 0,'3'0'0'0,"2"-6"0"0,3 5 0 0,0-2 0 0,4 3 0 0,1 0 0 0,3 0 0 0,6 0 515 0,-1 3-244 16,4 4-117-16,3-2-560 0,1 4 221 15,3-3 110-15,2 3 65 0,-4-4-541 0</inkml:trace>
  <inkml:trace contextRef="#ctx0" brushRef="#br0" timeOffset="116149">12353 11850 2645 0,'-18'0'0'0,"7"2"0"0,1 1 0 0,4 0 0 0,6 1 0 0,0 1 0 0,12 3 489 0,10-3-226 0,7 2 58 15,1-4-146-15,6 0-137 0,0-3-38 16,3 3-776-16,0-3 337 0,6 0 247 15,-9 0 108-15</inkml:trace>
  <inkml:trace contextRef="#ctx0" brushRef="#br0" timeOffset="116815.7">13112 11721 1253 0,'-14'0'0'0,"-2"0"0"0,5 0 0 0,-1 0 0 0,6 0 0 0,4 0 0 0,2 0 0 0,5 0 525 16,18 5-245-16,8-2-113 0,12 0-70 0,11 0 402 15,10-2-231-15,3-1-116 0,9 0 218 0,12 0-158 16,2 0-104-16,11 0-108 0,8 0 0 0,2-1 0 0,0-2 0 16,4 0 0-16,-25 1 0 0,-10 1 0 0,-4 0 0 15,-12-2 0-15,-10 2 0 47,2-1 0-47,-22-2 0 0,-8-1 0 0,-6-2-93 0,-6 0-17 0,-8 1-337 0,-4 0 174 0,-2 1 123 0,-9 2-290 0,-15-1 201 0,-7 2 103 0,-7 2 49 16,-8 0-272-16,0 0 165 0,-6 9 80 0</inkml:trace>
  <inkml:trace contextRef="#ctx0" brushRef="#br0" timeOffset="117169.74">13174 12005 1667 0,'-8'0'0'0,"4"5"0"0,-2 2 0 0,1 2 0 0,2 2 0 0,-2 3 0 0,5 7 659 16,0 4-312-16,0 4-156 0,0 5-78 0,2 3 91 16,6 5-76-16,1-1-50 0,0 1-1 0,-1-1 69 15,0 1-56-15,1-1-27 0,-4 5-84 16,-2-5 24-16,-1-3 0 0,-2-1-100 16,0 0 67-16,0-3 33 15,-4 3 8 1,-2-10-174-16,1-6 95 0,0-3 51 31,1-6-38-31,3-5-145 0,-1-3 52 0,2-4 67 0,0 0-19 0,0-6-423 0,2-11 244 0,4-4 122 0,5-3-517 0,-3-4 324 0</inkml:trace>
  <inkml:trace contextRef="#ctx0" brushRef="#br0" timeOffset="117322.41">13234 12430 1280 0,'0'-4'0'0,"0"-1"0"0,0 0 0 0,0 0 0 0,3-1 0 0,2 1 0 0,6 2 329 0,1-1-146 0,8-1 540 15,5 2-344-15,12 1-162 0,-1-1-96 16,6 0 284-16,3 2-185 0,1-2-146 15,0 3-74-15,3-4-30 0,-9 3-39 0,-2-1 52 16,-6-1 27-16,-2-2-266 0,-5 2 146 0,0-1 82 16,-14 0-711-16,-7 2 388 0,-2 0 85 0,-2-2-572 15,-3-1 402-15</inkml:trace>
  <inkml:trace contextRef="#ctx0" brushRef="#br0" timeOffset="117487.48">13567 12039 993 0,'-11'-7'0'0,"0"1"0"0,6 5 0 0,-4-5 0 0,8 6 0 0,1 0 764 16,0 7-365-16,0 14-181 0,8 5-92 0,3 7 692 0,1 4-396 16,-1 5-231-16,0 6-191 0,-1 8 0 0,-2 1 0 15,0 11 0-15,-1-9 0 0,-5 1 0 16,1-2 0-16,-1-4 0 0,0-4-160 0,-1 2 88 16,-1-17 50-16,0-6-1026 0,0-7 527 0</inkml:trace>
  <inkml:trace contextRef="#ctx0" brushRef="#br0" timeOffset="118335.27">14133 12044 843 0,'-3'-5'0'0,"1"-2"0"0,1 1 0 0,-2-1 0 0,1 2 0 0,-1-1 0 0,0 1 0 0,-1 1 126 0,1 2-46 0,-2 1-22 0,0 1 158 0,-2 0-82 15,1 9-53-15,0 12-23 0,-2 8 250 0,-3 7-136 16,2 9-68-16,-4 8-26 0,6-2 131 15,-1 5-86-15,2-1-44 0,0 3 271 0,2 0-157 16,4 7-70-16,0-17 76 16,0-1-81-16,4-6-42 0,8-4 0 0,1-5-306 15,3 1 142-15,0-16 57 0,3-3 33 0,-1-2-840 16,1-4 412-16</inkml:trace>
  <inkml:trace contextRef="#ctx0" brushRef="#br0" timeOffset="118999.59">14415 11926 2167 0,'0'0'0'0,"1"0"0"0,-1 0 0 0,0 2 0 15,2-2 0-15,0 5 0 0,1-1 0 0,1 3 0 0,4 1 332 0,1 4-148 0,1 0-19 16,2 3-56-16,1-1-41 0,-1 3 1 0,4 0-332 0,-4 0 149 0,2 3 85 16,-3-4 27-16,-3 1-296 0,1-3 167 0,-4-1 83 15,0-3 42-15,-1-1-816 0</inkml:trace>
  <inkml:trace contextRef="#ctx0" brushRef="#br0" timeOffset="119170.78">14638 11879 1514 0,'0'5'0'0,"0"3"0"0,0 1 0 0,-2 0 0 0,-1 6 0 0,-2 0 353 0,0 5-159 0,-4 3-78 15,0 4 340-15,-3 7-210 16,-4 7-96-1,2-5-62-15,-3 3-155 0,1-1 51 0,-1 2 27 0,2-6-1 0,-4 4-213 0,6-13 115 16,-1-2 62-16,2-4-673 0,-2-2 362 0</inkml:trace>
  <inkml:trace contextRef="#ctx0" brushRef="#br0" timeOffset="119340.77">14248 12449 2124 0,'-12'0'0'0,"-1"0"0"0,2 0 0 0,2 0 0 0,1 0 0 0,3 0 0 0,5 0 452 0,0 0-208 0,3 0-104 0,16 0 438 16,9 0-261-16,5-5-241 0,5 2-76 0,5-5 0 0,-1 4 0 16,2-3 0-16,1 2 0 0,-3 0 0 0,-5 1 0 0,2-2 0 0,-3 4 0 0,-1-4-223 15,3 3 130-15,-14 0 59 0,-4 2-990 0,-3 1 446 16</inkml:trace>
  <inkml:trace contextRef="#ctx0" brushRef="#br0" timeOffset="119553.75">14411 12597 1096 0,'-16'1'0'0,"4"-1"0"0,-3 1 0 0,10-1 0 0,2 0 0 0,3 2 514 15,0 1-240-15,11 0-118 0,5-1-52 0,4 2 149 0,0 3-109 0,0 0-54 16,2 3-128-16,-4 0 37 0,0 4 9 0,-6-1 28 16,-5 1-104-16,-3 3 52 15,-2 0 26-15,-2-1-84 0,-2 4 64 0,-13-3 19 16,-4-1-1-16,-1-2-61 0,-7-1 37 0,1-4-39 15,-4 0 27-15,6-7-204 0,2-2 106 0,2 0 40 16,4-5-355-16,6-10 193 0,10-4 111 16,0-5-168-16</inkml:trace>
  <inkml:trace contextRef="#ctx0" brushRef="#br0" timeOffset="119706.86">14627 12500 1553 0,'0'4'0'0,"-4"5"0"0,-2-1 0 0,-1 3 0 16,-1 2 416-16,-1 2-191 0,-2 4-94 0,0 3 380 0,3-1-242 15,3 3-116-15,2 1-59 0,3-3 425 0,0 1-459 16,4 2-60-16,12-7 0 0,6-2 0 0,6-5 0 16,5-3 0-16,3-3-327 0,4-3-1 15,-1-2 177-15,-2 0-838 0,-1-4 507 0,-1-6 160 0</inkml:trace>
  <inkml:trace contextRef="#ctx0" brushRef="#br0" timeOffset="119957.72">14876 12126 2090 0,'0'-14'0'0,"0"6"0"0,0 1 0 0,0 6 0 0,2-3 0 0,2 4 0 0,5 0 319 0,4 10-142 16,2 9 319-16,4 6-231 0,-2 2-114 0,2 9-49 0,-2 2-29 0,-1 6-37 15,-2 0-1-15,-5 1 1 16,-1 4-73-16,-2 7 45 0,-6-3-8 0,0 0 35 15,-10 1-162-15,-8-2 81 0,-4-2 41 0,-6 4-245 16,1-17 138-16,-3-4-6 0,0-8-425 16,-1-5 245-16,0-9 131 0,-4-1 57 0,9-10-441 15,0 0 257-15,2-1 130 0,5-13 64 16</inkml:trace>
  <inkml:trace contextRef="#ctx0" brushRef="#br0" timeOffset="120232.89">15103 12071 1316 0,'11'-15'0'0,"5"3"0"0,-4 7 0 0,3 1 0 0,1 2 0 0,0 1 266 0,3 1-115 16,2 0-49-16,-3 8 166 0,0 6-116 0,0 3-58 16,-3 0-29-16,-1 7-165 0,-6-3 63 15,-6 6 37-15,-2-3-1 0,0 1-67 0,-8-1 52 0,-6 2 35 16,-5-6-83-16,-1-2 50 0,-4-4 25 15,1 0 354-15,0-2-175 0,2-2-72 0,4-2-58 16,5-2 424-16,1-3-224 0,5 2-112 0,3-1-56 16,3 3-33-16,0-4-48 0,12-1-11 0,7 0 0 15,6-2 0-15,3 0 0 0,6 1 0 0,0-1-568 16,1 0 292 0,-1 0 155-16,0 0-772 0,-3 0 404 0,0-1 217 0</inkml:trace>
  <inkml:trace contextRef="#ctx0" brushRef="#br0" timeOffset="120502.6">14144 10907 2384 0,'0'-8'0'0,"0"6"0"0,0-1 0 0,0 3 0 0,3 15 0 0,6 12 0 0,2 11 0 0,-2 12 274 0,-2 9-123 0,0 6-57 0,-5 12 227 0,-1 2-143 0,-1 0-70 0,0 6-27 0,0-16-544 15,0-5 250-15,0-1 124 0,2-6 63 0</inkml:trace>
  <inkml:trace contextRef="#ctx0" brushRef="#br0" timeOffset="121608.57">16040 11718 1094 0,'0'-6'0'0,"0"-2"0"0,0 1 0 0,0 0 0 0,-5-4 0 0,2 0 0 0,0-2 203 0,-2 1-84 0,0-3-40 0,-2 0 59 15,-1-3-41-15,0 2-34 0,0 2-1 0,-2 0-71 16,-1 3 46-16,0 2 0 16,-5 1 11-16,2 7-11 0,-3 1-1 0,0 1 1 0,-2 16 60 0,-1 3-30 15,-1 10 9-15,5 5 84 0,2 2-61 0,1 4-31 16,4 0-1-16,2 4 76 0,1 0-45 0,6-10-34 16,0 1-1-16,6-4-7 0,9-5-19 15,3-7 0-15,3 1-20 0,3-10-10 16,1-8 30-16,0-3 0 0,0 0-116 0,0-5 68 31,-1-12 19-31,-1-4-157 0,-3-5 87 0,-1-3 19 0,-1-5 28 0,2-5-172 0,-6 1 91 0,-2-1 19 16,2-3 31-1,-5-1-114-15,3-3 64 0,-1-10 13 0,-3 5-66 0,0-4 57 0,1-4 27 0,-2-1 0 16,-1-2-10-16,0-6-9 0,0 17 48 0,-1 4 37 16,-3 10-38-16,-1 7 0 15,-1 8 0-15,0 3 181 31,0 14-86-31,-5 2-48 0,-1 3-23 0,2 0 394 0,0 0-194 0,0 3-63 0,2 0 103 0,2 0-82 0,0 3-54 0,0-4-27 32,0 2-51-32,0 0 9 0,0 0 15 0,0-1-137 0,0 1 69 0,0-1 34 0,0 2-1 0,0-2-83 15,0 0 54-15,0 0 4 0,0 0 25 0,0 0-80 16,0-1 42-16,0 0-13 0,0 3 85 0,0-5-15 31,0 5-29-31,0-4-9 0,0 4 98 0,0 2-38 0,0-1 1 0,-3 5 41 16,1 2-37-16,-1 4-6 0,-2 4 1 0,0 11 131 0,0 4-76 15,-1 6-20-15,-1 11 1 0,1 11-8 16,-3 12 10-16,4 1-44 0,0 6-222 0,4-3 111 16,1-3 56-16,0-8 27 0,1-1-452 0,9-21 211 15,2-10 117-15,1-4-200 16,0-12 143-16,0-6 47 0,1-2 35 0,0-13-307 0,-3 0 180 0,1-2 90 16,1-13 46-16,-2-2-340 0</inkml:trace>
  <inkml:trace contextRef="#ctx0" brushRef="#br0" timeOffset="121985.06">16612 11272 1790 0,'-2'-14'0'0,"-4"4"0"0,-2-1 0 0,2 8 0 0,-5 3 0 0,2 0 0 0,-5 14 0 0,1 10 297 15,-4 10-121-15,3 10-75 0,1 8 314 0,0 7-190 0,5 6-94 0,3 4-47 0,2 12 114 16,3-6-85-16,1 0-39 0,12-3 65 16,5-4-51-16,3-8-26 0,6 6-24 0,-3-19-264 0,1-7 115 0,0-4 73 15,-1-6-512-15,2-5 294 0,2 1 154 16,-8-17-9-16,-2-4-610 16,0-5 343-16,-1 0 171 0,-1-13 85 0</inkml:trace>
  <inkml:trace contextRef="#ctx0" brushRef="#br0" timeOffset="122169.63">16965 11248 1753 0,'0'-8'0'0,"-1"-1"0"0,1 6 0 0,-2-3 0 0,2 3 0 0,0 1 0 0,0 2 0 0,0 0 573 0,2 0-268 0,6 2-135 16,1 7-57-16,3 0-47 0,1 2 1 0,-1 2-31 15,0 1-327-15,0 0 163 0,0 1 91 0,-1-1 32 16,-2-2-730-16,3-1 385 0</inkml:trace>
  <inkml:trace contextRef="#ctx0" brushRef="#br0" timeOffset="122478.99">17255 11127 835 0,'0'-2'0'0,"0"-1"0"0,-2 0 0 0,1 2 0 0,-1 1 0 0,-1 0 606 0,-2 7-285 0,2 10-142 0,-6 4-63 0,-4 6 269 0,-1 8-174 0,-3 4-88 0,-2 5-44 0,-6 3-43 15,-3 8 9-15,2-5-132 0,-2-3 62 0,-2-3 30 0,1-2 1 0,1-7-285 32,-3-1 167-32,10-15 70 0,0-4 38 0,1-9-267 0,4-5 138 0,-1-1-14 0,3 0 56 0,5 0 84 0,2-6 0 15,4-1-29-15,2 5 394 0,1-2-196 16,0 1-108-16,0 1 233 0,1 2-147 15,12-3-31-15,7 3-51 0,6-3 333 16,4 2-181-16,3-3-87 0,3 0-44 0,1 2 131 0,3-1-166 0,2-3-44 16,-6 3 0-16,-1-3 0 0,1 2 0 0,-1 0 0 15,-4 0-402-15,5 0 144 0,-10 1 143 16,-2-1-429-16,-5 2 272 0,-2 1 63 16,-6-2 91-16</inkml:trace>
  <inkml:trace contextRef="#ctx0" brushRef="#br0" timeOffset="122723.3">16900 11909 1872 0,'-8'0'0'0,"5"0"0"0,0 0 0 0,3 0 0 0,0 0 0 0,0 0 0 0,6 1 291 0,11 3-132 0,7-2 266 0,4 5-196 15,1 3-96-15,2 1-49 0,2 5-43 0,-4 0-5 16,-2 5-1-16,-4 1 0 0,-2 6-189 0,-10-2 94 15,-1 7 57-15,-10-6 15 0,0 2-180 0,-15 0 102 16,-4-7 51-16,-6 0-92 0,-5-3 69 16,2-7-53-16,-1-8-180 0,-1-2 102 0,4-2 67 15,-2 0 25 1,9-5-350-16,6-11 196 0,5-5 98 0,8-5 49 0,0-6-198 16</inkml:trace>
  <inkml:trace contextRef="#ctx0" brushRef="#br0" timeOffset="122892.59">17267 11889 1373 0,'0'1'0'0,"0"2"0"0,0 1 0 0,0 0 0 0,0 4 0 0,0-1 0 0,-5 7 0 0,-2 0 833 0,-1 6-398 15,0 0-200-15,2 6 450 0,4 3-329 0,2-3-342 0,0 1-14 16,11 2 0 0,11-4 0-16,4 0 0 0,7-9 0 0,6-5-175 0,5-5 95 0,3-1 57 0,1-5-320 15,2 0 197-15,-11-3 87 16,-4-6 47-16,-7-4-994 0,-5-3 485 0</inkml:trace>
  <inkml:trace contextRef="#ctx0" brushRef="#br0" timeOffset="123115.97">17579 11339 1341 0,'5'-15'0'0,"5"4"0"0,5 4 0 0,1 7 0 0,3 0 426 0,3 12-195 16,0 11-98-16,0 8-49 0,4 9 401 0,-4 2-228 15,-3 10-112-15,-5 2-54 0,-3 7 40 0,-4 2-48 16,-3 12-15-16,-4-12 29 16,0 2-30-16,-14-1-1 0,-5-1-188 0,-6 2 79 0,-3 6 48 15,0-17-9-15,-5-1-309 0,0-5 173 0,1-7 89 16,0-4 35-16,-2-4-710 0,9-19 350 16,4-9 170-16,6-5 86 15,2-5-263-15</inkml:trace>
  <inkml:trace contextRef="#ctx0" brushRef="#br0" timeOffset="123277.2">18059 11647 2295 0,'14'-11'0'0,"5"3"0"0,8-1 0 0,3 5 0 0,3 0 0 0,0-2 0 0,4 5 0 0,-1-2 0 0,6 0 592 0,-5 2-282 0,-1 1-138 0,0 0-69 16,0 0-511-16,-5 0 221 0,4 1 120 15,-11 6-407-15</inkml:trace>
  <inkml:trace contextRef="#ctx0" brushRef="#br0" timeOffset="123441.44">18235 11901 1836 0,'-16'9'0'0,"5"-1"0"0,5-1 0 0,4 1 0 0,2 1 228 0,2-3-101 0,9-2-46 0,11 2 654 0,4-2-349 16,5-2-176-16,7 0-79 0,-1 0 66 0,1-1-197 31,2-1 0-31,-2 3 0 0,4-3-535 0,3 1 125 16</inkml:trace>
  <inkml:trace contextRef="#ctx0" brushRef="#br0" timeOffset="126663.5">19077 11803 664 0,'0'0'0'0,"-2"0"0"0,-1 0 0 0,1 0 0 0,-1 0 0 0,1 0 0 0,-1 0 0 0,2 0 0 0,-1 0 82 0,0 0-1 0,1 0-21 0,-1 0 8 0,1 0-31 0,-1 0-1 0,2 0 40 15,-1 0 0-15,1 0-40 16,-3 0 10-16,3 0 61 0,0 0-36 0,0 0 1 15,0 0-35-15,0 0 131 16,0 0-57-16,0 0-41 0,0 0 128 0,0 0-81 0,0 0-41 0,0 0 93 16,0 0-71-1,3 0-30-15,0 1-1 0,1-1 2 0,4 3 0 0,0-3-24 0,6 0-8 0,-1 0 57 0,4 0-29 16,6 0 0-16,-1 0-28 0,8 0 38 16,-1 0-8-16,6 0-30 0,5 0 63 15,2-3-31-15,5 2-1 0,6 0 46 0,-2 1-43 16,5 0 0-16,2 0-35 0,1 0 15 0,2 0-51 0,7 0 0 31,-8 0 0-31,0 0 0 0,3 0 0 0,2 0 0 0,1 0 0 0,10-5 0 0,-15 2 0 16,-1-1 0-1,-4-1 0-15,-4 0 0 0,-3 0 0 0,5 1-28 0,-17 1-36 0,-1-2 35 0,-1 4-3 16,-3-2-11 0,-2-1 24-16,7 0 5 0,-15 1-21 0,0 0 61 0,-4 1-52 15,-3-2 8-15,-4 1-5 0,1-1-6 0,-6 1 16 0,-4 1-2 16,-1 1-277-16,-1 0 132 0,0-2 64 0,0 2-451 15,0-1 260-15,-9 1 126 0,-5 1 62 0,-2 0-759 16</inkml:trace>
  <inkml:trace contextRef="#ctx0" brushRef="#br0" timeOffset="127316.97">19228 12168 2052 0,'0'0'0'16,"0"0"0"-16,0 0 0 0,0 0 0 0,0 0 0 0,0 12 0 0,0 5 0 0,0 8 240 0,1 7-103 0,1 10-50 0,2 7 281 15,1 3-170-15,-2 1-81 0,3 3-41 0,-4-2-250 0,6-1 104 0,-2 0 63 16,-2-14-634-16,0-7 339 0,-3-5 169 16,1-7 84-16,-1 0-739 0</inkml:trace>
  <inkml:trace contextRef="#ctx0" brushRef="#br0" timeOffset="127481.58">19365 12500 1236 0,'6'-11'0'0,"0"-3"0"0,2 6 0 0,3 1 0 0,1 0 0 0,3 3 174 0,4-2-70 31,5 4-25-31,-1 0 471 0,4 1-257 0,1 1-129 0,1 0-64 0,2 0-142 0,2 0 47 0,-8 0-8 0,0 3-566 0,-5 0 302 0,1 2 151 0,-7-4 76 16</inkml:trace>
  <inkml:trace contextRef="#ctx0" brushRef="#br0" timeOffset="127573.33">19592 12187 529 0,'-6'-5'0'0,"0"0"0"0,1 1 0 0,0 2 0 0,3-1 66 0,2 3-23 0,0 0-1 0</inkml:trace>
  <inkml:trace contextRef="#ctx1" brushRef="#br0">28438 18070 0,'0'0'0</inkml:trace>
  <inkml:trace contextRef="#ctx0" brushRef="#br0" timeOffset="133769.23">19581 12115 1281 0,'0'-6'0'0,"0"-1"0"0,2 5 0 0,3-1 0 0,-1 3 0 0,2 0 0 0,0 12 0 0,-1 5 433 0,0 8-199 0,-2 8-98 15,0 4-40-15,-1 3 109 0,-1 3-84 0,-1 0-42 16,0 7-17 0,0-1-25-16,0 9 9 0,0-12-202 0,0 1 96 0,0-5 49 15,0-2 24-15,0-5-467 0,0 2 255 0,0-13 72 16,0-8 74-16,3-6-575 0,-1-5 286 0</inkml:trace>
  <inkml:trace contextRef="#ctx0" brushRef="#br0" timeOffset="133973.71">19977 12139 1351 0,'-3'-6'0'0,"-4"2"0"0,3 1 0 0,-2 3 0 0,1 5 0 0,-1 14 0 0,-4 4 583 15,4 8-277-15,-2 5-135 0,5 5-67 16,2 3 308-16,1 4-187 0,0 5-85 0,6-6-56 0,9 1-5 16,6-5 1-16,4-3-43 15,3-5-402-15,3 0 211 0,-3-11 90 0,2-5-259 0,-1-2 180 0,-1-5 90 16,-3-5 45-16,1-2-814 0,-9-5 397 16</inkml:trace>
  <inkml:trace contextRef="#ctx0" brushRef="#br0" timeOffset="134155.1">20298 12092 1760 0,'0'-10'0'0,"-3"3"0"0,-2 0 0 0,4 4 0 0,-2-1 0 0,3 4 0 0,0 0 282 0,0 0-127 0,3 0 305 16,7 11-211-16,1-1-106 15,3 4-53-15,-1-1-69 0,1 4-9 0,0 0 25 0,0 0 0 16,0 2-465-16,-3-1 233 0,4 1 125 15,-4-2 49-15,0 0-728 0,0-5 393 0</inkml:trace>
  <inkml:trace contextRef="#ctx0" brushRef="#br0" timeOffset="134319.35">20597 12017 1747 0,'-6'-1'0'0,"1"-1"0"0,0 1 0 0,1 1 0 0,-1 0 0 0,0 0 0 0,-4 9 0 0,3 8 402 15,-2 2-182-15,-3 8-92 0,2 2-46 0,-2 7-112 16,-6 5 42-16,7 1-9 0,-3 1 34 0,2-1-529 16,-2-2 265-16,1-1 131 0,-5 2-622 0,3-14 352 0</inkml:trace>
  <inkml:trace contextRef="#ctx0" brushRef="#br0" timeOffset="134528.82">20197 12504 1635 0,'-25'0'0'0,"5"0"0"0,4 0 0 0,2 0 0 0,2 0 0 15,4 0 0-15,0 0 0 0,8 0 302 0,0 0-132 0,9 0 298 0,15 0-216 0,5-3-107 16,9-1-45-16,5-3 185 0,4 0-125 0,4-1-61 16,-1 0-31-16,0-1-282 0,5 1 134 0,-12 1 54 15,2 2 32-15,-4-1-295 0,-2 0 163 0,1 2 90 47,-13 3-751-16,-8 1 393-31,-6 0 89 0</inkml:trace>
  <inkml:trace contextRef="#ctx0" brushRef="#br0" timeOffset="134719.1">20437 12565 704 0,'-13'0'0'0,"1"0"0"0,0 0 0 0,8 0 0 0,-1 0 407 0,5 2-185 0,0 2-93 16,0 0-46-16,2 4 305 0,6 0-180 0,7 5-85 16,-1-1-43-16,-1 3-4 0,-1 5 0 0,-1-3-30 0,-3 3-103 0,-2 1 47 15,-4-1 23-15,-2 1-123 0,0 0 73 16,-5 2 46-16,-6-6-8 0,-5-3-92 0,-2-1 64 0,-4-4 31 15,2-3-35-15,-4-2-253 63,6-4 106-63,2 0 80 0,2-5 3 0,6-11-237 0,5-2 147 0,3-5 65 0,2-2-110 0,11-4 96 0,7 2 49 0,3-3-166 0</inkml:trace>
  <inkml:trace contextRef="#ctx0" brushRef="#br0" timeOffset="134831.62">20525 12574 713 0,'16'-9'0'0,"-5"4"0"0,0 1 0 0,-4 2 0 0,-4 2 0 0,-2 0 0 0,2 10 476 0,-3 2-210 0,0 5-119 0,0 0 268 0,0 4-189 0,-4-1-95 15,3 0 395-15,1-1-235 0,0 0-132 16,0-2-60-16,1 3-69 0,7-7 7 16,3 3 0-16,5 0 9 0,0-6-572 0,1-2 281 0,3-5 141 15,-1-2 71-15,1-1-797 0,3 0 421 0</inkml:trace>
  <inkml:trace contextRef="#ctx0" brushRef="#br0" timeOffset="135038.15">20782 12262 1427 0,'0'-10'0'0,"2"3"0"0,-2 0 0 0,5-1 0 0,1 8 0 0,1 0 0 0,4 0 67 0,2 10 0 15,2 12-30-15,1 5 9 0,0 6 735 0,-4 4-372 16,1 6-186-16,-2 4-94 0,-5 1-18 16,0 6-28-16,-4-4-9 0,-2 0-191 0,-2 3 76 15,-10-6 39-15,-5-3-117 16,-2 3 87-16,-3-18 30 0,0-6 0 0,-3-8-514 15,3-8 266-15,1-5 49 0,-4-2 91 0,9-9-555 16,2-16 315-16</inkml:trace>
  <inkml:trace contextRef="#ctx0" brushRef="#br0" timeOffset="135272">20995 12155 2101 0,'18'-9'0'0,"1"2"0"0,3 4 0 0,1 0 0 0,2 3 0 0,-7 0 0 0,-2 7 0 0,0 7 0 0,-4 0 262 15,-1 5-113-15,-2 0-42 0,-6 3-39 0,-1 0-1 16,-2 1-30-16,-3 2-39 47,-11-1 0-47,0 1 48 0,-6-4-9 0,1-2 54 0,0-2-27 0,2-4 0 0,2-1 161 0,-2 0-84 0,12-9-57 0,0 2-24 0,5-4 67 0,0-1-45 0,0 0-1 0,10 0-111 16,10 0 29-16,0 0-1 0,6-7 39 15,-2-3-583-15,2 1 283 0,1-1 156 0,-5 0 40 16,-2 3-399-16,-4-3 172 0,-6 3 131 15,0 0 46-15</inkml:trace>
  <inkml:trace contextRef="#ctx0" brushRef="#br0" timeOffset="135474.67">20630 10679 2355 0,'-6'0'0'15,"3"0"0"-15,1 5 0 0,2 17 0 0,0 15 0 0,0 13 0 0,-2 15 0 0,1 20 0 0,-1 10 0 0,0 3 206 0,2 4-74 0,0-22-391 0,2-12 148 0,8-3 75 16,3-6 38-16,3-2-705 16,0 6 340-16</inkml:trace>
  <inkml:trace contextRef="#ctx0" brushRef="#br0" timeOffset="135639.85">21639 11803 3086 0,'12'-11'0'0,"2"2"0"0,4 9 0 0,3-3 0 16,-6 3 0-16,-4 0 0 0,-6 3 0 0,-2 0 0 0,0 5 452 0,-3 1-213 0,0 2-101 0,0 0-122 0,-5 0-947 0,-3 3 425 0</inkml:trace>
  <inkml:trace contextRef="#ctx0" brushRef="#br0" timeOffset="136419.01">22566 11269 2188 0,'-18'23'0'0,"0"6"0"16,1 7 0-16,-5 14 0 0,3 3 0 0,4 10 0 0,2 9 0 0,2 5 576 0,10-2-269 0,1 9-126 15,0-17-76-15,10-1 110 0,9-4-88 0,4-3-45 0,1-4 0 16,13 2-143-16,-6-18 45 0,5-5 26 15,3-2-559-15,3-5 294 0,-3-3 145 0,5-1-759 16,-12-12 372-16,-1-5 240 0</inkml:trace>
  <inkml:trace contextRef="#ctx0" brushRef="#br0" timeOffset="136614.48">22911 11928 2420 0,'-9'-3'0'0,"0"-6"0"0,5 3 0 0,4 1 0 0,2 1 0 0,15-4 0 0,7 4 0 0,12-3 244 16,7 0-94-16,2 1-61 0,4 0 396 15,5 3-223 1,4-2-113-16,3 1-302 0,8 1 109 0,-11 1 36 0,-4 2 0 0,-3 0-669 0,-5 0 358 0,-7 0 178 16,0 2 99-16,-19 5-965 0</inkml:trace>
  <inkml:trace contextRef="#ctx0" brushRef="#br0" timeOffset="136843.85">23107 12044 1921 0,'-34'0'0'0,"4"3"0"0,9 0 0 0,7 1 0 0,7-3 0 0,7 0 0 0,5 1 199 0,17 1-81 0,10-3-40 0,4 0 309 16,7 3-165-16,-3 1-96 15,-1 0-45-15,-1 4-133 0,-3 2 45 0,1 1 10 0,-12 2 35 16,-4 2-274-16,-5 2 137 0,-10 2 68 0,-5 5-147 15,-3 3 117-15,-24 0 44 0,-10 0-39 16,-9 0 32-16,-1-4-57 0,-5-2 32 0,0-1-26 16,6-8 41-16,5-5-16 0,4-7 12 0,9 0-185 15,6 0 93-15,8-7 37 0,14-10 9 16,1-2-321-16,22-5 184 0,8-3 92 0</inkml:trace>
  <inkml:trace contextRef="#ctx0" brushRef="#br0" timeOffset="136990.47">23400 12068 2487 0,'3'0'0'0,"0"0"0"0,1 0 0 0,-2 3 0 0,-2 6 0 0,0 3 0 0,-2 8 0 0,-8 6 0 0,-2 4 470 16,1 0-221-16,1 5 247 0,1-2-267 0,5-1-229 0,4-2 0 15,0 3 0-15,3-9 0 0,11-4 0 0,5-3 0 16,3-6-177-16,4-3-81 0,2 0 158 16,-2-8 63-16,-1 0-803 0,0-8 438 0,-5-7 79 15</inkml:trace>
  <inkml:trace contextRef="#ctx0" brushRef="#br0" timeOffset="137167.72">23428 11226 1534 0,'-6'-7'0'0,"2"2"0"0,0 2 0 0,2 3 0 0,2 3 205 0,-2 11-74 0,2 8-52 16,0 7 1-16,0 6 355 0,0 6-198 15,0 6-100-15,4 5-396 0,7 0 143 16,0 2 78-16,6 1-875 0,-2 2 437 0</inkml:trace>
  <inkml:trace contextRef="#ctx0" brushRef="#br0" timeOffset="137563.41">24217 11721 2335 0,'-13'-25'0'0,"-1"2"0"0,-3 2 0 0,2 6 0 0,-4 3 0 0,-1 8 0 0,-4 4 0 0,-2 0 0 0,-4 11 0 0,7 10 281 16,4 7-121-16,2 5 64 15,5 4-93-15,1 2-39 0,9-3-32 0,2-1-50 0,0-3 26 0,3 0 1 16,9-5-1-16,2 4-192 0,6-13 91 16,-1-3 51-16,5-6 25 0,-1-8-103 0,0-1 63 15,3 0 43-15,-6-7-333 0,1-11 158 16,0-4 26-16,-5-7-118 0,1 0 108 0,2-8 45 15,-3 1 37-15,-3-3-13 0,2-7 0 16,-2-2 40-16,-1-5 0 0,2-11 71 0,-4 9-31 0,-4-3 0 16,2 3-40-16,-4 7 134 15,-2 7-67-15,0 3-43 0,-2 21 500 0,0 9-246 0,0 6-81 0,0 2-75 16,0 10 511-16,-2 12-271 16,-1 11-150-16,3 9-116 0,0 6-60 0,0 8 0 0,0 3 0 15,1 6 0-15,5-12 0 0,4 1 0 0,0-4 0 16,5-2 0-16,2-3 0 0,5 1 0 0,-3-18 0 15,1-5-30-15,0-8-45 0,0-9-955 0,-2-4 486 16,0-2 245-16,-4 0 136 0,-3-6-541 0,-3-12 334 16</inkml:trace>
  <inkml:trace contextRef="#ctx0" brushRef="#br0" timeOffset="137689.19">24602 11690 1719 0,'0'-11'0'0,"0"0"0"0,0 4 0 0,0-2 0 0,0 1 0 0,0 7 0 0,0-2 0 0,0 3 592 0,0 0-279 0,0 3-137 0,2 9-62 0,3 5 116 0,4 1-96 0,1 2-50 0,0 2-23 0,2-3-484 0,1 3 239 0,-2-2 106 0,2-3-310 0,1-1 212 0,-2-3 107 0</inkml:trace>
  <inkml:trace contextRef="#ctx0" brushRef="#br0" timeOffset="137875.37">24899 11476 1330 0,'2'-22'0'0,"-1"7"0"0,0 2 0 0,1 2 0 0,-1 9 0 0,-1 2 0 0,0 14 659 0,0 16-311 0,-1 11-156 16,-8 12-69-16,-2 4 504 0,-3 8-296 0,2 4-147 16,-2-1-74-16,-1 4-83 0,-1 15-27 15,1-9 0-15,3-2 0 0,-5 4 0 0,4-7 0 16,-1-4-108-16,0 7-11 0,-1-21 73 0,4-4 42 16,-5-6-863-16,4-8 437 15,0-4 91-15,-3 5 143 0</inkml:trace>
  <inkml:trace contextRef="#ctx0" brushRef="#br0" timeOffset="138034.97">25164 11830 2998 0,'2'-8'0'0,"-2"0"0"0,1-2 0 0,1 3 0 0,-1 0 0 0,1 2 0 0,2-3 0 0,4 4 418 15,1 2-190-15,4-1-97 16,6 0 25-16,4 1-156 0,8 2 0 0,2 0 0 0,5 0-164 0,1 0-41 15,4 0 121-15,1 0 60 0,1 0-1119 0</inkml:trace>
  <inkml:trace contextRef="#ctx0" brushRef="#br0" timeOffset="138204.29">25937 11739 2245 0,'0'0'0'0,"0"-4"0"0,1-4 0 0,9 2 0 0,0-1 0 0,8 3 0 0,5-2 0 0,11 4 769 0,6-3-366 16,15 1-176-16,0 1-99 0,1 3-16 0,5-2-65 16,-3 2-47-16,-2 0-403 0,0 0 177 0,-17 2 127 0,-6 4 67 0,-7 3-951 15,-9 0 510-15</inkml:trace>
  <inkml:trace contextRef="#ctx0" brushRef="#br0" timeOffset="138409.96">25957 11993 1567 0,'-8'-2'0'0,"4"-1"0"0,1 0 0 16,3 2 0-16,0 1 432 0,7 0-190 0,8 0-107 0,5 9-50 0,3 3 299 0,-1 0-175 15,1 4-86-15,1 5-35 0,-4-3-79 16,-4 1-1-16,-1 4 28 0,-7 1-276 16,-3 1 137-16,-5 4 79 0,0 0-241 15,-18 0 151-15,-9-3 74 16,-4-4 38-16,-4-2-194 0,-2 1 64 0,2-10 62 0,0-5-52 0,6-4-112 0,4-2 99 15,8-3 50-15,3-13 16 0,14-5-179 0</inkml:trace>
  <inkml:trace contextRef="#ctx0" brushRef="#br0" timeOffset="138583.24">26342 11968 3021 0,'0'0'0'0,"0"0"0"15,0 1 0-15,-1 2 0 0,-4 1 0 0,-7 4 0 0,0 7 0 0,-3 3 0 0,-2 8 0 0,0 4 516 0,1 6-241 0,5 1-156 0,1 6-119 0,9-6 0 0,1-2 0 16,1-3 0-16,12-3 0 0,4-4 0 16,7-1 0-16,-4-10-709 0,4-8 297 0,2-3 223 15,-1-3 113-15,-2 0-465 0,1 0 154 0,-3-11 180 16</inkml:trace>
  <inkml:trace contextRef="#ctx0" brushRef="#br0" timeOffset="138834.43">26487 11966 1313 0,'1'-14'0'16,"2"4"0"-16,4 0 0 0,4 1 0 0,3 2 0 0,-3 2 0 0,8 4 143 0,-2 1-57 0,0 0-26 0,0 6 0 15,-2 6 74-15,-3 3-49 0,1 6-16 0,-10-2-70 16,-3 3 0-16,0 2 37 0,-9-2-1 0,-10 2-3 31,-1 1 13-15,1-8-10-16,-2-1 255 0,-2 1-127 0,4-7-63 0,0 2-33 0,1-2 371 0,8-3-206 0,-1-5-98 0,8 2-50 31,0-1 176-15,3 2-228-16,3-5-32 0,12 0 0 0,7 0 0 0,6 0 0 0,2-5 0 0,1 2-376 0,-3-1 93 0,3-3 160 0,-5 2-355 0,0-1 248 15,-5 1 34-15,0-1 88 16,-12-1-585-16,-5 2 328 0,-4-5 165 0</inkml:trace>
  <inkml:trace contextRef="#ctx0" brushRef="#br0" timeOffset="139008.1">26432 11197 2076 0,'-6'0'0'0,"-2"0"0"0,4 0 0 0,2 0 0 0,1 4 0 0,1 6 0 0,0 5 129 0,0 7-46 0,0 5-16 0,0 7 68 16,0 7-51-16,0 6-23 0,0 2-1 15,1 3-464-15,1 8 228 0,1-10 102 0,1-3-869 16</inkml:trace>
  <inkml:trace contextRef="#ctx0" brushRef="#br0" timeOffset="141917.9">28400 10012 557 0,'-7'-2'0'0,"5"-2"0"0,-1 1 0 0,0-1 0 0,-2 1 0 0,2 1 394 0,0 1-179 15,1 0-90 1,1-2-44-16,-1 2 178 0,-1-1-102 0,2 1-65 0,1-2 83 0,0 3-69 0,0 0-35 15,0 0 0-15,0 0 105 0,0 0-75 0,0 0-32 16,1 0 54-16,5 3-44 16,-2 1 0-16,3 3-33 0,0 0 119 0,0 1-64 0,2 4-33 15,-2-1 1-15,6 3 42 0,0 6-28 16,-1-2-10-16,4 2-10 0,2 3-27 16,3 4 0-16,2 0 1 0,7 7-144 15,-3-3 67-15,4 1 38 0,-4-1-222 0,2 1 128 0,-5-1 45 0,-1 1 14 16,-6-8-124-16,-8-2 48 15,-2-2 51-15,-6-5 24 0,-1-6-366 0,0 2 174 0,0-7 102 16,-5-2-470-16,-5-2 281 0</inkml:trace>
  <inkml:trace contextRef="#ctx0" brushRef="#br0" timeOffset="143229.99">27182 11825 1678 0,'-1'-7'0'0,"-3"-1"0"0,3 0 0 15,-2-1 0-15,0 1 0 0,1-2 0 0,1 0 0 0,-1-1 0 0,2-1 0 0,-2-1 150 0,1 2-57 0,-3-3-28 0,3 3 43 0,-6-1-35 16,3 1 8-16,-1 2 53 0,-1 1-49 16,-2 5-24-16,-2 3 0 0,-1 0 28 0,-7 0-18 0,2 20-8 15,-3 7-26-15,0 11 165 0,-1 4-82 16,2 6-42-16,3 6 219 16,4-3-135-16,6-2-63 0,5-2-31 0,0-5-12 0,2-1-56 0,9 0 0 15,7-14 0-15,2-7 0 0,4-8 0 0,-1-5 0 16,-1-7 0-16,4 0 0 0,-2-10 0 0,-2-12 0 15,-2-7 0-15,2-5 0 16,-3-5 0-16,1-6-349 0,-5 1 125 0,-3-2 53 16,1-4-83-16,-2-1 109 0,1-10 45 0,-2 5 36 15,-4-6-20-15,-2-7 24 47,4 1 0-47,-5-1 23 0,2-2 71 0,-4 25-30 16,-1 10-1-16,0 12-40 0,-5 12 153 0,-1 9-77 0,-4 3-47 0,4 3 465 0,-4 21-231 0,5 4-69 0,-2 12 217 0,2 4-191 0,2 11-183 15,3-4 0-15,0 3 0 0,0 3 0 16,0-1 0-16,3-1 0 0,6 6 0 0,-2-12 0 0,6-3 0 0,-1-3 0 16,1-3 0-16,2-7 0 0,1 3 0 0,-5-15-501 0,1-7 146 15,-1-8 106-15,-1-6-503 0,-1 0 357 16,2 0 170-16,-6 0 99 0,2-17-408 0,0-3 248 16,-1-2 125-16</inkml:trace>
  <inkml:trace contextRef="#ctx0" brushRef="#br0" timeOffset="143441.26">27491 11838 1309 0,'10'-24'0'0,"0"-1"0"0,2 4 0 0,1 7-1 0,0 2 0 0,3 2 0 16,3 3 331-16,1 1-139 0,0 6-82 0,1 0 433 0,1 3-253 16,3 10-128-16,-4 0-63 0,4 4 201 0,-6 1-136 15,0 1-65-15,-5 1-31 0,-3 2 50 0,0 0-40 16,-6 4 7-16,-5-4-84 0,0 1 0 16,-4 0 0-16,-11 0 0 0,-4 2 0 0,-1-4 0 0,-6-2 0 15,-5 1 0-15,-4-3 0 0,2-5 0 0,-3 3 0 16,5-4-251-16,4-5 58 0,4-2 64 0,4-4 63 15,5 0-577-15,2 0 295 0,12-10 160 0,0-9-205 16,19-9 178 0,7-4 90-16,6-4-446 0,1-6 258 0</inkml:trace>
  <inkml:trace contextRef="#ctx0" brushRef="#br0" timeOffset="143581.89">27874 11696 2034 0,'20'-20'0'0,"-7"3"0"0,-4 8 0 0,-3 3 0 0,-4 5 0 0,-2 1 0 0,0 7 0 0,-11 11 404 0,-3 4-184 16,1 6 249-16,-5 2-207 0,5 1-118 0,-2 0-54 0,7 0 218 0,1 0-308 15,2 1 0-15,2 4 0 0,3-7 0 0,0-1 0 16,15 0 0-16,6-3 0 16,4-4 0-16,12-1-129 0,2-11 37 0,4-7-854 15,3-2 408-15,-3-1 265 0,2-15-344 0</inkml:trace>
  <inkml:trace contextRef="#ctx0" brushRef="#br0" timeOffset="143760.84">28346 11531 2501 0,'4'-16'0'0,"-1"-1"0"15,1 9 0-15,4 3 0 0,1 5 0 0,3 0 0 0,2 12 0 0,1 10 0 0,2 7 0 0,0 7 743 0,3 8-353 0,-1 4-177 0,-1 1-129 0,1 9-84 16,-10-7 0-16,-1 5 0 0,-6 4 0 0,-2-2 0 0,-2 5 0 16,-14 4 0-16,-7-14 0 0,-7-4 0 0,-4-2 0 15,-2-6-268-15,-2-6 116 0,-6 2 103 0,8-19-117 16</inkml:trace>
  <inkml:trace contextRef="#ctx0" brushRef="#br0" timeOffset="143915.91">28809 12452 3445 0,'1'0'0'0,"-1"1"0"0,2-1 0 0,-1 2 0 0,2-2 0 0,-2 3 0 0,1-1-2 0,0 0 0 0,1-2-41 0,-1 0 9 16</inkml:trace>
  <inkml:trace contextRef="#ctx0" brushRef="#br0" timeOffset="156587.16">26601 9186 991 0,'-6'-12'0'0,"3"5"0"0,1 2 0 0,2 0 0 0,0 3 0 0,0-1-2 0,0 0 641 0,2 3-309 16,7 0-148-16,8 0 250 0,0 0-200 16,5 8-97-16,4 4-41 0,-2-1 207 0,5 3-132 15,0 3-66-15,3 4-7 0,-1-2-28 0,2 5 9 16,-2-2-38-16,-2 0-53 0,-2-1 26 0,-2 2 0 0,-5-4 23 15,3 3-140-15,-10-7 65 16,-4-5 39-16,-4 1-235 0,-3-8 133 0,-2-1 14 0,0-1 53 16,0-1-282-16,-9 0 145 0,-2-6 44 0,-1-6-427 15,1-1 250-15,-1 0 138 16,3-1 65-16,1 1-510 0</inkml:trace>
  <inkml:trace contextRef="#ctx0" brushRef="#br0" timeOffset="156936.56">27055 8939 1295 0,'-5'-9'0'0,"3"0"0"0,-1 1 0 0,0 1 0 0,-1 2 0 0,2-1 295 0,0 4-133 0,2 0-62 0,0 2 223 15,0 0-142-15,0 0-71 0,0 7-26 0,0 5 27 16,0 8-37-16,0 4 1 0,0 3 166 0,0 11-101 0,0 4-41 15,0 3-35-15,-6 4 178 0,-1 2-101 16,0 6-52-16,0 2 16 16,-4 11-105-16,4-7 0 0,-1-3 0 0,2 0 0 15,4-7 0-15,-1-5 0 0,2 2 0 0,1-20 0 16,0-5 0-16,0-9 0 0,1-5 0 0,3-1 0 16,-3-10 0-16,2 0 0 0,0 0 0 0,-2-4 0 15,-1-4 0-15,2 3 0 0,-2 1-4 0,0-3-58 16,0 0-1-16,0 3-154 0,0-3 91 0,0 2 25 15,0 1 35-15,0-2-335 16,0 4 180-16,0-4 92 0,0 2-188 0,0-2 129 0,0-2 80 16,0 2-471-16,0-4 270 0</inkml:trace>
  <inkml:trace contextRef="#ctx0" brushRef="#br0" timeOffset="157730.24">26138 11255 1250 0,'-7'-7'0'0,"3"-3"0"0,1 3 0 0,1 5 0 0,-2-1 0 0,4 2 0 0,0 1 384 0,1 0-173 0,8 0-86 16,4 9-43-16,4 5 275 15,-2-2-164-15,3 4-78 16,1 0-38-16,0 3 67 0,1-3-53 0,2 1-17 0,-5 0-19 0,0-2-16 0,0 1-1 16,0-1-216-16,-3-3 108 0,3 5 64 15,-8-7 18-15,-1 0-382 16,0-1 193-16,-4-3 105 0,-1 1-6 0,-2-7-464 16,-1 0 240-16,0 0 132 0,0 0 65 0,0 0-128 0</inkml:trace>
  <inkml:trace contextRef="#ctx0" brushRef="#br0" timeOffset="158019.51">26506 11027 1162 0,'-8'-9'0'0,"3"3"0"0,-1 0 0 0,-1 1 0 0,2 3 0 0,1-2 0 0,3 3 504 0,-2 1-233 15,3 0-116-15,-2 1-58 0,2 12 201 0,-2 8-121 16,2 1-73-16,-2 8 74 0,-1 4-69 15,-2 5-36-15,-1 4 1 0,-3 4 98 0,2 1-72 16,-5-1-31-16,4 0-64 0,-1 2 34 0,-1-4-1 16,0 5 11-16,4-12-100 0,1-5 45 15,1-4 0-15,-1-4 45 0,3-4-127 16,2-1 73-16,0-12 2 0,0-2-63 0,0-4 17 16,0-2 36-16,0 0-143 0,0 0 80 0,0 0 19 15,0-1 25-15,0-5-106 0,0 4 59 0,0-5 9 16,0 1 8-16,0 0-352 0,0-2 193 0,0 2 97 0</inkml:trace>
  <inkml:trace contextRef="#ctx0" brushRef="#br0" timeOffset="170586.53">13237 13872 1903 0,'-11'-8'0'0,"0"2"0"0,3 2 0 0,0 1 0 0,5 1 0 0,2 2 0 0,0 0 0 0,1 0 0 0,0 0 524 0,7 0-234 15,10 0-131-15,8 0-61 0,5 2 342 78,5-2-201-62,1 0-101-16,6 0 2 0,-5 0-140 0,1 0 0 0,2 0 0 0,-3 0 0 0,-2 0 0 0,8 0 0 0,-15 0-312 0,-3 0 110 0,-4 0 120 0,-7 1 60 0,-3 5-847 0,-1 2 411 0,-10-1 199 0,0 3-403 0,-7 1 312 0</inkml:trace>
  <inkml:trace contextRef="#ctx0" brushRef="#br0" timeOffset="170734.95">13517 13872 1053 0,'-6'0'0'0,"-2"0"0"0,3 0 0 0,1 0 0 0,-2 0 0 0,1 0 238 0,3 0-100 0,-4 11-42 0,1 3 483 0,2 6-272 16,-3 7-134-16,-5 6 97 0,0 8-116 16,-3 3-49-1,-3 6-39-15,-3 4-7 0,-1 1-21 0,-2-1-1 0,-2-1 0 0,-1 2-292 16,4-13 142-16,-1-8 75 0,4-4-529 0,0-7 302 16,5-8 151-16,0-1 11 0,10-14-671 0</inkml:trace>
  <inkml:trace contextRef="#ctx0" brushRef="#br0" timeOffset="170911.02">13466 14195 1622 0,'1'0'0'0,"1"2"0"0,-1 1 0 0,1 4 0 0,1 0 0 0,0 5 0 0,1 1 1095 16,0 6-528-16,1 3-266 0,1 2-131 0,0 5 6 0,0 0-176 0,1-2 0 15,-1 2 0-15,2 0-65 0,-4-4 1 0,3 3 60 16,-4-8-738-16,-2-3 380 0,1-4 192 0,0-8-647 15,-2 3 381-15,0-8 204 0,0 0 97 0</inkml:trace>
  <inkml:trace contextRef="#ctx0" brushRef="#br0" timeOffset="171068.78">13636 14209 1675 0,'0'0'0'0,"0"0"0"0,0 0 0 0,0 0 0 0,0 0 0 0,0 0 0 0,0 3 0 0,0 4 846 0,1 0-404 0,3 5-203 0,1-1 33 0,3 2-118 15,-3 4-49-15,1-2-38 32,2 0-538-17,0 0 254-15,-2 0 127 0,2-1-758 0,-2-3 443 0,2-2 211 0,-2-6 111 0</inkml:trace>
  <inkml:trace contextRef="#ctx0" brushRef="#br0" timeOffset="171581.15">13832 13849 1554 0,'8'-12'0'15,"1"4"0"-15,2 1 0 0,1-1 0 0,5 2 0 0,1-1 0 0,5-1 0 0,-1 3 0 0,0 4 400 0,4-2-181 0,-2 3-91 0,2 0-57 0,-7 0-8 0,0 6-26 0,-4 4 0 16,-3 3-256-16,-7 3 128 0,0 4 74 16,-5-1 22-16,0 3-82 0,-5 0 57 15,-6-1 28-15,-3 0-55 0,-3 4 41 0,-1-7-55 16,-3-2 220-16,1 1-103 0,-2-4-32 0,6 1-34 0,-4-3 262 15,5-3-114-15,4-3-62 16,3-3-1-16,4-1 27 16,0 1-32-16,4 1 10 0,0-3-43 0,0 0-134 0,9 0 67 0,5 0 33 15,2-3-114-15,0 0 83 0,1-1 28 0,-3 1 0 47,1 2-343-16,0-2 173-31,-3 2 43 0,-1-1-117 0,-5 2 108 0,2 0 50 0,-4 0 24 0,-3 0 64 0,-1 0 0 0,0 2-48 0,0 3 9 0,-10 2 140 0,-1 1-69 0,-3 1-36 0,-3 1 0 0,-1 5 55 0,2-4-38 0,-3 0 20 16,3 2 186-16,2-2-80 0,0 1-65 16,2-2 45-16,4-2-49 0,4 0-1 0,3-2 0 0,1 0-148 15,0-3 56-15,2-1 39 0,15 1-8 0,-3-3-165 16,5 0 87-16,0 0 31 0,1 0-92 0,2 0 53 16,-3 0 36-16,-1 2-5 15,-2 5 4-15,1-2-7 0,1 7 21 0,-5 0 45 0,-3 3 0 0,-1 1-53 16,-3 2 9-16,-4 1 51 0,-1 3-6 0,-1-3-28 15,-1 2-9-15,-10-1 86 0,-6-1-39 0,-2-6-8 16,-1 4-60-16,-1-8 9 16,-3-4 27-16,0-5-121 15,4 0 58-15,1 0 26 0,-2-3-2 0,8-13-346 0,3-6 175 0,4-5 88 0</inkml:trace>
  <inkml:trace contextRef="#ctx0" brushRef="#br0" timeOffset="171757.82">14363 13754 1027 0,'5'2'0'0,"1"4"0"0,0 2 0 0,-1 5 0 0,-2 4 0 0,-1 8 748 0,-1 8-355 0,-1 9-178 15,0 5 432-15,0 6-310 0,0 0-150 0,0 6-75 16,0-1-44-16,0-2 0 0,-1 8-21 0,-1-16-242 16,1-3 117-16,-1-3 57 0,0-1 29 15,2-7-807-15,-4 3 428 0,4-13 199 0,-3-7 104 0</inkml:trace>
  <inkml:trace contextRef="#ctx0" brushRef="#br0" timeOffset="171920.92">14715 14047 2228 0,'8'0'-1'0,"2"-2"1"0,-3 2 0 0,0 0 0 0,-3 0 0 0,-1 12 0 0,-1 3 389 0,-2 7-167 0,0 4-97 0,-3 4 153 0,-8 7-121 0,-4 2-60 16,-1 3-30-16,-5 4-106 0,1-7 33 0,2-3 0 15,-3-3 42-15,0-4-552 0,0-3 275 16,-1-3 149-16,4-12-814 0,2-8 461 0</inkml:trace>
  <inkml:trace contextRef="#ctx0" brushRef="#br0" timeOffset="172102.33">14595 13759 1588 0,'7'-4'0'0,"-1"1"0"15,3 3 0-15,5 0 0 0,-3 10 0 0,5 9 799 0,1 11-382 0,2 8-190 0,1 10-95 0,5 9 323 0,-5 5-214 16,3 6-169-16,2 4-72 16,-1 1 0-16,1 5 0 0,-2-16 0 0,0-6 0 0,1-4-88 15,-4-10-2-15,0-6-915 0,0 2 530 16,-7-20 252 0</inkml:trace>
  <inkml:trace contextRef="#ctx0" brushRef="#br0" timeOffset="173145.89">15326 13926 1362 0,'0'0'0'0,"0"3"0"0,0-3 0 0,0 6 0 0,0 0 0 0,2 6 196 0,1 6-80 16,0 6-39-16,0 11 306 0,2 6-178 16,1 7-84-16,0 1-43 0,1 4 11 0,0-6-26 15,5 5 8-15,-3-16-35 0,2-6-37 0,2-8 37 16,2-5 0-16,2-8-81 0,0-6 49 31,0-3-9-31,3-9-77 0,-3-14 59 0,4-8 29 0,-2-4 1 0,2-6-169 0,-4 1 61 0,-1-3 54 16,1 1-5-16,-3-2-25 15,1 1 14-15,1-5 18 0,-4 11-8 0,-4 6 73 0,0 2-17 0,-3 12-31 32,-5 5 345-32,2 3-164 0,-2 9-71 0,0 0 396 0,0 9-211 0,-5 12-116 15,-1 8-57-15,-1 6 170 0,5 3-264 0,-2 3 0 16,4 2 0-16,0 4 0 0,0-4 0 0,6 6 0 16,7-7 0-16,4-4 0 0,2-3 0 0,6-4 0 15,0-5 0-15,7-2 0 16,-7-10 0-16,3-7-646 0,-3-2 145 0,-3-5 240 0,-2 0 77 0</inkml:trace>
  <inkml:trace contextRef="#ctx0" brushRef="#br0" timeOffset="173324.56">16378 14389 3205 0,'0'0'0'0,"0"0"0"0,0 0 0 0,0 1 0 0,0-1 0 0,0 0 0 0,0 0 0 0,0 0 0 0,0 0 9 0,0 0 25 0,0 0 1 0,-2 0-1 0</inkml:trace>
  <inkml:trace contextRef="#ctx0" brushRef="#br0" timeOffset="176312.57">18310 14662 1365 0,'-8'-10'0'0,"0"1"0"0,-3 0 0 0,3 1 0 0,-3-4 0 0,2 2 0 0,0-1 0 0,1 0 0 0,-3-3 221 0,3 1-92 0,0-3-37 16,1 2-32-16,2 1-49 15,-3 1 0-15,4 2 26 32,-1 3-26-32,-1-1 9 0,1 5 17 0,-4 3-24 0,1 5 0 0,-2 13 23 15,-2 7 1-15,-1 9 50 0,2 1-10 0,1 6-40 0,0 3 0 0,6-2 36 16,-1 1-33-16,5-9-1 0,0-2-32 0,0-4 0 16,8-6 33-16,4-5-3 0,7-1-83 0,-2-11 35 15,5-5 0-15,3 0-119 0,0-21 75 0,0-7 37 0,0-4 13 0,-3-8-229 16,-2-2 114-16,-3-5 33 15,-3-2 35 1,0-4-66-16,1-7 34 0,-7 2 20 0,-3-7 0 0,-3-3 115 0,-2-2-44 0,0 2 0 16,0-5 24-16,0 25-30 0,-3 14 0 0,-4 10 318 31,1 14-164-31,-3 8-59 0,4 2-48 0,0 12 371 0,-1 16-191 0,1 7-96 0,2 12-48 0,3 3 177 16,0 11-104-16,0-7-65 0,2 5 74 0,4 1-64 15,4-1-33-15,0-1-39 16,1 11-30-16,0-14 0 15,2 2 0-15,2-4-86 0,1-5-8 0,-2-4 65 0,4 2 43 0,-5-17-656 16,1-7 324-16,-3-5 106 0,0-11 99 16,1-6-678-16,2-2 369 0</inkml:trace>
  <inkml:trace contextRef="#ctx0" brushRef="#br0" timeOffset="176574.84">18674 14365 1652 0,'0'-3'0'0,"0"-3"0"0,0 0 0 0,1 1 0 0,5 2 0 0,3 0 0 0,2 2 255 16,4-2-109-16,2 1 40 0,8 2-74 0,3 0-29 16,2 0-9-16,1 5 5 0,0 2 0 0,-1 5-42 15,-4 5-1-15,-1 3-76 0,-12 4 34 0,-8 7-1 16,-5 3 44-16,0 8-28 0,-18 1 1 0,-7 7 36 16,-4-3 308-16,-6-1-159 0,-2 2-79 0,2-3 198 0,2-4-150 15,0 4-164 1,11-19 0-16,7-2 0 0,8-6 0 0,7-4 0 0,0-2 0 15,10-1 0-15,11-9 0 0,7 1 0 0,7-3 0 0,1 0 0 16,3 0 0-16,4-6 0 0,-4-6 0 16,2-3 0-16,-1 2 0 0,-1-3-1216 15,-5 3 311-15,1-1 424 0</inkml:trace>
  <inkml:trace contextRef="#ctx0" brushRef="#br0" timeOffset="176751.61">18710 14661 1711 0,'-15'-6'0'0,"2"1"0"0,5 2 0 0,5 1 0 0,3 1 0 0,0 1 0 0,10 0 756 0,10 0-360 16,6 6-180-16,2 1 139 0,5 4-151 0,0 0-88 16,0-1-41-16,1 1-261 15,-1 0 111-15,1-2 55 0,6 1 37 0,-7-3-932 0</inkml:trace>
  <inkml:trace contextRef="#ctx0" brushRef="#br0" timeOffset="176897.87">19316 14483 2849 0,'0'0'0'0,"0"0"0"0,0 0 0 0,0 0 0 0,0 0 0 0,0 0 0 0,2 0 0 0,7 0 0 0,2 0 273 0,6 0-123 16,2 0-57-16,4 5-651 15,3-4 296-15,3 3 150 0,3-2 82 0</inkml:trace>
  <inkml:trace contextRef="#ctx0" brushRef="#br0" timeOffset="177049.45">19432 14720 1937 0,'-13'2'0'0,"1"1"0"0,4-2 0 0,0 0 0 0,5-1 0 0,0 3 206 0,3 0-89 0,3-3-41 0,13 1 792 16,8-1-416-16,4 0-208 0,4 0-213 15,-3 3-31-15,1-3 0 0,-1 2 0 0,-1 0-75 16,0 1-204-16,0-1 167 0,-5 0 69 0,-2 1-463 0</inkml:trace>
  <inkml:trace contextRef="#ctx0" brushRef="#br0" timeOffset="178375.38">20039 14437 1337 0,'-11'0'0'0,"-1"0"0"0,3 0 0 0,0 0 0 0,2 0 0 0,4 0 0 0,3 2 404 0,0 1-184 15,17-3-91-15,13 0-46 0,9 0 556 16,12 0-305-16,8 0-149 0,8 0 214 0,6 0-198 15,3 0-201-15,20-6 0 0,-3 0 0 0,7 1 0 16,4-3 0-16,-1 1 0 0,-5 1 0 0,7 3 0 16,-26 0 0-16,-5 3 0 0,-11 0 0 0,-3 0 0 15,-9 3 0-15,3 4-334 0,-20-3 112 0,-4 1 31 16,-5-4-314-16,-7 1 234 0,-5 3 117 16,-4-5-97-16,-9 0 112 0,0 2 50 0,-6 1 26 15,-10 1-322-15,-8-1 165 0,1 5 96 0</inkml:trace>
  <inkml:trace contextRef="#ctx0" brushRef="#br0" timeOffset="178631.41">20152 14757 3015 0,'-9'0'0'0,"-4"0"0"0,5 0 0 0,0 0 0 0,2 5 0 0,1 11 0 0,2 4 0 0,-3 8 0 0,5 4 0 0,0 9 0 0,1 7 0 0,0 8 0 0,0 3 488 15,0 8-216-15,0-6-206 16,0-1-1-16,1 1-40 0,0-6-25 0,4-1-314 0,-2 1 160 0,0-14 91 16,0-5 49-16,1-4-262 15,-2-5 156-15,3-1 78 0,-2-4-95 0,2-12-651 16,-1-10 376-16</inkml:trace>
  <inkml:trace contextRef="#ctx0" brushRef="#br0" timeOffset="178793.68">20210 15186 2215 0,'0'-14'0'0,"0"3"0"0,2 1 0 0,4-3 0 0,3 4 0 0,7 2 0 0,3 3 381 0,5 1-172 0,7 1-86 0,5 0 212 15,-1 2-154-15,3 0-71 16,-1 0-37-16,1 0-155 0,0 0 59 0,1 4 40 15,-11-1-10-15,-2 0-670 0,-6-2 350 0,-4 3 175 16,-6-1-722-16,-2 1 438 0</inkml:trace>
  <inkml:trace contextRef="#ctx0" brushRef="#br0" timeOffset="178975.49">20468 14887 849 0,'-9'0'0'0,"0"0"0"0,0 0 0 0,3 5 0 0,-2 7 560 0,2 3-267 15,4 6-128-15,1 6-64 0,1 14 400 16,0 0-232-16,0 12-107 0,1-1-67 0,4 4-15 16,1 2-1-16,1-1-42 15,-3 6-203-15,1-13 96 0,-2-4 54 0,0 0-431 0,0-7 243 0,-1-4 120 16,4 1 69-16,0-18-684 16,2-7 284-16</inkml:trace>
  <inkml:trace contextRef="#ctx0" brushRef="#br0" timeOffset="179194.41">20966 14798 2728 0,'-18'0'0'0,"-4"3"0"15,8 11 0-15,-3 5 0 0,1 10 0 0,1 9 0 0,4 6 0 0,0 14 0 0,10 0 719 0,1 3-340 0,0 4-274 16,8-1-105-16,7-3 0 15,5 3 0-15,1-17 0 0,3-3 0 0,2-2 0 0,1-3 0 0,-1-7 0 16,2 3-171-16,-7-17 47 0,-2-5 80 0,-4-7-864 16,1-4 448-16,-1-2 156 0,-2-2 124 15</inkml:trace>
  <inkml:trace contextRef="#ctx0" brushRef="#br0" timeOffset="179355.58">21196 14782 1316 0,'-7'-9'0'0,"-1"-3"0"0,3 5 0 0,0 3 0 0,2 2 0 0,3 0 631 0,0 2-297 16,0 0-141-16,0 11 398 0,8 5-279 15,3 1-137-15,1 5-235 0,1-1 48 0,1 4 33 16,-1-2-9-16,0 0-661 0,-2-2 342 0,2-1 172 0,-2-2 85 16</inkml:trace>
  <inkml:trace contextRef="#ctx0" brushRef="#br0" timeOffset="179653.52">21463 14691 549 0,'0'-12'0'0,"0"0"0"0,0 4 0 0,0 3 0 0,0 1 0 0,0 4 692 0,0 0-328 16,-1 9-156-16,-7 11 351 0,-4 8-262 0,-4 6-131 16,-1 8-248-16,-4 4 59 0,0 6 38 0,-1-4-8 0,-2 2-191 0,3-2 110 15,-6 4 55-15,1-2 27 0,-4 3-388 16,4-15 203-16,-1-6 106 0,3-5 54 15,0-10-378-15,-2 3 163 16,7-18 103-16,2 0 180 0,4-2-44 16,2 0 1-16,5 0 470 0,2-2-265 0,4 0-121 0,0-3-61 0,0 2 376 0,7-2-205 15,9-2-24-15,9-2-19 0,1-2 308 16,7 4-216-16,3-4-108 0,3 1 19 0,2-1-162 16,5-1 0-16,-7 3 0 0,-2 2 0 0,1-1 0 15,-2 0 0-15,-2 2-237 16,5 1-61-16,-13 2 162 0,-4 1 86 0,-2 2-950 15,-5 0 475-15,-5 0 235 0</inkml:trace>
  <inkml:trace contextRef="#ctx0" brushRef="#br0" timeOffset="179877.39">21176 15406 1718 0,'-12'0'0'0,"4"0"0"0,4-2 0 0,1 0 0 0,3 0 0 0,0 2 0 0,4 0 500 0,11 0-232 15,4 0-116-15,3 4 54 0,0 4-75 0,-1 0-53 16,-1 4 1-16,-3 0-153 0,-3 2 55 0,2 3 36 16,-7-1-9-16,-3 2-70 0,-3 1 49 0,-3 1 25 0,0 1-132 15,-3 1 87-15,-14-2 30 0,-2-2-179 0,-3-2 63 16,-4-5 61-16,0-4-38 0,-1 3-256 16,5-10 162-16,0 0 77 0,4-4 39 0,5-13-410 15,8-9 225-15,4-3 102 0</inkml:trace>
  <inkml:trace contextRef="#ctx0" brushRef="#br0" timeOffset="180031.24">21393 15317 1399 0,'4'0'0'0,"0"0"0"0,-1 0 0 0,0 0 0 0,-1 0 0 0,0 8 0 0,-2 4 0 0,0 5 791 0,-2 2-377 0,-4 6-189 0,0 1 208 0,4 1-190 16,0 2-108-16,2-2-50 0,0-4 121 15,2 3-206-15,10-5 0 0,7 0 0 16,0-6-122-16,4-5 71 0,1-5 44 0,5-4-811 0,-1-1 426 15,3 0 223-15,-6-6 98 0</inkml:trace>
  <inkml:trace contextRef="#ctx0" brushRef="#br0" timeOffset="180327.14">21703 15044 1865 0,'0'0'0'0,"0"-3"0"0,0-1 0 0,0 1 0 0,0 1 0 0,0 2 128 0,5 0-46 15,5 2-15-15,5 14 469 0,1 5-251 16,4 10-125-16,0 5-62 0,-1 5 94 16,-1 8-69-16,-2 5-49 0,-7 1 1 0,-4 8-207 0,-5-1 84 15,0 0 41-15,-13 5-289 0,-11-13 161 0,-4-5 85 0,-8-5 43 16,-5-6-179-16,1-8 63 0,-8-5 76 0,10-18-520 0,-1-7 266 31,2 0 133-31,7-14 66 0,2-13-331 0,1-8 189 78</inkml:trace>
  <inkml:trace contextRef="#ctx0" brushRef="#br0" timeOffset="180500.03">21991 14973 2069 0,'23'-10'0'0,"-2"3"0"0,2 5 0 0,-2 0 0 0,-1 2 0 0,0 0 0 0,-9 0 274 0,-1 3-120 0,-4 7-59 0,2 1 206 0,-5 3-125 0,-3-1-74 0,0 2-102 0,-3 1 1 0,-11 0 34 16,-2 0 0-16,-4 4-104 0,2-6 47 15,-3 1 29-15,1-3 0 0,2-1 71 0,1 1 1 47,-1-1-35-47,12-4 154 0,1-3-82 0,3 1-40 0,2-2 31 0,0 1-39 0,11-2-68 0,9-2 0 0,4 0-125 0,5 0 21 16,2 0 69-16,1-4 36 0,3-1-327 0,-5 0 163 0,-2-1 94 16,-3 1 8-16,-6 2-817 0,-3-1 421 0,-1 0 202 0</inkml:trace>
  <inkml:trace contextRef="#ctx0" brushRef="#br0" timeOffset="180693.51">21384 13817 2361 0,'0'-24'0'0,"0"10"0"0,0 11 0 0,0 3 0 0,4 14 0 0,0 10 0 0,-3 6 305 16,1 2-128-16,-2 6-71 0,0 6 207 0,0-1-143 16,0 6-66-16,0 1-726 0,0 0 329 0,0 7 165 0,0 9 92 0</inkml:trace>
  <inkml:trace contextRef="#ctx0" brushRef="#br0" timeOffset="181260.05">22869 14454 1130 0,'0'-12'0'0,"0"6"0"0,0-3 0 0,-3 4 0 0,-3 0 0 0,-2 1 0 0,-3 4 0 0,0 0 340 0,-4 4-152 0,-2 9-75 0,2 6-39 16,-5 7 218-16,1 6-133 0,0 4-61 15,-1 10 43-15,2 3-53 0,3 4-25 0,2 7 93 16,10-11-64-16,3 0-28 0,0-4 0 0,15-7-59 16,4-8 0-16,4-2 41 15,2-18-9-15,0-8-193 0,0-2 96 16,1-5 48-16,-1-13 25 0,2-9-313 0,-7-5 156 0,-4-7 38 0,1-5-299 16,-6-6 174-1,1-3 98-15,-1-7-44 0,-6 6 75 0,-2-1 32 0,-1-6 1 0,0-4-47 16,0-3 40-16,-1-12-10 0,0 15 50 0,3 0 74 15,-1 9-36-15,1 10-1 0,-3 12-38 0,1 9 342 16,-2 20-166-16,0 5-88 0,0 15 416 16,0 16-199-16,0 11-124 0,0 11 140 15,0 6-128-15,0 8-59 0,0 4-31 0,0 3 112 0,0-1-71 0,0 12-25 32,1-16-10-32,5 1-76 0,4 1 0 0,-2-3 41 0,7 5 8 0,2-22-299 0,5-6 146 15,-1-12 72-15,3-7-682 16,3-11 322-16,1-1 190 0,0-14-554 0</inkml:trace>
  <inkml:trace contextRef="#ctx0" brushRef="#br0" timeOffset="181478.54">23578 14071 2548 0,'-24'6'0'0,"-5"6"0"0,-1 12 0 0,7 9 0 0,-2 8 0 0,6 8 0 0,0 6 0 0,9 8 415 0,1 8-180 0,9-13 397 16,3-2-531-16,14-6-101 0,9-2 0 16,2-3 0-16,3 3 0 0,-1-16 0 15,3-2 0-15,-2-1 0 0,0-7 0 0,-1-1-10 0,0 2 9 16,-6-9-845-16,-1-2 421 0,-4 0 227 0,1-5-815 16</inkml:trace>
  <inkml:trace contextRef="#ctx0" brushRef="#br0" timeOffset="181703.25">23989 13961 2865 0,'0'-26'0'47,"-2"3"0"-47,-2 5 0 0,2 3 0 0,2 9 0 0,0 5 0 0,0 1 0 0,0 0 0 0,3 7 0 15,10 8 423-15,-1 0-197 0,1 7 48 0,2 0-131 0,0 4-143 0,0 1 0 0,0 3-360 0,0-2 102 0,-4 2 146 0,0-2 75 0,1 0-908 0,-4-3 491 0,6 2 254 0,-7-8-30 0</inkml:trace>
  <inkml:trace contextRef="#ctx0" brushRef="#br0" timeOffset="181975.54">24384 13876 1855 0,'0'0'0'0,"0"0"0"0,0 0 0 0,0 0 0 0,-5 0 0 0,-6 11 0 0,-1 8 0 0,-7 8 432 0,-7 5-203 0,-1 3-97 0,-6 8-47 0,-4 3-176 0,-5 8 73 15,3-4 22-15,-1-2 0 0,-1-2-53 0,0-3 42 16,3-8 0-16,-2 1-134 0,15-15 83 16,3-7 45-16,4-5 1 0,7-5 30 0,3 1 1 15,2-5-56-15,6 0 353 0,0 0-154 31,3 0-80-31,8 0-38 0,4 0 390 0,9-3-190 0,1-1-108 0,3-1-50 0,6 0-4 16,2-1-82-16,1 2 0 0,6-3 0 0,-6 2 0 0,0 0 0 16,2 2 0-16,-2-3 0 0,2 3 0 0,4-1 0 15,-8 0 0-15,-2 3-152 16,-5-1 60-16,0 2 65 0,-6 0-1102 0,2 0 537 16</inkml:trace>
  <inkml:trace contextRef="#ctx0" brushRef="#br0" timeOffset="182214.62">23965 14676 2081 0,'0'-4'0'0,"-1"-1"0"0,1 3 0 0,0-1 0 0,6 3 0 0,8 0 0 0,5 0 475 0,2 0-220 0,7 0-110 0,-3 10-54 15,3 0 68-15,-4 4-66 0,-4 3-29 0,-4 3-138 16,-4 4 54-16,-4-3 28 0,-4 8 9 0,-4-3-153 15,-7 2 85-15,-13-2 44 0,-6 0-15 0,-4-3 29 16,-4 2 8-16,-1-10 21 16,1-1-202-16,1-7 86 0,2-2-20 0,6-5 42 15,-1 0-348 1,16-5 190-16,9-13 90 0,1-6 46 0,9-6-544 0</inkml:trace>
  <inkml:trace contextRef="#ctx0" brushRef="#br0" timeOffset="182367.95">24290 14650 2719 0,'0'0'0'0,"0"0"0"0,-2 0 0 0,-1 2 0 0,-2 3 0 0,-3 5 0 0,-4 2 0 0,1 7 0 0,-3 1 462 16,3 4-214-16,3 2 254 0,4 4-502 15,2 2 0-15,2-4 0 0,4-2 0 0,14 1 0 16,9-6 0-16,5-3 0 0,8-2 0 0,0-7-159 16,4-5 78-16,-1-4 58 0,0 0-842 0,-2-6 451 0,5-4 101 15</inkml:trace>
  <inkml:trace contextRef="#ctx0" brushRef="#br0" timeOffset="182574.49">24806 14047 1725 0,'13'-31'0'16,"3"2"0"-16,4 19 0 0,5 9 0 0,1 1 521 0,6 11-242 15,-6 15-122-15,3 8-52 0,-7 12 307 0,-6 10-188 0,-1 9-95 0,-6 8-46 16,-4-1 213-16,-2 14-296 0,-3-11 0 15,-16 1 0-15,-10 0 0 0,-4 2 0 0,-7-2 0 16,-11 9 0-16,4-20 0 0,-7-5 0 0,3-10-375 16,-1-4 109-16,3-10 150 0,-6-3-18 15,7-16-332-15,1-8 207 0</inkml:trace>
  <inkml:trace contextRef="#ctx0" brushRef="#br0" timeOffset="183170.33">18578 16029 1294 0,'0'-5'0'15,"-4"-3"0"-15,1-2 0 0,2 4 0 0,1-2 0 0,0 3 0 0,12 1 310 0,10 2-137 16,3 0-68-16,9 2 367 0,2 0-223 0,7 2-106 0,5 10-54 0,10 7 198 0,11 1-126 0,20 6-54 16,5-2 362-16,15 0-397 15,15-1-72-15,18-7 0 0,17-4 0 0,30-7 0 16,-15-5 0-16,16 0 0 0,11-17 0 0,8-5 0 15,9-2 0-15,25-5 0 0,-20-1 0 0,17-4 0 16,23-2 0-16,1 3 0 0,13 5 0 16,16 1 0-16,-40 7 0 31,2 6 0-15,7 2 0-16,-9 1 0 0,-9 6 0 0,4 3 0 0,-55 2 0 0,1 0 0 0,-17 0 0 0,-17 11 0 0,-16 5 0 0,-10 1 0 31,-41 0 0-31,-13 2 0 15,-12 0 0-15,-12 1 0 0,-15-3 0 0,-10 1 0 0,-19-4 0 0,-10-5 0 0,-2-1 0 0,-1-1 0 0,-18-2 0 0,-6-3 0 16,-8 1 0-16,-5-3 0 0,0 0-1148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57" units="1/cm"/>
          <inkml:channelProperty channel="Y" name="resolution" value="1820.3889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12-21T01:32:19.1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12791 2400 1024 0,'0'-16'0'0,"0"6"0"0,0-1 0 0,-3 1 0 0,2-1 0 0,1 0 85 0,-2-6 10 0,2 4-55 0,-2 0 193 16,2-2-96-16,-1 1-49 15,-1-1 0 1,-1-2 79-16,1 2-68 0,0-1-30 0,-2 1 43 0,-2 1-36 16,3-1 0-16,-2 0-26 0,2 4 37 0,-3-2 0 0,1 3-47 0,-1 3 30 15,0 0-1-15,-2 2-19 0,3 2-10 0,-4 3 43 16,-2 0-43-16,2 8 0 0,1 9 0 0,-3 5 62 15,3 5-36-15,4 2-1 0,2 7 75 0,2 3-51 16,0 4 1-16,0 6-41 16,0-2 48-16,4 3-28 0,3-2-1 0,1 5-98 15,3 3 35-15,1 7 9 0,-3-10 8 0,2 3-39 16,-6-3 19-16,1 1 0 16,-2-4 11-16,-2 7-151 0,-2-13 46 0,0-3 57 0,0-3-159 0,-10-4 96 15,-1 6 10-15,-3-14 38 0,0-3-111 0,-2-2 63 16,0-4 16-16,-1-4-182 15,2 1 101-15,1-12 67 0,3-2 28 0,0 0-392 0,2-1 209 16,-1-14 106-16,1-5 43 0,1-7-207 0</inkml:trace>
  <inkml:trace contextRef="#ctx0" brushRef="#br0" timeOffset="166.04">12376 2671 2484 0,'-18'-2'0'0,"7"-3"0"0,5 3 0 0,3 0 0 0,3-1 0 0,3 1 0 0,11-2 0 0,11-2 0 0,4 0 394 0,4 1-178 0,5-5-88 0,1 3 128 16,6 2-99-16,-6-2-63 0,2 2-27 16,2 1-351-16,-1-2 163 0,2 1 80 0,1 2 50 0,-9 1-642 15,-2 2 337-15,-3 0 167 16,-5 0-325-16,-4 2 232 0,3 6-19 0</inkml:trace>
  <inkml:trace contextRef="#ctx0" brushRef="#br0" timeOffset="718.71">13427 2096 1604 0,'0'-1'0'0,"0"-2"0"16,0 0 0-16,0 1 0 0,0 2 0 0,0 0 306 0,0 0-133 0,0 5-57 0,0 6 137 15,0 4-106-15,0 2-54 0,0 3-26 0,0 4 21 16,-2 2-38-16,-2 1-9 0,-3 0-1 0,1 5-132 16,-3-1 66-16,0 4 34 0,-3 2-277 0,1-5 150 15,-1-3 80-15,-1 0-498 16,3-5 273-16,0-2 85 0,1-1 5 0,1-11-318 15,5-3 226-15,0-7 114 0</inkml:trace>
  <inkml:trace contextRef="#ctx0" brushRef="#br0" timeOffset="918.6">13371 2341 1490 0,'6'-12'0'0,"-1"4"0"0,3-6 0 0,1 7 0 0,3-2 0 0,2 1 0 0,2 1 0 0,4-1 533 0,0 2-251 0,0 3-121 15,0 0-61-15,1-1 64 0,2 2-63 0,2-2-20 16,-4 2-236-16,2 2 98 15,-2 0 48-15,-3 0-544 0,-1 0 296 0,0 0 158 0,-7 8 65 0,-4 1-673 0</inkml:trace>
  <inkml:trace contextRef="#ctx0" brushRef="#br0" timeOffset="1649.66">13505 2493 1333 0,'-3'3'0'0,"-1"-1"0"15,1 1 0-15,-1 1 0 0,2-1 0 0,1 2 0 0,-1 2 0 0,2-1 318 0,0 2-140 0,0 0-59 0,0 2 36 0,0 2-57 16,0-3-30-16,0 6-284 16,0-5 128-16,2 4 74 0,1-3 21 0,1 0-452 15,-2 0 242-15,2-3 121 0,-3-1 62 0,0 1-462 16,1-5 166-16,-2-3 139 0,0 0 67 0,0 0 29 16,0-2 39-16,0-5 42 0,0-7 0 0,-3 0 0 15,-1-6 0-15,0 3 49 0,1-4-39 0,0 1-60 0,3 3 41 16,0-1 342-16,0 4-184 0,0-2-89 15,6 0 17-15,5 3 366 0,1 3-202 16,4 0-100 31,1 3-51-47,3 2 170 0,3-1-99 0,1 3-66 0,-2 3-45 0,1 0-10 0,-1 0 0 0,-3 10-97 16,1 1 59-16,-6 2-10 0,-5 5 48 0,-4 2-201 0,-3 1 100 0,-2 3 51 15,0 2 34-15,-4-2-261 0,-11 0 123 0,1-2 15 0,-3-1 46 0,-2-4-155 16,-1 3 78-16,2-6 39 0,0-4-41 0,1-5 46 15,3-1 0-15,3-2 46 0,-3-2-45 0,7 0 11 0,3-2 34 0,2-7-39 16,2-3 39-16,0 0 0 16,0-3-9-16,0 2 118 0,5 4-54 0,1-1-27 0,2 3-1 15,-3 0 216-15,2 3-123 0,0 0-30 0,-1 2 216 16,-1 1-116-16,0 1-69 0,-1 0 68 0,0 0-50 16,0 0-24-16,-1 0 0 0,-2 3-71 15,1 2 36-15,-2 1-1 0,0 1 11 16,0 3-64-16,0-5 27 0,0 6 0 0,-2-3 27 0,-2 1-36 15,-3 2 9-15,0 0 11 0,1-1 18 0,-1-1-21 16,1 0 8-16,1 0-45 0,1 0 43 16,1-2-6-16,3 1 4 0,0-1-32 0,0-3 31 15,0 2 10-15,0-1-9 0,3 1-16 0,6 0 15 0,-3-1 2 16,2-1-2-16,3 4-43 0,-5-4-6 16,2 4 37-16,-2-2-78 0,-1 2 35 15,-1 0-1-15,-1 3 7 0,-1-1 26 0,-2 2 3 16,0 1-1-16,0 0 16 15,-7 2-17-15,-2 0-5 0,-3-1-4 0,-2-2 3 0,1-2 3 0,-3 0-5 16,1-1 5-16,-3-1 0 0,2-5 11 16,-1-3-10-16,1 0 31 0,1 0-28 0,2-7 25 0,0-6-22 15,3 0 6-15,4-1-7 16,1 2-14-16,2-2 14 0,0 2-36 0,3 4 34 0,0-1-62 16,0 2 28-1,0 2 204-15,9 2-84 0,2 1-14 0,5 2 310 0,1 0-178 0,3 0-83 16,2 0 202-16,0 7-142 15,4 0-73-15,6 5-127 0,-2 0 23 0,0 1 0 0,5 0 33 0,2 3-476 32,0 0 238-17,4 4 128-15,-5-6 49 0,0 1-658 0,-1-2 298 0,-4-2 178 0,0-2 46 0,3-4-231 0,-13-5 179 0</inkml:trace>
  <inkml:trace contextRef="#ctx0" brushRef="#br0" timeOffset="1868.6">14271 2143 2077 0,'-9'0'0'0,"1"0"0"0,2 0 0 0,0 0 0 0,-2 9 0 0,-2 6 0 0,-3 10 0 0,0 1 482 0,-4 6-222 0,0 2-111 0,-2 6-71 0,-2 2-1 0,0 8-29 0,1-8-268 0,3 1 130 0,-1-5 63 16,2-1 33-16,2-4-537 15,-2-3 294-15,6-9 132 0,2-9 72 0,1-4-652 16,2-4 270-16</inkml:trace>
  <inkml:trace contextRef="#ctx0" brushRef="#br0" timeOffset="2001.64">14104 2460 1348 0,'8'-8'0'16,"0"5"0"-16,2-1 0 0,2 2 0 0,1 1 0 0,0 1 0 0,3 0 0 0,1 3 621 0,-1 7-292 0,1-1-145 0,-1 2 64 0,4 3-95 15,-2-2-63-15,-3 0-145 0,0 1 46 0,-1 0 1 16,2 0 46-16,-1 3-545 0,-7-5 268 0,1 0 139 16,-4 1 69-16,-3 0-704 0</inkml:trace>
  <inkml:trace contextRef="#ctx0" brushRef="#br0" timeOffset="2183.85">14025 2680 1569 0,'0'0'0'0,"0"-5"0"0,0-1 0 0,0 1 0 0,5 1 0 0,9-1 0 0,2-2 286 16,5 4-128-1,2-3-42-15,6 1-40 0,-3 1 1 0,7 1-39 0,1-3-172 0,-4 5 81 0,-2 1 45 0,-5 0 1 0,1 0-552 0,-7 3 298 32</inkml:trace>
  <inkml:trace contextRef="#ctx0" brushRef="#br0" timeOffset="2355.05">14215 2822 1176 0,'-1'0'0'16,"-1"0"0"-16,2 0 0 0,0 0 0 0,0 0 0 0,0 0 0 0,0 0 0 0,0 3 129 0,0-1-45 0,2 1 8 0,3 3-138 0,-1 0 42 0,-1-2 0 15,0 2 42-15,-2 1-50 0,0 1 35 0,-1 0-11 0,0 1 26 0,0-2-174 16,-7 0 80-16,0 0-49 0,0 2-38 0,-2-6 74 15,1-1 7-15,-1-2-250 0,5 0 121 0,-1 0 77 0</inkml:trace>
  <inkml:trace contextRef="#ctx0" brushRef="#br0" timeOffset="2499.69">14550 2271 1180 0,'5'0'0'0,"1"-1"0"0,-1-1 0 0,-2 2 0 0,0 0 0 0,0 0 0 0,-1 2 421 15,-1 5-182-15,-1 4-106 0,0 1-47 0,0-1-29 0,0 2-19 0,0-1 0 16,2 3-346-16,0-3 168 16,3 0 90-16,2-3-699 0</inkml:trace>
  <inkml:trace contextRef="#ctx0" brushRef="#br0" timeOffset="2752.32">14866 2271 1217 0,'-18'5'0'0,"-2"3"0"0,2 2 0 0,-2 1 0 0,-4 6 0 0,-2 2 0 0,-3 3 0 0,-7 4 205 0,3-2-88 0,1 1-39 0,-6 4-2 0,2-3-38 0,-6-2 0 16,3 3 10-16,13-12-25 0,8-3 15 15,5-7 0 1,6-2 36-16,7-3 1 0,0 0-28 0,0 0-9 0,8 0 43 16,13-3-43-16,5 0 0 0,6-2 0 0,7-2 159 15,2-2-85-15,1 3-36 0,6-1-9 0,-1 0-29 31,1 1 0-31,8 0 10 0,-12 0-49 0,-1 0 1 0,0 1 38 0,-2 0-280 0,-4 0 140 0,5 2 67 0,-13-1 30 0,-4 2-613 16,-6 2 300-16,-5-3 107 16,-8 3 89-16,-3 0-431 0</inkml:trace>
  <inkml:trace contextRef="#ctx0" brushRef="#br0" timeOffset="2954.18">14589 2686 1607 0,'-9'9'0'0,"4"6"0"0,-3 5 0 0,5 0 0 0,0 1 0 0,1 4 164 0,1 1-63 0,1 2 122 31,0 3-83-31,0-4-56 0,0-3 0 0,0 1-164 0,1-2 58 0,4-3 30 0,0 1 10 0,1-7-350 16,-1-3 185-16,0-2 92 0,1-7-458 16,-2 0 251-16,3-2 124 0,-4 0-218 0,2-9 160 0,-2-6 78 31,1-4 41-31,-2-3-9 0</inkml:trace>
  <inkml:trace contextRef="#ctx0" brushRef="#br0" timeOffset="3129.28">14605 2762 772 0,'0'-12'0'0,"0"0"0"0,0 4 0 0,1-1 0 0,3 0 0 0,0 3 0 0,2 4 288 0,2 1-125 0,2 1-63 15,3 0 112-15,-2 0-78 0,2 6-53 16,2 6 1-16,0-2-19 0,0 4 1 0,-1 1-26 16,3 0 9-16,-3-1-133 15,-3 3 62-15,-1-1 30 0,-2 1 1 0,-1 1-231 0,-2 2 140 0,-4-4 56 16,1 0-273-16,-2 1 150 0,0 0 27 0,-3-1-43 15,-6-5 61-15,-2 1 34 16,-1-2 0-16,0-4-56 16,0 0 45-16,1-1-9 0,-1-5 54 0,3 0-65 0</inkml:trace>
  <inkml:trace contextRef="#ctx0" brushRef="#br0" timeOffset="3384.93">14603 2884 1292 0,'-12'0'0'0,"1"0"0"0,3 0 0 0,2 0 0 0,1 0 0 0,3 0 0 0,-2 0 0 0,4 0 0 0,0 0 206 16,3 0-85-16,5-6-42 0,3-1-3 0,5 2 10 16,-3-2-49-16,4-2 0 0,1 1-322 0,-1 2 161 0</inkml:trace>
  <inkml:trace contextRef="#ctx0" brushRef="#br0" timeOffset="3549.91">14602 2994 845 0,'-9'0'0'0,"1"0"0"0,0 0 0 0,6 0 0 0,-2 0 0 0,2 0 360 0,2 0-161 0,0 0-81 15,2 0-31-15,5 0-10 0,8-2-40 0,0-3-248 16,2-2 123-16,4-3 63 16,3-1 40-16</inkml:trace>
  <inkml:trace contextRef="#ctx0" brushRef="#br0" timeOffset="3716.62">14948 2750 1412 0,'0'0'0'0,"-5"2"0"0,1-2 0 0,-1 1 0 0,1 1 0 0,-2 0 0 0,3 1 0 0,-3 1 0 0,5-1 303 0,-3 1-133 0,3 2-67 0,-2 1-286 0,3-2 105 0,0 2 57 0,0-2-540 0,0 2 292 0,0-2 153 0</inkml:trace>
  <inkml:trace contextRef="#ctx0" brushRef="#br0" timeOffset="3882.61">15074 2598 1048 0,'0'-5'0'0,"1"4"0"0,1-1 0 0,-1 2 0 0,3 0 0 0,-1 0 0 0,4 15 309 16,-2 8-141-16,4 6-66 0,-1 9-32 0,0 5 282 15,0 7-158-15,1 8-69 0,-4-2 18 0,-4-1-54 0,1 0-25 0,-2-3-121 16,0-6 47-16,-2 3 33 15,-7-15-10-15,-5-10-221 0,0-7 123 0,-5-7 61 16,3-8 30-16,-8-2-165 0,4-1 28 0,-4-13 73 16,2-4-53-16,-3-6-431 0</inkml:trace>
  <inkml:trace contextRef="#ctx0" brushRef="#br0" timeOffset="4423.54">15643 2517 1545 0,'0'0'0'16,"0"-1"0"-16,0-1 0 0,1 1 0 0,2-2 0 0,3 0 0 0,1-1 170 0,2 2-66 0,5-1-33 0,0 1 183 0,3-3-108 16,2 3-44 15,1-3-37-31,0 2-105 0,1 1 40 0,-1 0-1 0,0 0 40 0,1-1-433 0,-4 0 212 0,-3 3 110 16,-2 0-688-16</inkml:trace>
  <inkml:trace contextRef="#ctx0" brushRef="#br0" timeOffset="4574.97">15714 2668 1150 0,'-9'1'0'0,"-2"1"0"0,6 2 0 0,4-4 0 0,0 5 0 0,1-3 280 0,0 0-120 0,2 0-52 0,14-1-40 0,1-1 345 0,3 0-188 0,2 0-93 16,3 0-39-16,-2 0-214 15,2-1 79-15,-3-1 40 0,0 0-603 0,-2 0 321 0,2 2 171 0</inkml:trace>
  <inkml:trace contextRef="#ctx0" brushRef="#br0" timeOffset="4764.72">15660 2931 2083 0,'-17'1'0'0,"4"4"0"0,4-4 0 0,3 0 0 0,0 1 0 0,6-2 0 0,0 2 0 0,12-2 377 0,7 0-170 0,5 0-84 0,8 0-33 0,-1-2 298 16,3-1-175-16,2-4-87 0,3 2-284 0,-3-2 97 15,4 2 60-15,-7-1-642 47,0 3 341-47,-2-2 169 0,0 3 87 0,-2-1-703 0,1 1 303 0,-8 0 209 0</inkml:trace>
  <inkml:trace contextRef="#ctx0" brushRef="#br0" timeOffset="4967.37">16193 2427 2026 0,'-10'-1'0'0,"4"-1"0"0,3-1 0 0,3 1 0 0,0 2 0 0,1 0 0 0,12 0 316 0,7 0-140 15,5 0-69-15,6 0 301 0,5 0-190 0,0 0-90 16,2 0-46-16,3 0-53 16,-2 0 8-16,9-1 10 0,-8-1-10 0,-1-4-194 0,-3 3 97 0,-5-2 48 15,-3 4-534-15,1 0 301 16,-12-1 137-16,-6 2-722 0,-6 0 375 0,-5 0 209 0,0 4 105 0</inkml:trace>
  <inkml:trace contextRef="#ctx0" brushRef="#br0" timeOffset="5154.93">16221 2653 1154 0,'-11'0'0'0,"1"3"0"0,4-2 0 0,6 4 0 0,0-4 0 0,3 0 426 0,10 2-194 0,7-3-88 47,4 0-58-47,5 0 344 0,2 0-196 0,5 0-98 0,-5 0-42 0,5 0-19 0,-8-3-10 0,1 2-342 0,-2-2 157 0,-3 0 78 0,2 2 50 0,-9 0-588 16,-6 1 305-16,-3 0 152 0,-2 0 75 0,-5 0-593 31,-1 0 293-31,-3 0 160 0</inkml:trace>
  <inkml:trace contextRef="#ctx0" brushRef="#br0" timeOffset="5318.05">16439 2638 771 0,'-8'0'0'0,"2"-2"0"0,1 0 0 0,0 2 0 0,5 0 0 0,-4 0 0 0,2 0 234 0,-1 2-89 0,3 8-59 0,-1 4-24 0,-2 3 193 16,-1 3-109-16,1 4-54 0,-5 2-6 0,2 1-49 16,-1 0 0-16,-1 2-114 0,0-4 56 0,1 1 30 47,0-2 9-32,5-4-428-15,2-6 223 0,0-7 104 0</inkml:trace>
  <inkml:trace contextRef="#ctx0" brushRef="#br0" timeOffset="5455.32">16523 2689 1214 0,'0'-7'0'0,"0"0"0"0,0 1 0 0,0 4 0 0,0-2 0 0,0 3 0 0,0 1 0 0,0 0 501 0,0 0-223 0,0 7-125 0,0 4-58 16,2 4 147-16,-1 4-103 31,3-2-42-31,0 0-174 0,2 2 57 0,0-2 29 0,2-3-503 0,3 1 266 0,2-3 142 0,-1-1 56 0,2-5-269 16,3-4 79-16,2-2 111 0,1 0-75 0,2-7-330 31</inkml:trace>
  <inkml:trace contextRef="#ctx0" brushRef="#br0" timeOffset="5795.4">16979 2247 1767 0,'0'-14'0'0,"0"4"0"0,0 4 0 16,0 1 0-16,0 3 0 0,0 1 0 0,0 0 0 0,0 1 0 0,0 2 246 0,0 11-105 0,0 3 75 0,0 4-90 0,2 2-35 15,2 0-9-15,1 6-55 16,-1-2 10-16,3 1 1 0,-1 3-1 0,3 4-37 0,-1-5 14 15,0-1 0-15,2 1 23 0,0 2-161 16,1 0 81-16,4 1 50 16,-3-5-239-16,-1-5 125 0,1-1 19 0,-3 0-139 0,-1-6 85 0,1 1 51 15,-6-7 1-15,-3-4-2 16,0-2 28-16,-3-1-1 0,-14-2 28 0,-3 2 68 0,-4-2-30 0,-4 0 0 16,-4 0 56-16,-4 0-47 15,-1 0-33-15,3 0 9 0,0 0 316 0,2-2-158 16,6 2-50-16,6-2 329 0,1-1-168 0,10 1-114 15,6 0-51-15,3 1-136 0,0-3 42 16,15 1 0-16,5-2 50 0,6 1-409 16,2-1 200-16,3 1 101 0,0-2 49 0,-1 1-302 15,2 1 129-15,-6-1 22 0,-1 1-332 0,-2 0 230 0,-1-1 114 0,-1-1-158 16,2 0 128-16,-6-1 76 0,-3 0 35 16,-4-4-14-16</inkml:trace>
  <inkml:trace contextRef="#ctx0" brushRef="#br0" timeOffset="6069.54">17290 2472 1538 0,'0'0'0'0,"0"0"0"0,0 0 0 0,0 0 0 0,-1 0 0 0,-2 0 0 0,2 0 0 0,-1 0 0 0,-1 0 107 15,1 0-34-15,0 0 67 0,0 0-41 0,-3 7-36 0,0 0 0 0,-3 3-65 0,1 1 40 16,-1 2-1-16,-3-1 9 15,-2 4-41-15,2-3 1 0,-1-1 31 0,1 3 72 0,0-3-26 16,1-2-10-16,2-3-36 0,1 3 86 0,4-3-43 16,0-2 0-16,1 4-61 0,2-4-9 0,0-1 27 15,7 2 0-15,7-2 31 0,1-2-30 16,4 0 8-16,0-1-9 0,2-1-286 16,-2 0 143-16,3 0 59 0,-2 0 40 0,-1 0-615 0,-2 0 304 15,-4 0 102-15,-1 0-351 0,-4-1 265 0</inkml:trace>
  <inkml:trace contextRef="#ctx0" brushRef="#br0" timeOffset="6325.61">16898 2573 1665 0,'-12'3'0'0,"4"6"0"0,0-1 0 16,-1 6 0-16,5 2 0 0,-3 6 0 0,1 2 0 0,-1 5 0 0,-1 3 0 0,0 2 215 0,-2-3-94 0,4-1-41 31,-3-5 105-31,2-2-74 0,1-5-37 0,2 5 101 0,4-15-74 0,0 1-32 0,0-2 0 0,0-4-5 16,6 2-17-16,12-5-10 0,4 0 0 0,7 0 103 15,6 0-52-15,7-7-25 0,5 0-43 0,-3 0-10 16,2-1 27 0,2-1 1-16,3 1-386 0,0-2 193 0,7 1 82 0,-9 1-619 0,-4 1 308 0,0-2 175 15,-4 2 79-15,-7 1-472 16</inkml:trace>
  <inkml:trace contextRef="#ctx0" brushRef="#br0" timeOffset="6484.45">17492 2582 1984 0,'-8'-3'0'0,"3"-3"0"0,0 6 0 0,4-2 0 0,1 2 0 0,0 0 0 0,0 2 0 0,0 10 261 0,0 6-113 0,0 6 142 0,1 0-126 0,1 2-64 16,-1 3-22-16,1 0-306 0,0 0 132 0,-1 0 67 15,2-3 33-15,1 1-663 16,-1 0 358-16,-2-9 164 0</inkml:trace>
  <inkml:trace contextRef="#ctx0" brushRef="#br0" timeOffset="6641.63">17672 2300 1511 0,'0'-2'0'0,"-1"-5"0"0,1 4 0 0,0-1 0 0,0 3 0 0,0-1 0 0,3 2 0 0,6 0 531 0,2 0-247 0,2 0-123 0,2 4-62 0,1 4-572 15,1-1 234-15,-1 0 118 0,4 0 58 0,1-2-649 0,4-2 338 0</inkml:trace>
  <inkml:trace contextRef="#ctx0" brushRef="#br0" timeOffset="6908.25">18075 2277 1457 0,'-13'0'0'0,"2"0"0"0,-3 3 0 0,0-2 0 0,-6 3 0 0,0 2 0 0,-4 3 202 16,-3 2-83-16,-4 2 21 0,-5 2-52 0,-7 5-15 31,5-2-11-31,-1 1-69 0,2-1 1 0,7-2 43 0,7-4 0 0,1 1-17 32,14-8 17-32,3-1 0 0,5-4 0 0,0 0-75 0,4 0 38 0,9 0 8 0,7 0 54 0,6 0-37 15,5 0 8-15,5 0 22 0,2-2-28 0,4 0 0 0,-2 0-2 16,1 1-59-16,0-1 29 15,0-1 4-15,3 1 33 0,-10 0-341 63,1-1 158-63,-6 0 73 0,-1 2 42 0,-3-2-455 0,2-1 219 0,-16 1 115 0,-4-1-275 0,-5 1 197 0,-2-2 99 0</inkml:trace>
  <inkml:trace contextRef="#ctx0" brushRef="#br0" timeOffset="7083.47">17928 2131 948 0,'-6'0'0'0,"-2"-2"0"0,5 1 0 0,0 1 0 0,3 1 378 16,0 14-171-16,0 5-85 0,0 8-33 0,0 5 149 0,0 3-101 0,3 4-49 15,0 2-26-15,2 4 42 0,2 3-24 0,-2-6-9 0,1-3-290 0,-1-2 128 47,0-4 64-47,-5-4-517 0,5 2 285 0,-4-12 137 16,-1-6 70-16,0-5-475 0,0-4 240 0</inkml:trace>
  <inkml:trace contextRef="#ctx0" brushRef="#br0" timeOffset="7814.98">17928 2490 746 0,'-17'-9'0'0,"6"5"0"0,-1 2 0 0,2 0 0 0,-1 2 350 0,-3 0-157 15,-2 0-68-15,3 11-49 0,0 3 40 0,-1 1-40 0,1 2 0 16,0 1-40-16,-3 2-105 31,8-3 48-31,-1 0 29 0,4-2-348 0,0-2 179 0,5-2 88 0,-1-1-381 0,1-5 216 0,1-4 105 0,9-1 52 16,4 0-31-16,2-2 38 0,2-7 28 0,1-1 46 15,1 1 169-15,2-1-121 16,1 2-43-16,-2-1 1 0,5 1 99 0,-4 1-66 16,1 4-38-16,-2 0 240 15,0 0-126-15,-1 0-8 0,5 3 6 0,-6-2-16 0,0 2-29 0,-2 0-1 16,-2 0-220 0,-2 0 95-16,1 2 56 0,-8 1 16 0,-3 6-273 0,-3-4 122 0,0 2 75 0,-3 1-3 0,-8-1-108 15,-4 1 54-15,-5-1 44 16,1-3 11-16,-4 3 36 0,-1-1 28 0,2-2 0 0,2-1 0 15,0 1 0 1,4-2 0-16,-1 3 87 0,4-3-80 0,-2 2-17 16,6-1 7-16,-1 1 369 0,3 1-179 0,2 1-61 0,2 2-54 0,0 1 198 15,3-2-122-15,0 2-55 0,0 0 17 16,0 1-36-16,0 0 9 16,3 1-84-16,2-3 0 0,-2 0 38 0,-2 1 0 0,3-4-150 15,-2 4 85-15,0-5 27 0,-1 2 1 0,1-4-217 16,-1 1 121-16,1-3 25 0,0 0 44 15,2 0-225-15,3 0 115 0,2-5 20 0,3-7-40 0,1-3 60 16,6-2 21-16,1-4-27 0,0-1 33 16,4-4 0-16,2-1 34 0,2-5 22 0,3-4 14 0,-1 0 0 15,-1-3 0-15,2-5 0 16,-3 1 0-16,0-4 0 0,2-3 0 0,-11 9 123 0,-5 3-93 0,-3 11-11 31,-5 7 394-31,-4 8-185 0,-2 3-103 0,0 9 211 0,0 0-149 16,-2 0-75-16,-2 7-38 0,-1 5 243 0,-3 10-131 0,3 2-79 15,-2 10-35-15,0 2 204 0,3 3-120 0,-1 6-59 16,2 4-21-16,1-4 74 16,2-3-57-16,0 2-28 0,0 1-58 0,0-3-1 0,10 6 40 0,2-9-119 15,5-8 55-15,0 1 28 16,1-5 0-16,-2-6-100 0,0 3 73 0,-4-9 22 0,-5-7 0 0,-4-4-285 16,-3-1 142-16,0 3 19 0,-8-6 7 0,-12 0-86 15,-3 0 81-15,-2 0 40 47,-1-6-10-47,-3-5 16 0,4-2 10 0,0-5 83 0,2-3-29 0,4-1 0 31,0 2-30-31,3-1 149 0,6 4-71 0,4 5-39 0,1 2 1 0,3 3 522 0,2 2-224 0,0 2-138 32,4 1-14-32,11 2-15 0,10 0-48 0,6 10-26 0,5-1-229 0,9 6 112 0,1-4 42 0,7 2-1041 15</inkml:trace>
  <inkml:trace contextRef="#ctx0" brushRef="#br0" timeOffset="8016.27">19318 2816 3931 0,'-19'-6'0'0,"2"-6"0"0,17 12 0 0,0 0 0 0,11 0 0 0,0 0-254 0,0 0-1 0,4 0 154 0</inkml:trace>
  <inkml:trace contextRef="#ctx0" brushRef="#br0" timeOffset="8570.29">20226 2152 1528 0,'-11'-13'0'0,"3"0"0"0,4 1 0 0,1 4 0 0,3-1 0 0,4 1 0 0,15 0 0 0,8 2 182 0,5 1-71 15,6 2 74-15,2 3-73 0,4 0-25 0,-2 0-11 0,-2 10-7 16,1 8-1-16,-5 3-27 0,-6 6-1 16,2 6-81-1,-16 1 35-15,-10 3 0 0,-6 4 47 0,0 2-94 0,-17 3 46 0,-7 7 11 0,-8-11 196 16,-1 2-79-16,-6-1-41 0,5-2 182 15,1-5-111-15,2 3-45 0,13-16-43 16,5-3 73 0,8-8-50-16,5 0-25 0,2-4-1 0,16 1-44 0,10-9-11 0,8 0 30 0,6-2 1 0,5-8-221 15,1-3 110-15,7-3 66 0,-11 1-604 0,-1-2 311 16,-4 3 155-16,-7 4-603 31,-5-1 354-31,-2 4 169 0,-14 2 98 0</inkml:trace>
  <inkml:trace contextRef="#ctx0" brushRef="#br0" timeOffset="8739.81">20243 2469 1861 0,'-29'-11'0'0,"4"3"0"31,17 6 0-31,6-1 0 0,2 1 0 0,0 2 0 0,10 0 333 0,13 0-138 0,8-1-83 0,7 0 444 0,5-2-259 0,3-1-129 0,2 3-211 0,3-2 50 0,-2 0-9 0,-2 3 40 16,4 0-686-16,0 0 342 0,-1 0 173 15,8 7 94-15,-15 1-435 16</inkml:trace>
  <inkml:trace contextRef="#ctx0" brushRef="#br0" timeOffset="9190.12">21543 1927 656 0,'0'-3'0'0,"0"2"0"0,0-1 0 0,0-1 0 0,-2 3 0 0,-1 0 0 0,-5 0 0 0,-1 9 338 16,-6 5-152-16,-3 4-76 0,-5 5-138 0,-3 1 31 16,-2 1-6-16,-2 1 26 0,-3-2-18 0,-1 0 15 15,2-3 0-15,-2-4 42 0,8-8-5 0,4 0-36 16,6-6 0-16,3 0 148 0,5-3-69 0,1 0-18 15,7 0-7-15,0 0 94 16,0 7-64-16,5 0-34 0,2 8 0 0,5 2-23 0,-5 3-10 0,3 3 114 16,-4 5-57-16,2 2-29 15,-2 7 10-15,-1-4-78 0,-3 2 0 0,-2 1 40 0,2-1 1 0,0 0-307 16,-2 2 163-16,0-9 57 16,0-1 41-16,0-6-562 0,0-3 275 0,0-3 91 15,0-2-344-15,0-10 259 0</inkml:trace>
  <inkml:trace contextRef="#ctx0" brushRef="#br0" timeOffset="9325.76">21231 2288 1101 0,'-1'-8'0'0,"-3"-2"0"0,2 2 0 0,2 2 0 0,0-3 0 0,0 4 0 0,4-1 191 31,8 2-76-31,0 0-38 0,4 1-1 16,-1 1-137-16,8 0 57 0,-6 2 16 0,3 0 0 0,-1 0-575 0</inkml:trace>
  <inkml:trace contextRef="#ctx0" brushRef="#br0" timeOffset="10707.39">21086 1787 376 0,'0'0'0'0,"0"0"0"0,0 0 0 0,0 0 0 0,0 0 0 0,2 0 284 0,-1 0-123 0,0 0-52 0,3 2-41 0,-2 5 258 0,1 5-144 0,-2 3-72 47,3 2 143-47,-3 7-98 0,1 1-63 0,-2 4-14 0,0 5 1 0,0 3-41 0,0 5-1 0,-2 2-128 0,-3-5 59 0,-4-1 35 0,4-2 0 0,-4-1-206 16,0-2 120-16,1-1 70 16,-1-13 21-16,1-1-358 15,1-7 174-15,1-4 32 0,1-5-165 16,0-1 126-16,-1-1 77 0,5-1-43 0,0-9 55 0,1-6 28 0</inkml:trace>
  <inkml:trace contextRef="#ctx0" brushRef="#br0" timeOffset="10931.78">21071 1962 1638 0,'0'0'0'0,"-2"-3"0"0,1-1 0 0,1-1 0 0,0 2 0 0,3-2 0 0,11 0 0 0,5 0 0 0,6 0 281 15,6-4-127-15,1 1 70 16,2 1-93-16,3 2-47 0,3-4 10 0,-4 4-95 0,-4 1 0 0,0 0 39 16,-4 1 0-16,-5-1-239 0,5 2 129 0,-12 2 50 15,-2 0 30-15,-7 0-362 0,0 0 145 0,-4 0 114 16,-1 0-508-16,-2 0 287 16,0 4 140-16</inkml:trace>
  <inkml:trace contextRef="#ctx0" brushRef="#br0" timeOffset="11365.91">21171 2162 1152 0,'-8'5'0'0,"1"2"0"0,0 0 0 0,3 0 0 0,-3 6 0 0,4-4 0 0,0 1 0 0,3 2 486 0,0 0-223 0,0 0-113 0,0 3 81 0,0-3-102 15,1-1-45-15,4-2-221 16,2 4 88-16,0-4 43 0,-1 2 9 0,0-4-389 31,-2 1 212-31,4-6 105 0,-3 2 54 0,0-2-454 16,0-1 176-16,0-1 138 0,-4 0 21 0,2-3-50 0,-1-8 73 0,-1 1 27 15,-1-2-51-15,0-3 68 0,0-1 37 0,0-3 30 16,-4 1 0 0,-1-2 0-16,0 4 0 0,0-1 211 0,2 2-143 0,-2 3-53 0,4-2-26 0,-2 0 407 15,3 3-163-15,0 0-114 0,3-2 129 0,5 2-106 16,5 1-52-16,7-5-16 0,1 3 100 0,4 1-68 47,5 0-34-47,4-1 18 0,-1 0-26 0,5 0 9 0,-4 5-36 0,-5 0-21 0,-2 2 21 0,-6 2 1 0,-3 1 0 0,-1 1 51 0,-11 1-8 0,-4 0-44 15,1 0 1-15,-3 6 184 16,0 6-92-16,-4-2-37 0,-5 6 116 0,-2-1-85 16,2 4-43-16,0-4 25 0,1 2-34 0,2 2 10 0,2-2-45 15,1-1-281-15,3 1 141 0,0-1 71 16,0-1 34-16,0 3-512 15,0-5 262-15,0 0 91 0,1-2 80 0,1 1-559 16,3-1 299-16,-3 0 140 0,1-4 84 0</inkml:trace>
  <inkml:trace contextRef="#ctx0" brushRef="#br0" timeOffset="11572.67">21176 2215 1192 0,'-8'0'0'0,"3"-3"0"0,2 0 0 0,1 2 0 0,2-4 0 0,0 4 0 0,0 0 376 16,9-2-169-16,7 1-84 0,3 0-43 0,1 0 58 31,2-2-41-31,1 3-34 0,-1-1-366 0,0 1 171 0,-2 1 84 0,-3 0-234 16,3 0 169-16,-7 0 71 0,-2 0 40 0,-7 7-576 31,-3 0 286-31</inkml:trace>
  <inkml:trace contextRef="#ctx0" brushRef="#br0" timeOffset="11936.85">21250 2302 843 0,'-13'3'0'0,"0"-1"0"0,3 0 0 0,-1 0 0 0,5-2 0 0,0 1 206 0,4-1-89 0,2 0-40 0,0 0 71 0,3 0-55 16,10-1-28-16,2-7 10 0,5 3 22 0,-1-5-29 0,2 3 0 15,0-1-31-15,-2-1-129 0,2 1 74 16,-3 2-278-16,-4 0 166 16,0 4 84-16,-5-1 42 0,1-1-241 15,-1 1 97-15,-4 1 71 0,-4 2-20 0,-1 0 93 0,0 0-58 0,-1 5 15 16,-13 4 10-16,0-1 224 0,-3-1-113 0,-1 4-55 15,0-4 321-15,0 4-176 0,3-4-52 0,0 1-55 16,0 1 231-16,1 0-125 47,2-1-62-31,-2 2 5-16,2 2-38 0,0 0-1 0,3-1-29 0,2 1-28 0,0 3 1 0,2 2 36 0,4-2-10 0,1-3-37 0,0 3-1 0,0-2 39 15,0 0-89-15,1 2 53 0,4-8 4 0,2 1 0 0,-3-3-80 0,1 0 46 16,1-4 5-16,-1 3-51 0,-2-3 31 0,0-1 0 0,-1 0 28 0,0 0-17 0,0 0-7 15,0 0 30-15,-2 0-9 0,0-2 42 47,0-3-37-47,0 0 3 0,0-1-5 0,0 2-41 0,0-1-2 0,0 1 44 0,0-1-116 0,0 0 54 0,0 3 23 16,0-3-122-16,0 2 70 0,0 1 36 0,0-2 7 0,0 2-138 16,0 1 81-1,0-2 31-15,0 1 10 0,0 1-211 0,0-1 126 0</inkml:trace>
  <inkml:trace contextRef="#ctx0" brushRef="#br0" timeOffset="12415.57">21207 2481 1058 0,'-5'0'0'0,"0"-2"0"0,2 0 0 0,0-2 0 0,3 3 0 0,0-2 0 0,0 3 347 0,5-3-145 0,10-1-87 16,2 2-39-16,7-1 113 16,-1 1-75-16,3 2-39 0,2 0-55 0,-4 0 18 15,1 0-1-15,0 0 1 0,-2 9-63 0,-4-1 31 16,1 4 9-16,-10 0-107 0,-1 0 65 15,-6 5 32-15,-3 0 0 0,0 5-69 32,-13 2 50-32,-7-3-30 0,-3 0 27 0,-5 2-92 0,-2-1 52 0,-4-2 8 0,-2 4-211 0,6-8 113 0,-1-1 59 0,1-1-273 0,2-4 162 0,4-4 80 15,-3-2 32-15,10-4-83 0,5 0 66 16,4-13 33 0,6-6 0-16,2-6-35 0,0-4 47 0,3 3 59 0,7-1 0 0,3 3 33 15,-1 3-66-15,1 0 33 0,0 6 426 0,1 3-251 16,1 4-106-1,1 3 615 1,5 4-331-16,2 0-123 0,0 1-100 0,3 1 166 16,-1 10-130-16,5 2-63 0,0 4-33 0,4 1 125 0,-4 2-84 0,-1 1-36 0,0 1 0 0,-3-2-357 0,0 1 160 15,2-1 89-15,-8-4-548 0,0-3 308 16,-4-3 145-16,0-1-649 0</inkml:trace>
  <inkml:trace contextRef="#ctx0" brushRef="#br0" timeOffset="12601.94">22105 1883 1940 0,'-9'-2'0'0,"2"1"0"0,0 1 0 0,-1 0 0 0,-3 13 0 0,-4 7 0 0,-7 8 0 0,-5 7 0 0,-6 11 354 0,-5 7-158 0,-6 5-80 31,-2 3 9-31,-1 1-35 0,9-15-9 0,3-2-298 15,5-4 128-15,6-9 62 0,1 5 41 0,10-14-681 0,8-3 339 0,1-7 169 0,4-6 84 0</inkml:trace>
  <inkml:trace contextRef="#ctx0" brushRef="#br0" timeOffset="12801.57">21792 2221 1422 0,'5'0'0'0,"3"0"0"0,2-1 0 0,3-1 0 0,2 2 0 0,3 0 0 0,-1 0 269 16,8 7-117-16,-2 3-57 0,7 1 357 15,-2 2-212 1,-1-1-102-16,2 1-229 0,-2-2 64 0,4 3 31 0,0-2 10 0,-6-2-503 0,-5 0 263 0,2-3 131 31,-5 2 66-15,-5-3-337-16,1 1 194 16,-12-3 92-16</inkml:trace>
  <inkml:trace contextRef="#ctx0" brushRef="#br0" timeOffset="12916.85">21886 2384 1313 0,'-19'0'0'0,"8"0"0"0,3 0 0 0,5 0 0 0,1 0 0 0,2 0 0 0,0 0 207 0,4 2-85 0,7 1-43 16,8-1 258 15,0 1-150-31,3-1-66 0,2 0-46 0,-3 1-256 0,2-2 109 0,-2 1 54 0,-1 1 28 0,-1 0-677 0,-3 3 337 0,-5-1 168 0</inkml:trace>
  <inkml:trace contextRef="#ctx0" brushRef="#br0" timeOffset="13182.17">21920 2582 908 0,'0'0'0'0,"-2"0"0"0,0 0 0 0,0 0 0 0,2 0 0 0,0 0 37 0,0 0-1 0,0 0 1 0,0 0 232 0,0 0-117 0,6 0-48 0,0 0-38 0,2 0-99 16,-2 0 35-16,-1 0 0 0,0 0 34 0,-3 0-213 31,-1 3 103-31,2-3 54 0,-3 3-188 0,0 1 118 0,0 0 59 0,0-3-167 0,-4 2 95 15,-2-1 21-15,2-2 29 0,-2 0-58 0,4 0 37 0,-1 0-9 16,3-2 47-16,0-10-75 47,0-5 38-47,7-6-1 0,8-9 56 16</inkml:trace>
  <inkml:trace contextRef="#ctx0" brushRef="#br0" timeOffset="13498.97">22432 2037 1243 0,'24'-21'0'0,"4"0"0"0,-9 8 0 0,-2 2 0 0,-7 6 0 0,-4 4 0 0,-5-1 0 0,2 2 0 0,-3 0 302 0,0 0-133 0,-10 8-66 0,-2 6 54 16,-6 3-60-16,-1 7-21 0,-1-2 28 0,1 3-33 0,3 3 0 31,-1-3-35-31,2 1-28 0,1 3 10 0,3-1 18 0,0-2 1 0,2 0 28 0,1 1-29 0,0 2 1 16,-3 5 8-16,5-5-111 0,1 0 50 16,0 3 27-1,2-4-345-15,-2 4 173 0,-2 4 66 0,4-9-343 0,-2-3 187 0,1 0 108 0,0-5 53 0,1-4-240 16,0-1 137-16,1-10 83 0,2-4 37 0,0 0-73 15,0-4 54-15,0-11 28 0,0-3-9 0,0-6 26 16,0 0 47 0,0-3 0-16,0 0 78 0,2-2-76 0,3 0-8 15,-1 4 355-15,3 2-192 0,-1 2-98 0,5 0-10 0,-2 4 533 16,2-4-246-16,3 6-154 0,-1 2-72 0,5 2 275 0,0-1-174 31,5 4-78-31,0 4-52 0,3 2 63 0,-1 1-54 0,1 1-27 16,0 0-158-16,2 0 74 0,-5 3 25 0,-2 5-576 0,-2 1 304 0,1-1 153 15,-3 2 75-15,1 0-737 0,-5-2 338 32,-6-1 201-32</inkml:trace>
  <inkml:trace contextRef="#ctx0" brushRef="#br0" timeOffset="13766.16">22532 2496 644 0,'-4'5'0'0,"1"1"0"0,-1 0 0 0,1 2 0 0,0-2 0 0,1 1 303 0,0-2-133 0,2 0-66 31,-3 0 108-31,3 1-78 0,0-5-54 0,0 4 26 0,0-4-35 0,0-1 0 0,0 2-34 0,0-2 73 16,0 0-41-16,0 0-1 0,0 0-31 0,7 0 52 15,1 0-26-15,3-2 9 0,1-1-35 0,1 0 57 32,2 2-29-32,1-2 1 0,0 3-33 0,1 0 12 15,-2 0-8-15,-1 0-73 0,0 4 36 0,-3 5 0 0,-1 2 36 0,0-2-20 16,-6 3 21-16,-1 0-1 31,-3-1 1-31,0 0 10 0,-8 2-6 0,-7-4-29 0,0-5 16 0,-3 2-132 0,-1-6 63 0,0 0 25 0,-4 0-539 16,7 0 263-16,-1-8 138 15,3-3-323-15,-1-6 220 0</inkml:trace>
  <inkml:trace contextRef="#ctx0" brushRef="#br0" timeOffset="14806.14">23901 2146 1463 0,'0'0'0'0,"0"0"0"0,0 0 0 0,0 0 0 0,1 0 0 0,13 0 0 0,3 0 343 16,5 5-153-16,3 5-77 0,0 1-37 0,6 5-44 0,-4 4 5 0,2-1-235 0,-5 4 115 15,-3 1 57 1,-4 3 30-16,-3 3-215 0,-9-2 105 0,-5-3 52 0,0 4 26 16,-15-4-18-16,-7 1 38 0,-8 0-2 15,-1-8-46-15,-3-5 88 0,1-3-26 0,-2-3-82 0,3-4 73 16,-1-2-43 0,11-1 30-16,8-8-13 0,10-13-235 0,4-8 114 0,10-6 66 0</inkml:trace>
  <inkml:trace contextRef="#ctx0" brushRef="#br0" timeOffset="14987">24326 2089 1951 0,'5'3'0'15,"-4"0"0"-15,2 4 0 0,-3 4 0 0,0 4 0 0,-7 7 0 0,-3 0 0 0,-1 4 376 0,-2 3-170 0,4 0-84 0,1 3 211 32,3 1-138-32,5-8-84 0,0 3-36 0,0-4-92 0,12-1 28 0,6-3-1 0,4 3 37 62,2-8-504-62,2-4 247 0,-1 0 124 0,0-4-735 0</inkml:trace>
  <inkml:trace contextRef="#ctx0" brushRef="#br0" timeOffset="15116.6">24517 2281 1127 0,'-9'0'0'0,"1"0"0"0,4 0 0 0,-1 0 0 0,-1 0 568 0,4-1-256 0,2 1-142 0,0 0-66 0,0 0 240 0,2 4-153 0,9 3-77 16,0 3-134-16,2 0 24 0,0 0-1 0,1 0 34 0,-1 2-552 0,2 2 276 0,1-1 147 0,1-3-824 0</inkml:trace>
  <inkml:trace contextRef="#ctx0" brushRef="#br0" timeOffset="15291.1">24843 2143 1728 0,'-16'-4'0'0,"3"3"0"0,-3 0 0 0,6 1 0 0,3 0 0 0,1 11 0 0,1 8 788 0,3 6-375 0,-3 11-179 0,4 6 252 0,-2 9-225 16,-2 11-240-16,-1 12-21 0,-2 7 0 16,-3 12 0-16,-5-6 0 0,0 1 0 0,-6 3-93 31,-3 3 23-31,-6 4 52 0,-4 18-838 0,4-17 440 0,-2 3 188 0,4-6 123 0</inkml:trace>
  <inkml:trace contextRef="#ctx0" brushRef="#br0" timeOffset="16178.66">25176 2218 1813 0,'-4'-8'0'0,"-1"1"0"0,4 0 0 0,1 3 0 0,1 0 0 0,15 1 0 0,6-1 550 15,5 0-248-15,5 1-137 0,2 1-64 0,3 0 2 16,-1 2-33-16,-1 0 0 0,1 0-24 0,-7 9-157 31,-7 4 74-31,-8 4 36 0,-5 2-79 0,-9 6 58 0,0 5 36 0,-15-1 76 16,-9 4-28-16,-4 2 0 0,-3 1-27 0,-4 0 312 0,2 3-147 0,3-7-90 15,4-3-68-15,4-2-42 16,6-4 0-16,5-2 0 0,-1 1 0 16,12-11 0-16,0 0 0 0,15-7 0 0,5-3 0 0,9-1 0 0,2 0 0 15,5-1 0-15,-1-7 0 0,0-4 0 16,-5 0 0-16,0 1-941 16,0 0 392-16,-11 3 261 0,-5-1 125 0</inkml:trace>
  <inkml:trace contextRef="#ctx0" brushRef="#br0" timeOffset="16336.78">25157 2366 2614 0,'-23'-7'0'0,"6"1"0"0,5 4 0 0,9-1 0 0,3 3 0 0,0 0 0 0,8 0 0 0,13 0 442 0,7 3-195 0,4 1-110 0,6 1 238 0,1 0-259 0,1 0-116 0,5 2 0 15,-8-1 0 1,-1 2 0-16,-1 1 0 0,-2 0-869 0,-3 3 422 0</inkml:trace>
  <inkml:trace contextRef="#ctx0" brushRef="#br0" timeOffset="16764.91">26512 2221 2025 0,'0'0'0'0,"0"0"0"0,-1 0 0 0,-1 2 0 0,2-2 0 0,0 2 0 0,0 0 0 0,0 1 0 0,5-1 659 0,8-1-302 0,5 1-165 15,4-1-78-15,3-1-24 0,2 0-27 0,2 0 0 0,5 0-220 16,-6-1 92-16,1-2 51 0,-3-1-635 16,0 1 343-16,-4-1 170 15,-1 3 96-15,-6 1-895 0</inkml:trace>
  <inkml:trace contextRef="#ctx0" brushRef="#br0" timeOffset="17011.41">26531 2490 752 0,'0'-9'0'0,"-5"0"0"0,0 3 0 0,-2-3 0 0,5 4 0 0,-1 2 494 16,0-1-230-16,1 2-114 15,1 1-57-15,1 0 364 0,0 1-215 0,1 0-103 0,9 0-52 0,8 0 147 0,2 0-99 0,3 2-41 16,1 0-217-16,3 2 79 15,-2-3 40-15,3 1-217 0,-4 1 129 0,3-1 72 32,-5 1 24-32,-2 1-668 0,-4-1 339 0</inkml:trace>
  <inkml:trace contextRef="#ctx0" brushRef="#br0" timeOffset="17190.07">26480 2721 3684 0,'-13'0'0'0,"2"0"0"0,-2 0 0 0,7 2 0 0,3 2 0 0,3-3 0 0,0 2 0 0,11 0 0 0,11-2 0 0,6-1 0 0,6 0 0 0,4 0 0 0,1 0 0 0,2-5 0 0,1-2 7 0,-6 2 28 0,2-3 1 0,-4 2 0 0,0-3-602 16,4 0 310-16,-10 0 142 0,-2 0-882 0</inkml:trace>
  <inkml:trace contextRef="#ctx0" brushRef="#br0" timeOffset="17387.18">27174 2118 3114 0,'0'0'0'0,"0"0"0"0,0 0 0 0,0 0 0 0,3-2 0 0,10 0 0 0,5-1 0 0,9 1 0 0,7-5 0 0,6 0 368 0,8-3-166 0,3 2-368 0,5-2 110 0,-9 3 41 0,2 1 26 0,-6 0-690 0,-6 6 357 16,-11 0 179-16,3 0 98 16,-18 0-843-16,-7 7 426 0</inkml:trace>
  <inkml:trace contextRef="#ctx0" brushRef="#br0" timeOffset="17559.27">27222 2343 1712 0,'-6'0'0'0,"-2"0"0"16,4 0 0-16,3 0 0 0,1 2 0 0,0-2 0 0,0 3 315 0,10 0-139 0,9-3-71 0,2 0 103 0,4 0-87 15,0 0-33-15,2 0-10 0,-2 0-409 0,-3 2 183 16,-2-2 92-16,-2 2-294 0,2 2 199 0,-8 0 87 16,-5 3 47-16,0 0-723 0</inkml:trace>
  <inkml:trace contextRef="#ctx0" brushRef="#br0" timeOffset="17683.91">27303 2457 1058 0,'-10'0'0'15,"-1"0"0"-15,0 0 0 0,2 1 0 0,-1-1 0 0,0 4 0 0,5 0 0 0,0-1 234 0,-1 5-100 0,2 1-49 0,-2 3 70 0,0 3-65 0,2-1-27 0,-1 5 1 16,0 0-175-16,-2 1 74 16,-1 4 45-16,3-5-9 0,-1-1-382 0,4-1 210 0,1-5 104 0</inkml:trace>
  <inkml:trace contextRef="#ctx0" brushRef="#br0" timeOffset="17903.52">27400 2501 2349 0,'0'-3'0'0,"3"1"0"0,-1 2 0 0,-1 0 0 0,1 0 0 0,-2 0 0 0,0 7 0 0,1 6 0 0,1 3 390 0,2 4-168 0,3 1 46 16,2 4-116-16,2-2-60 0,5 2-29 15,1 0 6-15,8-2 9 0,1-7-44 0,1-5 0 0,4-4-209 0,0-5 104 16,-1-2 53-16,4 0-128 15,-9-12 85-15,0-5 48 0,-5-4 24 0,-4-2-107 16,-4 0 7-16,-2-6 48 0,-9 3-236 0,1-1 126 0,-2 1 43 16,-2 1 37-16,-8 1-163 0,0 2 91 15,-6 5 58-15,2 5 25 0</inkml:trace>
  <inkml:trace contextRef="#ctx0" brushRef="#br0" timeOffset="18058.37">28090 2764 3931 0,'-6'-9'0'0,"5"4"0"0,1 3 0 0,2 2 0 0,8 0-789 0,-4 0 294 0</inkml:trace>
  <inkml:trace contextRef="#ctx0" brushRef="#br0" timeOffset="25020.12">7852 5044 2640 0,'-16'0'0'16,"2"0"0"-16,0 2 0 0,5 2 0 0,4 1 0 0,3 1 0 0,2 1 0 0,0 3 0 0,5-4 276 0,9 1-123 0,4-3 33 15,1 3-75-15,0-5-36 0,-1 3-1 0,2 0-126 16,-2 2 40-16,-5-2 24 16,1 4 0-16,-2-2-492 0,-3 5 258 0,2 1 139 0,-7 2 55 15,-3-3-892-15</inkml:trace>
  <inkml:trace contextRef="#ctx0" brushRef="#br0" timeOffset="25155.93">7767 5426 1490 0,'-12'7'0'16,"7"-2"0"-16,-4 1 0 0,4 0 0 0,4-2 0 0,1-1 284 0,0 2-124 16,0 0-62-16,1-2-86 0,7 1-9 0,2 1 34 0,5 1-1 15,-2 0-225-15,1 5 113 0,1 0 66 16,0 3 18-16</inkml:trace>
  <inkml:trace contextRef="#ctx0" brushRef="#br0" timeOffset="25319.24">7767 5859 1169 0,'-15'12'0'0,"2"-3"0"0,1 2 0 0,3-2 0 0,4-4 0 0,4-2 311 0,1 1-138 0,0-4-68 16,0 0 237-16,6 0-158 16,9 0-73-16,4-6 128 0,3-5-100 0,3-5-52 0,2-6-16 15,-3 0-256-15,-2 0 110 0,3-1 56 16,-2-1 28-16,-3-1-468 16,2-2 257-16,-4 5 115 0,-2-2 61 15,0-1-341-15</inkml:trace>
  <inkml:trace contextRef="#ctx0" brushRef="#br0" timeOffset="25468.6">8054 5363 1567 0,'-14'0'0'16,"0"0"0"-16,4 0 0 0,1 0 0 0,0 0 0 0,7 0 213 0,2-2-89 0,0 2 513 0,10 0-301 16,10-6-149-1,8 0-66-15,2-1 239 0,7 1-162 0,1-3-80 0,-1 2-48 0,1 0-453 0,5-2 216 0,-9 5 97 0,0-1 54 0,-4 1-706 16,-1 2 379-16,-5 1 189 0,1 1-377 0,-11 0 182 15</inkml:trace>
  <inkml:trace contextRef="#ctx0" brushRef="#br0" timeOffset="25973.1">8266 5114 967 0,'-9'-5'0'0,"2"0"0"0,1 4 0 0,0 0 0 0,3-1 0 0,3 2 0 0,0 0 415 16,0 11-189-16,0 4-94 0,3 3-48 0,3 4 192 0,-2 4-124 0,-2 2-58 15,-2 4-29-15,0 4-45 16,0 3 17-16,-3 7 8 16,-12-5 22-16,1 0-31 0,-8-1 1 0,-1-3 80 0,-2-1-41 0,-5-2 10 15,8-11-49-15,0-5 177 0,2-5-88 0,6-3-45 0,6-8 0 16,1-1 93 0,7-1-73-16,0 0-32 0,7-1-1 0,12-7-174 0,7-3 72 0,3 1 44 15,0 0-269-15,2 2 148 0,1 0 74 0,-3 2-365 16,-4 1 204-16,3 1 66 0,-7 1 63 0,-4 2-129 15,-3 1 80-15,-1 0 41 0,-9 4 0 16,1 5 62-16,-5 5-22 0,0 4 0 0,-12-1 1 16,-7 5 320-16,0 1-160 0,-3 1-90 15,-2 0 421-15,1-3-230 0,1 0-117 0,2-1 224 16,-1 1-138-16,4-6-84 109,5-1-36-93,4-3-33-16,-1-3-41 0,6 0 0 0,-2 1 0 0,5-3 0 0,3-4 0 0,8-1 0 0,3-1 0 0,5 0 0 0,1 0 0 0,2 0 0 0,-1-3-127 16,-1-2 58-16,-1-2 7 0,0 2-40 0,2 1 29 0,-5-2 32 0,-1 2-9 0,-3 3 45 0,3-3-27 0,-6 3 7 0,3-3-18 0,-4 4 51 0,-4 0 3 0,1 0-36 0,-4 0 16 0,0 7 71 46,0-2-35-46,-1 3 4 0,0 1-10 0,0-3-27 0,-2 2 10 0,-4 1-275 0,2-3 122 0,-2 1 68 0,3-3 29 0,1 1-475 0,0-2 245 0,-1-1 123 0,3-1 52 0,0-1-217 0,0 0 144 0</inkml:trace>
  <inkml:trace contextRef="#ctx0" brushRef="#br0" timeOffset="26140.56">8701 5580 3253 0,'-2'0'0'0,"-2"0"0"0,0 0 0 0,-2 0 0 0,3 0 0 0,0 0 0 0,1 0 0 0,1 0 0 0,1 0 417 0,0 0-190 31,6 0-193-31,5 0-34 0,6 0 0 0,3 0 0 0,3 0 0 0,3 0-20 16,1 0-230-16,0 0 144 0,2 0-306 0,0 0 234 0,-3 3 103 0,-2 0 55 15,-1-1-991-15</inkml:trace>
  <inkml:trace contextRef="#ctx0" brushRef="#br0" timeOffset="26321.58">9324 5276 2871 0,'0'0'0'0,"-2"0"0"0,1 0 0 0,-4 0 0 0,4 0 0 0,-1 0 514 0,2 0-243 0,0 0-118 16,0 0-31 0,0 0-122-16,2 3 0 0,5 1 0 0,2 1 0 0,3 2-22 15,0-2 26-15,4 7-1063 0,-2-4 525 0</inkml:trace>
  <inkml:trace contextRef="#ctx0" brushRef="#br0" timeOffset="26471.04">9413 5686 3375 0,'-13'6'0'0,"3"1"0"0,3-2 0 0,4 0 0 0,0 0 0 0,3 0 0 0,0 0 0 0,0-1 547 0,4 2-538 0,6-2-9 15,3-1 0-15,0-1 0 0,2 4 0 0,-3-5 0 16,2 2 0-16,-1-1 0 15,-2-1 0-15,2 2-590 0</inkml:trace>
  <inkml:trace contextRef="#ctx0" brushRef="#br0" timeOffset="27113.07">10971 4961 1410 0,'-11'-11'0'0,"3"-3"0"0,4 6 0 16,4-1 0-16,2 3 0 0,13 4 0 0,11-1 0 0,7 3 435 15,2 5-203-15,3 7-98 16,1 5-49-16,-1 2 64 0,5 6-48 0,-9 2-36 15,-4 3 83 1,-5 0-55-16,-4 6-28 0,-8-3-1 0,-3 7-39 0,-10-4 11 0,-5 0 1 0,-18 1 23 16,-7-4 0-16,-5-1-24 0,-8 2 10 0,1-13 57 0,-2-6-34 0,-2-3 1 0,2-4-34 0,1-7 106 0,-2 2-43 0,11-3-37 31,8-9 7-31,6-8-69 0,7 0 0 0,6-2 0 0,4-3 0 0,3 5 0 16,10 0 0-16,7 1 0 0,5 0 0 0,5 4 0 15,3-3 0-15,-1 7 0 0,2 0 0 0,3 0 0 16,-2 4 0-16,0 1-666 0,4-1 307 0,-3 3 147 15,-2 1-539-15,0 0 357 16,2 0 179-16,-3 0 89 0</inkml:trace>
  <inkml:trace contextRef="#ctx0" brushRef="#br0" timeOffset="27805.18">11557 5022 1002 0,'-3'-4'0'0,"0"-1"0"0,-2-1 0 0,3 2 0 0,0 3 0 0,2-1 291 0,-2 0-128 0,2 2-63 16,0 0-24-16,0 10 196 16,0 7-118-16,0 2-60 0,2 5 149 0,2 4-104 0,2 4-43 0,-1-2-12 15,2-1-23-15,-1 1-1 0,0-2-25 0,3 0-33 16,0 2 9-16,1-9 24 0,0-3 1 15,0-5-50-15,3-5 25 0,0-5 0 0,2-3 34 0,1 0-46 16,0-17 1-16,-2-8 35 16,0-4-193-16,2-5 86 0,-1-3 28 0,-2 0-105 15,-4 0 63-15,2 1 40 0,0 1 5 0,-2 2-17 0,1-5 24 16,-3 14 12-16,-1 3-20 0,-4 7 210 0,0 4-94 16,-1 7-47-16,1 0-6 0,-2 3 98 0,0 14-53 15,0 6-35-15,0 8 262 0,0 3-135 16,0 4-27-16,0-3 18 0,0 1-56 0,0 0-29 0,3 0 0 15,2-1-171-15,1 3 80 16,0-6 27-16,0-4 0 0,1-1-382 0,-1-2 195 16,2-6 107-16,-2 5 25 0,-3-10-636 0,-1-4 325 0,-1 0 165 15,-1-4-197 17,0 2 172-32</inkml:trace>
  <inkml:trace contextRef="#ctx0" brushRef="#br0" timeOffset="28014.03">11144 5547 2869 0,'-40'12'0'0,"8"3"0"0,4-1 0 0,22-4 0 0,6-5 0 0,2-1 0 0,25-1 0 0,10-3 0 0,11 0 366 0,5 0-169 0,5-3 123 0,4-6-142 15,0-1-177 1,2 1-1-16,10-2 0 0,-11 0 0 0,-1 1 0 0,-1 1 0 0,-5 0 0 0,-7 5 0 15,2-1 0 1,-20 3 0-16,-6 0 0 0,-7 2-142 0,-6 0 60 0,-6 0-809 0,3 0 385 16,-9 0 240-16,0 0-254 0,0 0 242 15</inkml:trace>
  <inkml:trace contextRef="#ctx0" brushRef="#br0" timeOffset="28317.54">11296 5724 1809 0,'0'0'0'0,"0"0"0"0,0 3 0 0,1 2 0 0,8 1 0 0,5 4 0 0,5 2 0 0,3 4 262 0,3 4-113 0,3 1-32 0,0 4-40 0,-1 4 0 16,-3 3-32-16,-9-3-52 0,-6 2 0 15,-5-2 43-15,-4 1 0 0,-3 1-101 0,-13-2 60 0,-7-7 16 16,-3-3 0-16,-5-2 114 0,-2-5-44 0,-1-3 0 15,-5 0 109-15,7-9-81 0,5 0-37 0,-2-2 40 16,8-9-38-16,3-3 0 16,1-4-29-16,14-2-58 0,3 1 25 0,0-3-1 0,11 1 25 0,6-1-83 15,7-2 50 1,-1 2-9 0,4 3 42-16,1 1-492 0,3 0 202 0,-2 1 130 0,6-4-586 0,-6 5 341 0,2 2 167 0,-1 1-396 0,1 2 281 15,0-1 140-15</inkml:trace>
  <inkml:trace contextRef="#ctx0" brushRef="#br0" timeOffset="28513.43">11649 5790 1128 0,'8'-4'0'0,"-2"2"0"0,2-3 0 0,2 1 0 0,-1 1 0 0,0-2 0 0,2 4 331 16,0-2-148-16,2 2 329 15,0 1-238-15,4 0-110 0,-3 0-69 0,3 5 97 0,-3 7-78 16,-1 0-39-16,2 4 0 0,-1 1-147 0,-6 1 50 16,-5 2 28-16,-1 1 1 0,-2 1-25 15,0 0 27-15,-11 2 9 0,-6-2-69 0,-4-5 44 16,-6 0 0-16,-3-3-71 0,1-1 22 0,-6-2 40 15,7-8-31-15,0-3-260 0,6 0 128 0,4-2 78 16,5-10 20-16,2-9-435 0,11-3 244 16,2-6 118-16,15-2 59 0,6-4-200 15,4 2 130-15</inkml:trace>
  <inkml:trace contextRef="#ctx0" brushRef="#br0" timeOffset="28673.24">11872 5707 863 0,'11'-6'0'0,"-2"4"0"0,-1 0 0 0,-3 2 0 0,-1 0 0 0,-3 10 677 0,-1 4-326 0,0 6-157 16,0 2-79-16,-7 2 632 0,1 2-355 15,0 3-169-15,2 0 141 0,3-3-359 0,1-2-5 0,0 1 0 16,4-3 0-16,9 0 0 0,5-8 0 0,8-2 0 16,3-4 0-16,5-4-47 15,4-4 34-15,7 0-667 0,-3-1 354 16,0-10 119 0,-2-3 110-16,-1 1-811 0,-2-1 428 0</inkml:trace>
  <inkml:trace contextRef="#ctx0" brushRef="#br0" timeOffset="31078.1">1317 5762 1907 0,'-10'-6'0'0,"1"3"0"0,2 2 0 0,-1 1 0 0,3 0 0 0,-1 14 0 0,3 6 0 0,0 11 0 0,-1 9 193 0,0 8-77 0,4 3-38 16,0 14 118-16,0-7-84 0,0 5-36 0,8-2 0 0,2-3 2 16,5-5 1-16,1-4-30 0,-2-19-10 15,4-7-40-15,0-8 1 16,3-8 39-16,1-7-67 0,3 0 43 16,-3-10-10-16,-1-17-68 0,2-8 51 0,-1-10 26 0,2-3-4 0,-9-3-308 15,0 0 149-15,-1 0 77 0,-5-1 7 0,1 0-120 16,1-3 55-16,-7 9 33 15,0 3 30-15,-4 6 53 0,0 10 0 0,0 9-25 0,0 3 346 16,0 13-166-16,-4 2-87 0,1 6 492 0,-2 8-266 0,0 9-131 16,3 6-16-16,0 2 87 15,0 5-91-15,2 1-45 0,0 0-44 0,2-2-40 16,3 5 0-16,4-9 0 0,0-1 0 0,4-3-250 16,-3-2 57-16,3-1 116 0,0 0-325 0,-3-9 147 15,3-3 130-15,-4-5-750 0,0-6 418 16</inkml:trace>
  <inkml:trace contextRef="#ctx0" brushRef="#br0" timeOffset="31198.58">1751 5908 939 0,'-5'-10'0'0,"0"5"0"0,2 3 0 0,3-1 0 0,0 1 0 0,0 2 36 0,0 0-39 0,0 0 1 15,1 2 551-15,8 8-475 0,-4 2 0 0,3 3-37 0</inkml:trace>
  <inkml:trace contextRef="#ctx0" brushRef="#br0" timeOffset="31337.08">1759 6246 1694 0,'-8'0'0'0,"-4"3"0"0,5-3 0 0,2 1 0 0,0-1 0 0,3 0 0 0,2 0 108 0,0 0-36 15,11 0 1 1,4-4-34-16,1-5-415 0,7 1 194 0</inkml:trace>
  <inkml:trace contextRef="#ctx0" brushRef="#br0" timeOffset="31565.34">2169 5528 1549 0,'-12'-1'0'0,"3"-1"0"0,-2 2 0 0,1 0 0 0,5 11 0 0,2 14 724 15,2 9-343-15,1 13-172 0,0 8-85 0,0 21 229 0,3 3-163 16,6 8-75-16,-2 7-39 0,4 1 134 16,-5 4-210-16,0 10 0 0,-1-23 0 0,-3-4 0 15,0-5 0-15,-2-5 0 0,0 4 0 0,-2-19 0 16,-4-9 0-16,-1-7-593 0,-1-10 234 0,-1-13 189 16,-1-6-21-16,2-12-286 0,0 0 220 0,-4-20 108 15,1-12 53-15</inkml:trace>
  <inkml:trace contextRef="#ctx0" brushRef="#br0" timeOffset="31709.57">1873 6142 1187 0,'-8'-19'0'0,"1"4"0"0,5 3 0 0,2 2 0 0,2-1 311 0,14-3-128 0,10 3-77 0,4 4 704 0,6-2-386 16,7-1-193-16,3 2 244 0,3 1-271 0,-2 0-204 15,-1 2 0-15,3 3-224 0,-4-1-20 0,-2 3 141 0,5 0 80 0,-15 0-1071 16</inkml:trace>
  <inkml:trace contextRef="#ctx0" brushRef="#br0" timeOffset="32619.52">3742 5154 1604 0,'-4'-13'0'0,"-1"0"0"0,2 6 0 0,2 0 0 0,1 7 0 0,0-3 0 0,0 3 0 0,1 15 125 16,6 9-42-16,2 3-1 0,-3 7 358 0,3 3-191 15,-5-1-109-15,0 4 97 16,0 2-98-16,-3-1-51 0,1 2-24 0,-2 5-258 0,0-4 111 15,0 2 61 1,0-2 31-16,0 1-569 0,0-6 300 0,-2 5 144 0,2-11-366 0,-1-5 159 0</inkml:trace>
  <inkml:trace contextRef="#ctx0" brushRef="#br0" timeOffset="33072.12">3543 6203 2138 0,'-17'-8'0'16,"2"-1"0"-16,4 4 0 0,7 0 0 0,3 3 0 0,1-2 0 0,0-3 0 0,3 1 227 0,16-1-100 0,4 0-44 0,2 1 86 16,3 2-65-16,5 1-34 0,1 1 10 0,-5 2-37 15,-3 0-5-15,0 7 0 0,-3 4-1 0,-2 4-183 16,-2 3 101-16,-6 6 37 0,-7 5-197 0,-5 0 121 16,-1 5 61-16,-1 0-113 0,-13 7 45 0,-6-10 44 15,-5 2-1-15,-7-3 111 16,-6-1-42-16,-5 1-66 0,4-9-26 0,1-4 494 15,1-3-199-15,1 1-112 0,8-8-56 0,-1 2 468 0,15-6-248 0,6-3-249 32,5 0-27-32,3 0 0 0,0 0 0 0,11-2 0 15,13 1 0-15,4-1 0 0,8 1 0 0,4-3 0 0,3 2 0 0,3 0 0 16,-4 0 0-16,-2-1 0 0,0 3 0 0,-2 0 0 0,-1 0 0 16,2 0-549-16,-10 7 126 15,-4 2 193-15,-5-1-591 0,-1 4 393 0</inkml:trace>
  <inkml:trace contextRef="#ctx0" brushRef="#br0" timeOffset="33465.24">3618 7018 2032 0,'-20'5'0'0,"3"-4"0"0,5 3 0 0,1-3 0 0,9-1 0 0,2 0 0 0,0 0 0 0,15 0 302 15,7 0-133-15,3 0-16 0,7 0-62 16,1 0-27-16,1 0 0 0,1 0-250 16,1 0 120-1,-10 0 48-15,2 0 27 0,-9 3-193 0,1 4 110 0,-6 2 56 16,-1 2 37-16,-9 4-18 0,-4-1-25 0,-3 4 0 0,-11 0 244 0,-5 0-108 16,-4 3-88-1,-1-2 357-15,0-2-173 0,5-3-90 0,1-3-21 0,5 0 117 0,4-1-79 0,5-3-54 16,4-1-50-16,0 1-49 0,8-2 2 0,10 2 27 15,7 1 9-15,2 1-41 0,3-1 30 16,3 1-1 0,-1 4-226-16,-3-2 127 0,0 6 53 0,-8-3-35 0,-9 3-79 0,-4 0 74 0,-6 3-12 15,-2 1 412-15,-7 2-182 0,-18-5-75 16,-5-1-47-16,-6 0 184 0,-4-2-202 0,-2-5 0 16,-5-1 0-16,6-6 0 0,2-3 0 0,1 0 0 15,4 0 0-15,4-11 0 0,-3-7 0 0,15-2-695 16,7-6 221-16,6-2 183 15</inkml:trace>
  <inkml:trace contextRef="#ctx0" brushRef="#br0" timeOffset="34478.74">5645 5436 1192 0,'-9'-13'0'0,"0"1"0"15,3 3 0-15,2-1 0 0,4 1 0 0,0-1 0 0,4 5 0 0,13-2 112 0,7 5-37 0,2-1 158 16,6 3-98-16,5 0-40 0,-4 0-32 0,0 5 94 16,0 7-60-16,-1 3-29 0,-2 6 9 0,-8 1-84 15,-6 2 45-15,-8 5 0 16,-3 3 0-16,-5-1 29 0,0 8 10 0,-17-5-39 0,-5 0 85 0,-7 4-42 16,-3-5 0-16,-5-2-50 0,-2 3 16 0,5-11-9 15,3-8 0-15,4-1-188 31,5-6 95-31,7-6 46 0,1 0 9 0,13-2-450 0,1-13 227 0,16-12 92 0,15-7 64 0,4-4-641 0</inkml:trace>
  <inkml:trace contextRef="#ctx0" brushRef="#br0" timeOffset="34655.75">6153 5291 1891 0,'-14'0'0'0,"-1"1"0"0,-2 7 0 0,-5 4 0 0,5 1 0 0,-2 10 0 0,2 2 381 0,-2 6-172 0,6 3 458 0,1 5-305 15,12-7-166-15,0 1-80 0,2-1-7 0,14-4-109 16,5-1 0-16,4 4 0 0,3-8 0 0,0-2 0 0,4 0 0 16,0-1-383-16,1-2 99 0,2 5 171 0,-8-5 71 15,1 1-859-15,-8-1 369 0,0 0 253 0</inkml:trace>
  <inkml:trace contextRef="#ctx0" brushRef="#br0" timeOffset="34885.01">5778 6359 1097 0,'0'0'0'0,"0"3"0"0,-1-2 0 0,0-1 0 0,-1 0 566 0,2 3-265 16,0 1-122-1,0-1-76 1,0 1 145-16,4 3-105 0,7 1-53 0,1 1-27 0,4 6 28 0,0-3-9 0,1 2-45 16,1 3-418-16,-1-1 209 0,1 2 104 0,2 1-689 0,-2-3 377 0,-2-3 187 0</inkml:trace>
  <inkml:trace contextRef="#ctx0" brushRef="#br0" timeOffset="35065.69">6098 6203 891 0,'-4'-1'0'0,"1"-5"0"0,0 5 0 0,-1-1 0 0,1 2 598 0,-1 0-281 0,1 10-140 0,-2 13 149 16,0 7-149-1,-4 6-70-15,-1 10-35 0,-2 5 242 0,-2 5-139 0,1 11-60 0,-2-6-273 16,3 4 97-16,0-4 49 16,-3 1 24-16,4-6-535 0,0 5 290 0,2-19 130 0,3-6 70 0,0-10-770 15</inkml:trace>
  <inkml:trace contextRef="#ctx0" brushRef="#br0" timeOffset="35361.93">5849 6973 1959 0,'-16'0'0'15,"4"2"0"-15,3 0 0 0,1 0 0 0,1 1 0 0,7-1 0 0,0 2 340 0,1-1-151 0,11 0-76 0,6 0 57 16,6-1-57-16,1-1-43 0,1 2 1 0,2 0-144 15,0 0 56-15,-1 3 27 0,-1 3-286 0,-6 2 153 16,-5 1 79-16,0 3 41 16,-8 3 46-16,-2 5-5 0,-5 3-7 0,0 4 148 0,-13 4-80 0,-7 4-101 15,-5 1-1-15,0 4 578 0,4-4-274 0,1-5-131 16,1-2-169-16,6-3-1 0,7-5 0 0,2 0 0 16,4-8 0-16,5-5 0 0,14-3 0 0,6-6 0 31,6-2 0-31,8 0 0 0,-4-1 0 0,3-9 0 0,-3-1-46 0,1-4-5 0,-2 3 44 0,1 0-875 15,-12 5 428-15,-5 0 207 16,-4 3 106-16,-8 3-572 0</inkml:trace>
  <inkml:trace contextRef="#ctx0" brushRef="#br0" timeOffset="35527.16">5729 7293 2708 0,'-17'0'0'0,"6"0"0"0,3 0 0 0,1 0 0 0,7 1 0 0,2 1 0 0,16 6 369 0,11-1-167 0,4 0-83 0,9-1 97 0,1 2-95 16,4-2-42-16,4-1 0 15,4-1-283-15,4 1 120 0,11-4 69 0,-2-1-983 0</inkml:trace>
  <inkml:trace contextRef="#ctx0" brushRef="#br0" timeOffset="35663.81">6965 7296 3463 0,'-6'-7'0'0,"0"3"0"0,1-2 0 0,3 4 0 0,-1 0 0 0,3-1-258 16,0 1 147-16,0 2 73 0,0 0 37 0</inkml:trace>
  <inkml:trace contextRef="#ctx0" brushRef="#br0" timeOffset="39765.87">12741 5138 970 0,'-12'0'0'0,"2"-2"0"0,1 2 0 0,0 0 0 0,4 0 249 15,-4 0-96-15,6 0-63 0,-1 0-27 0,4 0 485 16,0 0-256-16,4 5-128 0,8 0 287 0,8-1-212 15,4 0-100-15,4 0 14 0,3-3-58 0,3-1-29 16,4 0 10-16,-3 0-447 0,-2 0 205 0,-2 0 101 16,2 0 51-16,-6 0-771 15,4 0 388-15,-10 7 207 0</inkml:trace>
  <inkml:trace contextRef="#ctx0" brushRef="#br0" timeOffset="39936.28">12824 5503 2342 0,'-21'2'0'0,"5"2"0"0,-2-2 0 0,9 3 0 0,6-3 0 0,1 0 0 0,2-1 0 0,0 1 395 0,8 0-169 0,11-2-99 0,2 0-63 15,7 0-27-15,0 0 0 0,4 0 0 0,4-2-538 16,-5 0 264-16,0 1 137 16,1 1 68-16,-3 0-364 0,1 0 210 0,2 0 111 15</inkml:trace>
  <inkml:trace contextRef="#ctx0" brushRef="#br0" timeOffset="40345.76">13922 5088 1342 0,'0'-22'0'0,"0"0"0"0,0-2 0 0,0 2 0 0,0 1 0 0,0-2 0 0,0 1 0 0,-6-4 0 0,3 4 244 15,-2-1-104-15,1 3-52 0,-1 0-26 0,-3 1 84 0,0-1-46 0,-1 8-37 16,1 3 151-16,-4 5-89 31,3 0-45-31,-3 4 70 0,-1 0-47 0,3 0-38 16,-1 17-1-16,1 4 155 0,2 9-92 0,0 4-45 0,0 11-14 0,7 0 194 0,1 6-113 0,0 5-111 15,0 3-38-15,1 6 0 0,5 7 0 0,2-7 0 16,3 3 0-16,1 4 0 0,-1 2 0 0,0-1 0 16,2 10 0-16,-5-17 0 0,-4-4 0 0,-2-2 0 15,-2-6 0-15,0-6 0 0,-2 1 0 16,-9-17 0 0,-6-5-44-16,0-7-114 0,-3-8 70 0,-2-5-224 0,-2-2 129 0,3-5 78 0,-3 0-353 0,4-6 211 15,-2-9 105 1,2-5-440-16,-3-4 264 0,7-8 146 0,-1-7 67 0,3-9-206 15</inkml:trace>
  <inkml:trace contextRef="#ctx0" brushRef="#br0" timeOffset="40480.31">13425 5518 1994 0,'-9'-12'0'0,"-1"2"0"0,5 2 0 0,-2-1 0 0,7 4 0 0,0 3 0 0,3-3 0 0,14 1 349 0,8-1-157 0,6 1-68 16,4 0-49-16,2 1 436 15,7 2-237-15,1-1-119 0,5 1-60 0,7-1 15 0,-6 2-58 16,0 0-716-16,-4 0 341 0,-4 2 180 15,-2 5 90-15,2 0-857 0,-15 3 399 0</inkml:trace>
  <inkml:trace contextRef="#ctx0" brushRef="#br0" timeOffset="40816.92">14206 5686 1004 0,'-3'-6'0'0,"0"3"0"0,-2-3 0 0,3 3 0 0,1 1 0 0,-1-1 962 0,-1 1-463 0,3 1-223 0,0 1 484 16,0 0-362-16,3 8-366 0,2 4-32 0,1 5 0 15,3 5 0-15,-4 1 0 0,3 2 0 0,-1 7 0 16,-3-3 0-16,-1 2 0 16,2 1 0-16,-4-1 0 31,1 1 0-31,1-5 0 0,-3 1-541 0,0-7 185 31,0 2 42-31,0-8-495 0,0-8 387 0,-5-1 193 0,1-6 97 0</inkml:trace>
  <inkml:trace contextRef="#ctx0" brushRef="#br0" timeOffset="40971.76">14449 4726 2827 0,'2'-16'0'0,"-1"1"0"0,1 4 0 0,-2 5 0 0,1 1 0 0,1 0 0 0,0 5 0 0,1 6 514 0,-2 13-239 15,-1 10-119-15,0 7 3 0,-6 12-159 0,-10 4 0 16,-2 8 0-16,-2 0 0 0,0 6 0 0,0 1 0 15,-4 13-1084-15</inkml:trace>
  <inkml:trace contextRef="#ctx0" brushRef="#br0" timeOffset="41804.94">2593 6425 962 0,'-29'0'0'0,"5"0"0"0,3 3 0 0,1-3 0 0,1 5 0 0,6-5 0 0,8 0 465 0,3 0-214 0,2-5-105 16,2-12-54-16,18-10 251 0,14-12-157 0,10-11-73 15,14-13 136-15,11-6-105 0,4-5-52 0,10-6 31 16,-11 10-46-16,-3 5-1 0,0 5-37 0,-7 6 48 16,-6 8 1-16,0 3-39 15,-25 18-10-15,-5 8-236 0,-7 8 119 16,-8 2 58-16,0 4 30 0,-2-2-566 0,-4 3 283 0,-2 2 91 16,-2 0-536-16,0 0 339 0,-1 7 170 0</inkml:trace>
  <inkml:trace contextRef="#ctx0" brushRef="#br0" timeOffset="42155.36">3957 5612 2076 0,'-19'0'0'0,"-2"-5"0"0,7 1 0 0,6 3 0 0,2-1 0 0,5 0 0 0,1 2 346 16,3-3-146-16,18 2 362 0,8-5-262 0,8 1-132 16,14-4-66-16,8 3 75 0,12-5-177 0,-1 4 0 15,8-1 0-15,4-1 0 0,9 4 0 0,4 2 0 16,12 1 0-16,-18 0 0 0,-2 2 0 0,-6 0 0 15,-6 0 0-15,-11 0 0 0,4 0 0 0,-28 0 0 16,-7 0 0-16,-10 0 0 0,-12 0 0 0,-2 0-35 16,-9-1-172-16,-1-3 89 15,-15-3 27-15,-6-3 2 0,0-1 26 0,-7-3-9 16,3 3 36-16,1 2-551 0</inkml:trace>
  <inkml:trace contextRef="#ctx0" brushRef="#br0" timeOffset="42965.28">14727 5458 2711 0,'-9'-1'0'0,"2"-1"0"0,1 1 0 0,1 0 0 0,0-2 0 0,2 3 0 0,1-3 0 0,2 3 0 0,0 0 0 0,0 0 675 0,0 0-320 0,0 0-165 0,2 0-190 16,4 0 0-16,-1 3 0 0,4-3 0 15,-3 3 0-15,1-3 0 0,-1 0 0 0,3 0-781 16,-1 0 330-16,2 0 245 0,-1 0 95 0</inkml:trace>
  <inkml:trace contextRef="#ctx0" brushRef="#br0" timeOffset="45706.25">15074 5185 1852 0,'-6'-3'0'16,"1"-3"0"-16,0 3 0 0,1 0 0 0,0 0 0 0,3 2 0 0,1 1 0 0,0 0 0 0,0 0 281 0,1 1-113 0,7 8-71 0,3 2 360 15,5 2-211-15,0 0-104 0,2 3-53 0,2 2 120 16,-1-4-90-16,0 3-42 0,1 0 1 16,-3 1-294-16,0-2 126 0,2 4 73 0,-4-1-259 0,-2-2 156 15,-1 1 79-15,0-2-716 0,-5-4 324 0,2 1 129 16,-4-4 137-16</inkml:trace>
  <inkml:trace contextRef="#ctx0" brushRef="#br0" timeOffset="46000.18">15462 4991 1417 0,'0'-7'0'0,"0"0"0"0,0 1 0 0,0 2 0 0,0 0 0 0,0 1 0 0,0 2 699 0,0 1-331 0,0 0-156 16,2 12 426-16,-1 10-300 0,-1 11-151 0,0 11-115 15,-3 12-72-15,-10 14 0 16,-4 3 0-16,-5 13 0 0,-6 9 0 0,-5 9 0 16,-5 15 0-16,4-16 0 0,-1-5 0 0,6-6 0 15,4-17 0-15,9-15 0 0,2-7 0 0,11-23 0 0,3-11 0 16,0-2 0-16,0-3 0 16,0-4 0-16,0-2 0 0,0-3 0 0,0-5 0 0,0 0 0 15,0 0 0-15,0 0 0 0,0 0 0 0,0 0 0 16,0 0 0-16,0 0 0 0,0 0 0 15,-3 0 0-15,-5 0-208 0,2 0 48 0,-2 0-943 0,2 0 533 32</inkml:trace>
  <inkml:trace contextRef="#ctx0" brushRef="#br0" timeOffset="49464.88">2575 6482 513 0,'-15'-7'-2'0,"3"2"0"0,2-1 0 0,-4 1 0 0,6 0 1 0,-7 0 292 0,10 4-129 0,-3-2-58 0,5 3 168 15,2-3-113 1,-1 3-57-16,2 0 65 0,0 0-67 0,2 0 1 0,11 10-56 0,6 2 137 16,3 6-57-16,0 3-45 0,7 5-1 0,2 3 94 15,2 6-64-15,1 5-32 16,1 6 11-1,-1 4 35-15,1 7-38 0,1 6 1 0,1 12 1 16,2 5-42 0,3 14 12-16,-4-10 53 0,0-1-33 0,3-5 1 0,1-6-33 0,2-6 37 0,4-5-26 0,-9-22-10 15,-2-12-12-15,-3-4-34 0,-7-6 0 0,-1-4 0 0,-4-2 0 16,-8-6 0-16,-7-1 0 0,-4-4 0 0,-2 0 0 16,-1 0 0-16,0 0 0 0,0 0 0 15,-5-7 0-15,-4-3 0 0,-1-2 0 0,0 0-190 0,1 0-26 0,5 2 108 16,0 3 18-16,4 1-839 15</inkml:trace>
  <inkml:trace contextRef="#ctx0" brushRef="#br0" timeOffset="50012.18">4173 7557 1287 0,'-16'3'0'0,"-1"4"0"0,4-2 0 16,-2 0 0-16,1 1 0 0,7-4 0 0,1 2 229 0,1-4-95 0,3 0-47 0,2 0 366 0,0 0-196 16,3-11-113-16,16-11 186 15,10-10-144-15,7-8-73 0,5-8-37 0,10-13 144 0,0-3-95 0,7-9-42 16,7-4-1-16,-1-7-14 15,5-4-11-15,8-13-57 0,-12 15 0 0,-3-1 0 16,-4-1 0-16,-5 6 0 0,-6 1 0 0,2-2 0 16,-13 20 0-16,-2 1 0 0,-1 4-47 0,3 2 10 15,12-5 38-15,-8 14-108 0,4-1 55 0,3 3 3 16,-4 2 0-16,-4 6 63 0,-1-1-3 0,-10 14-43 16,-2 0 143-16,-3 2-60 0,-2 5-29 0,-3 2 11 15,2 1 57-15,-8 8-50 0,-4 0-40 16,0 3 0-16,-3 3 0 0,-3 0 0 0,0 0 0 15,-2 0 0-15,0 0 0 0,0 0 0 16,0 0 0-16,-4 0 0 0,-5 3 0 0,-2 4-18 16,-1 3-849-16,-3 2 404 0,3 2 212 0</inkml:trace>
  <inkml:trace contextRef="#ctx0" brushRef="#br0" timeOffset="50867.5">16057 5462 1504 0,'-15'0'0'0,"4"0"0"0,-2 0 0 0,7 0 0 0,3 1 0 0,3 3 170 0,0-4-66 0,6 7-33 0,8-2 333 16,9-2-188-16,5-1-90 0,5-2-44 0,1 0 224 16,4 0-134-16,4 0-59 0,-6 0-42 0,-2 0-80 15,-1 0 46-15,-1-2 0 0,1-1-328 0,-2 3 173 16,-7 0 73-16,-4 0-188 15,-6 0 135-15,-3 0 68 0,-5 0 33 0,0 0-749 16,-6 3 359-16,0 0 175 0,-5-3 87 0</inkml:trace>
  <inkml:trace contextRef="#ctx0" brushRef="#br0" timeOffset="51034.83">16319 5141 781 0,'-9'-3'0'0,"1"3"0"0,1 0 0 0,1 0 0 0,0 0 0 0,3 10 580 0,0 4-272 15,3 11-135-15,0 6 421 0,0 10-268 0,0 7-150 0,0 8-7 16,0 7-66-16,0 2-33 16,1 1 0-16,1 4-184 0,0-14 71 0,5-3 40 15,1-5 1-15,0-7-559 0,4 6 308 0,-2-16 141 16,1-12 74-16</inkml:trace>
  <inkml:trace contextRef="#ctx0" brushRef="#br0" timeOffset="51364.62">17099 4939 1911 0,'0'-33'0'0,"0"-1"0"16,0 15 0-16,-1 2 0 0,-7 6 0 0,1 5 0 0,-2 2 0 0,0 1 0 0,1 3 324 0,-3 0-144 0,2 13 242 15,0 5-192-15,0 9-98 0,-1 5-38 0,3 8 202 16,3 6-130-16,-1 7-65 0,0 5-32 0,2 5-63 16,-4 12-6-16,2-8 0 0,-1 4 0 0,0 4 0 0,-2 7 0 15,-1 1 0 1,1 11 0-16,0-19 0 0,1-3 0 0,0-8-10 31,2-9-192-31,2-6 119 0,-2-2 22 0,1-26-606 0,-1-9 309 0,2-11 161 16,0-1 80-16,-2-1-473 15,1-16 281-15,-1-3 136 16,0-8 69-16,-1-7-221 0</inkml:trace>
  <inkml:trace contextRef="#ctx0" brushRef="#br0" timeOffset="51502.88">16742 5363 2112 0,'-10'-12'0'0,"0"3"0"0,4 1 0 0,-1 1 0 0,3 4 0 0,1-1 0 0,3 1 0 0,0 2 392 0,11-1-179 0,8 1 367 15,6 1-272-15,9-1-127 0,0-3-77 16,6 3-63-16,3 0-41 0,0-2 0 0,-1 0 0 0,7 3 0 15,-9-2-206-15,-3 2 121 16,-2 0 61-16,-6 0-729 0,-4 2 394 0,0 4 129 16,-12 2-373-16</inkml:trace>
  <inkml:trace contextRef="#ctx0" brushRef="#br0" timeOffset="51862.41">17180 5467 1081 0,'-6'0'0'0,"-1"0"0"0,0 0 0 0,1 0 0 0,1 0 0 0,2 0 594 16,3 0-279-16,0 3-140 0,0-1-69 0,1 0 66 15,9 3-59-15,2 1-42 16,2 0-272-16,1 1 119 0,-2 1 59 0,0 2-138 16,-1 2 107-16,-4 2 41 0,-2-2 24 0,-3 5-113 15,-1-2 59-15,-2 2 31 0,0 4 3 0,-3-3 353 0,-8 0-169 0,0-1-134 16,-3-2-26-16,3 0 535 15,-1-1-248-15,4-7-138 0,3 1 21 0,2-3-75 16,3-3-37-16,0 0-61 0,9 1 9 0,8-3-20 0,2 0-1 16,5 0-157-16,-1 0 61 0,0 0 66 15,1 0 42-15,-3 5-376 0,-2 2 197 0,-2 3 20 16,-6 2 76-16,-5 2-132 0,-3 4 74 0,-3 2 52 16,-2-2 226-16,-12 2-92 15,-5-1-47-15,-6 0 110 0,1 0-88 0,0-6-29 0,-2-2 0 16,-2-3-86-16,3-6 29 0,-1 1 70 0,0-3-30 15,5 0-527 1,4-12 256-16,0-10 132 0</inkml:trace>
  <inkml:trace contextRef="#ctx0" brushRef="#br0" timeOffset="52045.81">17433 4647 1968 0,'7'-16'0'0,"-2"3"0"0,3 5 0 0,-2 0 0 0,0 5 0 0,2 3 0 0,-4 0 531 0,0 9-248 0,-3 8-123 0,-1 10-63 15,0 6 305-15,-8 5-188 0,-9 6-88 0,-4 6-287 0,2 0 99 16,-3 3 48-16,0 11-1149 0</inkml:trace>
  <inkml:trace contextRef="#ctx0" brushRef="#br0" timeOffset="53109.17">17788 5372 2136 0,'-2'0'0'0,"0"0"0"0,1 0 0 0,-1 1 0 0,-1-1 274 0,2 2-123 0,1-2-57 0,-2 4 760 15,-1-2-432 1,3 2-422-16,-1-2 0 0,1-1 0 0,0 3 0 0,0-4 0 15,0 4 0-15,0-2 0 0,0-1 0 0,0 2 0 0,0-1-909 16,0 1 276-16</inkml:trace>
  <inkml:trace contextRef="#ctx0" brushRef="#br0" timeOffset="54115.25">18149 5026 1353 0,'-17'0'0'0,"6"0"0"0,-2 0 0 0,3 0 0 0,2 0 0 0,-1 0 0 0,7 0 266 0,2 0-115 0,0 0 378 0,8 0-246 16,13 0-123-16,10 0-53 0,7-1 224 0,4-2-148 0,3 1-72 16,2 0-38-16,0 1 12 0,0-1-15 15,-6 2-10-15,-4 0-23 16,-2 0-43-16,-3 2-1 0,-6 6 44 15,-1 4-165-15,-16 5 77 0,-7 7 44 0,-2 1-111 0,-14 10 72 0,-13 3 41 0,-9 7-25 16,-4 0 154-16,-4-3-79 0,-1 4-1 16,3-5-87-16,5-2 366 0,-5 4-323 0,14-11 0 15,6-5 0-15,2-2 0 0,13-6 0 0,6-4 0 16,1 2 0-16,1-8 0 0,17-1 0 0,5-2 0 31,3-2 0-31,4-1 0 0,3 0 0 0,-4-3 0 0,3 0 0 0,-5 0 0 16,2 0 0-16,-5-3-37 0,0-3-372 15,-5 2 170-15,-6-1 101 0,-5-1-552 0,-1 2 327 0,-6 0 163 16,1-2-465-16,-2 1 319 0</inkml:trace>
  <inkml:trace contextRef="#ctx0" brushRef="#br0" timeOffset="54286.05">18191 5271 1870 0,'-12'-6'0'0,"-4"0"0"0,10 1 0 0,3 3 0 16,1-1 0-16,2 3 0 0,0 0 0 0,15 0 810 0,8 5-391 0,6 0-191 0,7 4-95 16,6-3 338-16,-1 3-471 0,8-1 0 0,-5-1 0 0,3 1 0 15,-3 0 0-15,5 2 0 0,-3-2-104 0,5 4 36 0,-12-5 46 16,-4 3-1133-16</inkml:trace>
  <inkml:trace contextRef="#ctx0" brushRef="#br0" timeOffset="59990.58">7986 7011 1592 0,'0'0'0'0,"0"3"0"0,-3-3 0 0,0 1 0 0,2-1 0 0,-3 2 0 0,2-1 0 0,2 2 515 16,0 0-230-16,0-2-128 16,0 3-60-1,2-1 92-15,3 0-75 0,2-1-30 0,2 1-15 0,1 2-31 0,0-3-1 0,0-1-350 0,2 3 175 16,-3 1 97-16,-1 0 34 0,0 2-630 0,-1-2 283 15,-1 4 183 1</inkml:trace>
  <inkml:trace contextRef="#ctx0" brushRef="#br0" timeOffset="60167.64">7984 7243 1747 0,'0'2'0'0,"-2"-1"0"0,0 2 0 0,-2 0 0 0,3-2 0 0,1 3 0 0,0-2 0 0,0 2 0 0,0-2 128 0,0 3-46 0,5 1-148 0,1 3 51 0,0-1 36 0,3 1-10 0,-1 5-588 0,-1 1 293 0</inkml:trace>
  <inkml:trace contextRef="#ctx0" brushRef="#br0" timeOffset="60262.89">8022 7616 1546 0,'-10'13'0'0,"2"-2"0"0,-4 3 0 0,6-4 0 0,2-2 0 0,1-3 0 0,0-1 0 0,2-3 0 0,1 0 522 0,0-1-247 0,1 0-121 0,7 0-59 0,6-6 297 0,4-8-168 0,1-4-99 0,-3-2-183 0,7 1 47 0,-3-2 24 0,-1 0-268 0,3-2 155 16,-4 3 64-16,0 0 37 0,-4 1-733 0,2-3 384 15</inkml:trace>
  <inkml:trace contextRef="#ctx0" brushRef="#br0" timeOffset="60444.58">8247 7190 613 0,'-7'-1'0'0,"4"-1"0"0,0-3 0 0,1 4 0 0,2-2 0 0,0-1 851 16,0 0-398-16,5 2-212 0,8-3 424 0,4 1-313 0,3 1-158 15,3-1-96-15,1-1-21 0,-1 0-10 16,3 2-30-16,-1 2-254 0,1-1 127 0,1 0 64 16,1 0 40-16,-8 1-698 0,1 1 361 0,-5 0 179 15,-1 0 91-15,-3 0-807 0</inkml:trace>
  <inkml:trace contextRef="#ctx0" brushRef="#br0" timeOffset="60888.99">8449 7023 1393 0,'-10'-5'0'16,"-1"1"0"-16,3 1 0 0,1 1 0 0,0 0 0 0,6 1 0 0,1 1 0 0,0 0 0 0,1 0 228 16,7 3-96-16,0 5 218 0,4 3-162 0,-2 0-75 0,-1 2-38 0,2 1-88 15,-5 6 25-15,0 0 9 0,-4 2 16 0,-1 2-80 16,-1 2 41-16,0 0-1 0,-7 4 40 0,-4 1-74 15,-5-5 33-15,1 0-1 0,-4-1 100 16,2-6-29-16,0-1-53 0,1-2 134 16,5-8-76-16,4-2 1 0,2-2-57 0,5-4-24 15,0 0 51-15,0 0 0 0,9 0 8 0,6 0-131 16,4-2 62-16,1 0 29 0,-1-1 0 0,3 0-74 16,-4 0 34-16,-4 3 29 0,1 0-204 0,-4 0 104 15,-3 0 24-15,2 3 94 16,-9 9-22-16,-1 2-13 0,0 2-35 0,-5 3 320 15,-10 1-138-15,-3 3-70 0,1-2-23 0,-3 0 298 0,1 0-141 0,-1-4-81 16,3 0-19-16,1-1 49 16,6-7-57-16,2 0-70 0,3-4-15 0,5-2 0 15,0-1 0-15,1-1 0 0,11-1 0 0,7 0 0 16,4-3 0-16,1-5-114 0,1-1 55 0,2 2 44 16,-2-1-11-16,0 2-177 0,-4 2 75 15,1 2 59-15,-1-1-19 0,-6 3 95 0,-4 0-63 0,-1 0 20 16,-2 3 67-16,-4 6-34 0,0 0-9 0,-1 0 141 15,-3 2-74-15,0 2-38 16,0-3-4-16,-4-1 0 0,-1 1 1 0,2-4 37 0,-2-1-25 16,2-2-803-16,0-2 371 0,3-1 184 15,0 0 83-15</inkml:trace>
  <inkml:trace contextRef="#ctx0" brushRef="#br0" timeOffset="61065.11">8874 7245 1479 0,'-6'-2'0'0,"1"0"0"0,3 1 0 0,-2-1 0 0,2 0 0 0,2 1 814 15,0 0-381-15,0-2-203 0,8 3-97 0,3 0 204 0,6-2-151 16,0 1-75-16,5 0-400 0,0 1 158 16,2 0 83-16,-3 0 42 0,1 0-910 15,1 0 462-15,-5 0 230 0</inkml:trace>
  <inkml:trace contextRef="#ctx0" brushRef="#br0" timeOffset="61336.77">8944 7565 1841 0,'-12'5'0'0,"2"0"0"0,2-2 0 0,1 2 0 0,7-3 0 0,0 2 0 0,1-3 0 0,16-1 756 0,3 0-361 0,4 0-170 0,4-1-120 15,-1-6-35-15,3 0 1 110,-1-1-36-79,0-1-841-31,3 1 429 0</inkml:trace>
  <inkml:trace contextRef="#ctx0" brushRef="#br0" timeOffset="61387.63">9479 7146 2769 0,'1'-1'0'0,"2"-6"0"0,3 1 0 0,1 1 0 0,-3 0 0 0,3 3 0 0,0-1 0 0,-1 3 0 0,2 0 0 0,-1 0 187 0,-3 4-76 0,0 9-752 0,-3 5 338 0,-1 0 169 0</inkml:trace>
  <inkml:trace contextRef="#ctx0" brushRef="#br0" timeOffset="61508.54">9610 7445 2493 0,'0'0'0'0,"0"2"0"0,0-2 0 0,0 0 0 0,0 0 0 0,1 0 0 0,-1 0 0 0,1 0 951 0,1 0-471 32,-2 0-473-32,1 0-192 0,1 0-4 0,0 0 112 0</inkml:trace>
  <inkml:trace contextRef="#ctx0" brushRef="#br0" timeOffset="68854.37">11647 7461 1772 0,'0'0'0'0,"0"0"0"0,0 0 0 0,0 0 0 0,0 0 0 0,0 0 0 0,0-1 0 0,0-2 0 15,0-2 0-15,0-4 141 0,0 2-57 0,-1-4-23 0,-2 1 25 0,-3-2-25 16,1 0 0-16,-3 0 21 16,0 1-45-16,-1 1-1 0,-2 2 1 0,0 1 24 0,-3 6 1 0,0-1-17 31,-3 2-8-31,2 7-1 0,-2 11 1 0,0 6-1 0,2 2 74 15,-1 9-28-15,5-1-10 0,2 4-57 0,3 0 22 0,4 1-1 32,2 2 10-32,0-9-78 0,0-4 34 0,7-3 0 0,5-6 35 0,5-8-59 0,-3-1 30 15,3-9-8-15,1-1 14 0,-1-1-5 0,1-12 1 0,0-7 12 32,2-5-81-32,-4-3 35 0,1-5 8 0,-3-2-223 0,1-4 111 0,-1-2 61 31,3-7 18-31,-6 4-177 0,1-3 89 0,-4-3 52 0,0-7 15 0,-1 0-47 0,1-12 31 0,-6 10 9 15,1 4 41-15,-1 4 1 0,-2 10-2 0,0 5 1 16,0 3 124-16,0 19-58 0,-5 12-33 0,-5 2 303 16,2 0-151-16,0 16-86 15,-4 9-16-15,2 7 264 0,2 9-123 0,-1 2-81 0,1 6-10 0,4 6 99 16,-1 8-71-16,5-9-49 16,0 2 0-16,0 0-3 0,0-3-1 0,5 1-36 15,8 5 36-15,2-13-9 0,3-5-27 0,3-7-78 0,0-7 39 16,4-5 0-16,-2-3 49 0,-4-14-138 15,1-5 65-15,-1 0 31 0,-4-12-13 0,1-8-101 16,0-6 51-16,-2-5 34 31,-2-3-7-31,-4-4-127 0,4 0 61 0,-5-6 42 0,3-6-62 0,-3 8 35 0,1-1 25 0,-3 2-35 0,-1 1 28 16,-1 2-9-16,-3 16 37 0,0 5 182 16,0 9-90-16,-1 6-47 0,-5 2 1 0,-2 9 312 15,-1 12-165-15,1 8-62 0,1 5-48 0,2 1 317 16,3 3-334-16,-1 6-29 0,3-8 0 0,0 0 0 31,0 0 0-31,7 2 0 0,3-6 0 0,1 7 0 0,3-10 0 0,1-4 0 63,2-4 0-63,2-5 0 0,0-6 0 0,1 2 0 0,-3-12 0 0,0 0 0 0,-1-6 0 0,1-11 0 0,-1-5 0 0,2-2-86 0,-8-3-142 0,4-4 93 0,-5-1 50 0,3-2-29 31,-4-3 39-31,3-6-10 0,-2 7 49 0,-2-1-38 0,-3 2 0 0,1 0 37 15,-2 4 1 1,-1-5 70-16,0 17-30 0,-2 1 0 0,0 8-41 0,0 2 267 0,-2 6-133 0,-1-1-50 0,-1 3 313 16,1 0-157-16,0 9-95 0,2 3-93 0,1 5-15 0,0 4 0 0,0 4 0 0,0 4 0 15,0 2 0-15,1 6 0 16,5 2 0-16,3 4 0 0,-2-4 0 0,1 1 0 0,0-1 0 16,0 3 0-16,2-3 0 15,-2 4 0-15,-2-11 0 0,2-2 0 0,0-5 0 0,-1-3-105 0,0-1-219 16,-4-13 130-16,0-5 82 15,2-3-340-15,-2 0 208 0,-2-4 103 0,1-6 44 0</inkml:trace>
  <inkml:trace contextRef="#ctx0" brushRef="#br0" timeOffset="70577.42">12619 7229 1397 0,'-8'-2'0'16,"1"-4"0"-16,3 3 0 0,0 2 0 0,1 0 109 0,2-4-28 0,1 4-8 0,0 1 509 16,7 0-273-16,6 0-137 0,6 0-69 0,1 0 252 0,2 0-165 15,1 0-77-15,2 3-23 0,0 1-27 16,1-1-1-16,-1 1-374 16,-3-1 169-1,0-1 89-15,-2 3 44 0,-2-3-285 0,2 3 173 0,-8-1 75 0,-1-1 41 0,-5 2-926 0,-4 0 448 0</inkml:trace>
  <inkml:trace contextRef="#ctx0" brushRef="#br0" timeOffset="70743.83">12699 7482 2152 0,'-3'1'0'0,"-6"0"0"0,4 1 0 0,2 1 0 0,3-2 0 0,0-1 0 0,0 2 432 0,6 1-190 0,10-3 382 15,4 0-295-15,2 0-177 0,3 0-152 0,-1 0 0 16,2 0 0-16,-3 0 0 0,0 0 0 0,-4 0 0 15,4 0 0-15,-6 0 0 0,5 0 0 0,-8 0-901 16,-3 0 425-16</inkml:trace>
  <inkml:trace contextRef="#ctx0" brushRef="#br0" timeOffset="73892.2">13494 7132 1243 0,'-3'-8'0'15,"0"4"0"-15,0-1 0 0,-1 0 0 0,1 1 0 0,3 2 0 0,0 2 0 0,0 0 0 0,0 7 0 0,0 9 0 0,3 4 524 0,-1 11-242 0,3 1-123 0,1 7 0 16,-2 3-60-16,3 5-22 0,-3-2 41 16,3-1-40-16,2 0 0 0,-1-5-41 0,1-1-28 15,1-1 9-15,2-11 20 0,-1-9-1 0,3-5-105 16,0-4 53-16,6-7 36 0,-2-1-10 0,3-16-124 15,1-12 71-15,1-7 11 0,0-10-199 0,1 1 100 16,-4-2 62-16,-4 0-67 0,-2-3 56 0,-2 2 5 16,1-1 0-16,-1-7-18 15,-5 12 55-15,-4 6 0 0,-2 4 0 0,-1 8 132 0,0 8-66 16,0 5-42-16,-1 10 9 0,-5 2 376 16,-1 7-193-16,-1 12-73 15,-1 5 294 16,1 8-158-15,3 1-107-16,1 5 69 0,1-1-83 0,3 4-42 0,0 0 0 0,0 2 87 0,0-8-151 0,7 3-15 0,0-4 0 0,6 1 0 0,-1-3-56 0,2 1 44 0,0-6 21 0,1-3-559 16,-2-4 293-16,-1-5 90 0,2 1-670 0,-4-4 391 15,0-5 209-15,-2-6 99 0</inkml:trace>
  <inkml:trace contextRef="#ctx0" brushRef="#br0" timeOffset="74107.14">13986 7415 1190 0,'2'-6'0'0,"-1"0"0"0,1 1 0 0,3-1 0 0,-1 0 0 0,4 3 353 16,3 3-158-16,0 0-78 0,3 0-41 0,2 0 272 16,2 12-146-16,-1 0-87 0,0 5-39 0,-2 2 100 15,-2 3-70-15,0 2-35 16,-4 3-91-16,-6-2 24 0,-1-1 1 0,-2 1-22 16,0-1 27-16,-11 0 0 0,-3-1 36 0,-3-7-41 15,-4-3 0-15,0-3 32 0,-4-3 0 0,2-3-254 16,0-3 89-16,5-1 67 0,1 0-4 0,6-6-429 15,3-7 230-15,5-3 103 0,3-5-423 16,0-2 278-16</inkml:trace>
  <inkml:trace contextRef="#ctx0" brushRef="#br0" timeOffset="74284.83">14264 7370 3016 0,'1'-5'0'0,"2"1"0"0,-3 1 0 0,2-1 0 0,-2 3 0 0,0 1 0 0,0 0 0 0,-2 8 0 0,-9 6 0 0,2 0 0 0,-2 4 636 0,0 2-357 0,0 0-279 15,6 1 0-15,-2 1 0 0,2 0 0 0,5-1 0 16,0-1 0-16,0 2 0 0,11-3 0 0,3-2 0 16,5-3-70-16,3-1-214 15,2-5 160-15,0-2-802 0,4-5 395 0,2-1 238 16,-2 0 132-16</inkml:trace>
  <inkml:trace contextRef="#ctx0" brushRef="#br0" timeOffset="74705.02">14759 7261 908 0,'-11'-18'0'0,"3"3"0"15,-1 3 0-15,0-2 0 0,-1-1 268 0,0 3-116 0,-2 0-48 0,1 5 441 16,2 3-254-16,-3 4-127 0,0 0 137 16,-1 0-133-16,-1 16-55 15,1 3-44 1,2 7 141-16,1 6-87 0,0 5-42 0,4 1-1 0,1 6 102 0,4-8-77 0,1 0-38 0,0-1-67 0,1-2 0 15,10-4 0-15,-1 2 0 0,4-10 0 0,1-7 0 16,3-2 0-16,1-7 0 0,-4-3-45 0,5-2-59 16,-6 0 65-16,3-14-368 15,-4-8 198-15,2-4 58 0,-2-6 62 0,0-2-231 32,-2-3 146-32,-3-1 69 0,1-7 34 0,-1-5-105 0,-1 0 70 0,-1-10 25 0,-2 2-6 0,-3-6 25 15,0 0 0-15,-1 2-36 0,0-5 21 0,0 21 9 0,0 12 31 16,-6 11 211-16,0 9-106 15,-2 11-52-15,-1 2-36 0,2 4 489 0,-1 19-241 16,4 6-77-16,-1 4-75 0,3 4 362 0,2 9-191 0,0-3-110 0,0 7 219 16,0 3-160-16,0 3-164 15,2 0-32-15,3 10 0 0,-2-12 0 16,2 2 0-16,1-3 0 0,1 1 0 0,0-5 0 16,2 3 0-16,0-17-162 0,-1-3-58 0,-2-9 128 15,2-7 64-15,0-6-838 16,1-4 405-16,-1-5 217 0,2-12-549 0</inkml:trace>
  <inkml:trace contextRef="#ctx0" brushRef="#br0" timeOffset="74952.36">14982 7204 1644 0,'3'-12'0'0,"0"6"0"0,0-2 0 0,4 4 0 0,0 0 0 0,3 3 0 0,2 1 224 0,3 0-98 0,3 6-44 0,2 8 288 15,-1 1-167-15,3 5-83 0,-1 2-32 0,-3 2 47 31,-5 2-50-31,1 2-23 0,-7 2-1 0,-1 5-192 0,-5-7 79 0,-1 2 44 0,-7 1-138 0,-10-5 92 0,-7-2 45 16,-2 1-186-16,0-11 109 16,-2-4 9-16,-1-5 42 15,3-5-211 1,2 0 111-16,1 0 4 0,10-12 51 16,1-8-327 15,9-8 185-31,3-4 93 0,0-8 45 0</inkml:trace>
  <inkml:trace contextRef="#ctx0" brushRef="#br0" timeOffset="75068.55">15250 7111 1256 0,'11'-4'0'0,"-2"3"0"0,-4-1 0 0,-2 2 0 0,-1 2 0 0,-2 13 0 0,0 3 0 0,-3 6 779 0,-7 5-375 0,0 3-184 0,-2 5 493 0,4 2-338 0,4 1-191 15,0 3-184-15,4-3 0 0,0-6 0 0,8-2 0 16,8-5 0-16,8-7 0 0,4 4 0 16,1-14 0-16,2-7-233 0,0-3 76 0,1 0 97 15,-4-3 48-15,1-10-1034 0</inkml:trace>
  <inkml:trace contextRef="#ctx0" brushRef="#br0" timeOffset="75223.44">15533 7243 2607 0,'-3'-5'0'0,"-3"2"0"0,3 2-2 0,2-4-1 0,1 4 0 0,0 0 1 0,0 1 0 0,9 0 429 0,8 0-197 0,6 0-97 0,2 0-13 15,6 0-34-15,-1 0-8 0,-1 0-42 0,4 0-611 16,-2 0 306-16,3 0 152 0,0 0 86 0,-8 0-407 15,-3 0 234-15,-7 0 117 0</inkml:trace>
  <inkml:trace contextRef="#ctx0" brushRef="#br0" timeOffset="75364.41">15692 6956 2399 0,'-4'-3'0'0,"0"0"0"0,3 1 0 0,-1 2 0 0,2 0 0 0,0 16 0 0,0 6 0 0,2 7 0 0,6 12 531 15,-2 3-238-15,-1 10-133 0,1 5-62 0,2 5-418 0,-4 4 178 0,3 0 89 16,-2 3 54-16</inkml:trace>
  <inkml:trace contextRef="#ctx0" brushRef="#br0" timeOffset="75891.98">16264 7050 1565 0,'0'0'0'0,"-1"2"0"0,1 3 0 0,0 1 0 0,-1 8 0 0,1 2 0 0,0 11 0 0,0 5 281 15,0 6-126-15,0 3 3 0,0 3-60 0,0-2-31 0,1 1 9 16,3-12-5-16,4-5 0 15,2-4-34-15,2-7 0 0,1-5-87 0,4-3 53 0,-3-7-9 16,3-7-167-16,1-15 105 0,1-7 52 0,-2-5 27 16,2-5-251-16,-5 1 121 0,-1-3 62 15,-4 1-20-15,0 0 28 0,-3 1-6 0,1 0-36 16,-5 10 194-16,-1 3-80 0,-1 10-30 16,0 5 0-16,-5 5 452 0,-3 5-202 0,-1 1-120 15,0 14 251-15,1 8-169 0,1 2-84 0,6 6-42 16,-1 5 131-16,2 0-92 0,0 1-40 0,7 0-2 15,2 3 0-15,5-1-39 0,-1 4-32 16,3-7-104-16,0-3 48 0,1 0 43 16,1-6 1-16,0 0-615 0,1-1 268 0,-5-10 178 15,-1-4-750-15,-1-6 444 0</inkml:trace>
  <inkml:trace contextRef="#ctx0" brushRef="#br0" timeOffset="76049.69">16722 7332 1787 0,'0'-5'0'0,"0"1"0"0,0-1 0 0,-2 3 0 0,2-3 0 0,0 5 0 0,0-3 398 16,0 3-180 0,0 0 385-16,2 8-282 0,3 0-134 0,1 4-79 0,5 2-199 47,-2 2 64-47,3 0 32 0,2-3 0 0,-2 5-251 0,2-6 136 0,-2 2 74 0,1-3-758 0,1-3 411 0,-1 0 206 0</inkml:trace>
  <inkml:trace contextRef="#ctx0" brushRef="#br0" timeOffset="76215.14">16981 7218 2686 0,'-5'-5'0'0,"1"2"0"0,-3 3 0 0,-1 0-1 0,2 0-1 0,-3 6 0 0,0 13 0 0,-2 7 0 0,0 9 439 0,-3 5-193 16,0 6-109-16,0 4 227 0,-3 4-286 0,2 6-76 16,-1-1 0-16,0 7 0 0,2-10 0 0,0-1-9 15,2-4-284-15,0-1 165 0,1-2 82 0,1-1 50 16,3-19-861-16,4-2 443 0</inkml:trace>
  <inkml:trace contextRef="#ctx0" brushRef="#br0" timeOffset="76685.34">17386 7296 1293 0,'0'-33'0'0,"0"5"0"0,0 3 0 0,0-3 0 0,0 2 0 0,-4 1 242 15,-3 0-94-15,-1 10-60 0,-3 7 155 16,-1 5-104-16,-2 3-51 0,-3 0 180 16,-2 13-107-16,1 9-67 0,4 8-29 0,1 3 46 15,5 2-38-15,3 5 0 16,2 3-28-16,3-4 47 0,0-3-29 0,1 2 1 0,4-6-10 0,3-2-18 16,0 0 9-16,3-10-73 15,-3-5 32-15,3-2 0 0,2-9 32 0,0-4-228 0,4 0 122 0,-3-11 20 0,3-12 38 16,-3-6-418-16,3-4 208 0,-1-6 72 0,3-2 56 15,-7-5-153-15,4-3 106 0,-4-4 53 16,4-4-18-16,-4-5 35 0,4-13-8 0,-5 10 43 16,-2-1 50-16,2 5-25 15,-7 6 0-15,0 12 125 0,-3 7-83 0,-1 21-30 0,0 12 1 16,-5 3 552-16,-2 0-280 0,-2 18-86 16,1 7-84-16,3 10 294 0,0 6-181 0,4 7-90 0,1 1 279 15,0 11-396-15,0-9-10 0,0 2 0 16,0 0 0-1,1-2 0-15,2 1 0 0,4 6 0 0,1-10 0 0,-1-4 0 16,2-4 0-16,1-5-284 0,-1-5-2 0,2-5 132 0,-3-13-13 16,3-12-722-16,-2 0 426 0,1-9 214 0</inkml:trace>
  <inkml:trace contextRef="#ctx0" brushRef="#br0" timeOffset="76785.05">17733 7077 2655 0,'-1'-3'0'0,"-3"0"0"0,3-2 0 0,-1 4 0 0,2 1 0 0,0 0 0 16,0 0 0-16,2 9 490 0,6 3-228 0,2 1-113 0,3 3-155 0,0 1 16 0,2 0 1 16,1 2 24-16,-1-4-329 15,1 2 165-15,1 0 91 0,-2-5 33 0,0 0-965 16,-1-1 479-16</inkml:trace>
  <inkml:trace contextRef="#ctx0" brushRef="#br0" timeOffset="76932.91">18011 6881 2067 0,'0'-13'0'0,"0"3"0"16,0 1 0-16,0 5 0 0,0 2 0 0,0 2 0 0,-2 21 0 0,-6 15 0 0,-3 14 978 0,-4 14-472 15,-4 15-226-15,-3 2-180 0,-1 13-100 0,-5 9 0 16,-2 9 0-16,-1 4 0 0,-5 12-22 0,5-24-42 16,0 2 50-16,-4 6-665 0</inkml:trace>
  <inkml:trace contextRef="#ctx0" brushRef="#br0" timeOffset="77320.21">18546 7243 1735 0,'0'0'0'0,"0"0"0"0,0 0 0 0,0 0 0 0,0 0 0 0,8 0 140 0,8 0-43 15,3 0-36-15,7 0 321 0,2 0-173 0,4 0-87 16,3 0-43-16,4 0-243 0,-5 0 95 0,-1 0 52 16,-3-2 27-16,-6 1-553 0,-3-1 289 0,1 0 154 15,-13 1-637-15,-3 0 353 0</inkml:trace>
  <inkml:trace contextRef="#ctx0" brushRef="#br0" timeOffset="77496.39">18755 6906 1410 0,'0'1'0'0,"0"1"0"0,0 3 0 0,0 3 0 0,0 8 0 0,0 10 387 0,0 9-176 16,0 11-88-16,-5 13-34 15,2 2 324-15,-4 8-189 0,0-1-93 0,1-2-49 0,1-2-189 0,2 2 79 16,3-18 28-16,0-7-527 0,0-8 281 15,2-7 141-15,6-9-642 0,3-3 360 0,6-14 187 16,-1-12 91 0</inkml:trace>
  <inkml:trace contextRef="#ctx0" brushRef="#br0" timeOffset="77831.62">19229 6940 1965 0,'2'-2'0'0,"-1"0"0"0,2 2 0 0,-1 0 0 0,-1 0 0 0,1 9 0 0,-1 11 0 0,1 4 0 0,-2 10 735 0,0 5-340 0,0 5-184 0,0 4 151 0,0 5-163 0,2-2-135 0,-1-3-169 0,7-1 53 31,1-11 39-31,1-10 25 0,2-9-331 0,4-6 178 0,-2-9 88 0,6-2 54 0,-4-2-167 0,2-18 88 0,-2-5 54 0,1-3-140 16,0-6-209-16,-1-3 160 0,-1 1 93 0,-3-6-97 15,3-1 90-15,-1-3 46 0,3-6-44 16,-6 9 50-16,2 3-1 0,-3 2 40 15,-2 7 197-15,-2 5-99 0,-1 1-57 0,-3 18-17 0,-2 5 206 16,0 2-116-16,-3 2-56 16,-7 18-9-16,-1 6 599 0,2 5-252 0,1 4-162 15,2 6 294-15,1 1-229 0,0 3-166 0,-2 6-97 16,5-8 0-16,-1-1 0 0,3 1 0 0,0-4 0 0,0-1 0 16,3 3-30-16,8-13 20 0,0-9-718 0,3-2 364 15,1-7 196-15,0-9 7 0,3-1-417 0,-5 0 276 16</inkml:trace>
  <inkml:trace contextRef="#ctx0" brushRef="#br0" timeOffset="78091.53">19679 7229 1728 0,'2'-5'0'15,"0"1"0"-15,3 1 0 0,2-3 0 0,1 5 0 0,3-5 0 0,4 4 0 0,4 0 281 0,0 2-122 0,5 0-62 0,0 0 71 0,2 2-66 16,0 6-24-16,-5 3-10 0,-1 3-138 0,-6 4 52 15,-1 1 28-15,-9 5-1 0,-3 3 13 0,-1-3 14 16,-4 6-1-16,-13-1 111 0,-2 0-55 0,-4 1-19 0,1-5 321 0,1-4-179 16,3 0-89-1,1-4-44-15,5-1 23 0,1 1-104 0,6-7 0 0,4 0 0 16,1-4 0-16,0 0 0 0,12-4 0 0,4 0 0 16,2-2 0-16,3 0 0 0,2 0-14 15,-1-2-315-15,1-3 147 0,-1-1 109 0,-3 0-851 0,-5 2 445 16,0 1 221-16,-6-2 112 0</inkml:trace>
  <inkml:trace contextRef="#ctx0" brushRef="#br0" timeOffset="78279.44">19767 7379 2087 0,'-5'0'0'0,"-5"-2"0"0,7 0 0 0,-1-2 0 0,4 4 0 0,0 0 0 0,3 0 0 0,6 0 0 0,7 0 736 0,2 0-351 0,4 6-174 0,0-1-212 0,3 2 1 15,2-4 44-15,-3 3-304 16,3-1 148-16,-2-1 74 16,0 2 36-16,1-2-872 31,4 2 464-31</inkml:trace>
  <inkml:trace contextRef="#ctx0" brushRef="#br0" timeOffset="78649.89">20399 7345 707 0,'0'-18'0'0,"0"-2"0"0,0 2 0 0,0-3 0 0,0-4 0 0,0 6 0 0,0-1 513 16,0-1-238-16,-3 1-120 0,-2 4 147 0,-1-3-125 16,-1 6-74-16,-3 4-83 0,-1 6 15 0,-4 3 1 0,-3 0 0 15,-4 12-14-15,1 12-9 0,1 7 22 0,1 6 1 16,2 2 63-16,4 4-32 16,1 4 10-16,7-6-42 0,4 0 126 0,1-2-63 15,0-6-31-15,1-1 89 0,8 3-50 0,4-11-40 0,1-6-107 0,5-6 39 16,1-7 0-1,0-5 37-15,4 0-155 0,-4-2 73 0,1-18 42 0,-3-4-1 16,0-3-495-16,-2-2 213 0,1-4 139 0,-6-5 2 16,0 1-238-16,-3-3 174 0,-3-2 88 0,1-3-21 15,-2-7 45-15,-2 3 37 0,-2-1 9 16,0-4 17-16,0-2 1 0,2 3-1 0,-1-1 70 16,2 16-30-16,0 8 0 15,-1 10-40-15,-1 9 192 0,-1 4-105 0,0 7-39 0,0 8 609 16,2 15-302-16,-1 5-101 0,1 5-91 15,0 6 299-15,1 2-199 0,0 5-96 0,-3 2 105 0,3 1-100 0,-1 0-50 16,1 6-17-16,-1-9-309 31,0-3 137-31,1 1 70 0,1-3 34 0,2-3-320 0,-2 4 186 0,3-16 80 0,0-5 45 0</inkml:trace>
  <inkml:trace contextRef="#ctx0" brushRef="#br0" timeOffset="78909.14">20790 7099 1933 0,'7'-16'0'0,"4"-2"0"0,2 9 0 0,0-2 0 0,-1 5 0 0,-1 2 200 16,5 0-83-16,0 2-32 0,0 2 286 0,0 0-168 16,0 6-84-16,-1 4-42 0,-1 4 29 0,-4 5-26 46,-2 1-10-46,-7 3-79 0,-1 5 22 0,-1 1 0 0,-14 4 21 0,-3 5-59 0,-1-5 25 0,-1-2 0 0,0 3 220 0,1-2-93 0,0 0-46 0,1 2-14 0,7-8-18 0,1-2-49 0,5 0 0 0,5-7 0 0,0 5 0 32,2-10 0-32,11-1 0 0,7-9 0 0,3-2 0 0,5 0 0 0,4-1 0 15,-4-9-636-15,0-4 271 0,-2-1 174 0,-4 2-635 0,-5-3 396 16,0 0 188-16</inkml:trace>
  <inkml:trace contextRef="#ctx0" brushRef="#br0" timeOffset="79049.48">20619 7296 1760 0,'-10'0'0'0,"4"0"0"0,5 0 0 0,1 0 0 0,1 0 0 0,15 0 0 0,7 0 631 15,10 4-302-15,6 2-148 0,8-4 234 0,2 3-191 0,1-1-94 32,11 2-39-32,-6-2-240 0,5 1 93 0,0 1 45 0</inkml:trace>
  <inkml:trace contextRef="#ctx0" brushRef="#br0" timeOffset="79191.17">22038 7542 2643 0,'0'0'0'0,"2"0"0"0,6 0 0 0,4-1 0 0,-5-1 0 0,0-1 0 0,0-2-324 0,-1 2 187 15,-2-1 82-15,-2-1-972 0</inkml:trace>
  <inkml:trace contextRef="#ctx0" brushRef="#br0" timeOffset="79966.22">13452 8032 1803 0,'-19'0'0'0,"5"0"0"0,5 0 0 0,2 0 0 0,3 0 0 0,4 0 0 0,0 0 0 0,0 0 787 0,15 0-376 0,9 0-187 15,4 3-93-15,7-3 444 0,6 0-575 0,4 0 0 16,4 0 0-16,8 0 0 0,0 0 0 0,3 0 0 15,13 0 0-15,-8 0 0 16,3 0 0-16,-1 0 0 0,-2 0 0 0,-3 0 0 16,3 0 0-16,-20-3 0 0,-8 3 0 0,-7-3 0 31,-9 2 0-31,-8 1 0 0,-3 0 0 0,-10 0 0 0,0 0 0 0,-2 0 0 0,-4 0 0 0,-2 0 0 16,0 0 0-16,-3-2 0 15,2-4 0-15,-2 4 0 0,0-3 0 0,1 1 0 0,1 3 0 0,2-1-591 31</inkml:trace>
  <inkml:trace contextRef="#ctx0" brushRef="#br0" timeOffset="81416.71">16280 8058 992 0,'-6'0'0'15,"1"0"0"-15,-1 0 0 0,1 0 0 0,-3 0 0 0,2 0 0 0,1 0 0 0,1 0 177 0,0 0-70 0,0 0-35 0,-2 0 213 16,4 0-129-16,2 0-60 0,0 0-29 0,0 0 91 16,0 0-61-16,11 0-21 0,5 3-9 0,7-3 292 15,5 0-162-15,6 3-79 0,4-3 235 16,8 0-148-16,0 0-89 0,2 0 113 0,0 0-225 0,7 0-4 16,1 0 0-1,6 3 0-15,-7 1 0 0,-3 0 0 0,-3 3 0 0,-2-1 0 16,-7 1 0-16,3-2 0 0,-19 2 0 0,-4-3 0 0,-6 0 0 15,-5-2 0-15,-6-2 0 0,-1 2 0 16,-2-2 0-16,0 0 0 0,-2 0 0 0,-6 0 0 16,0-4 0-16,-2-3 0 31,2-1 0-31,-1 3 0 0,1-2 0 0,1 0 0 0,0 0-60 0,1 2-24 0,0 1 44 0,3 3-477 0,-1 1 233 0</inkml:trace>
  <inkml:trace contextRef="#ctx0" brushRef="#br0" timeOffset="83008.96">19383 7979 1475 0,'-14'0'0'0,"3"0"0"0,1 0 0 0,2 0 0 0,0 0 0 0,0 0 0 0,-1 0 0 0,4 0 645 0,2 0-304 0,3 0-152 0,0 0-76 0,6 0 135 0,16 0-111 0,11 0-49 0,13 0-26 0,9 0 457 0,12-4-405 0,8-4-114 0,-3-2 0 0,1 2 0 31,0-1 0-31,0 1 0 0,2 1 0 0,3 1 0 0,-19 3 0 0,-6 1 0 0,-6 2 0 0,-10 0 0 0,-9 0 0 16,0 0 0-16,-18 0 0 0,-5 4 0 15,-3-2 0-15,-2 3 0 0,0-5 0 0,0 2 0 0,-9-2-335 16,-1 0 123-16,0 0 88 0,-4 0-483 16,0 0 284-16,0-2 135 0,1 2 79 0</inkml:trace>
  <inkml:trace contextRef="#ctx0" brushRef="#br0" timeOffset="85843.32">22893 7011 2082 0,'0'0'0'0,"0"0"0"0,0 0 0 0,3 0 0 0,-2 3 0 0,1-2 0 0,5-1 0 0,4 2 281 0,4-1-122 0,11 2 370 15,4-1-246-15,9-2-114 0,4 0-70 0,2 0 1 0,1 0-31 0,3 0-1 16,-4 1-31-16,3-1-329 16,-13 1 159-16,-4-1 85 0,-7 3 43 0,-7-2-587 31,-4 1 315-31,-3-1 109 0,-9-1-307 0,-1 0 228 0,0 0 57 0,-11 0-298 0,-3 0 225 0,-2-1 104 0</inkml:trace>
  <inkml:trace contextRef="#ctx0" brushRef="#br0" timeOffset="86385.85">23137 6720 1295 0,'-8'3'0'0,"1"3"0"0,3 1 0 0,0 4 0 0,2 6 0 0,2 5 0 0,0 4 0 0,2 11 584 0,7 2-277 0,3 9-135 0,4 4-68 16,-5 5 201-16,3 4-134 0,0 7-58 0,-6-8-170 15,0-5 47-15,-1 1 24 0,-3-1-136 16,-3-6 80-16,1 4 49 16,-2-14-10-16,0-7-250 0,0-6 144 0,-4-5 74 15,-2-8 36-15,-6-1-279 0,5-12 134 0,-3 0-2 32,0-2 54-32,-1-12 28 0,-1-1 17 0,-1-9 10 0,4-2-25 0,-2-7 25 0,5 0 0 0,-1-4-26 15,3-4-9-15,1 10 35 0,3-4 0 0,0 5 38 16,0 2 1-16,0 7-39 0,0-6-10 0,1 13 172 15,1 0-77-15,1 4-31 0,1 4-1 0,0 6 95 32,-1-2-64-1,3 2-14-31,-4 5 104 0,-1 8-55 0,0 2-36 0,-1 2 75 0,0 1-44 0,-2 3-8 0,-9-1 0 0,0 0 68 0,-2-1-50 0,1-1-24 16,-2 3 8-1,0-10-14-15,3 4-20 0,0-7 0 0,3-2 0 0,1 0-71 0,3-2 45 0,3-4-10 0,1 0-149 0,1-7 85 16,9-8 49-16,7 1-157 15,2-6 93-15,1 5 27 0,3-1 26 0,-1-1-20 0,4 2 0 16,0 2-7-16,0 0-21 16,-3 4 171-1,-1 1-59 1,0 3-18-16,-2 3-45 0,-1 2 260 0,-4 0-112 0,-5 0-62 0,-1 0 293 0,-4 0-162 0,-4 7-81 0,1 1 238 0,-2-2-146 0,0 2-89 0,0 0-39 0,0 1-51 16,-6-1-25-16,4 1 0 15,-1-2 0-15,0 0 0 0,3 0 0 0,0-1 0 16,0 0 0-16,0-1 0 47,6 1 0-47,4-6 0 0,0 0-228 0,6 0-10 0,-2 0 80 0,3 0-663 0,-3 0 396 0,1-6 194 0,0 3 97 0,-1-1-536 0,-4-2 316 0</inkml:trace>
  <inkml:trace contextRef="#ctx0" brushRef="#br0" timeOffset="86540.06">23351 6834 2368 0,'-10'-11'0'0,"0"1"0"0,3 4 0 0,-2-1 0 16,8 6 0-16,1 0 0 0,0-2 0 0,0 3 411 0,1 0-187 0,11 0-32 0,4 0-83 0,2 7-36 15,3 3 0-15,2 0-595 16,0 2 280-16,2 6 148 0,-3-2 60 0,1 0-899 0</inkml:trace>
  <inkml:trace contextRef="#ctx0" brushRef="#br0" timeOffset="87243.17">23984 7052 1599 0,'0'0'0'0,"0"0"0"16,0 0 0-16,0 0 0 0,0 0 0 0,0 7 0 0,0 8 231 0,0 6-102 0,0 5 105 0,0 5-99 0,0 4-50 16,0 5-24-16,0 3 23 0,1-2-47 0,3-2-1 15,4-6 0 1,-2 1-67-16,0-8 34 0,2 2 8 0,-2-10 26 0,2-8-73 0,-2-2 37 15,0-5-1-15,4-3-46 0,0 0 50 0,2-3-9 0,-1-12-133 16,2 1 74-16,-1-6 17 16,-1 1 25-16,3-2-67 0,-6 6 41 15,-1-2 11-15,-1 2 1 0,-1 2-44 0,0 2 29 0,-2-1-21 16,-1 5 48-16,-1 2 51 0,-1 0-26 16,0 3-13-16,0-1 147 0,0 1-80 0,0-1-29 0,0 3 69 15,0 0-50-15,-3 0-15 0,1 0 3 0,-1 0-37 16,2 3 39-16,-1-1-22 0,-2 2 0 0,3 2-114 15,0-5 62-15,-1 6 24 0,1-5-7 16,-3 3-343-16,2 0 155 0,-1-1 95 0</inkml:trace>
  <inkml:trace contextRef="#ctx0" brushRef="#br0" timeOffset="88163.63">24034 6638 965 0,'0'-5'0'0,"-1"-4"0"0,-3 5 0 0,-1-4 0 0,3 3 0 0,-1 2 0 0,0-2 0 0,1 1 219 0,1 2-96 0,-1-1-44 0,0 3 167 16,2-2-104-16,0 2-54 0,0 0-16 16,0 0 29-16,0 0-32 0,0 0-1 0,0 0-4 15,0 5 0-15,0 1-19 0,0 2-8 16,0 5 61-16,0-2-31 0,0 2 0 0,0 1-31 0,2 5 99 15,0 0-54-15,-1 3 1 0,-1 0-4 0,0 7 1 16,0 1-43-16,0 5 9 0,0 1-8 0,0 5-1 16,0 6 0-1,-3 4 41-15,-3 2 0 0,2 9-31 0,1-8-10 16,2-1-95-16,-2 1 48 0,3-7 23 0,0-2 0 0,0-2-91 16,0-11 49-16,0-6 10 0,4-9 1 0,1-1-27 15,-3-5 28-15,4-1-16 0,-4-9-10 0,-1-1 20 0,1 0 17 16,-1 0 22-16,-1-1-23 0,0 0-2 15,0-5 2-15,0 0 97 0,0 1-46 0,0-2-16 16,-1-1-1 0,-2-1-65 15,-2 3 0-15,1 0 49-16,1-6-126 0,-1 3 57 0,0-3 27 0,-2 2-50 0,3-5 37 0,0 2 11 0,0-2 0 0,-2 0-116 0,0-4 54 0,1 3 23 0,0-3 0 0,-1-2-40 15,-1-2 38-15,2 2 0 0,-2-6 30 0,-1 6-56 0,0-2 33 0,-1 1 0 16,-1 3 106-16,-2 1-36 15,-1 0-10-15,-4 6-28 0,2 3 82 0,-3 6-41 16,0 0 0-16,-2 2 204 0,-1 1-119 0,3 0-30 0,-2 9-37 0,3 4 263 16,1 3-133-1,0 0-34-15,1 2-37 0,4 2 101 0,2 1-74 0,0 0-36 16,6-1 76-16,-2 3-56 0,3 3-20 0,1-5-9 0,0 0 74 16,0 2-94-16,5-2-44 0,8 3 0 15,0 1 0-15,1-4 0 0,3-4 0 0,2 0 0 16,-2-3 0-16,3-2 0 0,1 1 0 0,-3-6 0 15,2-3 0-15,-1-1 0 0,-2-1 0 0,2-2 0 16,0 0 0-16,-2 0 0 0,-5 0 0 0,3-5 0 16,-3-1 0-16,1-2 0 0,-1 1 0 0,-3 1 0 15,0-2 0-15,-1 1 0 0,0 2 0 16,1-5 0-16,-4 3 0 0,-1 0 0 16,0 2-75-16,-1-2 7 15,2 1 1-15,-1-1-12 0,-2 5 43 0,-1-1 48 0,2-1-24 0,-1 1 0 16,-2 1-24-16,0 2 41 0,0-2-14 0,0 0 1 15,0 2-26-15,0 0 37 0,0 0 0 16,0 0-17-16,0 0 12 0,0 0-31 0,0 0 13 0,0 0 12 16,0 0-142-16,0 0 58 15,0 0 34-15,0 0 1 0,0 0-351 0,0 0 186 16,0 0 93-16,0 0-620 0,0 0 361 0</inkml:trace>
  <inkml:trace contextRef="#ctx0" brushRef="#br0" timeOffset="88678.81">24210 7037 1472 0,'-6'-2'0'0,"3"-4"0"0,-1 2 0 0,2 3 0 0,-1-2 0 0,0 0 0 0,-1 3 0 0,1 0 421 0,-2 0-193 0,3 10-96 0,0 4-48 0,-1 6 177 0,0 4-104 0,3 3-65 16,-2 5-28-16,2 1 31 16,0-1-30-16,0 4 1 0,2 3 33 0,6-6-36 15,4-1 0-15,-2-5-70 16,5-1 0-16,-1-4 43 0,3 2 8 0,-1-13-76 0,0-5 34 0,-1-1 0 15,4-5 33-15,-4 0-84 0,5-13 40 0,-4-4 0 16,1-9-6-16,0 0-136 0,-2-5 78 0,1-3 39 16,0-5-88-16,-1 3 43 0,-2-3 34 15,1-3 0-15,2 1-159 0,-4 0 74 16,4-6 39-16,-8 14 88 0,-1 4 0 0,-1 5-33 16,-4 5 1-16,0 9 373 0,-2-3-190 0,0 13-77 15,0 0-49-15,0 0 486 0,-5 7-242 16,-3 9-121-16,1 3-14 0,-1 5-131 0,3 3 0 0,0 4 0 15,-1 0 0-15,5 3 0 0,-2 8 0 0,3-6 0 16,0-1 0-16,0 1 0 0,3 0 0 0,9 6 0 16,-1-11 0-16,6 0 0 0,-2-5 0 15,3 0 0-15,1-7 0 0,1 2 0 0,-1-12-236 16,-2-7-166-16,1 1 186 0,-4-3 79 16,0 0-420-16,-1-5 253 0</inkml:trace>
  <inkml:trace contextRef="#ctx0" brushRef="#br0" timeOffset="98899.42">6859 9305 2307 0,'-18'0'0'0,"6"0"0"0,1 0 0 0,3 0 0 0,4 0 0 0,3 0 0 0,1 0 0 0,0 2 356 0,15-2-159 0,6 0 224 16,8 0-192-16,1 0-96 0,4 0-38 0,3 0 10 15,-1-2-34-15,2 1-54 0,-2-5-17 16,2 1-56-16,-1 2 10 0,-7-1 37 0,-1 3 0 0,-3-3-525 16,-3 1 286-16,-2 0 142 15,3 1-883-15,-13-3 480 0</inkml:trace>
  <inkml:trace contextRef="#ctx0" brushRef="#br0" timeOffset="99217.68">7369 9058 1050 0,'0'-2'0'0,"1"-3"0"0,1 0 0 0,2 1 0 0,4-2 0 0,1 2 434 0,6-1-199 0,5 0-98 16,2-2-51-16,7 2 5 0,0 0-11 15,1 2-42-15,0 2-1 0,0-2-76 0,-4 3 37 0,3 0 11 16,-13 4-193-16,-5 8 111 16,-6 2 55-16,-3 7-23 0,-2-1 39 0,-5 5 10 0,-9-2-20 0,-5-1 287 15,-1 1-151-15,4-3-55 16,-3-2-41-16,2 0 334 0,4-6-163 0,3-3-81 15,5-1-40-15,4-3 15 0,1 2-28 0,0-1 10 16,4-3-115-16,11 2 39 0,2-3 0 0,0 2-162 16,3 2 101-16,0 2 58 0,-4-3 17 0,2 7-286 15,-6-1 124-15,-2 2 84 0,-3 1-15 16,-2 3-68-16,-3 0 33 0,-2 0 41 16,-4 3-5-16,-6-4 0 0,-5-1 42 0,1-1-10 15,-2-4-161-15,-3-3 85 0,3-6 43 0,-2-1-301 16,4 0 172-16,-3-6 77 0,6-13 51 0,-4-7-287 0</inkml:trace>
  <inkml:trace contextRef="#ctx0" brushRef="#br0" timeOffset="99363.29">7503 9125 1814 0,'0'-6'0'0,"0"1"0"0,0 2 0 0,-1 1 0 0,1 2 0 0,-1 0 0 0,-1 12 0 0,2 7 0 0,0 7 521 0,0 2-242 0,0 10-120 15,0 4-52-15,0-1 137 16,0 5-103-16,0 4-52 15,2 0-334-15,0 0 141 0,1 0 80 0,0-8 26 0,0-6-255 0,1-6 144 0,-1-2 74 0,-1-7-653 16,-1 0 346-16,0-17 68 0,0-4 120 0,1-3-373 0</inkml:trace>
  <inkml:trace contextRef="#ctx0" brushRef="#br0" timeOffset="99645.99">7959 8987 1803 0,'3'-3'0'0,"1"0"0"0,0 1 0 0,-3 2 0 0,-1 0 0 0,0 11 0 0,-8 6 362 0,-7 8-152 0,-6 1 87 0,-2 6-130 0,-1-1-65 0,-3 3-32 0,2 0-68 0,-6-1 45 16,6-4-10-1,4-5 0-15,5-6-249 0,5-4 124 0,2-5 72 16,9-4 22-16,0-5-271 0,4 0 151 0,15-8 76 16,4-3-2-16,6-1-24 0,-3 1 30 15,6 0-60-15,-2 2 344 0,1 1-147 0,1 1-64 0,3 1 122 0,-7 0-84 16,0 4-22-16,-2-1-28 0,-2 3 227 15,0 0-109-15,-1 0-37 0,-7 0-41 0,-4 0-286 16,-3 0 128-16,-3 0 64 0,-4 0-628 0,2 3 318 16,-4-1 170-16,0-1 39 0,-6 1-510 15,-6 1 301-15,-5-2 150 0</inkml:trace>
  <inkml:trace contextRef="#ctx0" brushRef="#br0" timeOffset="99772.25">7911 9252 832 0,'-17'7'0'0,"5"2"0"0,-5 2 0 0,7-1 0 0,3 1 0 0,0 2 610 0,5 1-286 0,2 4-144 0,0 1 138 0,0-1-145 0,0 2-68 16,2 0-34-16,2 1-96 0,3-1 31 0,-1 3 9 16,1-6 22-16,-1-1-523 15,1-3 262-15,0-1 130 0,-1-6-718 0</inkml:trace>
  <inkml:trace contextRef="#ctx0" brushRef="#br0" timeOffset="99937.79">7979 9334 2351 0,'0'-5'-2'0,"0"3"1"0,0-1-1 0,0 1 0 0,0 2 1 0,1 0-1 0,1 0 0 0,0 17 500 0,1 1-233 0,2 10-106 0,1 2 353 16,-1 8-354-16,-1 3-158 15,1 5 0-15,1 2 0 0,-2 8 0 0,0-8 0 0,1-1 0 0,0-4-240 16,-3-3 109-16,-1-6 82 0,0 3-739 16,1-13 408-16,-2-5 147 0,0-8-730 0</inkml:trace>
  <inkml:trace contextRef="#ctx0" brushRef="#br0" timeOffset="100115.47">8464 8881 2208 0,'8'-13'0'0,"0"5"0"0,-1 5 0 0,-2 0 0 0,-2 3 0 0,-3 3 0 0,0 14 0 0,-8 10 571 15,-9 4-268-15,-3 5-133 0,-2 4 201 0,-1-2-172 16,-1 2-90-16,0 0-192 15,1 1 55-15,-3 3 42 0,5-6-10 0,4-1-705 0,2-4 369 16,8-6 184-16,2-5 92 0</inkml:trace>
  <inkml:trace contextRef="#ctx0" brushRef="#br0" timeOffset="100274.82">8452 9076 1424 0,'5'0'0'0,"-1"-1"0"0,1 1 0 0,1 0 0 0,1 0 0 0,3 0 1019 0,0 0-492 0,2 5-236 0,3 2 57 0,0 3-156 0,1-1-78 32,0 2-172-32,0 0 48 0,2 4 31 0,-4-3-8 0,2-1-780 0,-3-3 402 0,-2 4 201 0,-1-4 100 15</inkml:trace>
  <inkml:trace contextRef="#ctx0" brushRef="#br0" timeOffset="100485.94">8318 9321 2506 0,'-10'-2'0'0,"1"-1"0"16,4 2 0-16,2-1 0 0,2 1 0 0,1-1 0 0,3 2 0 0,14 0 443 0,3-3-204 0,5 1 5 0,4 1-95 0,-2-1-62 0,4 0-25 0,1 0-351 0,-3-1 162 0,-1 1 82 0,2 2 48 0,-7 0-874 0,-6 0 444 0,0 0 222 0</inkml:trace>
  <inkml:trace contextRef="#ctx0" brushRef="#br0" timeOffset="100580.81">8378 9485 2076 0,'-12'3'0'0,"0"0"0"0,3 0 0 0,0-1 0 0,2 1 0 0,3-1 0 0,4 0 0 0,0 1 0 0,5-3 318 16,12 2-141 0,2-2 28-16,1 0-75 0,4 0-52 0,0 0 0 0,1 0-255 0,-4 0 106 15,-1 0 53-15,2 0 36 0,-7-2-689 0,2 2 354 0,-7 0 176 16,0-2 50-16</inkml:trace>
  <inkml:trace contextRef="#ctx0" brushRef="#br0" timeOffset="100849.88">8481 9363 1754 0,'-3'2'0'0,"-5"5"0"0,4 1 0 0,0-1 0 0,2 5 0 0,1 3 0 0,-1 4 0 0,-2 5 0 0,4 0 139 0,0 3-52 16,-1 2-26-16,-2 1-97 31,-2 1 36-31,0 3 8 0,-4-9 27 0,-1 0-55 0,-2-6 28 0,1-1-1 0,-2-4 29 0,-4-2 40 16,5-5-9-16,2-4-31 0,-1-3 265 0,3 0-133 0,3 0-66 0,2 0 289 0,1 0-182 0,2-3-87 15,0 0-44-15,3-1 89 0,12 2-66 16,5-1-67-16,1-2-34 0,5 3 0 16,1 0 0-16,4-1 0 0,-3 1 0 0,7 1-39 15,-7-1-23-15,1 1 49 16,1-3-658-16,-2 2 343 0,-1 0 102 0,4-1-557 15,-8-4 379-15,0 2 184 0,-3-4 92 0</inkml:trace>
  <inkml:trace contextRef="#ctx0" brushRef="#br0" timeOffset="101020.98">9011 8921 1672 0,'0'0'0'0,"0"0"0"0,0 0 0 0,0 4 0 0,-5 3 0 0,-2 5 192 0,-4 5-79 0,-1 8-39 15,-7 4 462-15,-2 7-251 0,-7 7-117 0,6-2-183 47,-1-2 25-47,2 1 0 0,2-7 25 0,3-2-553 0,5-4 285 0,6-10 130 0,5-7 69 0,0-6-782 0</inkml:trace>
  <inkml:trace contextRef="#ctx0" brushRef="#br0" timeOffset="101169.04">9028 9135 1495 0,'6'0'0'0,"-4"3"0"0,-1-3 0 0,2 1 0 0,-1 3 0 0,0 2 0 0,-2 3 0 0,0 5 538 0,-2 3-252 0,-10 5-125 0,-1 5 30 0,-7 3-79 31,1 7-29-31,-3-3-120 16,-4 2 36-16,1 3 0 0,2-6 36 0,-4 1-533 0,2 0 276 0,7-12 124 0,3-6 66 0,7-5-769 16</inkml:trace>
  <inkml:trace contextRef="#ctx0" brushRef="#br0" timeOffset="101326.92">8956 9363 1585 0,'5'-2'0'0,"2"1"0"0,1-2 0 0,-3 3 0 0,2 0 0 0,0 3 0 0,-3 8 0 0,0 5 0 0,-2 6 557 0,-1 4-261 0,-1 3-131 15,0 6 39-15,0 5-75 16,-7-3-52-16,-1 2-125 16,0-3 42-16,1 0 0 0,-1-5 41 0,1 0-423 0,3-11 207 0,3-6 108 0,-2-4 54 0,3-9-664 15,0-1 342-15,0 0 58 16,0-12 129-16</inkml:trace>
  <inkml:trace contextRef="#ctx0" brushRef="#br0" timeOffset="101705.59">9280 9126 1558 0,'13'-12'0'0,"-1"4"0"0,-5 4 0 0,-1 1 0 0,0 3 0 0,-3 0 0 0,1 0 314 0,-3 0-144 0,-1 10 80 15,0 4-108-15,0-2-53 0,-1 3-28 0,-4 1-52 16,1-2-8-16,-2 0 34 0,2 0-1 0,-1-1-360 47,3-2 180-47,-3 1 99 0,0-4 36 0,2-1-483 0,-2-2 248 0,1-1 123 0,-3-4-214 0,-1 5 143 0,0-5 83 0,2 0 101 0,-1 0-25 0,-1 0 0 15,0 0 0-15,1 0 151 0,-1 0-71 0,1 0-40 16,1 0 0-16,-1 1 387 16,3 4-168-16,0 1-119 0,2-2 33 0,0 2 289 78,-1-1-196-78,3 2-98 0,0-1-85 0,0 2-13 0,8-7 0 0,3 1-353 0,4-2 176 0,2 0 88 0,5 0 54 0,0-3-429 0,0-8 194 0,2-6 120 0,0 3-6 0,2-4-47 0,2-1 55 0,-7 2 43 0,-1 0 0 0,-1 3 169 15,-4 4-68-15,-2 0-32 0,-2 3 302 0,-5 4-164 0,-4 1-85 0,-1 2 308 16,-1 0-154-16,-1 10-101 0,-9 4 23 16,1 3-187-16,-4-2 48 0,1 5 22 0,-2-2 1 15,3 1-235-15,-3 3 138 0,1-3 55 0,2-1-615 16</inkml:trace>
  <inkml:trace contextRef="#ctx0" brushRef="#br0" timeOffset="102365.71">9227 9468 1105 0,'-7'1'0'0,"2"1"0"0,-2-1 0 0,2-1 0 0,2 2 0 0,-1-2 0 0,4 0 235 0,0 0-100 0,0 0-50 0,4 0 214 31,7 0-136-31,2 0-64 0,0-3-165 0,4-1 50 0,-1-2 34 0,1 2-8 0,-2 2-566 16,-2 0 292-16,-2 1 146 0,-2 1 72 0,0 0-504 15,-4 0 267-15,-3 0 141 0,-1 5 70 0,-1 5 36 16,0 1 36 0,0 0 0-16,-3 1 0 0,-4-1 0 0,0 0 0 0,-2 1 225 0,1 0-148 0,2 0-64 15,1-4-20-15,0 0 350 0,1 0-174 16,1-3-14-16,1 1-67 0,1 1 29 16,1-1-45-16,-2-2 0 0,2 3-37 15,0-3-36-15,-2 1 0 0,1 2 44 0,-1-2-26 0,0 2 18 16,-2-2 0-16,-2 0 40 0,1-1-40 0,0 4 9 15,-1-8-9-15,1 4 54 0,2-2-27 0,1-2 0 16,0 0-27-16,2 0 52 0,0-2-52 0,0-7 0 16,4-3-229-16,10-5 114 15,0-1 56-15,7-5 37 0,2-3-180 0,2-2 82 0,3-3 50 0,2-5-302 16,3 1 158-16,5-10 36 0,-5 1 59 16,3-2-19-16,-2-2 33 0,-1 0 1 0,-4 0 34 15,4-2 98-15,-12 11-44 0,-4 6-27 0,-4 5 0 16,-5 7 295-16,-5 5-160 0,-1 2-61 0,-2 11 207 15,0 3-94-15,-2 0-85 0,-7 0 359 0,3 3-201 16,-2 9-112-16,1 3-53 16,-1 2 56-16,3 1-55 0,3 6-26 0,-1 2 9 15,3 2 22-15,0 1-30 0,0 1 1 0,2 0-42 0,3-1 13 16,5 3 8-16,-3-5-8 16,0 1-98-16,3-3 49 0,1 1 24 0,-4 1-60 15,1 2 52-15,-1-7 5 0,-5 2 0 0,-1-3-218 16,-1 1 109-16,-1-2 33 0,-12 2 35 15,-3-5-234-15,-3-3 121 0,-2 0 32 0,-3-2-102 0,2-4 91 16,-7-1 36-16,5-4 33 0,3-3-70 0,1 0 46 16,0-14 23-16,2-6 47 0,2-5-33 0,7-5 9 15,1 0 0-15,7 1 133 16,1 2-66-16,0 3-34 0,0 4-9 0,1 6 489 16,12 4-247-16,2 6-79 0,1 1-78 0,3 3 482 0,7 0-252 15,-4 13-139 1,6 5 107-16,-1 5-119 0,2 1-59 0,0 2-344 0,3 4 151 15,-4-3 63-15,0 0 35 0,0 1-380 0,0-4 208 0,-2-3 104 16,1 1 61-16,-7-7-962 0</inkml:trace>
  <inkml:trace contextRef="#ctx0" brushRef="#br0" timeOffset="102549.61">10265 8880 1585 0,'2'0'0'16,"0"0"0"-16,-2 1 0 0,0 9 0 0,0 0 0 0,-4 7 0 0,-8 5 803 0,-8 11-384 0,-4 6-193 0,-3 5-95 0,-3 1-131 15,-1 1 1-15,1-3 33 0,9-6-306 16,-3-1 162-16,14-14 68 0,4-9 38 0,3-1-882 16</inkml:trace>
  <inkml:trace contextRef="#ctx0" brushRef="#br0" timeOffset="102708.33">10361 8925 1340 0,'10'0'0'0,"0"0"0"0,2 0 0 0,0 0 0 0,1 2 583 0,3 3-274 0,-1 2-129 0,1 4-77 16,-2-1 80-16,0 3-74 0,-2 0-37 16,4 3-388 15,-7-1 171-31,-4 3 89 0,-2 0 46 0</inkml:trace>
  <inkml:trace contextRef="#ctx0" brushRef="#br0" timeOffset="102995.2">10209 9273 1366 0,'2'1'0'0,"0"0"0"0,-1 3 0 0,3-2 0 0,2 3 0 0,3 2 0 0,2 0 0 0,7 5 660 0,2 3-304 0,3 3-165 0,1 2-78 0,4 7 65 0,-4-3-72 0,-1 5-36 0,2-2-75 16,-9-1 16-16,-4-5-1 0,-1-1 25 0,-6-3-332 15,-5-5 165-15,0 3 92 0,-3-6-445 0,-14-4 256 16,-1-2 57-16,-1-3 86 0,-1 0-456 0,1-8 244 16,1-9 137-16,4-6 63 15,0-3-164-15,4-1 113 0,2-1 62 0,-2 2 133 16,6 4-37-16,0 3-21 0,1 3 0 0,1 6 205 16,1 3-113-16,-4 0-66 0,1 7 550 0,-3 1-295 15,1 19-75-15,-5 6-97 0,-2 3 516 0,-6 10-281 16,-1 0-153-16,-4 0-72 31,2 1-220-31,-3-4 74 0,-1-1 46 0,6-10-802 16</inkml:trace>
  <inkml:trace contextRef="#ctx0" brushRef="#br0" timeOffset="103405.89">10829 9091 2134 0,'-9'-1'0'0,"6"-3"0"0,3 3 0 0,0 1 0 0,0 0 0 0,9 0 0 0,10 0 0 16,6 0 390-16,5 0-177 0,4 2-215 0,3-2 10 0,1 3 28 16,0-3 0-16,1 0-590 0,-1 1 289 0,-3 1 144 31,1 2 79-31</inkml:trace>
  <inkml:trace contextRef="#ctx0" brushRef="#br0" timeOffset="103559.16">10762 9332 2151 0,'0'-5'0'0,"0"5"0"0,0-5 0 0,2 4 0 0,4-1 0 0,10-2 0 0,9 1 0 0,6 1 0 0,8-3 314 0,6 2-145 0,5-1-66 0,2 1-245 16,-1 1 89-16,5 2 53 16,-14 0-8-16,-6 0-665 0,-7 2 354 15,-7 5 178-15</inkml:trace>
  <inkml:trace contextRef="#ctx0" brushRef="#br0" timeOffset="103726.66">10942 9206 1822 0,'-9'0'0'0,"0"0"0"16,1 2 0-16,1 1 0 0,2 4 0 0,1 2 0 0,2 6 293 0,2 6-129 0,0 2-64 0,0 7 125 15,6 3-95-15,4 6-38 0,-1-4-32 0,2 2-351 0,3-4 164 16,-3-3 81-16,1-1 41 0,2 0-631 15,-3-12 331-15</inkml:trace>
  <inkml:trace contextRef="#ctx0" brushRef="#br0" timeOffset="103901.22">11108 9145 1586 0,'0'0'0'0,"0"0"0"0,0 0 0 0,0 0 0 0,0 2 0 0,0 7 0 0,0 4 654 0,2 8-299 0,-1 7-165 15,3 8-77-15,-1 12 159 16,-2 6-117-16,2 5-61 0,-1 8-19 0,-2-9-259 0,0-1 110 0,0-5 55 16,0-7 28-16,0-4-1 0,-6 3 37 0,3-20-933 15,-4-5 462-15,3-6 108 0</inkml:trace>
  <inkml:trace contextRef="#ctx0" brushRef="#br0" timeOffset="104069.4">11381 9025 1802 0,'6'-15'0'15,"-2"7"0"-15,-1 4 0 0,0 3 0 0,-2 1 0 0,2 0 0 0,-1 10 0 0,-2 8 708 0,0 6-336 16,-5 2-167-16,-4 1-101 0,-1 5-35 0,1 0 10 0,0-4-706 16,3-1 331-1,-1-1 166-15,1-2 83 0,3-2-523 0</inkml:trace>
  <inkml:trace contextRef="#ctx0" brushRef="#br0" timeOffset="104230.55">11551 9121 1562 0,'0'2'0'16,"0"0"0"-16,0 1 0 0,0 1 0 0,0 3 0 0,-5 3 0 0,-1 5 0 0,0 3 661 0,-3 3-312 0,-4 6-157 0,2 0-143 0,-2 5-4 0,3-5-9 0,1 2-549 0,2-6 274 0,1-3 138 15,4-3 68-15,2 0-401 0</inkml:trace>
  <inkml:trace contextRef="#ctx0" brushRef="#br0" timeOffset="104357.47">11652 9286 1841 0,'-3'7'0'0,"-2"2"0"0,-4 5 0 0,1 2 0 0,-1 5 0 0,-5 6 0 0,0 4 472 0,-3 4-217 0,-2 8-101 0,0-3-64 15,2 0 232-15,0 1-143 0,3-3-71 0,-2-5-250 16,1 0 97-1,5-13 36-15,3-5-766 0,0-7 405 0,5-5 202 0,-2-3 102 0</inkml:trace>
  <inkml:trace contextRef="#ctx0" brushRef="#br0" timeOffset="104517.55">11744 9162 2092 0,'12'-12'0'0,"2"2"0"0,2 2 0 0,4 2 0 0,4-5 0 0,-1 7 0 0,1 1 0 0,2-3 564 0,2 5-264 0,2-1-132 16,2-3 159-16,-4 4-150 0,0 1-71 0,-1 0-381 0,0 0 155 0,-4 0 78 16,5 4 47-16,-11 1-1075 15,-4 2 533-15</inkml:trace>
  <inkml:trace contextRef="#ctx0" brushRef="#br0" timeOffset="104741.7">11766 9457 1156 0,'-9'0'0'0,"4"4"0"0,2-2 0 0,1 2 0 0,2-2 0 0,2 1 0 0,9 1 788 0,7-2-377 0,6 1-187 16,2 1-83-16,-1 0-57 0,-1 1-24 15,0 2-270-15,-2 0 123 0,-4 3 62 0,2 1 39 16,-9 4-372-16,-4 2 192 0,-5 3 96 0,-2 0 48 16,-2 6-200-16,-13-4 108 0,-2-3 2 0,-4-4 43 15,1-5 53-15,4-4-20 16,-3-1-9-16,4-5-33 0,4-7 0 0,7-10 42 0,2-12-213 15,2-4 107-15,2-10 44 0,8-5 36 0,6-5-247 0,0-6 154 16,4-3 78-16</inkml:trace>
  <inkml:trace contextRef="#ctx0" brushRef="#br0" timeOffset="104904.82">12010 9017 830 0,'10'-51'0'16,"-4"8"0"-16,-4 6 0 0,-1 5 0 0,-1 18 0 0,0 11 173 0,-3 3-69 0,-5 0 625 0,2 6-347 0,1 15-164 0,-1 10-96 0,5 13 462 0,1 7-274 15,0 10-137-15,1 5-68 16,11 11 96-16,1-7-201 15,6 0 0-15,0 1 0 0,2 0 0 0,7-3 0 0,5 10 0 0,-1-18-93 16,0-7-152-16,1-7 141 0,-5-9-251 0,-3-9 195 31,-2-6 34-31,-10-17 68 0,-3-5-777 0,-7-4 399 16,-1-11 199-16,-2-4 99 0</inkml:trace>
  <inkml:trace contextRef="#ctx0" brushRef="#br0" timeOffset="105033.2">12261 8757 1878 0,'0'-13'0'0,"0"3"0"0,0 2 0 0,0 6 0 0,0-1 0 0,0 3 0 0,2 3 685 0,3 16-325 0,1 2-162 15,3 6-528-15,-3 5 192 0,2 2 82 0,-1 2 45 16,3 3-458-16</inkml:trace>
  <inkml:trace contextRef="#ctx0" brushRef="#br0" timeOffset="105404.8">12624 9015 1862 0,'-13'-11'0'0,"3"0"0"0,8 8 0 0,2-1 0 0,2 2 215 15,16-1-91-15,5 0-35 0,8-1-32 0,6 1 119 16,6-2-71-16,0 0-35 0,0-2-134 0,9 2 58 31,-8 0 16-31,-1 1 0 78,-4 3-508-78,-3-2 250 16,-7 3 125-16,-1 0-593 0,-16 0 344 0,-8 8 169 0,-4 0 84 0</inkml:trace>
  <inkml:trace contextRef="#ctx0" brushRef="#br0" timeOffset="105462.95">12994 9001 1662 0,'-15'0'0'0,"-3"0"0"0,3 0 0 0,2 3 0 0,0 1 0 0,-1 7 0 0,-1 1 0 0,-4 6 0 0,2 5 243 0,0 4-103 0,-5 8-53 0,-3 5 114 0,-6 8-82 0,-6 9-34 0,2-7-8 0,-2 3-79 0,-2-4 0 0,6-2 37 0,-3-6-234 16,4 1 126-16,10-20 50 0,8-5-489 0,5-9 267 0,5-6 137 0</inkml:trace>
  <inkml:trace contextRef="#ctx0" brushRef="#br0" timeOffset="105618.6">12843 9251 1380 0,'1'6'0'0,"1"2"0"0,0 2 0 0,0 5 0 0,-2 2 0 0,0 5 832 15,0 6-389-15,-4 3-209 0,-3 3-99 0,-1 1 49 16,0 1-74-16,3-2-38 0,-2 3-418 0,4-8 186 15,3-6 98-15,0-3 48 16,0-7-356-16,0-3 203 0,0-4 109 0,0-6-931 0</inkml:trace>
  <inkml:trace contextRef="#ctx0" brushRef="#br0" timeOffset="105767.33">12945 9319 1540 0,'3'-7'0'0,"0"0"0"0,4-1 0 0,-1 4 0 0,-3 0 0 0,4 1 0 0,0 3 0 0,-1 0 825 0,2 0-385 0,0 7-208 15,0 4-98-15,-2 4 233 0,2 0-166 0,-2 2-83 16,4 0-454-16,-4 2 181 16,0-2 95-16,1-1-376 0,-1-3 236 0,3 0 117 15,-2-2 68-15,0-1-940 0</inkml:trace>
  <inkml:trace contextRef="#ctx0" brushRef="#br0" timeOffset="106101.58">13446 8768 2634 0,'1'-4'0'0,"1"-4"0"16,1 5 0-16,-2-1 0 0,3 2 0 0,-3 1 0 0,2 1 389 0,0 0-169 0,0 0-96 0,0 1-130 0,1 9 0 16,-1 3 41-16,-2 2 1 0,2 2-499 0,-2 2 245 15,-1 0 127-15,0 3 63 0,0 2-881 0,-4-4 436 16,-5 6 210-16,-5-4-245 15,-2 0 254-15,-5 0 127 0,-3-1 63 16,-2-1 36-16,-4-1 28 0,1-5 0 0,-1-3 324 0,4-3-197 0,-1-2-82 16,3-4-40-16,3 0 274 15,11-2-153-15,4 0-81 0,6 0-40 0,0-2 696 0,13-3-333 16,13-3-158-16,7 2 161 0,6-1-168 16,6-1-84-16,3-1-26 0,2 4-29 0,6-4 9 15,-9 3-37-15,0 1-410 0,-3 1 205 0,-3 2 102 16,-10 2 51-16,2 0-290 15,-14 0 165-15,-7 0 89 0,-10 9-51 0,-2 0-659 0</inkml:trace>
  <inkml:trace contextRef="#ctx0" brushRef="#br0" timeOffset="106251.75">13452 9093 1088 0,'-11'0'0'0,"3"0"0"0,0 0 0 0,2 0 0 0,3 0 0 0,1 0 111 0,2 6-29 0,0-3-9 0,0 6 344 0,5 1-190 0,3 0-96 0,1 2-48 16,-1 2 6-16,0 1-31 0,1-1 0 0,-3 0-514 15,-1 1 246-15,0-3 122 16,0 3 71 0,-1-5-678-16</inkml:trace>
  <inkml:trace contextRef="#ctx0" brushRef="#br0" timeOffset="106393.37">13634 9060 1075 0,'0'0'0'0,"0"0"0"16,0 0 0-16,0 0 0 0,0 1 304 0,0 3-126 0,0-1-76 0,0 4 650 0,-3 1-358 15,1 2-179-15,1 3-81 0,-2 4-41 0,1-1-33 16,-1 2 0-16,1-1-604 0,0 3 290 16,-5 1 145-16,1-3 81 0,0 1-761 0,-4-3 388 15,-4 1 195-15</inkml:trace>
  <inkml:trace contextRef="#ctx0" brushRef="#br0" timeOffset="106872.98">13386 9235 1102 0,'0'0'0'0,"0"0"0"0,-6 3 0 0,4-2 0 0,1 1 0 0,-1 1 0 0,2 0 118 0,0 2-41 0,0 2 261 0,0-2-156 0,3 2-65 16,7 0-44-16,3-4-73 0,4 2 0 0,1-2 44 0,3-2-9 0,4-1-319 0,-1 0 160 0,1 0 79 0,3 0 41 0,-1-4-281 15,-5-1 149-15,-1 3 30 0,-1-2 24 16,-4 3-2-1,0 0 24-15,-2 1 131 0,-8 0-49 0,-3 0-29 0,-3 2 1 0,0 9 507 0,0 1-257 0,-7 3-101 16,-5-1-73-16,0 4 528 0,0 1-281 0,2-1-141 16,1 2-70-1,3 1 238-15,4-1-159 0,2-2-75 0,0 0 34 0,0 1-107 0,1-2-37 0,6 0 0 16,5-5 0-16,-2 3 0 0,3-5 0 0,-1 2 0 16,-1-3-7-16,0 1 1 0,-5-3 17 15,-3-2-319-15,-3 2 168 0,0 1 21 0,-9 4 65 0,-9-7-277 16,-6 2 147-16,-4-1 75 0,-2 0-66 0,-3-4 69 0,-3 1 27 15,2-3-9-15,0 0 25 16,-1-3 1-16,2-11 27 0,4-1 22 0,0-3-8 0,9 0-14 16,6 1-1-16,4 1 244 0,7 2-121 15,3 3-62-15,0-1-39 0,1 4 467 0,13 4-225 16,5 1-67-16,6 3 122 0,3 0-124 0,7 0-53 16,-1 3-18-16,6 5-26 0,-1 1 0 0,3 3-27 15,1 0-147-15,5-2 82 0,-4 2 28 16,-3-1 1-1,0-2-707 1,1 0 366-16,-5-3 121 0,2 0 16 0</inkml:trace>
  <inkml:trace contextRef="#ctx0" brushRef="#br0" timeOffset="107009.62">14153 9189 2693 0,'-6'0'0'0,"-2"-3"0"0,3-1 0 0,-2 2 0 0,0 1 0 0,2 1 0 0,-2 1 366 0,0 12-165 0,2 4-84 0,-2 3-65 15,2 2-9-15,1 1-9 0,2 0 1 16,1 1-222-16,1-3 111 0,0 1 63 0,0-5 20 16,0 0-827-16,1-9 427 0</inkml:trace>
  <inkml:trace contextRef="#ctx0" brushRef="#br0" timeOffset="107181.47">14240 8757 2246 0,'-3'-11'0'0,"0"5"0"0,1 5 0 0,1 1 0 0,0 14 0 0,-3 18 0 0,1 20 1042 0,0 9-526 0,2 9-389 16,1 8-127 15,0 14 0-31,0 2 0 0,0 10 0 0,0-20 0 0,1-6 0 0,9-8 0 0,-3-6 0 0,1-11 0 0,-2 2-63 16,-3-23 20-16,-1-5-1070 0,-2-8 560 0,0-5 281 0</inkml:trace>
  <inkml:trace contextRef="#ctx0" brushRef="#br0" timeOffset="107337.69">14364 9227 1876 0,'0'-7'0'0,"0"2"0"0,0 4 0 0,-1-2 0 0,-2 3 0 0,3 3 718 0,0 10-333 16,0 2-180-16,0 6-85 0,0 2 45 0,0 1-65 15,3 0-33-15,1-1-258 0,-1-2 109 0,3 0 58 0,-2-6-917 0,1-1 463 16,0-2 232-16</inkml:trace>
  <inkml:trace contextRef="#ctx0" brushRef="#br0" timeOffset="107583.48">14628 8910 1947 0,'0'-4'0'0,"0"2"0"0,0 1 0 0,0 1 0 0,0 0 0 0,0 10 0 0,-1 9 0 0,-7 5 680 0,-1 6-323 0,-2 3-161 0,-5 8-72 15,4-2-50-15,-4 0 1 0,4-5-81 0,0-3-1 16,2-4 41-16,2-5 9 0,5-11-280 0,1-6 135 31,1-2 68-31,1-3 35 0,0-3-103 0,6-8 81 0,8-4-14 0,2-2 28 0,4 0 54 0,0-1-28 16,3 2-62-16,5-1 146 16,-1 4-57-16,2 0-28 15,-2 3-69-15,3 3 23 0,-1-3 38 0,-4 7-6 0,-3 1-494 0,-5 2 237 0,-3 0 122 0,-2 2 58 16,-2 6-712-16</inkml:trace>
  <inkml:trace contextRef="#ctx0" brushRef="#br0" timeOffset="107745.48">14658 9285 2070 0,'-16'1'0'0,"6"3"0"0,-2-1 0 0,4 1 0 0,-1-1 0 0,5-1 0 0,4 1 0 0,0 2 0 0,0-3 326 0,4 1-147 0,10 1-63 0,2-2-88 0,4-1 6 0,1-1 1 0,2 0-566 0,-2 0 282 0,3 0 151 0,-5 0 62 0,-1 0-335 0,-3 0 203 0</inkml:trace>
  <inkml:trace contextRef="#ctx0" brushRef="#br0" timeOffset="107975.2">14754 8964 1411 0,'-3'2'0'0,"2"0"0"0,-1 1 0 0,1 5 0 0,-1 5 0 0,2 3 0 0,-3 15 0 0,1 5 601 0,-4 8-283 15,0 9-142 1,-2 5 127-16,-3 5-125 0,-1-10-77 0,-2 0-33 0,1-5 30 0,-4-4-31 16,2-5-1-16,-1-1-23 0,4-16-42 0,1-9 1 15,3-5 32-15,2-4 22 0,3-4-22 16,1 0 9-16,2 0-9 0,0-3 56 0,0-1-28 0,5-1 0 16,9-1 21-16,4-3-83 0,3 2 0 0,3 1 0 15,4-1 0-15,5 0 0 16,0 2 0-16,6-2 0 0,-2 2-221 0,-1 1 106 15,2 3 70-15,-4-1-848 0,3 0 429 0</inkml:trace>
  <inkml:trace contextRef="#ctx0" brushRef="#br0" timeOffset="108133.32">15426 9646 3586 0,'0'0'0'0,"-2"0"0"0,2 0 0 15,0 0 0-15,0 0 0 0,2 2-92 0,0-2 29 0,2 0-8 16,2 0-385-16,-3 0 211 0,-1 0 105 0,0 0-402 0</inkml:trace>
  <inkml:trace contextRef="#ctx0" brushRef="#br0" timeOffset="114389.91">11449 10167 1124 0,'-7'-15'0'0,"2"6"0"0,0-1 0 0,5 6 0 0,-2 3 0 0,2 0 349 0,0 1-157 0,0 0-78 0,0 8-30 0,2 13 255 0,1 4-152 16,2 11-76 0,-2 8-37-16,-1 10 197 0,-2 5-122 15,0 7-57 1,0 5-23-16,0 5 0 0,-3 6-33 0,-4 9-24 0,4-15-8 0,-3-5 31 16,3-6 1-16,2-7-97 0,-1-7 48 0,0-1 33 0,1-23-8 0,1-7-45 15,-3-9 35-15,1-7-8 16,2-4-40-16,-6 0 18 0,1-4-3 0,-3-13 7 15,-4-7-100-15,1-5 54 0,-3-4 33 0,1-6-57 0,-2 3 42 0,2-3 15 16,-6 3-1-16,-1 1-91 0,-1 6 51 0,-4-1 8 16,3 13 7-16,1 8 130 0,0 5-51 15,-1 4-29-15,2 4 336 0,-5 16-172 0,8 15-82 0,3 3-32 16,3 6 322-16,6 2-150 0,5-1-91 16,0 4 36-16,8-11-64 0,12-4-86 0,6-3-4 0,1-7 0 15,6-7-7-15,4 1 14 16,0-18-7-16,2 0-436 0,-2 0 232 0,2-11 111 15,0-7 62-15,4-8-766 0,-9-6 385 0,-1-5 188 16,-2-1-327-16,0-5 258 0,-4-2 129 0,3-5-113 16,-10 6 125-16,-4 0 58 15,-4 1 29-15,-2 2 55 0,-5 2-1 0,0 1-34 0,-3 16 10 0,-2 7 370 16,0 8-186-16,-2 6-92 0,-3 1 616 16,0 0-344-16,-1 13-82 0,0 8 351 0,2 8-281 15,1 1-141 1,2 6-61-16,1-2 246 15,0 2-163-15,0 1-80 16,0-3-42-16,7-1-16 0,4 4-15 0,1-14-9 0,5 0-32 0,0-6-185 0,4-3 93 0,2-9 62 0,3 0-246 0,-5-5 149 31,0-12 79-31,1-10-173 0,-3-8 76 0,0 0 67 0,-2-7-43 0,-5 1-18 0,-1 2 50 0,-4-4 25 16,2 3-1-16,-5 4 102 16,1-5-47-16,-3 14 9 0,-2 7-38 0,0 6 164 15,0 6-82-15,0 3-41 0,0 0 562 0,-5 12-280 0,-1 11-101 16,2 5-82-16,2 5 186 0,2 2-291 15,0 4 0-15,0-2 0 16,0-2 0-16,4 2 0 0,6-2 0 0,1-3-460 0,6 2 146 0,1-10 171 16,1-4 89-16,1-6-487 0,2-8 186 0,-1-6 161 15</inkml:trace>
  <inkml:trace contextRef="#ctx0" brushRef="#br0" timeOffset="115820.12">12458 10701 2589 0,'-2'0'0'0,"2"0"0"0,0-1 0 0,0-1 0 0,0 2 0 0,0 0 0 0,9 0 0 0,1 0 272 0,4 0-117 15,3 0-60-15,3 3 182 0,-3-1-125 0,2 1-58 16,0 1-29 0,3 1-158-16,-2-2 64 0,1 3 41 0,-3-3-8 0,-1 0-571 15,-3 0 302-15,-2 1 150 0,-1 2-903 0</inkml:trace>
  <inkml:trace contextRef="#ctx0" brushRef="#br0" timeOffset="115986.94">12489 10914 1689 0,'-9'0'0'0,"-1"0"0"0,5 0 0 0,-2-3 0 0,4 3 0 0,3 0 403 0,0 0-184 0,11 0-91 15,7 0-46-15,3 0 663 0,5 3-346 0,0 1-186 0,1 2-160 16,1-1-53-16,0 2 0 0,-1 0 0 0,4-1-90 15,-6 0-183-15,-1-1 155 0,2-3-996 16,-3 1 571-16</inkml:trace>
  <inkml:trace contextRef="#ctx0" brushRef="#br0" timeOffset="118936.47">13511 10624 1406 0,'0'-13'0'0,"0"-1"0"0,0 2 0 0,0-3 0 0,-2 0 0 0,2-3 0 0,0 0 0 0,0-3 204 15,0-1-89-15,0 1-39 0,-1 1 0 0,1-4 11 16,-2 2-26-16,-1-7 9 0,2 11-33 0,-4-2 35 15,-1 2-36-15,0 3 1 0,-1 2 86 0,-1-2-35 16,-1 7-8-16,0 5 84 0,-2 1-64 0,-1 2-32 16,1 0 10-1,-1 3 80-15,0 11-60 0,4 3-31 0,0 2 0 0,1 5 14 16,4 3 10-16,2 2-55 0,1 5 1 0,0 6 128 16,0 3-64-16,2 3-49 0,6 7-52 15,1-3 0-15,-2 4 0 0,1 5 0 0,1 5 0 0,-1 5 0 16,-1 10 0-16,-2-9 0 0,-1-2 0 0,0-3 0 15,-1-6 0-15,-1-7 0 0,-2 5 0 0,0-24 0 16,0-4 0-16,0-7 0 0,-9-3 0 0,-2-8 0 16,-4 3 0-16,-2-13 0 0,-3-1 0 15,-2 0 0-15,-3-4-105 0,0-7 3 16,-3-2 11-16,3-4-467 0,5-2 261 0,-2-4 130 16,4-3 65-16,2-6-645 15,-1-6 347-15,7 4 186 0</inkml:trace>
  <inkml:trace contextRef="#ctx0" brushRef="#br0" timeOffset="119100.04">13142 10819 2819 0,'-6'-5'0'0,"-2"-1"0"0,5 3 0 0,0 0 0 0,1 2 0 0,2 0 0 0,0-2 0 0,0 2 0 0,12 1 521 0,6-2-242 0,6 1 33 0,1-2-312 16,5 2 0-16,-1 1 0 0,4-3 0 15,-5 1 0-15,5 1 0 0,1-1 0 0,5 2 0 16,-7 0 0-16,0 0 0 15,-1 0 0-15,-2 0-675 0,0 0 129 0,-1 2 131 0</inkml:trace>
  <inkml:trace contextRef="#ctx0" brushRef="#br0" timeOffset="119357.32">13785 11003 2182 0,'0'0'0'0,"0"0"0"0,-3 0 0 0,0 0 0 0,0 0 0 0,1 2 0 0,-1-1 1127 0,2 5-555 31,0 3-522-31,1 0-50 0,0 3 0 0,0 6 0 0,0 3 0 0,0 3 0 16,0 7 0-16,0-2 0 0,0 6 0 62,1-4 0-62,0 2 0 0,1-5 0 0,-1 3 0 0,1-10 0 0,-1-4 0 16,1-3 0-16,-2-4 0 0,0-2 0 0,0-5 0 0,0-3-937 0,0 0 355 0,0-4 274 0</inkml:trace>
  <inkml:trace contextRef="#ctx0" brushRef="#br0" timeOffset="119942.11">14024 10149 1890 0,'-8'-9'0'0,"0"-2"0"0,5 9 0 15,0-2 0-15,1 4 0 0,2 0 929 0,0 0-446 0,-3 5-215 0,3 11-120 0,-1 4 65 16,-3 4-213-16,-2 6 0 0,-3 5 0 0,1 6 0 16,-3-2 0-16,-1 5 0 0,1 4 0 15,1 5 0-15,0 4 0 0,5-7-1056 0</inkml:trace>
  <inkml:trace contextRef="#ctx0" brushRef="#br0" timeOffset="121200.11">14835 10724 1083 0,'0'0'0'0,"-1"-2"0"15,-1-2 0-15,-2 1 0 0,2 0 0 0,1 0 0 0,0 0 355 0,0-2-160 0,-4-1-71 16,4 0-48-16,-1 0 48 0,1-3-44 0,-3 0 0 16,3-2-44-16,-2 1 26 0,1 0-26 0,-3 0 0 0,0 0 1 15,-2 2-1-15,-2 1 0 0,-3 2 45 0,-1 3-9 16,-6 2-36-16,-1 7 0 0,-4 12 118 16,-4 10-59-16,-2 7-21 0,1 3-9 0,3 6 145 15,4 2-87-15,3 0-44 0,2 0 0 16,6 5 72-16,11-13-62 0,0-8-27 0,5-2-37 0,13-10 11 15,6-7 0-15,1-4-114 0,1-8 53 0,4-1 30 16,1-18 1-16,2-9-191 0,-2-4 110 0,4-6 42 16,-7-2 27-16,-4-3-397 0,1-3 194 15,-5 0 53-15,-2-6 62 0,3-6-65 16,-8 6 66-16,-1-6 29 0,-4-3-11 0,0-3 39 16,1-10-9-16,-6 13 15 0,0 4-6 15,1 6 1-15,-4 10-1 0,0 9 88 0,0 7-53 0,-4 21 10 16,-2 4-45-16,-3 0 409 0,-2 14-194 0,1 9-62 15,-3 13-61-15,4 1 387 0,-2 8-203 0,4 7-102 16,3 3 186-16,0 5-324 16,1 10 0-16,3-9 0 0,0-3 0 0,0 2 0 15,0 1 0-15,3-3 0 0,9 9 0 0,2-16 0 16,-2-3 0-16,3-4 0 0,0-6 0 0,1-8 0 16,-3-1 0-16,-2-16-641 0,-2-7 234 0,-1-6 143 15,2 0-515-15,-1-10 371 0,3-7 177 0</inkml:trace>
  <inkml:trace contextRef="#ctx0" brushRef="#br0" timeOffset="121409.24">15372 10383 1689 0,'-18'0'0'15,"0"6"0"-15,-1 6 0 0,-3 9 0 0,-4 8 0 0,6 3 0 0,0 11 1131 0,5 7-548 0,4 0-274 0,8 6-90 0,3-2-219 0,1-9 0 0,14-2 0 0,6-6 0 16,4-1 0-16,2-2 0 0,1 0 0 16,-4-10 0-16,0-2 0 0,-2-4 0 0,-5-5 0 15,2-2 0-15,-2-3 0 0,-5-8 0 0,-2 0-1022 0,1 0 462 16,-4-8 263-16</inkml:trace>
  <inkml:trace contextRef="#ctx0" brushRef="#br0" timeOffset="121650.46">15480 10588 2197 0,'-5'-8'0'15,"-5"0"0"-15,2 1 0 0,5 5 0 0,1 0 0 0,2 0 454 0,0 2-210 0,2 0-104 16,13 0 394-16,3 11-253 0,4 1-200 0,2 5-81 0,1 2 0 0,-1 3 0 0,3 0 0 0,-4 2 0 16,-5 0 0-16,-1 1 0 0,-4 4 0 0,-5 1 0 15,-4 7 0 1,-4-4 0-16,-8 0 0 0,-13 1 0 0,-9-3 0 0,-4-3 0 15,-5 0 0-15,-1-11 0 0,-1-5 0 0,2-5 0 16,2-2 0-16,1-5-165 0,13 0 48 0,7-12 45 16,10-5-351-16,6-5 193 0,1-3 98 0,17-3-700 0,8 1 403 15</inkml:trace>
  <inkml:trace contextRef="#ctx0" brushRef="#br0" timeOffset="121826.06">15837 10563 2592 0,'0'-10'0'0,"0"0"0"0,0 2 0 0,0 4 0 0,-1 1 0 0,-10 1 0 0,0 2 0 0,-6 0 0 0,2 16 880 16,-3 3-423-1,1 7-455-15,0 4-2 0,4 3 0 0,3 6 0 0,5-3 0 0,5 3 0 16,0-1 0-16,6 0 0 0,13 0 0 0,4 2 0 0,3-11 0 16,4-2 0-16,1-6-7 0,0-4-202 0,-1-6 122 15,3-2 70-15,-8-9-1003 0,-3 0 492 0,-1-3 246 16</inkml:trace>
  <inkml:trace contextRef="#ctx0" brushRef="#br0" timeOffset="122004.59">16067 10588 2343 0,'-10'0'0'0,"0"-1"0"0,0-1 0 0,2-1 0 0,3 3 0 0,2 0 0 0,3 5 0 0,0 7 898 0,0 0-432 15,6 5-242 1,6 2-224-16,1-1 0 0,2 3 0 0,1-1 0 0,0-1 0 0,3 3-17 15,-2-2 11 17,-1-4-946-32,-1-2 488 0,-2-1 246 0</inkml:trace>
  <inkml:trace contextRef="#ctx0" brushRef="#br0" timeOffset="122169.11">16319 10535 3328 0,'-8'0'0'0,"3"0"0"0,-1 0 0 0,1 2 0 0,-1 12 0 0,-5 4 0 0,4 10 0 0,-1 9 560 0,-5 12-517 0,1 9-43 0,-5 6 0 0,3 13 0 0,-3-4 0 0,-1 2 0 0,-3 0 0 0,-1-2 0 0,1-3 0 0,-4 5 0 0,7-19 0 15,0-5 0-15,0-7 0 32,1-4-310-32,4-8-51 0,1 1 142 0,1-17-919 0</inkml:trace>
  <inkml:trace contextRef="#ctx0" brushRef="#br0" timeOffset="122407.53">16383 10440 2416 0,'7'-16'0'0,"3"3"0"0,5 3 0 0,2 9 0 0,5-1 0 0,0 2 0 0,1 12 804 0,1 13-384 0,4 5-193 16,-1 8-163-16,2 10-64 0,-9 0 0 0,-6 6 0 0,-1 3 0 0,-10 6 0 15,-3 0 0-15,0 10 0 0,-12-13 0 0,-7-2 0 16,-5-7 0-16,-4 0 0 16,-1-8 0-16,-7 5 0 15,5-16 0 1,-4-6-639-16,-2-1 122 0</inkml:trace>
  <inkml:trace contextRef="#ctx0" brushRef="#br0" timeOffset="123835.19">17144 10701 1326 0,'-15'0'0'0,"0"-1"0"0,7-1 0 0,3 2 0 0,3 0 0 0,2 2 580 0,0 1-272 0,4 6-126 15,14-3-78-15,3 3 446 0,6-3-257 16,0 2-128-16,7-6-64 0,2 2 106 0,0-2-92 0,-2 0-115 16,3 0-160-16,-2-1 59 15,0 2 68-15,4-2-268 0,-8 1 164 0,-4 2 87 0,-3-4 43 16,-6 4-906-16,-3-3 450 0,-2 3 151 0</inkml:trace>
  <inkml:trace contextRef="#ctx0" brushRef="#br0" timeOffset="124015.56">17333 10357 2465 0,'-13'-5'0'0,"1"2"0"0,2 3 0 0,7 0 0 0,3 8 0 0,0 12 0 0,0 9 0 16,8 5 432-16,3 11-188 0,1 1 179 15,1 10-193-15,1 8-97 0,-3 3-129 0,-2 5-4 16,2 9 0-16,-4-14 0 0,3-2 0 0,1-4-631 31,-2-3 286-31,-1-5 191 0</inkml:trace>
  <inkml:trace contextRef="#ctx0" brushRef="#br0" timeOffset="124659.17">18507 10606 1037 0,'0'-19'0'0,"0"0"0"0,0-2 0 0,0 0 0 0,0-5 0 0,4 2 0 0,-1-1 0 0,0-2 216 0,0 1-91 16,-1-3-44-16,2 0 7 0,-2 3-9 0,0 1-43 15,-2-1 0-15,0 2 12 0,0-1-12 0,0-1 9 16,-8 7-10-16,0 2 16 0,-3 5-15 0,-3 5 0 15,0 3 113-15,-5 3-47 0,1 1-38 16,0 3 129-16,-2 13-78 0,1 3-40 16,-3 8 9-16,6 2 119 15,1 10-83-15,3 1-42 0,3 8-1 0,2 4 133 0,2 12-78 0,4-7-53 16,1 3 1-16,0 1 7 0,0-1-25 0,0 5-26 16,5 9-36-16,3-14 0 78,-2 3 0-78,0-4-234 0,0 0 132 0,-3-6 69 0,-1 1 43 0,-2-14-401 0,0-5 196 0,-3-8 51 0,-9-4 64 0,-1-3-195 0,-4-5 111 0,-1-11 69 0,0-4 29 0,-1 0-244 0,-1-10 137 0,1-7 69 31,-1-4-153-31,6-3 115 0,1-6 54 0,1-5-385 0</inkml:trace>
  <inkml:trace contextRef="#ctx0" brushRef="#br0" timeOffset="124790.5">18088 10710 1683 0,'-4'-10'0'0,"-1"-1"0"0,2 6 0 0,3 3 0 0,0-1 0 0,3 1 192 0,8 2-78 0,7 0-30 0,5 0 717 0,1 0-382 16,6 0-192 0,0 0-95-16,2 0 147 0,4 5-279 0,-3-3 0 0,0 0 0 0,5 1 0 15,-3 1 0-15,4-2-8 0,-10 3-877 0,-2-2 461 16,-3 0 230-16,-3 4-438 0,-4 1 317 0</inkml:trace>
  <inkml:trace contextRef="#ctx0" brushRef="#br0" timeOffset="125095.72">18498 10860 1803 0,'-11'0'0'0,"0"0"0"0,1 1 0 0,3-1 0 0,3 3 0 0,2-2 0 0,2 1 0 0,0-1 0 0,5 3 690 16,7-1-332-16,7 0-161 0,1 4-80 0,-1-1 175 0,3 0-127 16,-2 5-57-16,-4 0-197 0,-1 1 62 0,-2 0 32 0,-5 0-149 15,-1 4 89-15,-2 0 55 16,-5-2 13-16,0 3-14 0,-2-5 36 0,-13 2 1 15,-1-2 0-15,-6 0 235 0,-1-4-150 0,-2-3-121 0,1-3 0 16,0-2 0-16,2 0 0 0,0 0 0 16,8 0 0-16,3 0 0 0,2 0 0 0,4 0 0 15,4-5 0-15,1 5 0 0,0-4 0 0,15 2 0 16,7 1 0-16,8 1 0 0,2 0 0 0,5 0 0 0,-1 0 0 16,2 0 0-1,-4 3 0-15,2 1 0 0,4 4 0 0,-9-4 0 16,-1 3-590-16,-4-3 93 0,-4 0 230 0,-2-2-712 15,0-2 462-15</inkml:trace>
  <inkml:trace contextRef="#ctx0" brushRef="#br0" timeOffset="125265.72">18931 10054 2856 0,'-1'-11'0'0,"1"1"0"0,0 3 0 0,0 2 0 0,0 0 0 0,0 5 0 0,0 0 0 0,0 8 0 0,1 12 440 16,-1 5-202-16,0 9-48 0,0 7-68 0,0 3-48 16,-7 4-63-16,0 4-644 0,1 0 302 0,0 4 184 15,-1 7 100-15</inkml:trace>
  <inkml:trace contextRef="#ctx0" brushRef="#br0" timeOffset="126025.02">19696 10655 614 0,'-9'-11'0'15,"1"3"0"-15,1-2 0 0,3 2 0 0,-2-4 263 0,1 3-113 0,-2-6-48 0,2 3 47 0,-1 1-57 0,1-1-27 0,-1 0-1 0,-2 3 68 16,-1-3-39-16,1 5-33 0,-1 5 0 15,-2 0 55-15,-2 2-40 16,-2 2 1-16,-4 12 21 0,0 11-35 0,-1 7 1 0,1 6-27 16,-1 6 45-16,3 1 0 0,1 6-36 0,7-4 18 15,3-6 0-15,4-1-27 0,2-5 1 0,0-6 28 16,13 2-20-16,2-14-8 16,7-8-1-16,0-6-72 15,0-3 37-15,1 0-1 0,4-9-117 0,-6-12 70 0,0-8 38 0,0-1 4 16,-2-7-181-16,-1-3 84 0,2-6 32 0,-4 1-57 15,-1-3 34-15,-3-2 36 0,1-7 1 0,-4-2-48 0,3-12 24 16,-7 7 10-16,0-3 34 0,-2-1 43 16,0 6 0-16,-1 6-44 0,-2 1 124 0,0 23-58 15,0 12-25-15,0 13 1 0,-2 5 351 0,-1 2-179 16,-2 2-63-16,2 13 182 16,-2 11-124-16,-1 6-68 0,3 9-34 0,0 6 121 0,3 1-82 15,0 4-36-15,0 3 0 0,0 2 121 0,2 1-79 0,2 7-93 16,3-12-22-16,0 3 0 15,-1-5 0 1,2 3-289 15,1-4 109-31,-2 5 117 0,2-16 46 0,-4-3-613 0,0-6 279 0,1-6 163 0,-2-6 50 0,-1-1-177 0,-1-11 145 0,0-6 66 0,-1 0 34 0,0 0-408 0</inkml:trace>
  <inkml:trace contextRef="#ctx0" brushRef="#br0" timeOffset="126580.38">20282 10394 836 0,'-1'-10'0'0,"-4"2"0"0,0 1 0 0,0 3 0 0,-2-1 0 0,1 2 476 15,-2 3-221-15,-2 3-109 0,0 11-55 0,-3 10 358 0,-2 6-197 0,2 3-113 16,-2 9 215-16,2 1-160 0,0 3-78 0,1 4 41 16,8-8-65-16,2-1-29 0,2 1 1 0,2-7-19 15,9-1-10-15,6 1 10 0,4-15-9 0,1-2-276 16,2-3 138-16,0-4 68 0,0-3 36 0,1-1-538 16,-6-4 274-16,-3-3 68 15,2 0-448-15,-4 0 304 0,3-6 150 0,0-2-138 0,-4-3 150 0,-2 0 70 16</inkml:trace>
  <inkml:trace contextRef="#ctx0" brushRef="#br0" timeOffset="126905.85">20494 10510 456 0,'0'-5'0'0,"0"0"0"0,2 0 0 0,-2 0 0 0,5 0 0 0,-4 0 0 0,3 1 0 0,-2 1 0 0,1 0 87 16,-1-2-17-16,-1 4 243 0,0-2-139 0,2 3-70 0,-2 0-34 15,1 0 489-15,-2 0-253 0,0 9-140 0,0 1-66 16,0 3 231-16,0 1-149 0,0 5-73 15,0 1-28-15,1-2 382 16,1 3-214-16,1 0-138 0,2-1-111 0,2 1 0 0,0 1 0 0,-1-2-260 16,0 0 31-16,3-4 132 0,-3 1 66 0,2-2-807 15,2 1 383-15,-3-6 229 0,3-4 10 0</inkml:trace>
  <inkml:trace contextRef="#ctx0" brushRef="#br0" timeOffset="127108.32">20795 10317 1819 0,'0'-7'0'15,"0"-2"0"-15,0 7 0 0,0-3 0 0,-2 5 0 0,1 0 0 0,-1 12 388 0,-4 10-168 0,3 13 534 16,-5 9-360-16,-3 13-179 0,-2 5-91 0,-3 9-107 0,-6 15-17 0,0-2 0 16,-2 4 0-16,-2 3 0 15,-1-1 0-15,-2 8 0 0,6-23 0 0,2-6 0 0,4-10 0 16,6-10 0-16,4-12-212 15,2-6-69-15,5-24 141 0,0-7-874 0,2-1 489 16,7-16 245-16</inkml:trace>
  <inkml:trace contextRef="#ctx0" brushRef="#br0" timeOffset="127387.33">20923 10447 2090 0,'6'-15'0'0,"5"3"0"0,0 2 0 0,4 0 0 0,3 0 0 0,5 3 0 0,-1 4 0 0,3 0 454 0,1 3-210 0,3 0-103 16,0 6 226-16,1 5-157 0,-7 6-91 0,-3 2-27 0,-7 6-86 16,-6 5 1-16,-5 3 28 15,-2 4-123-15,-2-2 57 0,-15 3 33 0,-6-1 0 16,-4-1 279-16,-2 0-281 0,-4 5 0 0,2-12 0 0,4-2 0 16,3-6 0-16,5-1 0 0,2-5 0 15,2 3 0-15,11-9 0 0,4-2 0 0,0 0 0 0,1 0 0 16,15-5 0-16,6 4 0 0,4-6 0 15,4 0 0-15,1 0 0 0,5 0 0 0,0-3 0 16,-3-4 0-16,-5-1 0 0,0 1-386 0,-5 3-82 16,-7-2 217-16,1 0-321 0,-11 2 273 15</inkml:trace>
  <inkml:trace contextRef="#ctx0" brushRef="#br0" timeOffset="127598.79">20975 10672 1580 0,'-16'0'0'0,"2"0"0"0,2 0 0 0,5 0 0 0,0 0 0 0,7 0 597 0,0 0-282 0,13 0-139 0,7 0-71 16,8 0 626-16,4 0-339 31,0 0-357-31,4 0-35 0,1 0 0 0,-1 0 0 0,0 0 0 0,1 0-866 47,-4 0 424-32,-1 0 238-15,-2 0-501 0</inkml:trace>
  <inkml:trace contextRef="#ctx0" brushRef="#br0" timeOffset="127729.02">21508 10424 1233 0,'4'-4'0'0,"2"2"0"0,2-1 0 0,0 3 0 0,4 0 400 0,2 5-183 0,3 12-91 0,1 7-45 0,2 8 663 16,-2 6-358-16,0 6-176 0,-5 5-87 0,-3 6 229 16,-5 2-293-16,-4 7-59 0,-1-9 0 15,-15-2 0-15,-6-1 0 0,-8-1-113 0,-3-6-47 16,-4 4 106-16,3-17 40 0,-1-4-282 0,3-8 165 15,2-8 84-15,4-8 40 0,1-4-994 0</inkml:trace>
  <inkml:trace contextRef="#ctx0" brushRef="#br0" timeOffset="127883.97">21940 10611 2493 0,'28'-8'0'0,"2"4"0"15,1 2 0-15,0-1 0 0,3 3 0 0,-6-2 0 0,0 2 433 0,0 0-199 0,-3 0-236 0,2 0-1 0,2 0 47 0,-8 0-9 16,-2 0-774-16,-2 2 369 0,-8-2 183 0,-1 0 93 16</inkml:trace>
  <inkml:trace contextRef="#ctx0" brushRef="#br0" timeOffset="128031.15">22085 10256 1853 0,'-4'0'0'0,"2"0"0"0,0 0 0 0,2 2 0 0,0 5 0 0,0 10 0 0,2 8 964 0,5 11-464 0,1 15-233 16,0 12 80-16,0 15-347 0,-2-2 0 0,-3 2 0 0,-1-6 0 0,-1-2-50 15,2-8-4-15,-2 2 53 0,2-20-1383 0</inkml:trace>
  <inkml:trace contextRef="#ctx0" brushRef="#br0" timeOffset="128609.43">23446 10325 902 0,'0'-25'0'0,"0"1"0"0,0 1 0 0,0-5 0 0,-4 5 0 0,0-1 188 0,-4 0-76 0,1-1-38 0,-4 2 94 0,-1-8-57 0,0 8-42 0,-3-1 0 15,0 2-58-15,1 2 0 0,-3 3 25 16,0-1-4-16,1 11 4 0,5-1 0 0,0 8 0 0,1 0 91 15,2 0-45-15,-2 3-14 0,2 12-10 32,4 11 74-32,-1 5-49 0,2 9-23 0,2 5-1 0,-4 11 192 0,5-2-112 0,0 5-52 15,0 4 129-15,0 2-90 0,2 11-36 0,1-10-1 0,-2 5-26 0,1 0-1 16,-2 5-26-16,0-2-158 16,0 8 88-16,-8-17 21 0,0-4 10 0,-6-6-328 46,-1-8 183-30,-4-5 74-16,-1-1-436 0,4-21 211 0,-3-10 134 0,2-8 52 0,-2-2-340 0,4-4 209 0,-4-10 96 0,5-6-314 0,2-9 214 0</inkml:trace>
  <inkml:trace contextRef="#ctx0" brushRef="#br0" timeOffset="128767.14">22947 10564 2007 0,'-5'-15'0'15,"-5"1"0"-15,7 5 0 0,3 5 0 0,0 1 0 0,7 1 0 0,8-1 440 0,7 0-194 0,6 2-109 0,3-2-50 0,4 3 580 0,3 0-320 0,5 0-347 32,5 0 0-32,-1 0 0 15,0 0 0-15,-2 0-573 0,0 0 195 0,-3 0 208 0,0 4 111 0,-12 3-960 0,-6-1 496 0</inkml:trace>
  <inkml:trace contextRef="#ctx0" brushRef="#br0" timeOffset="129087.15">23464 10725 1653 0,'-11'0'0'0,"0"0"0"0,-1 0 0 0,9 0 0 0,-2 0 0 0,5 0 0 0,0 0 385 16,0 0-175-16,6 0-77 0,8 0 153 0,5 0-125 16,-2 0-63-16,3 0-30 0,-1 2-209 0,-2 1 97 47,-3 3 36-47,-4 2-120 0,-3 1 81 0,-3 2 42 0,-3 3 0 0,-1 1 191 0,0 0-80 0,-7 2-34 0,-5 0-7 0,-3 1 103 15,1-1-105-15,-1-1 6 31,3-2 203-31,3-3-118 0,1-3-60 0,5 1-84 0,3-1 26 0,0-1-16 0,2-2-20 0,13 0-96 0,0-5 35 0,5 4 49 79,1-1 23-79,0 4-243 0,-3-2 116 0,-4 1 72 15,-1 3-14-15,-6 0-34 0,-3 3-8 0,-3 2 37 0,-1-1 177 0,-8-1-71 0,-9 4-41 0,-3-3-38 0,-7-2 267 0,-2 2-127 0,2-5-40 0,-2-2-184 0,4-2 72 0,-1-4 26 0,3 0 54 0,-1 0-602 0,4-7 278 0,8-9 129 16,3-3 71-16,3-10-710 0</inkml:trace>
  <inkml:trace contextRef="#ctx0" brushRef="#br0" timeOffset="129253.88">23812 9951 1584 0,'0'-15'0'0,"0"3"0"0,0-2 0 0,0 10 0 0,0-2 0 0,0 5 675 16,0 1-320-16,-1 8-160 0,-6 12-71 0,-4 7 323 15,-1 8-206-15,-3 9-102 0,-2 5-53 0,3 4-533 16,-4 6 249-16,5-3 113 16,-1 3-1215-16</inkml:trace>
  <inkml:trace contextRef="#ctx0" brushRef="#br0" timeOffset="130369.52">24187 10546 1197 0,'0'-7'0'0,"0"3"0"0,0-3 0 0,0 1 0 0,0-2 0 0,0-1 0 0,0-3 0 0,0 0 0 0,0 0 254 0,0-3-109 15,0-2-54-15,0 0-15 0,0-2 9 16,0 4-49-16,-3-2 27 0,-4 5-27 0,2-2 0 15,-3 6 0-15,-2-1 71 0,-5 8-40 0,1 1 1 16,-6 8-33-16,-3 16 95 0,2 9-48 0,-7 12-14 16,6 3-8-16,0 6 39 0,5 3-32 0,2 0 1 15,4-2-2-15,4 0 8 0,7-11-38 0,0-6-32 16,6-4 31-16,10-10 1 0,4-6 0 16,2-2-71-16,-1-15 31 0,5-1-1 15,-1-5 41-15,0-12-199 0,4-10 94 0,0-5 32 0,-3-6 25 16,0-4-279-16,-4-6 140 0,3-3 44 15,2-8-143-15,-9 5 111 0,0-4 52 0,-1-1 19 16,-6-6 0-16,1-1 32 16,-2-9-9-16,-3 13 50 0,-5 6 0 0,-1 3-41 0,-1 12 0 0,0 16 171 15,-1 4-95-15,-8 20-33 16,-1 1 0-16,-2 18 475 0,2 11-241 0,-4 12-77 16,1 7 277-16,6 1-207 0,-1 3-99 0,4 4 49 0,3 2-73 15,0 0-38-15,1 9 4 0,0-13-77 16,0-1 0-1,0 0 0-15,8-1 0 0,4-3-71 0,2 6-56 0,2-16 78 0,0-3 42 0,2-7-784 16,-3-7 398-16,3-4 119 0,2-6-603 0</inkml:trace>
  <inkml:trace contextRef="#ctx0" brushRef="#br0" timeOffset="130570.99">24694 10248 2153 0,'-13'3'0'0,"-3"5"0"0,-2 9 0 0,-2 7 0 0,1 11 0 0,-5 11 0 0,6 5 0 0,7 7 0 0,4 1 882 0,7-2-424 0,0 5-202 15,10-18-74-15,10-2-182 0,1-6 0 0,7-4 0 16,-1-6 0-16,5-1 0 0,-6-10 0 0,1-6-648 16,-1-4 295-16,-3-2 195 0,-3-3 97 0,3 0-431 15,-6-4 115-15,-2-9 172 0</inkml:trace>
  <inkml:trace contextRef="#ctx0" brushRef="#br0" timeOffset="130897.54">24902 10389 1946 0,'-11'-6'0'0,"-1"-3"0"0,4 4 0 0,3 2 0 0,5 2 0 0,0-1 0 0,1 2 238 0,14 0-93 0,4 0-59 0,6 0 212 0,4 3-131 16,2 3-66-16,-1 5-33 0,1 2-145 15,-4 1 51-15,-3 1 31 0,0 6 0 0,-5 2-60 16,-6 3 45 0,0 7 31-16,-11 2-68 0,-2 2 41 0,-10 3 0 0,-10 3 268 0,-6-1-113 15,-4 6-48-15,1-11-74 0,1-3 445 0,2-3-405 0,5-4-67 16,2-3 0-16,5 0 0 16,10-10 0-16,4-4 0 0,0-2 0 0,9-3 0 15,11 0 0-15,2-5 0 0,5 0 0 16,5-2 0 15,-1-8 0-31,0-1-169 0,4-3-137 0,-8 2 161 0,0 0 5 0,-4-1-811 0,-3 2 458 0,-2-2 229 31</inkml:trace>
  <inkml:trace contextRef="#ctx0" brushRef="#br0" timeOffset="131019.77">24962 10620 2687 0,'-20'0'0'0,"1"0"0"0,7 0 0 0,4 0 0 0,6 0 0 0,2 0 0 0,4 0 0 0,16 6 277 0,9 2-120 0,3-4 470 16,6 2-444-16,-2 0-183 16,2-2 0-16,1 3 0 0,-2-3-68 0,-1 2 8 0,4-1 57 0,-6 1-1072 15,-3-4 543-15</inkml:trace>
  <inkml:trace contextRef="#ctx0" brushRef="#br0" timeOffset="131239.13">25471 10500 1355 0,'0'-7'0'0,"0"1"0"0,0 0 0 0,0 3 0 0,2 1 650 0,10 2-307 0,1 0-154 16,9 2 192-16,-2 10-178 0,6 5-84 0,-1 2-41 15,0 6 35-15,3 3-39 0,-2 4 9 16,-8-1-48-16,-5 1-150 0,-5 0 76 16,-7 5 36-16,-1 0 1 0,-10 2-62 0,-13-7 45 0,-7-3 27 15,-4-4-67-15,0-4 47 16,-5-7 23-16,3 1-232 0,5-10 112 15,2-5-2-15,7 0 47 0,9-7-445 0,6-11 237 0,7-9 109 0,1-4 69 16,17-7-518-16</inkml:trace>
  <inkml:trace contextRef="#ctx0" brushRef="#br0" timeOffset="131388.99">25847 10485 2607 0,'-1'0'0'0,"-2"0"0"0,-3 2 0 0,0 4 0 0,-4 8 0 0,-3 3 0 0,-2 8 0 0,-3 6 0 0,-1 7 442 0,7-1-208 0,2 6-100 0,6-5 256 15,4 2-266-15,4-2-124 0,15-2-40 16,8-9-73-16,7-7 74 0,8-3 36 0,2-7-335 16,7-2 194-16,-9-8 86 0,0 0 46 0,-1-4-919 0</inkml:trace>
  <inkml:trace contextRef="#ctx0" brushRef="#br0" timeOffset="131579.09">26184 10339 2973 0,'0'-9'0'0,"0"3"0"0,2 3 0 0,2 3 0 0,6 0 0 0,4 3 0 0,1 15 0 0,3 9 0 0,1 8 382 0,1 10-174 0,-1 4-86 0,-5 7 124 0,-3 10-246 0,-10 0 0 0,-1 1 0 16,-9 2 0-16,-13-1 0 0,-10-3 0 16,-3 9-15 15,-4-20-172-31,-6 0 111 0</inkml:trace>
  <inkml:trace contextRef="#ctx0" brushRef="#br0" timeOffset="133306.64">15647 11548 2231 0,'-18'0'0'0,"-4"0"0"0,11 0 0 0,0 0 0 0,6 0 0 0,4 0 0 0,1 0 0 0,3 0 0 0,19 0 356 0,9 0-161 0,10 0 405 0,8 0-282 0,9 0-141 0,9 0-123 0,-1 0-54 0,3-2 0 0,5 2 0 16,3 0 0-16,5 0 0 0,6 0 0 0,-11 0 0 0,-9 0 0 0,-5 0 0 15,-9 0 0-15,-9 0 0 0,-1-3 0 0,-22 3-95 16,-7 0 25-16,-10 0-791 0,-5-3 404 16,0 3 211-16,-8 0 96 0,-12 0-699 0</inkml:trace>
  <inkml:trace contextRef="#ctx0" brushRef="#br0" timeOffset="133529.06">16264 11729 3348 0,'-5'0'0'0,"1"3"0"0,-1-3 0 0,2 3 0 0,0-1 0 0,2 5 0 0,1 4 0 0,0 5 0 0,0 5 553 0,0 6-523 0,4 5-30 15,1 6 0-15,1 3 0 0,-2 4 0 0,-2-1 0 0,1 5 0 0,-1-8 0 0,0-7 0 32,-1-2 0-17,1-4 0-15,1-9 0 0,-2 2 0 0,3-12-964 0,-1-4 419 16</inkml:trace>
  <inkml:trace contextRef="#ctx0" brushRef="#br0" timeOffset="134052.76">20538 11398 1985 0,'-28'0'0'0,"11"0"0"0,7 0 0 0,4 2 0 0,6 1 0 0,0 2 0 0,16-1 184 0,12 0-74 0,11-2-36 16,10-2 585-16,9 0-311 0,9 0-147 0,-3 0-86 0,3-2 140 16,1-1-255-16,3 0 0 15,1-2 0-15,7 0 0 0,-15 2 0 0,-5 2 0 16,-6-2-377-16,-8 2 80 0,-7 1 168 0,-1 0-828 16,-21 0 474-16,-10 6 184 0,-6 6 131 0</inkml:trace>
  <inkml:trace contextRef="#ctx0" brushRef="#br0" timeOffset="134314.44">20937 11714 2040 0,'-8'1'0'0,"2"2"0"16,4 0 0-16,2 1 0 0,0-2 0 0,11 3 0 0,9 0 0 0,10 2 327 0,3 0-150 0,10 1-71 0,-2 4 91 0,-2 0-82 15,1 7-39-15,-2 5-218 0,-12 1 84 0,-10 3 46 16,-11 3 24-16,-5 3-98 0,-8 1 60 0,-19 3 40 15,-10-8-9-15,-6-2 174 0,-5-6-72 0,2 1-36 16,2-7 425-16,2-1-221 16,11-6-217-16,7-6-58 0,10-3 0 0,8 0 0 0,5 0 0 0,2 0 0 15,23-8 0-15,13-4 0 16,13 0 0-16,7-2 0 16,11-1 0-16,-1 5 0 0,4 3 0 0,1-2-24 15,6 6-185-15</inkml:trace>
  <inkml:trace contextRef="#ctx0" brushRef="#br0" timeOffset="134782">24903 11137 2099 0,'-4'0'0'0,"1"0"0"0,2-1 0 0,1 1 0 0,0 0 0 0,7 0 0 0,14 0 770 0,7 0-367 0,12 0-175 0,9 0 203 0,13-2-431 16,12-1 0-16,18 3 0 15,10-4 0-15,14-1 0 0,-17 4 0 0,-4-1 0 0,-10 2 0 0,-7 0 0 0,-6 0 0 16,0 3 0-16,-24 2 0 0,-4 2 0 0,-9-4 0 0,-3 2-252 31,-8-2-89-31,0 0 57 0,-16-3-467 0,-7 3 358 0,-1-1 179 0,-6 1 90 0,-18 2-239 16</inkml:trace>
  <inkml:trace contextRef="#ctx0" brushRef="#br0" timeOffset="135174.16">25396 11410 1905 0,'-4'0'0'0,"2"0"0"0,2 0 0 0,0 0 0 0,0 0 0 0,11 0 0 0,5 0 0 0,4 5 0 0,5-1 645 0,4 2-297 16,-2 0-161-16,4 2-121 0,-4 3-1 0,1-1-30 0,-3 1 0 16,-4 3-298-16,-7-2 144 0,-7 3 78 15,-6 2-44-15,-1 0 60 0,-2 2 30 0,-16 0 9 16,-2-2 87-16,-4 0-33 0,-3-3-78 0,2-2 1 15,1 3 284-15,1-2-130 0,7-6-95 63</inkml:trace>
  <inkml:trace contextRef="#ctx0" brushRef="#br0" timeOffset="135314.79">25478 11684 3785 0,'-7'6'146'0,"5"1"-146"0,2-1 0 0,2 1 0 0,15-5 0 0,11 1 0 0,3 1 0 0,5-1 0 0,3 4 0 0,2 1 0 0,-6 2 0 0,-3 3 0 0,-3 2 0 0,-7 3 0 0,-6 3-215 0,-8 3-1 0,-8-1 103 0,-2 0 148 0,-21 0-35 0,-10-2 0 0,-6-2 469 0,-8 0-429 0,-1-6-40 0,-2-7 0 0,-3-1 0 0,1-4 0 0,-5-1 0 0,9 0 0 0,4-7 0 0,7-5 0 15,11-3 0-15,8-5 0 0,7 1 0 0,11 2-29 0</inkml:trace>
  <inkml:trace contextRef="#ctx0" brushRef="#br0" timeOffset="137024.14">11453 13001 2107 0,'-11'-1'0'0,"1"-1"0"0,-2 1 0 0,4 1 0 0,3 0 0 0,1 0 0 0,4 0 338 0,0 0-151 0,3 0-76 0,11 0 200 0,8 0-138 0,5 0-60 0,3 0-43 0,5-5 218 0,2-4-126 0,1 1-91 0,0-1-71 0,3-3-94 0,-7 3 13 0,0 1 59 0,-4 1-710 0,-1 5 384 0,-5 1 192 0</inkml:trace>
  <inkml:trace contextRef="#ctx0" brushRef="#br0" timeOffset="137216.71">11487 13330 3229 0,'-25'0'0'0,"5"0"0"0,4 4 0 0,7-1 0 0,4 1 0 0,3-2 0 0,2 1 0 0,8-3 620 0,19 0-538 0,6 0-82 0,6 0 0 0,8 0 0 16,-4 0 0-16,4-3 0 125,-2 3 0-125,0 0 0 15,-3 0 0-15,6 0-884 0,-10 0 272 0</inkml:trace>
  <inkml:trace contextRef="#ctx0" brushRef="#br0" timeOffset="137839.88">12998 12879 1345 0,'-4'-8'0'0,"-1"1"0"0,0-4 0 0,0 2 0 0,1-5 0 0,-1 0 0 0,4-3 0 0,-2-1 165 0,2-2-64 0,0 0 23 0,-2-4-43 0,1-1 9 0,1 4-54 0,-2-3 28 0,-1 2 1 0,-1 2-29 0,-2 1 1 0,-1-2 87 0,0 7-48 0,-2 6 0 0,0 0-39 0,1 6 174 0,-3 2-87 0,1 0-34 0,-1 5 154 0,3 13-103 0,-2 7-52 0,3 10 60 0,0 7 33 0,1 9-64 0,4 4-45 0,1 6-20 0,2 5-53 0,0 6 0 0,0 4 0 0,0 10 0 0,4-10 0 0,8 3 0 0,-1-5 0 0,1-6 0 0,-3-2 0 0,0 2 0 0,-6-17 0 0,-2-5 0 0,-1 1 0 0,-3-7-96 0,-11 4-36 0,-2-14 43 0,-2-5 43 0,-3-6-177 0,0-9 97 0,-1-5 25 0,0-2 23 0,3-3-421 0,2-4 231 0,2-13 116 0,1-4 58 0,2-6-486 0,-2-13 263 0</inkml:trace>
  <inkml:trace contextRef="#ctx0" brushRef="#br0" timeOffset="137939.76">12568 13196 2233 0,'-6'-14'0'0,"1"5"0"0,4 1 0 0,1 5 0 0,0-3 0 0,3 4 0 0,11 2 0 0,8 0 392 0,4 0-178 0,4 0 309 0,6 2-234 0,-2 1-131 31,4 3-61-31,5 0-376 0,-1-1 157 0,3 1 80 0,4 0 48 0,-9-1-424 0,-1 2 227 0,-5 0 113 0,1-1 58 47</inkml:trace>
  <inkml:trace contextRef="#ctx0" brushRef="#br0" timeOffset="138333.45">13176 13354 2430 0,'-8'4'0'0,"2"1"0"0,0 4 0 0,1-1 0 0,2 5 0 0,0 2 0 0,3 2 438 0,0 1-201 0,0 1-100 0,0 3 205 172,0-1-152-31,1 8-68-141,3-7-87 0,-3 2-257 0,1-3 109 0,0 3 75 0,-2-3 37 0,0 3-272 0,0-7 150 0,0-4 79 0,0-2-710 0,0-4 393 0,-2-1 60 0</inkml:trace>
  <inkml:trace contextRef="#ctx0" brushRef="#br0" timeOffset="138393.29">13434 12538 429 0,'0'-12'0'0,"0"2"0"0,0 3 0 0,0 4 0 0,0 1 1219 0,0 2-595 0,0 11-295 0,0 12 341 0,-5 6-318 0,1 8-157 0,-3 5-82 0,-1 2-113 0,-1 3 0 0,2 0 0 0,3 2-477 0,-3-2 104 0,2 9 214 0</inkml:trace>
  <inkml:trace contextRef="#ctx0" brushRef="#br0" timeOffset="140051.64">14104 12801 887 0,'-8'-9'0'0,"3"1"0"0,0 3 0 0,-1-2 0 0,2 3 0 0,-3 0 0 0,2 1 0 0,1 1 133 0,-3 2-48 0,2 0-25 0,-1 2 109 16,-3 9-66-16,0 4-25 0,1 7-8 0,-3 4 123 15,2 7-79-15,1 7-39 0,-3 9 106 0,3-2-76 16,2 7-35-16,4 3 0 0,-3 2 190 16,5 1-112-16,0 6-46 0,2-15-19 15,8-3-24-15,5-7 1 0,4-5-24 16,3-9-336-16,2 4 177 0,0-15 75 0,0-5 42 0,0-1-617 16,0-7 288-16,-1-1 169 0</inkml:trace>
  <inkml:trace contextRef="#ctx0" brushRef="#br0" timeOffset="146660.92">14365 12993 614 0,'-8'-1'0'31,"0"-4"0"-31,3 3 0 0,-4-3 0 0,3 5 434 0,0-3-189 0,1 1-108 0,3 1 191 0,-2 1-145 0,4 0-73 0,0 0 174 0,0 0-114 16,3 3-71-16,5 6-31 0,3 3 236 16,3 1-133-1,1 2-57-15,1 0-44 0,0 2-85 0,0 0 26 0,0 0 0 0,1 1 26 0,-1 4-138 0,-1-3 65 0,-2-1 36 0,-1 2-463 0,-1-2 251 0,-1-2 77 0,2 5 0 0,-6-11-572 0,-1 2 335 0,0-6 167 0</inkml:trace>
  <inkml:trace contextRef="#ctx0" brushRef="#br0" timeOffset="146878.14">14636 12847 845 0,'-2'-7'0'0,"0"2"0"0,1 3 0 0,-3-4 0 0,0 4 0 0,3 2 641 0,-2 8-302 32,-2 11-151-32,3 9-75 31,-4 14 496-31,2 7-291 0,-4 9-140 0,-1 12 225 0,-1 10-182 0,-2 9-145 0,-5 12-76 0,4-16 0 0,-2-3 0 0,2-6 0 0,1-7 0 15,4-10 0-15,-3 1 0 0,4-26 0 0,2-6-476 0,-2-7 246 0,1-7 133 0,1-6 68 0,-1-1-709 32,3-7 355-32,0 0 173 0,2-3-360 0,1-6 267 0,0-8 132 0</inkml:trace>
  <inkml:trace contextRef="#ctx0" brushRef="#br0" timeOffset="147641.12">15016 13193 1402 0,'0'-4'0'0,"0"-1"0"0,0 0 0 0,0 0 0 0,-1-2 0 0,-1 2 0 0,-1-5 0 0,2-2 209 15,-1 0-90-15,0-1 104 0,1-2-93 0,-1-1-47 16,1-1-23-16,-2 1 105 0,-2 4-69 0,0-1-30 15,-4 3 1-15,0 3 86 0,-3 6-59 0,-4 1-19 16,-2 6-9-16,-4 13 25 0,1 11-27 0,-2 7 0 16,2 6 99-16,-1 7-54 0,8-4-41 0,3-2 80 15,7-3-55-15,4-4-29 0,0-2-5 0,1-1-69 16,13-12 16-16,5-7-2 0,4-6-4 16,4-9-138 15,1 0 68-31,3-9 63 0,-2-14 17 0,-2-8-142 0,-2-4 50 0,0-4 51 0,1-8-372 0,-7 2 193 0,-3-5 50 15,-1 0-25-15,-5 2 74 0,-1-5 37 0,-1-7-9 16,-5 7 80-16,-2-2 1 0,-1-2-35 0,0-3 0 0,0 5 63 0,0 0-41 16,0 19 10-16,0 12-32 0,-3 8 85 15,0 12-43-15,0 4 0 16,-3 0 392-16,3 10-200 0,-4 17-60 0,3 7 158 0,-1 10-120 0,0 3-70 16,-1 9-24-16,3-5 91 15,2 3-67-15,-3 1-41 16,3 0-64-16,-1-1 0 0,1 10 0 0,1-13 0 0,0-1 0 15,0-2 0-15,0-3 0 0,4-3-6 0,4 1-276 0,1-15 128 16,-1-6 90-16,2-7-791 0,0-6 409 0,0-8 204 16,3-1 94-16,-1-6-531 0,0-14 321 15</inkml:trace>
  <inkml:trace contextRef="#ctx0" brushRef="#br0" timeOffset="147875.59">15270 13077 1733 0,'0'-19'0'32,"0"7"0"-32,2-3 0 0,-1 3 0 0,4 0 0 0,2 5 0 0,0 2 0 0,4 3 0 0,0 1 0 0,6 1 501 0,0 0-237 0,0 9-114 0,2 8-56 0,-2 5 173 0,2 1-114 0,-1 7-50 0,-5 2-8 0,-4 2-30 15,-1 0 1-15,-5 3-53 47,-1-1 0-47,-2 4 33 47,0-9-9-47,-13-1-70 16,-1-2 35-16,-6-5 0 0,-5-4 35 0,0 2-141 0,-3-12 66 0,0-4 23 0,0-5 23 0,1 0-474 0,3-2 228 0,-1-6 71 0,9-7-434 0,7-10 282 0,5-1 141 0,4-5-208 0,1-5 175 0</inkml:trace>
  <inkml:trace contextRef="#ctx0" brushRef="#br0" timeOffset="148029.53">15565 12934 1225 0,'6'-6'0'0,"-1"3"0"0,-2 0 0 0,-2 0 0 0,1 2 352 0,-2 1-148 0,0 4-89 0,-2 10 392 15,-7 6-235-15,-4 4-118 47,-1 5-58-31,3 8 525-16,-2-4-297 0,3 2-263 0,4-2-61 0,3 4 0 0,3 0 0 0,0 0 0 0,1-6 0 0,11-3 0 0,4-2 0 0,3-4 0 0,4-3 0 0,5-4-68 0,-1-6 45 0,1-7-291 0,0-2 175 0,0 0 19 15,3-4-90-15,-7-6-593 16,-1-2 383-16,0 0 192 0</inkml:trace>
  <inkml:trace contextRef="#ctx0" brushRef="#br0" timeOffset="148219.48">15878 13063 2598 0,'-19'0'0'15,"4"-5"0"-15,5 2 0 0,4 3 0 0,5 0 0 0,1 0 0 0,0 0 0 0,13 0 402 0,6 0-187 16,11 0-90-16,1 3 171 0,6 2-130 0,-1-1-65 0,5 1-73 16,-5-2-28-16,2 3 0 0,-5-3 0 0,1 2 0 31,-1-2-263-16,3-1 88-15,-9 3 101 0,-4-4-642 0,-4 0 372 0,-4 2 92 0,-5-3-540 0,-2 0 370 0</inkml:trace>
  <inkml:trace contextRef="#ctx0" brushRef="#br0" timeOffset="148423.06">16115 12818 1171 0,'-13'-9'0'16,"2"1"0"-16,5 4 0 0,1 2 0 0,4 2 694 0,1 0-329 0,0 10-156 0,0 12-92 0,3 8 696 15,5 4-389-15,0 9-286 0,2 3-138 0,-5 13 0 0,0-5 0 0,0 7 0 0,-1 3 0 0,-2 1 0 16,-1-1 0-16,1 7-433 0,-2-17 2 63,0 3 233-63,0-4 117 0</inkml:trace>
  <inkml:trace contextRef="#ctx0" brushRef="#br0" timeOffset="149666.95">16716 13018 1896 0,'-19'-9'0'16,"4"4"0"-16,2 1 0 0,2 1 0 0,7-1 0 0,2 3 0 0,2-1 0 0,0 2 0 0,0 0 292 0,3 0-119 0,10 0-73 0,1 0 82 15,3 5-73-15,2 4-37 0,-2 1 0 0,3 1 39 16,-4-1-42-16,-1 6 0 0,-2-1-58 16,-1 3 25-16,-2 2-1 0,-1 1 9 0,-5 1-39 0,-1 0 0 15,-3 2 31-15,0 4-10 0,-13-2 10 0,-5 3 8 31,-3-5-9-31,-7 2 21 0,-4-5-20 0,0-3-10 16,-3-3 7 0,-1-2-178-16,7-7 81 0,2-4 37 0,6-2-388 15,2 0 195-15,8-8 105 0,2-8-214 0,9-3 151 0,0-3 70 0,9-2 37 0,11-5-467 16,5 0 252-16,5-3 116 0,1 3 72 0</inkml:trace>
  <inkml:trace contextRef="#ctx0" brushRef="#br0" timeOffset="149860.16">16929 12951 1094 0,'5'-12'0'31,"-2"6"0"-31,1-1 0 0,-1 3 0 0,-2 0 0 0,1-2 0 16,0 5 0-16,-2 1 565 0,0 0-265 0,0 5-132 0,-7 9-58 0,-1 5 315 0,-1 3-194 0,-3 4-98 0,4 2 219 0,-2-1-159 0,3 5-69 0,4-6-75 0,1 1-13 0,2-2-1 16,0 2 1-16,2-3-201 0,8 3 110 0,6-6 40 15,4-2 25-15,2-3-642 0,4-3 333 0,2-5 121 47,5 1 105-47,-2-9-787 0,-1 0 413 0</inkml:trace>
  <inkml:trace contextRef="#ctx0" brushRef="#br0" timeOffset="150250.53">17408 13007 1347 0,'-10'-15'0'0,"-1"-2"0"0,1 5 0 0,0 0 0 0,-1 0 0 0,-1 3 0 0,1 4 425 0,-5-2-186 0,4 5-106 0,-3 2-49 16,-1 0 63-16,-3 14-56 0,3 7-28 0,-7 8 9 15,8 2 118-15,0 4-77 0,4 3-39 0,5 0 182 16,0-1-110 15,5 3-47-31,1-7 38 0,0-4-50 0,5-1-27 0,8-5 1 0,1-1-179 0,5-2 85 0,-1-11 30 16,1-1 0-16,1-8-114 16,0 0 76-16,3 0 47 0,-3-16-8 0,0-3-434 0,-3-8 171 0,2-2 128 15,-5-4-271-15,4-6 177 0,-6 0 103 0,-3-4-31 16,-1-2 63-16,-2-5 29 15,-3-3 1-15,2-10 22 16,-4 2 9-16,-1-2-1 0,0 1 1 0,0 7 177 0,0 6-89 0,0 4-52 16,-6 24-15-16,0 9 176 0,1 10-92 15,-1 2-52-15,-2 11 500 0,2 13-241 32,3 14-92-32,-1 7 179 0,4 6-165 0,0 6-81 0,0 2-41 0,0 9 182 0,2-10-127 0,3 0-132 0,1-3 0 0,3 2 0 15,-1-2 0-15,2 8 0 0,0-19 0 0,-2-3 0 0,2-9 0 16,-1-6 0-16,-1-5-473 15,1-4 196 1,-1-14 92-16,-2-3-704 0,3 0 426 16,1-14 214-16,-1-7 107 0,2-5-446 0</inkml:trace>
  <inkml:trace contextRef="#ctx0" brushRef="#br0" timeOffset="150384.75">17668 12963 1771 0,'0'-12'0'16,"0"5"0"-16,0 2 0 0,0 0 0 0,0 1 0 0,0 2 0 0,1 2 531 0,1 0-248 0,4 5-123 0,5 7-63 0,0 3 179 0,2 3-112 0,3 2-68 0,0 1-30 0,1 3-69 0,2-1 0 0,-2 0 39 0,2 2-509 16,-4-7 250-16,2-3 129 0,-2 0 65 0,0-3 32 0,-1-5 0 0</inkml:trace>
  <inkml:trace contextRef="#ctx0" brushRef="#br0" timeOffset="150562.75">17996 12864 1600 0,'0'-17'0'15,"0"6"0"-15,0 2 0 0,0 3 0 0,-1 1 0 0,-2 5 0 0,-5 0 369 16,0 19-166-16,0 10-85 0,-4 12 527 0,-4 10-296 0,2 7-161 0,-4 5-77 0,1 7 183 31,-1 1-240-15,-2 7-54-16,-3 10 0 0,4-11 0 0,-3-4 0 0,1 0 0 0,0-5-18 0,2-4-2 0,-1 2 37 0,8-22-665 16,1-5 342-16,0-10 123 0,2-5 100 0,1-12-930 15</inkml:trace>
  <inkml:trace contextRef="#ctx0" brushRef="#br0" timeOffset="150781.16">18098 12765 1630 0,'12'-6'0'0,"2"4"0"0,5 2 0 0,5 0 0 0,4 4 215 0,3 12-81 0,-4 8-54 15,3 4 507-15,-2 7-277 0,-1 6-137 63,-6 10-69-63,-2 8 119 0,-11 1-99 0,-8-1-44 0,0 3-22 0,-15 0-61 0,-9-3 1 0,-5 4 46 0,-4-17-264 0,0-6 128 0,-1-7 63 0,1-7-426 15,0-5 245-15,-1-4 103 0,8-12 62 0,4-5-437 0,6 0 223 16,4-14 112-16</inkml:trace>
  <inkml:trace contextRef="#ctx0" brushRef="#br0" timeOffset="150918.51">18565 13084 2559 0,'25'-5'0'0,"11"-2"0"0,-3 5 0 0,2-1 0 0,4-1 0 0,1-1 0 0,6 2 0 0,-10-1 0 0,2-1 0 0,-1-1 224 0,-4-1-95 0,1 0-635 0,-2-1 279 16,-8 1 126-16,-8 0 68 0,-4 0-888 0</inkml:trace>
  <inkml:trace contextRef="#ctx0" brushRef="#br0" timeOffset="151069.65">18850 12712 3471 0,'0'0'0'0,"0"0"0"0,2 2 0 0,0 4 0 0,-1 5 0 0,2 8 0 0,0 13 0 0,1 11 0 0,-2 15 0 0,-2 10 460 0,0 9-460 0,0 3 0 0,-4 8 0 15,-2-16 0-15,1-3 0 0,-3-7-755 0,-3 0 196 0</inkml:trace>
  <inkml:trace contextRef="#ctx0" brushRef="#br0" timeOffset="151654.23">19952 12812 777 0,'0'-20'0'16,"0"-2"0"-16,0-2 0 0,0 1 0 0,-1-5 0 0,-4 1 136 0,-2 1-51 0,-1 0 96 16,-1-2-72-16,-2 2-36 0,-1-3 8 0,0 9 51 47,-1 1-48-47,-2 5-24 0,0 7 1 0,2 4 74 0,-2 1-40 0,4 2-34 0,4 12 1 0,2 14 135 0,2 11-80 0,3 8-40 0,0 14 9 0,0 3 216 0,3 6-133 46,3 5-66-46,0-1 175 0,2 4-120 0,-3 10-52 0,-4-11-35 0,1 3 0 0,0-1-35 0,-2-4-8 0,0-2-224 0,-2 0 121 0,-4-18 51 16,-5-10 31-16,0-5-353 0,-3-7 191 0,-3-7 65 0,-5-3 65 0,2-17-554 31,-2-4 271-31,-1 0 136 0,-1-6-354 0,4-13 245 0,-3-5 113 0,6-7-155 16</inkml:trace>
  <inkml:trace contextRef="#ctx0" brushRef="#br0" timeOffset="151785.92">19533 13104 1554 0,'0'-12'0'0,"0"2"0"0,0-2 0 0,3 5 0 0,6 2 301 0,6-1-133 0,2 0-65 0,9 3 339 0,2 0-207 0,3 2-99 0,5-3-50 0,5 4 115 15,0 0-82-15,5 0-32 0,-3 0-707 16,-2 0 328-16,-4 8 164 0,-2 0 83 0</inkml:trace>
  <inkml:trace contextRef="#ctx0" brushRef="#br0" timeOffset="152043.65">19988 13234 1651 0,'-3'0'0'0,"0"0"0"0,-1 3 0 0,3-3 0 0,1 2 0 0,0-2 0 0,0 1 236 0,5 0-99 0,8 3-51 0,2 2 121 0,2-1-89 0,0 2-41 16,2 2 0-16,-4 2-94 0,0 3 26 0,-2 1 10 16,-6 2-118-16,-3 1 67 0,-4 2 34 15,0 0 1-15,-11 3 202 0,-4 0-75 0,-5-2-52 0,-2 0 334 16,1-5-187-16,4-4-95 0,3 0-47 0,-1-1 111 15,8-5-194-15,4-4 0 16,3 0 0-16,2-2 0 0,12 0 0 0,9 0 0 0,5-7 0 0,5-2 0 16,0-3 0-16,1 0 0 0,2 1-348 0,-1-2 55 15,-5 3 99-15,-3 0-687 16,-4 1 422-16,-1 0 212 0,-2 0 96 0,-10 0-469 16</inkml:trace>
  <inkml:trace contextRef="#ctx0" brushRef="#br0" timeOffset="152227.94">20412 12490 1523 0,'0'-10'0'0,"0"5"0"0,0 2 0 0,0 1 0 0,0 2 0 0,0 5 510 0,0 14-241 16,0 10-116-16,-5 7 198 0,-1 6-157 0,-1 8-79 15,1-1-31-15,-1 1-553 0,5-1 253 0,1 2 125 16,1-1 64-1,0-1-945-15</inkml:trace>
  <inkml:trace contextRef="#ctx0" brushRef="#br0" timeOffset="152422.04">20840 12813 2555 0,'-7'0'0'0,"-5"-1"0"0,-3 1 0 0,2 0 0 0,-3 9 0 16,-4 12 0-16,-1 8 0 0,-1 8 0 0,0 11 847 0,7 0-410 0,5 11-345 0,8 4-92 0,2 2 0 0,2-2 0 0,14-1 0 0,7-17 0 0,4-7 0 0,2-8 0 0,1-5-551 0,0-7 88 0</inkml:trace>
  <inkml:trace contextRef="#ctx0" brushRef="#br0" timeOffset="153963.82">21105 12878 1254 0,'-6'0'0'16,"-2"0"0"-16,6 0 0 0,1 0 0 0,1 2 0 0,0 6 0 0,0 2 572 0,2 0-259 0,12 4-142 16,1 0 365-16,2 1-250 15,3 2-125-15,2 0-87 0,0 5-28 0,0-3-10 0,-1 1 0 16,-2 1-507-16,1 2 254 0,-1-2 127 0,-1 5 72 0,-3-7-784 16,-4-1 402-16,0 1 201 31,-5-7 0-31</inkml:trace>
  <inkml:trace contextRef="#ctx0" brushRef="#br0" timeOffset="154118.07">21462 12835 2035 0,'0'0'0'0,"0"0"0"0,0 0 0 0,0 0 0 0,0 7 0 0,0 5 0 0,-2 10 0 0,-4 7 370 0,-6 15-167 0,-1 11-83 0,-5 11 380 0,-3 11-232 0,-4 6-106 15,-1-7-68-15,4-2-16 16,1-4 1-16,1-10-57 15,2-4-22-15,2 0-88 0,5-19 33 0,6-4 45 0,3-7-739 0,2-5 393 16,0-6 196-16</inkml:trace>
  <inkml:trace contextRef="#ctx0" brushRef="#br0" timeOffset="154511.84">21822 13143 2292 0,'1'-27'0'0,"-1"4"0"0,0-3 0 0,0 5 0 0,0 3 0 0,0-1 0 0,-4 3 0 15,-3 1 0-15,-6 0 263 0,5 6-119 0,-6 4-53 0,0 3-21 0,-3 2 0 0,-2 4-35 0,-4 13-33 0,2 7-9 0,2 6 43 0,-1 11-1 16,2 0 79-16,1 6-40 0,1 3 9 0,8-4-47 0,5-5 203 16,3-3-102-16,0-4-51 15,1-5-25-15,11 4-126 0,6-15 46 0,4-7 27 0,4-8-298 16,1-3 163-16,7-2 90 15,-5-20-202-15,-1-6 128 0,1-5 38 0,-3-7 41 0,-2-3-428 0,4-9 203 32,-8 6 116-32,-4-8 52 0,-4 2-14 0,0-5 34 0,-5-2 0 0,5-9 160 0,-9 8-58 0,-1 3-35 15,-1-1 1-15,-1 7 143 0,0 9-89 32,0 3-53-32,0 23 167 0,-6 9-99 0,-1 7 3 0,-1 3-41 0,-2 17 440 0,-2 14-208 0,2 7-118 15,1 7-54-15,0 3 164 0,3 9-110 16,-2 1-54-16,0 9 29 15,5-11-101-15,-2 1-18 0,2-2 0 0,3 0-92 0,0-2-17 32,2 4 80-32,5-16-316 0,4-8 190 0,-2-7 96 0,4-10 47 0,-2-4-966 0,3-6 462 0</inkml:trace>
  <inkml:trace contextRef="#ctx0" brushRef="#br0" timeOffset="154816.89">22106 12945 1622 0,'0'-18'0'0,"0"6"0"0,4 0 0 0,5 2 0 0,2 1 0 0,2 3 0 0,5-1 0 0,3 6 381 0,0 1-173 0,6 0-86 16,1 1 10-16,3 11-39 0,-6 3-34 0,-3 5-94 15,-4 1 35-15,-3 8-1 0,-10 4 37 16,-3 7-48-16,-2 0 19 0,-14 2 0 0,-10 2 28 0,0 1 152 0,-4-1-76 31,-1 6-29 0,1-13 393-31,2-2-219 0,6-5-111 16,2-5-124-16,8-7-21 0,1 1 0 0,9-8 0 0,0-7 0 0,8-1 0 0,7-3 0 0,9 0 0 0,4-7-138 0,0-5-145 0,2-3 159 0,0-2 80 0,-3 1-540 0,1 1 208 63,-2 1 169-63,-8-1-667 15</inkml:trace>
  <inkml:trace contextRef="#ctx0" brushRef="#br0" timeOffset="154953.91">22144 13130 2122 0,'-18'-2'0'0,"5"-1"0"0,1 1 0 0,7 1 0 0,3 0 0 0,2 1 391 0,0 0-178 0,5 0-89 0,9 2 528 0,8 3-314 0,3 4-247 15,3-3-91-15,2 2 0 0,2-1 0 16,-2 0 0-16,3 1-338 0,-4-2 24 0,1-1 174 31,1 2 88-15</inkml:trace>
  <inkml:trace contextRef="#ctx0" brushRef="#br0" timeOffset="155067.6">22740 13140 2237 0,'-1'-8'0'16,"0"1"0"-16,1 0 0 0,0 3 0 0,0-2 0 0,0 2 0 0,5-1 0 0,7 4 646 0,4-4-306 0,2 2-153 0,4 0-76 0,1 0-379 0,6 0 160 16,-3 1 67-16,1 0-334 15,-1 0 205-15,-1 2 103 0,-4-3-900 0</inkml:trace>
  <inkml:trace contextRef="#ctx0" brushRef="#br0" timeOffset="155243.03">22891 12779 1642 0,'0'0'0'0,"-2"2"0"0,-1 1 0 0,0 2 0 0,1 5 0 0,-1 4 0 0,-1 9 610 0,2 7-288 0,1 7-143 0,1 5-73 15,-2 8 90-15,0-2-84 0,2 1-40 0,0-1-482 16,0-4 222-16,0-3 111 15,2 2 65 1,1-11-420-16</inkml:trace>
  <inkml:trace contextRef="#ctx0" brushRef="#br0" timeOffset="155493.18">23334 12791 2334 0,'10'-12'0'0,"3"4"0"0,3 1 0 0,4 2 0 0,1 0 0 0,-2 4 0 0,-4 1 0 0,1 0 0 0,-2 8 273 0,2 6-119 0,-5 2-51 0,-1 4-35 16,-5 4 0-16,-3 5-33 0,-2 1 25 0,-4 3 0 15,-9 6-16-15,0-5-9 0,-5 1 185 0,0 2-92 16,-2-1-47-16,3-3-22 0,1 2 150 16,6-10-209-16,3-1 0 0,4-5 0 0,3-5 0 15,0-1 0-15,0-1 0 0,8-6 0 16,7-2 0-16,4-4 0 0,2 0 0 15,1 0 0-15,5-1 0 0,-4-5 0 0,1 0-914 16,-5 2 384-16,1-3 244 0,-3 3 117 0</inkml:trace>
  <inkml:trace contextRef="#ctx0" brushRef="#br0" timeOffset="155696.41">23366 12936 2027 0,'-9'0'0'0,"1"-2"0"0,2 1 0 0,1-2 0 0,1 1 0 0,3 1 0 0,1 0 0 0,0 1 651 0,2 0-307 0,12 0-155 0,3 0-50 0,2 7-43 0,2-1-35 0,3 2 0 16,2 1-300-1,1 1 137 32,0-1 68-47,5 2 44 0,-5 0-1112 0</inkml:trace>
  <inkml:trace contextRef="#ctx0" brushRef="#br0" timeOffset="156130.81">24041 13092 1390 0,'0'-20'0'0,"0"-3"0"0,2-1 0 0,-1 3 0 0,-1-3 0 0,0 3 0 0,0 1 0 0,0-3 496 0,-3 7-234 15,-4 0-114-15,-6 7-57 0,-3 4 43 0,-5 3-50 16,-8 2-16-16,-4 11-8 16,-3 15-63-1,0 6 0-15,-2 8 37 0,8 2 54 0,-1 11-18 0,12-3-9 0,3 1 190 16,7-1-107-16,6-1-56 15,1-4-26-15,2 5 225 0,0-15-168 0,12-4-119 0,6-6 0 0,4-8 0 0,0-8 0 16,6-2 0-16,-2-7 0 31,1-6 0-31,-2-13 0 0,1-7 0 0,-5-1-401 0,7-6 205 16,-10-1 62-16,0-3-463 0,-3-4 276 0,-1-4 144 0,1-2 71 0,1-7-191 0,-2 1 136 0,-2-5 63 16,4-4 32-16,0-3-59 15,1-1 46-15,2-6 13 0,-4 18 9 0,-4 9 235 0,-3 13-107 16,-5 13-52-16,-2 11 248 0,-1 6-159 15,0 2-67-15,0 13 511 16,-10 18-228-16,0 10-154 0,-1 5-23 0,-4 14 372 0,7-4-246 16,-1 2-119-1,3 2-96-15,1-3-58 0,2 1 0 0,-3 6 0 47,6-13 0-47,0-2 0 0,0-1 0 0,4-6 0 63,6-7-306-63,2 3 134 0,-2-20 99 0,6-8 54 0,-2-6-1180 0,2-4 582 0</inkml:trace>
  <inkml:trace contextRef="#ctx0" brushRef="#br0" timeOffset="156195.64">24337 13039 2659 0,'-9'-5'0'0,"2"0"0"0,2 1 0 0,4 1 0 0,1 3 0 0,0 0 0 0,0 0 0 0,0 0 460 0,1 6-204 0,4 6-115 0,5 0-53 0,0 5-277 0,-1 1 112 0,4-1 56 0,-2 1-1030 0,0-2 512 15,1-2 252-15,-3-1-280 0</inkml:trace>
  <inkml:trace contextRef="#ctx0" brushRef="#br0" timeOffset="156414.09">24636 12830 2165 0,'0'-7'0'0,"2"2"0"0,-2 0 0 0,0 3 0 0,0 2 0 0,0 7 0 0,-7 19 0 0,-8 10 0 0,-7 12 955 0,-6 14-451 0,-2 3-239 0,-5 12-223 0,-3 9-42 0,-5 8 0 16,0 2 0-16,-6 7 0 0,13-17 0 0,4 0 0 15,4-5 0-15,4-11-743 16,1 2 259-16,10-25 256 47,3-11-550-47,4-16 385 0</inkml:trace>
  <inkml:trace contextRef="#ctx0" brushRef="#br0" timeOffset="156563.2">24779 12868 3092 0,'16'-18'0'16,"-4"3"0"-16,5 1 0 0,6 11 0 0,1 3 0 0,6 0 0 0,-8 15 0 0,-2 14 385 0,-2 5-175 0,-4 9 34 0,-5 4-244 0,0 13 0 0,-8-7 0 31,-1 4 0-31,-3 5 0 0,-14 0 0 0,-11 1 0 0,-7 7 0 0,-5-16 0 0,-3 1 0 0,-1-4 0 16,0-3-117-16,1-4-93 15,-9 2 131-15</inkml:trace>
  <inkml:trace contextRef="#ctx0" brushRef="#br0" timeOffset="157110.24">25536 12818 2803 0,'-1'-2'0'0,"-5"-8"0"0,2 5 0 0,4 1 0 0,0 1 0 0,10 1 0 0,11 2 0 0,6 0 0 0,3 0 294 0,7 0-129 16,3 5 338-16,0 3-337 0,5 0-166 0,1 2 0 0,-1 2 0 0,2-2 0 0,1 4 0 0,-12-5 0 78,-1 1-520-78,-11 0 217 0,-1-4 171 0,-9 0 84 0,1-3-879 0,-13-3 450 0,-2 0 220 0,-2-2-150 0</inkml:trace>
  <inkml:trace contextRef="#ctx0" brushRef="#br0" timeOffset="157233.74">25798 12550 1475 0,'-15'-12'0'0,"5"7"0"0,3 2 0 0,5 3 0 0,2 0 0 0,0 5 0 0,0 17 0 0,4 7 173 0,6 7-69 0,0 8-33 0,0 2 337 0,-1 6-176 0,-2 2-102 0,0 3-46 0,-1 1-113 16,0-4 34-16,-2 5-1 0,2-1 43 0,-2-12-614 0,2-3 303 31,-2-4 150-31</inkml:trace>
  <inkml:trace contextRef="#ctx0" brushRef="#br0" timeOffset="157478.67">26560 12426 2996 0,'0'-26'0'0,"0"2"0"0,-8 4 0 0,-4 11 0 0,1 8 0 0,-4 1 0 0,2 0 0 0,-4 12 0 0,0 7 0 0,1 9 414 0,3 8-189 0,4 9-95 0,-1 9 36 0,6 7-166 0,0 13 0 0,4-3 0 0,0 1 0 0,0 6 0 0,0 3 0 0,3 2 0 0,0 11 0 0,-2-16 0 15,-1-4 0-15,0-2 0 0,-9-3 0 0,-5-11 0 0,-6 8-188 0,0-25-130 0,-4-7 82 0,4-8 104 16,0-11-539-16,0-8 318 15,1-5 149-15,5-2-436 0,2-15 301 0,2-11 153 0</inkml:trace>
  <inkml:trace contextRef="#ctx0" brushRef="#br0" timeOffset="157685.29">26207 12957 1816 0,'0'-18'0'62,"0"6"0"-30,0 3 0-32,0-1 0 0,0 2 0 0,10-1 685 0,3 6-329 0,10 1-160 0,4 0-81 0,1 1 215 15,8 1-148-15,7 0-64 0,1 0-76 0,0 0-7 0,-1 5 0 0,1 1-14 0,-4 1-823 0,4 1 420 0,-13 1 204 0,-5-1-930 0,-7-1 544 0</inkml:trace>
  <inkml:trace contextRef="#ctx0" brushRef="#br0" timeOffset="157967.85">26722 13081 698 0,'-16'0'0'0,"0"0"0"0,5 1 0 0,-2-1 0 0,2 2 782 0,4-2-377 0,3 3-185 0,4-3-93 0,0 2 316 0,0 1-205 47,3-1-92-16,10 4-65-31,2 0-23 0,0 2 1 0,2 0-24 0,1 2-247 0,-2 1 133 0,-3 0 52 0,-4 2-122 0,-2 1 92 16,-3-2 46-16,-3 5 32 0,-1-2 115 0,0-1-60 0,0-2-23 0,0 2-90 0,-3-4 265 0,-1 3-125 0,2-5-48 0,2 0 29 0,0 0-31 0,0-3 11 0,0 0 0 0,9 2-52 0,0-2-9 15,2-2 33-15,-1 3-144 0,3-3 72 0,-1 2 36 0,-3 2 8 16,-1-4-133-16,-1 5 73 0,-5 0 5 0,0-1 29 16,-2 4 97-16,0 0-54 0,-12-1-29 15,-3 2 55-15,-3-3-26 0,-1 1-1 0,-3-3-24 0,0 1-100 16,5-4 54-16,-2-3 24 0,5-1-549 16,-1 0 271 15,5-3 130-31,0-11 61 15,8-8-709-15,2-10 391 0</inkml:trace>
  <inkml:trace contextRef="#ctx0" brushRef="#br0" timeOffset="158167.85">27014 12351 1340 0,'2'-12'0'16,"-1"1"0"-16,2 1 0 0,2 2 0 47,-2 0 0-47,2 2 0 0,0 3 0 0,0 3 593 0,0 0-279 0,-3 4-140 0,0 12-69 0,-2 6 336 0,0 6-208 0,-6 6-99 0,-11 8-411 0,0 2 156 0,-2 5 78 0,-1 5 48 0,1-7-1165 0</inkml:trace>
  <inkml:trace contextRef="#ctx0" brushRef="#br0" timeOffset="159264.26">27680 12622 1856 0,'-4'-6'0'0,"-9"0"0"0,2 5 0 0,-4 1 0 0,-1 0 0 0,-4 18 0 0,-5 2 0 0,-2 11 0 0,1 0 317 0,-1 7-141 0,1 6 275 0,4 0-208 15,3 1-102-15,3 5-43 0,11-9 71 0,5-5-66 0,0-2-33 16,3 0 0-16,14-1-6 0,5-7-27 15,3-2 0-15,6-3 0 0,2-1-453 0,0-6 227 16,7 3 122-16,-8-8-799 0,0-4 430 16,-4-4 129-16,0 1-439 0,-9-2 355 15</inkml:trace>
  <inkml:trace contextRef="#ctx0" brushRef="#br0" timeOffset="159587.04">27792 12811 1675 0,'-11'-6'0'0,"2"-2"0"0,5 2 0 0,-1 1 0 0,5-2 0 0,0 3 0 0,11 1 217 0,11-1-90 0,5 0-46 0,6 3 286 0,3-1-157 0,0 2-91 0,0 0-140 0,-1 4 29 0,2 8 0 0,-6 5 28 15,3 2-130 1,-13 3 60-16,-4 5 36 0,-12 0 0 0,-3 6-203 0,-2 1 119 0,-9 3 69 15,-14-1 37-15,-7 2-12 16,-5-1-58-16,-1 5 468 0,1-7-220 0,-4 6-96 0,11-12-51 0,6-4 318 0,4-1-169 16,6-5-83-16,5 1-70 15,7-8-51-15,1-5 0 0,17-2 0 0,9-3 0 0,7-2 0 0,9 0 0 16,1 0 0-16,-2-7-431 16,2-3 188-16,-2 1 139 15,1-1-709-15,-2 0 368 0,-13 3 209 0,-2-1 99 0,-7 1-451 16,-6 2 275-16,-10-4 139 0</inkml:trace>
  <inkml:trace contextRef="#ctx0" brushRef="#br0" timeOffset="159796.79">27878 13011 1447 0,'-19'-11'0'0,"7"1"0"0,2 5 0 0,6 0 0 0,4 3 0 0,0 1 105 0,3 1-25 15,16 0-10-15,4 0 236 0,7 3-135 0,6 4-67 16,3 3-93-16,3 0 34 0,-4-1-9 0,2 1-1 78,-3 3-542-62,1-1 271-16,-2 3 136 0</inkml:trace>
  <inkml:trace contextRef="#ctx0" brushRef="#br0" timeOffset="160226.49">28615 12939 1492 0,'0'-30'0'0,"-3"4"0"0,-7-4 0 0,3 10 0 0,-3 0 0 0,-3 4 0 0,0 3 152 0,-5 4-58 0,-1-1 307 0,0 10-187 0,-1 0-89 0,-1 12-45 0,0 12 69 16,1 5-57-16,1 11-19 0,3 1-8 0,4 4 21 0,4 3-25 16,4-1 0-1,1 1-26-15,1 3 91 0,2-12-50 0,2 1 0 0,8-8-120 31,4 0 39-31,3-9 1 0,2 0-64 0,3-14 48 0,1-6 27 0,0-3 1 0,0-4-280 0,3-13 144 0,-1-6 47 0,-5-4 42 0,-4-5-234 0,1-4 122 0,-4-5 38 0,2-4 39 0,1-6 4 0,-8 4 8 16,4-4 26-16,-3-4 101 0,-1-5-51 16,0-5-25-16,3-15 47 0,-5 10-31 0,3 2 0 0,-1 2-41 15,-3 8 168-15,-1 17-77 0,-2 4-11 0,-2 28-26 16,0 9 391-16,0 0-194 16,0 8-63-16,-2 16 14 0,-3 8-56 0,-1 9-42 15,-3 9 1-15,1 7 166 0,2 5-99 0,-3 10-125 16,3-11-11-1,1 4 0-15,2-4 0 0,-1 1 0 0,2-3 0 0,2 8 0 0,0-16 0 0,0-2 0 125,0-4-15-125,4-4-209 0,1-7 118 0,2 3-833 0,1-20 451 0,0-8 227 0,3-3 112 0,0-6-666 0,-3-6 390 0</inkml:trace>
  <inkml:trace contextRef="#ctx0" brushRef="#br0" timeOffset="160363.92">28943 12985 2026 0,'4'-17'0'0,"-2"3"0"0,3 2 0 0,2 3 0 0,0 1 0 0,3 5 0 0,-2 3 263 0,3 0-114 0,0 5-57 0,2 10 37 0,2 2-37 32,-7 4-33-32,3 3 0 0,-4 5-66 0,-4 1 43 0,0 0 0 0,-3 7 9 0,0-5-156 0,-7-1 73 0,-6 1 37 0,-3-3-40 0,-6 0 38 0,-2 4 9 0,-1-10-101 0,-4-4 36 15,1-5 37-15,-3 1-27 31,4-7-304-31,-5 1 146 0,12-9 93 0,1 0 26 0,5-2-178 0,9-13 115 0,5-11 48 0,2-4-405 16,16-6 236-16,6-8 119 0</inkml:trace>
  <inkml:trace contextRef="#ctx0" brushRef="#br0" timeOffset="160585.06">29139 12868 2161 0,'5'-14'0'0,"1"7"0"0,-3-2 0 0,-1 6 0 0,-2 3 0 0,0 0 0 0,-7 9 0 0,-8 11 279 0,-6 9-122 0,1 4-60 0,1 4 645 0,-1 4-344 47,8 1-301-47,-2-4-97 0,8 3 0 0,4 3 0 0,2 0 0 0,0 4 0 0,13-9 0 0,8-8 0 0,6-4 0 0,2-7-37 0,3-5-130 0,4-4 110 16,-2-11-965-16,-1 0 510 0,-3-3 157 15,-1-11 160 48</inkml:trace>
  <inkml:trace contextRef="#ctx0" brushRef="#br0" timeOffset="160687.43">29465 13084 2417 0,'-17'-12'0'0,"1"3"0"0,2 1 0 0,7 2 0 0,4 3 0 0,2 3 0 0,1 0 0 0,0 0 0 0,11 0 682 0,11-3-327 0,6 3-159 0,7-2-80 15,4 1-205-15,4 0 72 0,-6 1 22 0,1 0-316 0,-3 0 173 0,0 0 88 16,-4 0 43-16,5 0-738 0,-10 0 384 0,-4 0 196 16,-5 0-753-16,-9 0 440 15</inkml:trace>
  <inkml:trace contextRef="#ctx0" brushRef="#br0" timeOffset="160857.75">29747 12764 1663 0,'-8'0'0'0,"2"0"0"0,0 0 0 0,2 0 0 16,0 7 0-16,1 13 0 0,-1 7 0 0,-2 8 834 0,-4 8-390 0,3 0-208 0,-4 10 59 0,0 1-129 0,1 1-64 15,1 0-34-15,-1 4-203 0,7-15 82 0,1-3 44 16,2-5-710-16,0-7 378 0,0-5 189 0,4 1 103 15,6-17-926-15,-1-5 470 16</inkml:trace>
  <inkml:trace contextRef="#ctx0" brushRef="#br0" timeOffset="161060.34">29919 13009 1638 0,'18'-24'0'16,"5"-2"0"-16,0 11 0 0,5 4 0 0,-1 4 0 0,-3 6 0 0,4 1 370 0,-8 0-172 0,-3 9-80 0,0 8 153 0,-1 0-117 0,-4 7-59 0,-1 2-19 0,-8-1 38 0,-3 4-38 0,0-1 0 0,-10 4-65 0,-9-2 26 16,-1 4 8-16,-4-8-8 0,-5 0-33 0,2-3 33 15,-5-1-1-15,3-6 1 0,-3 1-208 0,8-9 99 0,5-6 55 0,2-2-582 16,5 0 268-16,7-6 158 0,2-7 27 0,3-8-537 0,8-6 323 16,14-3 162-16,4-8-155 0</inkml:trace>
  <inkml:trace contextRef="#ctx0" brushRef="#br0" timeOffset="161205.64">30303 12786 2414 0,'0'-11'0'0,"0"1"0"0,0 3 0 0,0 2 0 0,0 3 0 0,-7 2 0 0,-3 3 0 0,-5 14 401 0,1 4-173 0,1 8-101 15,1 3 220-15,2 4-156 0,-1 3-77 16,6 1-38-16,1 6-43 0,4-9-33 16,0 1 0-16,4-1-232 0,13-4-52 0,2-1 160 15,8-1 89-15,-2-12-971 0,6-2 512 16,0-6 147-16,1-8-376 0</inkml:trace>
  <inkml:trace contextRef="#ctx0" brushRef="#br0" timeOffset="161454.93">30769 13049 1746 0,'0'-24'0'0,"0"3"0"0,0 0 0 0,-2 4 0 0,-13-4 0 0,-1 12 0 0,-5 0 0 0,-2 8 380 0,-3 0-173 0,0 1-84 15,-1 1-35-15,5 10 371 0,2 8-211 0,4 0-105 0,1 4 42 0,7 4-73 16,-4 3-29-16,12-3-9 0,0 2-77 15,0-2 40-15</inkml:trace>
  <inkml:trace contextRef="#ctx0" brushRef="#br0" timeOffset="161583.75">30522 13164 3918 0,'10'24'-193'0,"-2"1"124"0,4-8 48 0,2-3 29 0,-1-4-317 0,4-3 143 0,0-5 93 0,2 0-25 0,-2-2-130 0,-1-2 53 0,-2-10 69 0,2-5-136 0,0-2 103 0,0-3 42 0,-2-6 35 0,-1 0-95 0,2-5 61 0,-1-4 29 0,0-2-83 0,2-11 48 0,1 0 37 0,0-4 0 16,3-9-6-16,2-5 0 0,3-1 34 0,0-6-9 0,-5 21 47 0,-7 13-37 0,-5 12-1 0,-4 16 349 0,-4 9-175 0,0 4-96 0,0 7-34 0,-11 20 569 0,-5 13-278 0,-2 4-88 16,0 11 293-16,0-4-238 0,3 4-114 15,-2 0-57-15,2 0 122 0,3-2-89 0,-2 4-82 0,6-10-45 16,3-5 0-16,1 1 0 16,4-6 0-16,0-4-539 0,3 1 277 0,6-17 144 15,5-4 78-15,-1-6-964 0,6-3 483 0,-2-4 243 16,0 0-329-16</inkml:trace>
  <inkml:trace contextRef="#ctx0" brushRef="#br0" timeOffset="161825.68">31176 12842 1368 0,'6'-21'0'0,"1"1"0"0,9 1 0 0,6-2 0 0,-1 3 0 0,4 4 0 0,-1 1 0 0,-1 6 613 0,1 2-288 0,3 1-137 15,-6 4-84-15,-1 5 70 0,-5 10-71 0,-3 8-36 0,-3 4-77 16,-7 4 53-16,-2 4-9 0,-11 5 1 0,-13 2-23 15,-6 0 22-15,-2 2 1 0,-2 3 220 0,1-8-114 16,1-1-53-16,3-2-27 0,3-1 200 0,1-4-261 16,4 5 0-16,11-13 0 15,2-3 0-15,8-3 0 16,0-6 0-16,14-2 0 0,8-1 0 0,12-8 0 0,2 0 0 0,3-2 0 31,1-4 0-31,2-3 0 0,-5 0-1009 0,-6-2 430 0,-3 0 269 0,-3 0 136 0,-6-4-588 0</inkml:trace>
  <inkml:trace contextRef="#ctx0" brushRef="#br0" timeOffset="161973.53">31210 13049 1888 0,'-25'-9'0'0,"1"-2"0"0,6 7 0 0,7 1 0 0,3-1 0 0,2 2 0 0,6 2 0 0,0 0 0 0,0 0 729 0,6 0-347 16,7 0-173-16,8 6 71 0,4 1-127 0,4-1-58 15,5 2-595-15,0-2 269 0,1 0 133 0,5-1 75 16,-10 1-363-16,2-2 211 0,-1 1 105 0,-3-3 53 15</inkml:trace>
  <inkml:trace contextRef="#ctx0" brushRef="#br0" timeOffset="162199.14">31921 12772 3035 0,'20'-9'0'0,"3"4"0"0,6 1 0 0,-6 4 0 0,-3 0 0 0,0 11 0 0,-3 8 0 0,0 2 0 0,-11 7 0 0,-2 1 391 0,-4 3-177 0,0 1-89 0,-9 3 41 15,-9 5-166 1,-4-5 0-16,-7-1 0 0,0 0 0 47,-3 1 0-16,-1-3 0-31,-5 9 0 0,3-9 0 0,-2 2 0 0,-1 2 0 0,-1-2-577 0,2 3 170 0,-1 0 210 0,15-13-1011 0,7-10 586 0</inkml:trace>
  <inkml:trace contextRef="#ctx0" brushRef="#br0" timeOffset="162341.45">31878 13655 3150 0,'0'0'0'47,"0"0"0"-47,0 0 0 0,0 0 0 0,-1 0 0 0,1 0 425 0,0 0-195 0,-2-2-104 0,1 2-126 0,-1-5 0 0,0 0 0 0,-2-2 0 0,3 0 0 15,-1-4-14-15</inkml:trace>
  <inkml:trace contextRef="#ctx0" brushRef="#br0" timeOffset="163248.32">11968 14643 2103 0,'-7'0'0'0,"0"0"0"0,2 0 0 0,-2 0 0 0,4 0 0 0,3 0 0 0,0 0 301 0,2 0-132 0,13 0-66 0,7 0 344 16,1 0-195-16,7 1-113 0,4-1-51 16,3 0 28-16,-4 0-40 0,3 0 0 15,1 0-272-15,-4 0 113 16,-1-1 59-16,-3-1 30 0,-4-1-723 0,-1 3 377 0,-2 0 197 0,-9 0-910 31</inkml:trace>
  <inkml:trace contextRef="#ctx0" brushRef="#br0" timeOffset="163375.87">12145 14872 1920 0,'-26'6'0'0,"9"0"0"15,2 0 0-15,5 1 0 0,6-3 0 0,2 0 0 0,2-1 778 0,0 0-376 0,6-1-182 0,13-2-92 0,6 0 118 16,2 0-104-16,4 0-47 15,-3 0-95-15,1-2 0 0,-1-4 0 0,1 2-367 0,-3-1 70 0,6-1 175 16,-10 3 75 0,1 0-931-16,0 0 489 0,-3 0 246 0</inkml:trace>
  <inkml:trace contextRef="#ctx0" brushRef="#br0" timeOffset="163927.5">12913 14282 2970 0,'-16'-14'0'0,"-2"8"0"0,0 4 0 0,1 2 0 0,0 17 0 0,1 13 0 0,2 8 0 0,-1 15 0 0,2 7 473 0,4 4-219 0,4 10-99 16,5-9-76-16,7-4-79 0,13-1 0 0,6-8 0 15,2-6 0-15,7-4 0 16,-4-16 0-16,2-7 0 0,-2-4-12 0,-2-9-65 16,1-4 57-16,1-2-1049 0</inkml:trace>
  <inkml:trace contextRef="#ctx0" brushRef="#br0" timeOffset="164487.46">13386 14422 1050 0,'-11'-15'0'0,"-3"-2"0"0,7 6 0 0,-5-1 0 0,2-1 0 0,0 1 0 0,-2-2 329 0,1-5-137 0,3 7-83 0,-1-3-35 0,0 1-1 16,2 1-36-16,1 4 0 16,0-1 9-16,0 5 324 0,4 3-167 0,-1 2-83 15,2 2 168-15,-1 20-126 0,2 9-53 16,0 13-40-16,0 8 196 0,0 7-113 0,0 6-58 0,0 1 58 15,3 9-152-15,2-9 0 0,1 1 0 0,-2 3 0 16,1-2 0-16,0 12 0 16,-2-19 0-16,-3-2 0 0,2-6 0 0,-2-6 0 0,0-5 0 47,-2-1-5-47,-6-20-47 0,-2-7-567 0,-5-7 266 0,-2-4 162 0,-2-3 53 62,-2 0-463-62,3-3 287 0,-2-11 139 0,2-8 68 0</inkml:trace>
  <inkml:trace contextRef="#ctx0" brushRef="#br0" timeOffset="164605.92">13021 14700 1678 0,'0'-9'0'16,"0"0"0"-16,0 3 0 0,0 2 0 0,0-3 0 0,0 4 0 0,7 3 701 0,7-1-332 0,5 1-166 0,4 0 166 0,5 0-156 62,0 0-93-62,6 0-138 0,1 1 28 0,2 4 0 0,2 0 27 0,4 2-792 0,-10 0 391 0,-1 0 201 0,-2 3 99 0</inkml:trace>
  <inkml:trace contextRef="#ctx0" brushRef="#br0" timeOffset="164785.85">13517 14911 2254 0,'0'2'0'0,"-1"1"0"0,-2 0 0 0,-1 3 0 0,3-2 0 0,-1 4 0 0,1 0 0 0,-1 3 917 0,2 5-432 0,0-1-228 16,0 2-239-16,0 1-18 0,0 4 0 0,0 0 0 0,0 2-310 15,0-1 9-15,0-3 170 0,2-2-429 0,2-1 299 0,0-5 149 16</inkml:trace>
  <inkml:trace contextRef="#ctx0" brushRef="#br0" timeOffset="165044.31">13689 14173 3141 0,'-8'-7'0'0,"-3"-3"0"0,5 5 0 0,3 3 0 0,-1 0 0 0,3 2 0 0,0 0 0 0,0 0 0 0,1 9 0 0,0 6 388 0,0 4-176 0,0 3-122 16,0 5-27-16,0 2-26 15,0 3-37-15,0-2-641 0,0 4 303 0,0 0 187 16,0 4 94-16,0 4-435 0,0-4 260 0</inkml:trace>
  <inkml:trace contextRef="#ctx0" brushRef="#br0" timeOffset="165463.56">13948 14537 2369 0,'-12'-1'0'0,"3"-5"0"0,1 3 0 0,2 1 0 0,1-1 0 0,4 3 0 0,1 0 0 0,0 0 858 0,8 8-410 0,7 3-207 0,3 2-226 0,0 0-15 47,2 2 0-47,1-1 0 0,0 3 0 0,1-1 0 0,0 2 0 0,-3 0 0 0,-1-1 0 0,0-1-143 0,-1 1 45 16,-3-2-870-16,1 5 486 0,-5-6 133 0,-1 0 156 0</inkml:trace>
  <inkml:trace contextRef="#ctx0" brushRef="#br0" timeOffset="165648.63">14270 14379 2897 0,'0'-3'0'16,"0"2"0"-16,0 0 0 0,0 1 0 0,0 1 0 0,-2 18 0 0,-4 12 575 0,0 10-273 0,-2 10-145 0,-4 16-157 0,-1 14 0 15,-4 11 0-15,-2 4 0 16,5-12 0-16,-3-1 0 0,3-6 0 0,0-6 0 16,5-7 0-16,-1 0 0 0,5-23 0 0,4-7-268 15,-1-10-141-15,2-7 223 0,0-9 111 0</inkml:trace>
  <inkml:trace contextRef="#ctx0" brushRef="#br0" timeOffset="166919.18">14662 14703 1196 0,'-3'0'0'0,"0"0"0"0,0-1 0 0,2-1 0 0,1 0 0 0,0 0 0 0,0 2 0 0,1 0 469 0,7 0-216 16,6 0-109-16,5 0-53 0,2 2 443 0,0 3-254 0,4 1-121 15,1 0-61-15,2-1 187 0,2 1-125 0,3 1-52 0,-4-1-158 16,-1-1 43 0,0 2 1-16,-1-1-417 0,-2 1 230 0,0-3 124 15,-7 2 48-15,-1-2-294 0,-4 0 116 0,-5-3 106 16,1 2-82-16,-2-2-501 0,-6-1 324 0,-1 0 158 0</inkml:trace>
  <inkml:trace contextRef="#ctx0" brushRef="#br0" timeOffset="167097.92">14935 14451 727 0,'-6'-6'0'0,"-1"3"0"0,2-2 0 0,2 5 0 0,1 0 0 0,2 2 467 0,0 16-216 0,0 3-107 0,0 5 294 16,5 9-192-16,2-2-109 0,-1 8-50 0,2 3 15 16,-3 6-32-16,1 0-1 0,3 8-23 0,-4-6-144 15,2-6 68-15,0-1 33 0,2-1-461 16,1-5 248-1,1 3 132-15,0-12-548 0,0-5 264 0</inkml:trace>
  <inkml:trace contextRef="#ctx0" brushRef="#br0" timeOffset="167408.17">15782 14458 1292 0,'1'-30'0'0,"0"-1"0"0,-1 1 0 0,0-2 0 0,0 1 0 0,0-7 0 0,0 6 0 0,-1 0 266 16,-7 6-115-16,-1 4-57 0,-1 0 167 0,2 12-117 0,-2 5-54 0,0 5-27 0,1 0 149 15,-2 10-88-15,2 14-35 16,1 12-9-16,5 8 153 0,-1 7-98 0,4 9-50 16,0 3 93-16,0 9-62 0,3-12-44 0,1 0-1 15,2-2 104-15,-1 0-175 0,1-3 0 0,2 11 0 16,-4-13 0-16,1-2 0 0,-2-1 0 15,-1-4 0-15,0-1 0 0,-2 3 0 0,0-13 0 0,-2-5-126 16,-6-6-105-16,-2-6 80 0,-2-4-308 16,0 0 166-16,0-11 133 0,-1-3-446 15,0 0 285-15,-2-3 143 16,1-14 71-16,-7-1-391 0,5-8 235 0</inkml:trace>
  <inkml:trace contextRef="#ctx0" brushRef="#br0" timeOffset="167553.29">15465 14679 1711 0,'0'-22'0'0,"0"6"0"0,0 2 0 0,0 1 0 0,4 7 0 0,3 0 0 0,1 1 0 0,4 4 694 16,6-2-329-16,3-1-156 0,2 2-91 0,3 2 313 15,5 0-197-15,3 0-99 0,0 0-282 0,8 0 100 16,-7 0 37-16,0 4-372 0,-2 0 209 0,-2 2 104 16,5 1 62-16,-15-1-1102 0</inkml:trace>
  <inkml:trace contextRef="#ctx0" brushRef="#br0" timeOffset="167883.93">15959 14744 845 0,'-3'0'0'16,"-6"0"0"-16,1 0 0 0,4-2 0 0,-2 1 0 0,3-1 636 0,3 2-300 0,0 0-151 0,0 0 168 0,5 0-163 0,6 0-77 0,3 0-212 15,0 5 68-15,1 2 33 0,-2-1 9 16,-2 3-80-16,-1 0 52 0,-2 2 27 0,-3 0 0 0,0 1-47 15,-2 2 46-15,-1 0-10 0,-2-3 37 16,0 2 142-16,0-2-75 0,0 1-85 0,0 1 307 0,0-5-151 16,0 3-57-16,-2-2 12 15,2-2-47-15,0 1-23 0,0 0 9 0,2-1-53 16,3 0 21-16,5-3 0 0,-2 3 0 0,2-1-85 16,2 2 52-16,-4-4-10 0,-2 2 43 15,1 5-106 1,-4-5 52-16,-1 5 36 0,-2-4-24 0,0 5 0 0,-5-2-15 0,-12 2 48 0,1-1-22 0,-5 2 6 15,-1-3-8-15,-1-2-308 16,2-1 146-16,0-4 76 16,1-1 36-16,1-2-286 0,3 0 144 0,7-11 80 0,1-7 19 0,5-7-652 0</inkml:trace>
  <inkml:trace contextRef="#ctx0" brushRef="#br0" timeOffset="168060.71">16119 14137 1419 0,'-6'-18'0'0,"1"4"0"0,-1 5 0 0,5 4 0 0,1 3 666 0,0 2-314 0,0 0-158 0,0 0-79 0,0 0 113 32,0 13-100-32,0 5-46 0,0 5 1 0,0 7-261 0,0 5 108 0,0 4 62 0,0-2-697 0,0 3 358 0,-2 1 179 15</inkml:trace>
  <inkml:trace contextRef="#ctx0" brushRef="#br0" timeOffset="168632.17">16431 14490 1847 0,'-11'0'0'16,"0"0"0"-16,5 0 0 0,5 0 0 0,1 0 0 0,0 0 0 0,10 0 0 0,8-1 234 0,5 1-104 0,5 0-46 16,3 0 1-16,0 0-24 0,-1 0 0 0,1 0-58 15,-6 4-9-15,-5 3 42 0,0 5 0 0,-7 3-104 16,-4 6 51-16,-4 6 36 0,-5 2-9 16,-6 5 129-16,-15 4-51 0,-2 6-26 0,-2-2 0 0,-3 5 280 0,5-8-158 15,3-4-74-15,5-5 131 0,5-5-102 16,7-5-90-16,1 1-49 0,2-9 0 15,6-7 0-15,13-4 0 0,2-1-111 0,6-1-6 16,2-7 86-16,-3-8 29 0,-1-1-802 16,-1 0 403-16,-3 4 132 0,-6-5-639 0</inkml:trace>
  <inkml:trace contextRef="#ctx0" brushRef="#br0" timeOffset="168782.01">16431 14704 2219 0,'-14'-6'0'0,"-1"1"0"0,5 3 0 0,4 0 0 0,1-1 0 0,3 3 0 0,2 0 0 0,7 0 300 0,13 0-131 16,6 0-67-16,8 0 86 0,2 3-67 0,0-1-46 0,2-2-1 15,-2 2-435-15,1 0 199 0,-1-2 99 16,4 1 59-16</inkml:trace>
  <inkml:trace contextRef="#ctx0" brushRef="#br0" timeOffset="168963.08">16969 14391 1983 0,'5'-12'0'0,"0"0"0"0,4 4 0 0,2 2 0 0,6 3 0 0,-1 3 0 0,1 0 303 0,2 15-133 0,-1 10-68 0,2 10 285 16,0 3-167-16,-5 6-96 0,-6-1-45 16,-2 7 24-16,-4 0-34 0,-3 3 1 0,0 8-26 15,-6-10-175-15,-7-3 83 0,-6-4 42 16,0-3-552-16,-1 1 306 0,2-18 139 0,2-4-782 0,1-7 406 0</inkml:trace>
  <inkml:trace contextRef="#ctx0" brushRef="#br0" timeOffset="169366.68">17571 14730 1808 0,'6'-22'0'0,"-1"0"0"0,0-2 0 0,-2 0 0 0,0 0 0 0,-3-6 0 0,0 7 0 0,-5 3 198 0,-7 4-81 0,-5-1-41 15,-4 9 290-15,-4 3-156 0,1 5-92 0,-4 5-2 16,1 15-40-16,-1 10-1 0,4 7-39 16,-2 10 46-16,11 2-9 0,4 2-38 15,4 1 1-15,7-1 25 0,0-5 1 0,0 3-18 0,10-14-87 16,4-2 40-16,6-8-1 0,4-9 39 0,5-10-430 16,4-3 182-16,-4-4 110 0,1-19-455 0,-2-6 254 15,-2-7 134-15,-4-4 67 0,3-6-176 0,-8 1 126 16,-4-6 59-16,1-2 29 15,-5-4 57-15,1 1-27 0,0-14-9 0,-3 8 65 0,-1-4-28 16,0-2-1-16,1-1-27 16,3-7 137-16,-7 25-64 0,0 12-37 0,-1 10 383 15,-2 15-198-15,0 7-47 0,0 4-64 0,-3 4 568 0,-3 18-303 16,1 14-153-16,-3 9-75 0,2 7 313 16,1 14-186-16,2-8-200 15,0 5-39-15,0 0 0 0,1 0 0 0,1 1 0 0,-4 8 0 0,5-13 0 16,0 0 0-16,0-3 0 0,0-5-98 15,0-1 29-15,6-1 61 0,2-20-993 16,3-8 490-16,3-15 208 0,-1-6 133 0</inkml:trace>
  <inkml:trace contextRef="#ctx0" brushRef="#br0" timeOffset="169577.1">17892 14602 2817 0,'0'-24'0'16,"0"4"0"-16,0 3 0 0,9 1 0 16,2 10 0-16,3 1 0 0,2 3 300 0,2 2-132 0,5 2-67 0,3 11 121 0,-1 4-98 0,0 7-44 0,-3 3-85 0,-3 4-1 0,-3 4 42 0,-3 4 8 0,-10-5-296 0,-3 2 143 0,0 1 73 0,-13-1 35 15,-6-4-244-15,-2 6 149 0,-9-13 18 16,-5-1-194-16,-4-7 90 16,0-2 77-16,-5-1 7 0,12-14-245 0,2 0 154 0,6 0 76 0,6-11-124 15,8-10 100-15,4-7 42 0,6-4 35 0,12-9-411 16</inkml:trace>
  <inkml:trace contextRef="#ctx0" brushRef="#br0" timeOffset="169717.24">18187 14439 1990 0,'1'-2'0'0,"1"2"0"0,-1-1 0 0,1 1 0 0,-2 0 0 0,0 15 230 16,-6 9-98-16,-4 5-48 16,-2 6-24-16,4 4 746 0,2 2-390 0,4 5-203 0,2 2-213 0,2 0 0 15,10-5 0-15,10-1-144 0,6-13-141 0,6-7 160 16,7-11 80-16,6-6-1092 15,4-5 575-15,5 0 291 0</inkml:trace>
  <inkml:trace contextRef="#ctx0" brushRef="#br0" timeOffset="169890.9">18602 14667 3320 0,'0'-12'0'0,"0"2"0"0,-1 1 0 0,1-1 0 0,0 2 0 0,5-2 0 0,6 3 0 0,7 1 0 0,6-2 0 0,4 4 428 0,3-3-245 15,3 3-183-15,2 0 0 0,2 1 0 0,-1 1 0 16,2 0-636-16,0 2 265 0,-11-3 198 16,-3 3 104-16,-8 0-827 0,-3 0 450 0,-8 0 225 15,-4 3-5-15</inkml:trace>
  <inkml:trace contextRef="#ctx0" brushRef="#br0" timeOffset="170052.15">18813 14234 3145 0,'-3'-15'0'0,"-3"8"0"0,6-1 0 0,0 6 0 0,0 2 0 0,0 10 0 0,0 14 0 0,4 10 0 0,-2 11 493 0,2 5-229 0,-2 7-235 0,0 1-29 0,-1 12 0 15,-1-2 0-15,0 3 0 0,0 1 0 16,-5-1 0-16,-1-6-24 0,-4 3 32 0,2-21-664 16,-4-5 346-16</inkml:trace>
  <inkml:trace contextRef="#ctx0" brushRef="#br0" timeOffset="170939.25">19703 14226 803 0,'-11'-3'0'0,"0"1"0"0,-2 2 0 0,1 0 0 0,-5 10 256 16,1 9-115-16,1 10-51 0,-4 6-27 0,2 5 441 16,0 10-234-16,1 5-107 15,9-3 333-15,5-2-230 0,2-2-115 0,2-5 27 16,14-2-70-16,8 0-27 0,2-11-8 0,2-4-481 0,2-1 223 0,-2-3 110 16,2-2 57-16,-1 3-805 0,-5-7 395 0,-4-1 225 15</inkml:trace>
  <inkml:trace contextRef="#ctx0" brushRef="#br0" timeOffset="171936.45">20353 14333 1292 0,'0'-15'0'0,"0"2"0"0,0-1 0 0,0 2 0 0,0-7 0 0,0 6 0 0,0 0 0 0,0 0 0 0,0 1 0 0,0-2 126 15,0 2-36-15,-2 2-87 0,2 1-1 0,0-1 34 16,0 2 1 0,0-1-43-16,0-1 51 0,-1 2-8 0,1 1-1 0,-4 0 35 0,2-2-35 0,0 6 1 15,-3-6 91-15,-2 6-50 0,1-2 0 0,-3 4-41 16,1-2 120-16,-1 2-60 0,-4 1-21 16,4 0 100-1,-1 0-70-15,2 10-34 0,0 5-1 0,0 5 54 0,1 4-35 0,3 6-9 0,4 4-44 0,0 5 41 16,0 2 0-16,0 8-32 15,0-2-3-15,3 0-38 0,2 1-1 0,-2 2 33 32,1 1-147-32,0 7 83 0,-3-9 27 0,1 1-157 0,-2-3 76 0,0-2 52 15,-2-2-2-15,-7 5-55 0,-3-16 26 0,-3-4 26 16,-2-1-14-16,0-8-135 0,-2-4 65 0,-1 2 36 16,1-12-153-16,2-5 99 0,3 0 50 0,3 0 24 0,-1-2-519 0,1-10 264 15</inkml:trace>
  <inkml:trace contextRef="#ctx0" brushRef="#br0" timeOffset="172074.08">19971 14620 2191 0,'-13'-16'0'0,"1"3"0"0,4 1 0 0,0 5 0 0,2 0 0 0,6 3 0 0,0-2 0 0,2 1 343 0,11-1-153 0,12 1-77 0,6-2 210 0,5 0-148 0,7 4-69 16,2-2-35-16,3 2-423 0,0 1 194 0,8 1 106 15,-7 1-446-15,-3 0 267 0</inkml:trace>
  <inkml:trace contextRef="#ctx0" brushRef="#br0" timeOffset="172249.42">20609 14636 2468 0,'-9'5'0'15,"-2"1"0"-15,3 2 0 0,-1 4 0 0,0 0 0 0,3 0 0 0,1 5 0 0,0 1 435 0,0 2-200 0,2 2-90 0,2 2 209 0,1-4-160 0,0 5-94 0,0-1-100 0,0-1-227 0,0 4 95 16,0-8 79-16,3-2-790 15,0-2 440-15,2-4 220 0,-1-2 109 32,1-1-403-32</inkml:trace>
  <inkml:trace contextRef="#ctx0" brushRef="#br0" timeOffset="172391.72">20727 14035 1666 0,'-6'0'0'0,"-1"0"0"0,-1 0 0 0,2 0 0 0,-1 8 0 0,-3 8 0 0,2 8 0 0,-2 3 0 0,3 6 136 16,-2 8-50-16,4 6-26 0,-2 4-521 0,6-7 244 15,1 1 126-15</inkml:trace>
  <inkml:trace contextRef="#ctx0" brushRef="#br0" timeOffset="172605.99">20775 14459 1737 0,'2'-1'0'0,"2"-3"0"0,-1-5 0 0,5 3 0 0,0 4 0 0,0-1 0 0,4 0 0 0,1 3 0 0,2 0 289 0,1 6-131 0,0 5-61 15,-1 7-163-15,2-1 50 16,-5 2 26-16,4 6 9 0,-7-2-111 0,-4-1 64 16,-4 6 31-16,-1-4-1 0,0 2 0 0,-3 3 30 0,-12-5-7 0,-5-1 34 31,-4-1-71-31,-2-4 0 0,-1-2-22 0,-3-1-53 0,4-8 38 15,4-4 24-15,2-3-459 0,7 0 229 0,5-15 110 0</inkml:trace>
  <inkml:trace contextRef="#ctx0" brushRef="#br0" timeOffset="172758.04">21060 14318 1205 0,'-22'15'0'0,"4"2"0"0,2 7 0 0,0 3 0 0,2 6 731 0,-4 4-339 0,10-1-182 0,3 0-88 0,5 0 371 0,0-1-229 15,2-2-114-15,13 2-49 0,5-10-174 0,4-6 54 16,4-3 28-16,3-4-699 0,3-5 363 16,5-2 190-16,-4-5-929 0</inkml:trace>
  <inkml:trace contextRef="#ctx0" brushRef="#br0" timeOffset="172936.5">21347 14500 1791 0,'0'-5'0'0,"0"-1"0"0,0-3 0 0,0 4 0 0,1-2 0 0,10 2 306 0,1 1-136 0,7 2-67 0,3-1-25 0,2 0 90 0,7 1-66 0,0 2-33 0,1 0-391 0,3 0 179 0,2 0 98 0,-8 5 36 0,-3-1-729 0</inkml:trace>
  <inkml:trace contextRef="#ctx0" brushRef="#br0" timeOffset="173079.69">21579 14212 2057 0,'-10'-4'0'0,"1"0"0"0,3 2 0 0,1 2 0 0,2 0 0 0,0 10 0 0,0 12 0 0,1 6 0 0,-1 7 547 0,3 6-255 0,0 4-129 0,0 8-34 0,0 4-38 0,0-6-32 16,3 1 0-16,5-3-593 0,1-3 285 15,1-7 142-15,2 5-830 0</inkml:trace>
  <inkml:trace contextRef="#ctx0" brushRef="#br0" timeOffset="173329.72">22174 14042 2078 0,'-14'-21'0'0,"-2"6"0"0,1 4 0 0,-2 5 0 0,4 6 0 0,-4 5 0 0,1 17 135 0,-2 7-49 0,4 10-26 15,0 14 631-15,8 5-332 0,3 5-163 0,3 7-80 16,0 3 94-16,0 6-210 0,9 4 0 0,2-13 0 16,3-7 0-16,-2 0 0 0,-3-7 0 0,-1 4 0 15,-5-16 0-15,-3-5 0 0,0-2 0 0,-6-7 0 16,-7-5 0-16,-5 0 0 0,-1-14-568 16,0-3 261-16,-1-5 83 0,-1-3 95 15,2 0-465-15,-5-6 271 0,6-12 149 0,2-6 69 16,1-10-464-16</inkml:trace>
  <inkml:trace contextRef="#ctx0" brushRef="#br0" timeOffset="173461.93">21814 14527 2493 0,'0'-11'0'0,"-9"-1"0"0,3 3 0 0,4 4 0 0,2-2 0 0,0 4 0 0,1 0 0 0,11-3 0 0,8 4 324 0,6 1-144 0,7-1-73 0,3 2-71 0,4-3-1 15,2 3 8-15,-1 0-405 0,2 0 198 16,-2 0 99-16,-2 3 50 0</inkml:trace>
  <inkml:trace contextRef="#ctx0" brushRef="#br0" timeOffset="173712.45">22168 14720 2234 0,'-4'0'0'0,"3"0"0"0,-1 0 0 0,2-4 0 0,0 1 0 0,4-1 0 0,9 3 0 0,2-3 0 0,2 3 0 0,0 1 266 16,2 0-116-16,-5 1-158 0,3 8 0 0,-5 4 52 15,-3 2-10-15,-5 1-46 0,-4 5 24 0,0 1-1 16,-4 1 24-16,-8 2 113 0,-2-3-60 0,-1-2-28 16,-2-3 1-16,2 1 279 0,3-6-153 0,-2 1-68 15,6-7 51-15,1 0-170 16,5-5 0-16,2-1 0 0,0 0 0 0,14 0 0 0,8-5 0 0,6-6-337 16,1-3 71-16,4 1 150 15,1 0 76-15,4 0-474 0,-6 0 183 0,0 0 153 0,-5-1 39 16,0 0-631-16,-5-1 368 0</inkml:trace>
  <inkml:trace contextRef="#ctx0" brushRef="#br0" timeOffset="173876.25">22579 13921 2525 0,'-3'0'0'0,"0"0"0"0,1-1 0 0,-3-2 0 0,3 3 0 0,-3 0 0 0,-3 4 193 15,-2 10-84-15,-3 4-37 0,0 5 0 16,-2 7 103-16,-3 5-62 0,1-1-43 0,4 4-469 0,2 3 216 16,3 0 109-16</inkml:trace>
  <inkml:trace contextRef="#ctx0" brushRef="#br0" timeOffset="174155.56">22708 14350 2024 0,'8'0'0'0,"3"-5"0"0,2 2 0 0,10 0 0 0,0 2 0 0,6-2 0 0,-3 3 413 0,2 0-189 0,0 3-94 0,0 6-48 16,-4 3 18-16,3 5-24 15,-11 2-8-15,-4 4-101 0,-8 4 34 0,-4 5 0 0,-2-1 72 16,-18 9 8-16,-5-5-46 0,-6 0 1 0,1-1-1 16,1-1 0-16,3-2 0 15,-1 4 9-15,11-12 427 0,5-2-471 0,3-4 0 0,4-4 0 16,4-1 0-16,0-1 0 0,12-8 0 0,7-3 0 0,5 0 0 15,6-2 0 1,2-6 0-16,1-4-114 0,-3-2 36 0,-2-3 55 0,-4 2-1181 16,-7 0 584-16,-3-3 284 0,-13-2 154 15</inkml:trace>
  <inkml:trace contextRef="#ctx0" brushRef="#br0" timeOffset="174272.32">22677 14554 2176 0,'-6'0'0'0,"-1"-2"0"0,3-2 0 0,4-1 0 0,4 3 0 0,12 2 0 0,5-2 0 0,8 0 0 0,4 2 968 0,4 0-471 0,2 0-231 0,3 0-242 0,2 2-24 16,0 0 0-16,7 5 0 0,-9-5-76 0,-3 3 15 15,-3 1 48-15,-3-4-1316 0</inkml:trace>
  <inkml:trace contextRef="#ctx0" brushRef="#br0" timeOffset="174698.74">23373 14030 1537 0,'4'-20'0'0,"2"4"0"0,8 14 0 0,3 2 0 0,8 14-105 0,2 10 35 0,1 3 0 0,1 7 25 0,-4 2 572 0,0 5-245 16,-4 3-124-16,-3 1 27 0,-4 3-75 16,-1 9-29-16,-11-12-153 0,-2 2 53 0,-2-1 28 15,-12-3-1-15,-8 1-186 16,-2 2 116-16,-2-14 44 0,-3 1 26 0,0-1-239 0,-2-3 108 31,1-5 69-31,-1 5-38 0</inkml:trace>
  <inkml:trace contextRef="#ctx0" brushRef="#br0" timeOffset="175091.19">23893 14572 1507 0,'13'-20'0'0,"-3"2"0"0,-5 1 0 0,0-3 0 0,-3 3 0 0,-2 3 0 0,0-4 186 0,-2 0-75 16,-5 1-38-16,-4-2 143 0,-1 8-95 0,-1 1-43 0,-2 1 1 0,0 7-128 15,-4 2 42-15,0 0 9 0,2 11-15 16,-2 7 24-16,2 8 1 0,0 4 23 15,2 3 11-15,0 6-1 0,7-3-10 0,3 0 97 16,5-1-49-16,0-2-23 0,0-1-11 0,7-3-74 0,5-5 25 16,3-6 0-16,5-2 39 0,3-8-291 0,3-7 137 15,1-1 75-15,-1-1-146 0,1-17 85 0,-4-2 52 16,-2-10 26-16,3-5-251 16,1-4 101-16,-6-3 73 0,-3-5 15 0,-1 0 24 15,-2-3 0-15,-2-4 26 0,0-8 58 0,-4 4-25 0,-4 0 1 16,1-2-35-16,-3 2 63 0,0 3-31 15,0-4-9-15,-1 20-23 0,0 15 113 0,0 10-50 16,-1 11-5-16,-5 3 161 0,3 3-75 0,-3 21-54 16,3 12 162-16,-2 5-97 0,4 9-30 0,-1 7-22 15,2 0 167-15,0 0-99 16,0 2-50-16,0-1-25 0,0-1 103 0,0 8-56 16,3-14-39-16,2-2-84 0,3-4-163 15,-2-6 108-15,1-1-209 0,4-1 167 0,-4-17 69 0,5-9 40 16,1-6-851-16,-1-5 410 0,0 0 205 0</inkml:trace>
  <inkml:trace contextRef="#ctx0" brushRef="#br0" timeOffset="175229.41">24343 14342 2015 0,'0'0'0'0,"-5"-4"0"0,4 1 0 0,1 1 0 0,0 2 0 0,0 0 0 0,1 12 331 0,7 0-139 0,3 5-83 0,2 0-178 16,3 4 52-16,2-2 26 0,2 1 0 0,0 1-713 15,-1-4 358-15,6 1 179 0</inkml:trace>
  <inkml:trace contextRef="#ctx0" brushRef="#br0" timeOffset="175396.79">24733 14171 1776 0,'-2'-10'0'15,"-3"3"0"-15,-1 3 0 0,0 4 0 0,1 0 0 0,-7 23 0 0,-1 13 0 0,-4 13 593 0,-2 9-284 0,1 9-136 0,-1 4 307 0,-3 12-221 16,0 0-113-16,-1 13-46 0,3-17-253 0,6-6 94 0,1-5 47 16,4-9-729-16,0-9 388 15,1 2 203-15,2-22 88 0,4-3-366 0</inkml:trace>
  <inkml:trace contextRef="#ctx0" brushRef="#br0" timeOffset="175620.19">24955 14483 1996 0,'2'-11'0'0,"2"2"0"16,7 0 0-16,7 2 0 0,8-1 0 0,7 0 0 0,3 5 0 0,9 0 426 0,3-2-195 0,10 0-99 0,10 0-39 0,-8-1-104 15,-2 0 23 16,-2 3 0-31,-7-1-537 0,-10 3 278 0,-3 1 146 0,-17 0 63 16,-10 0-683-16,-5 0 344 0,-2 0 170 0,-2-1-148 0,-9-5 173 0</inkml:trace>
  <inkml:trace contextRef="#ctx0" brushRef="#br0" timeOffset="175772.31">25435 14079 830 0,'0'-3'0'0,"0"-2"0"16,-1 3 0-16,1 2 0 0,0 0 492 0,-2 15-228 0,0 14-115 0,-2 12-48 0,0 9 311 0,-1 9-188 15,-2 11-95-15,-2 5 516 0,-3 0-305 16,-1 7-144-16,0-18-85 0,0-7-298 0,1-6 111 0,-1-10 56 16,3-10-840-16,1 1 457 0,1-15 214 15,1-7 113-15,3-3-949 0</inkml:trace>
  <inkml:trace contextRef="#ctx0" brushRef="#br0" timeOffset="176262.91">26398 14084 1162 0,'-18'-13'0'0,"-2"1"0"0,-4 5 0 0,0 7 0 0,-2 7 0 0,-1 17 0 0,1 12 321 0,-2 11-144 16,-2 13-61-16,11 1 185 0,4 6-133 0,6 4-66 0,9-1-33 15,0-4 315-15,2 3-166 16,11-17-95-16,6-4-44 0,1-4-156 0,1-6 57 0,7-2 27 0,2-1-690 16,0-19 355-16,3-4 181 0,6-10 91 0</inkml:trace>
  <inkml:trace contextRef="#ctx0" brushRef="#br0" timeOffset="176479.5">26964 14075 1284 0,'-18'-9'0'0,"-3"2"0"0,1 7 0 0,-6 0 0 0,10 9 0 0,0 9 0 0,3 6 488 0,1 8-227 0,6 4-113 0,1 10 436 16,5 3-278-16,0 6-136 0,5 3 48 0,4 3-92 16,2 4-36-16,-1-10-32 0,-3-3-210 0,-2 0 94 0,-4-3 46 0,-1-1 24 15,0 9-185-15,-16-14 99 16,-2-3 55-16,-5-1 27 0,-2-7-599 15,-4-7 214-15,0 0 179 0,4-13-606 0</inkml:trace>
  <inkml:trace contextRef="#ctx0" brushRef="#br0" timeOffset="176631.29">26540 14572 1789 0,'0'-17'0'0,"0"5"0"0,0 1 0 0,0 1 0 0,2 0 0 0,9 5 0 0,6-2 487 0,3 2-227 0,6 5-112 15,5-5-56-15,8 4-10 0,0 0-9 0,4 1-38 0,3 0 1 16,0 0-343-16,0 0 172 0,5 1 93 16,-14 5-899-16</inkml:trace>
  <inkml:trace contextRef="#ctx0" brushRef="#br0" timeOffset="176885.17">27115 14644 1152 0,'0'0'0'0,"2"0"0"0,-2 0 0 0,1 0 0 0,1 0 0 0,-1 0 0 0,5 0 237 0,1 0-100 16,2 1-52-16,2 6-15 0,0 2-73 0,1 2 1 16,0 2 37-16,-2 5 0 15,-3-1-35-15,-1 7 8 0,-5 0 27 0,-1 0 55 0,0 3-27 16,-10-1 0-16,-3-1-28 0,0 2 341 0,-1-5-175 16,-1-3-83-16,5-2 362 0,1-2-223 15,4-3-110-15,-1 1-48 0,6-6 104 0,0-1-193 16,2-6-10-16,13 0 0 0,5 0 0 15,2 0-1-15,3-8-22 0,1-4-305 0,3-1 181 0,-1-1 92 16,0-4-853-16,0 0 443 0,-5 1 171 0,-2 1 129 16,-1-1-516-16,-6-5 323 0</inkml:trace>
  <inkml:trace contextRef="#ctx0" brushRef="#br0" timeOffset="177085.67">27615 13947 2642 0,'0'0'0'0,"0"-1"0"0,0-1 0 0,0-1 0 0,0 3 0 0,0 0 0 0,0 5 253 0,-4 7-109 62,0 9 38-46,-2 6-78-16,1 5-35 0,-4 6 1 0,6 3-572 0,-2 3 269 0,1 7 142 0,4-8 59 0</inkml:trace>
  <inkml:trace contextRef="#ctx0" brushRef="#br0" timeOffset="177217.91">27704 14541 2758 0,'6'0'0'0,"-1"0"0"0,2 0 0 0,4-4 0 16,1 3 0-16,2-3 0 0,6 1 376 0,4-1-170 0,5-1 69 0,-1 1-125 0,4-4-57 16,0 2-28-16,-1-1-324 0,1 0 147 0,1-3 82 15,-8 3 29-15,-4 2-764 0,-3-4 401 16,-4 0 199-16,-8 0 100 0,-2-3-847 0,-4-3 447 15</inkml:trace>
  <inkml:trace contextRef="#ctx0" brushRef="#br0" timeOffset="177356.97">28006 14105 2447 0,'-2'0'0'0,"0"-3"0"15,0 3 0-15,2 0 0 0,0 6 0 0,0 16 0 0,0 14 0 0,0 13 0 0,-3 18 420 0,-5 13-183 0,-1 0-74 0,-5 7-64 0,0-3-32 0,3-4 0 31,1-9-520-31,3 2 253 0,5-29 113 16</inkml:trace>
  <inkml:trace contextRef="#ctx0" brushRef="#br0" timeOffset="177829.7">28739 14246 329 0,'15'-38'0'0,"-1"3"0"0,-2 2 0 0,-2 9 0 0,-3-1 0 0,-2 0 0 0,-2 0 236 0,-3-3-108 0,0-1-50 16,-1 7-32-16,-11 1 120 0,-4 1-65 0,-2 2-33 16,-1 5 72-16,-5-1-44 0,2 11-34 15,-2 2 198-15,0 1-112 0,1 4-56 0,3 15-28 16,-4 6 232-16,10 8-135 0,4 6-63 0,0 11-30 15,5 8 121-15,0 6-76 0,1 11-30 0,3-7-2 16,1 0-22-16,0-1 0 0,-2-1-23 16,2-2-102-16,-2 14 60 0,0-19 17 15,-1 0-176-15,-5-2 100 0,1-4 51 0,-5-6 25 0,-4 7-313 16,0-22 154-16,-4-5 34 0,0-4 53 16,1-9-393-16,-1-6 210 15,0-3 95-15,5-5-383 0,2-2 248 16,-1-15 124-16,4-8 62 0,-3-7-128 0</inkml:trace>
  <inkml:trace contextRef="#ctx0" brushRef="#br0" timeOffset="177966.83">28288 14483 2131 0,'-7'-17'0'0,"3"5"0"0,1 5 0 0,3-3 0 0,0 10 0 0,5-1 0 0,12-1 0 0,2 2 295 0,9 0-129 0,2 0-57 0,0 0 77 0,6 0-75 15,2 0-38-15,3 3 0 0,0 2-506 0,5 1 244 16,-9 3 107-16,-1 0 60 0,-5-3-790 15</inkml:trace>
  <inkml:trace contextRef="#ctx0" brushRef="#br0" timeOffset="178314.55">28761 14604 1041 0,'0'0'0'0,"0"0"0"0,0 0 0 0,0-2 0 0,0 2 0 0,4 0 0 0,-1 0 0 0,0 0 369 0,2 0-158 0,3 0-91 0,-2 0-129 16,2 0 0-16,-1 6 46 0,0 2-1 0,-3 0-127 16,1 2 60-1,-2 1 33-15,-1 3-24 0,-2 1 26 16,0 0 7-16,0-1 19 16,-7 1 129-16,2 0-65 0,1 0-30 0,-1-4-39 0,2 4 213 0,1-6-106 0,2 3-48 0,0-2 36 0,0-3-41 15,9 3-1-15,1 0-32 0,5-2-155 16,3 0 72-16,1 1 37 0,0 1-224 0,-2-2 130 15,1 7 74-15,-6-4 4 0,-4 1-49 0,-4 3 42 16,-4 0-24-16,0-2 26 63,-4 4 136-63,-13-3-86 15,-4-1-22-15,-4-2 288 0,-3-2-146 0,0 0-72 0,-3-2-26 0,6-5 6 0,0 1-28 0,2-3 34 0,6 0-637 0,4-3 300 0,0-4 148 0,12-9 68 0,1-2-435 0</inkml:trace>
  <inkml:trace contextRef="#ctx0" brushRef="#br0" timeOffset="179683.99">27469 14552 2125 0,'-4'0'0'0,"1"2"0"0,-1-2 0 0,0 1 0 0,2-1 0 0,2 6 0 0,-2-2 0 0,2 3 0 0,0-1 0 0,0 3 253 0,0 4-112 0,2-2-53 15,4 2-25-15,5 1 0 0,-3 3-26 16,5 0 10-16,-2 0-583 0,-1-3 287 0,2-1 143 0,-2 1 71 16,1-3-637-16,-2 2 329 0</inkml:trace>
  <inkml:trace contextRef="#ctx0" brushRef="#br0" timeOffset="179847.76">27682 14425 2587 0,'0'-7'0'0,"0"2"0"0,0 2 0 0,0 1 0 0,0 2 0 0,-2 2 0 0,-2 19 0 0,-6 14 0 0,1 7 0 0,-1 13 429 0,-3 8-196 0,-1 13-89 15,-2 0-58-15,1 9-24 0,1 0-1 0,-1-1-24 0,4-7-210 0,1 6 114 16,2-24 44-16,6-5-880 15,-2-2 466-15,2-9 233 0</inkml:trace>
  <inkml:trace contextRef="#ctx0" brushRef="#br0" timeOffset="181129.2">29220 14350 821 0,'0'-3'0'0,"0"1"0"0,-1-1 0 0,-3-1 0 0,3 1 0 0,-2 1 0 0,1-1 0 0,1 1 0 0,-4 0 89 0,4 0-17 0,-1 1-9 16,1-1-155-16,1 1 63 15,0 1 34-15,0 0-1 0,0 0-84 0,0 0 50 0,0 0 29 0,0 0-2 16,0 0-1-16,0 0 27 0,1 0 5 0,1 0 104 16,-1 0-59-16,2 0-38 0,-1 0 1 0,-1 0 267 0,1 0-129 15,-1 0-58-15,1 0-40 16,-1 0 202-16,0 0-120 0,3 1-61 0,2 2 176 0,-1-1-123 15,2 2-57-15,4-1 28 0,-1 3-42 16,5 0 0-16,3 2-33 0,-2 1-32 0,4 3 22 0,0 0 1 0,-1 3-1 16,1 2-196-16,-3 2 94 15,-3 2 51-15,-6 1-251 0,-2 5 128 0,-6 2 81 16,0 2-4-16,-6-3-96 16,-12 0 42-16,-6 1 45 0,-5-2 75 0,-3-2-41 15,-6 4-10-15,4-8 10 0,-5-2 147 0,3-5-73 16,-1-3-38-16,2 0 1 0,3-5 23 0,12-6 5 0,5 0 0 0,10-3-319 15,5-14 144-15,1-3 64 16,19-5 36-16,12-5-532 16,7 1 271-16,5-5 135 0,0 0-197 0,2-2 185 0</inkml:trace>
  <inkml:trace contextRef="#ctx0" brushRef="#br0" timeOffset="181281.54">29575 14383 1321 0,'16'-14'0'0,"-6"-1"0"0,-1 6 0 0,-5 2 0 0,-2 2 0 0,-2 5 0 0,-2 0 563 15,-13 0-262-15,-7 2-133 0,-3 13 468 0,-4 6-300 16,-4 3-141-16,8 1-83 15,3 3 180 1,2 1-285-16,4 1-7 0,3 0 0 0,4 5 0 0,8-3 0 0,1 2 0 0,5 2 0 0,17-2 0 16,8-3 0-16,6 3 0 0,3-14-655 15,5-4 232-15,0-3 162 16,2-6-832-16,-2-7 528 0,-2 0 255 0</inkml:trace>
  <inkml:trace contextRef="#ctx0" brushRef="#br0" timeOffset="181638.82">29998 14214 1693 0,'0'-17'0'0,"0"7"0"0,0 3 0 0,1 3 0 0,3 4 0 0,6 0 0 0,-2 11 0 0,1 11 662 0,0 8-312 0,1 8-157 0,-4 3-87 0,-3 6-25 0,-2 0-10 0,-1-1-34 15,0 0-224-15,-5 2 112 0,-9-3 56 0,-5 10 37 0,-3-12-95 0,-7-1 57 0,-1-4 28 0,-6-1-274 0,-1-3 141 0,-8 3 30 0,7-16 49 0,2-5-431 0,6-4 220 0</inkml:trace>
  <inkml:trace contextRef="#ctx0" brushRef="#br0" timeOffset="181923.18">29696 14938 1428 0,'-12'0'-627'0</inkml:trace>
  <inkml:trace contextRef="#ctx0" brushRef="#br0" timeOffset="182034.88">30476 14596 2929 0,'0'-29'0'15,"0"3"0"-15,0-3 0 0,0 10 0 0,-5-2 0 0,-9 3 0 0,-2 1 0 0,-4 5 0 0,-1 0 267 0,2 9-120 0,-3 3-55 0,2 0 191 0,1 8-123 0,0 11-107 0,0 10-53 0,6 5 0 0,2 3 0 0,5 4 0 0,3 1 0 0,3 0 0 0,0 5 0 0,2-8 0 0,5-5 0 0,5-4 0 0,0-1 0 0,0-6-256 0,5 0 36 0,-1-13 109 0,2-6 7 0,-1-4-87 0,2 0 68 0,0-17 43 0,1-4-97 0,-2-9 75 0,0-6 33 0,0-4 0 0,1-6-36 0,0-6 34 0,2-7-9 0,-2 0 43 0,5-4-57 0,-2-8 28 0,4-6 1 0,0 1 53 0,1-8-10 0,-8 22-14 0,-2 7-1 0,-6 14 96 0,-8 13-47 0,-3 14-25 0,0 2 597 0,-2 12-294 0,-8 3-116 0,-1 15-84 0,-2 9 414 0,-5 10-234 0,1 11-113 0,1 7-157 0,5 3 0 0,-3 6 0 0,4 1 0 0,1-1 0 0,-1 7 0 0,3-14 0 0,4 0 0 0,3-2 0 0,0-1 0 0,0-8 0 0,2 6-96 0,9-20-228 0,1-8 121 16,2-6 110-16,1-6-1058 0,2-3 548 0,-1-9 288 0</inkml:trace>
  <inkml:trace contextRef="#ctx0" brushRef="#br0" timeOffset="182159.21">30986 14284 2110 0,'19'-37'0'0,"-5"13"0"0,2 5 0 0,5 8 0 15,-2 0 0-15,1 4 0 0,3 2 0 0,-2 5 208 0,1 0-86 0,0 5-43 0,2 10 106 0,-4 7-74 0,-1 4-28 0,-10 4-84 0,-6 9 38 16,-3 4-1-16,-10 4 1 0,-13 4 61 0,-9 8-22 16,0-12-9-16,-3 1-30 0,-1 0 273 0,-2 0-137 15,2-4-68-15,0 6-47 0,12-16-58 0,2-3 0 16,8-5 0-16,2-8 0 15,9-3 0-15,3 2 0 0,2-12 0 0,18-5 0 16,9 0 0-16,5 0 0 0,2-2 0 0,6-9 0 0,-3-1 0 0,-2-2 0 16,-1-2-519-16,-6 1-12 0,-1-4 216 31,-2-4-881-31</inkml:trace>
  <inkml:trace contextRef="#ctx0" brushRef="#br0" timeOffset="182308.98">30827 14530 2573 0,'-8'-10'0'0,"0"2"0"0,5 4 0 0,3 3 0 0,0 1 0 0,3 0 0 0,16 1 441 0,6 11-202 0,8 4-102 15,7 0 267-15,2 0-267 0,4-1-137 0,3 2 0 16,4 1 0-16,5 0 0 16,7 1 0-16,-9-2-393 0,-3 2-25 0,-2-2 227 0,-6 0 114 0</inkml:trace>
  <inkml:trace contextRef="#ctx0" brushRef="#br0" timeOffset="182449.85">31987 14896 3344 0,'15'-9'0'0,"8"2"0"0,-3 5 0 0,-5 2 0 0,-3 0 0 0,-6 0 0 0,0 0 0 0,-3 2 184 0,-1-1-79 16,-2 1-35-16,-2-2 1 15,-8 0-482-15</inkml:trace>
  <inkml:trace contextRef="#ctx0" brushRef="#br0" timeOffset="183564.56">13082 15598 1059 0,'-28'0'0'0,"7"0"0"0,3 0 0 0,4 0 0 0,0 0 0 0,5 0 0 0,-3 0 0 0,7 0 0 0,2 0 148 0,1 1-54 0,2 2-28 0,0-3 163 15,0 3-100-15,0-3-46 0,3 6 1 0,5-1 9 16,4 1-28-16,3 0 11 0,3 0-38 0,4 3 176 0,5-2-88 0,7-1-44 47,7 1 174-47,7 0-100 0,5-1-64 0,4-2 159 0,10 2-106 15,10-4-54-15,11 3-26 0,28-5 199 0,11 0-239 0,16 0-25 0,17-5 0 0,18-6 0 0,12 0 0 0,25-5 0 16,-24-2 0 0,13-3 0 15,5-2 0-16,11-3 0-15,-8 0 0 0,25-2 0 0,-50 7 0 0,-7 2 0 0,-2 6 0 0,-17 5 0 0,-20 5 0 0,-2 3 0 16,-38 0 0-16,-13 0 0 0,-13 5 0 0,-14 3 0 0,-19 0-4 0,-3-1-48 0,-20-2 80 0,-7 0 0 0,-10-4-57 31,1-1 11-31,-3 0 65 32,0 0-47-17,-12 0 0-15,-7-6 0 0,-9-4 0 0,-2 1 0 0,2 2 0 0,-5 5-1162 0</inkml:trace>
  <inkml:trace contextRef="#ctx0" brushRef="#br0" timeOffset="184219.68">15124 15940 1849 0,'-7'-6'0'0,"2"-1"0"0,-1 5 0 0,1 2 0 0,0 0 0 0,-2 19 0 0,0 6 0 0,-2 11 0 0,-1 3 523 0,2 9-243 0,2 1-122 0,-1 8 11 0,3 2-66 0,3 9-24 15,1-15-10-15,0-2 46 16,3-4-40-16,10-8 1 0,-1-7-40 0,5-3-39 0,-3-19 14 0,4-3 1 31,1-7-92-31,0 0 57 0,4-19 30 0,3-7 10 0,-1-7-224 0,-4-8 115 0,2-4 15 16,0-2-207-16,-4-3 116 0,5-8 66 0,-6 9 9 16,-2 1-13-16,-1-5 35 0,0 4 0 0,0 3 34 15,-2-7-42 1,-7 17 42-16,-2 11 1 0,-2 7 295 0,-2 7-148 15,0 11-73-15,0-3-47 0,-6 3 605 0,0 15-294 0,-2 10-101 16,1 8 219-16,1 4-420 0,0 10 0 0,5-1 0 16,1-1 0-16,0 3 0 0,0 0 0 15,1-1 0-15,5 6 0 0,5-10 0 0,0-2 0 0,6-7 0 16,-1-2 0-16,4-3 0 0,-1-13-42 16,-2-7-273-16,3-7 167 0,-4-2 13 0,1 0-853 15,-1-2 467-15,-6-7 247 16,-3-2 119-16,-2-3-540 15,-5-1 348-15</inkml:trace>
  <inkml:trace contextRef="#ctx0" brushRef="#br0" timeOffset="184404.79">15669 16254 1770 0,'5'-8'0'16,"1"2"0"-16,2 2 0 0,1-2 0 0,6 1 0 0,1 5 0 0,6-3 0 0,0 3 441 0,3 0-202 0,1 3-101 0,2 4 324 15,0 6-212-15,0 2-98 0,-7 2-63 0,-6 0 57 0,-2 5-55 0,-9 1-27 16,-2 1-96-16,-2 5 43 15,-7-5-9-15,-13 0 34 0,-8-2-114 0,-1-1 57 0,-4 0 28 0,-3-2 8 16,5-7-145-16,0-5 82 16,4-1 41-16,6-6-598 0,3 0 291 0,1 0 98 15,13-3 94-15,4-15-547 0,1-5 317 16</inkml:trace>
  <inkml:trace contextRef="#ctx0" brushRef="#br0" timeOffset="184576.07">16035 16154 2661 0,'2'-7'0'16,"0"-1"0"-16,-1 5 0 0,-1-2 0 0,0 4 0 0,-1 1 0 0,-9 1 0 0,-1 11 0 0,-1 7 517 0,1 1-241 0,3 7-119 16,0 1 163-16,5 4-320 0,3 3 0 0,0 0 0 15,3-1 0-15,11 1 0 0,5 0 0 0,1-2 0 16,8-1 0 15,3-10 0-15,5-7 0-16,6-8-390 0,2-7-49 0</inkml:trace>
  <inkml:trace contextRef="#ctx0" brushRef="#br0" timeOffset="185341.74">20438 15262 1749 0,'-29'-7'0'0,"-4"-3"0"0,10-1 0 0,5 6 0 0,5 1 0 0,6 2 0 0,6 0 0 0,1 1 0 16,8 1 0-16,20 0 0 0,12 0 0 0,9 0 492 0,16 1-228 0,14 1-105 0,2 0 314 0,11 0-219 31,8-2-108-31,17 0 188 0,19 0-274 0,33 0-60 0,-12 0 0 0,15 0 0 0,8 0 0 0,3 0 0 0,-1-2 0 16,16-3 0-16,-44 1 0 15,-7-1 0-15,-4 3 0 0,-15-3 0 0,-16 2 0 0,-7 1 0 0,-36 0 0 16,-8 2-4 0,-8 0-91-16,-9 0-141 0,-15-2 82 0,-12 0 55 0,-15 1 14 0,-2 1-179 15,-12-2 114-15,-17-2 57 0,-9 2 19 0,-4 0-493 0,-5 2 265 31,-4 0 133-31</inkml:trace>
  <inkml:trace contextRef="#ctx0" brushRef="#br0" timeOffset="186131.5">21759 15741 1420 0,'0'-8'0'0,"0"2"0"0,0 3 0 0,0 1 0 0,0 2 0 0,0 7 0 0,0 8 340 0,0 9-157 0,0 5-73 0,0 7 227 0,0 1-150 0,0 2-76 0,2 3-1 0,-1-5-41 0,0 2-1 0,5-3-32 0,-1-4 27 0,3-5-27 0,4 1 9 0,0-13-9 0,4-9-38 0,4-6 0 16,2 0 37-16,3-14 1 0,4-12-93 0,-2-5 42 0,0-5 25 0,-1-4-191 0,0-3 78 0,-2-1 59 0,2-3-37 0,-6 5 39 0,-1 1 6 0,-2 4 1 0,-6 5 55 0,0 6-1 0,-3 5-63 0,-7 10 24 0,-1 10 291 0,0 1-137 0,0 0-63 0,-3 7-36 0,-1 12 306 0,-4 9-146 0,2 5-79 0,1 5 43 0,3 3-159 0,1 4 0 0,1-7 0 0,0 3 0 0,3-4 0 0,6 1 0 0,5-3 0 0,5 2 0 0,-3-12 0 0,4-4 0 0,0-6-16 0,4-5-230 0,-2-6 97 0,4 3 7 0,-9-7-834 0,-1 0 470 0,-1-3 235 0,-3-5-462 0</inkml:trace>
  <inkml:trace contextRef="#ctx0" brushRef="#br0" timeOffset="186229.49">22451 15976 1734 0,'1'-6'0'0,"0"-2"0"0,2 3 0 0,-2 4 0 16,1-1 0-16,1 2 0 0,2 0 287 0,3 4-116 0,1 10 170 0,2 2-152 0,2 2-77 0,4 3-38 0,1-1-346 0,1 3 162 0,1-5 69 0,2 0 38 0,-1-1-303 0,5-2 171 0,0-3 86 0,5-2 51 0</inkml:trace>
  <inkml:trace contextRef="#ctx0" brushRef="#br0" timeOffset="186325.25">22937 15838 1823 0,'-5'-14'0'0,"0"1"0"0,-2 6 0 0,0 4 0 0,0 3 0 0,-2 17 0 0,0 10 721 0,-4 11-333 0,4 7-181 0,-3 10 478 0,2 8-578 0,-2 3-107 0,-2 6 0 0,0 17 0 0,2-9 0 0,-2 3 0 0,4-4 0 47,-2-4-180-47,0-7-147 0,0 0 190 0,0-20 82 0,4-6-451 0,-4-4 270 0,0-1 137 0</inkml:trace>
  <inkml:trace contextRef="#ctx0" brushRef="#br0" timeOffset="187027.83">26986 15276 1970 0,'-35'-7'0'0,"0"3"0"0,2 1 0 0,-1 3 0 0,13 3 0 0,6 5 0 0,4-2 0 0,9 0 303 0,2 0-134 0,5 2-56 15,28-2 464-15,15 3-270 0,17-5-135 0,18 1 148 0,17-5-320 0,16 0 0 0,-2 0 0 0,13 0 0 0,12-6 0 0,19-3 0 0,20-3 0 0,29-2 0 0,-28 1 0 0,1-1 0 0,0 0 0 0,-16 5 0 0,-16 2 0 0,0 2 0 0,-47 3 0 0,-15 2 0 0,-19 0 0 0,-13 0 0 0,-15 3 0 0,-5 4 0 0,-22-2 0 0,-8-1 0 0,-4-4 0 0,0 3 0 0,-6-3 0 0,-14 0-308 0,-7 0 6 0,-9 0 133 0,-3 0-568 0,-3 0 350 0,-1 0 176 0,-7 0 78 0</inkml:trace>
  <inkml:trace contextRef="#ctx0" brushRef="#br0" timeOffset="187392.23">28150 15716 2043 0,'-18'6'0'0,"1"8"0"0,-2 12 0 0,1 6 0 0,-2 7 0 0,5-4 0 0,-1 3 440 16,2 1-202-16,7-1-102 16,1-1 253-16,6 1-167 0,0-13-98 0,10-3-44 0,9-5-64 0,7-3 20 15,3-7 0-15,4 0 9 16,0-7-45-16,0 0 0 0,3-7 36 0,-1-7-145 0,-1-3 72 15,2-3 45-15,-8-2-8 0,-3-2-129 0,0-2 83 16,-5-4-29-16,0-2 43 0,4-6-14 16,-12 8 2-16,-2-3 1 0,0 3 145 0,-3 0-60 15,-5 3-26-15,1 1-7 0,-3 11 333 0,0 4-210 16,-4 5-132-16,-8 5 0 0,0 1 0 0,-3 1 0 16,-1 16 0-16,3 10 0 15,-1 3 0-15,3 4 0 0,4 5 0 0,3-1 0 0,-1-1 0 0,5 1 0 16,0 0 0-16,0-2 0 15,0 5 0-15,3-9 0 0,5-1 0 0,2-4 0 16,3-6 0-16,0-1-70 0,4-2-300 16,0-12 172-16,2-2 81 0,-2-4-722 0,1 0 401 0,3 0 202 15</inkml:trace>
  <inkml:trace contextRef="#ctx0" brushRef="#br0" timeOffset="187651.99">28731 15937 1748 0,'6'-17'0'0,"-4"3"0"0,4 5 0 0,3-2 0 0,-2 7 0 0,6 1 0 0,-2 1 0 0,4 2 592 0,2 0-278 0,3 0-130 0,-1 9-79 16,-2 4-40-16,2 3-29 31,-2 2 0-31,-2 1-165 0,-1 4 91 0,-7 0 33 0,-4 2-1 0,-3 3 7 16,0 0 0-16,-5 2 35 31,-9 2 301-31,-3-3-155 0,0-1-73 0,-5-1-36 0,3 0 217 0,-1-1-290 0,0 1 0 0,8-6 0 0,2-3 0 0,3-4 0 0,7 1 0 0,0-4 0 15,7-2 0-15,14-9 0 0,9 0 0 0,3 0 0 16,6-6 0-16,4-5 0 0,-4-2-228 0,0 1-160 16,-6-2 108-16,-4 2 129 0,-7-1-821 0,-3 1 459 15,-14-2 243-15</inkml:trace>
  <inkml:trace contextRef="#ctx0" brushRef="#br0" timeOffset="187814.53">28669 16153 2698 0,'-9'-8'0'15,"3"1"0"-15,5 5 0 0,1 2 0 0,1 0 0 0,14 0 0 0,6 0 0 0,8 9 0 0,8-1 484 0,2 1-225 0,7-1-102 0,-1-1-204 0,1 0 41 0,8 0 1 0,1 0 41 0,1-3-1109 0,2 2 546 0</inkml:trace>
  <inkml:trace contextRef="#ctx0" brushRef="#br0" timeOffset="187932.37">29574 16284 3673 0,'1'-11'0'0,"3"1"0"0,4 1 0 16,0 5 0-16,-2-1 0 0,0 2 0 0,-2 1 258 0,-1 2-258 0,0 0 0 0,-1 0 0 0,-2 0 0 0,0 0 0 0,0 0-630 16,0-3 57-16,0 2 269 0,0-2 134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57" units="1/cm"/>
          <inkml:channelProperty channel="Y" name="resolution" value="1820.3889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12-21T01:36:04.3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21460 3664 1324 0,'-11'-5'0'15,"1"-4"0"-15,2 4 0 0,3 1 0 0,0 1 0 0,1 0 0 0,2 0 288 0,2 0-116 16,0-1-72-16,0 2-32 0,9-4 149 0,6 1-91 0,2-2-44 31,6-1 191-31,-1 3-123 0,3 1-56 0,-1 4-29 0,3-3 81 0,-1 3-55 0,2 0-17 0,-5 6-5 16,-2 5 0-16,-1 5-32 0,-2 7 0 0,-4 0-42 31,-3 9 52-31,-8-1-10 0,-3 4 0 0,0 0-44 0,-5-1 44 0,-9 1 0 0,-5 3 52 0,-2-11-9 16,-3 0-43-16,1-4-5 0,-4-5-4 0,2-4-28 15,-1 0 0-15,4-9 0 16,3-4-1-16,1-1 2 0,2 0-1 0,2-1-360 16,0-7 174-16,9-3 96 0,1-2 33 0,4-2-216 15,0 1 100-15,3-4 73 0,5 2-463 0,6 0 267 16,4 1 130-16,0 2-409 0,3 0 268 0,3-1 127 15</inkml:trace>
  <inkml:trace contextRef="#ctx0" brushRef="#br0" timeOffset="222.84">21837 3647 1454 0,'-1'-14'0'0,"-4"6"0"0,2 1 0 0,-2 1 0 0,0 3 0 0,1 1 0 0,-5 1 630 0,2 1-301 0,0 6-146 16,-2 6-73-16,1 5 285 0,0 6-179 0,-2 3-80 15,3 0 62-15,4 0-81 16,-2 3-39-16,5-3 7 0,0 1-85 0,0 1 0 16,2-5 0-16,10 1 0 0,0-5 0 0,5 1 0 15,0-5 0-15,5 4-186 0,0-7 44 0,-1-3 89 16,2-3 46-16,0-1-274 0,-1-3 80 16,3 1 96-16,-5-3-534 0,2 0 301 0,-3 0 150 0,1-5-398 15,-2-3 275-15,3 1 128 0</inkml:trace>
  <inkml:trace contextRef="#ctx0" brushRef="#br0" timeOffset="472.62">22164 3920 1363 0,'-3'0'0'0,"0"0"0"0,0 0 0 0,2 0 0 0,-3 0 197 0,3 1-84 15,1 3-38-15,0 1 597 16,0 0-318-16,0 1-158 0,0 3-71 0,0 0 80 0,0 4-84 0,0 3-42 16,0 0 0-16,-5 3-180 15,2 0 78-15,-1 1 26 0,-1-1-308 0,-2 0 171 16,1-2 85-16,-3-2-188 16,1 2 146-16,2-7 36 0,-3-3 42 0,3-2-673 15,1-5 324-15,3 0 163 0</inkml:trace>
  <inkml:trace contextRef="#ctx0" brushRef="#br0" timeOffset="658.88">22330 3690 3270 0,'1'0'0'0,"-1"0"0"0,0 0 0 0,2 0 0 0,-2 0 0 0,1 0 0 0,1 1 0 0,0 4 0 0,4 2 452 0,0 2-243 0,2 2-209 15,3 0 0-15,-2 2 0 16,5 2 0-16,-1 2-34 0,3 1-52 0,0-1 71 0,0 0 21 0,0-2-692 15,-1 2 362-15,-2-5 180 0,-2 0 91 0,4-2-824 16,-6-3 425-16,0-5 208 16,-2-2-279-16</inkml:trace>
  <inkml:trace contextRef="#ctx0" brushRef="#br0" timeOffset="864.46">22666 3573 2268 0,'2'-15'0'0,"-1"5"0"0,1 3 0 0,-1 3 0 0,-1 1 0 0,0 3 0 0,0 0 0 0,0 3 420 0,0 13-192 0,0 6-96 0,0 10 408 0,-8 2-252 16,-4 12-233-16,1-1-55 0,-2 6 0 0,-2 3 0 16,0 2 0-16,-4 9 0 0,-3 12 0 0,5-9 0 15,-3 3 0-15,1-4 0 0,5-4 0 32,-1-4 0-32,4-1-315 0,3-18-48 0,4-9 199 31,0-7-4-31,1-4-689 0,3-6 410 0,-1-1 196 0</inkml:trace>
  <inkml:trace contextRef="#ctx0" brushRef="#br0" timeOffset="1016.99">22920 4282 2310 0,'2'4'0'0,"-2"-3"0"0,0 2 0 16,0-1 0-16,2 2 0 0,-2-2 641 0,0-1-303 0,0 0-151 0,0-1 268 0,0 1-455 0,0 2 0 0,0-3 0 0,0 1 0 15,0-1 0-15,0 0 0 16,1 0 0-16,-1 0-91 0</inkml:trace>
  <inkml:trace contextRef="#ctx0" brushRef="#br0" timeOffset="2460.96">24616 3273 1528 0,'0'-3'0'0,"0"-5"0"0,2 1 0 0,-1 4 0 0,2-1 0 0,-2 2 0 0,3 1 408 15,0 0-175-15,1 1-102 0,1 0-15 0,-1 6-39 16,-1 6 0-16,-1 4-72 0,-2 2 11 0,-1 6 22 15,0 0 0-15,-1 3-121 0,-9 1 61 16,-3 3 30-16,-2 3 9 0,-2-6-89 0,2 2 55 16,-5-3 28-16,-4-1-15 0,1 4-1 0,0-10-5 15,1-2 183 17,1-5-81-32,3-5-42 15,5-1 0-15,-1 1 99 0,8-8-65 0,5 0-14 0,1 0-1 0,0 0 52 0,0 2-42 0,3 5 10 0,7 1-51 0,0 4 48 16,-2 3-1-16,0 4-46 0,-2 2-42 0,-1 8 9 15,-1-4 32-15,-1 4 1 0,-1 3-175 0,-2-1 87 16,0-2 44-16,0 7-143 0,0-8 83 0,0 0 16 0,0-6 31 16,-2 0-445-16,1-5 216 0,-3-1 66 15,2-7 76-15,0-4-393 32,2-5 229-32,0 0 115 0,0-7 58 0,0-12-402 0</inkml:trace>
  <inkml:trace contextRef="#ctx0" brushRef="#br0" timeOffset="2751.91">24453 3677 826 0,'0'-22'0'0,"0"8"0"0,-2 2 0 0,2 1-1 0,0 5 0 0,0-1-1 0,0-2 649 0,2 5-311 16,8 0-152-16,6 4 272 0,2-3-211 47,1 3-105-47,3 0 73 0,0 0-93 0,2 0-41 0,1 0 0 0,-1 3-68 0,-2 4 26 0,4-2 10 0,-7 1-9 0,-5 0-25 0,3 0 0 0,-6 2 25 0,1 1 103 0,-4-1-56 15,-3 1-24-15,-2 3 1 0,-1 1 2 0,1 1-64 31,0 3 0-31,-2 0 0 0,-1 5 0 0,0-1 0 0,0 4 0 0,2-1 0 0,0 5 0 0,2 0 0 16,-2-2 0-16,4 2 0 0,-2-1 0 16,0-2 0-16,1 6 0 0,1-8-96 47,-1-1-72-47,-1-4-494 0,-1-2 312 0,-2-4 156 0,0 1 69 0,1-7-403 0,-2-2 246 0,0-4 122 0,-3-1 61 0,-5 0-335 46,-4 0 189-46,1-3 108 0,-4-13 50 0</inkml:trace>
  <inkml:trace contextRef="#ctx0" brushRef="#br0" timeOffset="2869.73">24524 3839 1242 0,'-13'-5'0'0,"3"-1"0"0,3 0 0 0,-2 4 0 0,7-1 0 0,2 3 0 0,0-3 316 0,2 3-139 0,12-1-70 16,3-1 317-16,0 2-198 0,3-1-94 0,2 1-48 16,-2 0-1-16,1 0-45 0,2 0 9 0,-4 0-497 31,-2 0 243-31,0 0 123 0,-3 0 61 0,2 3-642 0,-7 4 336 0,-1 1 170 0</inkml:trace>
  <inkml:trace contextRef="#ctx0" brushRef="#br0" timeOffset="3017.26">24594 3934 1275 0,'-14'0'0'0,"3"0"0"0,-2 0 0 0,4 0 0 0,1 0 0 0,4 0 0 0,1 0 539 0,3 0-251 0,0 0-116 0,0 0-4 0,1 0-66 15,6 0-32-15,8 0 0 0,-3 0-179 0,1 0 82 16,2 0 28-16,-1 0-524 0,-1 4 280 0,1 3 141 15,-5 1 69-15,1 3-668 16,-2 1 342-16</inkml:trace>
  <inkml:trace contextRef="#ctx0" brushRef="#br0" timeOffset="3179.45">24604 4123 1241 0,'-13'4'0'16,"-2"1"0"-16,3 0 0 0,3-3 0 0,-2-1 0 0,3-1 0 0,2 0 0 0,-1 0 565 0,5 0-269 0,2 0-129 0,0 0-65 0,0-3 212 0,6-9-139 0,5 4-59 0,1-2-129 0,2 1 25 0,2-1 0 0,1-1-156 0,0 5 91 0,0-6 55 15,0 7-10-15,0-2-512 0,-1 1 278 0,0-2 118 0,3 2 84 0,-2 2-682 0</inkml:trace>
  <inkml:trace contextRef="#ctx0" brushRef="#br0" timeOffset="3490.99">25164 3359 1308 0,'0'-9'0'0,"-2"2"0"0,2-1 0 0,0 6 0 0,0-4 279 0,0 5-125 15,2 1-59-15,4 0 230 0,5 0-144 0,-2 0-72 0,3 5-27 0,-4 5-377 16,4 1 166-16,-5 1 83 0,0 4 42 0,-1 0-678 16,-3 4 313-16,-2-2 170 15,-1 0-91-15,0 1 126 0,-4-2 63 0,-9 0 33 0,2 0 100 0,-4-5-29 16,-1 0-1-16,-2-1 115 0,-2-4-76 0,1-1-40 15,-1 4-9-15,2-8 497 16,1 0-263-16,2-2-73 0,5 0-85 0,2 0 632 16,2 0-323-16,6 0-174 0,0 0 187 0,8-4-177 15,11-6-88-15,3 3 135 0,6-1-102 16,0-1-65-16,3 1-28 0,-1-1-56 0,-2 3 1 16,6 0 8-1,-10 1-18-15,2 2-354 0,-3-1 162 0,-6 4 115 0,0 0 57 0,1 0-737 16,-9 0 292-16,-4 5 214 0,-3 5-440 0,-2 1 327 0</inkml:trace>
  <inkml:trace contextRef="#ctx0" brushRef="#br0" timeOffset="3655.62">25206 3591 1694 0,'-8'0'0'15,"1"0"0"-15,2 0 0 0,0 0 0 0,-2 0 0 0,5 1 399 0,0 4-181 0,2 4-91 0,0 1 278 0,0 0-185 0,0 5-82 0,0-1-55 0,0 2-91 16,0 1 1-1,2 1 44-15,0 0 0 16,2 0-480-16,2-1 235 0,-1-5 123 0,-1 2-635 0,1-4 362 0,0-2 182 0,2-1-423 16,1-7 285-16</inkml:trace>
  <inkml:trace contextRef="#ctx0" brushRef="#br0" timeOffset="3807.83">25295 3623 1673 0,'2'-11'0'16,"-1"4"0"-16,1-1 0 0,-1 3 0 0,-1 1 0 0,3 1 0 0,-3 2 0 0,0 1 309 0,2 0-137 0,-2 1-67 0,1 6 189 15,-1 1-120-15,1 4-73 0,-1-1-32 16,0-1-303-16,0 4 135 0,0-2 68 0,0 0 43 0,0-1-251 0,0 3 137 16,0-4 70-1,0 2-637-15,0-3 342 0</inkml:trace>
  <inkml:trace contextRef="#ctx0" brushRef="#br0" timeOffset="4309.42">25057 3759 1251 0,'-13'0'0'0,"0"3"0"0,3 0 0 0,5 0 0 0,0 0 0 0,4 1 0 0,1 0 410 0,0 0-177 0,0 0-103 16,5 0-46-16,6-3-201 15,5 0 78-15,-1-1 37 0,5 0 10 0,2 0-166 0,1 0 98 0,-1 0 48 16,0 0-537-16,1-5 269 0,1 0 131 0,-4-4-203 16,3 0 158-16,-5 3 78 0,-1-3 54 0,0 1 71 46,0 0-19-46,-4 1-15 0,-4 3 25 0,-2-1 333 0,-2 1-203 0,-3 3-84 0,0 0-50 0,-2 1 648 0,-2 0-317 0,-8 6-86 16,1 3 103-16,-5 3-144 0,6 3-86 0,-3-1 197 16,2 1-136-16,3 0-70 15,0 0-33-15,4 3-1 0,2-3-34 0,0-1 0 0,0 1 0 0,1-1-178 16,6-1 89-16,0 3 53 16,1-3-8-16,3 1-234 0,-6 0 139 0,4 1 45 31,-5 0-208-31,-2 2 90 15,0 1 80-15,-2-1-4 0,-2-1 31 0,-11 1 0 0,1 0 31 0,-8 1 60 0,1-3-25 0,-5-2 0 0,0-4-35 0,-2-4 65 16,0 0-33-16,-3-2-8 16,5-3-24-1,3-2 59-15,-2-9-25 0,4-8 9 0,5 1 36 0,-2-3-23 0,7 1 3 0,6 2 107 16,0 1-66 0,3 4-27-16,0-1 0 0,1 1 389 0,9 8-202 0,4-2-77 15,3 2-57-15,3 3 274 0,5 0-163 0,3 2-73 0,-3 0-49 0,4 2 61 16,-3 8-139-16,3 2 0 0,-1 1 0 0,3 1 0 0,-4-1-3 0,1 5-295 31,1-1 168-15,-1-3 83-16,2 4 42 0,3-4-838 15,-6-1 414-15,2-6 150 0</inkml:trace>
  <inkml:trace contextRef="#ctx0" brushRef="#br0" timeOffset="4467">25761 3549 2456 0,'-10'-8'0'0,"3"1"0"0,2 4 0 32,0 1 0-17,1-1 0-15,-1 3 0 0,4 0 362 0,-1 3-162 0,1 6 41 0,1 4-102 0,0 4-52 0,0-1-16 0,0 2-257 0,0 1 112 0,1-2 55 0,5-3 27 0,-4 1-755 16,2 0 373-16,-1-4 187 0,-1 0 93 0,0-3-574 16,-2-2 316-1,0-3 157-15</inkml:trace>
  <inkml:trace contextRef="#ctx0" brushRef="#br0" timeOffset="4709.89">25672 3388 1404 0,'0'-31'0'0,"0"9"0"0,2 1 0 0,5 3 0 0,3 4 0 0,7 0 0 0,3 1 0 15,1 8 237-15,8 1-100 0,0 3 278 0,4 1-189 0,3 0-95 16,5 0-39-16,-9 3 125 0,-2 4-91 0,3 1-45 31,-6 2-23-31,3 2 44 0,-11-2-38 0,0 1 1 0,-4 3-29 0,-5-1 112 0,-1 1-55 16,0 3-20-16,-8 0 153 0,2 4-226 0,-3-1 0 0,0 0 0 31,0 2 0-31,0 5 0 0,0-6 0 0,0 1 0 0,0-1 0 0,0-1 0 16,-3 2 0-16,3 2 0 0,0-7-59 15,0 0 18-15,0-2 25 0,-1-3-919 0,1-2 450 0,-3 2 215 32,0-4-551-32</inkml:trace>
  <inkml:trace contextRef="#ctx0" brushRef="#br0" timeOffset="4866.84">25797 3493 1544 0,'-22'-2'0'0,"6"-1"0"0,5 3 0 0,4 0 0 0,7 0 0 0,0 0 726 0,4 0-346 0,15 0-171 0,2 0-87 0,8 0 272 0,-1 0-184 32,0 0-86-32,2 0-191 0,1 0 52 0,-3 4 26 0,3-1 8 0,-6 1-678 0,-5-1 348 15,-2 0 173-15,0 5-824 0,-7 1 463 16</inkml:trace>
  <inkml:trace contextRef="#ctx0" brushRef="#br0" timeOffset="5010.02">25862 3650 1436 0,'-16'0'0'0,"3"2"0"0,0-2 0 0,1 3 0 0,4-2 0 0,5 2 0 0,3-3 0 16,0 0 610-16,3 0-287 0,13 0-144 0,4 0-62 0,5 0 275 0,0 0-177 0,6 0-90 15,-2 0-265-15,1-3 88 16,1-1 53-16,-6 4-9 0,-5-2-259 0,1 2 152 15,-2 0 75-15,-3 0-744 0,3 0 412 0</inkml:trace>
  <inkml:trace contextRef="#ctx0" brushRef="#br0" timeOffset="5207.93">25561 3830 1740 0,'-15'0'0'0,"-2"0"0"0,9 1 0 0,8 2 0 0,0-3 0 0,8 4 0 0,13-4 503 0,12 1-225 0,8-1-126 0,7 0 330 16,8 0-223-16,0-1-111 0,7-3-30 0,-7 0-45 16,5-2-1-1,-2 2-36-15,-3 1-246 0,-7-1 122 0,2 1 72 0,-20 2 21 0,-5 1-529 16,-9 0 281-16,-9 0 139 16,-5 0 70-16,-3 5-878 0,-3 1 443 0</inkml:trace>
  <inkml:trace contextRef="#ctx0" brushRef="#br0" timeOffset="5363.43">25801 3941 1733 0,'-9'7'0'0,"0"2"0"0,4-2 0 0,0 8 0 0,0-1 0 0,3-1 291 0,2 4-128 0,0-2-63 0,0 2 29 0,0-1-46 16,0 1-15-1,2 0-9-15,3-5-358 0,0 1 168 0,-2-3 83 0,1-1-657 0,0-1 330 16,0-5 177-16,-2 0 84 0</inkml:trace>
  <inkml:trace contextRef="#ctx0" brushRef="#br0" timeOffset="5655.22">25788 4027 1921 0,'0'-11'0'0,"0"1"0"0,1 0 0 0,7 2 0 0,2-3 0 0,7 1 0 0,2 4 0 0,8 2 0 0,3 0 0 0,2 4 292 31,4 0-119-31,-3 0 50 0,-1 8-94 0,-5 3-47 0,-2 2-23 0,-3 4-180 0,-1-1 88 0,-11 1 30 0,-4 2-1 0,-4-2-125 16,-2 0 83-16,0-2 41 0,-6 3-400 0,-7-7 215 0,-4-1 39 0,-1-2 79 16,-2-2-421-16,-1-3 229 0,-4 1 105 0,3-4-176 0,-1 0 149 0,0 0 76 0,3-4 36 0,2-5 7 15,-4 1 35-15,8-2 32 0,2 3 0 0,2-1 0 16,2 3 0-16,1-2 0 0,3 0 461 0,4 1-267 31,0 2-115-31,1 0-57 0,12 3 573 0,0-1-282 0,3 0-122 0,1 2 118 0,3 0-136 0,2 0-69 16,-2 0-34-16,2 0-228 0,-2 0 106 15,-3 0 39-15,-2 5 25 0,-1-1-259 0,-1-1 141 16,-4 1 71-16,0 4-623 0,-6-4 331 16</inkml:trace>
  <inkml:trace contextRef="#ctx0" brushRef="#br0" timeOffset="5783.06">25884 4175 872 0,'-9'0'0'0,"0"0"0"0,4 0 0 0,0 0 0 0,0 0 0 0,5 0 0 0,0 0 179 0,0 0-71 16,8 0-37-16,6 0 240 0,3 0-129 47,3 0-77-47,-1 3-159 0,1-3 46 0,-1 0-1 0,0 0 45 0,-1 2-466 0,-4 1 226 0,-4 1 117 0</inkml:trace>
  <inkml:trace contextRef="#ctx0" brushRef="#br0" timeOffset="5929.7">25864 4292 877 0,'-11'0'0'16,"-3"1"0"-16,8-1 0 0,0 3 0 0,3-3 0 0,2 2 375 0,1-1-169 0,0 0-76 0,4 0 223 15,9 2-159 1,3-3-79-16,1 1-49 0,2 0 0 0,2-1-21 0,-3 0-9 0,0 0-400 16,-2 0 200-16,0 0 100 0,-2 0 50 0,-1 0-624 15,-4 0 318-15</inkml:trace>
  <inkml:trace contextRef="#ctx0" brushRef="#br0" timeOffset="6205.01">25999 4059 1104 0,'0'0'0'0,"0"0"0"0,0 0 0 0,0 0 0 0,0 0 0 0,0 3 220 0,0 9-93 0,0 5-45 0,0 6 108 15,0 5-81-15,0 5-37 0,-6 5-121 0,-2 2 42 0,-3 0 1 16,-6 5 51-16,-2-7-101 0,1-3 47 0,-6-5 22 16,1-5 0-16,3-8 112 15,-5 3-36-15,9-14-9 0,4-3 254 0,4-3-149 0,4 0-74 0,1 0 307 0,3 0-181 31,0-1-105-31,12 1-49 0,7 0 149 0,5 0-175 0,2 0-57 0,8 0 0 16,-2 1 0-16,1 5 0 0,3 0 0 0,-2-1 0 16,2 2 0-16,1-1 0 0,-5 0 0 0,-4 1 0 15,0-3-81 17,-4 0 5-32,-5 1 55 0,5-1-1000 0,-12 1 472 0,-4-2 256 0</inkml:trace>
  <inkml:trace contextRef="#ctx0" brushRef="#br0" timeOffset="7391.31">24354 4759 1729 0,'-6'0'0'0,"4"0"0"0,-1 0 0 0,0 0 0 0,1 5 0 0,2 4 0 0,0 2 0 0,0 0 164 0,0 3-63 0,2 1-33 0,2 2-53 0,3-3-9 15,5 2 31-15,-5 2-1 0,3-1-275 0,-3-3 137 0,2 2 79 0,-3-5 25 0,-2-1-319 16,-1-1 164-16,1-4 83 0,-2-2-126 0,-2-2 45 31,0-1 62-15,0 0 68-16,0-8-15 0,-9-7-1 0,3 0 1 0,-1-4 67 0,-2 1-30 0,1-2 1 0,0 0-39 0,5 1 253 15,-2 3-122-15,2 0-34 0,3 2-36 0,0 1 375 16,0 4-188-16,10-1-51 0,8 0 99 0,4 3-102 16,9 1-65-16,2 3 37 0,3 3-46 15,4 0-23-15,4 0 9 0,-7 9-86 0,0 8 27 0,-8 0 0 16,-1 3 27-16,-8 4-257 16,-3 2 137-16,-14-4 55 0,-3 6 33 0,-2-3-174 15,-16 0 54-15,-10-1 58 0,-2 0 140 0,-4-7-46 0,-4-6-44 16,2-2 320-16,-2-1-157 0,3-5-77 15,0 0-26-15,7-3 336 16,4 0-176-16,7 0-88 0,3-3-45 0,6 0 102 0,1-3-64 0,7 1-79 47,0-1-39-47,9 0 0 16,9-1 0-16,5 1 0 0,2 1 0 0,2-1 0 0,1 3 0 0,-1 1-71 15,-1 2-75-15,-1 0 91 0,1 0 55 0,-5 0-560 0,-2 0 238 0,-5 0 147 0,3 0 50 0,-5 2-181 16,2 1 126-16,-6 1 76 0,-4-2 34 0,-1-2-381 0,0 0 207 0,-3 0 104 0,0-2-272 0,0-12 192 31</inkml:trace>
  <inkml:trace contextRef="#ctx0" brushRef="#br0" timeOffset="7542.25">24550 4552 2344 0,'-14'-14'0'0,"2"3"0"0,5 4 0 15,0 0 0-15,4 7 0 0,3 0 0 0,0 11 0 0,0 13 0 0,0 5 363 0,7 7-155 0,2 6-90 0,3 3 229 0,0 6-156 0,0 3-77 16,1 1-39-16,1 13-190 15,-2-10 71 1,1 2 49-16,-2 1-9 0,-2-2-159 0,-1-1 100 0,1 6 59 0,-3-15-548 0,-2-3 253 16,3-8 160-16,-4-9-697 0,2-7 400 0</inkml:trace>
  <inkml:trace contextRef="#ctx0" brushRef="#br0" timeOffset="7689.85">24957 4714 1946 0,'0'-6'0'0,"0"3"0"0,0-2 0 0,0 1 0 0,0 3 0 0,0 1 0 0,0 0 0 0,0 7 283 0,0 6-123 0,0 4-53 15,0 2-40-15,1 3 0 16,3 4-31-16</inkml:trace>
  <inkml:trace contextRef="#ctx0" brushRef="#br0" timeOffset="7817.16">24951 5135 1661 0,'-9'7'0'0,"2"1"0"0,2 0 0 0,1 0 0 0,3-1 0 0,-1 2 0 0,2-2 386 0,0 0-180 0,0 3-84 0,0-3 137 31,3 0-111-31,5 2-57 0,0 0-18 0,1-2-454 0,-2 0 208 0,0-2 104 0,5-1 53 0,-5 0-817 16</inkml:trace>
  <inkml:trace contextRef="#ctx0" brushRef="#br0" timeOffset="8105.38">25202 4789 1033 0,'15'-15'0'0,"1"2"0"0,4 3 0 0,3 0 0 0,5 1 154 0,-5 3-63 0,3 3-28 0,0 2 437 0,0-1-232 0,3 2-116 0,-1 0-49 0,-5 0 134 0,-4 0-101 0,1 5-49 16,-5 2 79-16,-1 1-65 15,1 1-23-15,-9 1-10 0,1 2 154 0,-3 2-93 16,-1 3-46-16,-2 2 99 0,1 7-104 0,-2-3-78 15,0 5 0-15,2-1 0 0,-1 2 0 0,0 5 0 16,2 3 0-16,1-4 0 16,0 0 0-16,-1 1 0 0,1-1 0 0,-1 5 0 15,2-5 0-15,-4-3 0 0,1-3-604 0,-2 1 233 0,0-5 174 0,0 6-479 16,-5-14 324-16,-5 2 159 0,-3-4 78 0,0 0-212 31,-4-4 145-31</inkml:trace>
  <inkml:trace contextRef="#ctx0" brushRef="#br0" timeOffset="8538.6">25194 5121 2383 0,'-5'0'0'0,"-1"0"0"0,-1 0 0 0,4 0 0 0,2 0 0 0,-1 7 0 0,2 6 0 0,0 0 0 0,0 3 462 0,2 3-214 0,4-1-105 0,3 4-410 0,-2-4 148 0,2 0 77 0,1-2 39 0,-1-2-255 0,-3-2 147 0,2 1 82 0,-5-8 28 0,1 1-576 15,-2-5 283-15,-2-1 143 0,0 0-112 0,0-1 105 16,-6-13 65 0,-1-3 29-16,1-5 65 0,2-2-1 0,0-1-36 0,0-3 227 0,4 6-109 0,0-2-59 15,0 4-29-15,3-1 380 0,3 2-165 0,4 3-108 16,6 4 10-16,2 0 107 16,1 6-75-16,2 1-54 0,3 2-17 0,-2 3 65 15,1 0-51-15,-1 11-24 0,-5 5-80 0,-2 3 28 16,-1 3 8-16,-9 2-147 0,-3 1 82 0,-2 1 42 15,0 1-1-15,-7-3-77 0,-3 0 42 16,-6-4 29-16,0-3-24 0,-3-5 3 0,1 0-15 0,0-7 0 16,-1-1 64-16,5-4 3 0,-2 0-51 0,4-2 15 15,2-8 101-15,1-1-46 0,1-3-16 0,5 1 135 16,3-1-65-16,0 1-41 16,0-2-4-16,2-1 38 0,6 2-15 0,4 3-7 0,-1-1-12 15,6 1-230-15,-1 0 104 0,0 3 51 16,3-2-211-16,0 4 122 0,1 1 51 15,1 0 35 17,0 1-696-32</inkml:trace>
  <inkml:trace contextRef="#ctx0" brushRef="#br0" timeOffset="8662.27">25912 4812 2145 0,'-2'-5'0'0,"0"-2"0"0,0 2 0 0,-1-1 0 0,3 2 0 0,0 3 0 0,0-1 0 0,0 1 518 0,3 1-241 15,4 0-111 1,0 0-240-16,1 0 56 0,-2 3 26 0,0 5 1 16,0 2-761-16,-3 3 378 0,-1 1 189 0,-2 0-614 0</inkml:trace>
  <inkml:trace contextRef="#ctx0" brushRef="#br0" timeOffset="8847.79">25753 5000 742 0,'-12'0'0'0,"-1"0"0"0,4 0 0 0,0 0 0 0,4 0 278 0,-2 0-112 0,7 0-70 0,0 0 407 47,3-2-233-31,15-3-117-16,7-3-59 0,6 0 299 0,2-2-183 0,6-3-87 0,4 2-43 0,-2 1 50 47,1 2-47-32,0-4-14-15,-6 5-439 0,-2 1 203 0,-4 4 102 0,-2 0-270 0,-5 2 186 0,-1 0 101 0,-11 0 38 0,-5 8-826 0,-6 4 400 0</inkml:trace>
  <inkml:trace contextRef="#ctx0" brushRef="#br0" timeOffset="8967.49">25993 4991 961 0,'-1'0'0'16,"-1"0"0"-16,0-3 0 0,2 1 0 0,0 1 0 0,0 1 483 0,0 0-223 0,0 0-112 0,0 0-56 0,0 3 306 31,2 4-171-31,3 1-101 0,-3 0-367 0,2 1 138 0,0 0 69 0,-1 0-691 16,1-1 369-16,-1 4 182 15,-3-7 91-15</inkml:trace>
  <inkml:trace contextRef="#ctx0" brushRef="#br0" timeOffset="9519.45">26084 4971 1173 0,'0'0'0'0,"0"0"0"0,0 0 0 16,-4 0 0-16,0 0 0 0,1 3 0 0,1 0 0 0,-1 1 438 0,-1 1-201 0,0 2-100 0,0 2-51 0,1-3-151 0,-1 6 60 0,-1 0 16 16,-2 2-391-16,2 1 208 0,-4 2 104 15,-2-2 52 16,-4 1-516-31,2 1 260 0,-4-1 126 0,-2-3-48 0,-1 2 79 0,-5-3 39 0,3 0 35 0,0-5 70 0,0 1-58 0,2-1 29 16,3-3 0-16,1 0 293 0,4-1-191 0,4-3-65 16,5 0 501-16,1 0-268 15,2 0-65-15,0 0-83 0,6 0 183 0,9 0-135 0,3-2-67 0,1-3-30 16,4 1-1-16,0-3-27 0,-2-1-9 16,1 3-86-16,0 0 43 0,-2-2 0 15,-3 0 43-15,5 0-267 31,-5 3 129-31,-4 0 70 0,3 0-206 0,-5 0 122 0,0 3 6 0,3-2 154 0,-8 1-32 0,-1 2-41 0,-1 0-36 0,-3 0 441 16,-1 2-195-16,0 6-101 0,-1 4-26 0,-8 0 348 31,2 0-171-31,-1 1-98 0,1 4-48 0,5 0 49 0,0-1-53 0,2 0 0 16,0-1-74-16,0 1 29 0,2 0 0 0,5 1-80 0,4-5 35 0,0 2 0 16,-1-2 46-16,0 1-293 46,-2-3 147-46,-1 3 81 0,-3-4-1 0,-1-3-376 0,-3 6 165 0,0-4 108 0,-15 0 18 0,-4 1-56 0,-1-2 72 0,-9-3 31 0,0 1-11 0,-4 0 0 16,1-5 42-16,-7 0 86 31,6 0-38-31,0-2-24 0,4-6 0 0,1-3 281 0,7 2-153 0,-2-2-77 0,12 2-32 0,4 1 605 0,5 3-261 0,2-1-160 16,2 2-65-16,9 0 92 0,10 0-96 16,6 3-42-16,4-2 154 0,2 3-234 31,7 0 0-31,-1 0 0 0,3 0 0 0,-2 0 0 0,1 0 0 0,-3 5 0 0,6 0-190 0,-9-1 105 15,-1 3 61-15,-4-1-949 0,1 1 471 0,-4-2 219 16</inkml:trace>
  <inkml:trace contextRef="#ctx0" brushRef="#br0" timeOffset="9735.36">26438 4850 2212 0,'-4'3'0'0,"1"0"0"0,1 2 0 0,2 4 0 16,0-1 0-16,0 0 239 0,0 4-93 0,0-2 181 31,2 1-146-31,1 0-73 0,2 2-36 0,3 1-338 0,1 0 160 0,-6-6 66 0,5 4 38 0,-2-5-829 0,-2-1 399 16,2 1 192-16</inkml:trace>
  <inkml:trace contextRef="#ctx0" brushRef="#br0" timeOffset="9957.57">26432 4788 1763 0,'-3'-10'0'0,"0"-2"0"0,3 4 0 0,0-2 0 0,8 2 0 0,8 0 0 0,5-1 0 0,6 1 286 0,4 1-130 0,5 1 120 0,3 3-120 0,4-1-60 0,-3 2-31 0,3 2-10 0,-8 0-20 0,-3 6 1 0,-7 5-1 0,-4 2-14 0,-4 4 14 16,-2 1 9-16,-9-1-8 0,-4 5 56 0,-2-2-29 16,0 4 1-16,-8-4-61 0,0 5 8 0,-1-5 25 0,-2-1-510 15,3-2 249-15,2 0 101 16,-2-2 68-16,3-1-427 0,-1-4 202 0,2-1 124 16</inkml:trace>
  <inkml:trace contextRef="#ctx0" brushRef="#br0" timeOffset="10101.1">26532 4908 2308 0,'-18'0'0'0,"7"0"0"16,-4-2 0-16,10 0 0 0,0 2 0 0,5 0 0 0,0 0 0 0,0 0 0 0,12 0 0 0,5 0 301 0,5 0-133 16,2 2-366-16,2 0 116 0,-3-2 59 0,3 0 38 0,-4 0-705 0,-2 3 363 15,-4-3 181-15,0 2 90 0</inkml:trace>
  <inkml:trace contextRef="#ctx0" brushRef="#br0" timeOffset="10238.78">26518 5003 1359 0,'-20'1'0'0,"9"3"0"0,1-1 0 0,4-1 0 0,5 2 0 0,1-3 64 16,0 1 9-16,5-2-38 0,15 2 0 0,2-2 521 16,3 0-261-16,3 0-130 0,1 0-48 0,-1 0-45 15,-1 0 0-15,-2-2-614 0,-1 2 289 0,-3-2 144 16,1 1 81-16</inkml:trace>
  <inkml:trace contextRef="#ctx0" brushRef="#br0" timeOffset="10431.09">26307 5184 2276 0,'-10'0'0'0,"4"0"0"0,1 0 0 0,5 0 0 0,0 0 0 0,6 0 0 0,10 0 0 0,9 0 0 0,9-2 334 0,8 2-149 0,7 0 225 0,5-5-188 15,7 2-84-15,-1-1-57 0,1-1-186 0,-1-2 69 16,-6 3 36-16,-6 0-1 0,-2 0-503 0,-15 0 264 31,-10 3 138-31,-6 1 68 0,-6 0-379 0,-6 0 214 0,-2 0-42 0</inkml:trace>
  <inkml:trace contextRef="#ctx0" brushRef="#br0" timeOffset="10962.91">26647 5216 1711 0,'-9'2'0'0,"-3"4"0"16,5 2 0-1,4 1 0-15,-1-2 0 0,2 4 0 0,2-1 237 0,-2 4-92 0,2-1-60 0,0-1 181 0,0 2-115 0,0 1-59 0,0-3-28 0,0 2-416 0,0-2 189 16,0-2 99-16,0-3 50 0,0 0-605 0,0-3 300 0,0 2 146 16,0-6-97-16,0 0 118 15,0 0 58-15,0-6-73 16,2-5 57-16,0-2 42 0,5 0 1 0,1-2 189 0,4 1-78 0,-1 1-40 15,4-3-8-15,0 4 349 0,-1 2-190 0,2 0-95 16,0 2-47-16,2 1 359 16,1 0-172-16,-5 5-45 0,0-1-62 0,-4 3-29 0,0 0 0 0,-1 0-64 15,-5 5 9-15,-3 3 26 16,-1 6 0-16,-3 1-74 0,-9 1 37 0,-3-1 0 0,-3 2 45 16,-2-5-22-16,1 0 13 15,-1 0-31-15,2-4 25 0,1 1 23 0,1-2 6 0,7-2-51 0,1 0 71 16,4-5-25-16,1 2 1 0,3-2-82 15,0 0 36-15,3 0 9 0,9 0 14 0,4 0-149 47,-1-2 70-47,3-4 36 0,1 1 5 0,-1-1-347 0,-1 2 175 0,-3 1 61 0,-4-1 53 0,2 1-207 0,-1 0 111 0,-6 1 68 0,0 1 14 16,-3 1 23-16,-2 0 0 0,0 0 267 0,0 0-132 16,-9 3-51-1,-2 3-32-15,-1 5 169 0,-2-4-100 0,1 5-49 0,-4 1-34 0,3-1 463 16,0 2-213-16,3-1-54 0,-1 1-71 0,2 0 132 15,1 0-93-15,2-1-60 0,5 1 25 0,0-4-38 16,2 1 0-16,0 0-70 0,0-1-9 0,2-7 42 16,8 3 0-16,4-5-121 15,3-1 61-15,3 0 38 0,4 0-8 0,1 0-350 0,2-5 145 16,4 0 104-16,-1-5-513 0,6 3 278 16,-2 0 153-16,-2 2 71 0,-1 2-350 0</inkml:trace>
  <inkml:trace contextRef="#ctx0" brushRef="#br0" timeOffset="11105.64">27126 5566 1923 0,'0'0'0'15,"0"2"0"-15,0-2 0 0,0 1 0 0,0-1 0 0,0 2 0 0,0-2 0 0,0 0 210 0,0 3-88 0,3-3 235 0,8 0-165 16,-1 0-79-16,5 0-39 16,-3 0-679-1,5 0 320-15</inkml:trace>
  <inkml:trace contextRef="#ctx0" brushRef="#br0" timeOffset="22830.83">9045 5600 1970 0,'-11'-9'0'15,"-6"2"0"-15,11 2 0 0,1 3 0 16,2-1 0-16,3 3 0 0,0 0 0 0,0 0 0 0,8 0 219 0,8 0-91 0,4 6-45 0,1 0 133 0,5 3-89 0,0-1-35 0,2 1-10 0,-3-1-96 0,0 0 26 0,-2 0-1 16,0 1 27-16,-1 0-131 0,-5 3 60 0,-7 0 36 15,-1 2-34-15,-6 4 35 0,-3 10 9 16,-3 0 26-16,-20 5-15 0,-8 7-41 0,-9 3 33 0,-2 2 182 16,-8 7-83-16,7-10-57 15,-2 0 0-15,9-6 195 0,5-3-108 0,11-8-54 16,3-3 33-16,15-10-124 0,2-5 0 0,15-2 0 15,11-5 0-15,8 0 0 0,5 0 0 0,0-3 0 16,0-6 0 0,3-3 0-16,-3 3 0 0,-3-4 0 15,3 5 0-15,-9-1 0 0,-6 1 0 0,-2 4-479 0,-6-2 161 0,-1 3 93 0,-7 0-445 16,-5 3 321-16,-3 0 156 0,0 0-444 16,-1 0 300-16</inkml:trace>
  <inkml:trace contextRef="#ctx0" brushRef="#br0" timeOffset="23046.16">8973 5886 3146 0,'-23'0'0'0,"3"0"0"0,4-3 0 0,9 3 0 0,5 0 0 0,2 0 0 0,0 0 0 0,6 0 0 0,13 0 0 0,7-1 643 0,4-1-501 0,4 1-142 31,2-2 0 0,6 1 0-15,-6 0 0-16,0 2 0 0,1 0-290 0,-4 0 161 15,3 2 84-15,1 4-410 0,-7 0 242 0,-4 1 125 0,2 3 8 0</inkml:trace>
  <inkml:trace contextRef="#ctx0" brushRef="#br0" timeOffset="23231.26">9622 5613 2567 0,'0'0'0'0,"-2"0"0"0,-1 0 0 0,0 0 0 0,3 0 0 0,-2 0 0 0,2 0 589 16,0 7-280-16,0 1-136 0,0 3-68 0,2-1 64 15,3 4-150-15,-1 3-19 0,2-2-229 16,-2-1 51-16,-1 2 108 0,3 0 53 16,-2-4-819-16,-2 2 408 0,-1-2 209 0,0-5-451 0,-1-2 316 0,0 0 159 15,0-5 78-15,-2 0-215 0</inkml:trace>
  <inkml:trace contextRef="#ctx0" brushRef="#br0" timeOffset="23436.55">9578 5462 449 0,'0'-21'0'0,"0"0"0"0,0 8 0 0,0 1 0 0,0 2 557 0,1 0-259 0,10 5-131 15,4-4-55-15,5 4 359 0,4 3-217 0,2-1-108 16,4 1-55-16,0 2 130 16,6 0-83-16,-5 0-55 0,-1 0 187 0,-2 7-116 0,-1 3-59 15,-5-1-29-15,4 3 188 0,-11 0-149 16,-2 3-105-16,-1 4 0 0,-4 1 0 0,0 1 0 15,-1 4 0-15,-6 4 0 0,-1 0 0 0,0 0 0 16,0 5 0-16,0 0 0 0,0 7 0 16,-1-5 0-16,-3-1 0 0,-2-2-40 0,3-1-39 0,-2-2-883 15,2 0 453-15,1-13 240 0,-2-4 116 0,-1-5-625 16</inkml:trace>
  <inkml:trace contextRef="#ctx0" brushRef="#br0" timeOffset="23595.08">9714 5603 2025 0,'-20'-5'0'0,"2"-2"0"0,11 7 0 0,0-3 0 0,6 3 0 0,1 0 0 0,0 0 0 0,12 0 572 15,5 0-272-15,7 0-132 0,1 0 40 0,1 0-85 16,0 0-44-16,2 0 11 0,-2 0-612 0,-3 3 280 16,-1 4 139-16,-3 0-959 0</inkml:trace>
  <inkml:trace contextRef="#ctx0" brushRef="#br0" timeOffset="23744.68">9743 5775 1166 0,'-19'0'0'0,"2"0"0"0,4 0 0 0,-2 1 0 0,11-1 0 0,2 3 822 0,2-3-392 0,0 0-197 16,11 0-98-16,3 0 314 0,11-3-211 0,0-1-101 16,1-2-287-16,3-1 94 0,-2 1 46 0,3 1-338 15,-7-1 188-15,-2 5 99 0,-1-2 49 0,-1 3-841 16,-6 0 426-16</inkml:trace>
  <inkml:trace contextRef="#ctx0" brushRef="#br0" timeOffset="24069.45">9685 5891 1600 0,'-26'4'0'0,"9"1"0"0,4-2 0 0,4 0 0 0,4 1 0 0,5-2 0 0,0 1 0 0,2-2 588 0,15-1-276 0,7 0-137 16,3 0 151-16,2 0-144 0,3 0-63 0,0 0-373 0,-3-1 145 15,2 0 73-15,-6-3 37 0,0 2-224 16,4 0 140-16,-10 1 55 16,0-1 33-16,-6 2-421 0,-1 0 220 0,-1 0 8 15,-4 0-22-15,-6 0 32 0,-1 0 71 0,0 0 34 0,-3 2 256 0,-8 3-111 16,1 1-64-16,-5 0 403 16,2 3-224-16,-1-2-112 0,0 1-56 0,2-1 266 0,2 3-69 0,0-5-97 15,2 5-12-15,2-2 103 0,1-2-86 16,0 6-44-16,2-3 10 0,3-1 4 15,0-1-28-15,0 1 0 0,0 1-80 16,0-4 25-16,0 2 10 0,6-3-144 0,5-1 80 0,-1-3 40 16,1 0 0-16,1 0-343 15,2 0 161-15,-1 0 95 0,-1-3 11 0,-3-4-229 0,1 3 112 0,-1-3 79 16,-1 2 31-16,-2 1-504 0</inkml:trace>
  <inkml:trace contextRef="#ctx0" brushRef="#br0" timeOffset="24227.81">9784 5987 1736 0,'-11'3'0'0,"3"2"0"0,-3 0 0 0,5 2 0 0,-3 2 0 0,2-1 0 0,0 6 0 0,2-2 256 0,-1 6-109 0,-1-2-55 0,-2 4-212 0,3-2 75 0,1 0 40 16,-1-1 1-16,0 2-521 0,2-4 268 0,2 1 138 15,2-7 64-15,0-5-295 0,0-4 162 0</inkml:trace>
  <inkml:trace contextRef="#ctx0" brushRef="#br0" timeOffset="24347.46">9754 6145 1149 0,'7'-2'0'0,"-3"1"0"0,1-1 0 0,-1 2 0 0,4 0 0 0,-3 0 0 0,4 0 715 0,1 3-339 0,3 6-160 0,2 0-94 0,5 4 235 15,3-2-160-15,4 0-80 16,6 2 172-16,5-2-117 0,1 1-72 0,4-5-425 16,2-2 181-16,-1-3 91 0,0-2 45 0,6 0-840 15,-8 0 437-15,-6-3 225 0</inkml:trace>
  <inkml:trace contextRef="#ctx0" brushRef="#br0" timeOffset="24619.45">10544 5759 2077 0,'-1'-10'0'0,"-1"2"0"0,2-2 0 0,0 3 0 0,6-1 0 0,8 2 0 0,6 3 0 0,5 0 674 0,4 1-311 16,4 2-167-16,4 0-81 0,2 7 28 16,-2 5-54-16,0 5-27 0,0 4-105 0,-13-1 35 0,-3 4 0 0,-7 1-253 15,-10 1 148-15,-4 3 74 16,0 3 46-16,-17-5-223 0,-8 1 126 0,-6-1-14 0,-5-3 57 16,-3-4-177-16,-6 3 85 0,4-8 56 15,4-5 24-15,1-3-196 0,2-4 109 0,9-3 56 16,-2 0-326-16,18-12 195 0,9-14 93 0,0-7-189 0</inkml:trace>
  <inkml:trace contextRef="#ctx0" brushRef="#br0" timeOffset="24775.54">10920 5632 1874 0,'10'-4'0'0,"-3"1"0"0,-2 3 0 0,-3 0 0 0,-2 3 0 0,0 12 0 0,-2 3 282 0,-7 7-114 16,-4 1-70-16,0 3 602 15,4-3-332-15,-1 6-167 0,1 1-82 0,6 2 2 0,3-4-121 0,0-2 0 16,3 1 0-16,13-4 0 0,7-2-128 15,5-1 63-15,5-10-773 0,3-6 437 16,1-3 218-16,2-4-840 0</inkml:trace>
  <inkml:trace contextRef="#ctx0" brushRef="#br0" timeOffset="24927.55">11330 5888 2013 0,'-2'0'0'0,"-1"-2"0"0,0-1 0 0,-2 2 0 0,0-1 0 0,-1 2 0 0,3 0 620 15,0 2-292-15,-1 7-146 0,0 5-74 0,-2 2 273 0,1 4-177 0,-1 0-109 16,-2 2-95-16,0 2-80 16,0-1 7-16,-1 1 62 0,2-3-754 0,0-2 400 0,1-2 200 0,-2-5-836 15,4 0 483-15</inkml:trace>
  <inkml:trace contextRef="#ctx0" brushRef="#br0" timeOffset="25094.3">11391 5725 1886 0,'0'-1'0'16,"0"-2"0"-16,3 3 0 0,1-2 0 0,4 2 0 0,0 0 563 0,1 0-264 0,5 2-132 0,0 5-65 0,4 3 188 15,0 2-118-15,2 1-73 0,-2 0-403 0,1 1 170 16,1-1 85-16,-1-2-797 16,1 0 429-16,-4-1 212 15,-1-3 107-15,0-4-658 0</inkml:trace>
  <inkml:trace contextRef="#ctx0" brushRef="#br0" timeOffset="25238.92">11699 5557 707 0,'0'-19'0'0,"0"-1"0"0,0 8 0 0,0 8 0 0,0 1 749 0,0 3-357 15,2 10-178-15,0 13-80 0,0 11 746 0,-2 12-422 0,0 11-211 16,-6 10-97-16,-5 5-150 0,-3 11 0 0,-1-8 0 16,-1 9 0-16,-4 8 0 0,-1 0 0 15,-3 0 0-15,-2 10-132 16,2-19 56-16,-5 2 56 0</inkml:trace>
  <inkml:trace contextRef="#ctx0" brushRef="#br0" timeOffset="25956.36">12149 5550 1034 0,'-4'-12'0'0,"0"1"0"0,0 0 0 0,2 0 0 0,2 0 0 0,0 2 0 0,6 1 0 0,7 1 258 0,4 4-111 16,3 3-55-16,2-4-20 0,1 4-10 0,-2 0-26 0,-2 7-1 16,-1 7-57-16,0 1 29 15,-6 7 8-15,-5 2-11 0,-5 5 1 0,-2-1 30 16,0 5 1-16,-6 0 61 0,-5 6-22 0,-3-8-8 15,1 1-32-15,-2 1 119 16,4-4-59-16,0 0-30 0,3 1 9 0,5-9-44 0,3-4 5 0,0 0 1 16,2-4-143-16,9-4 71 0,1 3 45 0,2-5-103 15,0-4 65 1,-3-1 31-16,1 1 0 0,-2-1-338 0,-2 1 168 0,-5-3 46 0,0 2 55 16,-3 0-154-16,0 1 93 0,-6-1 46 15,-5 1 72-15,-5-2 8 0,1 2-34 0,-4-3 1 16,2 0 119-16,-4 0-60 0,2 0-38 0,3 0 60 15,2-12-41-15,5 3-16 0,4 0 1 0,1-4 178 16,4-1-90-16,0 1-9 0,2-1-33 0,9 2 51 16,5-2-34-16,-1 3 0 0,4-2-52 0,-3 3 0 15,0 0 24-15,0 7 4 0,-3-4-87 0,-1 2 40 16,-3 3 10-16,-1 2 2 0,-5 0 18 0,-1 0-8 16,-2 5 6-16,0 6 87 15,-5 0-49-15,-5 0-1 0,-3 3-38 0,0-3 252 16,0-2-117-16,1 1-38 0,5-1 114 0,-1-3-92 15,3-1-46-15,4 1-23 16,1-3 10-16,0-2-24 0,3 1-10 0,11-2-75 0,3 0 37 0,5 0 1 16,1 0 38-16,3-2-127 0,0-2 59 0,-1-2 34 15,-1 4-1-15,1-4-446 0,-5 3 184 16,-1 1 122-16,-7 0-438 0,-2 1 270 16,-5-1 136-16,-4 2 68 0</inkml:trace>
  <inkml:trace contextRef="#ctx0" brushRef="#br0" timeOffset="26218.05">12071 5787 1532 0,'-23'0'0'0,"1"0"0"0,8 6 0 0,3 2 0 16,5 2 0-16,3 3 0 0,3 5 0 0,0 6 312 0,0-2-142 0,1 5-68 0,6 3-33 0,0 0-27 16,-1-1-6-16,-1 6 8 15,-2-7-82-15,2-3 37 0,-5-1 0 0,2-5 36 16,-1 0-60-16,-1-6 25 0,2-6 1 0,-2-3 141 15,2-3-53-15,3-1-27 0,3 2 5 0,3-2 206 16,3 0-118-16,4 0-60 16,2 0-30-16,4-3 70 0,6-1-41 0,-2 0-34 0,3-2 11 15,3 2 0-15,2-2-35 0,-1 2-326 0,9-1 173 0,-6 0 71 16,-2 2 41-16,0-1-741 0,-2 3 347 0,2-3 197 16,3 4 27-16,-9-5-534 15,-4 2 337-15</inkml:trace>
  <inkml:trace contextRef="#ctx0" brushRef="#br0" timeOffset="26379.02">12693 5817 1445 0,'-8'-8'0'0,"0"-2"0"0,1 4 0 0,4 3 0 0,1 0 0 0,0 3 0 0,2 0 779 0,0 3-363 0,0 11-195 16,0 6 131-16,2 1-159 0,4 5-78 0,1 1 153 16,-1 4-126-16,-2-3-142 15,1 2 0-15,0-1-203 16,0-2 30-16,-1 2 104 0,-1 3 62 0,-1-8-710 0,-2 0 377 15,0-5 187-15,0 1 94 0,0-3-815 0</inkml:trace>
  <inkml:trace contextRef="#ctx0" brushRef="#br0" timeOffset="26533.61">12850 5577 2199 0,'1'-8'0'0,"0"0"0"0,1 4 0 0,-1-3 0 0,3 4 0 0,1 1 0 0,2 2 280 0,1 0-122 0,2 0-61 0,0 9 188 15,2 3-125-15,3 1-53 0,-3-1-41 0,3 4-464 16,-1 1 217-16,3-2 108 0,-3-3 54 0,5 3-907 16,-3-6 455-16</inkml:trace>
  <inkml:trace contextRef="#ctx0" brushRef="#br0" timeOffset="26787.56">13255 5545 1634 0,'0'-3'0'0,"0"0"0"0,0 0 0 0,0-1 0 0,0 4 0 0,-9 0 0 0,-4 0 0 0,-6 0 296 15,-6 13-130-15,-6 6-34 0,-2 3-52 0,-5 4-1 16,-1 4-43-16,-6-1-38 31,1 2 0-31,-7 5 47 0,11-11-10 0,3-2-114 0,5-5 57 0,8-6 29 0,4-4 9 16,17-7 51-16,3-1 0 0,0 0-31 0,8-1 103 16,14-9-52-16,7 0-33 15,6 2-28-15,2-2 103 0,6 3-46 0,-2-2-24 0,6 2-59 0,1 0 8 16,-3 1 28-16,-4 1 0 0,2-2-197 0,-4 3 99 0,-1-2 49 0,3-1 33 15,-15 3-537-15,-4 1 224 0,-5-1 141 0,-9 3-455 16,-7-1 286-16,-1 2 134 0,-1-3-270 16,-18 1 211-16</inkml:trace>
  <inkml:trace contextRef="#ctx0" brushRef="#br0" timeOffset="26970.33">13081 5387 1807 0,'-8'-6'0'16,"1"3"0"-16,2 0 0 0,3 3 0 0,-3 3 0 0,4 14 0 0,1 8 0 0,0 5 423 0,0 8-193 0,0 6-98 0,0 10-39 0,0 3 379 16,0 1-218-16,1 3-110 0,1-6-141 0,1-1-1 15,-1 2 43-15,1-20-584 0,-1-1 288 16,-1-6 143-16,-1-8 71 0,0-5-632 16,0-1 297-16,0-12 187 0,0-3-19 0,-1 0-379 0,-4-7 273 15</inkml:trace>
  <inkml:trace contextRef="#ctx0" brushRef="#br0" timeOffset="27083.21">13041 5796 1166 0,'-10'-5'0'0,"1"0"0"0,1 3 0 0,-3 2 0 0,2 0 0 0,-1 0 409 0,-2 12-186 0,1 0-85 15,0 3-56-15,0 0-22 0,0 3 1 0,3-2-26 32,-1 3-401-32,1-2 210 0,5-4 92 0,2 0-637 0</inkml:trace>
  <inkml:trace contextRef="#ctx0" brushRef="#br0" timeOffset="27711.68">13045 5850 1274 0,'5'0'0'0,"-1"0"0"0,2 0 0 0,1 0 0 0,2 0 0 0,-1 0 0 0,2 0 302 0,2 0-134 15,0 4-66-15,2-1 185 0,-1 2-130 0,2 2-61 0,-1-2-30 16,-1 1-258-16,2 0 114 0,0 1 66 0,-3-2 19 0,-3 0-491 0,-2 0 256 16,1 1 128-16,-6-3-202 15,0 5 149-15,-2-4 76 0,0 3-180 16,-4-1 110-16,-7 3 57 0,-2-3 26 0,-2 5 187 15,0-4-75-15,0 4-42 0,1-2 1 0,0 3 350 16,1 0-205-16,2-3-90 0,1-1-48 0,4 2 448 16,-1-2-217-16,4 1-86 15,-2-1 17-15,2-1-75 0,3-1-32 0,0-3 11 0,0 2-22 16,0-3-1-16,0 0-12 16,3 1-85-16,2-3 38 0,-1 0 0 0,2 0 37 15,-2 0-145-15,1 0 81 0,2-3 28 0,-1-4 0 0,1 0-207 16,1-3 109-16,1-1 20 0,4-2-129 0,-1-2 78 15,5-6 52-15,3-2-51 0,2-5 46 0,5-6 24 16,5-7-8-16,3-3-69 0,3-8 51 0,7-7 24 16,-1-6 1-16,-2 4-16 0,2-2 32 15,-11 20 8-15,-10 11 1 0,-6 6 305 16,-6 9-153-16,-7 12-76 0,-3-1 512 0,-1 6-255 16,0 0-144-16,-7 10 209 0,-5 3-164 0,-2 4-82 15,2 2-31-15,1 0 326 0,3 6-188 0,0-2-94 16,3 4-48-16,4 2 130 15,-1 8-212-15,2-8 0 0,0 5 0 0,3-2 0 0,5 0 0 16,5 0 0-16,1 8 0 0,3-9 0 0,0-2 0 16,0 1 0-16,-3-2 0 0,2 3 0 15,-7-7 0-15,-4 0-151 0,-5-2 66 0,0-1-21 0,-8-3 48 0,-10 4-267 16,-5-11 149-16,-5 0 70 16,-1-2 35-16,-4-5-38 0,-2-1 36 0,-1 0-8 0,4-3 84 15,2-2 1-15,1-13-39 16,6-4 206-16,4-3-103 0,-1-2-60 0,12 0-18 0,6 0 189 0,2 6-105 15,0 0-13-15,8 2-39 0,10 2 535 0,1 7-318 16,7 4-239-16,2 2 0 0,4 1 0 0,3 0 0 16,3 8 0-16,-2 5 0 0,2 1 0 31,1 3 0-31,1 2 0 0,-1 1 0 0,7 4 0 0,-6-3 0 0,-3 0-371 16,-1-1 93-16,-1-2 139 0,-3-4 70 0,5 6-950 0</inkml:trace>
  <inkml:trace contextRef="#ctx0" brushRef="#br0" timeOffset="27834.78">14306 6105 2667 0,'1'0'0'0,"1"0"0"0,0 0 0 0,3 3 0 0,2-3 0 0,-1 0 0 0,2 0 0 0,1 0 0 0,2 0 73 0,-1 0-39 16,0 0-1173-16</inkml:trace>
  <inkml:trace contextRef="#ctx0" brushRef="#br0" timeOffset="32997.37">16985 9134 1247 0,'-13'0'0'0,"0"0"0"0,-2 0 0 0,4 0 0 0,0 0 0 0,5 0 0 0,-1 0 0 0,3 0 0 0,-1 0 435 16,5 0-204-16,0 0-96 0,0 0 201 15,1 4-148-15,9-3-76 0,1 3 251 16,4-2-168-16,1 2-77 0,3-3-41 0,-1 4 86 0,-1-4-63 0,5 1-21 16,-2 2-10-16,-1-2 14 15,1 1-83-15,0-1 0 0,-1 3 0 0,4-2 0 0,-1 0 0 16,-3 1 0-16,4-2 0 0,2-2 0 0,2 3 0 0,4-2 0 15,-2-1 0-15,3 0 0 16,1 0 0-16,4 0 0 0,2-1 0 0,9-6 0 0,-7 2 0 16,2-3 0-16,1 3 0 0,1-2 0 0,3-1 0 15,-6 3 0-15,-3 0 0 0,0 1 0 16,3 1 0-16,-3 2 0 0,9-2 0 0,-7 3 0 16,-2 0 0-16,2 0 0 15,1 0 0-15,-2 0 0 0,10 6 0 0,-11 0 0 0,2-1 0 0,0 0 0 16,0 1 0-16,4-4 0 0,5 4 0 15,-5-3 0-15,-1-1 0 0,-1-2 0 0,1 3 0 16,-2-1 0-16,8-2 0 0,-12 0 0 0,0 0 0 0,0 0 0 0,-1 3 0 31,2-3 0-31,9 2 0 0,-7-1 0 0,2 1 0 0,0 0 0 0,0 0 0 16,-2 2 0-16,12 0 0 0,-13 2 0 0,3 0 0 16,0-2 0-16,2 1 0 0,7 0 0 15,8-3 0-15,-4 3 0 0,7-5 0 16,-1 3 0-16,4-3 0 0,1 0 0 0,11 0 0 15,-11 0 0-15,0 0 0 0,10 0 0 0,-2 0 0 16,3 0 0-16,6 0 0 16,-15 0 0-16,1 0 0 0,6 0 0 0,6 0 0 0,2-3 0 0,12 1 0 15,-15-2 0-15,2 1 0 0,5 0 0 0,7-1 0 16,14-1 0-16,-18 5 0 0,3-3 0 0,2 3 0 16,5-3 0-16,6 1 0 15,11 2 0-15,-25 0 0 0,7 0 0 0,4 0 0 16,7 0 0-16,-3 0 0 15,13 0 0-15,-20 0 0 0,9 0 0 0,7 0 0 0,2 0 0 0,0 2 0 16,16-2 0-16,-11 0 0 0,1 0 0 16,2 0 0-16,7 3 0 0,9-3 0 0,11 0 0 15,-26 3 0-15,9-3 0 0,8 2 0 16,-1 0 0-16,-4 2 0 0,18-3 0 16,-26 4 0-16,2-3 0 0,0 3 0 0,3 0 0 15,2 2 0-15,4-2 0 0,-30 5 0 0,7-3 0 16,2 0 0-16,-7 4 0 0,-9-4 0 0,9 4 0 15,-21-1 0-15,-4-1 0 0,-6 2 0 0,-10-2 0 16,-10 1 0-16,3 1 0 0,-18-3 0 0,-2 2 0 16,-3 1 0-16,-5-3 0 0,-8 2 0 0,-1-3 0 15,-11 1 0-15,-4-1 0 0,-4-2 0 0,-2 1 0 16,-5-3 0-16,3 2 0 0,-4-3 0 0,-3-2 0 16,0 0 0-16,0 0 0 31,0 0 0-31,-12 0 0 0,-5 3 0 15,-5-1-582-15,-3 3 187 0</inkml:trace>
  <inkml:trace contextRef="#ctx0" brushRef="#br0" timeOffset="43884.44">18294 8780 1164 0,'-19'-7'0'0,"5"2"0"0,0 5 0 0,2-3 0 0,0 2 0 0,2 1 223 0,-1 0-83 0,4 0-56 0,7 0 163 15,-2 0-104-15,2 0-54 16,0 0-25-16,0 0 250 0,11 4-143 0,4 0-67 0,9 2 247 0,4 1-156 16,3-4-80-16,6 3-29 15,2-1 181-15,8 1-115 0,3-5-130 0,5 2-22 16,2-3 0-16,12 0 0 0,-1 0 0 0,6 0 0 15,6 0 0-15,4-3 0 16,4-1 0-16,5-1 0 0,-21 2 0 0,-7 3 0 0,-7 0 0 16,-8 0 0-16,-10 0 0 0,0 3 0 0,-17 2 0 0,-6-1 0 15,-7 1 0-15,-3-1 0 0,-5-3 0 0,-1 1 0 16,-1-2 0-16,0 0 0 16,-1 0 0-16,-7 0 0 0,3 0 0 0,-3-2 0 15,-1-5 0-15,1-3 0 16,-1 2 0-16,4 2 0 0,-2 0 0 0,3-1-699 0,2 3 240 0,2 0 211 15,0 1 105-15,4 0-799 0</inkml:trace>
  <inkml:trace contextRef="#ctx0" brushRef="#br0" timeOffset="44256.2">20083 8456 1982 0,'-20'-7'0'16,"3"-1"0"-16,-1 0 0 0,6 7 0 0,4-2 0 0,2 0 0 0,2 2 0 0,3 0 245 0,-1 1-95 0,2 0 466 15,2 0-290-15,12 0-145 0,6 0-72 0,8 0 213 0,6 0-322 16,5 2 0-1,8 1 0-15,4 0 0 0,4 1 0 0,4-1 0 16,9 1 0-16,-3-2 0 0,5 1 0 0,7-2 0 16,2 1 0-16,0 0 0 0,6-2 0 0,-20 0 0 15,-7 0 0-15,-7 3 0 0,-7-2 0 0,-2 1 0 16,-20 0 0-16,-7-1 0 0,-3 2 0 0,-8-3 0 0,-3 0 0 0,-1 0 0 16,0 0 0-16,-3 0 0 15,-7 0 0-15,0 0 0 0,-1 0 0 0,-3-3 0 0,0-3 0 16,-1 1 0-16,0-1 0 0,0 4 0 15,1 0 0-15,-3 2-601 0</inkml:trace>
  <inkml:trace contextRef="#ctx0" brushRef="#br0" timeOffset="51554.81">18272 8871 894 0,'-6'-3'0'0,"1"-1"0"0,-1 1 0 0,2-1 0 0,-1 1 0 0,0 2 0 0,-1-5 0 0,1 4 103 0,1 1-32 0,1 0-1 15,-2-2-32-15,2 2 37 0,-1 0 10 0,3 0-47 16,1 1 108-16,-2 0-54 16,2 0-27-16,0 0 83 0,0 0-45 0,0 0-38 15,0 0 0-15,0 0 37 0,0 0-32 0,2 0 9 16,-1 1-41-16,3 0 106 0,-1 3-53 0,-2-3-27 16,3-1 0-16,-3 1 68 0,1 1-51 0,-1 1-1 15,2-3 9-15,-1 0-25 0,-1 0 0 0,1 3 22 16,-2-2-10-16,3-1-38 0,-2 3 0 15,1-3 52 1,1 0-25-16,-1 3 8 0,1-2-35 0,0 0 30 16,0 1 0-16,2-1-30 0,-1-1-5 0,1 3-33 15,1-2 0-15,1 1 0 0,2 1 0 0,0-3 0 16,2 0 0-16,3 3 0 0,2-1 0 0,4-1 0 16,2 4 0-16,2-4 0 0,7 2 0 0,4-1 0 0,1 0 0 0,1 0 0 15,4 1 0-15,2-3 0 16,-2 3 0-16,7-3 0 0,-7 0 0 0,-2 2 0 0,0-2 0 0,-3 1 0 15,0 4 0-15,6-4 0 16,-9 1 0-16,3 1 0 0,0-3 0 0,2 5 0 16,0-4 0-16,8 1 0 0,-10-2 0 0,3 0 0 15,0 0 0-15,0 0 0 0,-2 0 0 0,6-2 0 16,-8 1 0-16,-5-4 0 0,-1 5 0 0,-3-3 0 16,-3 1 0-16,2 1 0 0,-11 1 0 15,0 0 0-15,-5 0 0 0,0 0 0 16,-1 0 0-16,-6 0 0 0,-1 0 0 0,-1 0 0 15,0 0 0-15,0 0 0 0,0 0 0 16,0 0 0-16,0 0 0 0,0 0 0 0,-1 0 0 0,-1 0 0 16,0 0 0-16,1 0 0 0,-1 0 0 0,2 0 0 15,-1 0 0-15,1 0 0 0,0 0 0 0,-2 0 0 16,2 0 0-16,0 0 0 0,0 0 0 0,0 0 0 31,0 0 0-31,0 0 0 0,0 0 0 0,0 0 0 0,0 0 0 0,0 0 0 0,0 0 0 0,0 0 0 16,0 0 0-16,0 0 0 0,0 0 0 0,0 0 0 15,0 0 0 1,0 0 0-16,0 0 0 0,0 0 0 0,0 0 0 0,0 0 0 16,0 0-142-16,0 0-144 0,0 0 124 0,0 0 62 15,-6 0-443-15,0 0 252 0</inkml:trace>
  <inkml:trace contextRef="#ctx0" brushRef="#br0" timeOffset="53248.02">7880 12927 2003 0,'-5'0'0'0,"1"0"0"0,0-1 0 0,2 0 0 0,-1-2 0 0,-1 3 371 0,2 0-171 0,2 0-80 78,0-3 46-78,0 2-64 0,0-1-31 0,2 1 9 0,9-2 212 0,4 0-127 0,2-1-62 0,5 0 155 0,0-1-258 0,8-2 0 0,-1 2 0 0,5-1 0 0,-1-1 0 0,3 2 0 16,3-2 0-16,7 2 0 0,-6 1 0 0,2-1 0 0,0 2 0 0,3-1 0 16,-2 1 0-16,5 1 0 0,-5-1 0 0,-3 2 0 0,3-1 0 31,-1 2 0-31,-1 0 0 0,10 0 0 0,-10-2 0 0,2 2 0 0,2-2 0 0,-1 0 0 0,4 2 0 0,8-3 0 0,-8 1 0 15,-1-1 0-15,1 2 0 0,-4 0 0 16,9-1 0-16,-14 2 0 0,1 0 0 16,-2 0 0-16,-1 0 0 0,3 0 0 0,6 3 0 0,-10 1 0 0,3-2 0 15,0 1 0-15,1 1 0 0,-1 0 0 0,10 0 0 32,-10-4 0-32,0 0 0 0,1 2 0 0,-3-2 0 15,3 0 0-15,4 0 0 0,-9 0 0 0,1 0 0 0,1 0 0 16,2-2 0-16,-3 2 0 0,6-6 0 0,-9 2 0 15,2 2 0-15,-2-1 0 0,0-2 0 0,-1 3 0 16,6-4 0-16,-7 2 0 0,-1 2 0 0,3-2 0 0,-2 1 0 31,3-2 0-15,5 0 0-16,-8 2 0 0,2-1 0 0,-5 1 0 0,5 1 0 0,-5 0 0 0,7-2 0 0,-7 3 0 16,-2-1 0-16,2 0 0 0,1 2 0 0,-2 0 0 0,4-1 0 15,-5 1 0-15,2 0 0 0,-3 0 0 0,2 0 0 16,1 0 0-16,4 0 0 0,-5-1 0 0,-2 1 0 0,4-3 0 15,-3 3 0-15,-2-1 0 0,6-1 0 16,-7 2 0-16,-1-1 0 0,0 1 0 0,0-3 0 16,4 3 0-16,-7 0 0 15,1 0 0-15,0 0 0 0,-1 0 0 0,1 0 0 0,4 0 0 0,-7 0 0 16,2 0 0-16,1 0 0 0,-3 0 0 16,3 0 0-16,2 0 0 0,-5 0 0 0,2 0 0 0,0 3 0 15,-1-2 0-15,1 1 0 16,1-1 0-16,-3 2 0 15,1-2 0-15,-1 0 0 0,1 1 0 0,-4 1 0 0,5-2 0 16,-5 2 0-16,3 0 0 0,-3-2 0 0,3 2 0 0,-4-1 0 16,4 0 0-16,-4 0 0 0,1-2 0 15,-2 1 0-15,1-1 0 0,0 0 0 16,0 0 0-16,-2 0 0 0,0 0 0 0,-2 0 0 0,3 0 0 0,-2 0 0 16,3 0 0-16,-4 0 0 15,1 0 0-15,-1 0 0 0,1 0 0 0,-3 0 0 16,5 0 0-16,-7 0 0 0,2 0 0 0,1 0 0 15,-3 0 0-15,0 0 0 0,3 0 0 0,-7 0 0 16,0 0 0-16,1 0 0 0,0 0 0 0,-2 0 0 16,1 0 0-16,-1 0 0 0,0 0 0 0,0 0 0 15,0 0 0-15,0 0 0 0,0 0 0 16,0 0 0-16,0 0 0 0,0 0 0 16,0 0 0-16,0 0 0 0,0 0 0 0,0 0 0 15,0 0 0-15,0 0 0 0,0 0 0 0,0 0 0 0,0 0 0 0,0 0 0 16,0 0 0-16,0 0 0 15,0 0 0-15,0 0 0 0,0 0 0 0,0 0 0 16,0 0 0-16,0 0 0 0,0 0 0 0,0 0 0 16,0 0 0-16,0 0 0 0,0 0 0 0,0 0 0 15,0 0 0 1,0 0 0-16,0 0 0 0,0 0 0 0,0 0 0 0,0 0 0 16,0 0 0-16,0 0 0 0,0 0 0 0,0 0 0 0,0 0 0 0,0 0 0 15,0 0 0-15,0 0 0 0,0 0 0 16,-5 0 0-16,-2 0-1012 0</inkml:trace>
  <inkml:trace contextRef="#ctx0" brushRef="#br0" timeOffset="55610.5">13936 12830 2373 0,'-3'0'0'0,"0"0"0"0,0 0 0 0,0 3 0 0,2-3 0 0,0 0 0 0,1 0 0 0,0 3 207 0,0-1-75 0,0 2 275 0,0 1-184 0,3 0-92 16,8 2-47-16,6-2 140 31,2 2-83-31,9 0-132 0,4-1-9 0,9-1 0 0,8-1 0 0,10-4 0 0,14 0 0 0,0 0 0 16,8 0 0-16,2-2 0 0,3-6 0 0,-1 0 0 15,9-1 0-15,-19 2 0 0,-5 2 0 0,-5 1 0 16,-5 1 0-16,-6 3 0 0,2-2 0 0,-20 2 0 16,-5 0 0-16,-3 0 0 15,-3 0 0-15,-3 0 0 0,3 0 0 0,-10 0 0 16,-2 0 0-16,-5 0 0 0,-1 0 0 0,-4-1 0 16,1-1 0-16,-4 0 0 0,0 0 0 0,0-1 0 0,0 1 0 15,0-2 0-15,-4 2 0 0,1 0 0 16,1 2 0-16,0 0-660 0</inkml:trace>
  <inkml:trace contextRef="#ctx0" brushRef="#br0" timeOffset="58288.4">9208 8441 1142 0,'0'-9'0'0,"-1"3"0"0,-5 1 0 0,3 1 0 15,0 1 0-15,1 3 249 0,1 0-106 0,1 13-53 16,0 8-27-16,0 4 239 0,0 10-137 0,0 7-64 0,0 4-32 0,0 7 148 16,0 5-89-1,0 9-37-15,1-2-22 0,1 2 0 0,-1 0-32 0,1-6-39 0,0-4 0 0,1 2 49 16,1-19-10-16,-2-8-48 16,1-5 25-16,3-8-1 0,-3-6 24 0,1-1 0 15,-2-10 1-15,-1-2-3 0,0 0 10 0,-1 0-26 16,0-2 11-16,0-6-11 0,-1-3 8 0,-7-2 2 15,-4-4 0-15,-1 0-108 0,-2-4 52 0,-1-6 36 32,0 3-6-32,-2-3-177 0,-2 1 92 0,0 6 36 0,1-1 26 0,-4 3-34 0,3 9 47 0,3 2-34 31,-2 5 281-31,3 2-127 0,-1 7-59 0,-1 7 264 0,5 9-153 0,7 7-64 0,4-1-39 0,2 1-42 16,0 3-20-16,8 1 0 15,11-5 0-15,6-2 0 0,0-4 0 0,6-5 0 16,1-1 0-16,6-3 0 0,-4-7 0 0,-2-6 0 31,-1-1-402-31,1 0 98 0,0-1 104 0,-6-11 95 0,-1-4-608 0,-4-4 338 0,-1-3 169 0,-2-2-206 16,1-7 178-16</inkml:trace>
  <inkml:trace contextRef="#ctx0" brushRef="#br0" timeOffset="58580.23">9407 8584 1338 0,'-5'-16'0'0,"3"5"0"0,0 2 0 0,1 3 0 0,1 0 0 0,0 3 0 0,0-2 0 0,1 3 617 16,5 2-290-16,3 0-145 16,2 0 41-16,3 5-93 0,-1 2-38 0,-1 5-193 0,0 0 70 15,-4 5 33-15,0 2 1 0,-3 3-175 16,-4 0 114-16,-1 1 43 0,0 2 26 0,-1-2-1 16,-12 0 1-1,-1-1 26 1,-3 5-86-16,1-10 319 0,-3 1-169 0,-1-1-48 15,0-4 393-15,1-2-204 0,0 2-94 0,4-10-34 0,6 0-114 0,1-3 0 16,6 0 0 0,2 0 0-16,0 0 0 0,8-1 0 0,14-7 0 0,3-2 0 0,2 2-113 0,5-2 57 15,-4 4 43-15,4-2-385 0,-3 2 145 32,1 1 128-32,-1 2-840 0,4 2 454 0</inkml:trace>
  <inkml:trace contextRef="#ctx0" brushRef="#br0" timeOffset="58856.19">9767 8853 1512 0,'0'0'0'0,"0"0"0"0,0 0 0 0,0 0 0 0,1 0 0 0,5 1 0 0,4 2 0 0,6 1 196 0,-1 0-80 16,5 5-40-16,5-3 33 0,-3 3-40 0,2 3-1 0,-3-1-32 0,-1 4-4 15,-5 2 4-15,-2 3 9 0,-11 3-9 0,-2 2 118 16,-2 2-60-16,-17 2-28 0,-7 2 96 0,-5 1-54 16,-2-6-41-16,-4-3 146 0,-1 0-89 15,0-6-44-15,2-4 0 0,-2-2-151 16,10-4 49-16,6-7 29 0,5 0 0 0,8-4-452 16,5-10 250-16,4-4 105 0,16-7 63 0,11-1-817 15,6-6 403-15</inkml:trace>
  <inkml:trace contextRef="#ctx0" brushRef="#br0" timeOffset="59010.78">10185 8772 1985 0,'0'-2'0'0,"0"0"0"0,0 2 0 0,-3 0 0 0,-6 0 0 0,1 0 464 16,-8 14-214-16,-3 6 223 0,-1 7-218 0,-3 6-110 0,-3 6-45 16,7-1 159-16,7 4-259 0,3 2 0 15,9-2 0-15,1-3 0 0,18 0 0 0,10-10 0 16,7-5 0-16,7-4 0 15,6-6 0-15,6-5 0 0,7 1-542 0,-4-9 9 0,2-1 283 0</inkml:trace>
  <inkml:trace contextRef="#ctx0" brushRef="#br0" timeOffset="59713.41">10697 8754 1195 0,'-13'-1'0'0,"1"-2"0"0,4 2 0 0,2 1 0 0,4 0 0 0,2 0 586 0,6 0-274 16,13 0-137-16,6 0-68 0,5 0 158 0,6-3-104 0,0-3-66 15,0 0 82-15,-1-2-70 0,2 3-34 16,3-2-320-16,-7 3 138 0,-1 1 73 0,-2 1 37 16,-2 0-693-16,-4 2 356 0,-3 0 185 0</inkml:trace>
  <inkml:trace contextRef="#ctx0" brushRef="#br0" timeOffset="59887.13">10797 8987 1205 0,'-17'3'0'16,"2"0"0"-16,2-3 0 0,5 4 0 0,1 0 0 0,0-3 654 0,7 1-312 0,0-1-153 16,7 1 134-16,9-2-143 0,6 0-71 15,3 0 253-15,1 0-167 0,5-2-79 0,-3 1-39 0,3-2-375 16,3-1 168-16,0 2 93 0,-3 0 32 0,1 2-777 15,-2 0 409-15,1 0 206 0</inkml:trace>
  <inkml:trace contextRef="#ctx0" brushRef="#br0" timeOffset="60514.14">11834 8952 1232 0,'0'-6'0'0,"0"-1"0"0,-6 0 0 0,0-2 0 0,1 1 0 0,2-3 213 0,-3 2-87 0,1-1-45 0,0-1 93 0,2-3-60 0,-6 1-43 15,4-1 0-15,-1 4 43 0,-2-2-39 0,-1 3 1 0,-2-3-30 0,3 7 58 16,-4 0-34-16,2 4 0 16,-4 1 51-16,-1 0-43 15,-2 6 10-15,1 15 30 0,3 2-41 0,-3 5 1 0,4 6-42 0,2 0 41 16,2 2 8-16,5-4-48 0,3 2-1 0,0-5 32 15,0-2-1-15,5 1-21 16,6-8-9-16,4-4-46 0,3-3 0 0,-3-4 46 0,3-4-37 0,0-5 9 16,0 0 27-16,0-2-57 15,0-13 21-15,-1-7-1 0,0-2 10 0,2-5-195 0,-3-4 88 32,0-4 54-17,-3-2 12-15,1-6-107 0,-1-2 53 0,2-6 35 16,-7-1-184-16,0-1 101 15,-1-9 42-15,0-2 28 0,-3-5-66 0,4-6 38 0,-4 18 31 0,-3 9 119 0,-1 11-47 0,0 13-24 0,0 13 0 0,-1 2 332 0,-3 11-169 0,-4 0-92 16,1 14-18-16,2 7 193 0,-3 5-79 16,4 10-71-16,-1 2 27 0,4 8 209 0,0 0-190 0,1 8-129 15,0-1 0-15,0 9 0 16,0-8 0-16,0-1 0 0,0 0 0 0,2 2 0 0,4 1 0 16,1 7 0-16,1-17 0 0,2 2 0 15,0-7 0-15,-1-4-491 0,3-3 101 0,0-2 182 16,-2-16 41-16,0-4-224 0,-3-7 177 0,4-5 88 15,-3 0-471-15,1 0 272 0,-1-3 148 0</inkml:trace>
  <inkml:trace contextRef="#ctx0" brushRef="#br0" timeOffset="60836.18">12351 8631 1166 0,'-13'-11'0'0,"3"4"0"0,1 1 0 0,-5 5 0 0,1-2 0 0,-5 3 721 0,4 7-342 0,-5 8-172 16,3 5-85-16,-2 6 339 16,0 2-203-16,7 4-116 0,-1 2-52 0,6 3 72 0,5 0-62 0,1 4-108 15,0 4 10-15,12-6 34 16,10-2 0-16,7-4-615 0,7-4 308 0,6 2 163 0,2-11 67 16,2-3-1028-16</inkml:trace>
  <inkml:trace contextRef="#ctx0" brushRef="#br0" timeOffset="61245.82">12777 8802 2312 0,'-17'-11'0'0,"0"5"0"0,-3-1 0 0,0 1 0 0,-3 2 0 0,-1 4 0 0,2 0 394 0,3 4-179 15,0 9-90-15,3 1 74 0,4 7-82 0,0 2-32 0,4 2-9 0,7-2 20 16,1 6-31-16,0-3 1 0,0 2-31 0,3 2-104 15,11-7 48-15,1-4 28 0,1 0-218 0,1-6 123 16,3-1 62-16,4-3 39 16,-3-9-247-16,-2 0 73 0,-1 0 83 0,-1-9-111 0,-1-8 82 0,5-3 5 15,-9-1 38-15,1-7-18 0,-1-2 23 0,-1-4 0 16,2 0 23-16,-3-8-38 0,-1-1 39 16,-2-5-1-16,1-4-42 0,-3-8 1 15,-1-3 41-15,3-9-8 0,-6 16 59 0,1 6-25 16,-2 8 0-1,0 11 352-15,0 6-178 0,-5 17-89 0,-1 8-30 0,-2 0 211 16,-1 13-125-16,1 12-33 0,-2 8 9 0,5 3 189 16,1 8-129-16,1 5-67 0,2 3 136 15,1 2-156-15,0 9-80 0,0-8 0 0,0 1 0 0,1-3 0 16,6 3 0-16,1-2 0 0,4 6-39 0,0-16-21 16,0-6 48-16,2-5-251 0,-3-7 125 15,0-4 83-15,4-4-27 0,-6-13-660 0,-2-5 354 0,2 0 175 16,-1-14-465-16,-1-6 321 0,-1-5 151 0,-3-4-115 0</inkml:trace>
  <inkml:trace contextRef="#ctx0" brushRef="#br0" timeOffset="61450.16">13003 8764 1274 0,'2'-21'0'0,"-1"-2"0"0,4 8 0 0,-1 0 0 0,2 8 0 0,-2 2 0 0,4 0 320 0,4 4-133 0,2 1-81 16,3 0 318-16,2 9-195 0,4 6-96 0,-1 3 142 15,3 4-110-15,-6 0-70 0,-1 5-29 0,-2-1-55 16,-4 3 1-16,-5 2 23 0,-2 2 10 0,-5-5-81 15,0 1 36-15,-9-3 0 63,-9-3-124-63,-1 3 89 0,-3-6 31 0,-7-8-1 0,-2-4-158 0,1-2 90 0,-1-5-2 0,0-1-295 0,6 0 149 0,3-1 93 0,6-9 45 0,3-4-445 0,6-5 247 0,4-1 113 0,3-4 71 0</inkml:trace>
  <inkml:trace contextRef="#ctx0" brushRef="#br0" timeOffset="61647.6">13304 8716 2254 0,'1'-2'0'0,"-1"1"0"0,0 1 0 0,0 0 0 0,0 0 0 0,-3 0 0 0,-6 7 0 0,-5 5 0 0,0 5 488 0,0 4-230 0,0 3 436 15,1 2-457-15,3 4-237 16,5-1 0-16,3 5 0 16,2-3 0-16,3-4 0 15,13-1 0-15,4-4 0 0,7-2 0 0,2-3-32 16,1-8 24-16,1-7-655 0,0-2 344 0,0 0 106 0,-3-6-376 15,2-6 265 1,-10-5 149-16</inkml:trace>
  <inkml:trace contextRef="#ctx0" brushRef="#br0" timeOffset="61807.35">13578 8511 2651 0,'5'0'0'0,"4"0"0"0,2 0 0 16,3 0 0-16,0 10 0 0,4 7 0 0,2 5 0 0,1 7 0 0,2 6 694 0,2 8-320 0,-7 9-174 0,-4 1-188 0,-7 4-12 15,-5 0 0-15,-2 1 0 0,-6 5 0 0,-14-14 0 16,-7-6 0-16,-1-4-117 0,-3-8-16 16,-2 0 85-16,-4-4 50 0,7-10-817 0,3-7 413 15,1-3 71-15</inkml:trace>
  <inkml:trace contextRef="#ctx0" brushRef="#br0" timeOffset="72145.84">26670 6564 1937 0,'-12'0'0'0,"0"-1"0"0,1 1 0 0,3 0 0 0,4 0 0 0,0 0 0 0,4 0 0 0,2 0 0 0,12 0 655 0,11 0-308 0,8 0-155 16,7 0 230-16,1 0-196 16,3 0-94-16,1 0-112 0,1-4-20 0,0 0 0 15,6 1 0-15,-10 0-33 0,-2 0-82 0,-1 2 77 16,-7 0 39-16,-7 1-591 0,-2 0 324 0,-12 0 130 15,-8 0 85-15,-3 0-848 0,0 2 430 16,-16 1 215-16</inkml:trace>
  <inkml:trace contextRef="#ctx0" brushRef="#br0" timeOffset="72357.16">26774 6413 1769 0,'-13'3'0'0,"-2"6"0"0,7 0 0 0,3 2 0 0,-2 5 0 0,6 3 406 0,1 1-183 15,0 5-83-15,0-1 190 0,1 2-145 0,8 2-74 0,0-2-36 0,1 2 12 16,2 1-39-16,2-5-9 0,1-1-464 0,0-4 232 16,0-1 115-16,1-2-634 0,3-2 362 0,-2-9 178 62,0-3 90-62,-2-2-516 0,2-2 280 0</inkml:trace>
  <inkml:trace contextRef="#ctx0" brushRef="#br0" timeOffset="72608.03">27026 6428 1398 0,'3'-15'-1'0,"2"2"0"0,-1 6 1 0,1 4-1 0,0 2 1 0,-1 1 0 0,3 0 261 0,2 1-102 0,-4 10-65 0,4 4 146 0,-3 2-101 0,-2 4-50 16,2 1-26-16,-3 9-54 0,-3-4-10 15,0 5 40-15,0-1-1 0,-9 1-352 0,-1 1 176 0,-4 4 97 16,-6-7-256-16,-5 0 167 16,-5-1 17-16,-2-2 76 0,-3-5-25 0,-4 5-7 15,3-13 4-15,3 0 492 0,0-4-238 0,11-3-109 16,1-5-49-16,4 3 343 0,11-5-144 0,6 0-107 15,0 0 351-15,3 0-217 0,14-2-110 0,7-1-44 16,1-2 34-16,7-1-49 0,-1 3-76 0,-1-2-133 16,3 1 54-16,-1-2 62 0,-4 2 16 15,-2 1-554-15,-3 1 291 0,-1-1 145 0,-4 3 32 0,1-5-735 16,-10 4 391-16,1 0 190 16,-7-1-127-16,-1-2 158 31,-2-4 80-31</inkml:trace>
  <inkml:trace contextRef="#ctx0" brushRef="#br0" timeOffset="72727.71">26993 6686 1231 0,'-9'-4'0'0,"-2"1"0"0,0 3 0 0,2 0 0 0,-4 3 0 0,1 11 0 0,-2 6 164 0,-5 6-53 0,1 6 392 0,-1 3-233 0,-6 8-116 15,-3 5-57-15,0 5 123 16,-7 5-81-16,6-10-55 0,1 0 0 0,3-6-234 16,6-4 95-16,4-8 46 15,3-2 10-15,10-15-549 0,2-6 293 0,0-4 147 0,11-3-783 0</inkml:trace>
  <inkml:trace contextRef="#ctx0" brushRef="#br0" timeOffset="73019.74">26935 7042 1648 0,'-12'6'0'0,"-5"5"0"0,6 1-1 0,-1 3 0 0,-1-2 1 0,2 3 0 0,-1 0 566 0,1 2-255 0,3-4-141 0,2 1-66 15,2-3-37-15,2-2-29 0,2-3 0 16,0 2 10-16,0-8-302 0,0 0 146 0,6-1 73 15,6 0-118-15,3-1 105 16,-1-6 39-16,4-3 1 0,2 0 45 0,0 2-83 0,2 1 27 0,0 1 146 16,-1 2-66-16,-3 2-50 15,-1 0-29-15,0 0 246 0,-3 2-111 0,4 0-23 0,-7 0-41 0,-3 4 78 32,1 3-47-32,-6 4 1 0,-2 0-43 0,-1 4 5 15,0-1-8-15,-14 1-95 0,-4 1 47 0,-2-3 1 0,-2-2 46 0,-2-2-120 16,1-1 55-16,-1-5 10 0,2-3 1 0,3 0-444 15,2 0 224-15,1-7 78 0,7-10 71 0,5-3-549 16,4-8 299-16</inkml:trace>
  <inkml:trace contextRef="#ctx0" brushRef="#br0" timeOffset="73236.71">27300 6809 2313 0,'11'-7'0'0,"-1"0"0"0,2 4 0 0,2 1 0 0,-1-2 0 0,3 4 0 0,-1 0 0 0,3 0 333 0,2 0-148 15,1 2-73-15,6 5 61 0,-3 1-72 0,0 4-31 16,-2 1-1-16,-2 4-78 0,-2 1 23 0,-2 3 10 16,-10 1 14-16,-5 1-268 15,-1 1 135-15,-2 0 66 0,-17 3-115 0,-4-6 87 0,-10 1 18 0,0-4-167 16,-4-1 63-16,-2-6 62 16,-3 2-26-16,11-9-200 0,-1-3 135 0,8-1 67 0,2 0 33 15,9-12-158-15,1-4 86 0,12-8 58 16,4-10 24-16</inkml:trace>
  <inkml:trace contextRef="#ctx0" brushRef="#br0" timeOffset="73388.83">27634 6699 1173 0,'7'-5'0'16,"-1"3"0"-16,-1 2-1 0,-3 0 1 0,0 3 0 0,-2 15 0 0,-6 5 0 0,-4 5 788 0,-5 3-375 0,2 2-188 0,-1 4 468 0,3-2-333 16,5-1-161-16,1-3-118 0,5-1-81 15,0-2 0-15,3-1 0 0,10-6-170 16,6-6-66-16,4-6 137 0,3-4 67 0,1-5-801 15,7 0 444-15,-6 0 209 0,0-7-29 0,-2-4-330 0</inkml:trace>
  <inkml:trace contextRef="#ctx0" brushRef="#br0" timeOffset="73547.05">27916 6932 936 0,'0'-3'0'0,"-1"2"0"46,-1-5 0-46,0 2 0 0,1 3 397 0,-1 0-179 0,1-1-82 0,1-1 721 0,-2 3-410 0,2 0-205 0,-2 9 229 0,1 3-244 0,-3 3-227 16,1 3 0-16,-3 1 0 0,0 4 0 0,-3 1 0 0,1-2 0 0,-3 3-450 16,0-4 201-16,2 0 142 0,-1-2 73 0,-2-2-743 15,0-3 314-15,1 2 161 0</inkml:trace>
  <inkml:trace contextRef="#ctx0" brushRef="#br0" timeOffset="73745.05">28099 6695 2208 0,'-3'-7'0'16,"-1"1"0"-16,2 3 0 0,-2-1 0 0,4 3 0 0,0-2 0 0,0 3 0 0,0 0 550 0,4 0-257 0,7 0-119 16,-2 3-80-16,3 2-29 0,1 1 0 0,-2 3-382 15,3-1 177-15,-1 1 96 16,-3 1 36-16,2-1-694 0,-4 1 346 0,3 0 173 0,-3-1 85 0</inkml:trace>
  <inkml:trace contextRef="#ctx0" brushRef="#br0" timeOffset="73933.36">28306 6532 2663 0,'0'-4'0'0,"0"-2"0"0,0 1 0 0,0 5 0 0,0-3 0 0,0 3 0 0,0 0 0 0,0 8 467 47,0 11-216-47,0 10 169 0,0 8-290 0,-6 6-130 0,0 10 0 0,-3 5 0 0,-3 9 0 0,-4 9 0 0,-6 11 0 0,1-7 0 0,-3 1 0 0,-4 1 0 16,0-5 0-16,-1-2-309 0,0 0-44 0,8-22 190 15,5-10-892-15,0-10 509 0</inkml:trace>
  <inkml:trace contextRef="#ctx0" brushRef="#br0" timeOffset="74359.5">28912 6338 1385 0,'0'-7'0'0,"0"2"0"0,0 1 0 0,0 3 0 0,0 1 0 0,0 0 0 0,-3 8 0 0,-7 11 294 0,-3 3-129 0,-5 9-55 16,-2 2-40-16,-2 5-59 0,-4 1 0 16,-1 2 26-16,-1-3 0 0,-7 8-113 0,6-12 52 15,2-2 31-15,0-7-50 0,5-7 40 0,6-6 0 16,1 0 50-16,7-11 84 0,6-1-49 15,0 0-36-15,2 0 203 0,0 0-110 0,0 0-43 0,0 0-29 16,3 4 54-16,4 8-42 0,-2 1-1 0,-1 3-41 16,0 6 120-16,-3 2-65 15,1 0-27-15,-1 5-125 0,-1 0 49 0,0 5 33 0,0-7-391 0,0 0 203 16,0-5 101-16,0-1 40 16,0-4-597-16,0-1 259 0,0-8 168 0,0-6 73 15,0-2-400-15,0 0 243 16,0-7 120-16,3-10 52 0</inkml:trace>
  <inkml:trace contextRef="#ctx0" brushRef="#br0" timeOffset="74570.07">28614 6747 729 0,'0'-20'0'0,"1"-3"0"0,1 10 0 0,1 1 0 0,2 3 505 0,3 2-234 0,1 2-117 0,7-1-49 16,-1 4 191-16,2 2-129 16,3 0-65-16,-1 0 259 0,5 0-162 0,-1 5-71 0,-1 2 78 0,-3 1-84 15,1 1-43-15,-1 3 1 0,-2-4 42 0,2 6-33 16,-7 0-9-16,-4-1-43 0,2 4 62 15,-4 3-99-15,-2 2 0 0,1 4 0 0,-4-2 0 16,1 2 0-16,-2-1 0 0,0 3 0 16,0-3 0-16,0 4 0 0,0-4 0 0,0-1-66 15,0-3-39-15,0-2 70 0,1-2-902 0,1 1 441 16,2-9 233-16,-3 0 114 0,0-5-630 0</inkml:trace>
  <inkml:trace contextRef="#ctx0" brushRef="#br0" timeOffset="74741.89">28678 6922 2199 0,'-14'-6'0'0,"9"1"0"0,-1 1 0 0,4 3 0 0,1-1 0 0,1 0 0 0,1 0 0 0,11 2 340 0,6-1-151 0,4 1-77 16,1-2 2-16,0 2-45 0,2 0 0 0,-2 0-33 15,-1 0-611-15,-1 0 305 0,0 0 163 16</inkml:trace>
  <inkml:trace contextRef="#ctx0" brushRef="#br0" timeOffset="74906.99">28710 7048 830 0,'-5'0'0'0,"-1"0"0"0,0-1 0 0,3-1 0 0,0 2 480 0,1-5-213 0,2 2-119 0,0 1 161 0,7-1-136 0,6 0-68 0,2-1-34 0,4 2-33 0,0 0-2 0,1-1 0 0,-1 2 0 0,-2 1-611 0,1 0 307 32</inkml:trace>
  <inkml:trace contextRef="#ctx0" brushRef="#br0" timeOffset="75028.09">28679 7195 1468 0,'-13'0'0'0,"0"0"0"0,5 0 0 0,3 0 0 0,2 0 0 0,2 0 0 0,1 0 0 0,0 0 421 0,1 0-197 16,12 0-94-16,0 0 31 15,5 0-62-15,1 0-31 16,3 0 9-16,-2 0-217 0,3 0 89 0,-4 0 43 0,1-2 1 0,-3 1-629 0,3-2 331 0</inkml:trace>
  <inkml:trace contextRef="#ctx0" brushRef="#br0" timeOffset="75358.64">29284 6457 2071 0,'0'-5'0'15,"1"1"0"-15,1-2 0 0,1 5 0 0,1 0 0 0,1 1 0 0,0 0 0 0,1 0 225 0,-2 5-98 0,-1 9-46 0,0 1 1 0,-3 4-229 0,0 2 92 16,0 3 55-16,-8-3-431 16,-1 2 221-16,-4 1 110 15,-3-1-248-15,-2-3 158 0,-2 1 72 0,0-5 48 0,0-3 107 0,-3-1-37 16,2-3 0-16,2-2-37 15,-3-1 132-15,9-5-61 0,0-1-35 0,8 0 451 0,0 0-237 0,5 0-72 16,0 0-77-16,2-1 332 0,12-5-180 16,7-1-90-16,6 0 85 0,6-2-87 15,1 1-34-15,-4 0-10 0,2 2-220 16,-1-2 88-16,-2 2 44 0,-4 1 1 0,2 0-517 0,-8 4 276 16,-4-1 142-16,-3 2-390 0,-6 0 241 31,-3 0 52-31</inkml:trace>
  <inkml:trace contextRef="#ctx0" brushRef="#br0" timeOffset="75489.53">29231 6709 2175 0,'0'1'0'0,"0"0"0"0,0 3 0 0,-2 1 0 0,1 2 0 0,1-1 0 0,0 3 0 0,0 3 0 0,0 0 0 0,1 3 319 0,1 2-132 16,1-3-79-16,-1 2-152 0,1 1 40 0,-1-1 0 0,1 0 50 15,-2-5-616-15,1 1 304 16,0-3 151-16,2-2-316 0,-2-5 227 0</inkml:trace>
  <inkml:trace contextRef="#ctx0" brushRef="#br0" timeOffset="75911.45">29384 6716 1537 0,'0'0'0'0,"0"-1"0"0,0-1 0 0,0 0 0 0,-2 2 0 0,2-1 0 0,0 1 0 0,-2 0 354 16,2 0-159-16,-1 0-79 0,1 1 116 0,-3 6-89 15,3-1-57-15,-1 3-25 0,-1 0-357 0,0 1 166 16,-1 2 84-16,0-1 50 15,-2 0-531-15,-2 3 281 0,0-2 141 0,-6 1-458 0,1-1 243 0,-5 4 133 16,0-5 79-16,-2 0-10 16,-2 2 36-16,2-6 82 0,-6 2 0 0,2 1 0 15,3-6 0-15,1 2 0 0,1-2 261 0,4-3-168 0,2 4-65 16,-2-3-41-16,9 0 507 0,4-2-250 16,1 2-45-16,0-2 149 0,0 1-155 0,4 1-69 15,7 0-49-15,4 0 34 16,-1-2-37-16,4 1 1 0,-4 1-105 0,3 1 43 0,-4-3-8 0,0 0 34 15,-1 3-243-15,-4-3 121 0,5 0 71 0,-6 0 20 16,1 0 1-16,-1 0 29 0,-3 0-40 0,0 0-247 16,4 0 98-16,-5 0 69 15,-1 0-9-15,-1 0 236 0,0 0-90 0,0 0-40 16,-1-3 108-16,0 3-66 0,0-3-12 0,0 1-25 16,0 1 164-16,0-1-80 0,0 0 0 0,0 0-39 15,-1 1-97-15,1-1 35 0,0 2 0 0,0 0-138 16,0-2 88-16,0 2 35 0,0 0-258 15,0 0 138-15,0 0 52 0,1-2 39 0,1 2-146 0,1 0 54 16,-1 0 49-16,0 0 25 0,-1-2-215 16,1 2 120-16</inkml:trace>
  <inkml:trace contextRef="#ctx0" brushRef="#br0" timeOffset="76184.11">29435 6782 1807 0,'-7'-1'0'0,"5"-3"0"0,-1 1 0 0,1 0 0 0,1 2 0 0,1 0 0 0,0 1 0 0,0 0 459 0,0 0-203 16,1 0-115-16,4 0-52 0,7 1-48 0,-4 3-5 0,1 3 0 16,1-2-373-16,-1 2 182 15,-1 0 95-15,-3 2 48 0,4-1-753 0,-6 2 384 0</inkml:trace>
  <inkml:trace contextRef="#ctx0" brushRef="#br0" timeOffset="76526.87">29256 7006 1168 0,'-9'0'0'0,"0"0"0"0,2 0 0 0,2 0 0 0,4 0 0 0,1 0 0 0,0 0 0 0,0 0 469 0,7 3-208 0,6-1-117 0,4 2-54 0,1 4 74 0,-1-2-64 15,3 2-32-15,-1 2-24 0,0 0-9 16,-3 2 1-16,-2-1 0 0,-3 2-126 16,1 4 72-1,-6-3 22-15,-4 3-82 0,-2 1 56 0,0 1 29 0,-8 0 0 0,-11 4-119 0,-2-5 28 16,-6 1 48-16,-2-4-26 15,-3-2-155-15,-1-2 82 0,-3-1 32 0,4-9-75 0,5-1 71 16,-1 0 35-16,8-11 1 0,3-3-79 0,2-7 48 0,6 0 38 16,8 1 60-16,1 2 0 15,0 3-31-15,0 2-1 0,1 2 368 0,9 4-180 16,-2 3-94-16,2 1-46 0,3 1 611 0,3 2-300 16,3 0-105-16,1 5 98 0,1 6-140 0,5 0-70 15,2 4-35-15,0 0 229 0,4 1-123 0,-2 0-75 16,1 1-245-16,1 0 89 0,2 2 46 15,0-2 21-15,7 1-641 0,-10-7 327 0,3-1 169 0,-3-3 83 16,-1-5-951-16</inkml:trace>
  <inkml:trace contextRef="#ctx0" brushRef="#br0" timeOffset="76706.69">29827 6764 2266 0,'0'-10'0'0,"0"1"0"0,0 6 0 0,0 1 0 0,0 2 0 0,0 0 0 0,0 5 0 0,0 4 0 0,0 3 585 0,0 0-275 0,2 3-138 0,-2-1-67 0,0 1-354 0,1-1 152 15,-1-1 61-15,1-3-655 16,-1 1 363-16,0-6 182 0,2 2 91 0,-2-1-364 16,0-4 213-16</inkml:trace>
  <inkml:trace contextRef="#ctx0" brushRef="#br0" timeOffset="76921.12">29814 6503 1425 0,'0'-27'0'0,"4"5"0"0,5 5 0 0,4-4 0 0,4 6 0 0,4 7 0 0,2 2 0 0,4 1 156 15,4 4-60-15,3-1-22 0,-4 2 272 0,4 0-156 16,0 2-77-16,-2 6-38 0,0 2 139 0,3 2-80 16,-13-2-53-16,-1 2 42 0,-3 3-44 0,-3 0 1 15,-7 3-45-15,4 5 129 0,-11-2-69 16,-1 3-29-16,0 0 22 0,0 0-27 0,-6 3 1 0,-3 1-17 15,3-5-123-15,-2 1 57 0,3-2 28 0,-1-3 0 16,3 7-567-16,0-10 257 0,0 0 155 0,3-5-682 16,0-3 397-16,0 0 199 15</inkml:trace>
  <inkml:trace contextRef="#ctx0" brushRef="#br0" timeOffset="77084.75">29944 6611 1602 0,'-10'-7'0'0,"0"3"0"0,5 3 0 0,5-1 0 0,0 2 0 0,0 0 0 0,5 0 463 16,8 3-214-16,5 3-107 0,1-1-53 15,5 0 266-15,-1 0-164 0,1 1-78 0,2 0-450 16,-4-3 186-16,1 1 93 0,1 1 56 0,-7 0-912 16,0-2 446-16</inkml:trace>
  <inkml:trace contextRef="#ctx0" brushRef="#br0" timeOffset="77229.59">29915 6762 1494 0,'-17'-3'0'0,"6"1"0"0,6-1 0 0,5 1 0 0,0 1 0 0,2 1 141 15,9 0-44-15,0 0-35 0,8 0 527 0,0 0-277 16,4 0-138-16,3 0-60 0,-3 0 32 0,0 0-55 16,-3 0-28-16,2 0-457 0,-4 0 215 15,0 0 116-15,-2 1 45 0,-8 4-865 0</inkml:trace>
  <inkml:trace contextRef="#ctx0" brushRef="#br0" timeOffset="77435.99">29621 6928 1410 0,'-13'0'0'0,"4"0"0"0,7 0 0 0,2 0 0 0,0 0 0 0,11 0 0 0,9 0 0 0,9 1 491 0,9-1-228 31,6 0-113-31,8 3 488 16,6-3-300-16,12 0-143 0,0 0-84 0,5 0 68 0,5-3-71 0,-6-2-60 0,-5 1-356 0,-3 0 169 0,-24 2 83 0,-12-1 46 15,-8 3-673-15,-8 0 359 0,-8 0 180 0,0 0 58 0,-6 0-767 0,-9 0 409 0,-15 0 204 0</inkml:trace>
  <inkml:trace contextRef="#ctx0" brushRef="#br0" timeOffset="77578.95">29951 6979 1854 0,'-20'3'0'0,"8"4"0"0,2 7 0 0,9 0 0 0,-1 4 0 0,2-1 0 0,0 2 0 0,2-1 357 0,8 0-160 0,-3 2-81 16,2-1-1-16,-3-4-44 15,-1-1-1-15,4-2-34 0,-4-2-515 0,-1-3 257 16,0 0 138-16,-2-2 55 16,-1-4-764-16,-1-1 379 0</inkml:trace>
  <inkml:trace contextRef="#ctx0" brushRef="#br0" timeOffset="77883.05">29935 7069 1000 0,'2'-10'0'0,"-1"-1"0"0,5 5 0 0,5-4 0 0,4 6 0 0,6-1 331 0,6 0-147 0,1 4-75 0,8 1 232 16,3 0-144-16,1 0-85 15,-2 11 38-15,-2 0-57 0,-1 2-29 0,-7 1 1 16,0 6-24-16,-11-7-5 0,-8 3 0 0,-5 1 0 16,-4 3-150-16,-3-4 75 0,-11 3 46 0,-11-4-8 15,-2-1-204-15,-7-3 121 0,-1-2 41 0,0-2-428 16,-2-1 190-16,4-2 132 0,-1-4-303 0,4 0 208 15,0 0 104-15,0 0 43 0,10-4-29 0,5-4 44 16,3-4 24-16,5 1-1 0,6 0 88 16,-2-1-42-16,3 3 9 0,3 1-31 15,7 0 329-15,5 3-165 0,0 1-82 0,2 0 478 16,3 3-265-16,1-1-132 16,4 0 14-16,-3 2 85 0,5 0-95 0,0 0-39 0,-5 0-58 0,0 0 1 15,-2 0-1-15,-1 0 1 16,-3 0-389-16,-1 5 203 15,-7-1 88-15,-6 3 49 0,-2-1-577 0,-2 2 296 0</inkml:trace>
  <inkml:trace contextRef="#ctx0" brushRef="#br0" timeOffset="77987.32">29982 7253 1082 0,'-13'0'0'0,"3"0"0"0,2 0 0 0,2 0 0 0,6 0 0 0,0 0 0 0,3 0 128 0,9 0-46 31,5 0-23-31,2 0 57 0,4 1-44 0,1-1-1 0,2 0-372 0,-4 3 159 16,1-2 80-16,1 2 43 0</inkml:trace>
  <inkml:trace contextRef="#ctx0" brushRef="#br0" timeOffset="78131.35">29964 7377 1159 0,'-13'0'0'0,"0"0"0"0,6 0 0 0,6 0 0 0,1 0 0 0,0 0 0 0,0 0 0 0,4 0 187 0,7 0-80 0,4 0-36 0,4-2 88 15,-2-2-62-15,5 3-31 0,-1-3 10 0,-2 2-393 16,1-2 176-16,-2-2 88 0,-1 4 45 0,-3-3-557 15</inkml:trace>
  <inkml:trace contextRef="#ctx0" brushRef="#br0" timeOffset="78320.38">30155 7139 1149 0,'-9'-5'0'0,"-1"2"0"0,4 1 0 0,-4 2 0 0,6 0 0 0,-2 7 191 0,-3 9-78 0,1 7-38 0,-4 4-1 0,0 5 313 0,-2-1-180 16,1 4-86-16,0 3 106 0,2-1-96 0,-2-3-48 15,6 4-14-15,2-12 133 0,5-4-82 0,0-5-43 16,0-4-49-16,8-2 8 0,12-5 9 0,9-6-9 16,6 0-89-16,14-10 45 0,5-8 0 0,5-1 44 15,8-5-714-15,-5 3 346 16,-1 0 113-16,-1-1-412 0</inkml:trace>
  <inkml:trace contextRef="#ctx0" brushRef="#br0" timeOffset="78453.62">30847 7364 2419 0,'-5'-17'0'0,"-1"5"0"0,6 4 0 0,0-2 0 0,3 4 0 0,5 1 0 0,0-2 0 0</inkml:trace>
  <inkml:trace contextRef="#ctx0" brushRef="#br0" timeOffset="83939.23">27109 7979 1468 0,'-3'-18'0'0,"-7"0"0"0,-1 6 0 0,-1 0 0 0,0 0 0 0,0 1 0 0,-1 4 0 0,0 1 0 0,0 1 178 0,-1 4-70 16,0-1-27-16,2 2 61 0,0 0-53 0,2 14-26 15,-3 4 0-15,3 11 63 0,-3 5-36 0,3 4-8 16,5 3-46-16,2 2 45 16,1 1-1-16,2-3-43 0,0 1 73 0,0-9-42 15,7-4 1-15,8-3-86 0,1-8 27 0,2-5 1 0,1 1 34 0,1-12-115 31,0-2 54-31,-2-2 26 0,-1-10 0 0,-4-8-77 0,4-4 43 0,-5-5 21 16,-5-5-68-16,3-2 41 0,-4-5-1 0,2-8 1 16,-5 3-170-16,0-6 94 0,2-3 25 31,-4-6-115-31,0-8 74 0,0-6 33 0,-1 12 9 0,2 5 4 0,-2 11 39 0,0 9 1 0,0 19-1 0,0 5 217 16,0 14-105-16,0 1-55 0,0 20-28 0,-2 10 124 15,0 5-58-15,1 10-14 16,-1-2 347-16,2 5-151 0,0 3-106 0,0 3 118 15,0-1-108-15,0 4-44 0,0-9-37 0,2-5-26 16,1 1-1-16,6-7 1 31,0-3 0-31,4 4-375 0,-3-15 182 0,2-3 97 0,0-6-605 0,-2-4 303 0,2-6 172 0,0 0 25 0,-3-5-203 0,0-3 166 16,2-15 82-16</inkml:trace>
  <inkml:trace contextRef="#ctx0" brushRef="#br0" timeOffset="84142.2">27304 7947 864 0,'0'-11'0'16,"0"0"0"-16,0 4 0 0,0-4 0 0,0 8 298 0,0 1-131 0,0 2-65 0,9 0 416 0,-1 0-241 0,7 5-111 0,-2 4-69 16,-2 6 255-16,5-3-157 0,-3 9-80 0,3 0-38 15,-5 3 50-15,-2 4-50 0,-1-4 1 0,-6 7-102 16,-2-1 30-16,0 2 10 0,0-1 20 16,-10-3 7-16,-4-1-6 0,-6 0-1 0,-1-4-33 15,-2 2 9-15,-1-8 24 16,1-6 1-16,3-5-330 0,1-6 157 0,4 0 45 15,2 0 53-15,10-17-662 0,3-8 333 0,7-8 164 16,13-2 84-16,4-3-533 0</inkml:trace>
  <inkml:trace contextRef="#ctx0" brushRef="#br0" timeOffset="84311.95">27564 7907 2051 0,'5'-8'0'0,"1"-2"0"0,-2 4 0 15,-2 5 0-15,-2 1 0 0,0 0 0 0,-5 14 0 0,-4 6 450 31,-2 2-198-31,-1 7-112 0,-1 0 603 0,7 4-448 0,-4-1-295 0,5 4 0 0,4 0 0 0,1-4 0 0,0 0 0 0,12 0 0 16,7-4 0-16,6-2 0 0,2 1 0 0,5-12 0 16,1-2-194-16,0-4 84 0,-1-7-747 0,0-2 348 15,1 0 179-15,-10 0 151 16,0-2-529-16</inkml:trace>
  <inkml:trace contextRef="#ctx0" brushRef="#br0" timeOffset="84734">27980 7827 1579 0,'-5'-7'0'0,"1"0"0"0,2 5 0 0,0 1 0 0,2 1 0 0,-1 1 312 0,1 12-137 0,-2 2-61 0,2 3-43 0,0 4 341 0,-1 1-188 0,-1 6-94 0,-1-6-94 0,-1 2 10 0,2-1-10 0,0-1 1 0,-3-2-139 0,1-7 70 0,-2 3 34 16,2-3 67-16,1-6-9 0,0-2-23 0,0-5-1 78,1 0 205-78,0-1-102 0,0 0-42 0,2 0-38 0,0-2 32 0,4-7-29 0,7 2-62 0,3-1 0 0,2 1 0 0,3 3 0 0,0-2 0 0,2 2 0 0,1 1-35 0,1 1 32 0,2-1-126 0,0 0 66 0,-1 2 47 0,-1 1-13 0,-2 0-39 0,1 0 16 0,0 0 22 0,-7 0-20 16,0 0 85-16,-4 0-28 0,-1 0-26 0,-3 1 281 0,1 7-133 15,-5-5-68-15,-2 7-61 0,0-3 0 0,1 5 0 0,-2 1 0 47,0 3 0-47,0-2 0 0,0 6 0 0,0-5 0 0,0 5 0 0,0-1 0 0,0 3 0 0,0-3 0 0,0 0 0 0,0-1 0 16,0 0 0-16,0-1 0 0,-4-1-97 15,-1-5-25-15,-1-1-3 16,-2-1-147-16,-3-2 117 0,-1 2 50 0,-3-6-350 0,3-3 210 16,-5 0 103-16,0 0 53 0,-3-12-509 0,-2-6 272 15,3-5 149 1</inkml:trace>
  <inkml:trace contextRef="#ctx0" brushRef="#br0" timeOffset="84852.21">27939 7878 2031 0,'-9'-13'0'0,"3"7"0"0,-2-1 0 0,5 3 0 0,3-2 0 0,0 3 0 0,0 0 0 0,14 3 0 0,6 0 561 0,3 0-262 0,7 0-132 0,2 0 97 32,1 0-118-32,0 0-55 0,0 4-27 0,-2 1-211 0,2 0 92 15,-1 2 55-15,-7 1-791 0,-6 4 414 0,-3 0 206 0</inkml:trace>
  <inkml:trace contextRef="#ctx0" brushRef="#br0" timeOffset="85010.06">27954 8272 2652 0,'-10'0'0'0,"-2"0"0"0,5 0 0 0,0 0 0 0,5 0 0 0,1 0 0 0,1 0 0 0,3 0 383 0,14 0-173 0,7 0-87 0,4-1 52 0,5-3-60 16,-1-3-43-16,1-1-569 0,1 1 267 15,-2 1 133-15,-2-2 67 0,7 0-1023 0</inkml:trace>
  <inkml:trace contextRef="#ctx0" brushRef="#br0" timeOffset="85218.54">28427 8015 2409 0,'0'-12'0'0,"0"5"0"0,5 1 0 0,4-1 0 0,-1 3 0 0,10 3 0 0,1 1 0 0,2 0 0 0,6 0 333 15,1 12-149-15,2 4-73 0,-2 1 144 0,2 7-99 16,-11-2-65-16,-3 4-28 0,-6 3 0 0,-6 1-26 0,-4 2 0 16,0 1-144-16,-16-2 68 0,-9-2 38 0,-6-1-1 15,-2-5-194-15,-5-6 116 0,-2 0 67 0,4-11-459 16,3-6 186-16,1 0 137 0,8-1-3 16,6-14-355-16,2-7 225 0,15-12 128 15,1-4-203-15</inkml:trace>
  <inkml:trace contextRef="#ctx0" brushRef="#br0" timeOffset="85384.27">28720 7848 2292 0,'8'-6'0'0,"-1"3"0"0,-1 0 0 0,-2 3 0 0,-3 0 0 0,1 9 0 0,-2 8 455 15,0 3-208-15,0 2-97 0,-6 5 244 0,1 2-179 16,3 1-89-16,1 3-74 0,1 2-52 16,0 4 0 15,0-6 0-31,7 1 0 0,8-6 0 0,4-1 0 0,4-3 0 0,5 0-465 0,-3-10 110 0,3-5 196 0,0-1-835 0,-1-7 464 0,0-1 247 15,-1 0 114-15</inkml:trace>
  <inkml:trace contextRef="#ctx0" brushRef="#br0" timeOffset="85521.32">29072 8129 1087 0,'-3'-12'0'0,"-1"-2"0"0,2 6 0 0,1 3 0 0,0 3 650 0,1-1-306 0,0 3-154 16,0 0-67-16,0 0 161 0,0 10-123 15,0 6-63-15,0 2-30 0,0 3 319 0,-1 3-166 16,-4 1-97-16,-1 2-234 0,1-1 74 15,-3-1 36-15,-1 2 9 0,3-6-647 0,-1 0 337 16,0-6 169-16,2 2-927 0</inkml:trace>
  <inkml:trace contextRef="#ctx0" brushRef="#br0" timeOffset="85684.88">29222 7902 2541 0,'3'0'0'16,"0"0"0"-16,0 2 0 0,1 1 0 0,2 4 0 0,2-2 0 0,-1 7 0 0,5 0 0 0,0 2 326 0,1 4-141 0,4 3-66 0,-4-2-234 0,0 1 76 0,1-2 37 15,1 0-637-15,-4-4 337 0,4 3 178 0,-4-7 76 0</inkml:trace>
  <inkml:trace contextRef="#ctx0" brushRef="#br0" timeOffset="85870.17">29490 7770 2370 0,'0'-6'0'0,"4"0"0"0,-4 3 0 0,2 3 0 0,-2 0 0 0,0 10 0 0,0 15 0 0,0 16 0 0,0 13 280 0,-12 13-113 0,-1 6 455 0,-3 13-293 0,-3 7-166 0,-6 10-163 0,1-3 0 0,-3 9 0 0,7-24 0 0,1-8 0 0,6-8-548 0,0-7 231 0,8-9 177 0,-1-2 96 16,2-25-978-16</inkml:trace>
  <inkml:trace contextRef="#ctx0" brushRef="#br0" timeOffset="86078.23">29730 7889 1984 0,'0'-14'0'0,"-7"4"0"0,7 5 0 0,0 2 0 0,0 0 0 0,4 2 348 0,7 1-156 0,6 0-78 0,5 0 259 16,5 4-168-16,3-4-76 0,3 2-140 0,1-2 24 16,0 0-1-16,0 0 24 0,0 0-662 0,3 0 334 15,-12 0 156-15,0 0 82 0,-7 3-930 16,-8 0 474 0</inkml:trace>
  <inkml:trace contextRef="#ctx0" brushRef="#br0" timeOffset="86212.83">29771 8074 1744 0,'-19'1'0'0,"3"2"0"0,5 0 0 0,5-2 0 0,3 2 0 0,3 1 0 0,0-1 0 0,9 0 407 0,9-1-185 0,6 0-93 0,0-2 252 15,7 0-163-15,-3 0-95 0,1 0-554 0,-2 0 234 0,1 0 116 0,-3 0 59 16,-1 0-326-16,-6 0 187 16,-3 0 98-16,-5 1 50 0,-1-1-850 0</inkml:trace>
  <inkml:trace contextRef="#ctx0" brushRef="#br0" timeOffset="86384.25">29951 7961 2513 0,'0'3'0'0,"-6"2"0"0,3 4 0 0,-4 4 0 0,2 7 0 0,-2 10 0 0,-8 7 0 0,2 5 0 0,-6 6 0 0,-4 3 338 0,3-3-156 0,0-2-73 0,4-7-253 16,3-5 90-16,4-6 45 0,4-1-626 0,5-17 331 15,0-8 170-15,2-2 85 16,15-8-415-16,0-12 241 15,-1-10 116-15</inkml:trace>
  <inkml:trace contextRef="#ctx0" brushRef="#br0" timeOffset="86501.84">29962 8177 1709 0,'1'-5'0'0,"-1"3"0"0,1-3 0 16,-1 5 0-16,0 0 0 0,0 0 0 0,0 14 0 0,1 4 477 0,1 4-212 0,0 6-118 0,3 3-56 0,1-1 493 16,0 0-274 15,2 2-137-31,3-2-101 0,2-6-10 0,3-7-26 0,2-7-31 0,5-8-657 0,3-2 328 0,4 0 189 0,-1-20-775 0,1-6 387 15</inkml:trace>
  <inkml:trace contextRef="#ctx0" brushRef="#br0" timeOffset="86655.74">30456 7788 2162 0,'-3'-5'0'0,"1"5"0"0,2 0 0 0,0 0 0 0,0 0 0 0,0 7 0 0,2 6 0 0,2 2 366 0,0-2-165 16,-1 6-83-16,0-1-38 0,3-1-9 0,-2-3-35 15,2 1 0-15,1-2-671 0,3-3 322 0,2 2 164 16,-2-9-701-16,6-1 412 16</inkml:trace>
  <inkml:trace contextRef="#ctx0" brushRef="#br0" timeOffset="86880.14">30745 7771 1506 0,'0'-10'0'0,"0"4"0"0,0 0 0 0,-1-1 0 0,-1 5 0 0,-8 2 0 0,2 0 201 0,-7 12-82 16,-6 6-42-16,-10 2 167 0,-1 9-109 0,-7 2-49 0,-7 2-112 15,-1 2 31-15,-5-1 0 0,-3 0 40 0,16-7-106 16,5-5 49-16,8-8 24 0,8-5-1 0,7-6-43 16,5 1 43-16,6-4-9 15,1 0 108-15,17-7-39 0,5-4-61 0,6-4 7 0,5 1 320 0,0 2-156 16,3-1-68-16,3-1-38 0,2 4-35 16,-3-2-4-16,8-2 8 0,-10 7-83 0,-1-4 37 15,1 5 0-15,-2 1 38 0,-7 2-597 16,4 2 285-16,-16 1 147 0,-8 0-732 0,-8 6 413 15,-3 9 206-15</inkml:trace>
  <inkml:trace contextRef="#ctx0" brushRef="#br0" timeOffset="87044.55">30357 8117 1531 0,'-15'0'0'0,"-1"0"0"0,12 0 0 0,4 0 0 0,0 0 0 0,14 0 0 0,11 0 0 0,6 0 0 0,7 0 386 0,6-4-175 78,2-2-88-78,5-2 57 0,-2-1-72 0,7 1-27 0,-10 1-9 0,-1 1-477 0,-7 2 220 0,-7 0 111 0,-11 4 54 0,0 0-287 0,-18 0 167 0,-2 0 87 0</inkml:trace>
  <inkml:trace contextRef="#ctx0" brushRef="#br0" timeOffset="87167.04">30632 7979 1697 0,'-14'0'0'15,"4"4"0"-15,6 6 0 0,0 3 0 0,0 7 0 0,2 7 0 0,-6 5 0 0,-2 5 514 0,0 1-238 0,-7 3-121 0,0 1-59 0,-5-4 269 0,-5 3-155 0,3-9-92 0,2-4-357 16,-2-5 138-16,3-4 68 0,5-7 35 0,1-3-765 16,10-9 394-16,5 0 202 0</inkml:trace>
  <inkml:trace contextRef="#ctx0" brushRef="#br0" timeOffset="87304.46">30657 8254 2308 0,'0'0'0'0,"0"6"0"0,0-3 0 16,6 6 0-16,10 4 0 0,9 3 0 0,1 3 0 0,7 1 382 0,1 1-173 0,-3 3-87 0,3-2-57 0,0-2-21 0,-5-4-8 16,2-3 0-16,-3-4-857 15</inkml:trace>
  <inkml:trace contextRef="#ctx0" brushRef="#br0" timeOffset="87414.53">31386 8584 3931 0,'-11'-8'0'0,"-2"-2"0"0,10 6 0 0,3 3 0 0,12 0 0 0,8-2 0 0</inkml:trace>
  <inkml:trace contextRef="#ctx0" brushRef="#br0" timeOffset="102605.18">31507 7602 963 0,'-11'3'0'0,"4"3"0"0,0 8 0 0,3 1 0 0,2 10 38 0,1 6-1 15,-3 8-30-15,4 4 377 0,0 3-172 0,0 5-86 16,0-1-43-16,2 0 72 0,1 3-47 0,-1-10-39 15,2-3 2-15,-3-3-30 0,1-4-1 0,0-3 0 16,0 2-35 0,-1-15 35-16,-1-5 0 0,0-1 0 0,0-6-15 0,0-3 13 15,0 3 10-15,0-5-55 0,0 0 45 0,0-2 0 0,0-8 0 0,0-1-97 16,-1-4 40-16,-6-2 16 16,2 0-215-16,-1-5 107 0,-4 0 61 0,0-4 19 15,0 5-161-15,-1 0 79 0,-2 0 48 0,-2 5 2 16,1 3 108-16,-3 1-56 0,1 10 9 0,-3 2 91 15,2 0-59-15,-3 9-13 0,1 10-50 0,2 5 374 16,2 3-172-16,8 3-60 0,1 3 238 0,6 2-142 16,0-5-83-16,8 4-31 15,12-8-4-15,3-4-48 0,4-9 1 0,6-1-1 16,0-7-113-16,5 2 66 0,-4-7 19 0,-2 0-451 0,0-7 239 0,-1-4 86 16,-4-1 71-16,7-6-727 15,-11 3 370-15,-3-5 181 0,-1 1-349 0</inkml:trace>
  <inkml:trace contextRef="#ctx0" brushRef="#br0" timeOffset="102813.52">31793 7820 2695 0,'-11'-1'0'0,"0"1"0"0,0 0 0 0,0 5 0 0,0 10 0 0,-1 3 0 0,1 7 0 0,5 4 0 0,-1 5 320 0,4 4-141 16,2 5-59-16,1-5 22 0,0 1-52 0,8-2-25 15,5-5-207-15,2-1 90 16,6-1 56-16,1-9-10 0,1-4-392 0,0-5 218 0,2-2 110 0,-1-5 55 16,2 1-556-16,-7-6 284 0,0 0 40 0,-1-1-259 15,-2-9 233-15,1-6 117 16,-2-4 48-16</inkml:trace>
  <inkml:trace contextRef="#ctx0" brushRef="#br0" timeOffset="103159.97">32116 7699 1811 0,'-7'-3'0'0,"0"0"0"0,1 3 0 0,2 0 0 0,2 1 0 0,-1 13 0 0,3 7 217 16,-2 3-79-16,2 6-55 15,0 5 393-15,0 1-218 0,0 9-110 0,0-1-54 0,0 9-64 16,2-8 9-16,0-2 1 0,0-3-189 16,-1 1 95-16,1-7 46 15,0 3 11-15,-2-13-216 0,0-5 127 0,0-5 62 0,0-6-112 0,0-5 83 16,0 0-50-16,-2-3 52 15,-1-8-223-15,1-10 117 0,-2-2 59 0,1-2 19 0,-1-3-17 16,-1 0 29-16,1 0-1 16,-3 0 76-16,-2 1 0 0,1 4-57 0,-4 3 9 0,-1 6 257 0,1 5-129 15,-1 6-64-15,-3 0 232 0,-2 0-109 0,7 10-76 0,-3 8 11 16,2 4 369-16,2 3-206 0,4 4-102 0,0 2-43 16,6-1 104-16,0-2-82 15,2 1-41-15,8-4-167 0,4-1 63 0,1-2 41 16,3-10-10-16,0 0-476 15,0-8 254-15,2-2 127 0,-2-2-642 0,3 0 311 0,-2-6 194 0,-3-11 93 16,3 0-216-16,-3-5 153 16</inkml:trace>
  <inkml:trace contextRef="#ctx0" brushRef="#br0" timeOffset="103397.19">32229 7998 1130 0,'0'-8'0'0,"0"-4"0"0,0 6 0 0,0 1 0 0,3 2 264 0,6 0-114 0,0 3-57 0,5 0-19 16,1 6 430-16,2 6-236 0,0 5-116 0,2 4 138 15,-1-1-128 1,-1 4-53-16,-5 0-42 0,-2 2-200 16,-2-1 85-16,-6-1 43 0,0-2-246 0,-2 4 154 0,0-6 64 0,-7-3 35 0,-8-2-271 0,-4-8 111 31,-1 4 91-31,1-10-48 0,-1-1-133 0,1 0 82 62,2-7 64-62,7-5-348 16,-1-5 196-16</inkml:trace>
  <inkml:trace contextRef="#ctx0" brushRef="#br0" timeOffset="103491.47">32492 7925 693 0,'-1'2'0'0,"-6"2"0"0,-2 3 0 0,3 2 0 0,-4 4 0 0,1 2 657 0,-1 6-310 0,0 1-153 0,-1 7 523 0,8-5-343 0,1 4-168 0,2-3-84 16,0 1 5-16,7-2-45 0,8 1 10 0,4-6-53 0,5-6-143 0,3-1 71 15,-1-7 36-15,0 1-595 0,4-6 325 16,-7 0 148-16,1 0 79 0,0-4-825 0</inkml:trace>
  <inkml:trace contextRef="#ctx0" brushRef="#br0" timeOffset="103699.9">32665 7777 1565 0,'-3'-6'0'0,"3"5"0"0,0-1 0 0,0 2 0 0,0 0 0 0,3 10 663 0,7 5-303 0,1 5-165 0,2 7-79 16,0 3 224-16,-2 7-152 0,3 1-74 0,-4 10-9 31,-1 0-38-31,-8 3 1 0,-1 1-30 0,0 1-166 16,-12 0 84-16,-8 5 51 0,-2-14-245 0,-5-1 139 0,-3-5 68 0,0-3 35 15,-2-8-449-15,-1-2 225 0,7-17 22 0,4-5 85 16,1-3-440-16,11-6 257 0,0-15 129 0</inkml:trace>
  <inkml:trace contextRef="#ctx0" brushRef="#br0" timeOffset="103820.2">32787 8011 2487 0,'9'-5'0'0,"2"-3"0"0,2 1 0 0,5 1 0 0,-4 4 0 0,3 1 0 15,-2-2 0-15,3 3 368 0,3 0-165 0,2 0-72 0,-2 0-197 0,1 0 52 16,-1 4 27-16,1 3-1 0,-2-1-922 0</inkml:trace>
  <inkml:trace contextRef="#ctx0" brushRef="#br0" timeOffset="104246.32">32876 8243 2886 0,'-19'2'0'0,"8"3"0"0,7-1 0 0,4 2 0 0,0-5 0 0,0 5 0 0,7-1 0 0,7 2 0 0,5-3 467 0,3 1-214 16,2-3-107-16,1 1-188 0,0-1 51 0,0-2-11 16,0 0-294-16,-4 0 167 0,-1 0 84 0,1 0 42 15,2 0-868-15,-9-5 433 0,2 0 217 0,-3-3 108 16,-2-2-518-16,1-3 295 0,-2-2 140 0,-1-1-42 15,-4-1 118-15,-2 0 40 0,0 0 80 0,0 3 195 16,-1-1-146-16,-2 4-39 0,0 3 279 0,0 3-165 16,0 3-80-16,-2 2-42 0,-2 0 705 0,2 2-245 15,1 12-213-15,1 3 330 0,0 3-271 0,0 1-134 16,3 2-58-16,7-1 239 16,2-1-158-16,-1 0-126 0,5-3-71 0,0-1 0 15,4-3 0-15,-1-4 0 0,3-4 0 0,0-6 0 16,1 0 0-16,-1-5 0 0,4-8 0 0,-7-9 0 15,-3-2 0-15,-5-1 0 0,-2-3 0 16,-5-2-153-16,0-1 79 0,-4 2-261 0,0-1 153 0,-5 2 52 16,-10 3 46-16,-4 0-2 0,-3 8 10 0,-6 8 38 15,2 5 195-15,1 2-98 16,0 2-49-16,0 0-34 0,6 10 129 0,5 4-67 0,4 1-37 16,0 3 24-16,5 2 130 0,1 2-44 15,4 0-53-15,0 0-354 0,0-1 150 0,3-2 93 16,5 1 31-16,2 0-913 0</inkml:trace>
  <inkml:trace contextRef="#ctx0" brushRef="#br0" timeOffset="109264.7">7802 12956 1008 0,'-25'-9'0'0,"9"-1"0"0,2 1 0 0,0 3 0 0,8 0 0 0,-2 1 0 0,4-1 0 16,4 1 210-16,0-1-86 0,0 3-42 15,0 0 223-15,0-1-133 16,1 0-57-16,4 3 160 0,5 0-118 0,-3-1-59 0,5 1-30 0,2 1 101 0,2 0-69 0,4 0-31 16,6 0 0-16,3 0 69 15,5 0-49-15,8 0-15 0,3 0-11 0,4-1-24 16,5 1 0-16,10-3 0 0,15 2 27 0,22-1-18 16,2 0-9-16,12 0 36 15,13 0-1-15,2-1-35 0,4 3 0 0,16-2 10 16,-32 2-49-16,-3 0 0 0,-3 0 0 0,-1 0 0 0,0 0 0 0,7 0 0 15,-26 0 0-15,1 0 0 16,-2 0 0-16,1-3 0 0,-7-1 0 0,1-1 0 16,-24 2 0-16,-2-1 0 0,-4 1 0 0,-3 1 0 0,-2 2 0 15,-4-3 0-15,-15 3 0 0,-6 0 0 0,-6 0 0 16,-6 0 0-16,-2 0 0 16,-5 0 0-16,-6 0 0 15,-1 0 0-15,0 0 0 0,0 0 0 0,0 0 0 0,-1 0 0 0,-2 0 0 0,-4 0 0 0,-2 0 0 16,1-1 0-16,-4-1 0 0,-4 0 0 0,5 2-217 15,-4 0-11-15,1 0 94 0</inkml:trace>
  <inkml:trace contextRef="#ctx0" brushRef="#br0" timeOffset="110714.65">8841 17299 1329 0,'-16'-13'0'0,"1"0"0"0,4 5 0 0,3 1 0 0,2 5 0 0,0-1 0 0,4 1 0 0,2 2 315 0,0 0-139 16,0 0-68-16,0 0-35 0,8 0 89 0,4-3-66 15,6 0-28-15,2-1-1 0,6-3 186 0,2 0-98 0,3 0-63 16,-1-1 171-16,3 0-112 16,1 2-57-16,0-1 126 0,5 2-81 0,-5-1-55 15,1 5-1-15,-1-2-80 0,2 1-3 0,0 2 0 0,4 0 0 16,-9 0 0-16,2 0 0 0,2 2 0 0,-2 2 0 16,3-1 0-16,5 0 0 0,-7-3 0 0,2 0 0 15,2 0 0-15,-1 0 0 0,2 0 0 16,9 0 0-16,-8-3 0 0,1 0 0 15,2-1 0-15,0 1 0 0,2-1 0 0,9 4 0 16,-11-3 0-16,4 2 0 0,-2 0 0 0,2 1 0 16,-4-2 0-16,10 2 0 15,-12-1 0-15,5-2 0 0,-5 1 0 0,6 1 0 16,1-2 0-16,10-4 0 0,-8 2 0 0,2-2 0 16,0-1 0-16,2 3 0 0,-1-4 0 0,9 1 0 0,-14 1 0 0,5 1 0 15,0-1 0-15,3 3 0 0,-2-3 0 16,10 1 0-16,-15 3 0 0,0 0 0 0,1 0 0 15,0-1 0-15,0 0 0 0,8 2 0 0,-10 0 0 16,5 0 0-16,1 1 0 0,2-1 0 16,0 0 0-16,2 0 0 0,-6 2 0 0,-3 0 0 15,1 0 0-15,0 0 0 0,11 0 0 0,-10 0 0 16,2 0 0-16,1 0 0 0,0 0 0 0,0 0 0 16,10 0 0-16,-14 0 0 0,2 0 0 0,4 0 0 15,3 0 0-15,3 0 0 0,11 0 0 0,-15 0 0 16,0 2 0-16,1-2 0 0,0 2 0 0,-1 0 0 15,11-1 0-15,-13 1 0 16,1 1 0-16,2 1 0 0,-1-1 0 0,-3 0 0 16,7 2 0-16,-14-1 0 0,2 1 0 0,3 0 0 15,4-1 0-15,0 1 0 0,8 0 0 0,-13-2 0 16,3 0 0-16,-3 3 0 0,2-3 0 0,-1-1 0 16,8 4 0-16,-11-3 0 15,6 0 0-15,-1 1 0 0,5-3 0 0,-3 1 0 0,6 2 0 0,-11-4 0 16,1 1 0-16,1-1 0 0,2 0 0 0,4 0 0 15,10 0 0-15,-12 0 0 16,-1 0 0-16,-1 0 0 0,0 0 0 0,-1 0 0 16,4 0 0-16,-9 0 0 0,1 0 0 0,1 0 0 15,2 0 0-15,-2 0 0 16,5 0 0-16,-14 0 0 0,0 0 0 0,-1 3 0 0,-1 0 0 16,-1 0 0-16,4 1 0 0,-8 0 0 0,2-1 0 0,-2 0 0 15,0-2 0-15,3 4 0 0,-8-2 0 16,-4-1 0-16,1 1 0 0,-2 0 0 15,-1-2 0-15,6 0 0 0,-10-1 0 0,2 2 0 16,-1-2 0-16,-2 0 0 0,-1 0 0 16,4 0 0-16,-7 0 0 0,0 0 0 15,0 0 0-15,-3 0 0 0,0 0 0 0,2 0 0 63,-4 0 0-63,-2 0 0 0,0 0 0 0,-5 0 0 0,1 0 0 0,1 0 0 0,-4 0 0 0,0 0 0 15,0 0 0-15,-2 0 0 0,0 0 0 0,0 0 0 0,0 0 0 0,0 0 0 0,0 0 0 0,0 0 0 16,0 0 0-16,0 0 0 0,0 0 0 0,0 0 0 0,0 0 0 16,0 0 0-16,0 0 0 0,0 0 0 0,0 0 0 0,0 0 0 0,0 0 0 0,0 0 0 15,0 0 0-15,0 0 0 0,0 0 0 0,0 0 0 16,0 0 0-16,0 0 0 0,0 0 0 0,-4 0-14 16,-3 0-458-16,1 5 217 0</inkml:trace>
  <inkml:trace contextRef="#ctx0" brushRef="#br0" timeOffset="114874.11">10180 13582 1463 0,'0'-8'0'0,"0"5"0"0,0-4 0 0,0 2 0 0,0 0 0 0,0 1 0 0,0-4 0 0,2 3 111 16,5 2-37-16,-1 3 0 15,4-2 21-15,2 2-28 0,2 0 8 0,1 0-5 0,1 8 0 16,2 4-32-16,0 7-1 0,-3 3-29 0,1 2 10 16,-4 2 10-16,0 3 10 0,-6 3-80 0,-1-1 40 15,-4 4 1 1,2 3 48-16,-3-4-71 0,-4 0 18 0,-9-1 0 15,-4-4 44-15,1-5-16 0,-7 1-17 0,1-11 173 0,2-3-77 0,-4-5-38 16,1-6 1-16,-1 0 144 0,4-2-91 0,3-13-39 16,1-2 0-16,1-2 15 0,4-5-28 0,2 0 10 15,6 2-37-15,3 0-15 16,0 1 15-16,0 1 0 0,7 2-39 0,4 0 10 16,1 1 28-16,1 4-212 0,3 2 106 0,3 2 46 15,1 0 28-15,0 1-580 16,0 3 282-16,2 3 100 0,-1 1 82 0,0-2-567 0,-1 3 321 15</inkml:trace>
  <inkml:trace contextRef="#ctx0" brushRef="#br0" timeOffset="115248.47">10505 13462 1358 0,'-3'0'0'0,"-2"-3"0"0,1-2 0 0,3 2 0 0,-1-1 0 0,2 0 194 0,0 1-78 0,0 0-30 16,2 0 92-16,3 2-70 16,7 1-35-16,0 0-1 0,0 0-61 0,5 0 9 0,-6 0 18 15,2 7-1-15,0 4-192 0,-6 0 96 16,1 3 49-16,-3 1-132 0,-1-1 85 0,-4 6 48 15,0 1 33-15,-3-3-3 0,-6 2-42 16,-3 1 30-16,-4-4 101 16,0 0-55-16,-3-3-40 0,4-2-23 0,-1-2 466 0,4-1-208 0,1-4-84 15,3-3-65-15,2-1 208 16,4-1-136-16,2 0-68 0,0 0-82 0,11 0-9 16,8-1 23-16,4-7-222 0,-1 0 112 0,6 1 55 15,-1-1 37-15,-4 3-243 0,3 3 131 0,-5-5 65 0,-1 7 33 0,0-3-825 16,-2 3 380-16,-6 0 205 0</inkml:trace>
  <inkml:trace contextRef="#ctx0" brushRef="#br0" timeOffset="115574.7">10018 14190 1143 0,'-10'-3'0'0,"0"0"0"0,4 1 0 0,0 0 0 0,3 0 0 0,3 0 468 0,0 1-220 15,11-3-105-15,14-1 121 0,10-5-113 16,6 1-56-16,9-4-20 0,-1 1 224 0,3 0-131 15,2 2-65-15,4-1-38 0,1-2 0 0,6-1-18 16,-11 6-10 0,-1 1-320 15,-10 1 161-31,-3 1 79 0,-8 2 41 0,-2 3-427 0,-16 0 200 0,-6 0 126 0,-5 0-17 0,-3 0-219 0,0 3 125 0,-6 4 79 0,-7 2-279 0,-5 0 188 16</inkml:trace>
  <inkml:trace contextRef="#ctx0" brushRef="#br0" timeOffset="115877.39">10197 14287 944 0,'-2'0'0'0,"-4"0"0"0,3 0 0 0,3 0 0 16,0 0 0-16,0 0 521 0,4 0-242 0,11 0-120 16,4 4 103-16,1 3-113 0,1 2-46 0,-1 2-37 0,0-1-56 0,0 4 1 15,-4 0 26-15,0-1-174 16,-4 5 96-16,-3 2 35 0,-5 0 0 0,-2 1-62 15,-2 2 53-15,-3 1 26 0,-10 1 10 0,-7-4 28 16,-3-1 1-16,-3-6-78 0,-3-2 141 0,2-3-60 16,-3-1 2-16,6-8-41 15,2 0 77-15,1 0-20 0,4-2-23 0,2-7 95 0,4-1-42 0,8-1-37 16,3 0 0-16,0-2-39 0,2 2 12 0,7-1 1 16,6-2 9-16,0 3-158 15,3 1 73-15,1 0 39 0,3 2-1 0,-1 2-445 0,1-3 226 16,-3 1-497-16,3 4 340 0,-3-2 168 15,1 4 86-15,0-4-220 0</inkml:trace>
  <inkml:trace contextRef="#ctx0" brushRef="#br0" timeOffset="116534.06">10499 14267 1416 0,'-5'0'0'0,"1"0"0"0,-2-1 0 0,1-2 0 0,3 2 0 0,2 1 0 0,0 0 0 0,0 0 217 0,5 0-89 0,7 0-36 0,3 0 98 16,1 5-77-16,2 1-37 0,2 3 0 0,-2 0-65 15,0 1 9 1,-3 3 18-16,-2-3 0 0,-2 1-29 0,-2 4 0 0,-4 0 29 0,-4 3 9 0,-1 0 33 16,0 1-1-16,-12 3-41 0,-7-3 64 15,-4 3-33-15,-2-1 10 0,-2-5-123 16,1 0 41-16,-1-4 0 0,1-5 41 0,1 1-377 15,6-6 172-15,8-2 92 0,2 0 38 0,6-10-562 16,3-6 264-16,0-6 140 0,15-2-146 0,6-3 151 16</inkml:trace>
  <inkml:trace contextRef="#ctx0" brushRef="#br0" timeOffset="116677.61">10684 14262 1816 0,'12'-8'0'0,"-2"4"0"0,-4 3 0 0,2-1 0 0,-6 2 0 0,1 0 0 0,-1 10 0 0,-1 5 0 0,-1 3 237 16,0 1-100-16,0 2 518 0,0 5-309 0,0-2-145 15,0 1-86-15,2-2 91 0,4 3-85 0,2-3-41 16,4-3-63-16,4 3-378 0,1-6 163 0,3-4 118 16,2-2 59-16,2-7-711 0,-3-2 384 0,6-2 148 15,-6 0-641-15,1-9 402 0</inkml:trace>
  <inkml:trace contextRef="#ctx0" brushRef="#br0" timeOffset="116927.94">10942 14193 1172 0,'-3'-6'0'0,"-1"-1"0"0,3 3 0 0,1 1 0 0,0 0 0 0,0 1 0 0,1 2 305 0,8 0-134 0,3 0-67 0,-1 7-23 15,1 2 4-15,-2 2-23 0,-1-2 0 0,-2 4-25 0,0-1-137 16,-3 2 78-16,-2-2 25 16,-2 0 59-16,0 1 1 0,-3-2-26 0,-4 2 1 0,-6-1 319 0,2-4-164 15,-2 1-78-15,4 0 128 16,-1-4-103-16,0 1-51 0,2-2-16 0,2 1 156 31,4-5-95-31,2 2-48 0,0-1-24 0,2-1-71 0,9 0 10 0,6 0 37 0,3 0-480 0,2 0 240 16,3 0 120-16,1 0-803 0,4-1 438 0,-2-1 167 15,-2-3 124-15</inkml:trace>
  <inkml:trace contextRef="#ctx0" brushRef="#br0" timeOffset="118116.4">11655 14016 561 0,'0'0'0'0,"0"0"0"0,0 0 0 16,0 0 0-16,0 0 0 0,0 0 0 0,0 0 0 0,0 0 2 0,0-3 26 0,0 0 1 0,0-1 31 16,0 2-30-16,0-2 9 0,0-1 90 15,0 2-46-15,0-2 0 0,0 0-46 0,0 2 72 16,0-1-27-16,0 0-9 0,0 1-36 0,0 0-27 15,0-1 27-15,0 1 0 0,0 0 9 0,0 2-73 16,0-2 31-16,0 2 1 0,0-2-34 0,0 2 42 16,0-1-10-16,0-1 9 0,-1 3 17 15,1 0-26-15,0 0 20 0,0 0 30 0,0-3-34 0,0 3-13 16,0 0 10-16,0 0-33 16,0 0 33-16,0-2 15 15,0 2-14-15,0 0-83 0,0 0 40 0,0 0 1 0,0 0-23 0,0 0 28 16,-2 0-2-16,2 0 2 0,-2 0 22 0,1 0-19 15,-1 0 15-15,1 0 36 0,-2 0-39 0,-2 0-10 16,2 0 8-16,0 0 47 0,0-1-1 0,-2 1-35 16,-1-2-6-16,1 2 49 0,-4 0 0 15,1 0-30-15,-2 0 43 0,-2 2-17 0,1 4-3 16,-6 11 42-16,1 1-31 0,0 6 5 16,0 6-35-16,-1 6 80 0,6 3-41 0,1-1 12 15,6 3-43-15,4-1 120 0,0-6-56 0,2 2-19 16,11-12-9-16,4-4-58 0,3-8 0 0,1-6 30 15,2-5-94-15,1-1 56 0,-4-1 14 0,2-13-163 16,-3-8 89-16,-1-7 38 0,1-5 24 0,0-6-126 16,-4 1 41-16,-2-3 43 15,-2-3-1-15,1-1-159 0,1-7 57 0,-4 5 59 0,-3-2 14 0,0-7 7 16,-3-4-1-16,2-2 28 16,-2-14-33-16,3 14 8 0,-5 0 25 0,0 7 39 0,0 8-39 15,-1 14 0-15,0 8-9 0,0 21 118 16,-1 5-55-16,-8 5-27 0,1 16 11 0,0 11 289 15,-3 4-134-15,7 8-79 0,0 3-11 0,3 7 248 16,1 1-119-16,0 4-80 0,0 6 74 0,0-7-81 16,0-4-35-16,1 1-39 0,6-4 3 0,0 2-1 15,2 3 11-15,0-15-257 16,2-2 124-16,-1-4 61 0,-1-4 32 0,1-6-171 0,-1 1 75 16,-4-12 53-16,1-4-28 0,0-8 37 0,-4-2-65 15,3 0-374 1,1 0-126-16,-3-5 283 0,1-9 135 0</inkml:trace>
  <inkml:trace contextRef="#ctx0" brushRef="#br0" timeOffset="119827.61">11819 13944 1397 0,'0'0'0'0,"0"0"0"0,0 0 0 0,0-3 0 0,0 3 0 0,0 0 0 0,0-3 0 0,6 0 114 0,3 1-38 16,6-2 9-16,3 4 81 0,2 0-64 0,4 0-31 15,1 0-1-15,3 0-89 0,0 7 38 0,-5 4-9 16,-1 3-88-16,-6 2 58 0,-4 2 29 0,-4 5 0 15,-5 1 2-15,-3-2-21 0,-3 5 44 0,-14-2 28 16,-5 1-1-16,-3-2-84 0,-5 1 46 0,0-7 39 16,-1-1 0-16,3-4-46 15,0-3 1-15,7-4-243 0,-1-1 127 0,11-5 55 0,8 0-473 16,3-11 240-16,4-9 127 0,17-5-362 16</inkml:trace>
  <inkml:trace contextRef="#ctx0" brushRef="#br0" timeOffset="119980.2">12165 13900 1523 0,'0'-3'0'0,"0"-2"0"0,0 1 0 0,0 3 0 0,0-1 0 0,0 2 346 0,0 0-158 16,-4 5-76-16,-5 8 418 0,2 5-247 15,-1 2-122-15,1 10-53 0,3-4 90 0,2 4-81 0,2-3-39 32,0 3-1-32,5 2-130 0,7-5 41 0,7-2 24 0,3-3-564 15,3-4 295-15,4-5 148 0,1 0-706 0,0-8 350 0,-1-5 224 0</inkml:trace>
  <inkml:trace contextRef="#ctx0" brushRef="#br0" timeOffset="120282.55">12294 13587 1116 0,'0'-7'0'0,"-5"0"0"0,2 2 0 0,2 1 0 0,1-1 0 0,0 4 323 0,0-1-143 0,1 2-71 0,9 0 204 16,2 0-138-16,2 3-59 16,-1 4-45-16,0 3-141 0,-1-1 54 0,-1 3 26 15,-4 3 0-15,-1-2-10 0,-1 3-8 0,-4 0 45 0,-1-1 59 16,0 2-30 0,0 0 1-16,-7 1 262 0,-1-3-151 0,-1 0-71 0,3-3-35 0,-1 1 202 31,2-2-119 0,2 0-50-15,3-4-38-16,0 2-18 0,7-5-49 0,10-4 0 0,5 0 0 0,4 0-160 0,7-3-4 0,3-8 100 0,2 0-443 0,3-6 272 0</inkml:trace>
  <inkml:trace contextRef="#ctx0" brushRef="#br0" timeOffset="121566.14">12854 14094 1475 0,'-6'-5'0'0,"2"-3"0"0,3 2 0 0,1 0 0 0,1 1 0 0,10 0 123 0,6 0-47 16,6 3-1-16,2-3 410 15,1 5-224-15,3-2-111 0,2 0-47 0,-1 2 48 0,1 0-56 0,0 0-29 16,2 0 0-16,-1 0-348 16,3 4 170-16,-9 1 70 0,-4 0-559 0,0-3 319 15,-5 1 160-15,-3-3-355 0,0 0 225 0</inkml:trace>
  <inkml:trace contextRef="#ctx0" brushRef="#br0" timeOffset="121720.84">13179 13730 974 0,'-4'0'0'0,"-1"3"0"16,0 3 0-16,3 3 0 0,-1 7 0 0,1 1 0 0,2 10 587 15,0 4-275-15,0 6-138 0,0 4-67 0,0 7 233 0,2-4-155 16,1 1-74-16,4 2-246 0,1-5 86 0,0 2 44 0,2 0-500 16,0-9 266-16,-1-7 139 0,2 1 68 0,-2-7-355 15,1-8 194-15</inkml:trace>
  <inkml:trace contextRef="#ctx0" brushRef="#br0" timeOffset="122021.43">13469 13791 1162 0,'25'-24'0'0,"-5"7"0"0,7 4 0 0,4 1 0 0,2 3 0 0,3 0 0 0,5 3 231 16,-8 6-101-16,1 0-46 0,-6 5 117 0,-1 10-81 15,-3 4-41-15,-4 5-131 0,-8 0 41 16,-9 5 24-16,-3 1 0 0,0 3-113 15,-9 1 69-15,-8 3 42 0,-5-6-9 0,-4-1 72 0,-4 0 0 16,-4-3-37-16,2 0 275 0,-6 2-128 16,8-8-90-16,5-3-31 0,3-4 395 0,8-4-210 0,2-3-105 0,2-1 162 15,10-5-218-15,0 1-87 16,2-2 0-16,13 0 0 0,6 0 0 0,5 0 0 16,4-3 0-16,4-5 0 0,3-1 0 0,1 1 0 15,2-2 0-15,-4 0-475 0,-3 3 133 0,0-2 179 16,-1 1-715-16,-3 1 420 15,4-1 201-15,-9 1-307 16</inkml:trace>
  <inkml:trace contextRef="#ctx0" brushRef="#br0" timeOffset="122359.72">14337 13348 780 0,'7'-7'0'0,"-3"2"0"0,5-1 0 0,1 5 0 0,2 1 0 0,0 0 340 16,4 0-152-16,-2 10-75 0,6 3 91 0,-4 4-88 16,1 1-40-16,-3 1-54 15,0 3 14-15,-5 2 1 0,1 5 9 0,-9-5-86 0,-1 5 39 0,0 0 0 31,-6 1 37-31,-11 2-17 0,-4-4 18 0,-6-5-1 0,-1-1 1 0,-4-2 136 16,4-8-69-16,-6 1-24 0,6-8 87 0,3-5-65 0,3 0-33 16,2-2 1-16,5-11 4 0,-1-2-28 0,11-2-10 15,3 3 61-15,2-3-31 0,0 0 1 16,13-1-31-16,2 0-68 0,4 6 30 16,3-2-1-16,3 3 40 0,0 2-383 0,-1-1 188 0,4 0 71 15,-7 5-634-15,2 0 330 0,-2 1 177 16,1 1-228-16</inkml:trace>
  <inkml:trace contextRef="#ctx0" brushRef="#br0" timeOffset="122779.98">14670 13182 816 0,'0'-8'0'0,"0"1"0"0,0 2 0 0,0-3 0 0,0 4 160 0,0 1-63 15,4 2-30-15,3-2 0 0,2 3 204 0,1 0-108 0,2 0-68 16,-2 7-92-16,-1 2 33 0,2 5 0 16,-5 1-71-16,0 2 45 0,-2 0-10 0,-4 2 36 15,0 1 86-15,0-1-42 0,-8 3-1 16,-2 2-34-16,-3-7 100 0,0 1-54 0,-1 1-28 16,4-4 0-16,-2 0 209 0,0-3-110 0,4-1-67 15,3-4 69-15,4 0-64 31,1-3-32-31,0-4-71 0,7 0 10 0,9 0 29 0,4-1 0 0,3-6-418 0,2-3 209 0,-1-1 104 0,3 2 62 16,-4 0-351-16,-2 4 130 0,-3-2 112 16,-1 2-37-16</inkml:trace>
  <inkml:trace contextRef="#ctx0" brushRef="#br0" timeOffset="123055.5">14109 13912 1577 0,'-13'0'0'0,"0"0"0"0,7 0 0 0,5 0 0 0,1 0 0 0,4-3 0 0,17 0 0 0,11-3 0 0,7-4 567 0,12 0-265 0,7-4-133 0,6 2 71 16,-1-1-102-16,11-3-41 0,-9 4-36 0,0 2-146 0,-3 0 61 0,-5 1 30 15,-6 4 0-15,4-2-133 16,-18 2 77-16,-5 3 43 0,-8 1-381 0,-2-1 211 16,-8 2 57-16,2-3-57 0,-13 3-310 0,-2 0 225 15,-1 0 113-15,0 0-275 0,-12 0 194 0</inkml:trace>
  <inkml:trace contextRef="#ctx0" brushRef="#br0" timeOffset="123358.35">14323 13994 1306 0,'0'0'0'0,"-3"1"0"0,1-1 0 0,2 2 0 0,0 1 0 0,0 1 102 0,5 1-25 0,7 2-8 16,7 0 234-16,1 3-133 0,1 2-67 0,2 2-95 16,0 2 9-16,-4 0 19 0,-1 1 1 0,-5 5-179 15,-2-1 89-15,-6 3 45 0,-4 3 9 0,-1 0-56 16,-9-1 41-16,-11 1-1 0,-5-2 212 15,-3-2-97-15,-7 0-34 0,4-9 81 0,0-2-63 0,1-5-43 16,2-6 0-16,5-1 197 0,1 0-92 0,8 0-59 16,6-4-25-16,5-8 67 15,3-2-47-15,0 2-22 0,10-7 9 0,8 5-98 16,1-4 33-16,4 1 0 16,2 2-260-16,0-1 146 0,2 1 83 0,-7 1-264 0,2 4 155 0,-1-2 33 15,-3 1 53-15,2 3-648 0,2-2 322 0,-8 3 174 0</inkml:trace>
  <inkml:trace contextRef="#ctx0" brushRef="#br0" timeOffset="123736.53">14614 14006 1603 0,'-2'0'0'0,"-2"0"0"0,1 0 0 0,1 0 0 15,2 0 0-15,0-2 0 0,0 2 0 0,2-3 0 0,7 3 0 0,5 0 231 16,0 0-101-16,3 0 3 0,-1 0-48 0,3 5-24 0,-4 2 0 0,1 3-25 16,-2 2 1-16,-5 0-1 0,-1 3 1 0,-5 4 13 0,0 1-5 15,-3 1-8-15,0 3-1 0,-4-2-13 16,-7 3 13-16,-5-3 1 0,0 4-83 0,-1-9 37 16,2 0 12-16,-2-5-443 0,4-5 211 0,-1 0 115 15,3-3 36-15,5-4-503 16,3 0 272-16,3-11 136 0</inkml:trace>
  <inkml:trace contextRef="#ctx0" brushRef="#br0" timeOffset="124027.08">14863 13986 1412 0,'0'0'0'0,"0"0"0"0,0 0 0 0,-3 0 0 0,-1 0 0 0,1 0 0 0,-2 0 0 0,0 0 218 0,-1 0-91 0,0 3 338 16,-1 8-215-16,-2-1-107 0,1 5-44 0,2 2 136 16,0 2-100-16,3 1-49 0,1 4-25 0,2 3 12 15,0-3-9-15,0 0-29 16,5 0 1-16,7-2-98 0,1-2 48 0,1 1 34 0,0-8-461 0,1-2 239 15,1-2 118-15,-1-2-709 16,0-6 378-16,2 0 181 0,-4-1 103 0</inkml:trace>
  <inkml:trace contextRef="#ctx0" brushRef="#br0" timeOffset="124299.61">14985 13982 1226 0,'0'0'0'0,"0"-3"0"16,1 0 0-16,1 2 0 0,0-2 0 0,2 2 0 0,1 1 290 0,3 0-127 0,3 4-55 0,-2 7 26 0,2 3-50 0,4 4-24 16,-5 0-76-16,1 5 26 0,-2 2 8 15,-3-1 18-15,-1 4-143 0,-3-3 72 0,-2 2 35 16,0 0 0-16,-7 1-4 0,-5-4 15 0,-4-4-24 16,1-6 43-16,-4-1 17 0,2-7-1 0,-2 0-80 15,5-6 143-15,-1 0-50 0,2-5-23 0,6-7 35 16,0-3-19-16,7 0 0 0,0-4 0 0,0 2 27 0,7 0-43 15,6 0 0-15,2-1 9 16,1 5-115-16,0 1 53 0,3 0 26 0,-2 1 0 16,2 2-442-16,1 0 220 15,-3 3 83-15,1 0-589 0</inkml:trace>
  <inkml:trace contextRef="#ctx0" brushRef="#br0" timeOffset="124450.95">15270 14036 1611 0,'-5'0'0'0,"-1"0"0"0,0 0 0 0,2-1 0 0,0-1 0 0,4 2 0 0,0 0 367 0,0 0-166 0,0 0-82 16,0 0-33-1,5 5 213-15,6 2-131 0,-3 1-66 0,3 0-34 0,-1 0-501 0,2 2 243 16,-2 0 109-16,1-5-833 0,-1 2 441 0</inkml:trace>
  <inkml:trace contextRef="#ctx0" brushRef="#br0" timeOffset="124596.24">15482 13871 1274 0,'5'-16'0'0,"-2"5"0"0,1 1 0 0,1 1 0 0,0 4 0 0,-2 5 334 0,-1 0-150 15,-1 14-73-15,-1 16 342 0,0 8-208 0,-6 11-96 16,-8 6-61-16,-1 10 410 16,-6 6-231-16,1 2-115 0,-2 13-59 0,-6 14-235 0,1-8 84 0,-1 2 47 0,2 8-1062 15</inkml:trace>
  <inkml:trace contextRef="#ctx0" brushRef="#br0" timeOffset="125357.8">16079 13687 1062 0,'-8'-11'0'0,"0"3"0"0,2-2 0 0,0 1 0 0,-3-1 0 0,-1-3 0 0,2 4 0 0,0-1 122 0,-2 3-42 16,0-2-1-16,-1 3 117 0,-3 4-71 0,3 2-49 0,-2 0 0 0,1 12 70 15,1 10-55-15,-1 4-19 0,6 6 77 0,3 1-57 16,3 5-27-16,0-3 17 15,0-2-22-15,4 4 8 0,6-12-31 0,2-1-40 0,2-4 1 16,3-4 39-16,-1-6-1 0,4-1-126 16,-1-9 58-16,-2 0 34 0,0-11 1 0,1-9-244 15,-3-7 129-15,1-4 38 0,-3-4-206 0,-1-6 111 16,-5-2 71-16,2-3 8 0,-2-2 20 0,-1-10-9 16,-4 9 43-16,-1-6 29 15,-1-3-1-15,0-3-28 0,0 5 0 0,0-6 65 31,-4 21-27-31,-1 7-1 0,0 13-38 0,0 10 261 0,-1 7-124 0,3 4-39 0,-3 4 299 0,3 23-151 16,-2 9-93-16,3 8-11 47,2 6 179-31,0 9-114-16,0-3-72 0,4 4 68 0,4-2-65 0,1 2-32 0,2 0 0 0,0 5-43 0,2-14 10 0,0-2 0 0,4-5 1 0,-3-4-467 15,3-5 233-15,1-5 126 0,-5-17-667 0,-1-8 326 0,-3-5 194 0,2 0-389 0,-2-12 285 0,-1-10 133 16,-5-4 82-16</inkml:trace>
  <inkml:trace contextRef="#ctx0" brushRef="#br0" timeOffset="125551.25">16317 13583 927 0,'0'-31'0'0,"0"11"0"0,2 3 0 0,2 4 0 0,1 4 0 0,3 4 0 0,4-2 383 0,-1 7-178 16,2 0-85-16,4 4 146 0,-1 5-115 0,1 5-57 0,1 0-20 0,-5 4 0 16,0 1 0-16,-3 2-37 0,-4-1-1 0,-1 4-36 15,-3 0 9-15,-2 0 28 16,0-2-76-16,-3 0 37 0,-9-1 1 0,-1-2-14 0,-3 1 34 15,-1-5-8-15,-2-3 10 0,-3-2-250 0,-1-3 105 0,0-2 66 16,1-3 11-16,3-2-154 16,1 0 74-16,5-5 54 0,2-9 0 0,7-1 1 15,2-6 4-15,2-3 9 0</inkml:trace>
  <inkml:trace contextRef="#ctx0" brushRef="#br0" timeOffset="126052.34">16540 13476 767 0,'5'-6'0'0,"0"3"0"0,-1 0 0 0,-1 1 0 0,2 2 283 0,-2 0-114 0,-2 0-71 15,-1 13 553-15,0 0-308 16,0 4-153-16,0 7-77 0,-1-1 324 0,-2 2-205 16,3 3-98-16,0-4-135 0,0 2 1 0,1 2 45 15,7-4-9-15,6-3-433 0,5-3 216 0,4-5 109 16,4-5 54-16,1 1-139 16,3-9 92-16,-2 0 51 0,0-11-395 0,-1-6 194 0,-2-2 57 0,2-3-5 0,-9 2 67 15,-5-4 31-15,-2 2-1 0,-4-4 97 16,-5 2-34-16,1-4-9 0,-4 6-24 0,0 1 124 15,-10 1-62-15,-5 5-31 16,0 5 0-16,-4-3 96 0,2 10-23 0,-1 3-46 16,-2 0 449-16,2 7-226 15,2 8-70-15,-2 0-62 0,6 6 164 0,2-1-120 0,4 4-60 0,3 0-22 16,1 3 0-16,2 0-29 0,0-3-10 16,2-3-150-16,6 1 75 0,6-3 37 15,3-2 1-15,2 0-91 16,0-10 60-16,2-1 34 0,2-6-326 0,-3 0 166 0,1-7 28 0,1-10-166 0,-5-3 135 15,0-7 62-15,-2-2 31 0,-3-4-96 16,-1-1 63-16,-1-8 24 0,-2 1 9 0,-2 0-4 16,-1-7 36-16,0-7-1 0,-1-3 1 0,4-8-26 0,-5 9 26 15,2 3 0-15,-2 9 36 0,-2 5 0 16,-1 16-36-16,0 5 332 0,0 18-160 16,0 1-57-16,0 8-49 0,-1 16 420 0,0 7-205 0,-1 3-87 15,2 6-60-15,0 5 193 16,0 0-128-16,3 3-63 0,3 9-23 0,1-8-41 0,0-1 0 0,-1-3 1 15,2 1-449-15,0 2 224 0,4-1 121 16,-2-10 47-16,0-3-271 0,3-6 109 0,-2-6 99 16,0-7-597-16,1-4 312 0,-2-11 171 0,2 0 80 15,-4-17-304-15</inkml:trace>
  <inkml:trace contextRef="#ctx0" brushRef="#br0" timeOffset="126176.48">17228 13470 1517 0,'0'-11'0'0,"0"-1"0"0,0 5 0 0,0 1 0 0,0 0 0 0,0 4 0 0,0 2 0 0,0 0 489 0,0 8-227 0,2 5-112 0,2 1-48 0,4 1 66 16,2 2-66-16,2 1-33 0,-1 0-488 0,0 0 228 16,5 1 123-16,-4-3 47 0,4-4-313 15,-2 1 185-15</inkml:trace>
  <inkml:trace contextRef="#ctx0" brushRef="#br0" timeOffset="126345.37">17509 13280 1114 0,'1'-19'0'0,"1"3"0"0,-2 3 0 0,0 6 0 16,0 5 0-16,0 2 0 0,0 16 642 0,-2 11-303 0,-6 13-142 0,-4 8-85 0,1 8 638 0,-4 11-357 15,-3 8-178-15,0 8-46 0,-5 17-169 0,0-1 0 16,-3 8 0-16,0 9-143 0,-2 3-132 16,-2 3 155-16,-3 16-480 0,2-30 310 15</inkml:trace>
  <inkml:trace contextRef="#ctx0" brushRef="#br0" timeOffset="126832.06">17966 13511 1931 0,'-6'0'0'0,"3"0"0"0,3 0 0 0,0 0 0 0,0 4 0 0,11 3 0 0,6 0 0 0,10-2 229 0,3 1-97 0,7 0 57 16,0-2-76-16,2-3-39 0,10 2 9 16,-9-3-379-16,1 0 166 0,-3 0 83 15,-6 0 41-15,-4 0-604 0,-5 0 330 0,-9-2 153 16,-8-3 80 0</inkml:trace>
  <inkml:trace contextRef="#ctx0" brushRef="#br0" timeOffset="126974.8">18211 13193 1579 0,'0'-2'0'0,"-1"2"0"0,-2 0 0 0,1 2 0 0,2 15 0 0,0 10 0 0,0 7 0 0,0 14 257 0,2 10-102 0,2 2-64 0,0 6 32 16,2 2-43-16,-1 0 0 0,1-6-44 0,0 10-367 16,0-18 179-16,1-2 94 15,-1-5 47-15,1-5-664 0</inkml:trace>
  <inkml:trace contextRef="#ctx0" brushRef="#br0" timeOffset="127346.86">18917 12915 1740 0,'0'-10'0'0,"0"-2"0"0,4 7 0 0,6 3 0 0,1 2 0 0,2 0 0 0,4 3 0 0,1 11 0 0,0 5 456 0,0 3-210 0,0 5-105 16,-3 2-53-16,-4 4-29 0,1 6 8 0,-9-5-31 16,-1 3-167-16,-2 1 84 0,-3-1 41 15,-12 1-10-15,-4 2 34 0,-5-8-8 0,-1-6 26 16,-3-3 62-16,-1-5-30 0,4-5-1 15,-3 0-22-15,7-12 117 0,1-1-65 16,3 0-28-16,3-8-43 0,5-7 110 0,0 0-42 16,9-2-33-16,0-3-31 0,0 2 6 0,7 1 0 0,7-2-206 15,3-2 112-15,-1 7 42 0,4 1 26 0,-1 0-234 0,1-1 127 16,0 3 29 0,4-3-4-16,-5 7-740 15,-1-3 387-15</inkml:trace>
  <inkml:trace contextRef="#ctx0" brushRef="#br0" timeOffset="127592.78">19246 12804 1783 0,'5'-10'0'0,"4"2"0"0,1-1 0 0,2 3 0 0,2 3 0 0,0-1 0 0,-2 3 286 0,1 1-125 16,0 0-63-16,-1 7 58 15,-1 4-61-15,-2 3-20 0,-4 3-9 0,-2 4-98 0,-3-1 35 0,0 3-1 16,-3 1-70-16,-5 1 61 0,-4-5 17 15,-2 1-1-15,1-7 156 0,-1 4-65 16,-3-2-32-16,4-4 222 16,3-4-131-16,0-1-62 0,4-2-31 0,1-5 36 15,5 3-33-15,0-1 9 0,0-2-42 0,10 0-35 0,5-2 1 0,4-1 34 16,4-8-353-16,2 5 185 0,-4-1 80 0,2 1 43 16,-1 1-904-16,-3 3 444 0,-1 1 191 15</inkml:trace>
  <inkml:trace contextRef="#ctx0" brushRef="#br0" timeOffset="127807.15">18766 13505 1772 0,'-17'0'0'16,"1"0"0"-16,9 0 0 0,2 3 0 0,5 0 0 0,3-3 0 0,16 0 0 0,11 0 554 0,7 0-259 0,13 0-122 0,4-6 203 15,5-3-170-15,4-2-86 0,1 2-42 0,1-3-135 16,8 0 55-16,-12 3 15 0,-7 0-1 0,-7 4-483 0,-6 1 254 16,-7 1 125-16,-3 2 73 15,-19 1-316-15,-6 0 179 0,-6 5-42 0,0 6-534 0</inkml:trace>
  <inkml:trace contextRef="#ctx0" brushRef="#br0" timeOffset="128088.85">18934 13648 1279 0,'-4'0'0'0,"-2"0"0"0,6 0 0 0,0 1 0 0,0 7 0 0,0-2 0 0,6 6 0 0,3 0 430 0,2 5-197 0,1 1-100 0,-2 6-47 31,-1-3-9-15,-1 8-42-16,-5-4 0 0,-1 3-61 15,-2-1 31-15,0 6 8 0,-14-7-16 0,-4-3 0 0,-3 1 38 0,-4-5 0 16,-3 1 95-16,3-11-52 0,1-6 0 0,1-3-43 0,3 0 62 0,2-3-31 0,3-11 9 0,9-2-69 0,6-2-1 16,0-2 30-16,0-1 0 0,11 1-133 0,4 1 75 0,3 0 25 0,2 4-90 15,1 1 60-15,0 1 16 16,2 1-1-16,2 1-398 0,-2 1 202 0,1 2 63 0,-2 1 61 16,3 1-454-16,-2-2 252 0,5 1 117 0,-7 1-296 0</inkml:trace>
  <inkml:trace contextRef="#ctx0" brushRef="#br0" timeOffset="128201.46">19153 13754 1441 0,'2'-4'0'0,"2"2"0"0,-1 0 0 16,-1-1 0-16,1 0 0 0,-2 2 0 0,2-1 0 0,-1 0 0 0,-1 2 618 0,1 0-291 0,-1 0-138 0,1 0 149 0,1 0-152 0,2 0-76 15,0 2-37-15,-1 4-504 16,5 1 242-16,-2-2 108 0,4 2-875 0,-2-2 485 0</inkml:trace>
  <inkml:trace contextRef="#ctx0" brushRef="#br0" timeOffset="128382.16">19438 13597 1524 0,'0'-4'0'0,"0"-1"0"0,-2 1 0 0,2 3 0 0,-3 1 0 0,0 0 0 0,-2 17 0 0,-3 9 724 0,-2 14-336 0,0 8-181 0,-2 5 322 16,-2 7-247-16,0 8-123 0,-2 2-171 16,0 7 32-16,3-14-9 0,0 0 24 15,-1-5-605-15,3-5 303 0,0-4 151 0,-3-1 84 16,5-14-303-16,-2-8 186 0,2-8 91 0,1-13-109 15,5-5-613-15,-1-1 364 0</inkml:trace>
  <inkml:trace contextRef="#ctx0" brushRef="#br0" timeOffset="128609.35">19522 13621 871 0,'14'-12'0'0,"0"3"0"16,4 0 0-16,0 2 0 0,0 5 0 0,0 0 249 0,-4 2-112 0,-3 0-51 0,-1 13 138 0,-5 1-95 15,-3 8-47-15,-2 2-15 0,0 0-59 0,-8 3 27 16,-9-1 0-16,0 0 0 0,-1-3 76 0,0 3-29 16,2-6-10-16,1-6-37 0,-1-2 0 15,7-2 0-15,-3 0 9 0,8-9 638 0,2 0-324 0,2-1-161 16,4 0-277-16,13-5 57 0,7-5 38 0,5-7-9 16,5 1-728-16,2-1 379 15,0 0 189-15,2 2 94 0,5-2-816 0,-6 5 425 0</inkml:trace>
  <inkml:trace contextRef="#ctx0" brushRef="#br0" timeOffset="129155.15">20278 13525 1392 0,'0'-17'0'0,"0"5"0"0,0 0 0 0,-2 0 0 0,-3-1 0 0,-1 1 0 0,-1 0 0 0,-1 5 214 0,0 0-90 0,-4 2-44 15,0 3 200-15,-2 2-113 0,-3 0-71 0,-1 8-31 0,4 10-11 0,-3 6-20 16,2 3 1-16,2 2 8 0,5 1 19 16,0 2 0-16,6-2-27 0,1-1 2 0,1-2-2 0,0 1 8 15,0-6-8-15,0-5-25 0,6-2 1 0,3-3 24 16,4-7-148-16,0 4 79 16,5-9 14-16,-2-3 22 0,2-8-251 0,1-8 125 0,-4-2 49 15,6-3 37-15,-7-2-335 0,0-3 169 0,0-2 84 16,1-1-65-16,-2-7 75 0,2-6 29 15,-2 3 59-15,-2-8-12 0,1-3-1 16,-1-9 0-16,-1-4 37 0,7-7-8 0,-8 10-29 16,2 2 0-16,-8 13 171 0,2 12-85 0,-4 12-43 15,-1 7-8-15,0 16 519 16,0 1-256-16,-1 11-78 0,-6 14 150 0,-2 10-150 0,0 8-67 16,6 3 234-16,-4 9-159 0,4 4-79 15,0 4-39-15,-2 0 61 0,3 8-41 0,2-14-35 0,-2-1 0 31,2 0-83-31,0-2 29 0,0 7 9 0,0-16 8 0,2-5-459 0,0-4 230 0,4-7 120 0,1-7-759 16,-1 2 361-16,1-20 229 0,0-4 110 0</inkml:trace>
  <inkml:trace contextRef="#ctx0" brushRef="#br0" timeOffset="129305.13">20544 13447 1895 0,'-3'-13'0'0,"0"4"0"0,-1 2 0 0,3 2 0 0,1 2 0 0,0-1 0 0,0 2 371 0,0 2-173 0,1 0-81 0,7 0-42 0,2 10 17 0,1 1-29 16,0-1 9-1,3 5-37-15,-2-3-531 0,-1 1 266 0,0 0 132 0,1-5-766 0</inkml:trace>
  <inkml:trace contextRef="#ctx0" brushRef="#br0" timeOffset="129476.66">20759 13316 1261 0,'2'-14'0'0,"-1"1"0"0,1 4 0 0,-2 0 0 0,3 7 0 0,-1 2 0 0,-2 6 194 16,0 15-81-16,0 11-38 0,0 9 409 0,-8 4-229 0,0 8-111 0,-4 5-54 16,0 2 228-16,-1 8-133 0,0-7-80 15,-1 1-35-15,0-1-16 0,0-4-20 0,-2-7 1 0,1 6-178 16,1-23 85-16,1-4 46 0,-1-2-404 0,2-11 224 16,0-5 114-16,0-2 65 15,8-9-851-15,2-3 401 0,2-14 215 0</inkml:trace>
  <inkml:trace contextRef="#ctx0" brushRef="#br0" timeOffset="129713.9">20912 13205 1136 0,'7'-17'0'0,"6"2"0"0,1 1 0 0,0 6 0 0,1 4 0 0,-2 4 33 0,1 0 1 0,-3 0-32 0,5 0 519 15,-5 9-248-15,-3 4-119 0,1 2 59 0,-6 1-88 16,-2 1-46-16,1 3-13 15,-2-3 25-15,-6 4-28 0,-8-1 1 0,0-3-30 0,-3 1 119 16,0 0-51-16,4-3-38 0,0-1 0 0,3-4 243 0,0 2-136 16,4-1-68-16,0 0-24 15,4-4-79-15,2-1 0 0,0 0 0 0,11-6 0 0,9 0 0 0,4 0 0 16,6 0 0-16,1 0-34 0,6-11-9 0,-3 0 39 16,5 1-1233-16</inkml:trace>
  <inkml:trace contextRef="#ctx0" brushRef="#br0" timeOffset="132154.54">8751 17415 995 0,'-4'-16'0'0,"-2"3"0"0,5-1 0 0,-1 4 0 0,2 2 0 0,0 1 0 0,0-4 150 0,0 2-60 0,3-2 0 0,5 1 85 16,3 1-67-1,-2-2-33-15,7-3 9 0,-4 3 77 0,6 1-60 0,0-2-30 0,2 2 59 0,-1 1-44 16,7-1 10-16,-3 4-56 0,0 1 110 0,-1 1-55 16,3 2-27-16,1 0 0 15,-1 1 61-15,-2 1-49 0,-2 0 0 0,2 0 0 0,-2 0 1 16,-1 0-41-16,5 1 63 15,-5 3-37-15,1 0 1 0,2 0-26 0,1-1 26 0,0 3 0 16,5-3-16-16,-2-3-11 0,1 2 36 0,1 1-46 0,4-3-30 0,1 0 0 16,7 0 0-16,-5 0 0 0,3 0 0 15,-2 0 0-15,2 0 0 16,3 0 0-16,5 0 0 0,-8 0 0 0,3 0 0 0,-1 0 0 0,-1 0 0 0,10 0 0 16,-9 2 0-1,2 3 0-15,0-1 0 0,3 1 0 16,-1 0 0-16,10-1 0 0,-8 2 0 0,-1-3 0 0,5-1 0 0,1 0 0 15,1-2 0-15,15 0 0 0,-11 0 0 0,4 0 0 16,1 0 0-16,7 0 0 0,-1 0 0 0,11 0 0 16,-12 0 0-16,6 0 0 15,3 0 0-15,-1 0 0 0,4 0 0 0,11 0 0 0,-14 0 0 16,5 0 0-16,3 0 0 0,3 0 0 31,1 0 0-31,15-7 0 0,-19 1 0 0,3 0 0 0,6-1 0 0,1-1 0 0,1 1 0 0,11 2 0 16,-20-3 0-16,6 3 0 0,3 3 0 0,0-2 0 15,4 1 0-15,10-1 0 0,-16 4 0 0,7-5 0 16,2 3 0-16,0-3 0 0,0 3 0 16,9-1 0-16,-12 3 0 15,0-3 0-15,2 2 0 0,2 1 0 0,-3 0 0 0,16 0 0 0,-24 0 0 16,2 0 0 0,1 0 0-16,-2 4 0 0,-1 0 0 15,12-1 0 1,-20 2 0-16,0 0 0 0,-2-1 0 0,-2-1 0 0,1 2 0 0,6-3 0 0,-19 2 0 0,2-2 0 15,-3 0 0-15,-3-2 0 0,5 2 0 0,-16-2 0 0,2 0 0 0,-4 0 0 16,2 0 0-16,-3 0 0 0,0 0 0 16,-12 0 0-1,-3 0 0-15,-3 0 0 0,0 2 0 0,-6-2 0 0,4 3 0 0,-13-1 0 0,0 2 0 0,-4-3 0 16,-1 4 0 0,-3-5 0-16,1 2 0 0,-4 0 0 0,-2-1 0 0,-2-1 0 15,0 0 0-15,-1 0 0 0,-1 0 0 0,0 0 0 16,0 0 0-16,0 0 0 0,0 0 0 0,0 0 0 15,-1-1 0-15,-7-3 0 0,-1-2-28 16,-3 5-934-16,-6 1 461 0,-5 0 231 0</inkml:trace>
  <inkml:trace contextRef="#ctx0" brushRef="#br0" timeOffset="133607">19221 17060 1210 0,'-19'-2'0'0,"4"-7"0"0,4 5 0 0,-1-1 0 15,3 3 0-15,3 0-1 0,2 0 281 0,0 2-126 0,4 0-58 0,0 0-28 0,0 0 236 0,0 0-123 0,0 0-76 0,0 0 129 0,0 0-97 0,4 4-48 0,2 0 126 16,0-1-78-16,4 1-53 0,2 0 0 0,1 1 55 0,2 0-49 16,2-2 0-16,4 3-40 15,-1-4 131-15,-1 3-177 0,4-1-4 0,0-1 0 16,2-2 0-16,3 3 0 16,-3-1 0-16,2-3 0 0,2 0 0 0,4 0 0 0,2 0 0 0,8 0 0 15,-7 0 0-15,3 0 0 0,-1 0 0 0,2-3 0 16,-3-1 0-16,4 0 0 15,-3 0 0-15,-3 4 0 0,-1-5 0 0,-1 3 0 0,-1 0 0 0,7-1 0 16,-7 2 0-16,0 0 0 0,0-1 0 16,3 1 0-16,0 1 0 0,7 0 0 0,-8-2 0 0,3 2 0 15,1 0 0-15,-1 0 0 16,1 0 0-16,7 0 0 16,-9 0 0-16,1 0 0 0,3 0 0 0,1 0 0 0,0 2 0 0,13 1 0 15,-11-2 0-15,4 3 0 0,2-2 0 31,1 0 0-31,3 1 0 0,7-1 0 0,-7-2 0 0,3 2 0 0,1-2 0 0,3 0 0 0,12 0 0 0,-11 0 0 16,1 0 0-16,0 0 0 0,0 0 0 0,3 0 0 31,11 0 0-31,-12 0 0 0,3 0 0 0,1 0 0 0,3 0 0 0,-1 0 0 0,15 0 0 16,-11 0 0-16,5 0 0 0,2 0 0 16,5 0 0-16,1 0 0 0,11 0 0 0,-14-2 0 15,5 2 0-15,3-2 0 0,2-1 0 0,-1 2 0 16,13-2 0-16,-19-1 0 0,8 1 0 0,2 0 0 15,3 0 0-15,-2-2 0 16,14 0 0-16,-15 0 0 16,3-1 0-16,4 1 0 0,-1-2 0 0,0 1 0 0,16-4 0 0,-21 6 0 0,2-1 0 0,0 1 0 15,-2-1 0-15,5 2 0 0,11 0 0 0,-23 2 0 16,1-1 0-16,2-1 0 0,3 2 0 16,2 0 0-16,12-1 0 0,-21-2 0 15,4 4 0-15,1-4 0 0,6 1 0 0,0-2 0 16,10 1 0-16,-23 1 0 0,3-2 0 0,6 2 0 15,4 0 0-15,-1-1 0 0,6 1 0 0,-21 1 0 16,0 0 0-16,7 2 0 0,-2 0 0 0,-6 0 0 16,7 0 0-16,-27 0 0 0,3 0 0 0,-2 0 0 15,-4 0 0-15,5 2 0 0,-16 2 0 0,-1 1 0 16,-5-2 0-16,-4 2 0 0,-3-2 0 0,1 0 0 16,-13 1 0-16,0-3 0 15,-4 1 0-15,-2-2 0 16,-2 2 0-16,-4-2 0 0,-3 0 0 0,-5 0 0 0,-3 0 0 0,0 0 0 15,-2 0 0-15,0 0 0 0,0 0 0 0,0 0 0 16,0 0 0-16,0 0 0 0,0 0 0 16,0 0 0-16,0 0 0 31,0 0 0-15,0 0 0-16,0 0 0 0,-3 0 0 15,1 0 0-15,-6 0 0 0,1-2 0 0,-2 0 0 0,-1 1 0 16,-3 1-310-16,-1 0-354 0</inkml:trace>
  <inkml:trace contextRef="#ctx0" brushRef="#br0" timeOffset="139381.96">21090 16487 2286 0,'-24'2'0'0,"-1"0"0"0,8 2 0 0,-2 1 0 0,13-1 0 0,3-2 0 0,3-2 0 0,3 0 343 0,16 0-153 0,11 0-67 0,10 0 251 16,10 0-168-16,8 0-84 0,4-2-42 0,8-2 127 15,8 1-207-15,-5 1 0 16,7 1 0-16,12-2 0 0,8 1 0 0,6 0 0 16,15 1 0-16,-23-2 0 0,-1 2 0 0,-5-1 0 15,-8 1 0-15,-12 1 0 0,2 0 0 16,-28 0 0-16,-6 1 0 0,-9 2 0 0,-5 3 0 16,-7-4 0-16,0 1 0 0,-14-2 0 0,-3-1 0 0,-2 0 0 15,0 0 0-15,-3 0 0 0,-6-1 0 16,-6-11-99-16,0 0-11 0,-3-2 48 0,1 1-817 15,1-1 421-15,-3 0 201 0,4 3-329 0</inkml:trace>
  <inkml:trace contextRef="#ctx0" brushRef="#br0" timeOffset="139906.7">21806 16666 1961 0,'-9'-5'0'16,"3"2"0"-16,-1 0 0 0,1 2 0 0,2 1 0 0,-3 0 0 0,2 0 0 0,2 11 0 0,2 5 261 0,-1 5-112 0,2 4-56 0,0 6 202 0,0-1-134 15,3 0-62-15,7 3 92 16,3-1-77-16,3-3-38 0,4 5 9 0,0-10-56 16,8-2 8-16,-2-7 1 15,2-4-1-15,2-10-38 0,2 2 10 0,-4-3 28 16,0-18-130-16,-3-10 65 0,-3-5 33 0,-6-7-1 0,-1-3-75 0,-9 3 46 16,-4-1-7-16,-2 2 47 0,-6 1-23 0,-11 6 13 15,-7-4-31-15,-5 13 170 16,-8 7-69-16,-3 7-35 0,-3 6 9 0,-3 3 33 15,-3 6-16-15,10 11-8 0,3 6-86 0,6 3 27 16,6 0 24-16,14 2-17 0,1 1-619 0,9-4 292 0,18 0 144 16</inkml:trace>
  <inkml:trace contextRef="#ctx0" brushRef="#br0" timeOffset="140542.26">26019 16308 2404 0,'-32'-17'0'0,"-1"3"0"0,7 3 0 0,-2 2 0 0,14 8 0 0,7 1 0 0,4 0 0 0,3 0 0 0,0 0 336 0,19 1-138 16,17-1-85-16,12 0 454 0,16 0-264 0,7 0-293 0,12-1-10 0,12-6 0 16,-5 0 0-16,5 1 0 0,11-1 0 0,4 3 0 15,1 1 0-15,11 1 0 0,-25 1 0 0,-8 1 0 16,-5 0 0-16,-15 0 0 0,-7 0 0 0,-1 0 0 0,-25 0 0 0,-8 0-64 15,-8 0-219-15,-3 0 133 0,-10-1-227 0,-2-2 160 16,-5 1 93-16,-5 2 43 0,-14 0-499 0,-6 0 270 16,-3 7 135-16</inkml:trace>
  <inkml:trace contextRef="#ctx0" brushRef="#br0" timeOffset="140814.94">26770 16576 2365 0,'-20'10'0'0,"5"10"0"0,-2 4 0 0,4 9 0 0,-2 6 0 0,8-3 395 15,3 5-179-15,4 0-88 0,0-2 201 0,1-3-145 16,15 0-63-16,9-13-46 0,6-4 40 0,2-9-112 0,10-6-3 0,-1-4-21 16,7 0-35-16,-6-17 42 0,-1-5 26 0,-4-8-278 15,-4-5 152 1,-6-2 77-16,-4-4-124 0,-15 6 43 0,-8-2 63 0,-1 3-59 15,-9 0 71-15,-12 3 16 16,-6-5-68-16,-6 12 57 0,-3 4 258 0,-7 3-127 0,-5 7-65 0,1 5 338 16,-6 3-182-16,9 2-50 15,5 4-59-15,4 13-161 0,9 1 59 0,9 6 21 0,11 0-1036 0,6 3 508 16</inkml:trace>
  <inkml:trace contextRef="#ctx0" brushRef="#br0" timeOffset="148956.28">10759 13444 1459 0,'-6'0'0'0,"-3"-4"0"0,2-2 0 0,4 1 0 0,2 2 0 0,1-1 0 0,0 1 231 0,4 0-88 16,11 1-57-16,5 1 272 31,3 1-160-31,2 0-81 0,2 0-39 0,0 3-5 16,-3 3-9-16,-2 5-27 0,-3 3-109 0,-1 0 55 0,-4 6 27 0,0 4-16 0,-8 5 17 0,-4 3 0 15,-2 3 26-15,0 5 31 0,-5 0 0 0,-7 7-23 0,-2-9-8 16,2-3 140-16,-1-2-71 0,6-5-45 0,0-5-1 0,4 1 73 0,3-7-53 16,0-8 1-16,0-3-149 0,8-6 53 15,4 0 35-15,4 0-9 0,-1 0-474 0,3-10 239 0,-4-1 125 0,-1-3-357 16,2 3 219-16,-6-1 60 0,-1 0 74 16,-4-1-625-16</inkml:trace>
  <inkml:trace contextRef="#ctx0" brushRef="#br0" timeOffset="149097.44">10844 13694 1727 0,'-24'-2'0'0,"10"1"0"0,5 1 0 0,1 0 0 0,5 0 0 0,3 0 0 0,0 0 0 0,6 0 738 0,11 0-350 0,6 1-176 16,5 1 412-16,5 0-382 0,0 2-242 0,0-3 0 0,-1 2 0 16,1 0 0-16,0 3 0 0,0-1-1202 15,4 2 625-15</inkml:trace>
  <inkml:trace contextRef="#ctx0" brushRef="#br0" timeOffset="149880.82">15055 13329 940 0,'-11'-10'0'0,"2"3"0"0,3-3 0 0,1 3 0 0,5 0 0 0,0-1 0 0,5 0 263 0,8 1-113 0,5-4-56 16,4 2 110-16,-1 3-88 15,1-1-39-15,3 2-5 0,-6 1 0 0,0 4-34 16,1 0 9-16,-7 0-1 0,-3 9-8 0,-5 10-1 0,-4 2 1 0,-1 9 69 16,0 2-40-16,-11 6 1 0,-8 0-31 15,0 2 95-15,1-2-47 16,0 3-14-16,4-9 97 0,0 0-65 0,3-4-33 0,4-3 7 0,2-5-39 16,5 1 9-16,0-8-9 0,4-9-94 15,12-2 48-15,4-2-1 0,3-2 46 0,4-10-429 16,-2-4 208-16,0-2 80 0,-4 1 63 0,-2-2-770 15,-2 2 387-15</inkml:trace>
  <inkml:trace contextRef="#ctx0" brushRef="#br0" timeOffset="150015.47">15060 13475 2229 0,'-20'0'0'0,"4"-5"0"0,2 2 0 0,8 2 0 0,6-1 0 0,0-1 0 0,1-3 0 0,15 2 331 0,3-4-137 16,6 2-83-16,2 2 89 15,2-1-82-15,0 3-40 0,4 1 0 0,3-2-497 0,-3 3 224 16,2 0 116-16</inkml:trace>
  <inkml:trace contextRef="#ctx0" brushRef="#br0" timeOffset="150706.59">19728 12939 1217 0,'-4'-17'0'15,"-2"0"0"-15,3 5 0 0,3 2 0 0,0 1 0 0,0-1 0 0,11 0 0 0,2 1 329 0,2 6-151 0,2 1-70 16,3 0 55-16,1 2-63 0,-2 0-32 0,1 4 54 0,-4 7-47 16,-1 4-1-16,-6 5-36 0,-1 3-26 15,-7 5 1-15,-1 4 34 0,0 4-10 0,-13 0-33 16,-5 3-1-16,-2 1 35 0,0 0 0 0,-4 3 133 0,3-7-70 15,-3 1-33-15,3-3 63 0,2-3-46 16,0 1 8-16,8-8 33 16,4-9-45-16,5-1 0 0,2-5-43 0,2-6-90 15,11 4 54-15,6-7-10 0,3-3 46 0,3-7-361 16,-2-2 180-16,-2 0 78 0,5-2 57 0,-7 2-812 16,-3 0 391-16,-1-2 196 0</inkml:trace>
  <inkml:trace contextRef="#ctx0" brushRef="#br0" timeOffset="150856.45">19608 13174 1360 0,'-14'-10'0'0,"4"4"0"0,2-1 0 0,8 6 0 0,0-2 197 0,7 3-80 0,11 0-40 0,4 0 584 0,7-1-302 0,3 1-166 0,2 0-77 0,2 0 209 0,0 0-143 0,0 4-73 15,10 2-856-15,-7 3 388 0,4 2 198 0</inkml:trace>
  <inkml:trace contextRef="#ctx0" brushRef="#br0" timeOffset="158123.6">9273 17203 965 0,'-8'-20'0'0,"-3"3"0"0,2 0 0 0,4 12 0 0,4 1 0 0,1 2 0 0,0 2 170 16,0 0-65-16,0 0-21 0,0 0 156 0,0 0-99 0,0 0-50 15,0 2 0-15,0-1 67 0,1 2-47 0,3 0-41 0,-3-1 22 31,1 1 0-31,-1 1-50 0,2 2-1 0,3-2 153 0,2 2-81 16,-3-2-36-16,5 1 91 0,0 0-63 0,2-1-31 16,1 1 9-16,-1-2 63 0,4 2-52 0,-1-2-27 15,1 3 0-15,1-3 31 0,3 3-18 0,1 0-11 16,-1-1-66-16,4 1-3 0,-1-3 0 0,3 4 0 16,5-1 0-16,-3-2 0 0,3-4 0 0,3 0 0 15,-2 0 0-15,4 0 0 0,5 0 0 0,-4 0 0 16,0-4 0-16,1-5 0 0,-1 2 0 0,9-2 0 15,-8 0 0-15,-2 1 0 16,3-1 0-16,-2 1 0 0,-1-1 0 0,7 2 0 16,-11 1 0-16,2 2 0 0,0-1 0 0,-4-1 0 15,3 3 0-15,4 0 0 0,-9 0 0 0,3 3 0 0,0 0 0 16,1 0 0-16,0 0 0 16,8 0 0-16,-5 0 0 0,0 0 0 0,0 0 0 15,1 0 0-15,2 6 0 0,7-3 0 0,-8 1 0 0,2-1 0 16,3 1 0-16,0-1 0 0,6-1 0 15,4 3 0-15,-5-3 0 16,0 0 0-16,1 1 0 47,3-1 0-47,-2 0 0 0,10-1 0 0,-8 1 0 0,-5 0 0 0,6 1 0 0,4-3 0 0,0 1 0 0,10-1 0 0,-10 1 0 0,3-1 0 0,-1 0 0 0,2 0 0 0,1 0 0 0,10 0 0 0,-12 0 0 16,3-1 0-16,0-1 0 0,1-2 0 0,-2 2 0 15,7-1 0-15,-11 1 0 0,-1 2 0 0,2-3 0 16,1 3 0-16,-1 0 0 15,11 0 0-15,-11 0 0 0,-1 0 0 0,4 0 0 16,0 0 0-16,1 0 0 0,12 0 0 0,-11 0 0 16,5 0 0-16,-2 0 0 0,4 0 0 0,8-2 0 15,-14-5 0-15,3 2 0 0,0 1 0 0,3-3 0 16,-1 1 0-16,10 3 0 0,-17-1 0 0,1-1 0 16,-3 2 0-16,4 1 0 15,0-1 0-15,11-1 0 0,-14 3 0 0,0-1 0 0,1-1 0 0,-1 1 0 16,0 2 0-16,9-3 0 15,-14 1 0 1,0 1 0 78,5 0 0-94,-2-4 0 0,-1 5 0 0,6-3 0 0,-15 1 0 0,1 0 0 0,-3 2 0 0,1 0 0 0,-2 0 0 0,8-2 0 0,-9 2 0 0,-1 0 0 0,1 0 0 0,3-2 0 0,-3 1 0 0,9-1 0 0,-10 2 0 0,0-7 0 15,4 3 0-15,1 0 0 0,2-3 0 0,7-2 0 0,-9 3 0 0,-3-2 0 0,2 2 0 0,-4-1 0 0,2 2 0 0,3 0 0 0,-9 1 0 0,-1 1 0 0,2 2 0 0,2-3 0 16,1 1 0-16,7-1 0 0,-11 3 0 0,0-1 0 16,0 0 0-16,1 2 0 0,-3 0 0 15,7 0 0-15,-11 0 0 0,0 0 0 0,1 0 0 0,-1 0 0 16,9 0 0-16,-8 0 0 0,1 0 0 0,-3 0 0 16,5 0 0-1,-4 0 0-15,10 2 0 0,-12-2 0 16,3 0 0-16,-1 0 0 0,0 0 0 0,2 0 0 0,5 0 0 15,-10 0 0-15,1 0 0 0,3 0 0 0,-1 0 0 0,1 0 0 16,6 0 0-16,-10 0 0 0,2 0 0 0,-2-2 0 16,-1 2 0-16,0 0 0 0,4 0 0 0,-9 0 0 15,0 0 0-15,-3 0 0 16,0 0 0-16,1 0 0 0,3 0 0 0,-5 0 0 0,-1 0 0 0,3 0 0 16,-1 0 0-16,-3 0 0 0,9-1 0 15,-8 1 0-15,-1-2 0 0,1 2 0 16,0-1 0-16,-3 1 0 0,5 0 0 0,-7-3 0 15,0 3 0-15,-1-1 0 0,0 1 0 0,-2-2 0 16,4 2 0-16,-7-2 0 0,2 2 0 0,-3 0 0 16,0 0 0 15,-2-3 0-31,5 3 0 0,-8 0 0 0,1 0 0 0,1 0 0 0,-3 0 0 0,1 0 0 0,-1 0 0 0,-1 0 0 0,-1 0 0 0,0 0 0 16,0 0 0-16,0 0 0 15,0 0 0-15,0-3 0 0,0 2 0 0,-1-5 0 0,-6 2 0 0,-2-3 0 16,-2 2-443-16,0 0-154 15</inkml:trace>
  <inkml:trace contextRef="#ctx0" brushRef="#br0" timeOffset="162107.44">26521 12079 2107 0,'-20'0'0'0,"-1"0"0"0,2-3 0 0,3 3 0 0,2 0 0 0,4 0 0 0,8 0 0 0,2 0 0 0,7 0 638 0,15 0-300 0,13 0-141 0,9 0-84 16,9 0 233-16,5-1-155 16,0-3-190-16,0-2-1 0,6-1 0 15,-10 3 0-15,-1 0 0 0,-1-2 0 0,-3 6 0 0,-5-1 0 0,3-2-461 16,-21 3 243-16,-6 0 127 0,-13 3 65 0,-4 1-873 16,-3 3 431-16,-5 0 206 0,-15 0 117 15</inkml:trace>
  <inkml:trace contextRef="#ctx0" brushRef="#br0" timeOffset="162259.54">26706 11892 2563 0,'-13'1'0'0,"2"3"0"0,0 0 0 0,2 6 0 0,5 2 0 0,3 2 0 0,1 1 0 0,0 8 0 0,0 3 373 0,0 4-159 0,0 0-102 0,5 1-37 15,3 3 0-15,2 2-38 0,-1-1-476 0,4 1 247 16,-5-8 110-16,4-2 60 0,2-2-728 15,-4-6 394-15</inkml:trace>
  <inkml:trace contextRef="#ctx0" brushRef="#br0" timeOffset="162551.82">27000 11909 1540 0,'0'0'0'0,"0"0"0"16,0 0 0-16,0 0 0 0,0 1 0 0,0 10 274 0,0 3-109 0,0 6-93 0,0 6-1 0,0 9-33 15,-7 5-1 1,-4 6-187-16,-6 12 102 0,-3-7 39 0,-8 2 23 0,0-2-453 0,-10-2 218 0,-8 4 108 0,4-15 55 16,-8-7-5-16,-1-4 0 15,3-7 38-15,2-3 412 0,1 0-235 16,15-9-120-16,7-3 601 0,10-2-297 0,6 0-157 16,7-3-35-16,0 0 141 0,9 0-128 0,16 0-60 0,8-3-30 15,4-1 143-15,7-7-86 0,2 0-34 16,-4 1-74-16,-2 1-16 0,0-2 0 0,-2 2 0 15,-3 0-312-15,3 0 132 16,-14 1 104-16,-2 6-634 0,-7-2 313 0,-3 3 190 0,-7-1 37 16,1-1-404-16,-6 3 273 0,0 0 132 15,-4 0 66-15,-5 0-117 0</inkml:trace>
  <inkml:trace contextRef="#ctx0" brushRef="#br0" timeOffset="162704.01">26856 12240 613 0,'-5'-2'0'15,"1"-1"0"-15,-2 1 0 0,3 2 0 0,-4 0 262 0,-3 13-112 0,-1 7-47 0,-4 7 474 0,-2 6-270 16,-4 7-135-16,-3 5-67 16,-4 7 205-16,-6 9-127 15,4-6-77-15,-1 0-179 0,6-3 56 0,3-9 27 0,6-2 0 0,2-5-427 0,12-13 223 16,2-10 116-16,0-8 57 16,12-5-693-16,4 0 302 0</inkml:trace>
  <inkml:trace contextRef="#ctx0" brushRef="#br0" timeOffset="162979.25">26766 12631 1616 0,'-3'0'0'0,"-5"0"0"0,1 0 0 0,0 6 0 0,-4 3 0 0,2 1 0 0,-2 2 0 0,4 4 335 0,-3-2-148 15,3 2-75-15,1 1 153 0,5-2-119 0,-1-2-54 0,2-2-228 16,0-2 87-16,2-4 43 0,6 0 9 0,7-5-265 16,-1 0 149-16,0 0 76 15,2-7 37-15,1 0-125 0,0 0 77 0,-2 0-45 16,-2 3 81-16,0-2 1 0,-1 5-76 0,-2-2 16 15,5 2 261-15,-4 1-108 0,-3 0-55 0,2 0 169 16,0 0-98-16,-5 5-13 0,5 3-33 0,-7-2 35 16,-1 4-28-16,0-1 3 0,-2-1-1 0,0 1-22 15,-3 1 8-15,-8-3-10 0,-4-4-44 16,-3 3 1-16,-1-4 43 0,-4-2-15 16,-3 0-119-16,4 0 46 0,3-2 37 0,-2-7-441 15,3-3 223-15,3-5 87 0,8-2 66 0</inkml:trace>
  <inkml:trace contextRef="#ctx0" brushRef="#br0" timeOffset="163213.59">27289 12279 1929 0,'12'0'0'0,"3"0"0"0,-1 0 0 0,3 1 0 0,-5 0 0 0,4 2 0 0,-2 0 0 0,3 3 289 0,-4-1-126 15,4 7-53-15,-3-4 35 0,-3 8-54 16,-3 0-26-16,-5 5-52 0,-3 5 1 0,0 1 32 15,-5 1-9-15,-12 0-130 0,-4 1 65 0,-5 0 33 16,-2-2-1-16,-7 1-31 0,3-8 28 16,-3-2 0-16,3-4-283 0,1-5 114 0,6-5 86 0,0 1-448 15,10-5 252 1,8-7 120-16,7-15 60 0,2-7-222 0,15-8 141 16</inkml:trace>
  <inkml:trace contextRef="#ctx0" brushRef="#br0" timeOffset="163342.88">27481 12209 1824 0,'8'-11'0'0,"-5"4"0"0,1 1 0 0,-2 5 0 0,-2 1 0 0,0 3 0 0,-2 13 0 0,-5 2 262 0,-5 7-117 0,5 1-55 31,-1 4 557-31,1 0-305 0,4 1-153 0,1 3-66 0,2-5 141 0,0 0-219 0,0 1-45 0,11-4-94 0,0 1-35 0,8 0 93 0,0-9 32 16,2-3-743-16,5-5 393 0,-2-3 195 0,-2-4-791 0,2-1 446 0</inkml:trace>
  <inkml:trace contextRef="#ctx0" brushRef="#br0" timeOffset="163498.85">27749 12506 1597 0,'-4'-5'0'0,"1"1"0"0,-1-1 0 0,2 4 0 0,-1 0 0 0,2 1 439 0,-5 0-201 16,5 1-100-16,-3 9-42 0,1 2 437 0,0 5-248 16,-2-2-124-16,-2 5-146 0,0 1 22 15,-2 2 10-15,4-2-10 0,-3 0-582 0,0-1 290 16,1-3 147-16,0 0-738 0,-1 0 426 0,1-8 212 15</inkml:trace>
  <inkml:trace contextRef="#ctx0" brushRef="#br0" timeOffset="163679.35">27899 12328 2662 0,'0'0'0'0,"0"0"0"0,0 0 0 0,-1 0 0 0,1 0 0 0,0 0 0 0,0 0 0 0,0 0 0 0,0 4 507 0,4 3-235 0,2 1-118 0,2 3-399 0,0-1 136 16,0 2 73-16,1-1 37 0,1-2-728 16,0 3 382-16,-1-2 200 0,4 0 87 15</inkml:trace>
  <inkml:trace contextRef="#ctx0" brushRef="#br0" timeOffset="163852.79">28176 12160 1731 0,'0'-6'0'0,"0"2"0"0,0 4 0 0,0-3 0 0,-3 3-1 0,-3 7-1 0,1 14 0 0,-4 8 828 16,-4 13-396-16,-4 8-198 0,-2 9 333 15,-4 4-413-15,-2 10-152 0,-4 7 0 0,-1 0 0 0,-3 2 0 0,0 6 0 16,5-21 0-16,1-4 0 0,7-10-40 0,1-8-49 16,7-10-331-16,-1-4 237 0,8-20 105 15,3-7-905-15,2-4 472 0,0 0 238 0</inkml:trace>
  <inkml:trace contextRef="#ctx0" brushRef="#br0" timeOffset="164104.47">28372 12400 2417 0,'0'0'0'0,"0"0"0"0,0-3 0 0,0 3 0 0,0-3 0 0,0 2 0 0,0 1 0 0,0 0 0 0,0 0 631 0,0 0-297 0,1 4-149 0,3 3-195 0,1 1 18 16,-1 4 1-16,0 2 27 16,-2-2-275-16,1 3 138 0,2 0 78 15,-2-3-770-15,0 0 415 0,1-1 207 0</inkml:trace>
  <inkml:trace contextRef="#ctx0" brushRef="#br0" timeOffset="164420.16">28415 12326 1458 0,'-5'-9'0'16,"-2"2"0"-16,4-1 0 0,0-1 0 0,3 5 0 0,0 1 0 0,9-2 0 0,7 4 604 0,6 0-284 0,3 0-133 0,3-1 106 0,1 2-129 0,1 0-63 15,0 0-33-15,1 0-229 0,2 4 107 0,-5 5 41 16,-7-1-146-16,-1 5 97 0,-4-3 49 15,-6 4 25-15,-4 2-325 0,-6 0 129 0,-6 3 103 0,-13-4-85 16,-8 3 13-16,-2-1 56 0,-4 1 21 0,0-4 394 16,-3-2-177-16,2-2-89 0,2-2 461 0,1-1-240 15,2 0-133-15,9-2-14 0,6 0 258 16,3-5-174-16,5 0-111 0,6 0-99 0,0 0 0 0,6 0 0 16,16 0 0-16,3 0 0 15,4 0 0-15,1 0 0 0,3 0 0 0,-5 0-201 16,0 0-11-16,-3 0 124 0,-5 0-652 0,1 0 324 15,0 0 180 17,-8 0 105-32,-6 0-494 0,3 0 294 15,-9 0 147-15</inkml:trace>
  <inkml:trace contextRef="#ctx0" brushRef="#br0" timeOffset="164577.66">28584 12032 2293 0,'-6'0'0'0,"2"0"0"0,-1 7 0 0,2 5 0 0,1 10 0 0,0 9 0 0,-1 12 0 0,-2 14 361 0,-1 8-162 0,0 5-82 0,-2 12 383 0,1-12-236 16,0-1-115-16,-1-2-249 0,2-4 67 0,0-3 35 0,0 3 8 15,0-17-716-15,3 0 371 16,0-7 185-16,1-8 93 0,2-8-410 0,0-6 154 16</inkml:trace>
  <inkml:trace contextRef="#ctx0" brushRef="#br0" timeOffset="164729.74">28888 12146 2152 0,'0'-13'0'0,"0"3"0"0,1 2 0 0,3 5 0 0,-1 3 0 0,2 0 0 0,-2 0 0 0,0 0 0 0,-1 8-19 0,1 4 28 0,0 7-1 15,-2 3 28-15,-1 3-482 0,0-1 217 0,0 1 107 0</inkml:trace>
  <inkml:trace contextRef="#ctx0" brushRef="#br0" timeOffset="164872.43">28937 12521 2040 0,'-8'9'0'0,"3"-1"0"0,-3 4 0 0,1 0 0 0,2 1 0 0,0 0 0 0,-2 3 0 0,1-2 214 0,-1 1-89 0,-1 3-36 0,3-5 227 16,0 1-140-16,0-2-70 0,1 2-470 0,1-4 201 15,2-1 108-15,1-3 41 0,0-2-814 0,0-4 404 16,0 0 202-16,3-2 101 0,6-9-339 0</inkml:trace>
  <inkml:trace contextRef="#ctx0" brushRef="#br0" timeOffset="165096.51">29091 12240 1723 0,'14'-15'0'0,"5"-1"0"0,4 5 0 0,2 2 0 0,2-1 0 0,-4 6 0 0,0 2 0 0,0 1 0 0,1 1 245 15,-4 0-105-15,3 0 121 0,-7 5-118 0,0 3-53 0,-3 2-27 16,-2-1 255-16,3 6-133 15,-7 1-78-15,2 0-36 0,-4 3 261 0,4 4-147 0,-3 4-117 0,0 4-68 16,-3 1 0-16,1 1 0 0,-3 1 0 0,3 2 0 16,0 2 0-16,-2 5 0 0,1-6-250 15,0-2 115-15,0-2 86 0,-1-1 43 16,-1-3-786-16,-1 2 372 16,0-11 185-16,0-3 99 0,0-6-450 0,-9-2 275 0,-2-1 138 0,-3-4 59 15</inkml:trace>
  <inkml:trace contextRef="#ctx0" brushRef="#br0" timeOffset="165424.62">29016 12473 1727 0,'-12'0'0'0,"2"-3"0"0,3 0 0 0,3 1 0 0,1 0 0 0,1 2 0 0,2 0 0 0,0 0 250 16,0 5-107-16,5 3-54 0,0 1-1 0,3-2-18 15,-2 5-8-15,0-5-27 0,2 3-254 0,-3-5 128 16,-2 1 62-16,0 0 42 0,3-6-323 0,-2 0 160 15,1 0 80-15,1 0-36 0,1 0 50 0,1-5-17 16,2-5 169-16,0 2-82 0,4-3-24 0,-2 4-9 16,3 0 137-16,0 2-66 0,1 0-40 0,1 5 20 15,-3 0 223-15,2 0-84 16,1 0-69-16,-5 9 8 0,-4 3 43 0,0 5-59 16,-4 0-29-16,-4 7 27 0,0 0-20 15,-4 0-8-15,-9 0 10 0,-6-4 0 0,0 1-38 16,-1-6-1-16,0 0-22 0,3-8-8 0,1-7 30 0,5 0 0 15,1 0-36-15,6-7 1 0,3-8 44 0,1-8-9 16,7-2-249-16,12-6 102 16,5-1 66-16,4 1-502 0,0 1 256 0,3 5 104 15,0 2-470-15</inkml:trace>
  <inkml:trace contextRef="#ctx0" brushRef="#br0" timeOffset="165824.76">29887 11852 2086 0,'0'-1'0'16,"0"-2"0"-16,0-2 0 0,0 3 0 0,5 2 0 0,5 0 0 0,-1 0 210 0,5 2-86 0,-2 5-33 0,1 1-122 0,-1 1 35 62,-1 3-1-46,0 2 35-16,-2 3-540 0,-1 1 243 0,-6 2 125 0,0 0 62 0,-2 2-559 0,0-2 296 0</inkml:trace>
  <inkml:trace contextRef="#ctx0" brushRef="#br0" timeOffset="165943.73">29716 12131 1437 0,'-17'-8'0'0,"9"0"0"0,-3 2 0 0,9 6 0 0,2-3 0 0,0 1 219 0,11 2-90 0,9-2-37 0,9-3 147 0,7 0-100 0,4-2-51 0,6 2 219 0,0-3-135 16,7-3-58-1,-11 5-42 1,0 1-306-16,-3-1 136 0,-3 5 68 0,-5-2 34 0,-4 3-674 0,-15 0 345 0,-6 3 177 0,-6 8-607 0</inkml:trace>
  <inkml:trace contextRef="#ctx0" brushRef="#br0" timeOffset="166060.5">29892 12155 758 0,'4'0'0'0,"-1"0"0"0,2 0 0 0,-1 0 0 0,6 0 0 0,-3 0 390 0,3 0-176 16,-1 5-88-16,2 0 36 0,-2 1-62 16,1 2-22-1,-1-2-9-15,-3 4-156 0,-1-1 63 0,0 0 30 0,-3 0 1 0,2 4-594 0</inkml:trace>
  <inkml:trace contextRef="#ctx0" brushRef="#br0" timeOffset="166207.53">30072 12136 1213 0,'-3'0'0'16,"-2"0"0"-16,2 0 0 0,0 0 0 0,0 0 0 0,0 2 0 0,0 3 444 0,0-1-204 0,0 3-101 15,2-1-216-15,-2 5 67 0,-1-2 19 0,3 2 0 16,-3 2-200-16,3-1 114 0,-3 2 58 0,0 2 37 16,-1-3-697-16</inkml:trace>
  <inkml:trace contextRef="#ctx0" brushRef="#br0" timeOffset="166665.12">29803 12310 1161 0,'-8'0'0'0,"3"0"0"0,2 0 0 0,2 0 0 0,-1 0 0 0,2 0 0 0,0 0 0 0,0 0 0 0,6 5 319 16,7 0-141-16,0 0-70 0,5-1-97 0,5 1 35 31,-1-4-8-31,5-1 0 0,-2 0-249 0,4 0 125 0,-2 0 62 0,5-1 40 0,-5-5-76 0,2 0 49 16,-3 1 25-16,-6-1-41 0,0 0 1 15,-1 3-4-15,-10-1-1 0,-4 3 249 0,-3 0-108 0,-2 1-71 16,0 0 423-16,0 2-196 16,-10 10-119-16,-6-2-49 0,3 4 223 0,-1-2-142 0,2 5-61 15,2 0-46-15,2 0 78 0,3-2-56 16,1 5-28-16,4 0 102 0,0 1-168 0,0-2 0 16,4 2 0-16,5-2 0 0,4-1 0 0,-3 0 0 15,4 5 0-15,-4-9-39 0,-2 3 15 16,-3-2 30-16,-2-1-273 0,-3 3 115 0,0-1 85 0,-5-3-17 15,-12-1-72-15,-4-1 18 0,-5-2 52 0,-3-1-57 16,-4 1 43-16,2-9 36 0,-4 0 0 0,-2 0 16 16,1 0 10-1,-1-13 1-15,0-6 30 0,10 0 10 0,3-4-41 0,6 2 1 16,2-3 221-16,8 5-110 0,-1-1-45 0,9 7-26 16,0 5 207-16,0 0-83 0,11 3-67 0,6 2 366 15,2 2-186-15,7 1-106 0,5 0-49 0,3 1-77 16,4 8-8-16,3 3 0 0,5-1 0 0,-7 2 0 15,2-1 0-15,-2 0 0 16,2 1 0-16,-1 0-260 0,8 2 151 0,-11-5 68 16,1-2-1027-16,-2-1 515 0,0-6 258 0</inkml:trace>
  <inkml:trace contextRef="#ctx0" brushRef="#br0" timeOffset="166849.1">30598 12017 2328 0,'-7'-9'0'0,"2"2"0"0,-3-1 0 0,6 6 0 0,2 1 0 0,0 1 0 0,0 0 0 0,0 6 632 0,0 6-289 0,0-1-158 0,0 5-74 0,0 0-266 0,0 1 96 16,0 0 47-16,5 0-705 0,0-4 364 0,0 1 182 16,0-3 93-16,-1-1-470 0</inkml:trace>
  <inkml:trace contextRef="#ctx0" brushRef="#br0" timeOffset="167090.39">30555 11819 1278 0,'0'-26'0'15,"0"4"0"-15,2 2 0 0,10 6 0 0,10-4 0 0,3 10 0 0,8 1 240 0,3 6-102 0,6 0-51 16,5 1 319-16,7 0-176 0,-6 0-101 0,1 2-47 16,-4 6 111-16,-3 2-79 15,-6 0-39-15,0 3 82 0,-13-2-66 0,-10 5-27 0,0 1 0 0,-6 1 139 16,-4 1-84-16,-2 5-32 15,-1-5 56-15,-1 5-112 0,-9-1-31 47,0 1 0-47,0 4 0 0,2-6 0 0,-2-2 0 0,5 2 0 0,-1-3-272 0,1 2 27 0,1-1 145 0,1-3-930 32,3-3 497-32,-1-1 248 0</inkml:trace>
  <inkml:trace contextRef="#ctx0" brushRef="#br0" timeOffset="167219.29">30659 11948 1476 0,'-14'-13'0'0,"6"6"0"0,4 2 0 0,4 4 0 0,0 0 0 0,1 1 0 0,12 0 660 0,6 0-316 0,7 0-154 0,7 2-77 0,3 1 273 0,3 3-175 16,1-1-78-16,-4 0-554 0,-1 1 230 0,-3 1 113 0,-3 2 57 16,-5-1-968-16,-1 1 476 0</inkml:trace>
  <inkml:trace contextRef="#ctx0" brushRef="#br0" timeOffset="167363.16">30693 12079 1490 0,'-10'-7'0'0,"-2"3"0"0,7 4 0 0,5-3 0 0,0 3 0 0,0 0 265 0,10 0-114 0,7 0-49 16,6 0 243-16,8 3-154 0,3 0-78 0,2-2-38 16,-1 0 157-16,6 2-89 0,-9 0-57 0,0-2-540 15,-3 1 246-15,-2 1 122 16,-6 0 61-16,1 1-832 0</inkml:trace>
  <inkml:trace contextRef="#ctx0" brushRef="#br0" timeOffset="167543.82">30428 12243 1486 0,'0'0'0'0,"-1"2"0"0,-1-1 0 0,2 0 0 0,0 2 0 0,16-2 0 0,8 2 0 0,12-1 454 0,14-2-199 0,9 0-114 0,11 0 330 0,10 0-217 0,2-4-109 15,-2-3-55-15,1-2-95 0,-22 3 16 0,-8-2 0 16,-13 5-456-16,-7 0 240 0,-11 2 120 0,-4 1 70 16,-15 0-728-16,-1 0 315 0</inkml:trace>
  <inkml:trace contextRef="#ctx0" brushRef="#br0" timeOffset="168282.51">30728 12380 1964 0,'-7'0'0'0,"-1"5"0"0,4 3 0 0,-3-1 0 0,1 2 0 0,1 0 0 0,0-1 0 0,2 1 0 0,-3-1 218 16,2 1-81-16,3-3-55 0,0 1-299 0,1-4 128 0,0 2 62 0,0-3 32 16,0-1-572-16,0-1 277 0,2 0 135 0,8-1-121 15,-2-7 120-15,-1-4 59 0,4 3 21 0,-2-2-91 16,1 0 65-16,3-1 33 0,-3 0 222 0,3 5-95 15,3-3-56-15,-3 0-15 16,4 6 407-16,0-1-216 0,1 0-106 0,1 2-55 16,2 2 409-16,1 1-203 0,2 0-74 0,-4 0-86 15,1 3-26-15,-5 5 0 0,1-1-40 0,-4 5 15 16,-8 0 0-16,-2 0 24 0,-3 1-176 0,0 0 88 16,-11 1 53-16,-9-3-8 0,-2-1-101 0,-4-1 63 15,2-3-13-15,-1-1 31 0,2-3-17 0,3-2 1 16,2 0-2-16,5 0 162 15,0 0-65-15,3 0-35 0,6 0 10 16,0 0 34-16,4 0-20 0,0 0 0 0,8-1-28 0,2 0 0 0,6 1 22 0,-3-1-19 16,2 1-70-16,-3 0 34 15,-1 0 4-15,0 0 35 0,-4 0-55 0,-1 0-1 16,-3 0 34-16,0 1 9 0,0 1-12 0,-2 0 7 16,-1 1-23-16,0-3 43 0,0 3-9 0,0-2-16 15,0 2 82-15,-4-3-37 0,3 0 8 0,-3 2-44 16,3-2-22-16,0 2 0 0,1-1 39 0,0 1-8 31,0 0-93-31,-1 0 42 0,1-1-2 0,0 1-44 0,0 1 36 0,-2-1 10 16,0-1 1-16,1 1 24 0,-3 2-10 0,1-2 7 15,-2-1-4-15,0 1-17 0,-2 1 15 0,2-3-6 16,0 2 61-16,-1 1-21 16,-2-1 0-16,5-2-17 0,-2 2 64 0,-1 1-28 15,3-3 0-15,-2 4 24 0,2-1-28 0,0 0 12 0,1 1-35 0,1 0 90 16,-2 0-42-16,1 0-12 15,2 1 10-15,-1 0 17 0,1 0-47 0,0 1 19 0,0-2 27 0,0 0-30 16,0 0-1-16,0 0 7 0,0-1-50 16,0 1 42 93,0-2-4-109,0 1 37 0,6-1 9 0,3 1-43 0,5-2-37 16,2-1-61-16,4 2 46 0,3-1 19 0,2 2-393 0,3-1 189 0,1 1 103 0,3 2 34 0,-1 2-355 0</inkml:trace>
  <inkml:trace contextRef="#ctx0" brushRef="#br0" timeOffset="168345.34">31492 12716 1515 0,'3'-10'0'0,"-2"2"0"0,0-2 0 0,5 2 0 0,0 2 0 0,0 0 0 0,0 1 0 0,4-1 382 0,-3 0-164 0,1 6-96 0,0-5-1107 0</inkml:trace>
  <inkml:trace contextRef="#ctx0" brushRef="#br0" timeOffset="170842.74">25046 13337 1762 0,'-11'-13'0'16,"2"1"0"-16,1 2 0 0,3 4 0 0,3 3 0 0,2-1 0 0,0 3 0 0,0-1 0 0,2-1 519 0,9 0-246 0,5 3-118 0,4 0 141 0,2 0-130 0,1 3-65 0,3 9 11 15,-3 0-42-15,-3 3-1 0,3 4-32 0,-2 0-47 16,0 5 32-16,-7 0-9 0,-1 2 24 15,-7 1-86-15,-2 0 43 0,-4 2 0 0,0 1 52 0,-8-1 38 16,-11-4-23-16,-5-1 0 16,-8-3-32-16,0-2-5 0,-4-3 17 0,3-10-126 15,4-1 54-15,1-5 31 0,6 0-7 0,5-1-474 16,5-14 237-16,12-6 108 0,0-8 63 0,20-3-704 16,11-4 370-16,5-2 186 0,6-6 82 15</inkml:trace>
  <inkml:trace contextRef="#ctx0" brushRef="#br0" timeOffset="171000.07">25444 13186 1798 0,'4'-15'0'0,"-1"6"0"0,0-2 0 0,-3 7 0 0,0 4 0 0,-5 0 0 0,-6 0 0 0,-5 9 0 0,0 9 0 0,-1 4 598 0,1 3-280 0,0 5-141 0,4 2 292 0,1 4-216 16,2 3-99-16,6-2-34 0,3-2-76 0,0 2-44 16,13-1 0-16,8-2-6 15,5 5-44-15,4-10 39 0,2-5 24 0,0 0-650 0,-1-7 337 0,-2-3 168 16,3 3 16-16,-9-11-756 0,-3-6 418 0</inkml:trace>
  <inkml:trace contextRef="#ctx0" brushRef="#br0" timeOffset="171151.7">25664 13324 1935 0,'-14'-5'0'0,"0"-2"0"0,2 1 0 0,7 2 0 0,1 2 0 0,4 2 300 0,0 0-131 16,1 0-67-16,13 0 310 0,5 0-193 0,2 2-91 0,0 0-45 0,7 1-141 15,-3 2 47-15,3-1 34 16,-3-1-10-16,-5 4-675 0,0-2 350 0</inkml:trace>
  <inkml:trace contextRef="#ctx0" brushRef="#br0" timeOffset="171301.33">25698 13546 2737 0,'-18'0'0'0,"-1"0"0"0,3 1 0 0,3 2 0 0,3-1 0 0,1 0 0 0,5 0 0 0,4 0 0 0,0 3 376 0,4 0-169 0,12 0-86 0,2 2 92 16,4-2-93-16,-1 1-42 0,5 0 0 0,0-3-693 16,-2 2 325-16,5-5 173 0,-7 0 72 0,1 0-375 15,-1 0 228-15,-2 0 115 0</inkml:trace>
  <inkml:trace contextRef="#ctx0" brushRef="#br0" timeOffset="171528.29">26023 13348 1627 0,'1'-2'0'0,"1"-5"0"16,1 2 0-16,3 0 0 0,2 2 0 0,1 1 0 0,5 2 0 0,2 0 264 0,2 0-113 0,4 4-48 0,-1 5 145 0,0 2-106 0,1 4-52 0,-5 2-27 15,0-1 31-15,-4 4-19 0,-5-1-9 0,-5 1-29 32,-3 2 29-32,0 1-29 62,-17-1 0-62,-3 3-17 0,-4-6 17 0,-5-1-1 0,0-2-213 0,-1-4 106 0,1-6 54 0,0 5 36 0,7-11-634 0,6 0 301 0,5 0 112 0,4 0 87 0,7-12-516 0</inkml:trace>
  <inkml:trace contextRef="#ctx0" brushRef="#br0" timeOffset="171679.89">26333 13292 2306 0,'0'-3'0'0,"0"0"0"0,0 0 0 0,0 3 0 0,0-3 0 0,0 3 0 0,-7 0 0 15,1 13 430-15,-3 3-196 0,-2 5-90 0,3 7 207 16,1 1-158-16,3 3-78 0,1 7 43 0,3-1-158 0,0 7 0 15,2-4 0-15,12-2 0 0,3-5 0 16,3-2 0-16,5-6 0 0,5 0-585 0,-4-13 280 16,3-6 171-16,0-7-704 0,-2 0 375 0,0-3 213 15</inkml:trace>
  <inkml:trace contextRef="#ctx0" brushRef="#br0" timeOffset="171891.49">26768 13165 1573 0,'-18'-3'0'0,"7"3"0"0,-2 0 0 0,6 0 0 0,-2 0 0 0,4 12 0 0,-4 5 460 0,6 4-217 16,0 6-103-16,3 3 359 0,0 8-232 0,0 6-115 0,0 6-50 0,6-1 64 16,3-3-66-16,0 0-32 0,2-1-261 0,3-6 115 15,2 3 65-15,-1-16 20 0,-1-2-257 0,4-9 143 16,0-2 72-16,2-4 43 0,0-9-700 15,-1 0 250-15,4-8 203 0,1-7-397 0,3-4 301 16</inkml:trace>
  <inkml:trace contextRef="#ctx0" brushRef="#br0" timeOffset="172236.81">27068 13265 1748 0,'-11'-9'0'0,"4"4"0"0,2-2 0 16,2 4 0-16,1 2 0 0,2 1 274 0,0 1-118 0,0 12-61 0,0 8-20 0,2 1 430 0,1 9-234 16,1-1-118-16,2 4 61 0,0 0-89 0,1 2-36 15,-2-4-9-15,3-1-183 0,-1-4 70 16,3 1 34-16,-2-8-300 0,3 1 177 0,-2-10 74 0,0-7 42 16,2-4-341-16,1 0 138 0,0-7 104 0,3-10-39 15,-3-8-39-15,-1-3 74 0,0-2 36 0,0-6-82 16,-1-3 59-1,3-4 21-15,-5 7 9 0,-1 4 61 0,-1 1-1 0,-2 7-30 16,-2 4 422-16,-1 0-220 0,-1 12-96 0,0 5-53 16,0 0 549-16,-1 3-242 15,-6 6-142-15,-1 12-54 0,4 4 71 0,0 5-82 16,0 2-41-16,3 0 58 0,-1 5-134 0,2-5 0 0,0 1 0 16,0-3-92-16,0-1-59 15,0 0 93-15,0 5-807 0,0-8 397 0,2-2 238 0,1-4 26 16</inkml:trace>
  <inkml:trace contextRef="#ctx0" brushRef="#br0" timeOffset="172397.18">27452 13552 1628 0,'0'-1'0'0,"0"-3"0"0,0 3 0 0,-2-4 0 0,0 4 0 0,1-2 0 0,-1 2 544 0,2 1-253 16,-1 0-128-16,-2 1 196 0,-2 9-153 0,3 6-89 15,-3 3-41-15,0-1-66 16,-1 4 0-16,2-1 26 0,-1 1-606 0,1-4 299 15,-1-3 153-15,2 0 77 0,1-4-748 0,2-3 399 16</inkml:trace>
  <inkml:trace contextRef="#ctx0" brushRef="#br0" timeOffset="172644.65">27654 13304 1654 0,'3'0'0'0,"-1"0"0"0,2 0 0 0,-1 2 0 0,3 4 0 0,-1 4 0 0,-2 5 232 0,-1 6-98 0,-1 5-49 0,0 4 151 0,1 6-100 0,-2-1-41 16,0-2 40-16,0 0-50 0,0-4-24 0,0-8-1 16,0-1-86-16,0-2 40 0,0-11-9 0,-2-4 31 15,2-3 37-15,0 0-1 0,0-3-36 0,0-11 135 32,2-6-73-32,7-1-30 15,0-2-1-15,2-3 2 0,0 2 0 0,5-1-24 0,-3 2-120 0,1 0 55 16,-2 4 28-16,3-1 0 0,-3 1-692 0,3 1 347 31,-2 5 150-31,0-2 93 0,1 6-756 0,-1-1 407 0</inkml:trace>
  <inkml:trace contextRef="#ctx0" brushRef="#br0" timeOffset="172791.4">27989 13265 1159 0,'0'-7'0'0,"0"0"0"0,1 1 0 0,0 0 0 0,1 1 0 0,-1 0 0 0,4 1 482 0,0 2-223 0,1 1-111 0,3 1 645 0,1 0-382 0,4 12-188 0,1 10 233 0,-3 5-456 0,2 10 0 0,-6 4 0 0,-2 4 0 0,-6 1 0 0,0 4 0 0,-3 2 0 0,-14 6 0 0,-6-5 0 16,-7 0 0-16,-5-1 0 0,-3-4 0 0,-4-4 0 16,-8 3-42-16</inkml:trace>
  <inkml:trace contextRef="#ctx0" brushRef="#br0" timeOffset="174394.06">29129 13399 1271 0,'-6'-4'0'0,"3"1"0"0,0-2 0 0,2 2 0 0,-1-1 0 0,0 1 0 0,1-2 0 0,1 5 96 0,0-1-28 15,0 1 1-15,3 0 136 0,4 1-83 0,3 7-30 16,-2 4 135-16,3 0-94 16,-1 2-46-16,0 1-1 0,-1 2-71 15,2-1 36-15,-2-1-11 0,0 3 0 0,-2-2-243 0,3-2 121 16,-4 3 61-16,2-2-176 0,2-2 103 0,-3-2 66 15,2-2-586-15,1-2 294 0,2-3 109 0,0-2 75 16</inkml:trace>
  <inkml:trace contextRef="#ctx0" brushRef="#br0" timeOffset="174634.15">29448 13188 1167 0,'0'-12'0'0,"0"3"0"0,0 4 0 0,0 1 0 0,0 2 0 0,0 2 0 0,0 2 0 0,0 16 0 0,0 6 439 0,0 10-198 0,0 7-91 0,-2 3 266 32,-6 9-189-32,-4 4-92 0,0 7 40 0,-3 6-68 0,-2 13-22 0,-3-8-11 15,2 0-38-15,0-3 4 0,4-4 1 0,-3-7-1 0,6 1-151 0,1-20 71 16,6-9 40-16,1-6-177 0,0-4 109 0,1-6 54 16,2-1 32-16,0-12-377 15,0-4 147-15,0 0 100 0,0 0-197 0,0-6 134 16,3-7 57-16,6-5 42 0,4-6-308 0,3-6 172 15,-2-4 85-15</inkml:trace>
  <inkml:trace contextRef="#ctx0" brushRef="#br0" timeOffset="174785.95">29644 13476 1449 0,'-4'-10'0'0,"2"3"0"0,1 2 0 0,1 3 0 0,0 1 0 0,0 0 0 0,3 1 0 0,7 0 421 0,-2 0-192 15,5 0-95-15,-2 0-48 0,3 0-68 0,2 0 20 0,-1 0 0 16,1 0-187-16,-1 0 93 0,2 0 47 0,1 2 10 16,-2 1-693-16</inkml:trace>
  <inkml:trace contextRef="#ctx0" brushRef="#br0" timeOffset="174936.96">29669 13694 1436 0,'-14'0'0'0,"-4"0"0"0,11 0 0 0,4 0 0 0,0 0 0 0,3 0 0 0,0 0 206 0,6 0-74 0,8 0-52 0,2 0 258 16,4 0-149-16,1 0-76 0,5-3-253 0,-1-4 99 16,1 3 35-16,0-1 0 0,0 2-573 0,-3-1 298 15,3 1 148-15,1 1 80 16</inkml:trace>
  <inkml:trace contextRef="#ctx0" brushRef="#br0" timeOffset="175282.06">30147 13330 2146 0,'-11'-6'0'0,"2"-1"0"15,0 4 0-15,7 1 0 0,0 2 0 0,2 0 0 0,0 4 0 0,4 6 0 0,8 1 434 0,-2 0-198 0,5 4-89 0,0-1-59 16,1 1-27-16,3-1-23 0,-1 2 0 0,1-1-219 15,1 2 119-15,-1-2 46 16,-2 0 26-16,-1 0-705 0,-2-1 361 0,3 2 180 16</inkml:trace>
  <inkml:trace contextRef="#ctx0" brushRef="#br0" timeOffset="175483.14">30486 13143 1162 0,'0'-9'0'0,"0"5"0"0,0 0 0 0,0 4 0 0,0 0 0 0,-2 14 557 0,-1 8-260 0,-7 12-129 0,-4 7 351 0,-2 5-246 0,-5 12-117 16,-2 0-58-16,-5 10 4 0,2 5-32 0,-9 9 10 15,8-8-190-15,-2-3 74 0,3-1 38 0,3-5-1 16,3-9-362-16,4-4 209 0,6-20 91 0,9-10 49 16,1-3-560-16,0-6 284 15,1-4 43-15,9-4-336 0,2-5 276 0,5 0 133 16</inkml:trace>
  <inkml:trace contextRef="#ctx0" brushRef="#br0" timeOffset="175693.56">30742 13312 740 0,'-15'0'0'0,"0"0"0"16,-4 0 0-16,5 2 0 0,1 15 0 0,0 7 731 0,0 5-346 0,0 6-164 0,2 4 396 15,5 2-289-15,3 2-145 0,3 2-72 0,0 0 36 16,1 0-45-16,12-9-37 16,3-7-152-16,6-4 63 0,2-2 30 0,-1-8 1 15,2 0-534-15,-2-13 277 0,0 1 144 0,-2-3 73 0,-3 0-851 0,-1-3 428 16</inkml:trace>
  <inkml:trace contextRef="#ctx0" brushRef="#br0" timeOffset="176007.59">30983 13371 2265 0,'0'0'0'0,"0"-2"0"0,-3 0 0 0,-2 2 0 0,2 0 0 0,-2 2 0 0,2 9 0 0,0 5 0 0,2 4 291 0,0 1-126 0,-1 6-64 16,1 0 61-16,1-1-67 0,0-2-29 16,0 1 1-16,0-4-144 0,4-1 57 0,3-2 39 0,5-8-299 15,1-4 159-15,2-6 79 0,1 0 41 16,3-6-312-16,0-7 175 0,-2-4 4 15,0-6-110-15,2-5 88 0,-1-1 59 0,1-3 20 16,-6 3 70-16,-1 0-31 16,-1 5 0-16,-3 2 0 0,-1 5 204 0,-2 0-111 15,-4 9-42-15,-1 4 500 0,0 2-260 0,0 2-85 0,0 0-80 0,-5 10 316 16,1 6-188-16,-5 4-88 16,4 4 61-16,-2 0-75 0,2 2-38 0,1 1 9 31,1-2-363-31,0-2 158 0,1 0 80 0,2 1 38 0,0-2-270 0,0 2 164 0,0-5 68 0,0 1-921 15,0-4 461-15</inkml:trace>
  <inkml:trace contextRef="#ctx0" brushRef="#br0" timeOffset="176170.4">31379 13593 1816 0,'4'-10'0'0,"1"1"0"0,-1 6 0 0,-1-4 0 0,-1 6 0 0,0 1 0 0,-2 0 0 0,0 1 300 0,0 9-131 0,-8 4-56 0,-4 5 133 0,-4 3-104 15,0 2-52-15,2-2-26 0,-2 1-122 0,-1 1 57 16,5-4 15-16,3-3-567 0,-2 0 295 0,6-5 148 31,1 0 75-31,0-4-776 0</inkml:trace>
  <inkml:trace contextRef="#ctx0" brushRef="#br0" timeOffset="176410.18">31519 13452 1425 0,'7'-1'0'0,"-2"0"0"0,-1 1 0 0,2 0 0 0,1 0 0 0,-1 8 0 0,5 4 0 0,-3 6 0 0,-3-1 383 0,5 4-173 0,-3 0-86 0,2 3-42 16,-2-1 158-16,-1-5-105 0,0 3-48 15,-3-5 24-15,0-2-37 0,-2-5 1 16,0 2-28-16,1-7 74 0,-2-2-41 16,0-2 0-16,0-2 144 0,1-8-92 0,7-7-38 0,0-2-9 62,4-1-119-62,-1-4 37 0,5 1-1 0,3-1 36 0,1-4-115 0,1 2 53 0,3 2 31 0,0 2-500 0,2-2 240 0,3 2 133 0,-1-2 32 0,-3 7-399 0,-2 2 204 0,-4 4 122 16</inkml:trace>
  <inkml:trace contextRef="#ctx0" brushRef="#br0" timeOffset="176562.33">32053 13213 1551 0,'7'-13'0'0,"2"2"0"0,3 6 0 0,4-3 0 0,3 8 0 0,1 0 0 0,0 0 608 0,3 12-285 15,-5 5-143-15,3 5-61 0,-10 5 641 0,-2 5-370 16,-6 4-390-16,-3 3 0 16,0 4 0-16,-12 7 0 0,-9-4 0 0,-8 1 0 0,-5 6 0 0,-7 4 0 15,-5 0-18-15,-4 8-163 0,3-13 104 0</inkml:trace>
  <inkml:trace contextRef="#ctx0" brushRef="#br0" timeOffset="179568.44">25745 14431 648 0,'-4'-11'0'0,"-3"1"0"0,1-2 0 0,-1 0 0 0,-1 1 0 0,3 0 199 0,-3 1-81 0,-2 1-41 16,1-1 1-16,-2 1 105 0,1 3-78 0,-1 4-33 0,-2 0 9 16,1 2 1-1,-3 8-45-15,0 10 59 0,4 5-34 0,-1 3 0 0,4 8-24 0,2 0 188 16,4 2-94-16,-1 1-38 0,3-4-33 16,0-3 78-1,3-5-51-15,7-1-25 0,2 0 10 0,5-9-122 0,2-5 44 16,0-7-1-16,0-3-145 0,2 0 94 0,0-3 56 0,-1-14-187 15,-3-7 106-15,1-4 33 0,-2-5 32 0,-3-3-142 16,2-5 73-16,-7-1-5 0,-1 0 34 0,-2-2-59 16,-1-3 38-16,-3-2 1 0,2-9 30 15,-3 8 67-15,0 0-30 0,0 4 1 16,-3 7 112-16,-3 13-70 0,-1 0-45 16,3 20 430-16,-3 4-212 0,2 2-89 0,0 13-57 15,0 8 147-15,0 11-56 0,4 4-61 0,1 7-27 0,0 5 200 16,0 6-114-16,0 2-55 0,1 8-19 0,3-8 103 15,0-3-70-15,0 0-35 0,6-2-155 0,-2-4 60 16,1 6 39-16,3-17-9 0,-2-2-400 0,0-9 214 16,2-5 108-16,-2-9-279 15,0 1 126-15,-2-12 108 0,0-1-38 0,0-17-486 16,2-7 300-16,-2-6 151 0</inkml:trace>
  <inkml:trace contextRef="#ctx0" brushRef="#br0" timeOffset="179754.94">25993 14345 887 0,'2'-6'0'0,"-1"0"0"0,0 3 0 0,3-1 0 0,3 1 0 0,0 1 0 0,2 2 535 0,2 0-249 0,2 3-125 16,2 6 237-16,-2 8-171 0,1 0-100 0,-2 3-9 15,-2 5-41-15,-3 0 0 16,-2 4-40-16,-4 2-83 0,-1-3 37 0,0 2 0 0,-10 2 46 16,-5-3-37-16,-6-1-1 0,-5 2 48 15,2-8-10-15,-4-3-89 0,3-7 45 0,1-2-1 16,4-5-476-16,3-1 236 0,5-4 82 0,11-9-475 15,1-12 302-15,6-6 151 0</inkml:trace>
  <inkml:trace contextRef="#ctx0" brushRef="#br0" timeOffset="179917.85">26261 14267 1616 0,'4'-17'0'15,"-3"10"0"-15,1 2 0 0,1 1 0 0,-3 4 0 0,0 0 0 0,-12 13 938 0,-1 8-456 16,-3 5-221-16,2 10-113 15,-2 1 338-15,4 4-486 0,-1 8 0 0,8-6 0 0,4 1 0 0,1 3 0 0,1-1 0 0,15-4 0 0,5 5 0 0,7-16 0 16,3-6 0-16,5-9 0 0,4-5 0 0,1-11 0 16,5 0-1234-16</inkml:trace>
  <inkml:trace contextRef="#ctx0" brushRef="#br0" timeOffset="186125.56">26524 14353 1040 0,'-17'0'0'0,"3"0"0"0,-1 0 0 0,5 0 0 0,0 0 0 0,9 1 338 0,1 2-148 0,0 2-75 16,8 0 50-16,5-1-62 0,6-1-21 0,-2-1-10 0,5 1 101 16,1-3-65-16,-2 1-34 15,0-1 0-15,1 0 1 0,-4 0-34 0,-1 0 0 0,-1 0-1 16,-3 0-209-16,2 0 105 16,-1 0 63 15,-5 0-429-31,1 0 206 0,-3 0 122 15,-3 0-569-15,2 0 316 0</inkml:trace>
  <inkml:trace contextRef="#ctx0" brushRef="#br0" timeOffset="186313.06">26572 14570 1956 0,'-9'-9'0'0,"2"3"0"0,5 6 0 0,2-1 0 0,0 1 0 0,13 0 0 0,5 0 0 0,-1 1 230 0,4-1-94 0,0 6-37 0,-2-4 241 0,3 0-149 0,-2 1-75 16,-1 1-34-16,3-4 10 0,-2 4-50 0,-1-1-1 15,0 1-242-15,-2-3 122 16,-2 2 60-16,2-1 40 0,-9 0-144 0,3 0 82 0,-6 0 41 16,4-2-349-16,-6 1 178 0,2-1 21 15,-4 0 70-15,-1 0-366 0,0 0 203 0,0 0 100 16</inkml:trace>
  <inkml:trace contextRef="#ctx0" brushRef="#br0" timeOffset="188125.44">27129 14330 846 0,'0'0'0'0,"0"0"0"0,0 0 0 0,0 0 0 0,0 0 0 0,0 0 176 31,0 0-67-31,0 0-34 0,0 0 41 0,0 0-27 0,0 0-10 0,0 0-39 16,6 0 116-16,2 5-58 0,4 2-28 0,0-2 9 15,2 4 16-15,2-1-27 0,0 1-1 0,1 1-83 16,-1-2 29-16,-1 5 9 0,-3-2 19 0,-3 1 28 16,-2 3 1-16,-5 1-30 0,-2 4 41 0,0 2 11 15,-14-2-52-15,-6 1 1 0,-5-1-34 16,-4 1 1-16,0-3 33 0,-4 0 10 16,3-7-152-16,3-3 67 0,0-1 33 15,3-4-342 1,3-3 176-16,1 0 76 0,9 0 47 0,4 0-363 0,6-6 186 0,1-6 81 0,2-1-255 0,13-6 168 15,8 1 97-15</inkml:trace>
  <inkml:trace contextRef="#ctx0" brushRef="#br0" timeOffset="188361.41">27415 14190 1688 0,'-12'-12'0'0,"1"7"0"15,2 3 0-15,1 2 0 0,0 0 0 0,1 13 0 0,4 4 0 0,-4 5 0 0,0 4 0 0,-4 4 178 0,2 0-74 0,2 3-32 0,-1-1 275 0,0 1-154 0,5 2-76 16,0 1 117-16,3-6-103 0,0 3-44 0,2-6-1 16,10 0-114-16,-1-2 35 0,6 2 9 0,-3-7 25 15,5-2-95-15,0-3 47 0,1-2 1 0,0-1-305 16,4 0 186-16,-4-8 59 0,2-1 49 16,-1-3-604-16,1 0 295 0,0 0 122 0,1 0-299 0,-7-5 237 15,1-4 112-15,-7-1 57 16,-1-3-181-16</inkml:trace>
  <inkml:trace contextRef="#ctx0" brushRef="#br0" timeOffset="188708.94">27624 14530 1198 0,'0'0'0'16,"0"0"0"-16,0 0 0 0,0-3 0 0,-1 1 0 0,-1 2 0 0,2 0 0 0,0 0 152 0,0 0-56 0,0 5-28 0,3 6 181 0,1 3-95 15,2 1-61-15,1 2-26 0,-1 3 169 31,-1-1-97-15,2 0-49-16,-2 3-85 0,3-4 35 0,0-1 1 0,-2-1 0 0,1-4-176 0,2 0 88 0,-1 0 54 0,0-5-10 16,0-6-154-16,4-1 95 0,-1 0 11 0,2-5-63 0,-1-11 18 0,1-5 45 62,-2 1-39-62,1-4-54 0,-2 0 29 16,3-4 27-16,-7 5 81 0,2 0 0 0,-2 3-34 0,-3 3 0 0,0 5 250 0,1-1-127 0,-3 5-40 0,-1 7-34 0,0-2 304 0,0 3-154 0,0 0-50 0,0 4 24 15,0 10-25-15,0 3-35 0,0-1 89 0,-1 5-61 0,1 0-29 0,0 2 10 0,0 0-93 16,0-4 26-16,0 4 0 16,3-4 27-16,0 2-227 0,2 0 123 0,-3-5 47 0,5 0 28 15,-1-4-470 1,-1-2 227-16,3-1 79 0,0 1-416 0,2-7 269 0,2-3 129 16,3 0 65-16,2 0-167 0,0-10 116 0</inkml:trace>
  <inkml:trace contextRef="#ctx0" brushRef="#br0" timeOffset="189534.11">28227 14525 781 0,'0'-17'0'0,"0"4"0"0,-2 4 0 0,0 0 0 0,2-2 0 0,0 2 68 0,0-1-26 16,0-1 4-16,0 2 82 0,-1 0-44 0,-2 4 0 15,-2 0-46-15,0 4 41 16,-1-2 10-16,1 3-50 0,-3 0 47 0,-1 6-1 15,-1 9-45-15,1-1-1 0,-3 8 89 0,2 0-49 16,1 3-1-16,-2 3 138 0,5-1-89 0,-2-1-44 16,3 4 11-16,2-5 37 0,1-4-46 0,2 0 0 15,0-3-112-15,0 0 33 0,0 1 10 0,5-9 24 16,4-4-42-16,4-1 0 0,3-5 41 0,2 0 1 16,1-1-104-16,3-14 46 15,-1-5 29-15,-1-3-158 0,2-1 82 0,-1-5 13 16,3-2 30-16,-6-1-103 0,1-1 57 0,-5-2 13 15,1-1-23-15,-4-5 24 0,-1-3-6 0,-1 2 25 16,-6 0-39-16,-2-4 15 0,-1 4 1 0,0 3 12 16,0-2 0-16,-3 12 0 0,-5 8 7 0,3 8 246 15,-2 5-117-15,4 5-53 0,-3 2-37 0,5 1 287 16,-1 0-142-16,0 15-52 0,-2 7 73 0,1 4-57 16,-3 8-29-16,2 0-10 15,1 7 57-15,-2 0-44 0,1 5 1 0,0 3-35 0,2-6 15 16,2-2 1-16,-2 0-26 0,2-2 0 15,0 1 27-15,0 3 9 0,2-12-36 0,4-3-70 16,4-5 35-16,2-4 0 16,0-5 36-16,4-1-161 0,-1-10 74 0,-1-3 23 0,5-3-206 0,-4-10 106 15,5-8 64-15,0-1 6 0,-4-2-66 16,2-3 26-16,-1-2 36 0,-2-2-131 0,0-1 74 0,-1-4 28 16,-2 5 10-16,-4 0 16 15,1 1 22-15,-4 4 0 0,0 1 165 0,-1 2-92 16,-4 9-32-16,0 5 0 0,0 5 266 0,0 2-133 15,-4 2-77-15,-1 0-14 0,0 6 81 0,-4 14-27 16,3 4-41-16,-1 3 116 0,-2 8-66 0,4-2-23 16,-1 2-10-16,5-2 50 0,-1 0-42 0,2-2-1 15,0-2-73-15,0 3 5 0,2-8-13 0,5-2 0 16,1-4 0-16,5-3 0 0,0-5 0 0,2-2 0 16,-1-8-82-16,2 0 10 0,3-5 49 0,-1-15-107 15,2-1 71-15,0-3 6 0,-1-3 27 16,-1-1-244-16,-2-4 121 0,-1 2 28 15,4-8-66-15,-7 4 78 0,0 0 35 0,0 2 0 16,-4 2 80-16,-3 5 0 0,1 2-56 0,-4 12 11 16,-2 4 108-16,0 4-54 15,-2 3-28-15,-5 0 1 0,-2 10 307 0,-2 7-154 0,2 7-33 0,-1 2 189 16,3 4-100-16,-2-1-83 0,4 4-6 0,2-5 79 16,1 1-187-16,2-1 0 0,0-1 0 0,0-2 0 15,0 5 0-15,3-10 0 16,6 0 0-1,4-4 0-15,-2-2 0 0,2-4-245 0,3 0 0 0,1-9 127 0,-1-1 28 0,3 0-311 16,-2-1 154-16,2-6 104 0,2-3-502 0,-5-1 308 16,1-2 148-16</inkml:trace>
  <inkml:trace contextRef="#ctx0" brushRef="#br0" timeOffset="189754.89">29114 14486 1953 0,'-13'-3'0'0,"3"0"0"0,2 1 0 0,8 1 0 0,0-1 0 0,5-1 0 0,16 3 359 0,3 0-161 16,3 0-79-16,2 0 251 0,1 0-156 0,0 0-92 16,-4 0-42-16,3 5 34 0,-2-4-38 0,6 1 10 15,-6 1-233-15,-2 0 93 16,0-1 46-16,-3-2 1 0,-3 1-496 16,1 0 282-1,-11 2 125 16,-2-3 67-31,-3 2-771 0,-4-2 381 0,0 0 189 0,0 0-296 0</inkml:trace>
  <inkml:trace contextRef="#ctx0" brushRef="#br0" timeOffset="189867.9">29328 14323 2069 0,'-16'-7'0'0,"5"5"0"0,2 0 0 0,2 2 0 0,2 0 0 0,5 0 0 0,0 11 0 0,0 5 0 0,0 7 476 16,0 1-218-16,2 5-100 16,-2 1 111-16,0 5-115 0,0 2-58 0,0 1-28 0,0 7-158 0,0 5 75 15,0-9 22-15,2 5 0 0,2-3-803 0,1 0 418 16</inkml:trace>
  <inkml:trace contextRef="#ctx0" brushRef="#br0" timeOffset="191426.01">29836 14307 395 0,'-2'-9'0'0,"1"2"0"0,1 0 0 15,0 0 0-15,0 0 0 0,0 0 0 0,0 1 318 0,6-1-139 0,1 0-70 0,0 2 185 0,5 1-131 16,-1 2-63-16,0 1-29 0,1 1 158 0,0 0-95 0,3 0-37 16,-1 1-11-16,1 10 17 0,-1 0-32 0,0 3 0 0,-1 2 46 15,2 4-29-15,-5 0-10 0,-5 1-38 0,1 5-39 16,-4 0 38-16,-2 4 1 0,0 1-71 0,-9-1 31 16,-7-1 0-16,-7 2 39 0,-3-1-91 15,-4 0 46-15,-5-1 7 0,2-5-7 16,-2-6-79-16,-1-2 50 0,3-3 6 0,2-5-41 15,-2-2 22-15,10-6 1 0,5 0 18 0,2-2-147 16,9-10 69-16,-1-3 38 0,8-2-262 0,0 2 146 16,9-5 72-16,10-1 38 0,2 1-304 15,4-4 161-15,4 3 94 0</inkml:trace>
  <inkml:trace contextRef="#ctx0" brushRef="#br0" timeOffset="191624.38">30079 14262 1675 0,'-15'-4'0'0,"3"4"0"0,-2 0 0 0,1 4 0 16,4 9 0-16,-4 2 0 0,8 3 197 0,0 4-79 0,-2 2-39 0,1 2 118 15,-1 4-79-15,-2 5-30 0,5-3 179 0,-1-2-114 0,4-1-57 0,1 0-28 16,0-3-61-16,1 2 9 16,9-9 24-16,7 0-1 15,0-4-394-15,5-2 197 0,0-3 98 0,6-1-543 0,-5-5 266 0,1-4 166 0,2 0 4 16,-1 0-172-16,0 0 150 15</inkml:trace>
  <inkml:trace contextRef="#ctx0" brushRef="#br0" timeOffset="191877.7">30318 14486 1478 0,'0'-6'0'0,"-7"1"0"0,1 1 0 0,4 4 0 0,2 0 0 0,0 1 0 0,0 13 0 0,5 2 0 0,1 4 370 0,2 1-170 16,-3 4-80-16,0 3-41 0,0 0 181 0,-3 2-110 15,2 2-45-15,-2-2 19 0,-1 0-42 0,2-3 0 0,-2-3-42 16,2-2 29-16,1 0-20 16,-2-9-9-16,1-3 2 0,0-2-2 0,0-8-1 0,5 0 1 15,0 0 38-15,0-9-9 0,5-11-30 0,2-4 1 0,3-6-42 0,0-2 1 16,5-5 50-16,-3 2-250 16,0 0 114-16,0-4 49 0,0 3 31 0,-1 2-393 0,1-5 193 0,-5 9 76 15,-3 6-164-15,-3 3 120 16,-3 4 68-16,1 8 34 0,-2-1-439 0,-4 10 241 15</inkml:trace>
  <inkml:trace contextRef="#ctx0" brushRef="#br0" timeOffset="192427.38">31076 14508 768 0,'-4'-11'0'0,"0"2"0"0,3-1 0 0,-4-2 0 0,5 0 0 0,0 0 236 0,-1 1-99 0,1 0-49 0,-2-1-24 0,-1-1 65 16,-2 4-50-16,0-2 0 0,-5 3 90 16,2 3-65-16,-2 0-32 0,-5 2 9 0,2 3-8 0,-2 0 1 15,-1 5-35-15,-2 10 63 16,0 2-31-16,0 7 9 0,2 3-41 0,3 0 119 15,1 4-60-15,3 1-29 0,1-1-1 0,5 2 110 16,3-6-74-16,0 0-33 0,0-3-59 16,5-3 27-16,8-3 0 0,3 2 10 0,1-11-117 0,2-3 53 15,3-4 28-15,-1-2-1 16,1 0-40-16,1-9 44 0,-2-6-10 0,2-3-168 16,-4-4 91-16,0-2 12 0,-2 0-124 0,5-6 65 0,-8 0 53 15,0-4-2-15,1-3-86 0,-3-1 48 16,0-6 33-1,5-8-11-15,-9 2-67 0,4-5 56 0,-4-1 28 0,3 4-9 0,-3 0-10 0,-7 16 46 16,2 11 0 0,-3 8 222-16,0 8-111 0,0 9-56 0,-3-3 303 0,-2 3-167 0,-1 12-62 0,0 5-51 15,-3 11 168-15,-1 5-73 0,-1 8-10 0,2 0-47 16,-1 5 137-16,3 1-88 0,-1 3-43 16,5-3 63-16,-2 9-44 15,2-12-37-15,-2-2 1 0,5 3-23 0,0-4-4 0,0-2-24 16,0 3-81-16,0-13 36 0,3-5 35 0,4-5-1 15,-2-5-298-15,4-6 163 0,-2 1 57 0,3-9 45 16,-1 0-633-16,1-6 311 0,2-7 156 0,1-6-359 16,2-1 248-1,-3-1 138-15,2-6 64 0,-1 0-184 0</inkml:trace>
  <inkml:trace contextRef="#ctx0" brushRef="#br0" timeOffset="192704.82">31468 14307 1733 0,'-10'-2'0'0,"5"2"0"0,2 0 0 0,1 3 0 0,2 9 0 0,0 3 0 0,0 9 218 16,5 3-89-16,2 2-46 0,4 5 258 0,-4 6-142 16,2 0-85-16,0-2-37 0,-3 2 231 0,-1-3-135 15,0-2-66-15,0 1 30 0,0-10-53 0,0-6-1 16,-1-3-45 0,-1-8-52-16,-2-4 26 0,2 0 9 0,-2-5-19 0,5-2 0 15,0-15 35-15,2-4 1 0,4-6-29 0,4-3-9 16,-3-3 0-16,5-4 0 0,1 2 0 0,4-5 0 15,0 1 0-15,2-6 0 0,-4 10 0 0,1 0 0 16,-4 1 0-16,0 5-15 0,-2 3-4 0,-3-3 2 16,-7 14-62-16,-4 5 42 15,0 5 10-15,-2-1 0 0,0 5-350 0,-3-2 167 0,-2 3 72 0,-3 0 52 16,2 7-490 0,2 3 269-16,0 3 134 0</inkml:trace>
  <inkml:trace contextRef="#ctx0" brushRef="#br0" timeOffset="192856.62">32123 14655 0 0,'-21'-17'0'0,"-3"6"0"0,11 11 0 0,4 0 0 0,8 0 0 0,1 6 0 0,1-1 0 0</inkml:trace>
  <inkml:trace contextRef="#ctx0" brushRef="#br0" timeOffset="195640.97">27258 15144 444 0,'-5'6'0'0,"-2"-4"0"16,2 4 0-16,-1-3 0 0,1-2 0 0,1 3 0 0,1-4 128 0,2 2-46 0,0-2 1 0,1 1-36 16,0-1 147-16,0 0-78 0,0 0-39 0,2 0 111 15,7 0-75-15,-1 1-29 0,2 4-9 0,0-5 251 16,-1 5-145-16,2-1-72 0,-2 2 285 0,1-1-183 15,2 1-87-15,-3 2-43 0,1-1 208 0,1-3-125 16,3 4-55-16,0-3-40 31,-3-1 174-31,6 0-243 0,0 0 0 0,3-4 0 0,1 5 0 0,4-5 0 0,-1 0 0 0,2 0 0 16,1 0 0-16,3 0 0 16,3 0 0-16,-5 0 0 0,3 0 0 0,0 0 0 0,1 0 0 15,4 0 0-15,4 0 0 0,-1 0 0 16,0 0 0-16,6 0 0 0,1 0 0 0,6 0 0 0,8-2 0 0,-8-1 0 15,6 1 0-15,-1-4 0 0,1 2 0 0,0-1 0 16,7 0 0-16,-15 0 0 0,-2 0 0 0,1 2 0 16,-3 0 0-16,1 0 0 0,7 0 0 0,-14 3 0 15,3-2 0-15,-2 0 0 16,1 0 0-16,-1 2 0 16,8 0 0-16,-7 0 0 0,1 0 0 0,6 0 0 0,0 0 0 0,6 0 0 15,5 0 0-15,-6 0 0 0,1 0 0 0,0-2 0 16,-1 2 0-16,2-1 0 0,8 1 0 0,-11 0 0 15,0 0 0-15,1 0 0 0,1 0 0 0,1 0 0 16,5 0 0-16,-7 0 0 0,-1 1 0 16,5 1 0-16,0 2 0 15,12-2 0-15,-10-2 0 0,-2 0 0 16,1 3 0-16,-1 0 0 0,-6-1 0 0,11 0 0 0,-14 3 0 0,3-1 0 16,2 1 0-16,2-1 0 0,0 1 0 0,9 2 0 15,-10-3 0-15,2 2 0 16,3 0 0-16,1-1 0 0,5-2 0 0,14 0 0 0,-16-2 0 0,4 0 0 15,-2-1 0-15,-1 3 0 16,-2-1 0-16,7-1 0 0,-16-1 0 16,0 6 0-16,1-3 0 0,0 0 0 0,-2 2 0 0,6-2 0 0,-15-3 0 0,-3 0 0 15,-1 0 0-15,-4 0 0 16,-2 0 0-16,-1 0 0 0,-13 0 0 0,-7 0 0 16,-2 0 0-16,-7 0 0 0,-2 0 0 0,-2 0 0 15,0-2 0-15,-2-4 0 0,-7 0 0 0,-4-6 0 16,-4 1 0-16,-5-3 0 0,-3 6 0 0,-5 0 0 15,-5 7 0-15</inkml:trace>
  <inkml:trace contextRef="#ctx0" brushRef="#br0" timeOffset="207664.98">28949 15599 1237 0,'0'0'0'0,"0"-1"0"0,0 0 0 0,0-1 0 0,0 1 0 0,0-2 425 0,0-1-194 16,0 1-96-16,5-2-48 15,8 0 217-15,7-3-123 0,7 0-76 0,5 0 61 16,4-3-63-16,5 2-33 0,3 0 1 0,0-1 89 16,-6 3-65-16,-3 0-28 0,-4 1-1 0,-2-1 0 15,-3 5-28-15,-2-3 11 0,-7 1-114 0,-4 3 51 16,-2-1 27-16,-3-1 0 15,-3 1-284-15,4-1 163 0,-5 2 29 0,-2-2-502 0,-1 2 254 0,0-1 146 16,-1 1 60-16,0 1-225 0,0 0 158 0,0 0 75 16</inkml:trace>
  <inkml:trace contextRef="#ctx0" brushRef="#br0" timeOffset="207978.23">29161 15712 1040 0,'-14'0'0'0,"1"0"0"0,-1 8 0 0,8 1 0 0,1 3 0 0,3-3 0 0,2 4 1 0,0-1 37 0,-2 0 11 0,2 1 16 15,0-2-26-15,0-2 0 16,0 2-3-16,0-4 3 0,0 3 9 0,0-7-9 16,0 2-79-16,0-2 38 0,0-3 0 0,2 0 37 15,3 0 12-15,2 0-15 0,1 0-34 0,1 0 80 16,-1 0-21-16,3-6 0 0,2 1-16 0,-4 2-13 15,4-2 4-15,-4 3 1 0,0 1-3 0,-1 0 2 16,4 1 17-16,-6 0-15 0,-1 0-36 0,1 0 1 16,-2 4 41-16,-2 4-5 0,0 1-74 0,-2 0 30 15,0 4 8-15,-2-2-44 0,-8 0 27 0,1-1 0 16,-1 2 26-16,-1-4-186 16,0-2 84-1,3-3 47-15,-4 1-145 0,5-4 89 0,1 0 24 0,0 0 32 0,4-2-353 0</inkml:trace>
  <inkml:trace contextRef="#ctx0" brushRef="#br0" timeOffset="208252.5">29396 15557 1409 0,'0'-3'0'0,"-2"-3"0"0,0 3 0 0,1 3 0 0,1 0 0 0,0 0 0 0,0 0 207 0,0 13-84 0,0 3-40 0,0 4 205 16,0 4-114-16,0 4-71 0,0 3-31 15,0 4 49-15,0 3-39 0,0 3-1 0,0 8-30 16,0-3 20-16,0-4-30 0,0 3 0 0,0-3-48 16,0-4 1-16,-2 3 57 0,1-13-12 0,-3-5-46 15,-1-3 46-15,-3-6 0 0,2-4-67 0,-3-1 41 16,3-6-11-16,0-3-2 0,-3 0-11 16,3-3 4-16,0-8 0 0,-3-1 12 15,3-5-206-15,2-2 93 0,1-4 55 0,1-1-438 16,2-4 230-16,0-5 78 0,0 2 77 0,5-4-531 15</inkml:trace>
  <inkml:trace contextRef="#ctx0" brushRef="#br0" timeOffset="208569.57">29651 15548 1310 0,'-3'0'0'0,"-3"0"0"0,2 0 0 0,4 2 0 0,0 11 0 0,0 4 202 0,-1 5-81 16,-1 4-30-16,-2 0-10 0,0 6 70 0,-4 0-55 15,3 6-28-15,-2-4 107 0,-1 3-57 0,4-8-44 16,3-6 0-16,1-3-104 0,0-3 36 0,0-8-1 16,0 3-177-16,3-12 101 15,7 0 55-15,2-4 29 0,5-13-241 0,3-2 106 0,1-6 30 16,-2 1 47-16,1-1-188 0,-3 2 75 31,2-1 62-31,-1 4 48 0,-2-3-3 0,-7 10 11 16,0 2 0-1,-4 4 298-15,-1 3-150 0,-3 1-74 0,1 3 389 0,-2 0-212 0,0 14-71 0,-6 2-64 0,-1 3 160 0,-3 2-94 32,3 0-42-32,-1 0-36 0,2-1-134 0,4-2 53 0,-1-1 28 0,-2 0-168 0,5 1 108 0,0-6 38 0,0-1 1 15,0-3-592-15,0 1 253 0,3-6 168 16,4 1-441-16,-1-4 297 0</inkml:trace>
  <inkml:trace contextRef="#ctx0" brushRef="#br0" timeOffset="208748.43">29983 15548 1209 0,'0'-3'0'0,"0"3"0"0,-1 0 0 0,-1 0 0 0,2 0 0 0,0 9 27 16,0 6 0-16,0 3-27 0,0 3 271 0,0 3 133 0,-3 3-183 15,-5 1-90-15,1 5 71 0,-4 0-89 16,0 1-38-16,-4 4 0 0,-4-1-79 0,2-1 0 16,-5 3 50-16,1-10-254 0,2-2 123 15,2-3 62-15,2-3 29 0,3-4-547 0,1-2 285 16,9-10 69-16,0-3 92 15</inkml:trace>
  <inkml:trace contextRef="#ctx0" brushRef="#br0" timeOffset="208895.17">29996 15850 1436 0,'0'-5'0'0,"0"2"0"0,0 3 0 0,0 0 0 0,2 6 0 0,1 5 0 0,5 4 513 0,-1-1-243 0,-2 4-114 15,3-1-59-15,-3 0 63 0,0 1-60 0,1 0-21 16,-1 1-136-16,0-2 47 0,-1 0 1 0,1-2 48 15,3-1-554-15,-2-2 280 0,0-3 128 0,1-5 68 16</inkml:trace>
  <inkml:trace contextRef="#ctx0" brushRef="#br0" timeOffset="209099.35">30287 15680 1412 0,'0'-11'0'0,"0"5"0"0,0 2 0 0,0 3 0 15,0-1 0-15,2 2 245 0,3 0-95 0,1 0-60 0,-1 0 20 0,-2 2-37 16,3 1 1-16,0 2-36 0,-1 2-5 16,-3-3 5-16,1 3 0 0,-1 0 0 0,-1-3-426 15,2 1 203-15,-2 0 108 0,1 1-457 16,-2-5 251-16,0 3 126 0,0-3 63 0,0-1-170 0,0 0 103 0,0 0 67 16,-6 0 24-16</inkml:trace>
  <inkml:trace contextRef="#ctx0" brushRef="#br0" timeOffset="209288.51">30300 15541 902 0,'1'-13'0'0,"1"0"0"0,0 0 0 0,1 2 0 0,7 3 0 0,0 0 0 0,7 0 0 0,2-1 290 16,5 1-117-16,1 2-71 0,3 0 178 0,-1 0-121 0,2 3-61 0,3 0-20 15,-10 1 57-15,0 2-49 16,-4 0-23-16,-4 2-1 0,-1 10 69 0,-1 0-38 16,-8 3-8-16,-1 3 100 0,-1 3-73 0,-2-3-37 15,0 5 0-15,0-1 29 0,-5-3-39 0,3 0 1 16,-3 1-245-16,-1-2 108 0,3 0 54 0,0 4 38 15,0-7-502-15,-1-1 230 0,1-1 133 0,2-2 26 16,-3-1-278-16,0 2 120 16,2-7 111-16,-3 2-369 0,0-4 234 0</inkml:trace>
  <inkml:trace contextRef="#ctx0" brushRef="#br0" timeOffset="209456.56">30346 15656 1373 0,'-9'-6'0'0,"2"1"0"0,3 1 0 0,3 0 0 0,1 4 0 0,0-3 0 0,8 3 416 0,6-1-188 0,1 1-96 0,5-1-37 0,0-2 139 16,-1 2-98-16,4-1-49 0,0 1-97 0,-1-1 24 0,2 1 10 15,-4-1 14-15,-2 2-480 16,-3 0 240-16,-3 0 120 0,-1 0 60 0,-4 3-675 0,-7 7 281 16</inkml:trace>
  <inkml:trace contextRef="#ctx0" brushRef="#br0" timeOffset="209601.12">30379 15763 1640 0,'-13'0'0'15,"3"0"0"-15,3 0 0 0,3 0 0 0,-2 0 0 0,6 0 0 0,0 0 0 0,7 0 0 0,6-1 0 0,6-2 212 0,-2 0-77 0,5-1-54 16,1-2 130-16,-2 1-87 0,2 2-43 0,2 0 0 0,-2 0-327 0,-4 0 137 16,-2 3 74-16,-4-2-228 0,2 2 151 0,-6 0 75 15,1 0-617-15,-7 5 323 0</inkml:trace>
  <inkml:trace contextRef="#ctx0" brushRef="#br0" timeOffset="209923.82">30391 15845 1284 0,'-12'0'0'0,"5"0"0"0,1 0 0 0,5 0 0 0,1 0 0 0,0 0 0 0,1 0 0 0,9 0 0 0,0 0 326 0,4 0-144 0,1 0-72 0,0 0 51 15,3 0-52-15,1 0-40 0,-3 0-1 0,1 0-212 16,-2 0 91-16,-1 0 45 0,-3 0-56 0,0 0 46 15,-2 0 28-15,-1 0 0 0,-3 0-72 0,0 3 58 16,-4-1-27-16,1 4 26 0,-2-3 60 0,0 3-25 16,-5 1-54-16,0 0 210 15,-6 0-90-15,0 0-45 0,0 1-8 0,-1 2 92 0,1-1-37 16,0-1-11-16,3 1-58 0,-2-2 9 0,5 0 0 16,-2-2 0-16,1 0-58 0,3 0 38 15,2-1-10-15,1-1 30 16,0-1-112-16,0-2 40 15,1 0 31-15,8 0-157 0,1 0 84 0,2 0 25 0,-2-2 27 0,2-1-374 0,0-2 186 0,-3 2 63 16,0-2 61 0,-2 4-310-16,-2-3 179 0,-1 3 91 0,-2-1-91 0,0 0 81 0,-2 0 55 15</inkml:trace>
  <inkml:trace contextRef="#ctx0" brushRef="#br0" timeOffset="210189.25">30420 15923 980 0,'-9'0'0'0,"2"0"0"0,0 0 0 0,-1 0 0 0,3 2 0 0,0 1 0 0,-1 6 0 0,-1-2 278 0,0 5-119 0,-2-2-61 0,-2 5 74 16,0 1-71-16,1-1-32 0,-2 2 0 0,0-2-162 16,2-1 75-16,0 0 23 0,3-3-237 15,2 0 135-15,1-5 68 0,4-1 33 16,0 1-206-16,0-6 81 0,6 0 62 0,6 0-21 16,6-6 86-16,1 0-66 0,1-1-9 0,0 1 386 15,0 0-170-15,2 3-87 0,-2 1-42 0,0-1 423 16,2 3-205-16,-2 0-70 0,0 0-65 15,0 0 102-15,1 3-83 0,0 4-40 0,4 2-146 0,-2-1 47 16,-1-1 29-16,1 3 0 16,1-2-134-16,-2 1 81 0,8-1 50 0,-9-2-527 15,1-3 269-15,-2-3 77 0,-1 3 86 0,-2-3-498 0,-2 0 264 16</inkml:trace>
  <inkml:trace contextRef="#ctx0" brushRef="#br0" timeOffset="210543.54">31019 15702 1429 0,'0'-8'0'16,"0"5"0"-16,0 0 0 0,0 3 0 0,0 3 0 0,0 11 0 0,0 6 324 0,1 5-143 0,1 2-62 0,-2 3 198 0,0 0-139 0,0 1-71 16,0 0-34-16,0 3 176 0,0-6-110 0,0-3-51 15,0-5-87-15,1-2 0 0,4-2 37 0,1-3 10 16,0-8-217-16,6-5 104 15,-2 0 51-15,6-5 26 0,1-12-260 0,5-3 144 0,-2-3 14 16,1-5-116-16,3-4 51 0,-3-3 65 0,3-4-21 16,1-1-99-16,-6 4 90 0,0 3 42 0,-3 5 103 0,-2 4-31 15,-5 3 0-15,1 3-42 0,-8 11 419 0,1 5-204 16,-3 2-94-16,0 0-55 0,0 6 418 16,0 8-205-1,0 7-57-15,-3 4 138 0,0 0-137 0,1 4-68 0,1-2-35 0,1 5-70 16,0-4 36-16,0-2 0 0,0 0-347 0,0-1 174 15,1-1 86-15,4 4 53 0,1-9-709 0,2-2 354 16,-4-3 110-16,2-3 111 0,1 0-501 0,0-1 287 16,-3-6 158-16,-1-1-206 0</inkml:trace>
  <inkml:trace contextRef="#ctx0" brushRef="#br0" timeOffset="210711.49">31461 15951 1637 0,'5'-11'0'0,"-1"4"0"0,1-1 0 0,-2 3 0 0,6-2 0 0,0 3 0 0,-2 3 0 0,2 1 252 0,-2 0-107 15,3 0-44-15,-4 1 90 0,-3 10-77 0,-2 0-37 16,-1 3 166-16,0 3-103 0,0 2-41 0,-7-2-35 16,-4 1-299-16,1 0 137 0,-3-3 68 0,4 0 35 15,-2 0-509-15,4-6 267 0,-1 0 120 0,3-2-582 16,3-2 316-16,-1-5 172 16</inkml:trace>
  <inkml:trace contextRef="#ctx0" brushRef="#br0" timeOffset="210952.64">31640 15782 1748 0,'-3'-7'0'0,"-1"5"0"0,1-1 0 0,3 3 0 0,0 0 0 0,0 6 0 0,0 8 0 0,1 3 203 16,4 5-72-16,1-1-52 0,1 4 209 0,-2-1-126 16,3 2-61-16,-4-2-32 15,3 3 101-15,0-3-71 0,-1-4-31 0,-2-2-70 16,4-1-1-16,-4-7 41 0,0 4 10 0,0-7-89 0,-1-5 39 0,3-2 1 15,-1 0 7-15,2-8 1 0,6-8 40 0,-2-7-25 0,3-3-31 0,2-6-6 16,3-4 0-16,0-2-11 0,3-6-167 0,-2 4 86 16,-3 2 52-16,2 4-282 15,-4 1 154-15,2-1 53 0,-9 11 53 0,2 3-327 16,-4 9 183-16,-2 2 91 0,-1 6-418 0,2 1 246 16</inkml:trace>
  <inkml:trace contextRef="#ctx0" brushRef="#br0" timeOffset="211780.13">32297 15550 1369 0,'0'-17'0'0,"0"3"0"0,0 4 0 0,0 3 0 0,6 4 0 0,7 2-6 0,1 1-5 16,-2 0 1-16,4 4 116 0,-2 5-39 0,-2 2-4 15,-2 3-43 1,-5 2 121 0,4 1-52-16,-4 1-24 0,-2 0 16 0,-2 2-9 0,-1 0-33 0,0-2 0 0,0 3 8 0,-1-1-8 0,-4 1 10 15,-2-2-10-15,4 0 104 0,0 0-52 16,2 0-26-16,1-1 15 0,0 3 10 0,0-4-51 16,0 1 1-16,4-3 4 0,6 1-5 0,-2-2 0 15,3 6-120-15,-1-8 55 0,-2-1 33 0,-1 1 0 31,-3-1-227-15,1 1 129-16,-2-4 32 0,-3 1 38 0,0-2-175 0,-5-2 91 0,-5-1 16 0,-6 1-39 0,1-3 39 0,-2-2 24 0,1 0 1 0,-3 0 36 16,0-6-11-16,1-3-10 15,2-2 2-15,1-6 8 0,7-2 0 0,-1 1 0 16,5 0 36-16,3-2-9 0,1 1-27 0,1 1 0 16,13 1 151-16,1 1-71 15,6 3-26-15,1-4 78 0,0 8-44 0,2-1-31 0,2 3 20 0,0 3 13 16,-1 1-14-16,3 0 1 0,-7 3 86 0,-3 0-54 15,-5 0-8-15,2 2-1 16,-8 4-7-16,0 2 8 0,-7-1-22 0,0 2-8 16,-4 2 50-16,-11-1 0 0,-5 1-37 0,0 0 22 0,1 0-27 0,-3-2-1 15,5 0 0-15,0-2 69 16,3-1-35-16,-1-1 10 0,7 0-28 16,-1-1-16-16,6-2 0 0,3 1 0 15,0 0-101-15,0-1 60 0,12-2 16 0,5 0-1 0,6 0-95 0,3 0 57 16,1 0 19-16,2 0-396 15,-2-2 189-15,-3-1 105 0,-2 0 22 0,-2 2-437 16,-2 0 232-16,-5 1 131 0,-7 0-148 0,-5 0 134 16,-1 0 67-16</inkml:trace>
  <inkml:trace contextRef="#ctx0" brushRef="#br0" timeOffset="212082.75">32217 15829 1291 0,'-9'-4'0'15,"3"3"0"-15,1 1 0 0,1 0 0 0,4 12 0 0,0 3 0 0,0 8 0 0,0 1 125 0,0 3-44 0,0 4 0 0,0 1 55 0,-4 4-40 0,0-2-34 0,-4-4 33 0,-1 1-29 0,-4-7 1 0,4-1-29 16,-3-2 24-16,6-10-24 0,-1-3 0 0,3-5 0 16,3-3 81-16,1 0-41 0,0 0 10 0,9 0 33 15,11-3-41-15,3-5 0 0,6-1-43 0,5 0 57 16,8 1-19-16,-3 1-10 0,2 0-182 0,2-1 78 15,1 3 38-15,0 1 1 0,5-1-136 0,-10 5 82 16,-3-3 47-16,-1 3-8 0,-6 0-543 16,-2 0 229-16,-1 0 145 0,-8 3-260 15,-9-1 203-15,-1-1 102 0,-6-1-122 0,3 0 103 16,-5 0 64-16,0-1 28 0,0-10 1 0,0-7 27 16,0-4 0-16</inkml:trace>
  <inkml:trace contextRef="#ctx0" brushRef="#br0" timeOffset="212232.03">32781 15857 542 0,'3'-20'0'0,"-1"2"0"0,-1 3 0 0,3 3 0 0,-2 3 0 0,1 1 549 16,-1 6-261-16,1 2-124 0,0 0 278 0,0 6-202 0,0 10-100 0,-1 7-42 0,-1 1 193 0,-1 6-126 15,0-1-63-15,0 4-55 0,0-2-9 0,-6 4 9 16,2-6-9-16,-1-2-280 0,0-3 140 0,-1 0 70 16,0-1 35-16,2 0-443 0,-3-7 178 0,1-3 139 15,1-3-560-15,0-4 321 0,1-6 162 0</inkml:trace>
  <inkml:trace contextRef="#ctx0" brushRef="#br0" timeOffset="212377.94">32876 15663 1749 0,'-2'-11'0'0,"-4"0"0"0,1 4 0 0,5 5 0 0,0-2 0 0,0 4 0 0,5 0 0 0,1 0 176 15,1 4-69-15,0 1-34 0,1 4 9 0,-2 1-328 16,3 0 142-16,-3 0 71 0,4-2-579 0,-3 1 308 15</inkml:trace>
  <inkml:trace contextRef="#ctx0" brushRef="#br0" timeOffset="212626.8">33191 15574 991 0,'-6'-8'0'0,"2"4"0"0,-1 4 0 0,-2-5 0 0,0 5 0 0,-2 0 287 0,-2 5-125 15,-8 8-62-15,0 3-24 0,-10 4-28 0,2 1-11 16,-5 1 1-16,-1 1-33 0,-3 0 33 0,2-3 0 15,-4 1 9-15,8-6-74 16,4-5 32-16,5-1 0 0,4-5 58 0,8-1 0 0,-1-2-15 0,10-1-10 16,0 0 43-1,17-1 0-15,4-8-74 0,5 1 75 0,10-1-11 0,-2-1-9 16,4 2-24-16,1 2-105 0,1-2 52 0,1 2 26 16,2-1 10-16,-8 1-119 0,0 1 64 0,-1 0 34 15,-3 3-364-15,-2-3 182 0,1 3 60 0,-11 0 58 16,-6 1-428-16,-6 1 228 0,-5 0 113 0,-2 0-204 15</inkml:trace>
  <inkml:trace contextRef="#ctx0" brushRef="#br0" timeOffset="212804.65">33086 15482 2222 0,'-11'-10'0'0,"4"6"0"0,6 4 0 0,0 0 0 0,1 2 0 0,0 11 0 0,0 6 0 0,0 5 0 0,0 4 257 0,-3 5-110 0,-1 0-55 0,-3 3 41 0,3 3-38 15,-3-1-10-15,0-1-47 0,3 2-160 0,-3-3 80 16,0-2 40-16,1 4-467 16,-1-10 249-16,0-3 128 0,2-5 66 0,0-4-712 0,2-5 355 15,-6-1 142-15</inkml:trace>
  <inkml:trace contextRef="#ctx0" brushRef="#br0" timeOffset="213487.02">33047 15792 1160 0,'-13'-9'0'0,"2"2"0"0,1 6 0 0,2-1 0 0,2 2 0 0,3 0 257 0,-1 2-109 16,-1 7-55-16,-3 2 21 0,1 3-29 0,1 0-9 0,-2-1-38 16,3-1-62-16,-1-1 31 15,1 4 9-15,3-7-300 0,2 0 151 16,0-3 78-16,0-2 37 0,0-2-365 0,7-1 177 0,3 0 96 16,5 0-50-16,0-4 61 0,1-3 31 0,0-2-1 15,2 4 164-15,-3-3-62 0,0 4-35 0,-3 1 0 16,0 0 104-16,-1 0-70 0,1 1-44 0,-1 2 273 15,-4 0-138-15,3 0-21 0,-2 0-51 0,0 6-51 16,1-1 30-16,-4 5 50 16,2-3-325-16,-4 2 138 0,-2 1 65 0,1-2 30 15,-1 2-200-15,-1-1 91 0,0-3 56 0,-3 0-9 16,-4 1 5-16,-6-2-12 0,2 0-9 0,-1-2 190 16,-3 1-68-16,1 0-36 15,3 0 1-15,-2 0 383 0,1 2-203 0,4 1-64 0,2-3 255 0,-1 3-143 16,3-1-93-16,3 3-48 0,1-1-12 0,0 1-10 15,0-2-24-15,0 1 0 0,5-3-64 16,4 2 32 0,-3 1 10-16,6-4-232 0,-3-2 128 0,1-2 62 0,0 0 33 0,0 0-337 15,0 0 167-15,2-5 27 0,-2-5-38 0,1-5 55 16,4-5 41-16,-2-3-10 0,2-2 115 0,0-7-32 16,2 0 0-16,2-6-33 0,2-1 78 0,1-9-48 15,1 6 10-15,-2 1 19 16,-1 2-29-16,-3 7 12 0,-5 7-1 0,-1 3 310 0,-7 12-133 0,-2 8-85 15,-2 2 288-15,0 0-173 0,0 9-85 0,0 6-35 16,-9 7 134-16,5 3-94 16,-2 3-45-16,1 3-1 15,0-2 50-15,-1 7-39 0,4-6-33 0,0 2 15 0,1 0-39 0,-1-3 0 16,2 3 0-16,0 2-35 0,0-7 35 0,0 0 0 31,0-3-147-31,3 0 74 0,0-3 36 0,-2 4 10 16,1-11-209-16,0-1 109 0,-2-4 20 0,0-2 39 0,-2-4-212 0,-7 2 106 15,-3-5 31-15,-2 0 25 0,1-3 40 0,-4-2 2 0,1-7 0 0,-2-2 48 16,4 0-20-16,3-3 0 0,2-1 223 0,3 3-122 16,3 0-44-16,-2-1-42 0,5 4 437 15,0 3-213 1,0 3-69-16,5-1-66 0,7 4 6 0,5-1-22 0,0 2-9 0,5 2-330 16,0 0 149-16,3 2 75 0,-1 5 38 15,0 1-265-15,-2 2 127 0,-1-1 84 0,-3 3-897 16</inkml:trace>
  <inkml:trace contextRef="#ctx0" brushRef="#br0" timeOffset="214655.42">31890 16082 746 0,'0'-10'0'0,"0"2"0"0,-5-1 0 0,4 3 0 0,1 3 0 0,0 1 50 0,0-1-12 0,0 2-1 0,0 1 10 0,0 0 52 0,0 0-31 16,0 4 0-16,0 3 11 0,-2 3 0 16,-2 1-32-16,-4 3-9 0,-1-1 41 15,1 0-42-15,-3 2 1 0,2-1 103 0,-5 2-42 0,2-3-35 16,1-1-1 0,0 1 17-16,4 0-1 0,-2-1-42 0,2 4 10 15,2-3 18-15,-1 1 0 0,3 1-27 0,1 1-54 0,0 1 27 0,0 4 10 16,2-2 17-16,-1 0-135 15,1 1 67-15,0-2 35 0,0 0-198 0,0 1 95 0,0-6 54 0,0-4 1 16,0 0-120-16,0-5 60 16,0-1 42-16,0 1-9 0,0-4-32 0,0 0 18 15,1-5 0 1,3-7-14-16,-2-2 21 0,1-2 10 0,3-4 29 0,-1-1-57 0,-2-3 28 0,1 1 0 16,2-2 62-16,-3 3-33 0,1 1 0 15,-3 3 1-15,1-2 288 0,2 6-144 0,0-5-82 0,-1 7-12 16,1 0 217-16,0 2-96 0,2 1-71 0,3 1 260 15,1 3-138-15,0 2-64 0,0 3-43 0,2 0-1 16,1 0-1-16,-3 11-39 16,4 1 36-16,-4 2-10 0,-2 6-26 0,0-1 1 15,-2 3-24-15,-2 0 24 0,-1 4 9 0,-2-4-9 16,1 0-41-16,-2-1 1 16,0 1 40-16,0-3-138 0,0 4 62 0,0-7 29 15,0 1 3-15,-4-3-187 0,-1-3 100 0,-1-3 33 0,2 3-145 0,-3-6 95 16,1-5 22-16,-1 0 30 0,0 0-18 0,-5 0 15 15,4 0-10-15,-5-3 33 0,4-5 45 16,-2-1 0-16,0 0-44 16,0-3 43-16,-1 2-9 0,2 1-34 0,3-1-1 15,0 0 269-15,2 0-108 0,2 1-68 0,-1-1 138 0,4 1-92 16,0 0-23-16,0-2-30 16,2 1-136-16,7 0 55 0,-1 0 31 0,6-1 31 0,1 1-386 0,2-2 181 15,0 0 78-15,4-3-117 0,-1 1 73 0,-1-1 58 47,1 1-17-47,-2 1-44 0,-2-2 54 0,3-2 17 0,-8 6 134 0,1-2-49 0,-4 4-24 0,0-3 0 0,-2 3 297 0,-2-1-171 16,-3 8-70-16,1-3-41 15,-2 4 486-15,0 0-235 0,0 1-63 0,0 0 21 0,2 0-91 0,1 0-41 16,-1 5 0-16,1 4-2 0,2 2 0 0,-2 4-30 16,3 0 52-16,-3-1-30 0,2 7-1 0,0-1-30 15,1 0-2-15,-2 2 11 16,1-2-9-16,-1-2 0 0,4 1-56 0,-3-1 28 0,-1 0 0 0,2 0-117 15,0-3 60-15,-3-3 40 0,0 0 4 0,1-2-74 16,-3-1 27-16,-1 0 35 16,0-2-113-16,0-1 61 0,-1-1 8 0,-9 1 1 15,-1-2-6-15,-1 3-6 0,1-5 24 0,-3 0 18 16,1-2 68-16,2 0-34 0,0 0-1 0,0 0 91 16,2 0-49-16,3 0-32 0,0 0 19 0,0 0 118 15,3-4-66-15,1-1-41 0,2-3 38 0,0-1-34 16,3-3 0-16,9 2 1 15,1-4-57 1,0 1 36-16,4 1 22 0,3 1-18 0,-1 0-345 0,1 2 164 0,3-1 77 0,-1 0-814 0</inkml:trace>
  <inkml:trace contextRef="#ctx0" brushRef="#br0" timeOffset="-212146.66">28664 16736 1100 0,'-10'0'0'0,"-2"0"0"0,3 0 0 0,1 0 0 0,5 0 0 0,3 0 476 0,0 0-217 0,0 0-109 0,0 0 72 0,11 0-96 16,9 0-43-16,5 0 1 0,6-3 286 16,5-1-164-16,3-3-73 0,3-1-20 0,-3-1-36 15,-2 1-1-15,1 1-35 0,-4-2-210 0,5 1 114 16,-13 3 44-16,-3 0 25 16,-4 3-419-16,-3-1 223 0,-8 3 76 0,1 0-602 0,-9 0 316 0,0 12 175 15,-9 3 89-15</inkml:trace>
  <inkml:trace contextRef="#ctx0" brushRef="#br0" timeOffset="-211881.62">28720 16950 1252 0,'-1'1'0'0,"-4"-1"0"0,-2 3 0 0,0-1 0 0,5 1 0 0,-1 3 0 0,1-1 0 0,1-1 381 0,1 0-161 0,0 5-94 0,0-6-43 15,0 2 0-15,0 2-42 0,0-2 0 16,3 0-128-16,2-2 59 0,4 1 34 0,0-4 1 15,2 0-147-15,1 0 101 0,1 0 35 16,3 0-36-16,-2 0 38 16,-1 0-29-16,0-1 26 0,1-2-75 0,-5 2 39 0,1-1-82 0,-4 2 183 31,1 0 140-31,-2 0-103 0,-1 0-43 0,-3 7 124 0,-1 0-68 0,0 3-46 16,-1 1 7-16,-8-1-145 0,2 0 72 0,-2 0 12 15,1-3-199-15,2 0 108 0,-3-1 51 0,4-2 28 0,0 0-588 0,3-4 251 16</inkml:trace>
  <inkml:trace contextRef="#ctx0" brushRef="#br0" timeOffset="-211691.39">28911 16729 2327 0,'0'-3'0'0,"0"-1"0"15,-2 4 0-15,2 0 0 0,0 5 0 0,0 12 0 0,0 4 0 0,0 8 0 0,0 3 0 0,3 4 277 0,6 3-118 0,-2 4-60 0,2 5 3 16,-1 5-21-16,-2-7-10 15,1 0-266-15,-4-3 117 0,1-2 58 0,-3-4 28 0,-1 0-127 0,0-16 74 16,0-1 42-16,-3-9-1 0,-3-4-362 0,-2-6 116 31,4-1 118-31,-1 0-277 0,3-10 184 0,2-14 92 0,0-5 47 0,3-9-306 0</inkml:trace>
  <inkml:trace contextRef="#ctx0" brushRef="#br0" timeOffset="-211464.49">29331 16658 1752 0,'0'-3'0'0,"0"3"0"0,0 0 0 0,0 0 0 0,0 3 0 0,-2 9 0 0,-7 5 0 0,-3 7 246 0,-3 3-103 0,-1 5-41 16,3-1 32-16,0 0-52 0,-2-4 1 0,8-3-47 15,0-4-36-15,0-1 11 0,7-10 26 16,0-1-134 0,1-6 68-16,14-2 34 0,3 0 0 0,5-5 59 0,-1-4-26 0,1-1 1 0,3 0 42 0,-4 1-24 15,0 3-25-15,0 1-37 0,-5 4-17 16,-3-2 43-16,-4 3 4 0,1 0-137 15,-7 5 67-15,1 5 48 0,-4 4-6 0,-1-2-498 16,0 4 246-16,-6-2 107 0,-4 2-500 0,-1 1 294 16</inkml:trace>
  <inkml:trace contextRef="#ctx0" brushRef="#br0" timeOffset="-211102.63">29229 17081 1428 0,'-14'6'0'0,"1"4"0"0,4 1 0 0,2 3 0 0,0 2 0 0,4 4 0 0,0 1 300 0,0 0-120 0,3 0-75 0,0-1 75 0,0-3-71 0,2 2-34 0,3-2-135 0,1-1-142 0,3-5 115 15,-5-2 64 1,0-3-194-16,-1-4 126 0,2-2 63 0,-2 0-327 0,0 0 173 0,-2-7 83 0,0-5 43 0,2-3-29 0,-3-3 0 0,1-3 35 16,1-3 11-16,1 4 80 0,1-2-41 15,1 2 1-15,0 2-41 0,3-5 248 0,-1 9-119 0,1-2-21 16,-2 5 148-16,1 1-68 0,3 2-70 15,-1 1 25-15,1 2 142 0,0 4-103 0,2 1-51 16,-2 4 180-16,4 10-116 0,0 3-48 0,-3 6-38 16,1 0 187-16,-1 3-107 0,-1 1-56 0,-2 2-96 15,2 0 52-15,-4-4-9 16,2-1 0-16,-5 0-316 0,0-2 157 0,-2-4 80 0,0 3 49 0,-1-7-237 31,0 3 98-31,0-6 79 0,-7 0-637 0,-3-2 323 0,-1 3 152 0,-1-11 92 0,-2-1-298 0,0 0 190 47</inkml:trace>
  <inkml:trace contextRef="#ctx0" brushRef="#br0" timeOffset="-210961.35">29256 17244 1686 0,'0'-12'0'0,"0"2"0"0,-1 0 0 0,0 2 0 0,1 3 0 0,0 1 0 0,0 2 0 0,0 0 0 0,0 1 0 0,1 1 165 0,3 0-62 0,4 0-32 0,-3 5-25 0,-2 3-6 0,4 1 9 15,-4 3-71-15,2 2 31 0,-3-4 0 16,0 3 30-16,-1-4-253 0,3 3 137 15,-2-6 53-15,0 1 32 0,1-3-361 0,1-1 180 16,-2-3 26-16,6 0-14 0,-2 0-110 0,-1-3 116 16,7-9 57-16</inkml:trace>
  <inkml:trace contextRef="#ctx0" brushRef="#br0" timeOffset="-210714.34">29636 16634 1600 0,'0'-21'0'15,"0"6"0"-15,0 3 0 0,0 7 0 0,-1 3 0 0,-6 1 0 0,-2 1 0 0,1 17 463 0,-1 8-212 0,1 6-105 16,-1 8 123-16,1 2-105 0,3-2-66 16,2 2-30-16,3-3 65 0,0 0-47 0,0 2 10 0,2-8-260 15,4-4 102-15,4-1 51 0,2-7 26 0,0-1-284 32,1 0 164-17,-1-12 67-15,0-7-280 0,-3 0 122 0,0 0 94 0,1-2-23 0,-2-10-14 0,-1-5 55 0,-3 0-1 0,0-6 46 0,1 2-65 0,-2-5 32 16,-1 0-10-16,0 2-31 15,-2-1 37-15,0 1-1 16,0 2 37-16,0 5-163 0,0 0 72 0,-5 7 50 0,-3 8-225 0</inkml:trace>
  <inkml:trace contextRef="#ctx0" brushRef="#br0" timeOffset="-210433.33">29651 17052 1507 0,'-7'1'0'0,"0"4"0"0,0 0 0 0,1 2 0 0,3 2 0 0,1-1 0 0,0 8 403 0,1-2-182 0,1 7-81 0,0-1 349 0,0 5-225 0,3 0-112 16,6 1-56-1,1 2-39-15,5 0-7 0,-1-5-11 0,5-3-340 0,-4-5 170 0,3-2 86 0,2-2 52 16,-4-7-358-16,0-4 195 0,-1 0 98 0,-3-4 6 16,-1-8-123-16,-2-5-27 15,-5-2 89-15,-3 0 24 0,-1 0 50 0,0-2-1 16,-1 4 0-16,-10 0 104 0,1 6-47 0,-5 3-28 0,0 4 169 15,-2 2-97-15,-1 2-50 0,0 0 10 16,1 0 67-16,3 9-25 0,-1 0-31 0,3 3 18 16,2-1-325-16,-2 4 144 0,9-4 66 0,1 3-258 15,2-4 153 1</inkml:trace>
  <inkml:trace contextRef="#ctx0" brushRef="#br0" timeOffset="-209987.47">30001 16705 2046 0,'-2'-18'0'0,"1"4"0"0,-1 2 0 0,2 2 0 0,0 5 0 0,0 4 0 0,5 0 0 16,3-2 209-16,4 3-75 0,-1 0-53 0,2 0-222 16,-1 10 91 15,-4 2 44-31,2 3 0 0,-1 3-67 0,-5 0 50 0,-1 1 29 0,-1 0-72 0,-1 1 39 15,1 2 3 1,-2-5 37-16,0 0 205 0,0-1-100 78,1-1-71-78,1-3-44 0,0 4 239 0,1-5-113 0,3-1-31 0,-2-1 43 0,2-2-51 0,1 2-25 0,0 1 9 0,0-3-67 0,-1 1-1 0,-1 0 34 0,-2 2-142 0,-2 1 71 0,-1 3 46 0,0-1-11 0,-1 2-135 0,-8-1 81 0,-3 3 9 0,-4-3 31 16,2 6-290-16,1-9 146 0,0-1 40 0,-1-1-305 0,4-6 189 0,-1-3 96 0,2 0 37 0,1-2-233 0,3-15 146 0,5-8 72 15,-2-6-66-15,2-3 70 16,0-8 24-16,0 5 10 0,0 1-18 0,0 3 26 0,0 6 1 0,0 4 25 16,0-1 464-16,0 9-226 0,0 8-119 0,0 5 474 15,0 2-247-15,0 9-155 0,0 13 2 0,0 8 301 16,0 8-208-16,0 6-103 0,0 4 1 0,-1 3-53 16,-1 5-15-16,2-6-11 15,-1 3-222-15,1 1 97 16,0 1 51-16,0-1 23 0,0 1-452 0,0-14 233 0,3-4 122 0,0-5-671 15,1-9 317-15,1 0 188 0</inkml:trace>
  <inkml:trace contextRef="#ctx0" brushRef="#br0" timeOffset="-209830.65">30306 16781 1391 0,'12'-28'0'0,"0"8"0"0,7 0 0 0,1 9 0 0,6 1 0 0,4 1 198 0,4 0-80 15,1 3-39-15,3-1 10 0,-6 4 45 0,0 3-48 16,1-3 1-16,-3 3-484 0,-1 0 218 0,1 0 120 16,-12 0 43-16,-3 0-651 0</inkml:trace>
  <inkml:trace contextRef="#ctx0" brushRef="#br0" timeOffset="-209662.85">30633 16489 1701 0,'-8'-12'0'15,"-2"0"0"-15,5 9 0 0,2 1 0 0,1 2 0 0,-2 5 0 0,1 10 0 0,-1 8 254 0,-1 5-113 0,-5 7-50 16,0 5 249-16,-2 2-150 0,-6 6-76 0,-2 5-27 16,0-1-15-16,-5 4 0 0,-2 2-33 0,1 0-222 31,-4 3 121-31,8-12 45 0,5-7 29 0,4-6-542 0,4-11 285 0,7-12 130 0,2-4-686 0,0-9 371 16</inkml:trace>
  <inkml:trace contextRef="#ctx0" brushRef="#br0" timeOffset="-209333.44">30515 16917 1649 0,'4'-12'0'0,"-1"2"0"0,1 6 0 0,0 1 0 0,-2 3 0 0,-1 4 0 0,-1 15 297 0,0 3-128 0,0 6-65 0,-3 1 297 0,-5 3-180 0,4 1-82 0,-1-5-54 0,2 0-71 16,-1-2 25-16,2-1 1 0,1-4-368 0,1 2 193 16,0-9 83-16,0-3 45 0,0-6-520 0,0-3 282 0,1-2 101 15,4 0-371-15,-2-14 243 0,2-6 116 16,-3-3 58-1,3-6-24 1,0-1 41-16,1-6-10 0,-2 3 52 0,2-1-22 0,1 2 22 0,0 1-1 0,2 4 202 0,-1-4-111 0,-3 12-40 16,3 4-25-16,-1 3 557 0,-2 7-223 0,2 5-160 15,1 0 323-15,0 7-227 0,-2 10-108 0,0 10-54 16,1-1 198-16,2 4-127 0,-4 3-52 0,3-1-42 16,-2-2 14-16,0 2-45 0,2-5-1 0,-2 5-55 15,-2-7 23-15,-1-4-1 16,1-1 34-16,-2-2-267 15,0-4 134-15,-2 1 76 0,0-7-495 0,0-4 257 0,-2-1 68 0,-6-3 83 16,1 0-355-16,-2 0 200 0,1-3 115 0,-1-4 52 16,-1-6-292-16</inkml:trace>
  <inkml:trace contextRef="#ctx0" brushRef="#br0" timeOffset="-209157.91">30573 17086 586 0,'-11'-12'0'0,"4"5"0"0,0 2 0 0,1 0 0 0,3 1 0 0,1 3 629 0,0-2-285 0,2 2-157 0,0 1-74 16,0 0 129-16,4 0-101 0,5 1-51 0,2 3-81 0,1 3-9 0,-2-2 39 15,3 2 0-15,-2 0-187 16,-1-2 93-16,0 2 57 0,-3-2-494 0,-3 0 261 16,-1 0 129-16,-2 0 66 0,2-1-417 0,-3 1 197 15,0-3 113-15,0 0 52 0,0-2-99 16,-6 0 74 0,1 0 43-16</inkml:trace>
  <inkml:trace contextRef="#ctx0" brushRef="#br0" timeOffset="-208826.83">30308 16537 961 0,'-19'-14'0'0,"0"6"0"0,2 4 0 0,5 4 0 0,3 0 414 0,2 0-178 0,5 12-102 0,2 3 80 0,0 3-88 16,0 4-43-16,7 2 0 0,0 3 135 0,3-1-95 16,0 0-41-16,0 0-1 0,1 3-101 0,-2-2 29 0,0 6 11 0,0-5-56 15,-1-1 38-15,-3 1-1 0,2-2 39 0,-5 0-20 16,3 6 30-16,-4-5-11 15,2-2-34-15,-3 3-9 0,0 2 34 0,0 0-35 16,0 5-137-16,-4-4 65 0,-2-3 43 0,-2 2-3 16,-4-4-226-16,0-4 117 0,-1 5 62 0,-2-10-64 15,-2-6 58-15,0-3 13 0,0-5-1 16,4-3 224-16,-4 0-103 0,6 0-36 0,3-1 158 16,2-3-98-16,2-4-51 0,3 3-2 15,1 1 474-15,0 1-194 0,0-1-132 16,12 2-25-16,4 2 93 0,4 0-96 0,5 0-37 0,2 2-12 15,5 5 1-15,3 4-56 0,0 0-30 0,6 2-345 16,5 4 177-16,-1-2 99 0,1 3-824 16,3 1 407-16,0-2 231 0,9 3 61 0,-10-4-239 0</inkml:trace>
  <inkml:trace contextRef="#ctx0" brushRef="#br0" timeOffset="-208294.9">31358 16871 1242 0,'-9'-14'0'0,"1"-3"0"0,5 12 0 0,0-1 0 0,1 3 0 0,2 3 0 0,0 0 205 15,0 3-73-15,2 17-51 0,2 7 259 0,3 5-149 16,0 6-76-16,-1 3-38 0,1 5 112 0,-1-6-79 0,0 0-35 0,-2-1 117 15,0-1-77-15,2-1-40 0,1 1 11 16,-1-11-19-16,0-3 0 0,0-7-28 0,1-3-73 0,3-7 36 16,0-1 11-16,4-6 26 0,3-12-123 0,0-13 62 15,6-6 31-15,0-5 0 0,4-5-300 16,-2-1 149-16,-4-3 45 0,4-2-94 16,-1 0 58-16,-1 0 55 0,2-5-25 0,-9 12-9 15,-1 4 37-15,-8 9-1 0,0 6 258 0,-5 11-110 16,0 3-66-16,-2 7-18 0,0 0 510 0,-2 12-254 15,-7 11-99-15,2 7 329 16,-3 5-206-16,3 0-246 0,0 3-22 0,2 2 0 0,3-2 0 0,-2 1 0 16,2 2 0-16,2-4 0 0,0-4 0 0,0-1 0 15,2-1 0-15,6-2-145 0,2 3 48 0,1-13 64 16,2-3-1015-16,-1-3 504 0,-1-3 252 16</inkml:trace>
  <inkml:trace contextRef="#ctx0" brushRef="#br0" timeOffset="-208074.55">32022 17140 1288 0,'0'-15'0'0,"-2"5"0"0,1 3 0 0,-1 4 0 0,2 1 0 0,0 2 805 0,0 0-372 0,0 10-202 0,0 8-95 15,-1 3 314-15,-1 3-205 0,-3 4-103 0,1 2-40 16,-4-2-143-16,3 0 41 0,-1-2 0 0,-3 1-422 15,4-5 231-15,-3 4 126 0,2-9-247 0,2-2 176 16,0-4 89-16,-3-3 43 0,4-5-741 0,0-1 342 16,3-2 187-16,0-7 87 15</inkml:trace>
  <inkml:trace contextRef="#ctx0" brushRef="#br0" timeOffset="-207785.8">32201 16954 1820 0,'0'-8'0'0,"0"2"0"0,0 2-3 0,0 3-4 0,0 1 1 0,1 9 0 0,1 13 2 0,0 7 551 0,0 7-246 0,-1 0-138 16,1 5-62-16,-2 0 191 15,0-2-126-15,0 4-64 0,0 1 33 0,0-7-53 0,0-6 0 0,0-5-43 16,0-6 43-16,0-7-37 16,0 0-45-16,0-10 0 0,0-3 0 0,6-10 0 0,5-12 0 0,4-9 0 15,3-3 0-15,3-4 0 0,3-4 0 16,5-4 0-16,1-5 0 0,4-2 0 47,7-7-35 0,-8 10-99-47,0 0 73 0,-3 5 5 0,-1 5-670 0,-3 6 343 0,-1 3 162 0,-6 18-650 0</inkml:trace>
  <inkml:trace contextRef="#ctx0" brushRef="#br0" timeOffset="-207400.46">33041 16571 1755 0,'0'-5'0'0,"-4"0"0"0,1 2 0 0,3 3 0 0,0 0 0 0,0 0 0 0,0 8 0 0,3 7 172 0,3-1-76 15,-2 3-38-15,-3 1 2 0,0-2-34 0,-1 3 0 16,0-1-256-16,0 1 115 0,0-5 57 0,-4 7 28 16,-4-6-453-16,1-2 222 0,0 1 112 0,-3-2 55 15,-4 0-281-15</inkml:trace>
  <inkml:trace contextRef="#ctx0" brushRef="#br0" timeOffset="-207241.12">32874 16794 631 0,'-15'-6'0'0,"7"2"0"0,-1-1 0 0,3 3 0 0,6-1 0 0,0 3 528 0,0 0-245 0,6 0-122 0,10-2-61 15,4 2 393-15,3-2-231 0,4 0-113 0,0-1 306 16,5 0-209-16,-1-4-104 0,5 1-42 0,-4 0 75 0,-4-4-68 0,4 3-35 16,-2 0-195-16,-1-1 80 15,1 2 51-15,-8 3-11 0,-5 3-646 0,-5 0 343 16,-5 0 173-16,-6 0 85 0,-1 11-918 0,-7 2 469 15</inkml:trace>
  <inkml:trace contextRef="#ctx0" brushRef="#br0" timeOffset="-207080">33005 16762 1229 0,'-2'-9'0'0,"-7"1"0"0,7 6 0 0,-1-1 0 0,3 1 0 0,0 2 226 0,0 0-94 15,0 5-37-15,0 5 441 0,0 5-249 0,0 2-125 16,-2 3 21-16,-1 1-73 0,-2 4-26 0,2-5-9 15,0 3-240-15,2-2 102 0,0-1 50 0,-1 1 36 16,2-4-494-16,0-3 255 0,0 0 127 0,0-4-587 16,2-3 291-16,6-3 179 0</inkml:trace>
  <inkml:trace contextRef="#ctx0" brushRef="#br0" timeOffset="-206924.86">33127 16812 1479 0,'0'-9'0'0,"0"0"0"0,0 6 0 15,0-3 0-15,0 5 0 0,0-2 0 0,0 3 0 0,2 0 556 0,-1 7-260 0,3 3-128 0,1 3 103 0,-4 2-107 16,1 2-68-16,-1 0-29 0,1 2-132 0,-1-3 52 16,-1 1 25-16,0 0 10 15,0-2-472-15,0-1 244 0,0-2 123 0,-1 1-583 0,-4-2 334 16,-5 1 74-16</inkml:trace>
  <inkml:trace contextRef="#ctx0" brushRef="#br0" timeOffset="-206384.59">32872 16922 1395 0,'-10'-3'0'0,"3"2"0"0,1 0 0 0,0-1 0 0,3 2 0 0,2 0 255 0,1 0-108 15,0 0-54-15,0 0 77 0,0 4-66 0,0 4-23 0,0-2-10 16,4 1-132-16,7-1 49 16,3 1 25-16,0-2-511 0,6-2 267 0,3-1 125 15,-1-2 65-15,3 0-519 0,2 0 261 0,2-2 130 16,2-5 31-16,-2-1 54 0,2-3 0 15,-1-2 46 1,2-2 244-16,-4-1-137 0,3-1-63 0,-10 3-18 16,-4 3 220-16,-5 2-124 0,-4 1-61 0,-6 2 663 0,1 0-334 0,-3 6-93 0,0 0-111 0,-5 0 389 15,-7 0-250-15,-1 9-124 16,0 2 188-16,0 5-160 0,3-2-77 0,-1 4-38 16,5-1-1-16,1 2-1 0,2-2-48 0,0 0-26 15,3-1 0-15,0 0 0 0,0 0 0 16,8-3 0-16,-1 2 0 0,6-1 0 0,-5-2 0 0,6 0 0 15,-6-1 0-15,1 0 0 0,-4 0-49 0,1-2-39 16,-3 1 25-16,-3-2 33 0,0 0-196 16,0 1 93-16,-14 0 38 0,-1-3 39 0,-4-1-5 15,-2-2 0-15,-1-1-1 0,-5-2-132 0,0 0 68 0,1 0 49 16,-2-1 0-16,3-8 69 16,0-6 1-16,-2-1-41 0,9 0 222 0,5-2-105 0,1 3-54 15,4 1-27 1,0 2 625-16,5 2-300 0,3 4-107 0,0 0-123 15,3 4-83-15,13 2 0 94,5 0 0-94,5 2 0 0,4 10 0 0,6 3 0 0,3 3 0 0,1 2 0 0,5-1 0 0,4 6 0 0,-8-4 0 0,3 3 0 0,4 1 0 0,-6-1 0 16,-3-1-1197-16</inkml:trace>
  <inkml:trace contextRef="#ctx0" brushRef="#br0" timeOffset="-205899.57">29421 17406 1142 0,'-10'-14'0'0,"4"3"0"0,0 2 0 0,5 6 0 0,-1 1 0 0,2 2 217 0,0 0-90 0,0 14-44 15,0 3 310-15,0 4-183 0,0 7-85 0,0 3-43 16,-2 6 221-16,-4 4-122 0,-2 2-76 0,-2 0-36 16,-1 2-30-16,-2 1 0 0,-4 2 0 0,0 5-149 15,-1-9 69-15,-1-3 41 16,2-1-358-16,-2-8 199 0,6-3 99 16,-5 0 6-16,6-14-255 0,5-10 89 0,0 0 98 0,5-5-10 15,2 0-394-15</inkml:trace>
  <inkml:trace contextRef="#ctx0" brushRef="#br0" timeOffset="-205728.7">29398 17752 1626 0,'1'-4'0'0,"-1"1"0"0,3 0 0 0,-1 3 0 0,-1 0 0 0,-1 7 0 0,2 10 0 0,-1 0 0 0,-1 8 435 0,0 2-203 0,0 3-96 0,0 1-50 0,0 2 0 15,0 0-47-15,0 6 9 0,0-6-310 0,0-3 151 16,0-2 74-16,-3-5-203 0,2-4 140 0,-1 1 79 15,-1-10 25-15,3-7-648 0,0-3 312 0,0 0 97 16</inkml:trace>
  <inkml:trace contextRef="#ctx0" brushRef="#br0" timeOffset="-205434.55">29701 17541 1861 0,'-7'12'0'0,"-1"0"0"0,-1 11 0 0,3 8 0 0,-3 7 0 0,2 11 0 0,0 0 0 0,1 4 523 0,4 1-242 16,2-1-130-16,0-1 41 0,0 1-66 0,11-16-49 16,1-2 0-16,5-8-192 0,1-6 77 0,3-8 39 0,3-6 9 15,-5-7-401-15,2 0 214 0,-1-13 109 0,-3-7-383 16,-1-2 231 0,-2-2 16-16,-2-1 92 0,-5-4-101 0,-3 0 87 15,1-2 44-15,-4-3-1 0,1 0 79 0,-2 8 10 0,0 2-45 0,-2 6 80 16,-8 6-41-16,0 4 1 0,-6-1-49 0,0 7 313 15,-2 2-129-15,-4 7-82 0,0 10 276 0,-5 5-158 16,1 2-25-16,3 2-61 0,0-1-87 16,1 4 1-1,2-2 38-15,4-1 1 0,-1-1-370 0,6-4 178 0,5-3 86 0,4-4-272 0,2-5 141 0</inkml:trace>
  <inkml:trace contextRef="#ctx0" brushRef="#br0" timeOffset="-204952.53">30019 17660 1625 0,'10'-12'0'0,"3"2"0"0,0 1 0 0,4 2 0 0,4 1 0 0,-1 5 0 0,0-2 0 0,2 3 379 0,0 0-170 16,4 0-85-16,3 0-225 0,-6 0 65 0,0 0 37 16,0 0 1-16,-4 0-462 0,-3 0 236 0,0 0 120 15,-9 0 57-15,-4 0-195 0,-3 0 113 0,0 4 56 16,-1-1-24-16,-10 4 19 0,-6-2 11 0,1 3 28 15,-7 1 306-15,-1 5-153 0,-1 1-76 0,-5 2-49 16,5 2 452-16,-1 3-230 0,-2 0-55 0,3 2 230 16,2 3-171-16,-4 5-78 15,9-6 38-15,1 2-69 0,6-1-33 0,-1 0 0 16,8-1-4-16,1 3 10 0,3-9-41 0,0-3 1 16,2-3-165-16,5-2 83 0,3-7 40 15,-4 3-235-15,-2-8 133 0,3 0 72 0,-1 0 0 0,-4 0-200 16,0-4 87-16,1-7 63 0,-2-2-31 0,2-5 39 15,0-2-6-15,0-4 42 16,3-3-40-16,2 1 40 0,0-3 0 0,3 4 0 31,0-2 93-31,4 2-46 0,4 0-10 0,-2 6 246 0,5-1-132 0,2 6-67 16,3 4-5-16,3 6 124 31,6 2-58-31,-5 2-28 0,1 4 6 0,0 13-16 0,-1 5 0 0,-3 1-33 0,2 4 64 0,-9-1-35 0,-5 1 0 0,-2-3-25 16,-3 1 103-16,-6 3-51 15,3-1-16-15,-7-5-19 0,-1-2-17 0,0 3 0 0,-4-5 0 0,-3-1-290 16,-1 4 155-16,-3-9 63 0,4 3 35 0,-4 0-829 0,3 0 401 0,-4-2 160 16,-2 2-204-16</inkml:trace>
  <inkml:trace contextRef="#ctx0" brushRef="#br0" timeOffset="-204795.19">30252 17893 1645 0,'-17'-6'0'0,"4"5"0"0,-1 1 0 0,2 0 0 0,1 4 0 0,3 8 0 0,3 1 323 0,0 3-142 0,4 3-72 0,-1 3 96 0,-1-2-73 0,3 3-52 0,0-4-413 0,3 1 186 15,3-3 92-15,1 4 57 0,4-8-795 16,-2-3 383-16</inkml:trace>
  <inkml:trace contextRef="#ctx0" brushRef="#br0" timeOffset="-204646.32">30400 17861 2009 0,'0'-5'0'15,"0"3"0"-15,0 0 0 0,-2 2 0 0,2 0 0 0,-1 6 0 0,-1 8 0 0,-1 4 418 0,3 5-190 0,-1 2-94 0,-1 4 87 16,1-4-96-16,1 3-43 16,0 0-484-16,0-5 220 0,0 1 110 0,0 3 66 0,0-9-827 0,0-4 403 15,0-1 202-15</inkml:trace>
  <inkml:trace contextRef="#ctx0" brushRef="#br0" timeOffset="-204359.19">30995 17413 1835 0,'1'-11'0'0,"1"1"0"0,-1 10 0 0,-1 0 0 0,0 2 0 0,0 12 0 0,-4 4 0 0,-8 5 0 0,-4 2 86 0,3 3 0 15,-4 1-48-15,0-2 1 0,-5 5-305 0,4-7 139 0,-1-1 73 16,-2-1-197 0,0-4 118-16,2-1 59 0,-1-1 27 0,4-9 1 0,4-2 0 0,7-5 24 0,0-1 273 0,4 0-136 15,1 0-106-15,0-7 7 16,4-2 454-16,9-1-231 0,3-1-85 0,3 0-67 0,5 2 229 16,-1-2-143-16,3 4-68 0,-1-1-161 15,2-1 47-15,-2 3 0 0,4-1 58 16,-8 3-221-16,2 1 105 0,-4 3 53 0,2 0-622 0,-6 0 326 15,2 0 96-15,-10 0 105 0</inkml:trace>
  <inkml:trace contextRef="#ctx0" brushRef="#br0" timeOffset="-204215.97">30920 17663 1232 0,'-9'0'0'0,"-2"2"0"31,2 2 0-31,1 1 0 0,1 2 0 0,2 3 0 0,1 4 0 0,1 1 580 0,1 1-276 0,2 2-132 0,0 2 81 0,0 1-107 0,0 3-44 0,0-3-36 0,0-3-448 16,2 0 211-16,0-4 105 0,3 0-267 0,2-1 195 0,-2-6 84 16</inkml:trace>
  <inkml:trace contextRef="#ctx0" brushRef="#br0" timeOffset="-204054.68">31051 17749 1620 0,'1'-7'0'0,"1"0"0"0,0 2 0 0,-2 2 0 0,0-1 0 0,2 3 0 0,-2 1 0 0,1 0 0 0,1 1 643 0,-2 7-302 0,0 3-152 0,0 4-13 16,0 0-69-16,0 3-24 0,0-1-11 0,0 0-516 31,0-1 241-31,-2 0 121 0,-1 1-651 0,-4 0 370 0,-4-3 183 0,2 1 92 16,-4-3-311-16</inkml:trace>
  <inkml:trace contextRef="#ctx0" brushRef="#br0" timeOffset="-203925.44">30758 17906 2048 0,'-9'-4'0'0,"2"-1"0"0,-3 4 0 0,3-1 0 0,-2 2 0 0,2 0 0 0,-2 0 0 0,2 2 0 0,2 6 0 0,0 1 0 0,-1 2 180 0,5 1-75 0,1 0-33 0,0-1-406 0,0-1 187 0,9 0 92 16,2 0-699-16</inkml:trace>
  <inkml:trace contextRef="#ctx0" brushRef="#br0" timeOffset="-203533.97">31129 17803 1316 0,'6'-9'0'0,"2"1"0"0,-2 1 0 0,-4 4 0 0,1 3 0 0,-1 0 0 0,-2 0 485 0,0 5-223 0,0 8-102 0,-2 0-66 0,-3 4 95 0,-5 3-76 0,0-3-36 0,-2 4-67 0,2 1 38 0,-3-2-9 16,3 0 0-16,0-2-91 0,-2-1 45 0,4 2 0 15,-3 1 16-15,4-5-9 0,3 1 38 0,1-3 1 16,3 0-22-1,0 0 10-15,0 2 17 0,5-6-50 0,9 1 0 0,-1-1-7 0,4 0 1 0,0-2-73 16,1 4 51-16,-4 0 5 0,-1-2 42 0,-2 1-243 16,-6 1 113-16,0 1 46 0,-3 0-170 0,-2 0 96 15,-9-2 57-15,-8 0 7 16,-3-3 1-16,-4 2 0 0,-7 1 32 0,4-5 9 16,-3 0 40-16,0-2 0 0,-1-3-40 0,-1 0 65 15,8 0-28-15,2-8 1 0,3-4-38 0,5 0 164 16,6 2-78-16,0-2-21 0,7 3 500 0,1 1-255 15,0 1-95-15,4 5-73 0,9-1 206 0,5-2-125 16,4 5-78-16,5 0-33 16,0 0 4-16,3 0-39 0,3 0 1 0,5 2-86 15,-5 2 39-15,3-2-1 0,1-1 48 0,0 0-440 16,2 2 220-16,6-3 119 16,-9 0-776-16,0 3 400 0,-2-3 199 0,-3 0 100 0</inkml:trace>
  <inkml:trace contextRef="#ctx0" brushRef="#br0" timeOffset="-203377.92">31715 17681 1837 0,'4'-28'0'0,"-1"6"0"0,1 10 0 0,-2 2 0 0,1 9 0 0,0 1 0 0,1 4 487 0,-3 12-224 0,-1 4-113 0,-5 6 288 0,-7 5-205 0,-8 4-98 16,-2 3-47-16,-4 1 16 0,1 2-32 0,-7 5 9 15,3-6-387-15,0 1 172 0,1-2 86 0,0-1 44 16,1 3-773-16,10-10 403 0</inkml:trace>
  <inkml:trace contextRef="#ctx0" brushRef="#br0" timeOffset="-203211.87">31665 17883 2870 0,'0'-11'0'0,"0"1"0"0,0 6 0 0,1 2 0 0,1 2 0 0,2 0 0 0,-1 12 0 0,2 10 414 0,-2 3-187 0,-1 5-95 16,-1 4-131-16,1 2 10 0,-2-3 28 15,0 0-268-15,0-4 134 16,0 0 66 0,1-4 34-16,0 3-740 0,1-8 372 0,4-6 188 0,-2 0 93 0,2-7-751 0</inkml:trace>
  <inkml:trace contextRef="#ctx0" brushRef="#br0" timeOffset="-202911.28">32046 17597 1520 0,'0'-11'0'0,"-6"10"0"0,1 1 0 0,1 7 0 0,-5 20 0 0,-1 7 490 16,-6 12-216-16,1 4-122 0,3 4 183 0,0 5-148 0,2 5-74 0,0 4-28 16,9-11 366-16,1-5-206 0,0-6-166 15,4-5-79-15,10-6 0 0,2 0 0 16,1-18 0-16,1 0 0 0,2-10-22 0,-2-2-21 16,-3-3 40-16,2-2-530 0,-5 0 281 0,-5 0 77 15,1-9-390-15,-3-6 262 0,-3-4 132 0,0-5 56 16,-1-3-60-16,1-2 68 0,-2-2 35 0,0 1-1 15,0 1-55-15,0 1 34 16,0 6 11-16,-3 4 462 0,-2 4-209 0,-5 2-105 0,1 3-51 0,-3 2 564 16,-3 7-295-16,-2 0-67 15,-4 9 30-15,-4 12-104 0,-3 1-52 0,-7 8-16 16,-1 2-134-16,-3 3 50 0,-1 1 24 0,3 0 0 16,3-2 24-16,1 0 10 0</inkml:trace>
  <inkml:trace contextRef="#ctx0" brushRef="#br0" timeOffset="-202720.71">32450 18064 2112 0,'-14'-20'0'0,"5"11"0"0,1 9 0 0,8 0 0 0,0 0 0 0</inkml:trace>
  <inkml:trace contextRef="#ctx0" brushRef="#br0" timeOffset="-196622.3">21091 17195 1462 0,'-1'0'0'0,"0"0"0"0,0 2 0 0,-2 1 0 0,1 3 0 0,-1 3 0 0,3 5 0 0,0 10 69 0,0 5-1 0,3 12-21 0,5 5-9 16,5 8 91-16,0 6-46 0,-1 1 0 15,4-1-45-15,-1 8-20 0,-3-16 20 0,-1 0-1 16,-2-8-65-16,-2-3 32 0,-3-8 0 0,-2 4 42 16,-2-13-8-16,0-5-34 0,0-4 26 0,-5-4 106 15,-1-3-52-15,-2-1-22 0,0-7-8 0,-2 0 27 16,2 0-1-16,-3-2-42 0,2-8-100 0,-3-4 59 16,3-1 16-16,-1-6-1 0,1-1-84 0,0-5 55 15,-2-1 37-15,2 1-245 16,-2 2 119-16,-1 3 35 0,0 3 38 0,-2 2 29 0,-3 3-12 15,2 10-40-15,-2 2 34 0,-2 2 230 16,2 6-110-16,-3 13-56 0,-2 5-29 0,6 5 294 16,4 8-145-16,4-2-43 15,3 2 45-15,5-1-63 0,0 3-22 0,6-7-28 16,11-6-13-16,4-4-1 0,4-2 1 0,3-6-173 0,5-2 96 0,-4-7 34 16,1-5-1-16,-2 0-340 0,1 0 183 0,-1-3 57 15,2-6-451-15,-8 1 255 0,-2-6 132 0,-1 2 67 16,-1 0-427-16,-2 0 246 15,4-1 114-15</inkml:trace>
  <inkml:trace contextRef="#ctx0" brushRef="#br0" timeOffset="-196390.58">21529 17502 1989 0,'-17'-4'0'0,"4"1"0"0,-2 3 0 0,2 0 0 0,2 10 0 0,0 7 0 0,1 5 0 0,2 7 596 0,1 6-269 0,6-1-149 0,1 5 60 16,1 2-100-16,14 1-49 0,2-1-25 0,7 6 38 15,-1-9-36-15,1-4 0 0,4-1-28 0,-1-5-328 16,0-2 165-16,5 0 91 0,-9-9-554 0,1-5 314 16,-2-7 82-16,-2-1 103 0,-3-4-650 0,5 0 341 15,-7-6 184-15,-2-11-274 0</inkml:trace>
  <inkml:trace contextRef="#ctx0" brushRef="#br0" timeOffset="-196055.38">21889 17398 1408 0,'0'-12'0'0,"0"2"0"16,0 3 0-16,0 3 0 0,0 4 0 0,0 0 0 0,0 12 0 0,0 12 544 0,1 7-252 0,4 8-118 0,4 2 358 0,-3 8-247 15,2-1-123-15,-1 3-61 0,2 2 44 0,0 6-43 32,-1-7-37-17,0-3-155-15,3-5 64 0,-3-4 33 0,1-8-1 0,0 2-199 0,-3-22 111 0,-1-5 61 0,-3-5 29 0,-1-2-109 0,-1 0 36 0,0-11 42 16,0-9-137-16,-3-4 71 0,-6 0-17 0,-2-3 35 16,-3-2 22-16,0 2 10 0,-2-1 0 0,-1 1-44 0,0 2 0 0,-3 4 44 0,-3 1-10 15,4 8 218-15,-2 8-92 0,0 4-52 16,0 0-14-16,-1 14 200 0,1 8-96 0,8 8-59 15,3 3 418-15,6 1-219 0,4 1-140 0,0 0-115 16,2 2 0-16,13-7 0 16,5-3 0-16,3-3 0 0,2-5 0 0,4-6 0 0,1-1 0 15,-1-6-719-15,-2-6 335 0,2 0 198 0,-2-4 35 0,1-13-399 0,1 1 246 16</inkml:trace>
  <inkml:trace contextRef="#ctx0" brushRef="#br0" timeOffset="-195844.67">22130 17674 1854 0,'-4'-12'0'0,"2"2"0"0,0 3 0 0,2 1 0 0,0 5 0 0,0 1 0 0,2 0 190 0,9 0-75 0,3 10-38 0,0 4 443 0,3 3-245 15,-1 2-118-15,1 3 65 0,-1 3-92 0,1 4-45 0,-4 2 9 16,0 1-122-16,-5 1 33 16,-2-1 0-16,-3-3 34 0,-1 5-83 0,-2-8 37 0,-5 1-1 15,-9-5-61-15,-8-2 55 0,-1-1 26 0,-5-3-6 16,2-8-328-16,-1-4 115 15,5-4 99-15,2 0-405 0,3-2 237 0,4-11 108 16,8-8 70-16,5-1-460 0,0-7 259 0,8-2 130 0</inkml:trace>
  <inkml:trace contextRef="#ctx0" brushRef="#br0" timeOffset="-195671.96">22365 17674 1616 0,'8'-14'0'0,"-1"6"0"0,-1 1 0 0,-2 7 0 0,-2 0 0 0,-2 0 0 0,0 8 0 0,0 8 0 0,-7 4 810 0,0 2-391 0,1 3-190 0,1 2 416 15,2 0-433-15,1 3-212 0,2 4 0 0,0-5 0 16,2 1 0-16,8 1 0 0,6-1 0 0,5-3 0 16,4 0 0-16,1-7 0 0,3-8-347 0,1-5 26 15,2-5 179-15,-3-2 91 16,4 0-854-16,-8-12 438 0,-3-5 214 0,-3-3-420 0</inkml:trace>
  <inkml:trace contextRef="#ctx0" brushRef="#br0" timeOffset="-195501.18">22640 17539 1543 0,'-8'-24'0'0,"-1"8"0"0,9 5 0 0,0 6 0 0,0 1 0 0,0 4 344 0,6 0-144 16,8 7 431-16,3 9-297 15,3 8-148-15,0 3-73 0,-1 3 95 0,2 8-76 16,-3 1-51-16,-5 5 0 0,-5 1-3 0,1 4-78 0,-6 1 0 0,-2 8 0 16,-1-9 0-16,-3 0 0 0,-14-1 0 15,0-5-446-15,-6-4 175 0,-2 1 165 0,-1-15 67 16,2-5-935-16,0-4 459 0</inkml:trace>
  <inkml:trace contextRef="#ctx0" brushRef="#br0" timeOffset="-194910.11">23120 17526 1626 0,'-5'-2'0'0,"4"0"0"0,-1-3 0 0,2 3 0 0,0 2 0 0,8 0 0 0,6 0 529 0,4 0-246 0,1 5-113 0,3 2-70 16,2-1 106-16,2 0-83 15,2-1-43-15,1 4-187 0,4-1 81 16,-5-2 28-16,-3 0-559 0,-2-2 297 0,-3 0 150 0,-2 0 73 15,-1-3-578-15,-9 1 298 16,-5 0 148-16,-3-2 27 0,0 0 52 0,-3 0 26 16,-8 0-10-16,-4-4 36 0,-3-4-40 0,-1 0 1 0,1-1 39 0,2 4 286 31,2-4-152-31,0 3-62 0,2 4-36 0,3-1 489 0,1 0-256 16,-2 3-44-16,2 0 207 0,-1 8-179 0,1 7-88 0,-1 3-45 0,-3 9 71 0,-3 5-48 15,0 4-39-15,-2 6 1 16,-3 6-62-16,-2 5 33 0,-2 3 0 0,-4 5-152 15,3-9 72 17,0-1 39-17,1-9-390-15,4-6 196 0,1-6 113 0,5-4 4 0,7-17-554 0,6-7 296 32,1-2 150-32</inkml:trace>
  <inkml:trace contextRef="#ctx0" brushRef="#br0" timeOffset="-194804.07">23269 17873 917 0,'7'-1'0'0,"-1"-1"0"0,0 2 0 0,0 0 0 0,0 12 0 0,-1 3 733 0,-2 9-338 0,-1 3-183 0,-2 6-87 16,0 4 451-16,0 2-268 16,0-1-136-16,-2 6-60 0,-1-13-41 0,3-2-1 0,0-5-457 0,0-4 212 0,0-7 107 0,0-2 62 15,3-11-766-15,4 0 403 16,4-5 202-16,-2-12 101 0</inkml:trace>
  <inkml:trace contextRef="#ctx0" brushRef="#br0" timeOffset="-194631.9">23428 17896 889 0,'1'-10'0'0,"3"2"0"0,-1 2 0 0,2 0 0 0,0 5 0 0,2-2 559 0,-1 3-266 0,1 0-127 0,-1 10-64 16,3 4 350-16,-4 4-207 0,3 2-94 0,-4 4 29 15,1-3-72-15,-1 4-34 0,1 1-189 0,-2-4 76 16,2 2 49-16,-3-7-11 0,0-2-597 0,-1-3 318 16,1 0 159-16,1-5 80 31,0 3-756-31,-2-9 385 0</inkml:trace>
  <inkml:trace contextRef="#ctx0" brushRef="#br0" timeOffset="-194493.6">23639 17794 1927 0,'0'-5'0'0,"0"-1"0"31,0 2 0-31,2-1 0 0,-1 2 0 0,3-2 0 0,1 3 0 0,0 1 319 0,4-1-141 0,-1 0 74 0,3 2-108 0,2 0-43 0,2 0-36 0,2 0-237 0,0 2 106 0,5 1 51 16,0 2 27-16,0-2-652 0,3 1 334 15,-2-2 173-15</inkml:trace>
  <inkml:trace contextRef="#ctx0" brushRef="#br0" timeOffset="-194320.29">24193 17466 1734 0,'0'-10'0'16,"0"3"0"-16,0 3 0 0,0-1 0 0,2 0 0 0,-2 0 345 0,6 3-158 0,-1 0-75 15,1 2 166-15,-1 0-120 0,4 0-60 0,0 0-21 47,2 6-157-47,-2 2 59 0,1 1 29 0,-2 0 0 0,1 0-651 0,0 2 345 0</inkml:trace>
  <inkml:trace contextRef="#ctx0" brushRef="#br0" timeOffset="-193714.06">24195 17679 1634 0,'-10'2'0'0,"0"4"0"0,5 1 0 0,-1-2 0 0,-1 7 0 0,3-1 0 16,-4 0 149-16,5 1-60 0,-1-3-26 0,4 3-331 0,0 0 153 16,0-3 85-16,0-1 29 15,0-1-296-15,0-4 146 16,0 0 75-16,0 0-299 0,0-3 159 0,0 0 93 0,0 0 43 0,-4-3 82 0,-1-7-40 0,1 1 0 16,-2-2 287-16,1-3-139 15,2 2-74-15,1 0-37 0,2 0 371 0,0 0-171 16,0 0-111-16,0 2 17 15,8 2 77-15,6-1-61 0,0 1-42 0,5 1 1 0,2 1-33 0,2 2-9 16,1 2 0-16,3 0-74 16,-1 2 38-16,-1 0-1 0,0 0-137 0,-6 0 82 0,-2 9 46 0,-3-1 7 15,-5 1-38-15,-4 3 8 0,-4 0 2 0,-1 1-11 16,-6-2 186-16,-9 2-77 16,-4-3-32-16,0 0 83 0,-1 1-53 15,1-1-24-15,2-3 0 0,0 0 155 0,2 1-83 16,5-3-24-16,-1 3-1 0,5-4-52 0,1 3 0 0,4-2 0 15,1-1-84-15,0 2 42 0,0-2 9 0,4 1 33 16,4-2-120-16,3 2 58 0,-2-1 31 0,1-1-64 16,-1 1 24-1,-1-1 22-15,-2 1-19 0,-1-3-21 0,-1 4 26 0,3-1-6 16,-4-1 35-16,0-1-12 0,-1 1-5 0,0 1 4 16,-1 1-28-16,3-2 0 0,0 2 29 0,-1-1 0 15,-2-1-194-15,3 0 91 16,-4 0 43-16,3 3-109 0,-2-3 69 0,-1 1 35 0,0 1-3 0,0 1 65 15,-9 0-27-15,-5 4-9 0,-4-1 118 16,-2 1-54-16,-5 2-27 0,0 1-1 0,-1 1 308 0,-4 1-168 16,4-3-52-16,6 2-48 15,0-2 404 1,4-2-202 0,6 1-75-16,0-2-49 0,10-2 61 0,0-3-65 0,1 3-33 0,12-7 69 15,3 3-51-15,3-2-15 0,2 0 8 0,-1-1-1 16,-1 3-42-16,1-3 0 0,-2 6-78 0,1 0 48 0,-2-1-9 0,-1 4 39 0,1-2-355 0,-2 3 177 15,3 2 53-15,5 0-547 16,-4-4 279-16,3 2 160 0,2-3 72 0,2-1-223 16,4-5 153-16</inkml:trace>
  <inkml:trace contextRef="#ctx0" brushRef="#br0" timeOffset="-193542.98">24806 17541 2728 0,'-11'-9'0'0,"0"1"0"0,3 1 0 0,2 5 0 0,3-1 0 0,-2 3 0 0,2 0 0 0,1 7 220 0,2 5-88 0,0 1-48 0,0-1-197 15,2 5 84-15,4-2 27 16,4-1-334-16,2 0 186 0,0-1 93 0,3-3 47 0,-1-1-973 16</inkml:trace>
  <inkml:trace contextRef="#ctx0" brushRef="#br0" timeOffset="-193064.71">25033 17553 958 0,'0'-4'0'0,"0"-1"0"0,0-2 0 0,0 6 0 0,-2-2 0 15,-8 3 0-15,0 0 322 0,-5 4-143 0,-6 8-63 0,-2 4 298 16,-6 4-189-16,2 3-95 0,-4 2-46 0,-3 2-72 16,1 3 10-16,3-4 14 0,4 0-138 0,0-2 69 15,7 3 35-15,6-7-1 0,1 5 14 0,7-8 21 16,3-4 0-16,2-2 1 31,0-3-47-31,2-1 2 0,4 1 8 0,2-8-168 0,2 0 86 0,0 0 17 0,-2 0 29 0,2 0-264 0,0-6 131 0,-5-3 69 16,1 1-156-16,-3-1 110 15,-1 0 55-15,0 0 18 0,-1-2 7 0,-1 4 29 0,0-3 1 0,0-1 0 16,0 3 124-16,-3-3-71 16,1 4-22-16,2-1 337 0,0 1-185 15,0-1-76-15,0 3-52 0,4-2 330 0,3 3-167 0,7 1-30 16,-1-2-224-16,4 5 54 0,0 0 27 0,5 0 10 15,-4 0-286-15,0 0 152 0,0 6 75 0,-4 3 32 16,-1 2-110-16,-6 4 36 16,-6-1 43-16,-1 3-12 0,0 0 31 0,-15 0-47 0,-3 2 0 0,-8-1 329 15,2-2-140-15,-4-1-77 0,2-3 365 0,-1-1-184 16,2 0-105-16,0 0 2 0,6-8 210 0,5 3-148 16,3-2-75-16,1-2-36 0,7 1 47 15,2-1-33-15,1 0-9 0,1 0-63 16,14 0 20-16,2-1 1 0,5-1-1 0,2 0-149 15,0 0 71-15,-2 0 39 0,0 0-435 0,0 0 219 16,-5 0 122-16,2-1 10 0,-7-1-516 0,0 0 283 16,-4 0 141-16,-3 2 72 0,-2-2-168 0,0 2 110 15,-3 0 68-15,0 0-300 0</inkml:trace>
  <inkml:trace contextRef="#ctx0" brushRef="#br0" timeOffset="-192942.75">24762 17965 972 0,'-14'2'0'0,"3"-1"0"0,-3 5 0 0,3-1 0 0,-1 5 0 0,-5 2 289 0,4 5-132 0,-3 0-59 0,0 7 104 0,0 0-83 0,0 3-41 16,-4 7 9-16,3-5-2 0,6-3-24 0,1-3-1 16,4-4-448-16,6-2 211 0,0-2 117 0,0-11 43 15,8-4-572-15</inkml:trace>
  <inkml:trace contextRef="#ctx0" brushRef="#br0" timeOffset="-192679.39">24748 18083 1572 0,'0'-4'0'0,"2"0"0"0,0 3 0 0,5 1 0 0,-3 0 0 0,3 7 0 0,-1 10 0 0,1 8 0 0,0 5 543 0,2 2-258 0,0 2-124 0,2 0 69 16,1 2-97-16,4-2-48 0,2 2-131 0,0-10 36 15,1-7 23-15,2-6 1 0,-1-6-351 16,-1-7 186-16,1 0 103 0,-2-4 38 16,-5-13-508-16,-5-5 266 0,2 2 50 0,-5-4 93 15,-3-5-329-15,-2 2 205 16,0-1 99-16,0-3-158 0,-5-3 146 0,-2-1 68 0,-1 5 46 0,0 5 32 15,-1 3 0-15,-1 5 0 0,0 6 282 0,1-2-187 16,-1 12-61-16,3 1-35 0,-3 0 528 0,4 14-273 16,-1 0-59-16,0 3-92 15,5-1 172-15,-2 5-119 0,4 2-60 0,0-4-345 0,0 0 142 0,2 3 81 16</inkml:trace>
  <inkml:trace contextRef="#ctx0" brushRef="#br0" timeOffset="-192544.99">25253 18119 2066 0,'3'0'0'0,"-1"0"0"0,2 0 0 0,2 0 0 0,2 3 0 0,2 4 157 0,1 6-64 0,-1 3-29 0,1 3 295 0,-1 1-161 0,5-1-81 0,1 3-31 0,1-4-872 0</inkml:trace>
  <inkml:trace contextRef="#ctx0" brushRef="#br0" timeOffset="-192057.43">25583 17488 1816 0,'0'0'0'0,"0"0"0"0,0 0 0 0,0 0 0 0,3 3 0 0,0 7 0 0,2 1 170 16,-3 4-66-16,3 2-33 15,-4 0-100-15,1 2 28 0,0-2 1 0,-2-2 37 0,0-1-408 0,0-2 196 16,0 0 102-16,0-5 44 0,0-4-222 0,0-1 121 15,0-2 62-15,0 0-314 0,-4-2 164 16,-2-10 95-16,3-3 42 0,-2-6-71 0,-2-1 76 0,0-7 37 16,1-1 39-16,1-2 0 15,1 0 0-15,2 2 0 0,2 4 303 0,0-3-198 0,2 8-67 0,8 1-37 16,7 6 213-16,5 0-65 16,2 7-78-16,5 0 371 15,0 7-207-15,5 0-99 0,-2 17 75 0,4 3-87 0,-3 4-44 0,4 3 10 16,-10 4-16-16,-4 0 1 0,-7 1-38 0,-6 2 0 15,-3 0-31-15,-4 3 10 0,-3-4 21 0,-11-4 0 16,-8 0-37-16,-4-2-1 16,-2-4 38-16,-2 2-219 0,5-11 104 0,1-2 25 0,1-7 40 15,2-1-609-15,3-2 299 16,-4-2 102-16</inkml:trace>
  <inkml:trace contextRef="#ctx0" brushRef="#br0" timeOffset="-191914.93">25644 17622 1734 0,'-8'-10'0'0,"4"4"0"0,4 2 0 0,0 0 0 0,0 3 0 0,0-2 0 0,10 3 0 0,2 0 0 0,4 0 338 0,0 0-141 16,1 3-85-16,1-1-37 15,0 3-331-15,-2-1 146 0,2 0 74 0,1 3-295 0,-7-4 177 0,0 4 93 32,-4 2-642-32,-5-2 333 0</inkml:trace>
  <inkml:trace contextRef="#ctx0" brushRef="#br0" timeOffset="-191792.2">25624 17774 779 0,'-18'4'0'0,"3"-1"0"0,1-1 0 0,3 1 0 0,6-2 0 0,5 1 166 0,0-2-64 0,0 1 158 0,7-1-111 0,6 0-47 16,4 0-37-16,4 0 97 0,2 0-63 0,2 0-31 0,-2 0 0 15,4 0-190-15,-3 0 75 0,-3 0 42 0,0-1 0 16,-4 1-571-16,-1 0 297 0</inkml:trace>
  <inkml:trace contextRef="#ctx0" brushRef="#br0" timeOffset="-191479.08">25568 17927 1092 0,'-11'0'0'15,"0"2"0"-15,4 0 0 0,4-2 0 0,3 2 0 0,0 2 0 0,0 0 79 0,11-1 10 0,7 1-52 0,3-4 240 0,6 0-120 16,1 2-60-16,1-2-30 16,1 2-10-16,-5-2-20 0,-1 1 0 0,0 1 0 15,-4 0-156-15,-5 0 78 0,4 1 48 0,-7 0-97 16,-7 1 63-16,-2 6 33 0,1 0 61 0,-4 1-1 15,-4 4-59-15,-7-2 12 0,-5 4 40 16,-1 0 0-16,-1-3-77 0,5 5 24 0,0-7 217 0,2 0-99 16,4-4-21-16,0 1-19 15,5-1-8-15,0 1 9 16,2-6-48-16,0-1-42 0,9-2 0 0,3 0 42 16,3 0-88-16,3 0 53 0,1 0-9 0,-1-4 44 0,0-1-128 0,0-2 43 15,-3 4 37-15,2-5-11 0,-8 4-375 0,-1 0 164 16,-1 0 105-16,-2 1 13 0,-3 2-283 0,-2-4 172 15,0 3 99-15,0 1-313 16</inkml:trace>
  <inkml:trace contextRef="#ctx0" brushRef="#br0" timeOffset="-191315.77">25678 18040 1040 0,'-6'2'0'31,"-2"4"0"-31,1 3 0 0,0 3 0 0,-1 4 0 0,-4 7 164 0,3 2-68 0,-3 5-29 31,-2 1 127-31,0 4-79 0,-1-4-38 0,-1 6 8 0,2-11-168 0,7-4 60 0,-1-4 30 0,4-7 0 0,4-4-568 0</inkml:trace>
  <inkml:trace contextRef="#ctx0" brushRef="#br0" timeOffset="-191207.06">25579 18236 2051 0,'0'0'0'0,"0"0"0"0,0-1 0 0,0-1 0 0,2 0 0 0,3 2 0 0,3 0 0 0,4 2 0 0,6 6 0 0,3 6 313 0,6 1-137 0,9 1-14 0,1 4-67 15,6-3-28-15,3 2-1 0,4-5-610 0,3-1 291 16,6-3 155-16,-9-10 62 0,-4 0-723 0,-6 0 388 16</inkml:trace>
  <inkml:trace contextRef="#ctx0" brushRef="#br0" timeOffset="-190923.53">26266 17962 2636 0,'-7'-9'0'0,"0"6"0"0,-4 1 0 0,5 2 0 0,0 14 0 0,1 7 0 0,1 5 0 0,3 5 0 0,1 4 0 0,0-2 325 0,1 1-145 0,12 1-74 16,6 0 148-16,4-4-110 15,2-1-45-15,1-9-37 16,4-9-132-16,1-6 52 0,1-6 27 0,0 0-97 0,5-13 71 0,-8-13 22 0,-3-7-1 0,-4-5-268 16,-7 2 150-16,-1-7 84 15,-10 3-165-15,-4 2 93 0,0 2-18 0,-11 1 43 16,-8 2 77-16,-7-4-9 0,-4 12-27 0,-7 7-1 15,-3 5 86-15,-3 6-42 0,1 6-13 0,-6 1 229 16,12 0-103-16,5 16-63 31,3 4-4-31,9 1 2 0,4 2 0 0,3 2 4 0,12-3-294 0,0 0 123 0,2-3 64 0,14-1 30 16,7-4-738-16,4-3 351 0,7-8 188 0</inkml:trace>
  <inkml:trace contextRef="#ctx0" brushRef="#br0" timeOffset="-190756.9">26962 17415 3512 0,'11'-16'0'0,"-3"3"0"0,1 8 0 0,1 1 0 0,-1 4 0 0,-4 9 0 0,-2 16 0 0,-3 9 0 0,0 11 419 0,-4 6-419 0,-7 2 0 0,-4 1 0 0,3 3 0 16,-1 2 0-16,4 1 0 0,-1 12 0 0,3-13 0 15,4 4 0 1</inkml:trace>
  <inkml:trace contextRef="#ctx0" brushRef="#br0" timeOffset="-190651.64">26919 18469 3569 0,'-10'-15'2'0,"6"5"20"0,4 6-6 0,0 4-8 0,0 0 106 0,3 0-60 0,-2 9-27 15</inkml:trace>
  <inkml:trace contextRef="#ctx0" brushRef="#br0" timeOffset="-181529.26">27077 8909 1841 0,'0'0'0'0,"0"0"0"0,0-3 0 0,0 1 0 0,-1 2 0 0,1-1 0 0,0-1 224 15,0 2-90-15,0 0-44 0,0 0 117 0,6 0-81 16,8-3-29-16,2 3 100 16,10 0-76-16,3 0-38 0,7 0 0 0,6 0 20 0,6 0-18 0,-1 0-10 15,4 0 70-15,2 0-50 32,1 0 0-32,0-5-50 0,2-2 40 0,-5 2-85 0,-7 1 0 0,1 1 0 0,-1 3 0 0,-3-3 0 0,5 3 0 0,-7 0 0 15,-3 0 0-15,1 3 0 16,2 4 0-16,3 1 0 0,6 1 0 0,-8-4 0 15,-1 2 0-15,1-2 0 0,3 0 0 0,-1-2 0 0,7 2 0 16,-10-3 0-16,2 0 0 0,0-2 0 47,1 0 0-47,-1 0 0 0,4 0 0 0,-7 0 0 0,-3 0 0 0,-1 0 0 0,-3 3 0 0,1-2 0 0,2 2 0 0,-11 2 0 0,3-3 0 0,0 2 0 16,0-2 0-16,1 0 0 0,6 1 0 15,-1 0 0-15,2-2 0 0,5-1 0 0,6 0 0 0,4 0 0 16,9 0 0-16,-8 0 0 0,5 0 0 15,1 0 0-15,0-1 0 0,7-3 0 16,-12 0 0-16,2 3 0 0,-3 0 0 0,3 0 0 16,-1-2 0-16,7 3 0 0,-14 0 0 0,3 0 0 15,1 0 0-15,1 0 0 0,1 0 0 16,13 3 0-16,-10-2 0 0,5-1 0 0,2 0 0 0,2 0 0 16,4 0 0-16,6 0 0 15,-10 0 0-15,2 0 0 0,5 0 0 0,3-1 0 16,-4-2 0-16,12 1 0 31,-13 2 0-31,-2-5 0 0,2 5 0 0,5-4 0 0,0 1 0 0,11 1 0 0,-13-1 0 0,0-1 0 0,5-1 0 0,-1 2 0 16,1 0 0-16,14 0 0 0,-20 0 0 0,-2 1 0 15,1 1 0-15,-4-1 0 0,-3 2 0 0,7 0 0 16,-14 0 0-16,-1 0 0 0,-3 0 0 0,1 2 0 16,-1 1 0-16,3 3 0 15,-11-5 0-15,1 1 0 0,0 1 0 0,1-1 0 0,0-1 0 16,5-1 0-16,-5 0 0 15,-2 0 0-15,3 0 0 0,-2 0 0 0,-1 0 0 0,5 0 0 16,-9 0 0-16,-1 0 0 0,-4 0 0 0,-1 0 0 16,-1 0 0-16,0 0 0 0,-8 0 0 0,-2 0 0 15,-4 0 0-15,-2 0-5 0,2 0-86 0,-9 0-180 16,-1 0 114-16,-2 0 57 0,-3 0 28 0,-1 0-532 16,-2 9 270-16,-14 1 150 15</inkml:trace>
  <inkml:trace contextRef="#ctx0" brushRef="#br0" timeOffset="-156746.4">19302 16886 749 0,'-22'-5'0'0,"1"0"0"0,-1 0 0 0,5 5 0 0,4 0 0 0,1 0 103 15,4 3-31-15,0 4 0 0,-3-2 123 16,7 0-82-16,-1-1-36 0,3 1 0 15,0-2 165-15,2-1-101 0,0 1-39 0,0 0-11 0,0-2 65 0,0 2-57 16,4 1-29-16,2 1 131 0,2 0-70 16,0 2-50-16,0-2 1 0,4 2 17 15,-3-1-29-15,4 1 0 0,1 2 47 0,-2-5-43 16,2 3 0-16,-1-1-33 0,0-3 81 16,2 5-40-16,1-4 11 0,-1 1-52 0,-1 0 83 0,0-2-54 15,2 1-70-15,-1 1 0 0,3 0 0 16,-2-3 0-16,3 0 0 15,-2-1 0-15,2 1 0 0,4 0 0 0,-5 0 0 0,2-2 0 0,-1 0 0 0,1 0 0 16,0 0 0 0,0 0 0-16,1 0 0 0,-3 0 0 0,-1 0 0 0,4-2 0 0,-3 0 0 15,4-1 0-15,-3 1 0 0,1 2 0 16,-1-5 0-16,1 4 0 0,2 0 0 16,1-1 0-16,-1-1 0 0,0 3 0 0,-2-4 0 0,4 3 0 15,0-2 0-15,4-1 0 0,-3 1 0 0,0-2 0 16,0 1 0-16,2-1 0 0,0 2 0 0,7-1 0 15,-8-1 0-15,0 3 0 0,1 0 0 16,-1 1 0-16,1-2 0 16,2 3 0-16,-5 0 0 0,1 0 0 0,-1 0 0 0,2 0 0 0,-2 0 0 15,6 0 0-15,-8 0 0 0,5 0 0 16,-3 3 0-16,4-2 0 16,-1-1 0-16,6 2 0 0,-6-2 0 15,2 1 0-15,-1-1 0 0,0 1 0 0,-3 2 0 0,7-1 0 0,-8-1 0 0,1 2 0 16,1 0 0-16,-1-1 0 0,2 1 0 0,5 1 0 15,-5-2 0 1,2 1 0-16,3-1 0 0,0-2 0 0,8 0 0 0,-2 0 0 16,2 0 0-16,3 0 0 0,-1-5 0 0,2-2 0 15,3 0 0-15,-7-2 0 0,-1 4 0 16,0-2 0-16,0 2 0 0,-2-2 0 0,7 3 0 0,-10 0 0 16,3 2 0-16,1-1 0 0,-1 2 0 0,1 0 0 31,7-2 0-31,-11 2 0 0,2-1 0 0,-3 0 0 0,4 0 0 0,0 2 0 0,3 0 0 15,-8 0 0-15,1 0 0 0,0 0 0 16,1 0 0-16,0 0 0 0,8 0 0 0,-9 0 0 0,1 0 0 0,0 0 0 16,1 0 0-16,1 0 0 15,6 0 0-15,-8 0 0 0,0 0 0 0,4 0 0 16,0 0 0-16,1 0 0 0,9 0 0 0,-5 0 0 16,-1 0 0-16,3-5 0 0,-2 3 0 15,1-2 0 1,3 3 0-16,-9-1 0 0,0-1 0 0,-2 3 0 0,0 0 0 0,-1 0 0 0,6 0 0 0,-6 0 0 15,0 0 0-15,2 0 0 16,2 0 0-16,2 3 0 0,5-1 0 0,-9-2 0 0,3 0 0 16,0 0 0-16,0 0 0 0,1 0 0 0,6 0 0 0,-9 0 0 15,1 0 0-15,3 0 0 16,0 0 0-16,7 0 0 0,-7 0 0 0,-2 0 0 16,1 0 0-16,1 1 0 0,-3-1 0 0,10 0 0 15,-11 0 0-15,1 0 0 0,0 0 0 16,5 0 0-16,-3 1 0 0,13-1 0 0,-14 0 0 0,4 0 0 15,-2 0 0-15,0 0 0 0,0 0 0 0,7 0 0 16,-11 0 0-16,0 0 0 0,1-1 0 16,2 0 0-16,3-1 0 0,8-1 0 0,-12 2 0 15,4-2 0-15,-1 2 0 0,0 1 0 16,0-2 0-16,7 2 0 0,-10 0 0 0,1 0 0 16,1 0 0-16,2 0 0 15,5 0 0-15,6 0 0 0,-7 0 0 0,1 0 0 0,-2 0 0 0,1 0 0 16,-1 0 0-16,6 0 0 0,-11 0 0 0,0 2 0 15,3 2 0-15,0-3 0 0,-1 2 0 16,12 1 0-16,-15 1 0 0,5 0 0 0,-4-1 0 0,2 2 0 16,-3-2 0-16,8 1 0 0,-10 0 0 0,0 0 0 15,3 0 0-15,-1-1 0 16,4 2 0-16,5-2 0 0,-5 0 0 0,-3-1 0 16,-1 0 0-16,0 0 0 0,6 1 0 0,-9-3 0 15,-1 3 0-15,1-1 0 31,1 1 0-15,2 1 0-16,5-2 0 0,-9 1 0 0,2-3 0 0,0 5 0 0,-2-2 0 0,1-2 0 0,5 0 0 0,-8-1 0 0,-3 1 0 0,2-2 0 16,0 0 0-16,-2 0 0 0,4 0 0 0,-6 0 0 15,1 0 0-15,-2 0 0 0,1 0 0 0,-3 0 0 16,5 0 0-16,-12 0 0 0,-1 0 0 0,-5 0 0 16,-5 0 0-16,-3 0 0 0,-1 0 0 0,-5 0 0 31,0 0 0-31,-1-2 0 0,-12 1-715 0,-2-1 242 0,-6 0 206 0</inkml:trace>
  <inkml:trace contextRef="#ctx0" brushRef="#br0" timeOffset="-155324.34">19516 17081 1288 0,'-10'-15'0'0,"3"4"0"0,2 3 0 0,3 4 0 16,2 3 0-16,0 1 0 0,0 0 0 0,0 0 134 0,0 0-52 0,4 0 0 0,-1 0-42 16,4 0 203-16,-1 0-101 0,1 0-42 0,4-2 69 0,-2 2-65 0,5-2-31 15,0 2-1-15,0 0 145 16,5 0-78-16,0 0-54 0,2 0 125 0,3 0-85 0,3 0-42 0,6 0-1 15,6 0 57 1,-1 0-55-16,5 0 0 0,1 0-44 0,3 0 53 0,-3 0-72 0,10 0-21 16,-10-2 0-16,1 0 0 0,-1 2 0 0,-3 0 0 15,-1-1 0-15,9 1 0 0,-13 0 0 16,2 0 0-16,-1 0 0 0,3-2 0 0,-1 2 0 16,8-2 0-16,-6-1 0 0,6 2 0 0,-1-2 0 15,3 0 0-15,-1-1 0 16,10 1 0-16,-12-1 0 0,1 3 0 0,-2 0 0 0,2-1 0 0,-3 2 0 15,10 0 0-15,-7 0 0 16,0 0 0-16,1 0 0 0,1 0 0 0,0 4 0 16,9 2 0-16,-12-2 0 0,-1 0 0 0,4 0 0 0,-2 1 0 15,7 0 0-15,6-1 0 0,-6-1 0 16,2 1 0-16,-3-3 0 0,3-1 0 0,0 1 0 16,8-1 0-1,-11 0 0-15,3 0 0 0,3 0 0 0,4 0 0 0,8 0 0 0,-13 0 0 0,1 0 0 16,-1 0 0-16,-1 0 0 0,-1 0 0 0,11 0 0 15,-12 0 0-15,1 0 0 0,2 0 0 0,1 0 0 16,-3 4 0-16,10 0 0 0,-14-3 0 16,1 3 0-16,3-3 0 0,2 1 0 15,3-2 0-15,8 1 0 0,-12-1 0 0,2 0 0 16,-1 0 0-16,0 0 0 0,1 0 0 0,8 0 0 16,-9 0 0-16,1 0 0 0,2 0 0 0,-2 0 0 15,-1 0 0-15,7 0 0 0,-10 0 0 16,-3 0 0-16,6 0 0 0,0 1 0 0,2-1 0 0,11 0 0 15,-15 0 0-15,1 0 0 0,3 0 0 16,0 0 0-16,1 0 0 0,11 0 0 16,-10 0 0-16,3 0 0 0,2 0 0 15,-2-1 0-15,0-2 0 0,7 0 0 0,-14 1 0 16,4 1 0-16,2-1 0 0,0 0 0 0,4 2 0 0,5 0 0 16,-14 0 0-16,4 0 0 0,-3 0 0 15,6 0 0-15,4 2 0 0,10 0 0 16,-10 1 0-16,0-1 0 0,-3 1 0 0,3-1 0 15,8 3 0-15,-15 0 0 0,6-3 0 0,-1 3 0 0,1 1 0 0,-4-2 0 16,8-1 0-16,-17 1 0 16,1-2 0-16,1 1 0 0,1-1 0 0,-1-2 0 15,9 0 0-15,-17 0 0 0,0 0 0 0,-2 0 0 16,0 0 0-16,-2 0 0 0,8 0 0 0,-13 0 0 16,2 0 0-16,4 0 0 0,-4 0 0 0,2 0 0 15,2 0 0-15,-10 0 0 0,-2 0 0 0,-1 0 0 16,-2 0 0-16,0 0 0 15,1 0 0-15,-8 0 0 0,-1 0 0 0,0 0 0 16,0 0 0-16,-1 3 0 0,2-1 0 0,-5-1 0 0,1-1 0 0,1 0 0 16,-1 0 0-16,-5 0 0 15,7 0 0-15,-7 0 0 0,-3 0 0 0,0 0 0 16,-2 0 0-16,1 0 0 0,0 0 0 31,-4 0 0-15,-2 0 0-16,1-1 0 0,-2-1 0 0,0-1 0 0,-1 3 0 0,1-2 0 0,-4 1 0 15,1-1 0-15,-1 0 0 32,1 2 0-32,-1-2 0 0,1 2 0 0,-2 0 0 0,0 0 0 0,0 0 0 0,0 0 0 0,0 0 0 0,0 0 0 15,0 0 0-15,0 0 0 0,0 0 0 0,0 0 0 0,0 0 0 0,0 0 0 0,0 0 0 0,0 0 0 16,0 0 0-16,0 0 0 0,0 0 0 16,0 0-14-16,0 0-75 0,1 0 26 0,-1 0-1 0,0 0 10 15,1 0-25-15,-1 0 0 16,0 0 39-16,2 0 26 0,-2 0-26 0,0 0-10 0,0 0 10 0,1 0 57 15,-1 0-28-15,0 0 0 0,0 0-11 0,0 0-22 16,0 0 7-16,0 0 6 16,0 0-561-16,0 0 276 0,-3 0 138 0,-2 0 59 15,-1 0-284-15</inkml:trace>
  <inkml:trace contextRef="#ctx0" brushRef="#br0" timeOffset="-153054.28">18880 14604 1020 0,'-38'-28'0'0,"14"4"0"0,5 6 0 0,10 4 0 0,7 8 0 0,2 3 0 0,0-1 10 0,0 1-9 0,0 3 38 0,0 0-1 15,0 0-38-15,0 0-1 16,0 0 50-16,0 0-11 0,0 12 86 0,0 9-43 16,0 14 0-16,0 11 53 0,2 15-37 15,-2 14-11-15,3 12 127 0,-3 15-88 16,0 16-42-16,0 25-1 0,-7 29 13 0,-5-7-9 0,1 12-47 0,-3 6 0 16,0-2-78-16,3 14 49 0,3-44-11 0,5-13 40 15,3-23-210-15,0-24 105 16,8-26 52-16,4-4-67 0,4-30 15 15,-3-1 42-15,-1-5-19 0,2-3 41 0,-4-9-47 0,-2 1 34 0,-6-14-78 16,0 0 37-16,-2 0-14 0,0-2 48 16,0-10-107-1,-8-8 41-15,-1-6 32 0,1-7-267 0,-3-9 141 16,3-4 72-16,0-8 36 0,2-15-285 0</inkml:trace>
  <inkml:trace contextRef="#ctx0" brushRef="#br0" timeOffset="-152383.15">18760 14338 728 0,'-14'0'0'16,"3"-3"0"-16,0 1 0 0,8-1 0 0,3 3 0 0,0 0 0 0,5 0 0 0,11 3 245 0,5 2-110 0,4-1-50 0,6 1 96 0,5 1-69 16,3-3-36-16,10-2 10 0,0 1-14 0,3-2 0 0,7 0-32 15,6 0-40-15,8 0 0 0,14 0 51 0,-7-2-10 16,6-5-45-16,6 2 44 0,1 2 0 0,3-1 0 16,11-1-40-16,-18 2 11 15,3-3 0-15,4 2-71 0,1-2 43 0,2-1 7 16,14-2 5-16,-20 2-96 0,7-1 55 0,0 2 20 0,-2-1-82 15,2-1 49-15,9 1 26 0,-19 1-15 16,7 0 10-16,1-3 10 0,5-1 14 0,1 0-28 16,16-2 70-16,-18 1-9 0,2 2-39 0,1-2-12 15,3 4 73-15,-1-1-27 0,15 1 19 16,-24 1 8-16,4 3-49 0,5 0 14 0,1 2 11 16,2-1-14-16,12 2-4 15,-24 0 9-15,4 0-35 0,3 0 28 0,5 0 0 0,-3 0-3 0,11 0-18 16,-23 0 15-16,6 0 3 0,5 0-22 0,-1 0 21 15,1 2-3-15,7-1-44 0,-14 1 42 0,4-1 2 16,2 1-3-16,1-2-29 31,10 4-3-31,-17-3 31 0,4 3-4 0,-3 1-40 0,-2 0 39 0,-1 2 1 0,10 0-6 0,-17 1 11 16,1-1-11-16,1 0 5 0,-2 3 31 0,-2-2 0 16,15 3-35 15,-19-3 4-31,3 1 72 0,2-2-34 0,-2 1 7 0,-3 1-9 0,14 1 6 0,-22-3-30 0,5 3 13 0,-5-3-53 0,0 1 48 0,-3-1-4 0,4 1 8 15,-15-2-19-15,2-1 14 0,-2 2-2 0,-1-4 3 16,-4-1-4-16,6 1-3 16,-12 0 2-16,-2-3 45 0,0 0 1 0,0 0-46 15,-1 0-6-15,6 0 12 0,-14 0-2 0,-1 0 6 16,-1 0-97-16,-7 0 44 0,-2-3 1 0,-1 3 45 16,-10 0-142-16,-6 0 62 0,1 0 33 15,-7 0-94-15,-5 0 59 0,2 0 7 0,-3 0 6 0,-3 3-208 16</inkml:trace>
  <inkml:trace contextRef="#ctx0" brushRef="#br0" timeOffset="-151826.95">27723 14339 998 0,'0'0'0'0,"0"0"0"0,0 0 0 0,0 3 0 0,0 8 0 0,2 9 0 0,6 8 0 0,-3 19 139 0,-1 16-55 16,2 17 0-16,-5 15 43 0,-1 12-43 0,0 16 9 15,-4-10-24-15,-6 2 1 0,-5 3-31 16,-1-1 0-16,2-1 8 0,0 7 2 0,2-29-10 0,4 0 0 16,-3-1-56-16,3 0 28 0,-2-3 0 0,-1 7-76 15,1-22 48 1,0 2 27-16,1-4-23 0,3-1-32 0,0-8 20 0,-1 3 5 0,4-16 68 0,2-7 0 16,1-1-63-16,0 0 20 0,0-3 100 0,0 3-44 15,0-9-26-15,0 0 0 0,0 0-54 0,0-1 0 16,0 1 51-16,0 5-104 15,0-10 42-15,0 1 0 0,0-2 53 16,0 1-189-16,0-7 79 0,0 2 31 0,0-9-304 0,0-3 167 16,1-5 65-16,2-2 47 15,-2-5-177-15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15AC0E-DC9C-4C0A-A40B-A2331465BEE6}" type="datetimeFigureOut">
              <a:rPr lang="zh-CN" altLang="en-US" smtClean="0"/>
              <a:t>2022/12/21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03F28-4B63-4EED-8D95-F4A3C09F10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005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officeplus.cn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545" y="910683"/>
            <a:ext cx="10064910" cy="1150770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757238" y="2328863"/>
            <a:ext cx="10677524" cy="9858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6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2116931" y="910683"/>
            <a:ext cx="7958138" cy="76095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757238" y="3314701"/>
            <a:ext cx="10677524" cy="5857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4657725" y="4530394"/>
            <a:ext cx="2876550" cy="39290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cxnSp>
        <p:nvCxnSpPr>
          <p:cNvPr id="9" name="直接连接符 79"/>
          <p:cNvCxnSpPr/>
          <p:nvPr/>
        </p:nvCxnSpPr>
        <p:spPr>
          <a:xfrm>
            <a:off x="1764181" y="4715060"/>
            <a:ext cx="2755900" cy="0"/>
          </a:xfrm>
          <a:prstGeom prst="line">
            <a:avLst/>
          </a:prstGeom>
          <a:ln>
            <a:solidFill>
              <a:srgbClr val="777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80"/>
          <p:cNvCxnSpPr/>
          <p:nvPr/>
        </p:nvCxnSpPr>
        <p:spPr>
          <a:xfrm>
            <a:off x="7637986" y="4715060"/>
            <a:ext cx="2755900" cy="0"/>
          </a:xfrm>
          <a:prstGeom prst="line">
            <a:avLst/>
          </a:prstGeom>
          <a:ln>
            <a:solidFill>
              <a:srgbClr val="777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5266806"/>
            <a:ext cx="12193057" cy="1591194"/>
          </a:xfrm>
          <a:prstGeom prst="rect">
            <a:avLst/>
          </a:prstGeom>
        </p:spPr>
      </p:pic>
      <p:sp>
        <p:nvSpPr>
          <p:cNvPr id="13" name="任意多边形 29"/>
          <p:cNvSpPr/>
          <p:nvPr userDrawn="1"/>
        </p:nvSpPr>
        <p:spPr>
          <a:xfrm>
            <a:off x="125378" y="5499101"/>
            <a:ext cx="11941243" cy="1259002"/>
          </a:xfrm>
          <a:custGeom>
            <a:avLst/>
            <a:gdLst>
              <a:gd name="connsiteX0" fmla="*/ 6096000 w 12192000"/>
              <a:gd name="connsiteY0" fmla="*/ 0 h 1591193"/>
              <a:gd name="connsiteX1" fmla="*/ 6410502 w 12192000"/>
              <a:gd name="connsiteY1" fmla="*/ 322781 h 1591193"/>
              <a:gd name="connsiteX2" fmla="*/ 12192000 w 12192000"/>
              <a:gd name="connsiteY2" fmla="*/ 322781 h 1591193"/>
              <a:gd name="connsiteX3" fmla="*/ 12192000 w 12192000"/>
              <a:gd name="connsiteY3" fmla="*/ 1591193 h 1591193"/>
              <a:gd name="connsiteX4" fmla="*/ 0 w 12192000"/>
              <a:gd name="connsiteY4" fmla="*/ 1591193 h 1591193"/>
              <a:gd name="connsiteX5" fmla="*/ 0 w 12192000"/>
              <a:gd name="connsiteY5" fmla="*/ 322781 h 1591193"/>
              <a:gd name="connsiteX6" fmla="*/ 5781498 w 12192000"/>
              <a:gd name="connsiteY6" fmla="*/ 322781 h 1591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591193">
                <a:moveTo>
                  <a:pt x="6096000" y="0"/>
                </a:moveTo>
                <a:lnTo>
                  <a:pt x="6410502" y="322781"/>
                </a:lnTo>
                <a:lnTo>
                  <a:pt x="12192000" y="322781"/>
                </a:lnTo>
                <a:lnTo>
                  <a:pt x="12192000" y="1591193"/>
                </a:lnTo>
                <a:lnTo>
                  <a:pt x="0" y="1591193"/>
                </a:lnTo>
                <a:lnTo>
                  <a:pt x="0" y="322781"/>
                </a:lnTo>
                <a:lnTo>
                  <a:pt x="5781498" y="322781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757238" y="6062403"/>
            <a:ext cx="10677524" cy="40983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9821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三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8" y="1609727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8" y="2940846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0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8" y="4271964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0484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四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8" y="1104902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8" y="2436021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8" y="3767139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8" y="509825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7756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五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7" y="94774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7" y="2043115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7" y="313849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7" y="4233865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3" name="文本占位符 3"/>
          <p:cNvSpPr>
            <a:spLocks noGrp="1"/>
          </p:cNvSpPr>
          <p:nvPr>
            <p:ph type="body" sz="quarter" idx="16"/>
          </p:nvPr>
        </p:nvSpPr>
        <p:spPr>
          <a:xfrm>
            <a:off x="6449767" y="5329241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6418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六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7" y="76200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7" y="169735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7" y="263271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7" y="356806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3" name="文本占位符 3"/>
          <p:cNvSpPr>
            <a:spLocks noGrp="1"/>
          </p:cNvSpPr>
          <p:nvPr>
            <p:ph type="body" sz="quarter" idx="16"/>
          </p:nvPr>
        </p:nvSpPr>
        <p:spPr>
          <a:xfrm>
            <a:off x="6449767" y="450342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17"/>
          </p:nvPr>
        </p:nvSpPr>
        <p:spPr>
          <a:xfrm>
            <a:off x="6449767" y="543878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2720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9" y="0"/>
            <a:ext cx="12193057" cy="6078239"/>
          </a:xfrm>
          <a:prstGeom prst="rect">
            <a:avLst/>
          </a:prstGeom>
          <a:ln>
            <a:noFill/>
          </a:ln>
        </p:spPr>
      </p:pic>
      <p:sp>
        <p:nvSpPr>
          <p:cNvPr id="3" name="任意多边形 5"/>
          <p:cNvSpPr/>
          <p:nvPr userDrawn="1"/>
        </p:nvSpPr>
        <p:spPr>
          <a:xfrm rot="10800000">
            <a:off x="178065" y="142981"/>
            <a:ext cx="11835867" cy="5718804"/>
          </a:xfrm>
          <a:custGeom>
            <a:avLst/>
            <a:gdLst>
              <a:gd name="connsiteX0" fmla="*/ 12192000 w 12192000"/>
              <a:gd name="connsiteY0" fmla="*/ 6074228 h 6074228"/>
              <a:gd name="connsiteX1" fmla="*/ 0 w 12192000"/>
              <a:gd name="connsiteY1" fmla="*/ 6074228 h 6074228"/>
              <a:gd name="connsiteX2" fmla="*/ 0 w 12192000"/>
              <a:gd name="connsiteY2" fmla="*/ 293914 h 6074228"/>
              <a:gd name="connsiteX3" fmla="*/ 5632768 w 12192000"/>
              <a:gd name="connsiteY3" fmla="*/ 293914 h 6074228"/>
              <a:gd name="connsiteX4" fmla="*/ 6096002 w 12192000"/>
              <a:gd name="connsiteY4" fmla="*/ 0 h 6074228"/>
              <a:gd name="connsiteX5" fmla="*/ 6559235 w 12192000"/>
              <a:gd name="connsiteY5" fmla="*/ 293914 h 6074228"/>
              <a:gd name="connsiteX6" fmla="*/ 12192000 w 12192000"/>
              <a:gd name="connsiteY6" fmla="*/ 293914 h 6074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074228">
                <a:moveTo>
                  <a:pt x="12192000" y="6074228"/>
                </a:moveTo>
                <a:lnTo>
                  <a:pt x="0" y="6074228"/>
                </a:lnTo>
                <a:lnTo>
                  <a:pt x="0" y="293914"/>
                </a:lnTo>
                <a:lnTo>
                  <a:pt x="5632768" y="293914"/>
                </a:lnTo>
                <a:lnTo>
                  <a:pt x="6096002" y="0"/>
                </a:lnTo>
                <a:lnTo>
                  <a:pt x="6559235" y="293914"/>
                </a:lnTo>
                <a:lnTo>
                  <a:pt x="12192000" y="293914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71" name="组 70"/>
          <p:cNvGrpSpPr/>
          <p:nvPr userDrawn="1"/>
        </p:nvGrpSpPr>
        <p:grpSpPr>
          <a:xfrm>
            <a:off x="3685541" y="345797"/>
            <a:ext cx="4820918" cy="4822970"/>
            <a:chOff x="3683902" y="345797"/>
            <a:chExt cx="4820918" cy="4822970"/>
          </a:xfrm>
        </p:grpSpPr>
        <p:grpSp>
          <p:nvGrpSpPr>
            <p:cNvPr id="17" name="组合 11"/>
            <p:cNvGrpSpPr/>
            <p:nvPr/>
          </p:nvGrpSpPr>
          <p:grpSpPr>
            <a:xfrm>
              <a:off x="3812098" y="462897"/>
              <a:ext cx="4568634" cy="4568633"/>
              <a:chOff x="3651549" y="975481"/>
              <a:chExt cx="2929467" cy="2929467"/>
            </a:xfrm>
          </p:grpSpPr>
          <p:sp>
            <p:nvSpPr>
              <p:cNvPr id="69" name="椭圆 68"/>
              <p:cNvSpPr/>
              <p:nvPr/>
            </p:nvSpPr>
            <p:spPr>
              <a:xfrm>
                <a:off x="3651549" y="975481"/>
                <a:ext cx="2929467" cy="2929467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椭圆 69"/>
              <p:cNvSpPr/>
              <p:nvPr/>
            </p:nvSpPr>
            <p:spPr>
              <a:xfrm>
                <a:off x="3856282" y="1186757"/>
                <a:ext cx="2520000" cy="251982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8" name="直接连接符 30"/>
            <p:cNvCxnSpPr>
              <a:cxnSpLocks/>
            </p:cNvCxnSpPr>
            <p:nvPr/>
          </p:nvCxnSpPr>
          <p:spPr>
            <a:xfrm rot="16200000" flipH="1">
              <a:off x="3751182" y="250933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31"/>
            <p:cNvCxnSpPr>
              <a:cxnSpLocks/>
            </p:cNvCxnSpPr>
            <p:nvPr/>
          </p:nvCxnSpPr>
          <p:spPr>
            <a:xfrm rot="16623528" flipH="1">
              <a:off x="3767588" y="224333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32"/>
            <p:cNvCxnSpPr>
              <a:cxnSpLocks/>
            </p:cNvCxnSpPr>
            <p:nvPr/>
          </p:nvCxnSpPr>
          <p:spPr>
            <a:xfrm rot="17047059" flipH="1">
              <a:off x="3816559" y="19813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33"/>
            <p:cNvCxnSpPr>
              <a:cxnSpLocks/>
            </p:cNvCxnSpPr>
            <p:nvPr/>
          </p:nvCxnSpPr>
          <p:spPr>
            <a:xfrm rot="17470587" flipH="1">
              <a:off x="3897350" y="172740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34"/>
            <p:cNvCxnSpPr>
              <a:cxnSpLocks/>
            </p:cNvCxnSpPr>
            <p:nvPr/>
          </p:nvCxnSpPr>
          <p:spPr>
            <a:xfrm rot="17894117" flipH="1">
              <a:off x="4008739" y="148529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35"/>
            <p:cNvCxnSpPr>
              <a:cxnSpLocks/>
            </p:cNvCxnSpPr>
            <p:nvPr/>
          </p:nvCxnSpPr>
          <p:spPr>
            <a:xfrm rot="18317648" flipH="1">
              <a:off x="4149036" y="125870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36"/>
            <p:cNvCxnSpPr>
              <a:cxnSpLocks/>
            </p:cNvCxnSpPr>
            <p:nvPr/>
          </p:nvCxnSpPr>
          <p:spPr>
            <a:xfrm rot="18741176" flipH="1">
              <a:off x="4316115" y="105107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37"/>
            <p:cNvCxnSpPr>
              <a:cxnSpLocks/>
            </p:cNvCxnSpPr>
            <p:nvPr/>
          </p:nvCxnSpPr>
          <p:spPr>
            <a:xfrm rot="19164706" flipH="1">
              <a:off x="4507442" y="86555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38"/>
            <p:cNvCxnSpPr>
              <a:cxnSpLocks/>
            </p:cNvCxnSpPr>
            <p:nvPr/>
          </p:nvCxnSpPr>
          <p:spPr>
            <a:xfrm rot="19588235" flipH="1">
              <a:off x="4720118" y="70495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39"/>
            <p:cNvCxnSpPr>
              <a:cxnSpLocks/>
            </p:cNvCxnSpPr>
            <p:nvPr/>
          </p:nvCxnSpPr>
          <p:spPr>
            <a:xfrm rot="20011765" flipH="1">
              <a:off x="4950919" y="57169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40"/>
            <p:cNvCxnSpPr>
              <a:cxnSpLocks/>
            </p:cNvCxnSpPr>
            <p:nvPr/>
          </p:nvCxnSpPr>
          <p:spPr>
            <a:xfrm rot="20435294" flipH="1">
              <a:off x="5196345" y="46781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41"/>
            <p:cNvCxnSpPr>
              <a:cxnSpLocks/>
            </p:cNvCxnSpPr>
            <p:nvPr/>
          </p:nvCxnSpPr>
          <p:spPr>
            <a:xfrm rot="20858824" flipH="1">
              <a:off x="5452677" y="39488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42"/>
            <p:cNvCxnSpPr>
              <a:cxnSpLocks/>
            </p:cNvCxnSpPr>
            <p:nvPr/>
          </p:nvCxnSpPr>
          <p:spPr>
            <a:xfrm rot="21282352" flipH="1">
              <a:off x="5716029" y="354004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43"/>
            <p:cNvCxnSpPr>
              <a:cxnSpLocks/>
            </p:cNvCxnSpPr>
            <p:nvPr/>
          </p:nvCxnSpPr>
          <p:spPr>
            <a:xfrm rot="105883" flipH="1">
              <a:off x="5982408" y="34579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44"/>
            <p:cNvCxnSpPr>
              <a:cxnSpLocks/>
            </p:cNvCxnSpPr>
            <p:nvPr/>
          </p:nvCxnSpPr>
          <p:spPr>
            <a:xfrm rot="529412" flipH="1">
              <a:off x="6247777" y="37038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45"/>
            <p:cNvCxnSpPr>
              <a:cxnSpLocks/>
            </p:cNvCxnSpPr>
            <p:nvPr/>
          </p:nvCxnSpPr>
          <p:spPr>
            <a:xfrm rot="952941" flipH="1">
              <a:off x="6508112" y="427402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46"/>
            <p:cNvCxnSpPr>
              <a:cxnSpLocks/>
            </p:cNvCxnSpPr>
            <p:nvPr/>
          </p:nvCxnSpPr>
          <p:spPr>
            <a:xfrm rot="1376471" flipH="1">
              <a:off x="6759468" y="51597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47"/>
            <p:cNvCxnSpPr>
              <a:cxnSpLocks/>
            </p:cNvCxnSpPr>
            <p:nvPr/>
          </p:nvCxnSpPr>
          <p:spPr>
            <a:xfrm rot="1800000" flipH="1">
              <a:off x="6998034" y="63476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48"/>
            <p:cNvCxnSpPr>
              <a:cxnSpLocks/>
            </p:cNvCxnSpPr>
            <p:nvPr/>
          </p:nvCxnSpPr>
          <p:spPr>
            <a:xfrm rot="2223529" flipH="1">
              <a:off x="7220194" y="78197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49"/>
            <p:cNvCxnSpPr>
              <a:cxnSpLocks/>
            </p:cNvCxnSpPr>
            <p:nvPr/>
          </p:nvCxnSpPr>
          <p:spPr>
            <a:xfrm rot="2647059" flipH="1">
              <a:off x="7422579" y="9553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50"/>
            <p:cNvCxnSpPr>
              <a:cxnSpLocks/>
            </p:cNvCxnSpPr>
            <p:nvPr/>
          </p:nvCxnSpPr>
          <p:spPr>
            <a:xfrm rot="3070588" flipH="1">
              <a:off x="7602123" y="115231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51"/>
            <p:cNvCxnSpPr>
              <a:cxnSpLocks/>
            </p:cNvCxnSpPr>
            <p:nvPr/>
          </p:nvCxnSpPr>
          <p:spPr>
            <a:xfrm rot="3494117" flipH="1">
              <a:off x="7756103" y="136984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52"/>
            <p:cNvCxnSpPr>
              <a:cxnSpLocks/>
            </p:cNvCxnSpPr>
            <p:nvPr/>
          </p:nvCxnSpPr>
          <p:spPr>
            <a:xfrm rot="3917647" flipH="1">
              <a:off x="7882185" y="160463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53"/>
            <p:cNvCxnSpPr>
              <a:cxnSpLocks/>
            </p:cNvCxnSpPr>
            <p:nvPr/>
          </p:nvCxnSpPr>
          <p:spPr>
            <a:xfrm rot="4341176" flipH="1">
              <a:off x="7978457" y="185314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54"/>
            <p:cNvCxnSpPr>
              <a:cxnSpLocks/>
            </p:cNvCxnSpPr>
            <p:nvPr/>
          </p:nvCxnSpPr>
          <p:spPr>
            <a:xfrm rot="4764706" flipH="1">
              <a:off x="8043462" y="211160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55"/>
            <p:cNvCxnSpPr>
              <a:cxnSpLocks/>
            </p:cNvCxnSpPr>
            <p:nvPr/>
          </p:nvCxnSpPr>
          <p:spPr>
            <a:xfrm rot="5188236" flipH="1">
              <a:off x="8076213" y="237608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56"/>
            <p:cNvCxnSpPr>
              <a:cxnSpLocks/>
            </p:cNvCxnSpPr>
            <p:nvPr/>
          </p:nvCxnSpPr>
          <p:spPr>
            <a:xfrm rot="5611765" flipH="1">
              <a:off x="8076213" y="264259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57"/>
            <p:cNvCxnSpPr>
              <a:cxnSpLocks/>
            </p:cNvCxnSpPr>
            <p:nvPr/>
          </p:nvCxnSpPr>
          <p:spPr>
            <a:xfrm rot="6035294" flipH="1">
              <a:off x="8043462" y="290707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58"/>
            <p:cNvCxnSpPr>
              <a:cxnSpLocks/>
            </p:cNvCxnSpPr>
            <p:nvPr/>
          </p:nvCxnSpPr>
          <p:spPr>
            <a:xfrm rot="6458824" flipH="1">
              <a:off x="7978457" y="3165534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59"/>
            <p:cNvCxnSpPr>
              <a:cxnSpLocks/>
            </p:cNvCxnSpPr>
            <p:nvPr/>
          </p:nvCxnSpPr>
          <p:spPr>
            <a:xfrm rot="6882353" flipH="1">
              <a:off x="7882185" y="3414042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60"/>
            <p:cNvCxnSpPr>
              <a:cxnSpLocks/>
            </p:cNvCxnSpPr>
            <p:nvPr/>
          </p:nvCxnSpPr>
          <p:spPr>
            <a:xfrm rot="7305883" flipH="1">
              <a:off x="7756103" y="364883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61"/>
            <p:cNvCxnSpPr>
              <a:cxnSpLocks/>
            </p:cNvCxnSpPr>
            <p:nvPr/>
          </p:nvCxnSpPr>
          <p:spPr>
            <a:xfrm rot="7729412" flipH="1">
              <a:off x="7602123" y="386635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62"/>
            <p:cNvCxnSpPr>
              <a:cxnSpLocks/>
            </p:cNvCxnSpPr>
            <p:nvPr/>
          </p:nvCxnSpPr>
          <p:spPr>
            <a:xfrm rot="8152941" flipH="1">
              <a:off x="7422579" y="406330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63"/>
            <p:cNvCxnSpPr>
              <a:cxnSpLocks/>
            </p:cNvCxnSpPr>
            <p:nvPr/>
          </p:nvCxnSpPr>
          <p:spPr>
            <a:xfrm rot="8576471" flipH="1">
              <a:off x="7220194" y="423670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64"/>
            <p:cNvCxnSpPr>
              <a:cxnSpLocks/>
            </p:cNvCxnSpPr>
            <p:nvPr/>
          </p:nvCxnSpPr>
          <p:spPr>
            <a:xfrm rot="9000000" flipH="1">
              <a:off x="6998034" y="438390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65"/>
            <p:cNvCxnSpPr>
              <a:cxnSpLocks/>
            </p:cNvCxnSpPr>
            <p:nvPr/>
          </p:nvCxnSpPr>
          <p:spPr>
            <a:xfrm rot="9423529" flipH="1">
              <a:off x="6759468" y="450270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66"/>
            <p:cNvCxnSpPr>
              <a:cxnSpLocks/>
            </p:cNvCxnSpPr>
            <p:nvPr/>
          </p:nvCxnSpPr>
          <p:spPr>
            <a:xfrm rot="9847059" flipH="1">
              <a:off x="6508111" y="459127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67"/>
            <p:cNvCxnSpPr>
              <a:cxnSpLocks/>
            </p:cNvCxnSpPr>
            <p:nvPr/>
          </p:nvCxnSpPr>
          <p:spPr>
            <a:xfrm rot="10270589" flipH="1">
              <a:off x="6247777" y="464829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68"/>
            <p:cNvCxnSpPr>
              <a:cxnSpLocks/>
            </p:cNvCxnSpPr>
            <p:nvPr/>
          </p:nvCxnSpPr>
          <p:spPr>
            <a:xfrm rot="10694117" flipH="1">
              <a:off x="5982408" y="467288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69"/>
            <p:cNvCxnSpPr>
              <a:cxnSpLocks/>
            </p:cNvCxnSpPr>
            <p:nvPr/>
          </p:nvCxnSpPr>
          <p:spPr>
            <a:xfrm rot="11117648" flipH="1">
              <a:off x="5716029" y="466467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70"/>
            <p:cNvCxnSpPr>
              <a:cxnSpLocks/>
            </p:cNvCxnSpPr>
            <p:nvPr/>
          </p:nvCxnSpPr>
          <p:spPr>
            <a:xfrm rot="11541176" flipH="1">
              <a:off x="5452677" y="462379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71"/>
            <p:cNvCxnSpPr>
              <a:cxnSpLocks/>
            </p:cNvCxnSpPr>
            <p:nvPr/>
          </p:nvCxnSpPr>
          <p:spPr>
            <a:xfrm rot="11964706" flipH="1">
              <a:off x="5196345" y="455086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72"/>
            <p:cNvCxnSpPr>
              <a:cxnSpLocks/>
            </p:cNvCxnSpPr>
            <p:nvPr/>
          </p:nvCxnSpPr>
          <p:spPr>
            <a:xfrm rot="12388235" flipH="1">
              <a:off x="4950919" y="444698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73"/>
            <p:cNvCxnSpPr>
              <a:cxnSpLocks/>
            </p:cNvCxnSpPr>
            <p:nvPr/>
          </p:nvCxnSpPr>
          <p:spPr>
            <a:xfrm rot="12811765" flipH="1">
              <a:off x="4720118" y="431372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74"/>
            <p:cNvCxnSpPr>
              <a:cxnSpLocks/>
            </p:cNvCxnSpPr>
            <p:nvPr/>
          </p:nvCxnSpPr>
          <p:spPr>
            <a:xfrm rot="13235294" flipH="1">
              <a:off x="4507443" y="415312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75"/>
            <p:cNvCxnSpPr>
              <a:cxnSpLocks/>
            </p:cNvCxnSpPr>
            <p:nvPr/>
          </p:nvCxnSpPr>
          <p:spPr>
            <a:xfrm rot="13658824" flipH="1">
              <a:off x="4316115" y="396759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76"/>
            <p:cNvCxnSpPr>
              <a:cxnSpLocks/>
            </p:cNvCxnSpPr>
            <p:nvPr/>
          </p:nvCxnSpPr>
          <p:spPr>
            <a:xfrm rot="14082352" flipH="1">
              <a:off x="4149036" y="375997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77"/>
            <p:cNvCxnSpPr>
              <a:cxnSpLocks/>
            </p:cNvCxnSpPr>
            <p:nvPr/>
          </p:nvCxnSpPr>
          <p:spPr>
            <a:xfrm rot="14505883" flipH="1">
              <a:off x="4008739" y="353338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78"/>
            <p:cNvCxnSpPr>
              <a:cxnSpLocks/>
            </p:cNvCxnSpPr>
            <p:nvPr/>
          </p:nvCxnSpPr>
          <p:spPr>
            <a:xfrm rot="14929413" flipH="1">
              <a:off x="3897350" y="32912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79"/>
            <p:cNvCxnSpPr>
              <a:cxnSpLocks/>
            </p:cNvCxnSpPr>
            <p:nvPr/>
          </p:nvCxnSpPr>
          <p:spPr>
            <a:xfrm rot="15352941" flipH="1">
              <a:off x="3816559" y="303730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80"/>
            <p:cNvCxnSpPr>
              <a:cxnSpLocks/>
            </p:cNvCxnSpPr>
            <p:nvPr/>
          </p:nvCxnSpPr>
          <p:spPr>
            <a:xfrm rot="15776472" flipH="1">
              <a:off x="3767588" y="277533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2" name="直接连接符 132"/>
          <p:cNvCxnSpPr/>
          <p:nvPr userDrawn="1"/>
        </p:nvCxnSpPr>
        <p:spPr>
          <a:xfrm>
            <a:off x="4840431" y="2195273"/>
            <a:ext cx="1127340" cy="0"/>
          </a:xfrm>
          <a:prstGeom prst="line">
            <a:avLst/>
          </a:prstGeom>
          <a:ln>
            <a:solidFill>
              <a:srgbClr val="F5F0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134"/>
          <p:cNvCxnSpPr/>
          <p:nvPr userDrawn="1"/>
        </p:nvCxnSpPr>
        <p:spPr>
          <a:xfrm>
            <a:off x="6218348" y="2195273"/>
            <a:ext cx="1127340" cy="0"/>
          </a:xfrm>
          <a:prstGeom prst="line">
            <a:avLst/>
          </a:prstGeom>
          <a:ln>
            <a:solidFill>
              <a:srgbClr val="F5F0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椭圆 73"/>
          <p:cNvSpPr/>
          <p:nvPr userDrawn="1"/>
        </p:nvSpPr>
        <p:spPr>
          <a:xfrm>
            <a:off x="5996400" y="2094038"/>
            <a:ext cx="199137" cy="199137"/>
          </a:xfrm>
          <a:prstGeom prst="ellipse">
            <a:avLst/>
          </a:prstGeom>
          <a:noFill/>
          <a:ln>
            <a:solidFill>
              <a:srgbClr val="F5F0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5" name="文本占位符 3"/>
          <p:cNvSpPr>
            <a:spLocks noGrp="1"/>
          </p:cNvSpPr>
          <p:nvPr>
            <p:ph type="body" sz="quarter" idx="12" hasCustomPrompt="1"/>
          </p:nvPr>
        </p:nvSpPr>
        <p:spPr>
          <a:xfrm>
            <a:off x="4837016" y="1471967"/>
            <a:ext cx="2517968" cy="59054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标题</a:t>
            </a:r>
          </a:p>
        </p:txBody>
      </p:sp>
      <p:sp>
        <p:nvSpPr>
          <p:cNvPr id="76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4382780" y="2477356"/>
            <a:ext cx="3415788" cy="71564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4683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183931" y="176048"/>
            <a:ext cx="11824138" cy="6505904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五边形 4"/>
          <p:cNvSpPr/>
          <p:nvPr userDrawn="1"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83588" y="0"/>
            <a:ext cx="587830" cy="74623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0</a:t>
            </a:r>
            <a:endParaRPr kumimoji="1" lang="zh-CN" altLang="en-US" dirty="0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4208707" cy="46442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26217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749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024C36-A057-41D2-8CF8-43459F331E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129916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A396C9B-D1AF-486D-A51D-679299F44C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9F98543-9A8C-43F5-9D45-7C4D827A63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6479B15-98CB-4244-BBCB-6F582476F5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CD18DF-EFA3-4A15-AFB0-2D2F93E7E4E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3467742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字体使用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行距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背景图片出处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英文 </a:t>
            </a:r>
            <a:r>
              <a:rPr kumimoji="0" lang="is-I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Microsoft YaHei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中文 微软雅黑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正文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1.3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cn.bing.com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本网站所提供的任何信息内容（包括但不限于 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PPT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模板、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Word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文档、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Excel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图表、图片素材等）均受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中华人民共和国著作权法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信息网络传播权保护条例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(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包括图片或图表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)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不得被全部或部分的复制、传播、销售，否则将承担法律责任。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41108987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图片素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背景图片素材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0517571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447955" y="4458724"/>
            <a:ext cx="329609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点击</a:t>
            </a:r>
            <a:r>
              <a:rPr kumimoji="1" lang="en-US" altLang="zh-CN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Logo</a:t>
            </a: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获取更多优质模板（放映模式）</a:t>
            </a:r>
          </a:p>
        </p:txBody>
      </p:sp>
      <p:pic>
        <p:nvPicPr>
          <p:cNvPr id="5" name="图片 4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27832"/>
            <a:ext cx="3048000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6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468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7" r:id="rId3"/>
    <p:sldLayoutId id="2147483688" r:id="rId4"/>
    <p:sldLayoutId id="2147483689" r:id="rId5"/>
    <p:sldLayoutId id="2147483685" r:id="rId6"/>
    <p:sldLayoutId id="2147483662" r:id="rId7"/>
    <p:sldLayoutId id="2147483686" r:id="rId8"/>
    <p:sldLayoutId id="2147483690" r:id="rId9"/>
    <p:sldLayoutId id="214748369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592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2" r:id="rId2"/>
    <p:sldLayoutId id="214748368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customXml" Target="../ink/ink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customXml" Target="../ink/ink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customXml" Target="../ink/ink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customXml" Target="../ink/ink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customXml" Target="../ink/ink7.xml"/><Relationship Id="rId4" Type="http://schemas.openxmlformats.org/officeDocument/2006/relationships/image" Target="../media/image7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customXml" Target="../ink/ink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customXml" Target="../ink/ink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customXml" Target="../ink/ink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customXml" Target="../ink/ink11.xml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customXml" Target="../ink/ink12.xml"/><Relationship Id="rId4" Type="http://schemas.openxmlformats.org/officeDocument/2006/relationships/image" Target="../media/image1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customXml" Target="../ink/ink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customXml" Target="../ink/ink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customXml" Target="../ink/ink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mp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77671"/>
                </a:solidFill>
              </a:rPr>
              <a:t>多元函数微分法</a:t>
            </a:r>
            <a:endParaRPr lang="en-US" altLang="zh-CN" dirty="0">
              <a:solidFill>
                <a:srgbClr val="777671"/>
              </a:solidFill>
            </a:endParaRPr>
          </a:p>
          <a:p>
            <a:r>
              <a:rPr lang="zh-CN" altLang="en-US" dirty="0">
                <a:solidFill>
                  <a:srgbClr val="777671"/>
                </a:solidFill>
              </a:rPr>
              <a:t>及其应用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微积分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srgbClr val="777671"/>
                </a:solidFill>
              </a:rPr>
              <a:t>                                   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4373696" y="4530394"/>
            <a:ext cx="3444608" cy="392907"/>
          </a:xfrm>
        </p:spPr>
        <p:txBody>
          <a:bodyPr/>
          <a:lstStyle/>
          <a:p>
            <a:r>
              <a:rPr lang="zh-CN" altLang="en-US" sz="2000" b="1">
                <a:solidFill>
                  <a:srgbClr val="7776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理学院数学系 王玉超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0BA8D7E-40D9-4A09-87C5-5F56A419A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9013" y="2128838"/>
            <a:ext cx="3695749" cy="354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200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多元复合函数的求导法则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1171418" y="924232"/>
            <a:ext cx="9508562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8281A77-A911-4B1D-9A1B-B6760FE636A9}"/>
                  </a:ext>
                </a:extLst>
              </p:cNvPr>
              <p:cNvSpPr/>
              <p:nvPr/>
            </p:nvSpPr>
            <p:spPr>
              <a:xfrm>
                <a:off x="877503" y="1772350"/>
                <a:ext cx="11007703" cy="32254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全微分的定义：如果 </a:t>
                </a:r>
                <a14:m>
                  <m:oMath xmlns:m="http://schemas.openxmlformats.org/officeDocument/2006/math">
                    <m:r>
                      <a:rPr lang="zh-CN" altLang="en-US" sz="3200" b="1" i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𝚫</m:t>
                    </m:r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𝑨</m:t>
                    </m:r>
                    <m:r>
                      <a:rPr lang="zh-CN" altLang="en-US" sz="3200" b="1" i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𝚫</m:t>
                    </m:r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𝑩</m:t>
                    </m:r>
                    <m:r>
                      <a:rPr lang="zh-CN" altLang="en-US" sz="3200" b="1" i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𝚫</m:t>
                    </m:r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𝒐</m:t>
                    </m:r>
                    <m:d>
                      <m:dPr>
                        <m:ctrlP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zh-CN" altLang="en-US" sz="3200" b="1" i="1" kern="0" dirty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𝝆</m:t>
                        </m:r>
                      </m:e>
                    </m:d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 </a:t>
                </a:r>
                <a14:m>
                  <m:oMath xmlns:m="http://schemas.openxmlformats.org/officeDocument/2006/math"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𝒅𝒛</m:t>
                    </m:r>
                    <m:r>
                      <a:rPr lang="en-US" altLang="zh-CN" sz="3200" b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𝑨</m:t>
                    </m:r>
                    <m:r>
                      <a:rPr lang="zh-CN" altLang="en-US" sz="3200" b="1" i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𝚫</m:t>
                    </m:r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𝑩</m:t>
                    </m:r>
                    <m:r>
                      <a:rPr lang="zh-CN" altLang="en-US" sz="3200" b="1" i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𝚫</m:t>
                    </m:r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可微与连续及可偏导的关系；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全微分的几何意义；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全微分在近似计算中的应用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8281A77-A911-4B1D-9A1B-B6760FE636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1772350"/>
                <a:ext cx="11007703" cy="3225498"/>
              </a:xfrm>
              <a:prstGeom prst="rect">
                <a:avLst/>
              </a:prstGeom>
              <a:blipFill>
                <a:blip r:embed="rId2"/>
                <a:stretch>
                  <a:fillRect l="-1440" t="-756" b="-54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48281A77-A911-4B1D-9A1B-B6760FE636A9}"/>
              </a:ext>
            </a:extLst>
          </p:cNvPr>
          <p:cNvSpPr/>
          <p:nvPr/>
        </p:nvSpPr>
        <p:spPr>
          <a:xfrm>
            <a:off x="877503" y="5208399"/>
            <a:ext cx="11007703" cy="1372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链式法则：</a:t>
            </a: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分段用乘，分叉用加，单路全导，叉路偏导</a:t>
            </a:r>
            <a:r>
              <a:rPr lang="en-US" altLang="zh-CN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求导无技巧！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1E336E7F-D782-C02E-65A5-76D4595309C7}"/>
                  </a:ext>
                </a:extLst>
              </p14:cNvPr>
              <p14:cNvContentPartPr/>
              <p14:nvPr/>
            </p14:nvContentPartPr>
            <p14:xfrm>
              <a:off x="946440" y="1694160"/>
              <a:ext cx="7138440" cy="145836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1E336E7F-D782-C02E-65A5-76D4595309C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7080" y="1684800"/>
                <a:ext cx="7157160" cy="147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5258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69" name="Group 41">
            <a:extLst>
              <a:ext uri="{FF2B5EF4-FFF2-40B4-BE49-F238E27FC236}">
                <a16:creationId xmlns:a16="http://schemas.microsoft.com/office/drawing/2014/main" id="{DC0B1D5B-6381-4352-9036-60AEA8D95B1C}"/>
              </a:ext>
            </a:extLst>
          </p:cNvPr>
          <p:cNvGrpSpPr>
            <a:grpSpLocks/>
          </p:cNvGrpSpPr>
          <p:nvPr/>
        </p:nvGrpSpPr>
        <p:grpSpPr bwMode="auto">
          <a:xfrm>
            <a:off x="4310064" y="2443165"/>
            <a:ext cx="425450" cy="576263"/>
            <a:chOff x="1827" y="1663"/>
            <a:chExt cx="333" cy="593"/>
          </a:xfrm>
        </p:grpSpPr>
        <p:sp>
          <p:nvSpPr>
            <p:cNvPr id="18472" name="Line 42">
              <a:extLst>
                <a:ext uri="{FF2B5EF4-FFF2-40B4-BE49-F238E27FC236}">
                  <a16:creationId xmlns:a16="http://schemas.microsoft.com/office/drawing/2014/main" id="{C510A1F8-004D-4A50-ACBE-1A6B474CB0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7" y="1663"/>
              <a:ext cx="333" cy="593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8473" name="Line 43">
              <a:extLst>
                <a:ext uri="{FF2B5EF4-FFF2-40B4-BE49-F238E27FC236}">
                  <a16:creationId xmlns:a16="http://schemas.microsoft.com/office/drawing/2014/main" id="{90825815-3ACF-4A53-9F5B-2D028D3A65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0" y="1759"/>
              <a:ext cx="99" cy="35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572" name="Group 44">
            <a:extLst>
              <a:ext uri="{FF2B5EF4-FFF2-40B4-BE49-F238E27FC236}">
                <a16:creationId xmlns:a16="http://schemas.microsoft.com/office/drawing/2014/main" id="{C894F1B0-598C-4D1C-A7D3-2B159EB6868C}"/>
              </a:ext>
            </a:extLst>
          </p:cNvPr>
          <p:cNvGrpSpPr>
            <a:grpSpLocks/>
          </p:cNvGrpSpPr>
          <p:nvPr/>
        </p:nvGrpSpPr>
        <p:grpSpPr bwMode="auto">
          <a:xfrm>
            <a:off x="5048252" y="1930402"/>
            <a:ext cx="1439862" cy="360362"/>
            <a:chOff x="2208" y="1268"/>
            <a:chExt cx="1060" cy="384"/>
          </a:xfrm>
        </p:grpSpPr>
        <p:sp>
          <p:nvSpPr>
            <p:cNvPr id="18469" name="Line 45">
              <a:extLst>
                <a:ext uri="{FF2B5EF4-FFF2-40B4-BE49-F238E27FC236}">
                  <a16:creationId xmlns:a16="http://schemas.microsoft.com/office/drawing/2014/main" id="{37D93FEB-1600-4CAA-B3E6-6C5FF977F9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385"/>
              <a:ext cx="106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8470" name="Line 46">
              <a:extLst>
                <a:ext uri="{FF2B5EF4-FFF2-40B4-BE49-F238E27FC236}">
                  <a16:creationId xmlns:a16="http://schemas.microsoft.com/office/drawing/2014/main" id="{29B7317B-940C-4248-8050-BD87DBB972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522"/>
              <a:ext cx="106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71" name="Line 47">
              <a:extLst>
                <a:ext uri="{FF2B5EF4-FFF2-40B4-BE49-F238E27FC236}">
                  <a16:creationId xmlns:a16="http://schemas.microsoft.com/office/drawing/2014/main" id="{02D845FC-9C79-41B3-BB33-5F16C5B0F5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1268"/>
              <a:ext cx="144" cy="38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576" name="Group 48">
            <a:extLst>
              <a:ext uri="{FF2B5EF4-FFF2-40B4-BE49-F238E27FC236}">
                <a16:creationId xmlns:a16="http://schemas.microsoft.com/office/drawing/2014/main" id="{5F011FFE-7C77-4FCA-B591-5CA8D89166F0}"/>
              </a:ext>
            </a:extLst>
          </p:cNvPr>
          <p:cNvGrpSpPr>
            <a:grpSpLocks/>
          </p:cNvGrpSpPr>
          <p:nvPr/>
        </p:nvGrpSpPr>
        <p:grpSpPr bwMode="auto">
          <a:xfrm>
            <a:off x="5995990" y="3516314"/>
            <a:ext cx="498475" cy="350838"/>
            <a:chOff x="2858" y="2592"/>
            <a:chExt cx="314" cy="510"/>
          </a:xfrm>
        </p:grpSpPr>
        <p:sp>
          <p:nvSpPr>
            <p:cNvPr id="18467" name="Line 49">
              <a:extLst>
                <a:ext uri="{FF2B5EF4-FFF2-40B4-BE49-F238E27FC236}">
                  <a16:creationId xmlns:a16="http://schemas.microsoft.com/office/drawing/2014/main" id="{76742A5B-7329-46AD-AAFD-23F5914D3C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5" y="2592"/>
              <a:ext cx="0" cy="51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8" name="Line 50">
              <a:extLst>
                <a:ext uri="{FF2B5EF4-FFF2-40B4-BE49-F238E27FC236}">
                  <a16:creationId xmlns:a16="http://schemas.microsoft.com/office/drawing/2014/main" id="{B5872923-4EE2-473F-B488-1B6A194664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8" y="2788"/>
              <a:ext cx="314" cy="11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</p:grpSp>
      <p:sp>
        <p:nvSpPr>
          <p:cNvPr id="22580" name="Line 52">
            <a:extLst>
              <a:ext uri="{FF2B5EF4-FFF2-40B4-BE49-F238E27FC236}">
                <a16:creationId xmlns:a16="http://schemas.microsoft.com/office/drawing/2014/main" id="{8E226528-3D5F-4C98-9CC2-245948BB03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89564" y="3498853"/>
            <a:ext cx="0" cy="395287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/>
          </a:p>
        </p:txBody>
      </p:sp>
      <p:grpSp>
        <p:nvGrpSpPr>
          <p:cNvPr id="22581" name="Group 53">
            <a:extLst>
              <a:ext uri="{FF2B5EF4-FFF2-40B4-BE49-F238E27FC236}">
                <a16:creationId xmlns:a16="http://schemas.microsoft.com/office/drawing/2014/main" id="{39560084-A3F0-4CE2-B8AE-CD2B2016AA0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824664" y="2443165"/>
            <a:ext cx="425450" cy="576263"/>
            <a:chOff x="1827" y="1663"/>
            <a:chExt cx="333" cy="593"/>
          </a:xfrm>
        </p:grpSpPr>
        <p:sp>
          <p:nvSpPr>
            <p:cNvPr id="18465" name="Line 54">
              <a:extLst>
                <a:ext uri="{FF2B5EF4-FFF2-40B4-BE49-F238E27FC236}">
                  <a16:creationId xmlns:a16="http://schemas.microsoft.com/office/drawing/2014/main" id="{7DD866A1-E5D4-4FCD-B86C-AC1F03CC57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7" y="1663"/>
              <a:ext cx="333" cy="59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6" name="Line 55">
              <a:extLst>
                <a:ext uri="{FF2B5EF4-FFF2-40B4-BE49-F238E27FC236}">
                  <a16:creationId xmlns:a16="http://schemas.microsoft.com/office/drawing/2014/main" id="{DD15209F-6220-4E0C-B494-C96EC09E2F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0" y="1759"/>
              <a:ext cx="99" cy="35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606" name="Group 78">
            <a:extLst>
              <a:ext uri="{FF2B5EF4-FFF2-40B4-BE49-F238E27FC236}">
                <a16:creationId xmlns:a16="http://schemas.microsoft.com/office/drawing/2014/main" id="{FDB849A2-74ED-4AD4-B190-94E7F79473D7}"/>
              </a:ext>
            </a:extLst>
          </p:cNvPr>
          <p:cNvGrpSpPr>
            <a:grpSpLocks/>
          </p:cNvGrpSpPr>
          <p:nvPr/>
        </p:nvGrpSpPr>
        <p:grpSpPr bwMode="auto">
          <a:xfrm>
            <a:off x="2906714" y="1833564"/>
            <a:ext cx="5638800" cy="2667000"/>
            <a:chOff x="1776" y="2256"/>
            <a:chExt cx="3552" cy="1680"/>
          </a:xfrm>
        </p:grpSpPr>
        <p:sp>
          <p:nvSpPr>
            <p:cNvPr id="18461" name="Rectangle 64">
              <a:extLst>
                <a:ext uri="{FF2B5EF4-FFF2-40B4-BE49-F238E27FC236}">
                  <a16:creationId xmlns:a16="http://schemas.microsoft.com/office/drawing/2014/main" id="{6ECE2C92-5A44-4DD8-A9FC-0E29030E14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2256"/>
              <a:ext cx="1248" cy="38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4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4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4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4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4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/>
              <a:r>
                <a:rPr lang="zh-CN" altLang="en-US" sz="28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函数可导</a:t>
              </a:r>
            </a:p>
          </p:txBody>
        </p:sp>
        <p:sp>
          <p:nvSpPr>
            <p:cNvPr id="18462" name="Rectangle 65">
              <a:extLst>
                <a:ext uri="{FF2B5EF4-FFF2-40B4-BE49-F238E27FC236}">
                  <a16:creationId xmlns:a16="http://schemas.microsoft.com/office/drawing/2014/main" id="{C18AEEEB-12E8-4555-A3DF-770C51D85F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4" y="2928"/>
              <a:ext cx="1248" cy="3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4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4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4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4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4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/>
              <a:r>
                <a:rPr lang="zh-CN" altLang="en-US" sz="28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函数可微</a:t>
              </a:r>
            </a:p>
          </p:txBody>
        </p:sp>
        <p:sp>
          <p:nvSpPr>
            <p:cNvPr id="18463" name="Rectangle 66">
              <a:extLst>
                <a:ext uri="{FF2B5EF4-FFF2-40B4-BE49-F238E27FC236}">
                  <a16:creationId xmlns:a16="http://schemas.microsoft.com/office/drawing/2014/main" id="{AC3F14EB-A80D-4C81-94F3-5EF4134BED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5" y="3552"/>
              <a:ext cx="1440" cy="38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4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4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4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4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4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/>
              <a:r>
                <a:rPr lang="zh-CN" altLang="en-US" sz="28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偏导数连续</a:t>
              </a:r>
            </a:p>
          </p:txBody>
        </p:sp>
        <p:sp>
          <p:nvSpPr>
            <p:cNvPr id="18464" name="Rectangle 63">
              <a:extLst>
                <a:ext uri="{FF2B5EF4-FFF2-40B4-BE49-F238E27FC236}">
                  <a16:creationId xmlns:a16="http://schemas.microsoft.com/office/drawing/2014/main" id="{BC00D2F7-608D-4B3C-8F20-3714F09959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256"/>
              <a:ext cx="1248" cy="38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4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4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4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4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4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/>
              <a:r>
                <a:rPr lang="zh-CN" altLang="en-US" sz="28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函数连续</a:t>
              </a:r>
              <a:endParaRPr lang="zh-CN" altLang="en-US" sz="2800" b="1" dirty="0"/>
            </a:p>
          </p:txBody>
        </p:sp>
      </p:grpSp>
      <p:sp>
        <p:nvSpPr>
          <p:cNvPr id="22604" name="Freeform 76">
            <a:extLst>
              <a:ext uri="{FF2B5EF4-FFF2-40B4-BE49-F238E27FC236}">
                <a16:creationId xmlns:a16="http://schemas.microsoft.com/office/drawing/2014/main" id="{8D16F07F-FBA2-44A7-AC09-BAE9FC32C99C}"/>
              </a:ext>
            </a:extLst>
          </p:cNvPr>
          <p:cNvSpPr>
            <a:spLocks/>
          </p:cNvSpPr>
          <p:nvPr/>
        </p:nvSpPr>
        <p:spPr bwMode="auto">
          <a:xfrm>
            <a:off x="6792914" y="2443164"/>
            <a:ext cx="990600" cy="762000"/>
          </a:xfrm>
          <a:custGeom>
            <a:avLst/>
            <a:gdLst>
              <a:gd name="T0" fmla="*/ 0 w 624"/>
              <a:gd name="T1" fmla="*/ 762000 h 480"/>
              <a:gd name="T2" fmla="*/ 990600 w 624"/>
              <a:gd name="T3" fmla="*/ 762000 h 480"/>
              <a:gd name="T4" fmla="*/ 990600 w 624"/>
              <a:gd name="T5" fmla="*/ 0 h 48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24" h="480">
                <a:moveTo>
                  <a:pt x="0" y="480"/>
                </a:moveTo>
                <a:lnTo>
                  <a:pt x="624" y="480"/>
                </a:lnTo>
                <a:lnTo>
                  <a:pt x="624" y="0"/>
                </a:ln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2605" name="Freeform 77">
            <a:extLst>
              <a:ext uri="{FF2B5EF4-FFF2-40B4-BE49-F238E27FC236}">
                <a16:creationId xmlns:a16="http://schemas.microsoft.com/office/drawing/2014/main" id="{086ABF8C-2102-4E06-9143-DFFB8443700F}"/>
              </a:ext>
            </a:extLst>
          </p:cNvPr>
          <p:cNvSpPr>
            <a:spLocks/>
          </p:cNvSpPr>
          <p:nvPr/>
        </p:nvSpPr>
        <p:spPr bwMode="auto">
          <a:xfrm flipH="1">
            <a:off x="3744914" y="2443164"/>
            <a:ext cx="990600" cy="762000"/>
          </a:xfrm>
          <a:custGeom>
            <a:avLst/>
            <a:gdLst>
              <a:gd name="T0" fmla="*/ 0 w 624"/>
              <a:gd name="T1" fmla="*/ 762000 h 480"/>
              <a:gd name="T2" fmla="*/ 990600 w 624"/>
              <a:gd name="T3" fmla="*/ 762000 h 480"/>
              <a:gd name="T4" fmla="*/ 990600 w 624"/>
              <a:gd name="T5" fmla="*/ 0 h 48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24" h="480">
                <a:moveTo>
                  <a:pt x="0" y="480"/>
                </a:moveTo>
                <a:lnTo>
                  <a:pt x="624" y="480"/>
                </a:lnTo>
                <a:lnTo>
                  <a:pt x="624" y="0"/>
                </a:ln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A710C06-6900-43E0-8673-1827E85913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27CFC3-F967-4728-86A0-A8E69E989C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全微分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78727ECD-B724-7B9A-13FA-24114ACAA032}"/>
                  </a:ext>
                </a:extLst>
              </p14:cNvPr>
              <p14:cNvContentPartPr/>
              <p14:nvPr/>
            </p14:nvContentPartPr>
            <p14:xfrm>
              <a:off x="7081200" y="1227600"/>
              <a:ext cx="1446480" cy="66420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78727ECD-B724-7B9A-13FA-24114ACAA03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71840" y="1218240"/>
                <a:ext cx="1465200" cy="68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1374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2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22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2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2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第四节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多元复合函数</a:t>
            </a:r>
            <a:r>
              <a:rPr kumimoji="1" lang="zh-CN" altLang="en-US"/>
              <a:t>的求导</a:t>
            </a:r>
            <a:endParaRPr kumimoji="1" lang="en-US" altLang="zh-CN"/>
          </a:p>
          <a:p>
            <a:r>
              <a:rPr kumimoji="1" lang="zh-CN" altLang="en-US"/>
              <a:t>法则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1296620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多元复合函数的求导法则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/>
              <p:nvPr/>
            </p:nvSpPr>
            <p:spPr>
              <a:xfrm>
                <a:off x="877500" y="805552"/>
                <a:ext cx="10971061" cy="33398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𝝋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</m:oMath>
                </a14:m>
                <a:r>
                  <a:rPr lang="en-US" altLang="zh-CN" sz="3200" b="1" i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在点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具有对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及对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的偏导数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，函数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在对应点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可微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，则复合函数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[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𝝋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]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在点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处的偏导数存在，且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𝝏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</m:num>
                        <m:den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𝝏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𝒙</m:t>
                          </m:r>
                        </m:den>
                      </m:f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𝝏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𝒇</m:t>
                          </m:r>
                        </m:num>
                        <m:den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𝝏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den>
                      </m:f>
                      <m:r>
                        <a:rPr lang="en-US" altLang="zh-CN" sz="3200" b="1" i="1" kern="0" dirty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𝝏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num>
                        <m:den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𝝏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𝒙</m:t>
                          </m:r>
                        </m:den>
                      </m:f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𝝏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𝒇</m:t>
                          </m:r>
                        </m:num>
                        <m:den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𝝏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𝒙</m:t>
                          </m:r>
                        </m:den>
                      </m:f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  </m:t>
                      </m:r>
                      <m:f>
                        <m:f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𝝏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</m:num>
                        <m:den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𝝏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𝒚</m:t>
                          </m:r>
                        </m:den>
                      </m:f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𝝏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𝒇</m:t>
                          </m:r>
                        </m:num>
                        <m:den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𝝏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den>
                      </m:f>
                      <m:r>
                        <a:rPr lang="en-US" altLang="zh-CN" sz="3200" b="1" i="1" kern="0" dirty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𝝏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num>
                        <m:den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𝝏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𝒚</m:t>
                          </m:r>
                        </m:den>
                      </m:f>
                      <m:r>
                        <a:rPr lang="en-US" altLang="zh-CN" sz="3200" b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𝝏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𝒇</m:t>
                          </m:r>
                        </m:num>
                        <m:den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𝝏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𝒚</m:t>
                          </m:r>
                        </m:den>
                      </m:f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D515F46-332B-4BDD-9881-1741103A8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805552"/>
                <a:ext cx="10971061" cy="3339889"/>
              </a:xfrm>
              <a:prstGeom prst="rect">
                <a:avLst/>
              </a:prstGeom>
              <a:blipFill rotWithShape="1">
                <a:blip r:embed="rId2"/>
                <a:stretch>
                  <a:fillRect l="-1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0" y="4389651"/>
                <a:ext cx="10730306" cy="16679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den>
                    </m:f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den>
                    </m:f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不同，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den>
                    </m:f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是固定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[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𝝋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]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den>
                    </m:f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是固定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中的第一个、第三个变量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4389651"/>
                <a:ext cx="10730306" cy="1667957"/>
              </a:xfrm>
              <a:prstGeom prst="rect">
                <a:avLst/>
              </a:prstGeom>
              <a:blipFill rotWithShape="1">
                <a:blip r:embed="rId3"/>
                <a:stretch>
                  <a:fillRect l="-1477" b="-72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FCC9F62-05B4-7353-CF5A-602971CE6CEF}"/>
                  </a:ext>
                </a:extLst>
              </p14:cNvPr>
              <p14:cNvContentPartPr/>
              <p14:nvPr/>
            </p14:nvContentPartPr>
            <p14:xfrm>
              <a:off x="334440" y="2025000"/>
              <a:ext cx="11594160" cy="345384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FCC9F62-05B4-7353-CF5A-602971CE6C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5080" y="2015640"/>
                <a:ext cx="11612880" cy="347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220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kumimoji="1" lang="zh-CN" altLang="en-US" dirty="0"/>
              <a:t>多元复合函数的求导法则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844598" cy="17478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：设函数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𝒗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可微，而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𝒖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𝒗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𝒗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有一阶偏导数，求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den>
                    </m:f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844598" cy="1747851"/>
              </a:xfrm>
              <a:prstGeom prst="rect">
                <a:avLst/>
              </a:prstGeom>
              <a:blipFill rotWithShape="1">
                <a:blip r:embed="rId2"/>
                <a:stretch>
                  <a:fillRect l="-1461" t="-1394" b="-6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2" y="5504876"/>
                <a:ext cx="10730306" cy="11076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𝒖</m:t>
                        </m:r>
                      </m:den>
                    </m:f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𝒖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𝒗</m:t>
                        </m:r>
                      </m:den>
                    </m:f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𝒗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𝒖</m:t>
                        </m:r>
                      </m:den>
                    </m:f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𝒖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𝒗</m:t>
                        </m:r>
                      </m:den>
                    </m:f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𝒗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504876"/>
                <a:ext cx="10730306" cy="1107676"/>
              </a:xfrm>
              <a:prstGeom prst="rect">
                <a:avLst/>
              </a:prstGeom>
              <a:blipFill rotWithShape="1">
                <a:blip r:embed="rId3"/>
                <a:stretch>
                  <a:fillRect l="-14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502" y="2881791"/>
                <a:ext cx="11007703" cy="26530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                                                       </a:t>
                </a:r>
                <a14:m>
                  <m:oMath xmlns:m="http://schemas.openxmlformats.org/officeDocument/2006/math"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endParaRPr lang="en-US" altLang="zh-CN" sz="3200" b="1" i="1" kern="0" dirty="0">
                  <a:solidFill>
                    <a:srgbClr val="676661"/>
                  </a:solidFill>
                  <a:latin typeface="Cambria Math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                                  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𝒚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𝒛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                                 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𝒖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                                                                         </m:t>
                      </m:r>
                    </m:oMath>
                  </m:oMathPara>
                </a14:m>
                <a:endParaRPr lang="en-US" altLang="zh-CN" sz="3200" b="1" i="1" kern="0" dirty="0">
                  <a:solidFill>
                    <a:srgbClr val="676661"/>
                  </a:solidFill>
                  <a:latin typeface="Cambria Math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𝒗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                                      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2881791"/>
                <a:ext cx="11007703" cy="265303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箭头连接符 11"/>
          <p:cNvCxnSpPr/>
          <p:nvPr/>
        </p:nvCxnSpPr>
        <p:spPr>
          <a:xfrm>
            <a:off x="1773572" y="4610100"/>
            <a:ext cx="2595228" cy="5969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1818022" y="4610100"/>
            <a:ext cx="2506328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V="1">
            <a:off x="4892475" y="3351842"/>
            <a:ext cx="2752925" cy="185515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V="1">
            <a:off x="4989490" y="3351842"/>
            <a:ext cx="2655910" cy="125729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1773572" y="3351842"/>
            <a:ext cx="5871828" cy="125825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0815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kumimoji="1" lang="zh-CN" altLang="en-US" dirty="0"/>
              <a:t>多元复合函数的求导法则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844598" cy="10261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：设函数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𝒇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是可微函数，求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b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sub>
                    </m:sSub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b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844598" cy="1026178"/>
              </a:xfrm>
              <a:prstGeom prst="rect">
                <a:avLst/>
              </a:prstGeom>
              <a:blipFill rotWithShape="1">
                <a:blip r:embed="rId2"/>
                <a:stretch>
                  <a:fillRect l="-1461" b="-17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2" y="5123876"/>
                <a:ext cx="10730306" cy="11373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b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sub>
                    </m:sSub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′</m:t>
                        </m:r>
                      </m:sup>
                    </m:sSub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den>
                    </m:f>
                    <m:sSubSup>
                      <m:sSub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′</m:t>
                        </m:r>
                      </m:sup>
                    </m:sSub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;</m:t>
                    </m:r>
                    <m:sSub>
                      <m:sSubPr>
                        <m:ctrlP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b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sub>
                    </m:sSub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−</m:t>
                    </m:r>
                    <m:sSubSup>
                      <m:sSub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′</m:t>
                        </m:r>
                      </m:sup>
                    </m:sSub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−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den>
                    </m:f>
                    <m:sSubSup>
                      <m:sSub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′</m:t>
                        </m:r>
                      </m:sup>
                    </m:sSub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123876"/>
                <a:ext cx="10730306" cy="1137363"/>
              </a:xfrm>
              <a:prstGeom prst="rect">
                <a:avLst/>
              </a:prstGeom>
              <a:blipFill rotWithShape="1">
                <a:blip r:embed="rId3"/>
                <a:stretch>
                  <a:fillRect l="-14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8AE90EF6-9684-A4E9-D6F6-15F963DB5E34}"/>
                  </a:ext>
                </a:extLst>
              </p14:cNvPr>
              <p14:cNvContentPartPr/>
              <p14:nvPr/>
            </p14:nvContentPartPr>
            <p14:xfrm>
              <a:off x="761400" y="1514520"/>
              <a:ext cx="10950480" cy="475920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8AE90EF6-9684-A4E9-D6F6-15F963DB5E3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2040" y="1505160"/>
                <a:ext cx="10969200" cy="477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3839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kumimoji="1" lang="zh-CN" altLang="en-US" dirty="0"/>
              <a:t>多元复合函数的求导法则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844598" cy="14055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：设函数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−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𝝋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𝝋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可微，求 </a:t>
                </a:r>
                <a14:m>
                  <m:oMath xmlns:m="http://schemas.openxmlformats.org/officeDocument/2006/math"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  <m:sSub>
                      <m:sSubPr>
                        <m:ctrlP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b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sub>
                    </m:sSub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sSub>
                      <m:sSubPr>
                        <m:ctrlP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b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844598" cy="1405513"/>
              </a:xfrm>
              <a:prstGeom prst="rect">
                <a:avLst/>
              </a:prstGeom>
              <a:blipFill rotWithShape="1">
                <a:blip r:embed="rId2"/>
                <a:stretch>
                  <a:fillRect l="-1461" t="-866" b="-99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2" y="5123876"/>
                <a:ext cx="10730306" cy="7555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  <m:sSubSup>
                      <m:sSub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′</m:t>
                        </m:r>
                      </m:sup>
                    </m:sSub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123876"/>
                <a:ext cx="10730306" cy="755591"/>
              </a:xfrm>
              <a:prstGeom prst="rect">
                <a:avLst/>
              </a:prstGeom>
              <a:blipFill rotWithShape="1">
                <a:blip r:embed="rId3"/>
                <a:stretch>
                  <a:fillRect l="-1477" t="-813" b="-138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ADD5FECD-56EC-CFD4-9014-35D5FA320F79}"/>
                  </a:ext>
                </a:extLst>
              </p14:cNvPr>
              <p14:cNvContentPartPr/>
              <p14:nvPr/>
            </p14:nvContentPartPr>
            <p14:xfrm>
              <a:off x="1261800" y="478800"/>
              <a:ext cx="10752840" cy="533916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ADD5FECD-56EC-CFD4-9014-35D5FA320F7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52440" y="469440"/>
                <a:ext cx="10771560" cy="535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2918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kumimoji="1" lang="zh-CN" altLang="en-US" dirty="0"/>
              <a:t>多元复合函数的求导法则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844598" cy="18970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：设函数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可微，作变换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𝒓</m:t>
                    </m:r>
                    <m:func>
                      <m:func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b="0" i="0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zh-CN" altLang="en-US" sz="3200" b="0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𝜽</m:t>
                        </m:r>
                      </m:e>
                    </m:fun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𝒓</m:t>
                    </m:r>
                    <m:func>
                      <m:func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b="0" i="0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sin</m:t>
                        </m:r>
                      </m:fName>
                      <m:e>
                        <m:r>
                          <a:rPr lang="zh-CN" altLang="en-US" sz="3200" b="0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𝜽</m:t>
                        </m:r>
                      </m:e>
                    </m:fun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，试将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𝒛</m:t>
                                </m:r>
                              </m:num>
                              <m:den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𝒛</m:t>
                                </m:r>
                              </m:num>
                              <m:den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化为以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𝒓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𝜽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为变量的形式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844598" cy="1897058"/>
              </a:xfrm>
              <a:prstGeom prst="rect">
                <a:avLst/>
              </a:prstGeom>
              <a:blipFill rotWithShape="1">
                <a:blip r:embed="rId2"/>
                <a:stretch>
                  <a:fillRect l="-1461" t="-1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2" y="5123876"/>
                <a:ext cx="10730306" cy="11931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𝒛</m:t>
                                </m:r>
                              </m:num>
                              <m:den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𝒓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𝒓</m:t>
                                </m:r>
                              </m:den>
                            </m:f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Cambria Math"/>
                              </a:rPr>
                              <m:t>∙</m:t>
                            </m:r>
                            <m:f>
                              <m:f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𝒛</m:t>
                                </m:r>
                              </m:num>
                              <m:den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zh-CN" altLang="en-US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𝜽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123876"/>
                <a:ext cx="10730306" cy="1193147"/>
              </a:xfrm>
              <a:prstGeom prst="rect">
                <a:avLst/>
              </a:prstGeom>
              <a:blipFill rotWithShape="1">
                <a:blip r:embed="rId3"/>
                <a:stretch>
                  <a:fillRect l="-14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83371D72-D946-80DC-8ABF-E9ABCA354814}"/>
                  </a:ext>
                </a:extLst>
              </p14:cNvPr>
              <p14:cNvContentPartPr/>
              <p14:nvPr/>
            </p14:nvContentPartPr>
            <p14:xfrm>
              <a:off x="1082160" y="393480"/>
              <a:ext cx="11089440" cy="628236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83371D72-D946-80DC-8ABF-E9ABCA35481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72800" y="384120"/>
                <a:ext cx="11108160" cy="630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3569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kumimoji="1" lang="zh-CN" altLang="en-US" dirty="0"/>
              <a:t>多元复合函数的求导法则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844598" cy="11293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：设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𝒇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有连续二阶偏导数，求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𝝏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𝒛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𝝏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𝒛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den>
                    </m:f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844598" cy="1129348"/>
              </a:xfrm>
              <a:prstGeom prst="rect">
                <a:avLst/>
              </a:prstGeom>
              <a:blipFill rotWithShape="1">
                <a:blip r:embed="rId2"/>
                <a:stretch>
                  <a:fillRect l="-1461" r="-112" b="-21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2" y="2573267"/>
                <a:ext cx="10730306" cy="10970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𝟏𝟏</m:t>
                        </m:r>
                      </m:sub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′′</m:t>
                        </m:r>
                      </m:sup>
                    </m:sSubSup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𝟐</m:t>
                    </m:r>
                    <m:sSubSup>
                      <m:sSub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′′</m:t>
                        </m:r>
                      </m:sup>
                    </m:sSub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den>
                    </m:f>
                    <m:sSubSup>
                      <m:sSub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′′</m:t>
                        </m:r>
                      </m:sup>
                    </m:sSub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;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2573267"/>
                <a:ext cx="10730306" cy="1097032"/>
              </a:xfrm>
              <a:prstGeom prst="rect">
                <a:avLst/>
              </a:prstGeom>
              <a:blipFill rotWithShape="1">
                <a:blip r:embed="rId3"/>
                <a:stretch>
                  <a:fillRect l="-14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2" y="3874320"/>
                <a:ext cx="10730306" cy="10970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𝟏𝟏</m:t>
                        </m:r>
                      </m:sub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′′</m:t>
                        </m:r>
                      </m:sup>
                    </m:sSub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sSubSup>
                      <m:sSub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′</m:t>
                        </m:r>
                      </m:sup>
                    </m:sSub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−</m:t>
                    </m:r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𝟑</m:t>
                            </m:r>
                          </m:sup>
                        </m:sSup>
                      </m:den>
                    </m:f>
                    <m:sSubSup>
                      <m:sSub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′′</m:t>
                        </m:r>
                      </m:sup>
                    </m:sSub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−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den>
                    </m:f>
                    <m:sSubSup>
                      <m:sSub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′</m:t>
                        </m:r>
                      </m:sup>
                    </m:sSub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3874320"/>
                <a:ext cx="10730306" cy="1097032"/>
              </a:xfrm>
              <a:prstGeom prst="rect">
                <a:avLst/>
              </a:prstGeom>
              <a:blipFill rotWithShape="1">
                <a:blip r:embed="rId4"/>
                <a:stretch>
                  <a:fillRect l="-14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4622518A-40F3-4FFE-BD89-DB7260806D42}"/>
              </a:ext>
            </a:extLst>
          </p:cNvPr>
          <p:cNvSpPr/>
          <p:nvPr/>
        </p:nvSpPr>
        <p:spPr>
          <a:xfrm>
            <a:off x="877502" y="5306632"/>
            <a:ext cx="10730306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二阶偏导数连续，因此可以合并混合偏导数项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00148EFE-97D8-7A9F-DEEF-BAC2294F0AB9}"/>
                  </a:ext>
                </a:extLst>
              </p14:cNvPr>
              <p14:cNvContentPartPr/>
              <p14:nvPr/>
            </p14:nvContentPartPr>
            <p14:xfrm>
              <a:off x="267120" y="258120"/>
              <a:ext cx="11791440" cy="621396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00148EFE-97D8-7A9F-DEEF-BAC2294F0AB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7760" y="248760"/>
                <a:ext cx="11810160" cy="623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7472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kumimoji="1" lang="zh-CN" altLang="en-US" dirty="0"/>
              <a:t>多元复合函数的求导法则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844598" cy="9770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9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：设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𝑭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sub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sup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𝒕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𝒕</m:t>
                                </m:r>
                              </m:e>
                              <m:sup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</m:e>
                        </m:d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𝒅𝒕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𝒇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可微，求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𝑭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𝒙𝒚</m:t>
                        </m:r>
                      </m:sub>
                    </m:sSub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844598" cy="977062"/>
              </a:xfrm>
              <a:prstGeom prst="rect">
                <a:avLst/>
              </a:prstGeom>
              <a:blipFill rotWithShape="1">
                <a:blip r:embed="rId2"/>
                <a:stretch>
                  <a:fillRect l="-1461" b="-68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2" y="4971476"/>
                <a:ext cx="10730306" cy="6648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𝟐</m:t>
                    </m:r>
                    <m:sSubSup>
                      <m:sSub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′</m:t>
                        </m:r>
                      </m:sup>
                    </m:sSub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  <m:sSubSup>
                      <m:sSub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′</m:t>
                        </m:r>
                      </m:sup>
                    </m:sSub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4971476"/>
                <a:ext cx="10730306" cy="664862"/>
              </a:xfrm>
              <a:prstGeom prst="rect">
                <a:avLst/>
              </a:prstGeom>
              <a:blipFill rotWithShape="1">
                <a:blip r:embed="rId3"/>
                <a:stretch>
                  <a:fillRect l="-1477" t="-3670" b="-25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A9E630D6-6EAA-2DA4-D034-EDF060132899}"/>
                  </a:ext>
                </a:extLst>
              </p14:cNvPr>
              <p14:cNvContentPartPr/>
              <p14:nvPr/>
            </p14:nvContentPartPr>
            <p14:xfrm>
              <a:off x="982440" y="161640"/>
              <a:ext cx="11082240" cy="430848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A9E630D6-6EAA-2DA4-D034-EDF06013289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3080" y="152280"/>
                <a:ext cx="11100960" cy="432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0994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kumimoji="1" lang="zh-CN" altLang="en-US" dirty="0"/>
              <a:t>多元复合函数的求导法则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730306" cy="15376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：设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一阶偏导数连续，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𝒇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𝟐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求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730306" cy="1537600"/>
              </a:xfrm>
              <a:prstGeom prst="rect">
                <a:avLst/>
              </a:prstGeom>
              <a:blipFill rotWithShape="1">
                <a:blip r:embed="rId2"/>
                <a:stretch>
                  <a:fillRect l="-1477" b="-67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2" y="4971476"/>
                <a:ext cx="10730306" cy="6778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𝟑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4971476"/>
                <a:ext cx="10730306" cy="677814"/>
              </a:xfrm>
              <a:prstGeom prst="rect">
                <a:avLst/>
              </a:prstGeom>
              <a:blipFill rotWithShape="1">
                <a:blip r:embed="rId3"/>
                <a:stretch>
                  <a:fillRect l="-1477" t="-1802" b="-252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105B68FE-6793-66F9-7A1F-F40307E4CE4E}"/>
                  </a:ext>
                </a:extLst>
              </p14:cNvPr>
              <p14:cNvContentPartPr/>
              <p14:nvPr/>
            </p14:nvContentPartPr>
            <p14:xfrm>
              <a:off x="910440" y="393840"/>
              <a:ext cx="11198160" cy="557640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105B68FE-6793-66F9-7A1F-F40307E4CE4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1080" y="384480"/>
                <a:ext cx="11216880" cy="559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0434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kumimoji="1" lang="zh-CN" altLang="en-US" dirty="0"/>
              <a:t>多元复合函数的求导法则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730306" cy="18062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：若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在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处可微，且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𝒇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sub>
                      <m:sup/>
                    </m:sSubSup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sSubSup>
                      <m:sSub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sub>
                      <m:sup/>
                    </m:sSubSup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𝟐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求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Cambria Math"/>
                              </a:rPr>
                              <m:t>𝟎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Cambria Math"/>
                                  </a:rPr>
                                  <m:t>𝟏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Cambria Math"/>
                                  </a:rPr>
                                  <m:t>+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Cambria Math"/>
                                  </a:rPr>
                                  <m:t>𝒇</m:t>
                                </m:r>
                                <m:d>
                                  <m:dPr>
                                    <m:ctrlP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𝒙</m:t>
                                    </m:r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,</m:t>
                                    </m:r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𝟐</m:t>
                                    </m:r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𝒙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f>
                              <m:fPr>
                                <m:ctrl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Cambria Math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Cambria Math"/>
                                  </a:rPr>
                                  <m:t>𝒙</m:t>
                                </m:r>
                              </m:den>
                            </m:f>
                          </m:sup>
                        </m:sSup>
                      </m:e>
                    </m:fun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730306" cy="1806200"/>
              </a:xfrm>
              <a:prstGeom prst="rect">
                <a:avLst/>
              </a:prstGeom>
              <a:blipFill rotWithShape="1">
                <a:blip r:embed="rId2"/>
                <a:stretch>
                  <a:fillRect l="-1477" t="-13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2" y="4971476"/>
                <a:ext cx="10730306" cy="6862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𝟓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4971476"/>
                <a:ext cx="10730306" cy="686278"/>
              </a:xfrm>
              <a:prstGeom prst="rect">
                <a:avLst/>
              </a:prstGeom>
              <a:blipFill rotWithShape="1">
                <a:blip r:embed="rId3"/>
                <a:stretch>
                  <a:fillRect l="-1477" t="-893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3C772850-40EF-2F44-6AEA-4C7D77219A49}"/>
                  </a:ext>
                </a:extLst>
              </p14:cNvPr>
              <p14:cNvContentPartPr/>
              <p14:nvPr/>
            </p14:nvContentPartPr>
            <p14:xfrm>
              <a:off x="1447200" y="376200"/>
              <a:ext cx="10519560" cy="641808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3C772850-40EF-2F44-6AEA-4C7D77219A4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37840" y="366840"/>
                <a:ext cx="10538280" cy="643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9250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多元复合函数的求导法则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EC35EFD-700C-4B1E-A376-D26683D7405B}"/>
              </a:ext>
            </a:extLst>
          </p:cNvPr>
          <p:cNvSpPr/>
          <p:nvPr/>
        </p:nvSpPr>
        <p:spPr>
          <a:xfrm>
            <a:off x="859179" y="750973"/>
            <a:ext cx="9508562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一元复合函数的微分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/>
              <p:nvPr/>
            </p:nvSpPr>
            <p:spPr>
              <a:xfrm>
                <a:off x="859179" y="1440518"/>
                <a:ext cx="10971061" cy="25886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𝒈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处可导，而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在相应点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𝒈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处可导，则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[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𝒈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)]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在点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处也可导，且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3200" b="1" i="1" kern="0" dirty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3200" b="1" i="1" kern="0" dirty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𝒅𝒚</m:t>
                          </m:r>
                        </m:num>
                        <m:den>
                          <m:r>
                            <a:rPr lang="en-US" altLang="zh-CN" sz="3200" b="1" i="1" kern="0" dirty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𝒅𝒙</m:t>
                          </m:r>
                        </m:den>
                      </m:f>
                      <m:r>
                        <a:rPr lang="en-US" altLang="zh-CN" sz="3200" b="1" i="1" kern="0" dirty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𝒇</m:t>
                          </m:r>
                        </m:e>
                        <m:sup>
                          <m: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</m:d>
                      <m:r>
                        <a:rPr lang="en-US" altLang="zh-CN" sz="3200" b="1" i="1" kern="0" dirty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𝒈</m:t>
                      </m:r>
                      <m:r>
                        <a:rPr lang="en-US" altLang="zh-CN" sz="3200" b="1" i="1" kern="0" dirty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′(</m:t>
                      </m:r>
                      <m:r>
                        <a:rPr lang="en-US" altLang="zh-CN" sz="3200" b="1" i="1" kern="0" dirty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𝒙</m:t>
                      </m:r>
                      <m:r>
                        <a:rPr lang="en-US" altLang="zh-CN" sz="3200" b="1" i="1" kern="0" dirty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  <m:r>
                        <m:rPr>
                          <m:nor/>
                        </m:rPr>
                        <a:rPr lang="en-US" altLang="zh-CN" sz="3200" b="1" i="0" kern="0" dirty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m:rPr>
                          <m:nor/>
                        </m:rPr>
                        <a:rPr lang="zh-CN" altLang="en-US" sz="3200" b="1" kern="0" dirty="0">
                          <a:solidFill>
                            <a:srgbClr val="6766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m:t>或</m:t>
                      </m:r>
                      <m:r>
                        <m:rPr>
                          <m:nor/>
                        </m:rPr>
                        <a:rPr lang="en-US" altLang="zh-CN" sz="3200" b="1" i="0" kern="0" dirty="0" smtClean="0">
                          <a:solidFill>
                            <a:srgbClr val="6766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m:t> </m:t>
                      </m:r>
                      <m:f>
                        <m:fPr>
                          <m:ctrlP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𝒅𝒚</m:t>
                          </m:r>
                        </m:num>
                        <m:den>
                          <m: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𝒅𝒙</m:t>
                          </m:r>
                        </m:den>
                      </m:f>
                      <m:r>
                        <a:rPr lang="en-US" altLang="zh-CN" sz="3200" b="1" i="1" kern="0" dirty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kern="0" dirty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3200" b="1" i="1" kern="0" dirty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𝒅𝒚</m:t>
                          </m:r>
                        </m:num>
                        <m:den>
                          <m:r>
                            <a:rPr lang="en-US" altLang="zh-CN" sz="3200" b="1" i="1" kern="0" dirty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</m:t>
                          </m:r>
                          <m: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den>
                      </m:f>
                      <m:r>
                        <a:rPr lang="en-US" altLang="zh-CN" sz="3200" b="1" i="1" kern="0" dirty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sz="3200" b="1" i="1" kern="0" dirty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3200" b="1" i="1" kern="0" dirty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</m:t>
                          </m:r>
                          <m: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num>
                        <m:den>
                          <m:r>
                            <a:rPr lang="en-US" altLang="zh-CN" sz="3200" b="1" i="1" kern="0" dirty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</m:t>
                          </m:r>
                          <m: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𝒙</m:t>
                          </m:r>
                        </m:den>
                      </m:f>
                      <m:r>
                        <a:rPr lang="en-US" altLang="zh-CN" sz="3200" b="1" i="0" kern="0" dirty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D515F46-332B-4BDD-9881-1741103A8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179" y="1440518"/>
                <a:ext cx="10971061" cy="2588657"/>
              </a:xfrm>
              <a:prstGeom prst="rect">
                <a:avLst/>
              </a:prstGeom>
              <a:blipFill rotWithShape="1">
                <a:blip r:embed="rId2"/>
                <a:stretch>
                  <a:fillRect l="-1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18E2A609-6ACD-4616-AFAB-304146FC8C8E}"/>
                  </a:ext>
                </a:extLst>
              </p:cNvPr>
              <p:cNvSpPr/>
              <p:nvPr/>
            </p:nvSpPr>
            <p:spPr>
              <a:xfrm>
                <a:off x="859179" y="4051793"/>
                <a:ext cx="11007703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𝒅𝒚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𝒇</m:t>
                        </m:r>
                      </m:e>
                      <m:sup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′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𝒈</m:t>
                        </m:r>
                        <m:d>
                          <m:dPr>
                            <m:ctrlPr>
                              <a:rPr lang="en-US" altLang="zh-CN" sz="3200" b="1" i="1" kern="0" dirty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 dirty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</m:d>
                      </m:e>
                    </m:d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∙</m:t>
                    </m:r>
                    <m:sSup>
                      <m:sSupPr>
                        <m:ctrlP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𝒈</m:t>
                        </m:r>
                      </m:e>
                      <m:sup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</m:d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𝒅𝒙</m:t>
                    </m:r>
                    <m:r>
                      <a:rPr lang="en-US" altLang="zh-CN" sz="3200" b="1" i="0" kern="0" dirty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;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8E2A609-6ACD-4616-AFAB-304146FC8C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179" y="4051793"/>
                <a:ext cx="11007703" cy="664797"/>
              </a:xfrm>
              <a:prstGeom prst="rect">
                <a:avLst/>
              </a:prstGeom>
              <a:blipFill rotWithShape="1">
                <a:blip r:embed="rId3"/>
                <a:stretch>
                  <a:fillRect l="-1440" t="-3670" b="-25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18E2A609-6ACD-4616-AFAB-304146FC8C8E}"/>
                  </a:ext>
                </a:extLst>
              </p:cNvPr>
              <p:cNvSpPr/>
              <p:nvPr/>
            </p:nvSpPr>
            <p:spPr>
              <a:xfrm>
                <a:off x="877501" y="4955182"/>
                <a:ext cx="11007703" cy="1372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微分形式不变性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：不论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𝒖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是自变量还是中间变量，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的一阶微分形式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𝒅𝒚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𝒇</m:t>
                        </m:r>
                      </m:e>
                      <m:sup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𝒖</m:t>
                        </m:r>
                      </m:e>
                    </m:d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𝒅𝒖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一样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8E2A609-6ACD-4616-AFAB-304146FC8C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4955182"/>
                <a:ext cx="11007703" cy="1372683"/>
              </a:xfrm>
              <a:prstGeom prst="rect">
                <a:avLst/>
              </a:prstGeom>
              <a:blipFill rotWithShape="1">
                <a:blip r:embed="rId4"/>
                <a:stretch>
                  <a:fillRect l="-1440" t="-1778" b="-9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49F923DE-E436-3A64-B911-1884747D8C87}"/>
                  </a:ext>
                </a:extLst>
              </p14:cNvPr>
              <p14:cNvContentPartPr/>
              <p14:nvPr/>
            </p14:nvContentPartPr>
            <p14:xfrm>
              <a:off x="5121360" y="4408200"/>
              <a:ext cx="6697440" cy="198396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49F923DE-E436-3A64-B911-1884747D8C8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12000" y="4398840"/>
                <a:ext cx="6716160" cy="200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3778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多元复合函数的求导法则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499" y="1330633"/>
                <a:ext cx="10760480" cy="19498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设函数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𝒗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具有连续偏导数，则当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𝒗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为自变量时，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𝒅𝒛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𝝏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</m:num>
                        <m:den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𝝏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den>
                      </m:f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𝒅𝒖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𝝏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</m:num>
                        <m:den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𝝏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𝒗</m:t>
                          </m:r>
                        </m:den>
                      </m:f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𝒅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𝒗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9" y="1330633"/>
                <a:ext cx="10760480" cy="1949829"/>
              </a:xfrm>
              <a:prstGeom prst="rect">
                <a:avLst/>
              </a:prstGeom>
              <a:blipFill rotWithShape="1">
                <a:blip r:embed="rId2"/>
                <a:stretch>
                  <a:fillRect l="-1473" r="-51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877499" y="660513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二、一阶全微分形式不变性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554A284-A5FE-4929-9332-410292517C2F}"/>
                  </a:ext>
                </a:extLst>
              </p:cNvPr>
              <p:cNvSpPr/>
              <p:nvPr/>
            </p:nvSpPr>
            <p:spPr>
              <a:xfrm>
                <a:off x="877499" y="3280462"/>
                <a:ext cx="10760480" cy="20714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而当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𝒗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为中间变量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𝒖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𝒗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𝒗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时，且设它们具有连续偏导数，于是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𝒅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𝒖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𝒙</m:t>
                          </m:r>
                        </m:sub>
                      </m:sSub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𝒅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𝒙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𝒚</m:t>
                          </m:r>
                        </m:sub>
                      </m:sSub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𝒅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𝒚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, 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𝒅𝒗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𝒙</m:t>
                          </m:r>
                        </m:sub>
                      </m:sSub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𝒅𝒙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𝒚</m:t>
                          </m:r>
                        </m:sub>
                      </m:sSub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𝒅𝒚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554A284-A5FE-4929-9332-410292517C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9" y="3280462"/>
                <a:ext cx="10760480" cy="2071465"/>
              </a:xfrm>
              <a:prstGeom prst="rect">
                <a:avLst/>
              </a:prstGeom>
              <a:blipFill rotWithShape="1">
                <a:blip r:embed="rId3"/>
                <a:stretch>
                  <a:fillRect l="-14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8554A284-A5FE-4929-9332-410292517C2F}"/>
                  </a:ext>
                </a:extLst>
              </p:cNvPr>
              <p:cNvSpPr/>
              <p:nvPr/>
            </p:nvSpPr>
            <p:spPr>
              <a:xfrm>
                <a:off x="1029899" y="5504327"/>
                <a:ext cx="10760480" cy="6701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[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𝒖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𝒗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]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的全微分为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𝒅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𝒖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𝒅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𝒗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𝒅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𝒗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554A284-A5FE-4929-9332-410292517C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99" y="5504327"/>
                <a:ext cx="10760480" cy="670120"/>
              </a:xfrm>
              <a:prstGeom prst="rect">
                <a:avLst/>
              </a:prstGeom>
              <a:blipFill rotWithShape="1">
                <a:blip r:embed="rId4"/>
                <a:stretch>
                  <a:fillRect b="-2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E706520A-97A7-C684-82B5-39817FEDD354}"/>
                  </a:ext>
                </a:extLst>
              </p14:cNvPr>
              <p14:cNvContentPartPr/>
              <p14:nvPr/>
            </p14:nvContentPartPr>
            <p14:xfrm>
              <a:off x="1209240" y="1044720"/>
              <a:ext cx="10887840" cy="540648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E706520A-97A7-C684-82B5-39817FEDD35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99880" y="1035360"/>
                <a:ext cx="10906560" cy="542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10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多元复合函数的求导法则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500" y="858354"/>
                <a:ext cx="11007703" cy="13102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对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𝒗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，无论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𝒗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是自变量还是中间变量，一阶全微分具有相同的形式，这就是一阶全微分的一阶形式不变性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858354"/>
                <a:ext cx="11007703" cy="1310295"/>
              </a:xfrm>
              <a:prstGeom prst="rect">
                <a:avLst/>
              </a:prstGeom>
              <a:blipFill>
                <a:blip r:embed="rId2"/>
                <a:stretch>
                  <a:fillRect l="-1440" t="-1860" r="-221" b="-144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52EBD03-8F19-4095-91DA-D008BE0A4BD8}"/>
                  </a:ext>
                </a:extLst>
              </p:cNvPr>
              <p:cNvSpPr/>
              <p:nvPr/>
            </p:nvSpPr>
            <p:spPr>
              <a:xfrm>
                <a:off x="844333" y="3115362"/>
                <a:ext cx="10826819" cy="29156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多元函数全微分运算法则：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𝒖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𝒅𝒖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𝒅𝒗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𝒖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𝒗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𝒅𝒖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𝒖𝒅𝒗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𝒖</m:t>
                            </m:r>
                          </m:num>
                          <m:den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𝒗</m:t>
                            </m:r>
                          </m:den>
                        </m:f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𝒗𝒅𝒖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𝒖𝒅𝒗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𝒗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52EBD03-8F19-4095-91DA-D008BE0A4B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333" y="3115362"/>
                <a:ext cx="10826819" cy="2915670"/>
              </a:xfrm>
              <a:prstGeom prst="rect">
                <a:avLst/>
              </a:prstGeom>
              <a:blipFill>
                <a:blip r:embed="rId3"/>
                <a:stretch>
                  <a:fillRect l="-1464" b="-8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AA8E53CB-4595-280B-E2AB-947A6C521C01}"/>
                  </a:ext>
                </a:extLst>
              </p14:cNvPr>
              <p14:cNvContentPartPr/>
              <p14:nvPr/>
            </p14:nvContentPartPr>
            <p14:xfrm>
              <a:off x="5847840" y="3526920"/>
              <a:ext cx="2503800" cy="42732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AA8E53CB-4595-280B-E2AB-947A6C521C0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38480" y="3517560"/>
                <a:ext cx="2522520" cy="44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7457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kumimoji="1" lang="zh-CN" altLang="en-US" dirty="0"/>
              <a:t>多元复合函数的求导法则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844598" cy="8963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：求函数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unc>
                      <m:func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b="0" i="0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arctan</m:t>
                        </m:r>
                      </m:fName>
                      <m:e>
                        <m:f>
                          <m:fPr>
                            <m:ctrlPr>
                              <a:rPr lang="en-US" altLang="zh-CN" sz="3200" b="0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sz="3200" b="0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num>
                          <m:den>
                            <m:r>
                              <a:rPr lang="en-US" altLang="zh-CN" sz="3200" b="0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den>
                        </m:f>
                      </m:e>
                    </m:fun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的全微分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844598" cy="896399"/>
              </a:xfrm>
              <a:prstGeom prst="rect">
                <a:avLst/>
              </a:prstGeom>
              <a:blipFill>
                <a:blip r:embed="rId2"/>
                <a:stretch>
                  <a:fillRect l="-1461" b="-9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2" y="5123275"/>
                <a:ext cx="10730306" cy="11067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𝒚𝒅𝒙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𝒙𝒅𝒚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123275"/>
                <a:ext cx="10730306" cy="1106778"/>
              </a:xfrm>
              <a:prstGeom prst="rect">
                <a:avLst/>
              </a:prstGeom>
              <a:blipFill>
                <a:blip r:embed="rId3"/>
                <a:stretch>
                  <a:fillRect l="-14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3F28355F-B233-8348-9888-4612F9731597}"/>
                  </a:ext>
                </a:extLst>
              </p14:cNvPr>
              <p14:cNvContentPartPr/>
              <p14:nvPr/>
            </p14:nvContentPartPr>
            <p14:xfrm>
              <a:off x="1870200" y="1512360"/>
              <a:ext cx="8507520" cy="499320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3F28355F-B233-8348-9888-4612F973159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60840" y="1503000"/>
                <a:ext cx="8526240" cy="501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1891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kumimoji="1" lang="zh-CN" altLang="en-US" dirty="0"/>
              <a:t>多元复合函数的求导法则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844598" cy="11076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13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：设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，求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𝒖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𝒖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𝒖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844598" cy="1107676"/>
              </a:xfrm>
              <a:prstGeom prst="rect">
                <a:avLst/>
              </a:prstGeom>
              <a:blipFill>
                <a:blip r:embed="rId2"/>
                <a:stretch>
                  <a:fillRect l="-1461" b="-16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2" y="5123275"/>
                <a:ext cx="10730306" cy="6667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sSubSup>
                      <m:sSub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′</m:t>
                        </m:r>
                      </m:sup>
                    </m:sSub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sSubSup>
                      <m:sSub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b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′</m:t>
                        </m:r>
                      </m:sup>
                    </m:sSub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;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sSubSup>
                      <m:sSub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′</m:t>
                        </m:r>
                      </m:sup>
                    </m:sSub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sSubSup>
                      <m:sSub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′</m:t>
                        </m:r>
                      </m:sup>
                    </m:sSub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;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sSubSup>
                      <m:sSub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′</m:t>
                        </m:r>
                      </m:sup>
                    </m:sSub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sSubSup>
                      <m:sSub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b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′</m:t>
                        </m:r>
                      </m:sup>
                    </m:sSub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123275"/>
                <a:ext cx="10730306" cy="666721"/>
              </a:xfrm>
              <a:prstGeom prst="rect">
                <a:avLst/>
              </a:prstGeom>
              <a:blipFill>
                <a:blip r:embed="rId3"/>
                <a:stretch>
                  <a:fillRect l="-1477" t="-3636" b="-24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53FA5360-9318-9A33-F5EB-1BAB1493E415}"/>
                  </a:ext>
                </a:extLst>
              </p14:cNvPr>
              <p14:cNvContentPartPr/>
              <p14:nvPr/>
            </p14:nvContentPartPr>
            <p14:xfrm>
              <a:off x="452880" y="643320"/>
              <a:ext cx="11103480" cy="543780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53FA5360-9318-9A33-F5EB-1BAB1493E41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3520" y="633960"/>
                <a:ext cx="11122200" cy="545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71425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多元复合函数的求导法则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928C639-2329-469E-99C5-609419ACC8D2}"/>
              </a:ext>
            </a:extLst>
          </p:cNvPr>
          <p:cNvSpPr/>
          <p:nvPr/>
        </p:nvSpPr>
        <p:spPr>
          <a:xfrm>
            <a:off x="877500" y="858354"/>
            <a:ext cx="11007703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高阶全微分不再具有形式不变性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92CBAE63-960A-4222-8795-0879084CFDC8}"/>
                  </a:ext>
                </a:extLst>
              </p:cNvPr>
              <p:cNvSpPr/>
              <p:nvPr/>
            </p:nvSpPr>
            <p:spPr>
              <a:xfrm>
                <a:off x="877499" y="1703433"/>
                <a:ext cx="10760480" cy="45504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</m:t>
                          </m:r>
                        </m:e>
                        <m:sup>
                          <m: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p>
                      </m:sSup>
                      <m:r>
                        <a:rPr lang="en-US" altLang="zh-CN" sz="3200" b="1" i="1" kern="0" dirty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𝒛</m:t>
                      </m:r>
                      <m:r>
                        <a:rPr lang="en-US" altLang="zh-CN" sz="3200" b="1" i="1" kern="0" dirty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3200" b="1" i="1" kern="0" dirty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𝒅</m:t>
                      </m:r>
                      <m:d>
                        <m:dPr>
                          <m:ctrlP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𝒅𝒛</m:t>
                          </m:r>
                        </m:e>
                      </m:d>
                      <m:r>
                        <a:rPr lang="en-US" altLang="zh-CN" sz="3200" b="1" i="1" kern="0" dirty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3200" b="1" i="1" kern="0" dirty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𝒅</m:t>
                      </m:r>
                      <m:d>
                        <m:dPr>
                          <m:ctrlP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𝝏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</m:num>
                            <m:den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𝝏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</m:den>
                          </m:f>
                          <m:r>
                            <a:rPr lang="en-US" altLang="zh-CN" sz="3200" b="1" i="1" kern="0" dirty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𝒅𝒙</m:t>
                          </m:r>
                          <m:r>
                            <a:rPr lang="en-US" altLang="zh-CN" sz="3200" b="1" i="1" kern="0" dirty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𝝏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</m:num>
                            <m:den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𝝏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den>
                          </m:f>
                          <m:r>
                            <a:rPr lang="en-US" altLang="zh-CN" sz="3200" b="1" i="1" kern="0" dirty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𝒅𝒚</m:t>
                          </m:r>
                        </m:e>
                      </m:d>
                    </m:oMath>
                  </m:oMathPara>
                </a14:m>
                <a:endParaRPr lang="en-US" altLang="zh-CN" sz="3200" b="1" i="1" kern="0" dirty="0">
                  <a:solidFill>
                    <a:srgbClr val="676661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dirty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3200" b="1" i="1" kern="0" dirty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𝒅</m:t>
                      </m:r>
                      <m:d>
                        <m:dPr>
                          <m:ctrlP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𝝏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</m:num>
                            <m:den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𝝏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</m:den>
                          </m:f>
                        </m:e>
                      </m:d>
                      <m:r>
                        <a:rPr lang="en-US" altLang="zh-CN" sz="3200" b="1" i="1" kern="0" dirty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𝒅𝒙</m:t>
                      </m:r>
                      <m:r>
                        <a:rPr lang="en-US" altLang="zh-CN" sz="3200" b="1" i="1" kern="0" dirty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𝝏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</m:num>
                        <m:den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𝝏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𝒙</m:t>
                          </m:r>
                        </m:den>
                      </m:f>
                      <m:sSup>
                        <m:sSup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</m:t>
                          </m:r>
                        </m:e>
                        <m:sup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p>
                      </m:sSup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𝒙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3200" b="1" i="1" kern="0" dirty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𝒅</m:t>
                      </m:r>
                      <m:d>
                        <m:dPr>
                          <m:ctrlPr>
                            <a:rPr lang="en-US" altLang="zh-CN" sz="3200" b="1" i="1" kern="0" dirty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𝝏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</m:num>
                            <m:den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𝝏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den>
                          </m:f>
                        </m:e>
                      </m:d>
                      <m:r>
                        <a:rPr lang="en-US" altLang="zh-CN" sz="3200" b="1" i="1" kern="0" dirty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𝒅</m:t>
                      </m:r>
                      <m:r>
                        <a:rPr lang="en-US" altLang="zh-CN" sz="3200" b="1" i="1" kern="0" dirty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𝒚</m:t>
                      </m:r>
                      <m:r>
                        <a:rPr lang="en-US" altLang="zh-CN" sz="3200" b="1" i="1" kern="0" dirty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𝝏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</m:num>
                        <m:den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𝝏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𝒚</m:t>
                          </m:r>
                        </m:den>
                      </m:f>
                      <m:sSup>
                        <m:sSup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</m:t>
                          </m:r>
                        </m:e>
                        <m:sup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p>
                      </m:sSup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𝒚</m:t>
                      </m:r>
                    </m:oMath>
                  </m:oMathPara>
                </a14:m>
                <a:endParaRPr lang="en-US" altLang="zh-CN" sz="3200" b="1" i="1" kern="0" dirty="0">
                  <a:solidFill>
                    <a:srgbClr val="676661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0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3200" b="1" i="1" kern="0" dirty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</m:num>
                                <m:den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</m:den>
                              </m:f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𝒅𝒙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</m:num>
                                <m:den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den>
                              </m:f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𝒅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</m:e>
                        <m:sup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p>
                      </m:sSup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𝒛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𝝏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</m:num>
                        <m:den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𝝏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𝒙</m:t>
                          </m:r>
                        </m:den>
                      </m:f>
                      <m:sSup>
                        <m:sSup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</m:t>
                          </m:r>
                        </m:e>
                        <m:sup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p>
                      </m:sSup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𝒙</m:t>
                      </m:r>
                      <m:r>
                        <a:rPr lang="en-US" altLang="zh-CN" sz="3200" b="1" i="1" kern="0" dirty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𝝏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</m:num>
                        <m:den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𝝏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𝒚</m:t>
                          </m:r>
                        </m:den>
                      </m:f>
                      <m:sSup>
                        <m:sSup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</m:t>
                          </m:r>
                        </m:e>
                        <m:sup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p>
                      </m:sSup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𝒚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92CBAE63-960A-4222-8795-0879084CFD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9" y="1703433"/>
                <a:ext cx="10760480" cy="45504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645AB554-C0D4-1C93-FC01-6DCBBCDCDA6F}"/>
                  </a:ext>
                </a:extLst>
              </p14:cNvPr>
              <p14:cNvContentPartPr/>
              <p14:nvPr/>
            </p14:nvContentPartPr>
            <p14:xfrm>
              <a:off x="2777400" y="1167840"/>
              <a:ext cx="9279360" cy="548136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645AB554-C0D4-1C93-FC01-6DCBBCDCDA6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68040" y="1158480"/>
                <a:ext cx="9298080" cy="550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37544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多元复合函数的求导法则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1171418" y="924232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8281A77-A911-4B1D-9A1B-B6760FE636A9}"/>
              </a:ext>
            </a:extLst>
          </p:cNvPr>
          <p:cNvSpPr/>
          <p:nvPr/>
        </p:nvSpPr>
        <p:spPr>
          <a:xfrm>
            <a:off x="877503" y="1772350"/>
            <a:ext cx="11007703" cy="1304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链式法则：</a:t>
            </a: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分段用乘，分叉用加，单路全导，叉路偏导</a:t>
            </a:r>
            <a:r>
              <a:rPr lang="en-US" altLang="zh-CN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一阶全微分形式不变性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574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多元复合函数的求导法则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904716" y="921364"/>
            <a:ext cx="10791983" cy="13102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作业：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P95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习题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7-4(A) 5,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8(2)(4), 10, 12.</a:t>
            </a:r>
          </a:p>
          <a:p>
            <a:pPr>
              <a:lnSpc>
                <a:spcPct val="130000"/>
              </a:lnSpc>
            </a:pP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习题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7-4(B) 1,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3,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</a:p>
        </p:txBody>
      </p:sp>
    </p:spTree>
    <p:extLst>
      <p:ext uri="{BB962C8B-B14F-4D97-AF65-F5344CB8AC3E}">
        <p14:creationId xmlns:p14="http://schemas.microsoft.com/office/powerpoint/2010/main" val="297471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9F7AF62-67AA-4F3F-B2D7-F5827E2FA0AC}"/>
              </a:ext>
            </a:extLst>
          </p:cNvPr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1741714" y="318796"/>
            <a:ext cx="8708571" cy="622040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355600" rIns="35560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网络视频</a:t>
            </a:r>
          </a:p>
          <a:p>
            <a:pPr algn="just">
              <a:lnSpc>
                <a:spcPct val="130000"/>
              </a:lnSpc>
            </a:pPr>
            <a:endParaRPr lang="zh-CN" altLang="en-US" sz="1600" dirty="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600" dirty="0">
                <a:solidFill>
                  <a:srgbClr val="F8F8F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https://www.bilibili.com/video/BV1iJ411e7pu/</a:t>
            </a:r>
          </a:p>
          <a:p>
            <a:pPr algn="just">
              <a:lnSpc>
                <a:spcPct val="130000"/>
              </a:lnSpc>
            </a:pPr>
            <a:endParaRPr lang="en-US" altLang="zh-CN" sz="1600" dirty="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>
              <a:lnSpc>
                <a:spcPct val="130000"/>
              </a:lnSpc>
            </a:pPr>
            <a:endParaRPr lang="en-US" altLang="zh-CN" sz="1600" dirty="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>
              <a:lnSpc>
                <a:spcPct val="130000"/>
              </a:lnSpc>
            </a:pPr>
            <a:endParaRPr lang="en-US" altLang="zh-CN" sz="1600" dirty="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100" dirty="0">
                <a:solidFill>
                  <a:srgbClr val="C8C8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温馨提示：此视频框在点击“上传手机课件”时会进行转换，用手机进行观看时则会变为可点击的视频。此视频框可被拖动移位和修改大小</a:t>
            </a:r>
          </a:p>
        </p:txBody>
      </p:sp>
    </p:spTree>
    <p:extLst>
      <p:ext uri="{BB962C8B-B14F-4D97-AF65-F5344CB8AC3E}">
        <p14:creationId xmlns:p14="http://schemas.microsoft.com/office/powerpoint/2010/main" val="2488122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EBVIDEO" val="blblvideo/id/48227337"/>
</p:tagLst>
</file>

<file path=ppt/theme/theme1.xml><?xml version="1.0" encoding="utf-8"?>
<a:theme xmlns:a="http://schemas.openxmlformats.org/drawingml/2006/main" name="模板页面">
  <a:themeElements>
    <a:clrScheme name="自定义 99">
      <a:dk1>
        <a:srgbClr val="000000"/>
      </a:dk1>
      <a:lt1>
        <a:srgbClr val="FFFFFF"/>
      </a:lt1>
      <a:dk2>
        <a:srgbClr val="000000"/>
      </a:dk2>
      <a:lt2>
        <a:srgbClr val="FFFDFD"/>
      </a:lt2>
      <a:accent1>
        <a:srgbClr val="78A4B1"/>
      </a:accent1>
      <a:accent2>
        <a:srgbClr val="CDCAC2"/>
      </a:accent2>
      <a:accent3>
        <a:srgbClr val="456D79"/>
      </a:accent3>
      <a:accent4>
        <a:srgbClr val="F4EFE9"/>
      </a:accent4>
      <a:accent5>
        <a:srgbClr val="5C91A1"/>
      </a:accent5>
      <a:accent6>
        <a:srgbClr val="666560"/>
      </a:accent6>
      <a:hlink>
        <a:srgbClr val="0563C1"/>
      </a:hlink>
      <a:folHlink>
        <a:srgbClr val="954F72"/>
      </a:folHlink>
    </a:clrScheme>
    <a:fontScheme name="自定义 46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lnSpc>
            <a:spcPct val="130000"/>
          </a:lnSpc>
          <a:defRPr sz="12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lnSpc>
            <a:spcPct val="130000"/>
          </a:lnSpc>
          <a:spcBef>
            <a:spcPts val="600"/>
          </a:spcBef>
          <a:defRPr sz="1200" kern="0" dirty="0">
            <a:latin typeface="微软雅黑" panose="020B0503020204020204" pitchFamily="34" charset="-122"/>
            <a:ea typeface="微软雅黑" panose="020B0503020204020204" pitchFamily="34" charset="-122"/>
            <a:cs typeface="+mn-ea"/>
            <a:sym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自定义 99">
    <a:dk1>
      <a:srgbClr val="000000"/>
    </a:dk1>
    <a:lt1>
      <a:srgbClr val="FFFFFF"/>
    </a:lt1>
    <a:dk2>
      <a:srgbClr val="000000"/>
    </a:dk2>
    <a:lt2>
      <a:srgbClr val="FFFDFD"/>
    </a:lt2>
    <a:accent1>
      <a:srgbClr val="78A4B1"/>
    </a:accent1>
    <a:accent2>
      <a:srgbClr val="CDCAC2"/>
    </a:accent2>
    <a:accent3>
      <a:srgbClr val="456D79"/>
    </a:accent3>
    <a:accent4>
      <a:srgbClr val="F4EFE9"/>
    </a:accent4>
    <a:accent5>
      <a:srgbClr val="5C91A1"/>
    </a:accent5>
    <a:accent6>
      <a:srgbClr val="666560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16246</TotalTime>
  <Words>1223</Words>
  <Application>Microsoft Office PowerPoint</Application>
  <PresentationFormat>宽屏</PresentationFormat>
  <Paragraphs>119</Paragraphs>
  <Slides>22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微软雅黑</vt:lpstr>
      <vt:lpstr>微软雅黑</vt:lpstr>
      <vt:lpstr>Arial</vt:lpstr>
      <vt:lpstr>Calibri</vt:lpstr>
      <vt:lpstr>Cambria Math</vt:lpstr>
      <vt:lpstr>Century Gothic</vt:lpstr>
      <vt:lpstr>Segoe UI Light</vt:lpstr>
      <vt:lpstr>Times New Roman</vt:lpstr>
      <vt:lpstr>模板页面</vt:lpstr>
      <vt:lpstr>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OfficePLUS</dc:creator>
  <cp:lastModifiedBy>Wang Yuchao</cp:lastModifiedBy>
  <cp:revision>1075</cp:revision>
  <dcterms:created xsi:type="dcterms:W3CDTF">2015-08-18T02:51:41Z</dcterms:created>
  <dcterms:modified xsi:type="dcterms:W3CDTF">2022-12-21T01:46:08Z</dcterms:modified>
</cp:coreProperties>
</file>